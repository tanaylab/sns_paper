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3192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3262477"/>
              <a:ext cx="9004821" cy="35259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44934" y="145504"/>
              <a:ext cx="855356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44934" y="2826021"/>
              <a:ext cx="35223" cy="436456"/>
            </a:xfrm>
            <a:custGeom>
              <a:avLst/>
              <a:pathLst>
                <a:path w="35223" h="436456">
                  <a:moveTo>
                    <a:pt x="0" y="282804"/>
                  </a:moveTo>
                  <a:lnTo>
                    <a:pt x="814" y="284323"/>
                  </a:lnTo>
                  <a:lnTo>
                    <a:pt x="1629" y="345971"/>
                  </a:lnTo>
                  <a:lnTo>
                    <a:pt x="2444" y="413955"/>
                  </a:lnTo>
                  <a:lnTo>
                    <a:pt x="3259" y="367205"/>
                  </a:lnTo>
                  <a:lnTo>
                    <a:pt x="4073" y="345064"/>
                  </a:lnTo>
                  <a:lnTo>
                    <a:pt x="4888" y="328649"/>
                  </a:lnTo>
                  <a:lnTo>
                    <a:pt x="5703" y="345218"/>
                  </a:lnTo>
                  <a:lnTo>
                    <a:pt x="6518" y="329659"/>
                  </a:lnTo>
                  <a:lnTo>
                    <a:pt x="7333" y="312386"/>
                  </a:lnTo>
                  <a:lnTo>
                    <a:pt x="8147" y="377702"/>
                  </a:lnTo>
                  <a:lnTo>
                    <a:pt x="8962" y="346764"/>
                  </a:lnTo>
                  <a:lnTo>
                    <a:pt x="9777" y="334033"/>
                  </a:lnTo>
                  <a:lnTo>
                    <a:pt x="10592" y="320065"/>
                  </a:lnTo>
                  <a:lnTo>
                    <a:pt x="11406" y="315908"/>
                  </a:lnTo>
                  <a:lnTo>
                    <a:pt x="12221" y="283686"/>
                  </a:lnTo>
                  <a:lnTo>
                    <a:pt x="13036" y="262395"/>
                  </a:lnTo>
                  <a:lnTo>
                    <a:pt x="13851" y="315478"/>
                  </a:lnTo>
                  <a:lnTo>
                    <a:pt x="14666" y="344626"/>
                  </a:lnTo>
                  <a:lnTo>
                    <a:pt x="15480" y="342026"/>
                  </a:lnTo>
                  <a:lnTo>
                    <a:pt x="16295" y="334715"/>
                  </a:lnTo>
                  <a:lnTo>
                    <a:pt x="17110" y="356320"/>
                  </a:lnTo>
                  <a:lnTo>
                    <a:pt x="17925" y="329011"/>
                  </a:lnTo>
                  <a:lnTo>
                    <a:pt x="18739" y="312661"/>
                  </a:lnTo>
                  <a:lnTo>
                    <a:pt x="19554" y="272516"/>
                  </a:lnTo>
                  <a:lnTo>
                    <a:pt x="20369" y="188894"/>
                  </a:lnTo>
                  <a:lnTo>
                    <a:pt x="21184" y="137667"/>
                  </a:lnTo>
                  <a:lnTo>
                    <a:pt x="21999" y="131175"/>
                  </a:lnTo>
                  <a:lnTo>
                    <a:pt x="22813" y="174836"/>
                  </a:lnTo>
                  <a:lnTo>
                    <a:pt x="23628" y="209892"/>
                  </a:lnTo>
                  <a:lnTo>
                    <a:pt x="24443" y="200402"/>
                  </a:lnTo>
                  <a:lnTo>
                    <a:pt x="25258" y="209058"/>
                  </a:lnTo>
                  <a:lnTo>
                    <a:pt x="26072" y="213567"/>
                  </a:lnTo>
                  <a:lnTo>
                    <a:pt x="26887" y="113714"/>
                  </a:lnTo>
                  <a:lnTo>
                    <a:pt x="27702" y="26533"/>
                  </a:lnTo>
                  <a:lnTo>
                    <a:pt x="28517" y="0"/>
                  </a:lnTo>
                  <a:lnTo>
                    <a:pt x="29332" y="31478"/>
                  </a:lnTo>
                  <a:lnTo>
                    <a:pt x="30146" y="46068"/>
                  </a:lnTo>
                  <a:lnTo>
                    <a:pt x="30961" y="79454"/>
                  </a:lnTo>
                  <a:lnTo>
                    <a:pt x="31776" y="207319"/>
                  </a:lnTo>
                  <a:lnTo>
                    <a:pt x="32591" y="330393"/>
                  </a:lnTo>
                  <a:lnTo>
                    <a:pt x="33405" y="346925"/>
                  </a:lnTo>
                  <a:lnTo>
                    <a:pt x="34220" y="365083"/>
                  </a:lnTo>
                  <a:lnTo>
                    <a:pt x="35035" y="433718"/>
                  </a:lnTo>
                  <a:lnTo>
                    <a:pt x="35223" y="43645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80979" y="3137659"/>
              <a:ext cx="9305" cy="124818"/>
            </a:xfrm>
            <a:custGeom>
              <a:avLst/>
              <a:pathLst>
                <a:path w="9305" h="124818">
                  <a:moveTo>
                    <a:pt x="0" y="124818"/>
                  </a:moveTo>
                  <a:lnTo>
                    <a:pt x="619" y="95709"/>
                  </a:lnTo>
                  <a:lnTo>
                    <a:pt x="1434" y="60989"/>
                  </a:lnTo>
                  <a:lnTo>
                    <a:pt x="2249" y="52282"/>
                  </a:lnTo>
                  <a:lnTo>
                    <a:pt x="3064" y="35152"/>
                  </a:lnTo>
                  <a:lnTo>
                    <a:pt x="3878" y="0"/>
                  </a:lnTo>
                  <a:lnTo>
                    <a:pt x="4693" y="18333"/>
                  </a:lnTo>
                  <a:lnTo>
                    <a:pt x="5508" y="19160"/>
                  </a:lnTo>
                  <a:lnTo>
                    <a:pt x="6323" y="10586"/>
                  </a:lnTo>
                  <a:lnTo>
                    <a:pt x="7138" y="11674"/>
                  </a:lnTo>
                  <a:lnTo>
                    <a:pt x="7952" y="41684"/>
                  </a:lnTo>
                  <a:lnTo>
                    <a:pt x="8767" y="114222"/>
                  </a:lnTo>
                  <a:lnTo>
                    <a:pt x="9305" y="12481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94018" y="3117126"/>
              <a:ext cx="11129" cy="145351"/>
            </a:xfrm>
            <a:custGeom>
              <a:avLst/>
              <a:pathLst>
                <a:path w="11129" h="145351">
                  <a:moveTo>
                    <a:pt x="0" y="145351"/>
                  </a:moveTo>
                  <a:lnTo>
                    <a:pt x="617" y="110739"/>
                  </a:lnTo>
                  <a:lnTo>
                    <a:pt x="1432" y="77784"/>
                  </a:lnTo>
                  <a:lnTo>
                    <a:pt x="2247" y="82807"/>
                  </a:lnTo>
                  <a:lnTo>
                    <a:pt x="3062" y="105351"/>
                  </a:lnTo>
                  <a:lnTo>
                    <a:pt x="3877" y="86621"/>
                  </a:lnTo>
                  <a:lnTo>
                    <a:pt x="4691" y="77976"/>
                  </a:lnTo>
                  <a:lnTo>
                    <a:pt x="5506" y="83562"/>
                  </a:lnTo>
                  <a:lnTo>
                    <a:pt x="6321" y="57020"/>
                  </a:lnTo>
                  <a:lnTo>
                    <a:pt x="7136" y="42382"/>
                  </a:lnTo>
                  <a:lnTo>
                    <a:pt x="7950" y="6034"/>
                  </a:lnTo>
                  <a:lnTo>
                    <a:pt x="8765" y="0"/>
                  </a:lnTo>
                  <a:lnTo>
                    <a:pt x="9580" y="41321"/>
                  </a:lnTo>
                  <a:lnTo>
                    <a:pt x="10395" y="96747"/>
                  </a:lnTo>
                  <a:lnTo>
                    <a:pt x="11129" y="14535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7198" y="3027338"/>
              <a:ext cx="5703" cy="235138"/>
            </a:xfrm>
            <a:custGeom>
              <a:avLst/>
              <a:pathLst>
                <a:path w="5703" h="235138">
                  <a:moveTo>
                    <a:pt x="0" y="235138"/>
                  </a:moveTo>
                  <a:lnTo>
                    <a:pt x="474" y="187596"/>
                  </a:lnTo>
                  <a:lnTo>
                    <a:pt x="1289" y="97666"/>
                  </a:lnTo>
                  <a:lnTo>
                    <a:pt x="2104" y="36653"/>
                  </a:lnTo>
                  <a:lnTo>
                    <a:pt x="2918" y="9271"/>
                  </a:lnTo>
                  <a:lnTo>
                    <a:pt x="3733" y="0"/>
                  </a:lnTo>
                  <a:lnTo>
                    <a:pt x="4548" y="57462"/>
                  </a:lnTo>
                  <a:lnTo>
                    <a:pt x="5363" y="189711"/>
                  </a:lnTo>
                  <a:lnTo>
                    <a:pt x="5703" y="23513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20698" y="2898779"/>
              <a:ext cx="17700" cy="363697"/>
            </a:xfrm>
            <a:custGeom>
              <a:avLst/>
              <a:pathLst>
                <a:path w="17700" h="363697">
                  <a:moveTo>
                    <a:pt x="0" y="363697"/>
                  </a:moveTo>
                  <a:lnTo>
                    <a:pt x="10" y="362717"/>
                  </a:lnTo>
                  <a:lnTo>
                    <a:pt x="825" y="282738"/>
                  </a:lnTo>
                  <a:lnTo>
                    <a:pt x="1640" y="213376"/>
                  </a:lnTo>
                  <a:lnTo>
                    <a:pt x="2454" y="140812"/>
                  </a:lnTo>
                  <a:lnTo>
                    <a:pt x="3269" y="120145"/>
                  </a:lnTo>
                  <a:lnTo>
                    <a:pt x="4084" y="87578"/>
                  </a:lnTo>
                  <a:lnTo>
                    <a:pt x="4899" y="23815"/>
                  </a:lnTo>
                  <a:lnTo>
                    <a:pt x="5713" y="0"/>
                  </a:lnTo>
                  <a:lnTo>
                    <a:pt x="6528" y="39996"/>
                  </a:lnTo>
                  <a:lnTo>
                    <a:pt x="7343" y="135116"/>
                  </a:lnTo>
                  <a:lnTo>
                    <a:pt x="8158" y="122602"/>
                  </a:lnTo>
                  <a:lnTo>
                    <a:pt x="8973" y="126095"/>
                  </a:lnTo>
                  <a:lnTo>
                    <a:pt x="9787" y="189861"/>
                  </a:lnTo>
                  <a:lnTo>
                    <a:pt x="10602" y="244149"/>
                  </a:lnTo>
                  <a:lnTo>
                    <a:pt x="11417" y="306600"/>
                  </a:lnTo>
                  <a:lnTo>
                    <a:pt x="12232" y="306377"/>
                  </a:lnTo>
                  <a:lnTo>
                    <a:pt x="13046" y="340425"/>
                  </a:lnTo>
                  <a:lnTo>
                    <a:pt x="13861" y="361959"/>
                  </a:lnTo>
                  <a:lnTo>
                    <a:pt x="14676" y="361960"/>
                  </a:lnTo>
                  <a:lnTo>
                    <a:pt x="15491" y="361960"/>
                  </a:lnTo>
                  <a:lnTo>
                    <a:pt x="16306" y="340177"/>
                  </a:lnTo>
                  <a:lnTo>
                    <a:pt x="17120" y="344120"/>
                  </a:lnTo>
                  <a:lnTo>
                    <a:pt x="17700" y="36369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41212" y="3047452"/>
              <a:ext cx="12655" cy="215024"/>
            </a:xfrm>
            <a:custGeom>
              <a:avLst/>
              <a:pathLst>
                <a:path w="12655" h="215024">
                  <a:moveTo>
                    <a:pt x="0" y="215024"/>
                  </a:moveTo>
                  <a:lnTo>
                    <a:pt x="680" y="161630"/>
                  </a:lnTo>
                  <a:lnTo>
                    <a:pt x="1495" y="126438"/>
                  </a:lnTo>
                  <a:lnTo>
                    <a:pt x="2310" y="110844"/>
                  </a:lnTo>
                  <a:lnTo>
                    <a:pt x="3124" y="85193"/>
                  </a:lnTo>
                  <a:lnTo>
                    <a:pt x="3939" y="58592"/>
                  </a:lnTo>
                  <a:lnTo>
                    <a:pt x="4754" y="80792"/>
                  </a:lnTo>
                  <a:lnTo>
                    <a:pt x="5569" y="82583"/>
                  </a:lnTo>
                  <a:lnTo>
                    <a:pt x="6384" y="68581"/>
                  </a:lnTo>
                  <a:lnTo>
                    <a:pt x="7198" y="70958"/>
                  </a:lnTo>
                  <a:lnTo>
                    <a:pt x="8013" y="8552"/>
                  </a:lnTo>
                  <a:lnTo>
                    <a:pt x="8828" y="0"/>
                  </a:lnTo>
                  <a:lnTo>
                    <a:pt x="9643" y="28536"/>
                  </a:lnTo>
                  <a:lnTo>
                    <a:pt x="10457" y="67231"/>
                  </a:lnTo>
                  <a:lnTo>
                    <a:pt x="11272" y="83941"/>
                  </a:lnTo>
                  <a:lnTo>
                    <a:pt x="12087" y="136074"/>
                  </a:lnTo>
                  <a:lnTo>
                    <a:pt x="12655" y="21502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58703" y="3090307"/>
              <a:ext cx="26305" cy="172169"/>
            </a:xfrm>
            <a:custGeom>
              <a:avLst/>
              <a:pathLst>
                <a:path w="26305" h="172169">
                  <a:moveTo>
                    <a:pt x="0" y="172169"/>
                  </a:moveTo>
                  <a:lnTo>
                    <a:pt x="300" y="149624"/>
                  </a:lnTo>
                  <a:lnTo>
                    <a:pt x="1115" y="100384"/>
                  </a:lnTo>
                  <a:lnTo>
                    <a:pt x="1930" y="91308"/>
                  </a:lnTo>
                  <a:lnTo>
                    <a:pt x="2745" y="82307"/>
                  </a:lnTo>
                  <a:lnTo>
                    <a:pt x="3559" y="154425"/>
                  </a:lnTo>
                  <a:lnTo>
                    <a:pt x="4374" y="141510"/>
                  </a:lnTo>
                  <a:lnTo>
                    <a:pt x="5189" y="73483"/>
                  </a:lnTo>
                  <a:lnTo>
                    <a:pt x="6004" y="62457"/>
                  </a:lnTo>
                  <a:lnTo>
                    <a:pt x="6818" y="31520"/>
                  </a:lnTo>
                  <a:lnTo>
                    <a:pt x="7633" y="4174"/>
                  </a:lnTo>
                  <a:lnTo>
                    <a:pt x="8448" y="4174"/>
                  </a:lnTo>
                  <a:lnTo>
                    <a:pt x="9263" y="34386"/>
                  </a:lnTo>
                  <a:lnTo>
                    <a:pt x="10078" y="102415"/>
                  </a:lnTo>
                  <a:lnTo>
                    <a:pt x="10892" y="113440"/>
                  </a:lnTo>
                  <a:lnTo>
                    <a:pt x="11707" y="98532"/>
                  </a:lnTo>
                  <a:lnTo>
                    <a:pt x="12522" y="38154"/>
                  </a:lnTo>
                  <a:lnTo>
                    <a:pt x="13337" y="21742"/>
                  </a:lnTo>
                  <a:lnTo>
                    <a:pt x="14151" y="21742"/>
                  </a:lnTo>
                  <a:lnTo>
                    <a:pt x="14966" y="21742"/>
                  </a:lnTo>
                  <a:lnTo>
                    <a:pt x="15781" y="21743"/>
                  </a:lnTo>
                  <a:lnTo>
                    <a:pt x="16596" y="0"/>
                  </a:lnTo>
                  <a:lnTo>
                    <a:pt x="17411" y="5613"/>
                  </a:lnTo>
                  <a:lnTo>
                    <a:pt x="18225" y="22025"/>
                  </a:lnTo>
                  <a:lnTo>
                    <a:pt x="19040" y="22026"/>
                  </a:lnTo>
                  <a:lnTo>
                    <a:pt x="19855" y="22026"/>
                  </a:lnTo>
                  <a:lnTo>
                    <a:pt x="20670" y="22027"/>
                  </a:lnTo>
                  <a:lnTo>
                    <a:pt x="21484" y="58676"/>
                  </a:lnTo>
                  <a:lnTo>
                    <a:pt x="22299" y="113440"/>
                  </a:lnTo>
                  <a:lnTo>
                    <a:pt x="23114" y="113440"/>
                  </a:lnTo>
                  <a:lnTo>
                    <a:pt x="23929" y="113440"/>
                  </a:lnTo>
                  <a:lnTo>
                    <a:pt x="24744" y="113440"/>
                  </a:lnTo>
                  <a:lnTo>
                    <a:pt x="25558" y="147853"/>
                  </a:lnTo>
                  <a:lnTo>
                    <a:pt x="26305" y="17216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90890" y="2944901"/>
              <a:ext cx="30430" cy="317576"/>
            </a:xfrm>
            <a:custGeom>
              <a:avLst/>
              <a:pathLst>
                <a:path w="30430" h="317576">
                  <a:moveTo>
                    <a:pt x="0" y="317576"/>
                  </a:moveTo>
                  <a:lnTo>
                    <a:pt x="704" y="281941"/>
                  </a:lnTo>
                  <a:lnTo>
                    <a:pt x="1518" y="211380"/>
                  </a:lnTo>
                  <a:lnTo>
                    <a:pt x="2333" y="160590"/>
                  </a:lnTo>
                  <a:lnTo>
                    <a:pt x="3148" y="62312"/>
                  </a:lnTo>
                  <a:lnTo>
                    <a:pt x="3963" y="59960"/>
                  </a:lnTo>
                  <a:lnTo>
                    <a:pt x="4778" y="138561"/>
                  </a:lnTo>
                  <a:lnTo>
                    <a:pt x="5592" y="167451"/>
                  </a:lnTo>
                  <a:lnTo>
                    <a:pt x="6407" y="221305"/>
                  </a:lnTo>
                  <a:lnTo>
                    <a:pt x="7222" y="258846"/>
                  </a:lnTo>
                  <a:lnTo>
                    <a:pt x="8037" y="259144"/>
                  </a:lnTo>
                  <a:lnTo>
                    <a:pt x="8851" y="231439"/>
                  </a:lnTo>
                  <a:lnTo>
                    <a:pt x="9666" y="162838"/>
                  </a:lnTo>
                  <a:lnTo>
                    <a:pt x="10481" y="134598"/>
                  </a:lnTo>
                  <a:lnTo>
                    <a:pt x="11296" y="134599"/>
                  </a:lnTo>
                  <a:lnTo>
                    <a:pt x="12111" y="140412"/>
                  </a:lnTo>
                  <a:lnTo>
                    <a:pt x="12925" y="176005"/>
                  </a:lnTo>
                  <a:lnTo>
                    <a:pt x="13740" y="220185"/>
                  </a:lnTo>
                  <a:lnTo>
                    <a:pt x="14555" y="243911"/>
                  </a:lnTo>
                  <a:lnTo>
                    <a:pt x="15370" y="168902"/>
                  </a:lnTo>
                  <a:lnTo>
                    <a:pt x="16184" y="149588"/>
                  </a:lnTo>
                  <a:lnTo>
                    <a:pt x="16999" y="116641"/>
                  </a:lnTo>
                  <a:lnTo>
                    <a:pt x="17814" y="20900"/>
                  </a:lnTo>
                  <a:lnTo>
                    <a:pt x="18629" y="0"/>
                  </a:lnTo>
                  <a:lnTo>
                    <a:pt x="19444" y="44873"/>
                  </a:lnTo>
                  <a:lnTo>
                    <a:pt x="20258" y="148123"/>
                  </a:lnTo>
                  <a:lnTo>
                    <a:pt x="21073" y="167438"/>
                  </a:lnTo>
                  <a:lnTo>
                    <a:pt x="21888" y="194574"/>
                  </a:lnTo>
                  <a:lnTo>
                    <a:pt x="22703" y="254421"/>
                  </a:lnTo>
                  <a:lnTo>
                    <a:pt x="23517" y="258846"/>
                  </a:lnTo>
                  <a:lnTo>
                    <a:pt x="24332" y="258846"/>
                  </a:lnTo>
                  <a:lnTo>
                    <a:pt x="25147" y="258846"/>
                  </a:lnTo>
                  <a:lnTo>
                    <a:pt x="25962" y="258846"/>
                  </a:lnTo>
                  <a:lnTo>
                    <a:pt x="26777" y="289972"/>
                  </a:lnTo>
                  <a:lnTo>
                    <a:pt x="27591" y="317317"/>
                  </a:lnTo>
                  <a:lnTo>
                    <a:pt x="28406" y="314689"/>
                  </a:lnTo>
                  <a:lnTo>
                    <a:pt x="29221" y="260720"/>
                  </a:lnTo>
                  <a:lnTo>
                    <a:pt x="30036" y="282931"/>
                  </a:lnTo>
                  <a:lnTo>
                    <a:pt x="30430" y="31757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22896" y="3246525"/>
              <a:ext cx="1179" cy="15951"/>
            </a:xfrm>
            <a:custGeom>
              <a:avLst/>
              <a:pathLst>
                <a:path w="1179" h="15951">
                  <a:moveTo>
                    <a:pt x="0" y="15951"/>
                  </a:moveTo>
                  <a:lnTo>
                    <a:pt x="475" y="0"/>
                  </a:lnTo>
                  <a:lnTo>
                    <a:pt x="1179" y="1595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25834" y="3208169"/>
              <a:ext cx="3741" cy="54308"/>
            </a:xfrm>
            <a:custGeom>
              <a:avLst/>
              <a:pathLst>
                <a:path w="3741" h="54308">
                  <a:moveTo>
                    <a:pt x="0" y="54308"/>
                  </a:moveTo>
                  <a:lnTo>
                    <a:pt x="795" y="5600"/>
                  </a:lnTo>
                  <a:lnTo>
                    <a:pt x="1610" y="0"/>
                  </a:lnTo>
                  <a:lnTo>
                    <a:pt x="2425" y="5601"/>
                  </a:lnTo>
                  <a:lnTo>
                    <a:pt x="3240" y="25071"/>
                  </a:lnTo>
                  <a:lnTo>
                    <a:pt x="3741" y="5430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33346" y="2887705"/>
              <a:ext cx="6558" cy="374772"/>
            </a:xfrm>
            <a:custGeom>
              <a:avLst/>
              <a:pathLst>
                <a:path w="6558" h="374772">
                  <a:moveTo>
                    <a:pt x="0" y="374772"/>
                  </a:moveTo>
                  <a:lnTo>
                    <a:pt x="616" y="296596"/>
                  </a:lnTo>
                  <a:lnTo>
                    <a:pt x="1431" y="183436"/>
                  </a:lnTo>
                  <a:lnTo>
                    <a:pt x="2246" y="87766"/>
                  </a:lnTo>
                  <a:lnTo>
                    <a:pt x="3061" y="0"/>
                  </a:lnTo>
                  <a:lnTo>
                    <a:pt x="3875" y="49525"/>
                  </a:lnTo>
                  <a:lnTo>
                    <a:pt x="4690" y="117337"/>
                  </a:lnTo>
                  <a:lnTo>
                    <a:pt x="5505" y="209236"/>
                  </a:lnTo>
                  <a:lnTo>
                    <a:pt x="6320" y="353469"/>
                  </a:lnTo>
                  <a:lnTo>
                    <a:pt x="6558" y="37477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44320" y="3034831"/>
              <a:ext cx="6152" cy="227646"/>
            </a:xfrm>
            <a:custGeom>
              <a:avLst/>
              <a:pathLst>
                <a:path w="6152" h="227646">
                  <a:moveTo>
                    <a:pt x="0" y="227646"/>
                  </a:moveTo>
                  <a:lnTo>
                    <a:pt x="235" y="206033"/>
                  </a:lnTo>
                  <a:lnTo>
                    <a:pt x="1050" y="98179"/>
                  </a:lnTo>
                  <a:lnTo>
                    <a:pt x="1864" y="18806"/>
                  </a:lnTo>
                  <a:lnTo>
                    <a:pt x="2679" y="0"/>
                  </a:lnTo>
                  <a:lnTo>
                    <a:pt x="3494" y="23619"/>
                  </a:lnTo>
                  <a:lnTo>
                    <a:pt x="4309" y="59181"/>
                  </a:lnTo>
                  <a:lnTo>
                    <a:pt x="5124" y="137131"/>
                  </a:lnTo>
                  <a:lnTo>
                    <a:pt x="5938" y="208710"/>
                  </a:lnTo>
                  <a:lnTo>
                    <a:pt x="6152" y="22764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53747" y="3199625"/>
              <a:ext cx="1869" cy="62851"/>
            </a:xfrm>
            <a:custGeom>
              <a:avLst/>
              <a:pathLst>
                <a:path w="1869" h="62851">
                  <a:moveTo>
                    <a:pt x="0" y="62851"/>
                  </a:moveTo>
                  <a:lnTo>
                    <a:pt x="585" y="0"/>
                  </a:lnTo>
                  <a:lnTo>
                    <a:pt x="1400" y="44176"/>
                  </a:lnTo>
                  <a:lnTo>
                    <a:pt x="1869" y="6285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59908" y="3158256"/>
              <a:ext cx="4138" cy="104220"/>
            </a:xfrm>
            <a:custGeom>
              <a:avLst/>
              <a:pathLst>
                <a:path w="4138" h="104220">
                  <a:moveTo>
                    <a:pt x="0" y="104220"/>
                  </a:moveTo>
                  <a:lnTo>
                    <a:pt x="127" y="90742"/>
                  </a:lnTo>
                  <a:lnTo>
                    <a:pt x="942" y="62905"/>
                  </a:lnTo>
                  <a:lnTo>
                    <a:pt x="1757" y="27012"/>
                  </a:lnTo>
                  <a:lnTo>
                    <a:pt x="2572" y="0"/>
                  </a:lnTo>
                  <a:lnTo>
                    <a:pt x="3386" y="29990"/>
                  </a:lnTo>
                  <a:lnTo>
                    <a:pt x="4138" y="10422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66047" y="3215124"/>
              <a:ext cx="3495" cy="47352"/>
            </a:xfrm>
            <a:custGeom>
              <a:avLst/>
              <a:pathLst>
                <a:path w="3495" h="47352">
                  <a:moveTo>
                    <a:pt x="0" y="47352"/>
                  </a:moveTo>
                  <a:lnTo>
                    <a:pt x="507" y="16955"/>
                  </a:lnTo>
                  <a:lnTo>
                    <a:pt x="1322" y="5691"/>
                  </a:lnTo>
                  <a:lnTo>
                    <a:pt x="2137" y="0"/>
                  </a:lnTo>
                  <a:lnTo>
                    <a:pt x="2951" y="14203"/>
                  </a:lnTo>
                  <a:lnTo>
                    <a:pt x="3495" y="4735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76527" y="3142160"/>
              <a:ext cx="2952" cy="120316"/>
            </a:xfrm>
            <a:custGeom>
              <a:avLst/>
              <a:pathLst>
                <a:path w="2952" h="120316">
                  <a:moveTo>
                    <a:pt x="0" y="120316"/>
                  </a:moveTo>
                  <a:lnTo>
                    <a:pt x="619" y="30104"/>
                  </a:lnTo>
                  <a:lnTo>
                    <a:pt x="1434" y="0"/>
                  </a:lnTo>
                  <a:lnTo>
                    <a:pt x="2249" y="75743"/>
                  </a:lnTo>
                  <a:lnTo>
                    <a:pt x="2952" y="12031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83579" y="3251705"/>
              <a:ext cx="1089" cy="10771"/>
            </a:xfrm>
            <a:custGeom>
              <a:avLst/>
              <a:pathLst>
                <a:path w="1089" h="10771">
                  <a:moveTo>
                    <a:pt x="0" y="10771"/>
                  </a:moveTo>
                  <a:lnTo>
                    <a:pt x="85" y="2025"/>
                  </a:lnTo>
                  <a:lnTo>
                    <a:pt x="900" y="0"/>
                  </a:lnTo>
                  <a:lnTo>
                    <a:pt x="1089" y="1077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91790" y="3228713"/>
              <a:ext cx="3086" cy="33763"/>
            </a:xfrm>
            <a:custGeom>
              <a:avLst/>
              <a:pathLst>
                <a:path w="3086" h="33763">
                  <a:moveTo>
                    <a:pt x="0" y="33763"/>
                  </a:moveTo>
                  <a:lnTo>
                    <a:pt x="22" y="31017"/>
                  </a:lnTo>
                  <a:lnTo>
                    <a:pt x="837" y="3852"/>
                  </a:lnTo>
                  <a:lnTo>
                    <a:pt x="1652" y="6134"/>
                  </a:lnTo>
                  <a:lnTo>
                    <a:pt x="2466" y="0"/>
                  </a:lnTo>
                  <a:lnTo>
                    <a:pt x="3086" y="3376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704446" y="2994718"/>
              <a:ext cx="8337" cy="267758"/>
            </a:xfrm>
            <a:custGeom>
              <a:avLst/>
              <a:pathLst>
                <a:path w="8337" h="267758">
                  <a:moveTo>
                    <a:pt x="0" y="267758"/>
                  </a:moveTo>
                  <a:lnTo>
                    <a:pt x="403" y="242668"/>
                  </a:lnTo>
                  <a:lnTo>
                    <a:pt x="1218" y="150666"/>
                  </a:lnTo>
                  <a:lnTo>
                    <a:pt x="2032" y="47574"/>
                  </a:lnTo>
                  <a:lnTo>
                    <a:pt x="2847" y="0"/>
                  </a:lnTo>
                  <a:lnTo>
                    <a:pt x="3662" y="25272"/>
                  </a:lnTo>
                  <a:lnTo>
                    <a:pt x="4477" y="71160"/>
                  </a:lnTo>
                  <a:lnTo>
                    <a:pt x="5292" y="91855"/>
                  </a:lnTo>
                  <a:lnTo>
                    <a:pt x="6106" y="173822"/>
                  </a:lnTo>
                  <a:lnTo>
                    <a:pt x="6921" y="241735"/>
                  </a:lnTo>
                  <a:lnTo>
                    <a:pt x="7736" y="261183"/>
                  </a:lnTo>
                  <a:lnTo>
                    <a:pt x="8337" y="26775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715157" y="2823409"/>
              <a:ext cx="30126" cy="439067"/>
            </a:xfrm>
            <a:custGeom>
              <a:avLst/>
              <a:pathLst>
                <a:path w="30126" h="439067">
                  <a:moveTo>
                    <a:pt x="0" y="439067"/>
                  </a:moveTo>
                  <a:lnTo>
                    <a:pt x="284" y="407941"/>
                  </a:lnTo>
                  <a:lnTo>
                    <a:pt x="1099" y="350289"/>
                  </a:lnTo>
                  <a:lnTo>
                    <a:pt x="1914" y="350290"/>
                  </a:lnTo>
                  <a:lnTo>
                    <a:pt x="2728" y="334237"/>
                  </a:lnTo>
                  <a:lnTo>
                    <a:pt x="3543" y="238667"/>
                  </a:lnTo>
                  <a:lnTo>
                    <a:pt x="4358" y="196945"/>
                  </a:lnTo>
                  <a:lnTo>
                    <a:pt x="5173" y="250737"/>
                  </a:lnTo>
                  <a:lnTo>
                    <a:pt x="5988" y="280438"/>
                  </a:lnTo>
                  <a:lnTo>
                    <a:pt x="6802" y="221237"/>
                  </a:lnTo>
                  <a:lnTo>
                    <a:pt x="7617" y="190847"/>
                  </a:lnTo>
                  <a:lnTo>
                    <a:pt x="8432" y="282861"/>
                  </a:lnTo>
                  <a:lnTo>
                    <a:pt x="9247" y="307367"/>
                  </a:lnTo>
                  <a:lnTo>
                    <a:pt x="10062" y="285734"/>
                  </a:lnTo>
                  <a:lnTo>
                    <a:pt x="10876" y="281646"/>
                  </a:lnTo>
                  <a:lnTo>
                    <a:pt x="11691" y="296839"/>
                  </a:lnTo>
                  <a:lnTo>
                    <a:pt x="12506" y="298545"/>
                  </a:lnTo>
                  <a:lnTo>
                    <a:pt x="13321" y="252179"/>
                  </a:lnTo>
                  <a:lnTo>
                    <a:pt x="14135" y="191503"/>
                  </a:lnTo>
                  <a:lnTo>
                    <a:pt x="14950" y="169050"/>
                  </a:lnTo>
                  <a:lnTo>
                    <a:pt x="15765" y="179083"/>
                  </a:lnTo>
                  <a:lnTo>
                    <a:pt x="16580" y="204755"/>
                  </a:lnTo>
                  <a:lnTo>
                    <a:pt x="17395" y="199799"/>
                  </a:lnTo>
                  <a:lnTo>
                    <a:pt x="18209" y="202302"/>
                  </a:lnTo>
                  <a:lnTo>
                    <a:pt x="19024" y="265864"/>
                  </a:lnTo>
                  <a:lnTo>
                    <a:pt x="19839" y="309948"/>
                  </a:lnTo>
                  <a:lnTo>
                    <a:pt x="20654" y="295095"/>
                  </a:lnTo>
                  <a:lnTo>
                    <a:pt x="21468" y="246148"/>
                  </a:lnTo>
                  <a:lnTo>
                    <a:pt x="22283" y="174691"/>
                  </a:lnTo>
                  <a:lnTo>
                    <a:pt x="23098" y="142108"/>
                  </a:lnTo>
                  <a:lnTo>
                    <a:pt x="23913" y="129417"/>
                  </a:lnTo>
                  <a:lnTo>
                    <a:pt x="24728" y="75677"/>
                  </a:lnTo>
                  <a:lnTo>
                    <a:pt x="25542" y="0"/>
                  </a:lnTo>
                  <a:lnTo>
                    <a:pt x="26357" y="27103"/>
                  </a:lnTo>
                  <a:lnTo>
                    <a:pt x="27172" y="208622"/>
                  </a:lnTo>
                  <a:lnTo>
                    <a:pt x="27987" y="280626"/>
                  </a:lnTo>
                  <a:lnTo>
                    <a:pt x="28801" y="284210"/>
                  </a:lnTo>
                  <a:lnTo>
                    <a:pt x="29616" y="337951"/>
                  </a:lnTo>
                  <a:lnTo>
                    <a:pt x="30126" y="43906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54617" y="3018066"/>
              <a:ext cx="10065" cy="244410"/>
            </a:xfrm>
            <a:custGeom>
              <a:avLst/>
              <a:pathLst>
                <a:path w="10065" h="244410">
                  <a:moveTo>
                    <a:pt x="0" y="244410"/>
                  </a:moveTo>
                  <a:lnTo>
                    <a:pt x="748" y="216295"/>
                  </a:lnTo>
                  <a:lnTo>
                    <a:pt x="1563" y="185680"/>
                  </a:lnTo>
                  <a:lnTo>
                    <a:pt x="2377" y="209228"/>
                  </a:lnTo>
                  <a:lnTo>
                    <a:pt x="3192" y="193419"/>
                  </a:lnTo>
                  <a:lnTo>
                    <a:pt x="4007" y="127240"/>
                  </a:lnTo>
                  <a:lnTo>
                    <a:pt x="4822" y="99775"/>
                  </a:lnTo>
                  <a:lnTo>
                    <a:pt x="5636" y="16934"/>
                  </a:lnTo>
                  <a:lnTo>
                    <a:pt x="6451" y="0"/>
                  </a:lnTo>
                  <a:lnTo>
                    <a:pt x="7266" y="25114"/>
                  </a:lnTo>
                  <a:lnTo>
                    <a:pt x="8081" y="76112"/>
                  </a:lnTo>
                  <a:lnTo>
                    <a:pt x="8896" y="144890"/>
                  </a:lnTo>
                  <a:lnTo>
                    <a:pt x="9710" y="193001"/>
                  </a:lnTo>
                  <a:lnTo>
                    <a:pt x="10065" y="24441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69326" y="3145621"/>
              <a:ext cx="5261" cy="116856"/>
            </a:xfrm>
            <a:custGeom>
              <a:avLst/>
              <a:pathLst>
                <a:path w="5261" h="116856">
                  <a:moveTo>
                    <a:pt x="0" y="116856"/>
                  </a:moveTo>
                  <a:lnTo>
                    <a:pt x="705" y="86294"/>
                  </a:lnTo>
                  <a:lnTo>
                    <a:pt x="1520" y="68541"/>
                  </a:lnTo>
                  <a:lnTo>
                    <a:pt x="2334" y="63425"/>
                  </a:lnTo>
                  <a:lnTo>
                    <a:pt x="3149" y="58831"/>
                  </a:lnTo>
                  <a:lnTo>
                    <a:pt x="3964" y="0"/>
                  </a:lnTo>
                  <a:lnTo>
                    <a:pt x="4779" y="52416"/>
                  </a:lnTo>
                  <a:lnTo>
                    <a:pt x="5261" y="11685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83961" y="3226327"/>
              <a:ext cx="1319" cy="36149"/>
            </a:xfrm>
            <a:custGeom>
              <a:avLst/>
              <a:pathLst>
                <a:path w="1319" h="36149">
                  <a:moveTo>
                    <a:pt x="0" y="36149"/>
                  </a:moveTo>
                  <a:lnTo>
                    <a:pt x="736" y="0"/>
                  </a:lnTo>
                  <a:lnTo>
                    <a:pt x="1319" y="3614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91246" y="3143807"/>
              <a:ext cx="4013" cy="118669"/>
            </a:xfrm>
            <a:custGeom>
              <a:avLst/>
              <a:pathLst>
                <a:path w="4013" h="118669">
                  <a:moveTo>
                    <a:pt x="0" y="118669"/>
                  </a:moveTo>
                  <a:lnTo>
                    <a:pt x="784" y="59936"/>
                  </a:lnTo>
                  <a:lnTo>
                    <a:pt x="1599" y="24432"/>
                  </a:lnTo>
                  <a:lnTo>
                    <a:pt x="2413" y="0"/>
                  </a:lnTo>
                  <a:lnTo>
                    <a:pt x="3228" y="52955"/>
                  </a:lnTo>
                  <a:lnTo>
                    <a:pt x="4013" y="11866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803931" y="3109526"/>
              <a:ext cx="13472" cy="152950"/>
            </a:xfrm>
            <a:custGeom>
              <a:avLst/>
              <a:pathLst>
                <a:path w="13472" h="152950">
                  <a:moveTo>
                    <a:pt x="0" y="152950"/>
                  </a:moveTo>
                  <a:lnTo>
                    <a:pt x="321" y="139304"/>
                  </a:lnTo>
                  <a:lnTo>
                    <a:pt x="1136" y="103411"/>
                  </a:lnTo>
                  <a:lnTo>
                    <a:pt x="1950" y="94220"/>
                  </a:lnTo>
                  <a:lnTo>
                    <a:pt x="2765" y="94220"/>
                  </a:lnTo>
                  <a:lnTo>
                    <a:pt x="3580" y="71722"/>
                  </a:lnTo>
                  <a:lnTo>
                    <a:pt x="4395" y="20269"/>
                  </a:lnTo>
                  <a:lnTo>
                    <a:pt x="5209" y="0"/>
                  </a:lnTo>
                  <a:lnTo>
                    <a:pt x="6024" y="1"/>
                  </a:lnTo>
                  <a:lnTo>
                    <a:pt x="6839" y="2"/>
                  </a:lnTo>
                  <a:lnTo>
                    <a:pt x="7654" y="2"/>
                  </a:lnTo>
                  <a:lnTo>
                    <a:pt x="8469" y="21309"/>
                  </a:lnTo>
                  <a:lnTo>
                    <a:pt x="9283" y="32531"/>
                  </a:lnTo>
                  <a:lnTo>
                    <a:pt x="10098" y="7372"/>
                  </a:lnTo>
                  <a:lnTo>
                    <a:pt x="10913" y="214"/>
                  </a:lnTo>
                  <a:lnTo>
                    <a:pt x="11728" y="27508"/>
                  </a:lnTo>
                  <a:lnTo>
                    <a:pt x="12542" y="102564"/>
                  </a:lnTo>
                  <a:lnTo>
                    <a:pt x="13357" y="147266"/>
                  </a:lnTo>
                  <a:lnTo>
                    <a:pt x="13472" y="15295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821115" y="3175041"/>
              <a:ext cx="4949" cy="87435"/>
            </a:xfrm>
            <a:custGeom>
              <a:avLst/>
              <a:pathLst>
                <a:path w="4949" h="87435">
                  <a:moveTo>
                    <a:pt x="0" y="87435"/>
                  </a:moveTo>
                  <a:lnTo>
                    <a:pt x="247" y="43454"/>
                  </a:lnTo>
                  <a:lnTo>
                    <a:pt x="1062" y="19536"/>
                  </a:lnTo>
                  <a:lnTo>
                    <a:pt x="1877" y="25137"/>
                  </a:lnTo>
                  <a:lnTo>
                    <a:pt x="2692" y="22430"/>
                  </a:lnTo>
                  <a:lnTo>
                    <a:pt x="3506" y="0"/>
                  </a:lnTo>
                  <a:lnTo>
                    <a:pt x="4321" y="43334"/>
                  </a:lnTo>
                  <a:lnTo>
                    <a:pt x="4949" y="8743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26414" y="3126614"/>
              <a:ext cx="5847" cy="135863"/>
            </a:xfrm>
            <a:custGeom>
              <a:avLst/>
              <a:pathLst>
                <a:path w="5847" h="135863">
                  <a:moveTo>
                    <a:pt x="0" y="135863"/>
                  </a:moveTo>
                  <a:lnTo>
                    <a:pt x="651" y="83195"/>
                  </a:lnTo>
                  <a:lnTo>
                    <a:pt x="1466" y="41848"/>
                  </a:lnTo>
                  <a:lnTo>
                    <a:pt x="2281" y="44486"/>
                  </a:lnTo>
                  <a:lnTo>
                    <a:pt x="3096" y="32649"/>
                  </a:lnTo>
                  <a:lnTo>
                    <a:pt x="3911" y="0"/>
                  </a:lnTo>
                  <a:lnTo>
                    <a:pt x="4725" y="48227"/>
                  </a:lnTo>
                  <a:lnTo>
                    <a:pt x="5540" y="114304"/>
                  </a:lnTo>
                  <a:lnTo>
                    <a:pt x="5847" y="13586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33620" y="3114785"/>
              <a:ext cx="11567" cy="147691"/>
            </a:xfrm>
            <a:custGeom>
              <a:avLst/>
              <a:pathLst>
                <a:path w="11567" h="147691">
                  <a:moveTo>
                    <a:pt x="0" y="147691"/>
                  </a:moveTo>
                  <a:lnTo>
                    <a:pt x="778" y="97916"/>
                  </a:lnTo>
                  <a:lnTo>
                    <a:pt x="1593" y="77223"/>
                  </a:lnTo>
                  <a:lnTo>
                    <a:pt x="2408" y="41330"/>
                  </a:lnTo>
                  <a:lnTo>
                    <a:pt x="3222" y="21485"/>
                  </a:lnTo>
                  <a:lnTo>
                    <a:pt x="4037" y="0"/>
                  </a:lnTo>
                  <a:lnTo>
                    <a:pt x="4852" y="40016"/>
                  </a:lnTo>
                  <a:lnTo>
                    <a:pt x="5667" y="115702"/>
                  </a:lnTo>
                  <a:lnTo>
                    <a:pt x="6482" y="141398"/>
                  </a:lnTo>
                  <a:lnTo>
                    <a:pt x="7296" y="92493"/>
                  </a:lnTo>
                  <a:lnTo>
                    <a:pt x="8111" y="87127"/>
                  </a:lnTo>
                  <a:lnTo>
                    <a:pt x="8926" y="114955"/>
                  </a:lnTo>
                  <a:lnTo>
                    <a:pt x="9741" y="105666"/>
                  </a:lnTo>
                  <a:lnTo>
                    <a:pt x="10555" y="99852"/>
                  </a:lnTo>
                  <a:lnTo>
                    <a:pt x="11370" y="126021"/>
                  </a:lnTo>
                  <a:lnTo>
                    <a:pt x="11567" y="14769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52761" y="2970909"/>
              <a:ext cx="12687" cy="291567"/>
            </a:xfrm>
            <a:custGeom>
              <a:avLst/>
              <a:pathLst>
                <a:path w="12687" h="291567">
                  <a:moveTo>
                    <a:pt x="0" y="291567"/>
                  </a:moveTo>
                  <a:lnTo>
                    <a:pt x="378" y="230992"/>
                  </a:lnTo>
                  <a:lnTo>
                    <a:pt x="1193" y="219592"/>
                  </a:lnTo>
                  <a:lnTo>
                    <a:pt x="2008" y="226645"/>
                  </a:lnTo>
                  <a:lnTo>
                    <a:pt x="2822" y="139981"/>
                  </a:lnTo>
                  <a:lnTo>
                    <a:pt x="3637" y="0"/>
                  </a:lnTo>
                  <a:lnTo>
                    <a:pt x="4452" y="59604"/>
                  </a:lnTo>
                  <a:lnTo>
                    <a:pt x="5267" y="203185"/>
                  </a:lnTo>
                  <a:lnTo>
                    <a:pt x="6081" y="209145"/>
                  </a:lnTo>
                  <a:lnTo>
                    <a:pt x="6896" y="195223"/>
                  </a:lnTo>
                  <a:lnTo>
                    <a:pt x="7711" y="226993"/>
                  </a:lnTo>
                  <a:lnTo>
                    <a:pt x="8526" y="260648"/>
                  </a:lnTo>
                  <a:lnTo>
                    <a:pt x="9341" y="205295"/>
                  </a:lnTo>
                  <a:lnTo>
                    <a:pt x="10155" y="193684"/>
                  </a:lnTo>
                  <a:lnTo>
                    <a:pt x="10970" y="227651"/>
                  </a:lnTo>
                  <a:lnTo>
                    <a:pt x="11785" y="259419"/>
                  </a:lnTo>
                  <a:lnTo>
                    <a:pt x="12600" y="286386"/>
                  </a:lnTo>
                  <a:lnTo>
                    <a:pt x="12687" y="29156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867508" y="2919366"/>
              <a:ext cx="10072" cy="343111"/>
            </a:xfrm>
            <a:custGeom>
              <a:avLst/>
              <a:pathLst>
                <a:path w="10072" h="343111">
                  <a:moveTo>
                    <a:pt x="0" y="343111"/>
                  </a:moveTo>
                  <a:lnTo>
                    <a:pt x="297" y="325444"/>
                  </a:lnTo>
                  <a:lnTo>
                    <a:pt x="1111" y="271946"/>
                  </a:lnTo>
                  <a:lnTo>
                    <a:pt x="1926" y="158935"/>
                  </a:lnTo>
                  <a:lnTo>
                    <a:pt x="2741" y="70445"/>
                  </a:lnTo>
                  <a:lnTo>
                    <a:pt x="3556" y="30007"/>
                  </a:lnTo>
                  <a:lnTo>
                    <a:pt x="4371" y="28161"/>
                  </a:lnTo>
                  <a:lnTo>
                    <a:pt x="5185" y="0"/>
                  </a:lnTo>
                  <a:lnTo>
                    <a:pt x="6000" y="16930"/>
                  </a:lnTo>
                  <a:lnTo>
                    <a:pt x="6815" y="98173"/>
                  </a:lnTo>
                  <a:lnTo>
                    <a:pt x="7630" y="174954"/>
                  </a:lnTo>
                  <a:lnTo>
                    <a:pt x="8444" y="218478"/>
                  </a:lnTo>
                  <a:lnTo>
                    <a:pt x="9259" y="283593"/>
                  </a:lnTo>
                  <a:lnTo>
                    <a:pt x="10072" y="34311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882364" y="2879474"/>
              <a:ext cx="12687" cy="383002"/>
            </a:xfrm>
            <a:custGeom>
              <a:avLst/>
              <a:pathLst>
                <a:path w="12687" h="383002">
                  <a:moveTo>
                    <a:pt x="0" y="383002"/>
                  </a:moveTo>
                  <a:lnTo>
                    <a:pt x="107" y="368394"/>
                  </a:lnTo>
                  <a:lnTo>
                    <a:pt x="921" y="269681"/>
                  </a:lnTo>
                  <a:lnTo>
                    <a:pt x="1736" y="203262"/>
                  </a:lnTo>
                  <a:lnTo>
                    <a:pt x="2551" y="157341"/>
                  </a:lnTo>
                  <a:lnTo>
                    <a:pt x="3366" y="117679"/>
                  </a:lnTo>
                  <a:lnTo>
                    <a:pt x="4181" y="65632"/>
                  </a:lnTo>
                  <a:lnTo>
                    <a:pt x="4995" y="153037"/>
                  </a:lnTo>
                  <a:lnTo>
                    <a:pt x="5810" y="170606"/>
                  </a:lnTo>
                  <a:lnTo>
                    <a:pt x="6625" y="125001"/>
                  </a:lnTo>
                  <a:lnTo>
                    <a:pt x="7440" y="53837"/>
                  </a:lnTo>
                  <a:lnTo>
                    <a:pt x="8254" y="0"/>
                  </a:lnTo>
                  <a:lnTo>
                    <a:pt x="9069" y="39368"/>
                  </a:lnTo>
                  <a:lnTo>
                    <a:pt x="9884" y="58693"/>
                  </a:lnTo>
                  <a:lnTo>
                    <a:pt x="10699" y="173844"/>
                  </a:lnTo>
                  <a:lnTo>
                    <a:pt x="11514" y="250114"/>
                  </a:lnTo>
                  <a:lnTo>
                    <a:pt x="12328" y="327277"/>
                  </a:lnTo>
                  <a:lnTo>
                    <a:pt x="12687" y="38300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01125" y="2875954"/>
              <a:ext cx="26001" cy="386522"/>
            </a:xfrm>
            <a:custGeom>
              <a:avLst/>
              <a:pathLst>
                <a:path w="26001" h="386522">
                  <a:moveTo>
                    <a:pt x="0" y="386522"/>
                  </a:moveTo>
                  <a:lnTo>
                    <a:pt x="85" y="378087"/>
                  </a:lnTo>
                  <a:lnTo>
                    <a:pt x="900" y="251176"/>
                  </a:lnTo>
                  <a:lnTo>
                    <a:pt x="1715" y="115507"/>
                  </a:lnTo>
                  <a:lnTo>
                    <a:pt x="2529" y="117162"/>
                  </a:lnTo>
                  <a:lnTo>
                    <a:pt x="3344" y="99628"/>
                  </a:lnTo>
                  <a:lnTo>
                    <a:pt x="4159" y="47273"/>
                  </a:lnTo>
                  <a:lnTo>
                    <a:pt x="4974" y="0"/>
                  </a:lnTo>
                  <a:lnTo>
                    <a:pt x="5789" y="34429"/>
                  </a:lnTo>
                  <a:lnTo>
                    <a:pt x="6603" y="126734"/>
                  </a:lnTo>
                  <a:lnTo>
                    <a:pt x="7418" y="63604"/>
                  </a:lnTo>
                  <a:lnTo>
                    <a:pt x="8233" y="26977"/>
                  </a:lnTo>
                  <a:lnTo>
                    <a:pt x="9048" y="26984"/>
                  </a:lnTo>
                  <a:lnTo>
                    <a:pt x="9863" y="39215"/>
                  </a:lnTo>
                  <a:lnTo>
                    <a:pt x="10677" y="87717"/>
                  </a:lnTo>
                  <a:lnTo>
                    <a:pt x="11492" y="96142"/>
                  </a:lnTo>
                  <a:lnTo>
                    <a:pt x="12307" y="138616"/>
                  </a:lnTo>
                  <a:lnTo>
                    <a:pt x="13122" y="204567"/>
                  </a:lnTo>
                  <a:lnTo>
                    <a:pt x="13936" y="247809"/>
                  </a:lnTo>
                  <a:lnTo>
                    <a:pt x="14751" y="301023"/>
                  </a:lnTo>
                  <a:lnTo>
                    <a:pt x="15566" y="313725"/>
                  </a:lnTo>
                  <a:lnTo>
                    <a:pt x="16381" y="313080"/>
                  </a:lnTo>
                  <a:lnTo>
                    <a:pt x="17196" y="299532"/>
                  </a:lnTo>
                  <a:lnTo>
                    <a:pt x="18010" y="287741"/>
                  </a:lnTo>
                  <a:lnTo>
                    <a:pt x="18825" y="307413"/>
                  </a:lnTo>
                  <a:lnTo>
                    <a:pt x="19640" y="312342"/>
                  </a:lnTo>
                  <a:lnTo>
                    <a:pt x="20455" y="259745"/>
                  </a:lnTo>
                  <a:lnTo>
                    <a:pt x="21269" y="231639"/>
                  </a:lnTo>
                  <a:lnTo>
                    <a:pt x="22084" y="244720"/>
                  </a:lnTo>
                  <a:lnTo>
                    <a:pt x="22899" y="257071"/>
                  </a:lnTo>
                  <a:lnTo>
                    <a:pt x="23714" y="247348"/>
                  </a:lnTo>
                  <a:lnTo>
                    <a:pt x="24529" y="256600"/>
                  </a:lnTo>
                  <a:lnTo>
                    <a:pt x="25343" y="333195"/>
                  </a:lnTo>
                  <a:lnTo>
                    <a:pt x="26001" y="38652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927519" y="2974866"/>
              <a:ext cx="7367" cy="287611"/>
            </a:xfrm>
            <a:custGeom>
              <a:avLst/>
              <a:pathLst>
                <a:path w="7367" h="287611">
                  <a:moveTo>
                    <a:pt x="0" y="287611"/>
                  </a:moveTo>
                  <a:lnTo>
                    <a:pt x="579" y="256292"/>
                  </a:lnTo>
                  <a:lnTo>
                    <a:pt x="1394" y="178583"/>
                  </a:lnTo>
                  <a:lnTo>
                    <a:pt x="2209" y="127366"/>
                  </a:lnTo>
                  <a:lnTo>
                    <a:pt x="3023" y="86158"/>
                  </a:lnTo>
                  <a:lnTo>
                    <a:pt x="3838" y="18650"/>
                  </a:lnTo>
                  <a:lnTo>
                    <a:pt x="4653" y="0"/>
                  </a:lnTo>
                  <a:lnTo>
                    <a:pt x="5468" y="87066"/>
                  </a:lnTo>
                  <a:lnTo>
                    <a:pt x="6282" y="193041"/>
                  </a:lnTo>
                  <a:lnTo>
                    <a:pt x="7097" y="273941"/>
                  </a:lnTo>
                  <a:lnTo>
                    <a:pt x="7367" y="28761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937913" y="3173830"/>
              <a:ext cx="9949" cy="88646"/>
            </a:xfrm>
            <a:custGeom>
              <a:avLst/>
              <a:pathLst>
                <a:path w="9949" h="88646">
                  <a:moveTo>
                    <a:pt x="0" y="88646"/>
                  </a:moveTo>
                  <a:lnTo>
                    <a:pt x="777" y="49875"/>
                  </a:lnTo>
                  <a:lnTo>
                    <a:pt x="1592" y="29916"/>
                  </a:lnTo>
                  <a:lnTo>
                    <a:pt x="2407" y="29916"/>
                  </a:lnTo>
                  <a:lnTo>
                    <a:pt x="3222" y="29916"/>
                  </a:lnTo>
                  <a:lnTo>
                    <a:pt x="4036" y="53478"/>
                  </a:lnTo>
                  <a:lnTo>
                    <a:pt x="4851" y="40230"/>
                  </a:lnTo>
                  <a:lnTo>
                    <a:pt x="5666" y="0"/>
                  </a:lnTo>
                  <a:lnTo>
                    <a:pt x="6481" y="6946"/>
                  </a:lnTo>
                  <a:lnTo>
                    <a:pt x="7295" y="42840"/>
                  </a:lnTo>
                  <a:lnTo>
                    <a:pt x="8110" y="58430"/>
                  </a:lnTo>
                  <a:lnTo>
                    <a:pt x="8925" y="55712"/>
                  </a:lnTo>
                  <a:lnTo>
                    <a:pt x="9740" y="62461"/>
                  </a:lnTo>
                  <a:lnTo>
                    <a:pt x="9949" y="8864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953188" y="3007819"/>
              <a:ext cx="6386" cy="254658"/>
            </a:xfrm>
            <a:custGeom>
              <a:avLst/>
              <a:pathLst>
                <a:path w="6386" h="254658">
                  <a:moveTo>
                    <a:pt x="0" y="254658"/>
                  </a:moveTo>
                  <a:lnTo>
                    <a:pt x="168" y="225662"/>
                  </a:lnTo>
                  <a:lnTo>
                    <a:pt x="983" y="36281"/>
                  </a:lnTo>
                  <a:lnTo>
                    <a:pt x="1798" y="0"/>
                  </a:lnTo>
                  <a:lnTo>
                    <a:pt x="2613" y="20065"/>
                  </a:lnTo>
                  <a:lnTo>
                    <a:pt x="3427" y="24721"/>
                  </a:lnTo>
                  <a:lnTo>
                    <a:pt x="4242" y="32179"/>
                  </a:lnTo>
                  <a:lnTo>
                    <a:pt x="5057" y="110313"/>
                  </a:lnTo>
                  <a:lnTo>
                    <a:pt x="5872" y="220362"/>
                  </a:lnTo>
                  <a:lnTo>
                    <a:pt x="6386" y="25465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964908" y="3093793"/>
              <a:ext cx="12314" cy="168683"/>
            </a:xfrm>
            <a:custGeom>
              <a:avLst/>
              <a:pathLst>
                <a:path w="12314" h="168683">
                  <a:moveTo>
                    <a:pt x="0" y="168683"/>
                  </a:moveTo>
                  <a:lnTo>
                    <a:pt x="670" y="100237"/>
                  </a:lnTo>
                  <a:lnTo>
                    <a:pt x="1485" y="47416"/>
                  </a:lnTo>
                  <a:lnTo>
                    <a:pt x="2300" y="13212"/>
                  </a:lnTo>
                  <a:lnTo>
                    <a:pt x="3114" y="0"/>
                  </a:lnTo>
                  <a:lnTo>
                    <a:pt x="3929" y="25115"/>
                  </a:lnTo>
                  <a:lnTo>
                    <a:pt x="4744" y="91176"/>
                  </a:lnTo>
                  <a:lnTo>
                    <a:pt x="5559" y="109953"/>
                  </a:lnTo>
                  <a:lnTo>
                    <a:pt x="6374" y="109953"/>
                  </a:lnTo>
                  <a:lnTo>
                    <a:pt x="7188" y="109953"/>
                  </a:lnTo>
                  <a:lnTo>
                    <a:pt x="8003" y="109953"/>
                  </a:lnTo>
                  <a:lnTo>
                    <a:pt x="8818" y="109953"/>
                  </a:lnTo>
                  <a:lnTo>
                    <a:pt x="9633" y="98157"/>
                  </a:lnTo>
                  <a:lnTo>
                    <a:pt x="10447" y="87177"/>
                  </a:lnTo>
                  <a:lnTo>
                    <a:pt x="11262" y="75884"/>
                  </a:lnTo>
                  <a:lnTo>
                    <a:pt x="12077" y="136692"/>
                  </a:lnTo>
                  <a:lnTo>
                    <a:pt x="12314" y="16868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983031" y="3242348"/>
              <a:ext cx="751" cy="20128"/>
            </a:xfrm>
            <a:custGeom>
              <a:avLst/>
              <a:pathLst>
                <a:path w="751" h="20128">
                  <a:moveTo>
                    <a:pt x="0" y="20128"/>
                  </a:moveTo>
                  <a:lnTo>
                    <a:pt x="472" y="0"/>
                  </a:lnTo>
                  <a:lnTo>
                    <a:pt x="751" y="2012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992190" y="3164298"/>
              <a:ext cx="5988" cy="98178"/>
            </a:xfrm>
            <a:custGeom>
              <a:avLst/>
              <a:pathLst>
                <a:path w="5988" h="98178">
                  <a:moveTo>
                    <a:pt x="0" y="98178"/>
                  </a:moveTo>
                  <a:lnTo>
                    <a:pt x="276" y="73844"/>
                  </a:lnTo>
                  <a:lnTo>
                    <a:pt x="1090" y="55654"/>
                  </a:lnTo>
                  <a:lnTo>
                    <a:pt x="1905" y="55655"/>
                  </a:lnTo>
                  <a:lnTo>
                    <a:pt x="2720" y="17545"/>
                  </a:lnTo>
                  <a:lnTo>
                    <a:pt x="3535" y="0"/>
                  </a:lnTo>
                  <a:lnTo>
                    <a:pt x="4349" y="30819"/>
                  </a:lnTo>
                  <a:lnTo>
                    <a:pt x="5164" y="70385"/>
                  </a:lnTo>
                  <a:lnTo>
                    <a:pt x="5979" y="97920"/>
                  </a:lnTo>
                  <a:lnTo>
                    <a:pt x="5988" y="9817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002255" y="2928432"/>
              <a:ext cx="25624" cy="334044"/>
            </a:xfrm>
            <a:custGeom>
              <a:avLst/>
              <a:pathLst>
                <a:path w="25624" h="334044">
                  <a:moveTo>
                    <a:pt x="0" y="334044"/>
                  </a:moveTo>
                  <a:lnTo>
                    <a:pt x="803" y="247323"/>
                  </a:lnTo>
                  <a:lnTo>
                    <a:pt x="1618" y="201226"/>
                  </a:lnTo>
                  <a:lnTo>
                    <a:pt x="2433" y="104570"/>
                  </a:lnTo>
                  <a:lnTo>
                    <a:pt x="3248" y="33588"/>
                  </a:lnTo>
                  <a:lnTo>
                    <a:pt x="4062" y="0"/>
                  </a:lnTo>
                  <a:lnTo>
                    <a:pt x="4877" y="10222"/>
                  </a:lnTo>
                  <a:lnTo>
                    <a:pt x="5692" y="52725"/>
                  </a:lnTo>
                  <a:lnTo>
                    <a:pt x="6507" y="34981"/>
                  </a:lnTo>
                  <a:lnTo>
                    <a:pt x="7321" y="116527"/>
                  </a:lnTo>
                  <a:lnTo>
                    <a:pt x="8136" y="191399"/>
                  </a:lnTo>
                  <a:lnTo>
                    <a:pt x="8951" y="224988"/>
                  </a:lnTo>
                  <a:lnTo>
                    <a:pt x="9766" y="238632"/>
                  </a:lnTo>
                  <a:lnTo>
                    <a:pt x="10581" y="256507"/>
                  </a:lnTo>
                  <a:lnTo>
                    <a:pt x="11395" y="295809"/>
                  </a:lnTo>
                  <a:lnTo>
                    <a:pt x="12210" y="279203"/>
                  </a:lnTo>
                  <a:lnTo>
                    <a:pt x="13025" y="256244"/>
                  </a:lnTo>
                  <a:lnTo>
                    <a:pt x="13840" y="239237"/>
                  </a:lnTo>
                  <a:lnTo>
                    <a:pt x="14654" y="282082"/>
                  </a:lnTo>
                  <a:lnTo>
                    <a:pt x="15469" y="287894"/>
                  </a:lnTo>
                  <a:lnTo>
                    <a:pt x="16284" y="287895"/>
                  </a:lnTo>
                  <a:lnTo>
                    <a:pt x="17099" y="287895"/>
                  </a:lnTo>
                  <a:lnTo>
                    <a:pt x="17914" y="306964"/>
                  </a:lnTo>
                  <a:lnTo>
                    <a:pt x="18728" y="308249"/>
                  </a:lnTo>
                  <a:lnTo>
                    <a:pt x="19543" y="201612"/>
                  </a:lnTo>
                  <a:lnTo>
                    <a:pt x="20358" y="95113"/>
                  </a:lnTo>
                  <a:lnTo>
                    <a:pt x="21173" y="47959"/>
                  </a:lnTo>
                  <a:lnTo>
                    <a:pt x="21988" y="52275"/>
                  </a:lnTo>
                  <a:lnTo>
                    <a:pt x="22802" y="43756"/>
                  </a:lnTo>
                  <a:lnTo>
                    <a:pt x="23617" y="95374"/>
                  </a:lnTo>
                  <a:lnTo>
                    <a:pt x="24432" y="172819"/>
                  </a:lnTo>
                  <a:lnTo>
                    <a:pt x="25247" y="273507"/>
                  </a:lnTo>
                  <a:lnTo>
                    <a:pt x="25624" y="33404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030967" y="3105460"/>
              <a:ext cx="6031" cy="157016"/>
            </a:xfrm>
            <a:custGeom>
              <a:avLst/>
              <a:pathLst>
                <a:path w="6031" h="157016">
                  <a:moveTo>
                    <a:pt x="0" y="157016"/>
                  </a:moveTo>
                  <a:lnTo>
                    <a:pt x="608" y="126976"/>
                  </a:lnTo>
                  <a:lnTo>
                    <a:pt x="1423" y="110133"/>
                  </a:lnTo>
                  <a:lnTo>
                    <a:pt x="2238" y="37889"/>
                  </a:lnTo>
                  <a:lnTo>
                    <a:pt x="3052" y="0"/>
                  </a:lnTo>
                  <a:lnTo>
                    <a:pt x="3867" y="54523"/>
                  </a:lnTo>
                  <a:lnTo>
                    <a:pt x="4682" y="117829"/>
                  </a:lnTo>
                  <a:lnTo>
                    <a:pt x="5497" y="145966"/>
                  </a:lnTo>
                  <a:lnTo>
                    <a:pt x="6031" y="15701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048486" y="3096524"/>
              <a:ext cx="10371" cy="165953"/>
            </a:xfrm>
            <a:custGeom>
              <a:avLst/>
              <a:pathLst>
                <a:path w="10371" h="165953">
                  <a:moveTo>
                    <a:pt x="0" y="165953"/>
                  </a:moveTo>
                  <a:lnTo>
                    <a:pt x="199" y="150584"/>
                  </a:lnTo>
                  <a:lnTo>
                    <a:pt x="1014" y="93869"/>
                  </a:lnTo>
                  <a:lnTo>
                    <a:pt x="1829" y="70366"/>
                  </a:lnTo>
                  <a:lnTo>
                    <a:pt x="2644" y="104791"/>
                  </a:lnTo>
                  <a:lnTo>
                    <a:pt x="3458" y="126318"/>
                  </a:lnTo>
                  <a:lnTo>
                    <a:pt x="4273" y="91013"/>
                  </a:lnTo>
                  <a:lnTo>
                    <a:pt x="5088" y="49476"/>
                  </a:lnTo>
                  <a:lnTo>
                    <a:pt x="5903" y="53236"/>
                  </a:lnTo>
                  <a:lnTo>
                    <a:pt x="6717" y="67106"/>
                  </a:lnTo>
                  <a:lnTo>
                    <a:pt x="7532" y="15793"/>
                  </a:lnTo>
                  <a:lnTo>
                    <a:pt x="8347" y="0"/>
                  </a:lnTo>
                  <a:lnTo>
                    <a:pt x="9162" y="37927"/>
                  </a:lnTo>
                  <a:lnTo>
                    <a:pt x="9977" y="130322"/>
                  </a:lnTo>
                  <a:lnTo>
                    <a:pt x="10371" y="16595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062850" y="3039816"/>
              <a:ext cx="12723" cy="222660"/>
            </a:xfrm>
            <a:custGeom>
              <a:avLst/>
              <a:pathLst>
                <a:path w="12723" h="222660">
                  <a:moveTo>
                    <a:pt x="0" y="222660"/>
                  </a:moveTo>
                  <a:lnTo>
                    <a:pt x="502" y="166265"/>
                  </a:lnTo>
                  <a:lnTo>
                    <a:pt x="1316" y="105470"/>
                  </a:lnTo>
                  <a:lnTo>
                    <a:pt x="2131" y="70207"/>
                  </a:lnTo>
                  <a:lnTo>
                    <a:pt x="2946" y="59546"/>
                  </a:lnTo>
                  <a:lnTo>
                    <a:pt x="3761" y="27388"/>
                  </a:lnTo>
                  <a:lnTo>
                    <a:pt x="4576" y="8520"/>
                  </a:lnTo>
                  <a:lnTo>
                    <a:pt x="5390" y="53108"/>
                  </a:lnTo>
                  <a:lnTo>
                    <a:pt x="6205" y="53426"/>
                  </a:lnTo>
                  <a:lnTo>
                    <a:pt x="7020" y="41854"/>
                  </a:lnTo>
                  <a:lnTo>
                    <a:pt x="7835" y="0"/>
                  </a:lnTo>
                  <a:lnTo>
                    <a:pt x="8649" y="43296"/>
                  </a:lnTo>
                  <a:lnTo>
                    <a:pt x="9464" y="67133"/>
                  </a:lnTo>
                  <a:lnTo>
                    <a:pt x="10279" y="67134"/>
                  </a:lnTo>
                  <a:lnTo>
                    <a:pt x="11094" y="107673"/>
                  </a:lnTo>
                  <a:lnTo>
                    <a:pt x="11909" y="179092"/>
                  </a:lnTo>
                  <a:lnTo>
                    <a:pt x="12723" y="22266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1078019" y="3012258"/>
              <a:ext cx="25645" cy="250218"/>
            </a:xfrm>
            <a:custGeom>
              <a:avLst/>
              <a:pathLst>
                <a:path w="25645" h="250218">
                  <a:moveTo>
                    <a:pt x="0" y="250218"/>
                  </a:moveTo>
                  <a:lnTo>
                    <a:pt x="813" y="240162"/>
                  </a:lnTo>
                  <a:lnTo>
                    <a:pt x="1628" y="213565"/>
                  </a:lnTo>
                  <a:lnTo>
                    <a:pt x="2443" y="185290"/>
                  </a:lnTo>
                  <a:lnTo>
                    <a:pt x="3258" y="102034"/>
                  </a:lnTo>
                  <a:lnTo>
                    <a:pt x="4073" y="72981"/>
                  </a:lnTo>
                  <a:lnTo>
                    <a:pt x="4887" y="56630"/>
                  </a:lnTo>
                  <a:lnTo>
                    <a:pt x="5702" y="56632"/>
                  </a:lnTo>
                  <a:lnTo>
                    <a:pt x="6517" y="47335"/>
                  </a:lnTo>
                  <a:lnTo>
                    <a:pt x="7332" y="0"/>
                  </a:lnTo>
                  <a:lnTo>
                    <a:pt x="8146" y="15557"/>
                  </a:lnTo>
                  <a:lnTo>
                    <a:pt x="8961" y="12254"/>
                  </a:lnTo>
                  <a:lnTo>
                    <a:pt x="9776" y="12429"/>
                  </a:lnTo>
                  <a:lnTo>
                    <a:pt x="10591" y="12432"/>
                  </a:lnTo>
                  <a:lnTo>
                    <a:pt x="11406" y="12433"/>
                  </a:lnTo>
                  <a:lnTo>
                    <a:pt x="12220" y="75264"/>
                  </a:lnTo>
                  <a:lnTo>
                    <a:pt x="13035" y="142959"/>
                  </a:lnTo>
                  <a:lnTo>
                    <a:pt x="13850" y="175311"/>
                  </a:lnTo>
                  <a:lnTo>
                    <a:pt x="14665" y="194042"/>
                  </a:lnTo>
                  <a:lnTo>
                    <a:pt x="15479" y="173996"/>
                  </a:lnTo>
                  <a:lnTo>
                    <a:pt x="16294" y="158274"/>
                  </a:lnTo>
                  <a:lnTo>
                    <a:pt x="17109" y="162650"/>
                  </a:lnTo>
                  <a:lnTo>
                    <a:pt x="17924" y="153006"/>
                  </a:lnTo>
                  <a:lnTo>
                    <a:pt x="18739" y="116296"/>
                  </a:lnTo>
                  <a:lnTo>
                    <a:pt x="19553" y="52592"/>
                  </a:lnTo>
                  <a:lnTo>
                    <a:pt x="20368" y="51348"/>
                  </a:lnTo>
                  <a:lnTo>
                    <a:pt x="21183" y="67070"/>
                  </a:lnTo>
                  <a:lnTo>
                    <a:pt x="21998" y="62694"/>
                  </a:lnTo>
                  <a:lnTo>
                    <a:pt x="22812" y="72339"/>
                  </a:lnTo>
                  <a:lnTo>
                    <a:pt x="23627" y="109048"/>
                  </a:lnTo>
                  <a:lnTo>
                    <a:pt x="24442" y="172799"/>
                  </a:lnTo>
                  <a:lnTo>
                    <a:pt x="25257" y="228804"/>
                  </a:lnTo>
                  <a:lnTo>
                    <a:pt x="25645" y="25021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115110" y="3203747"/>
              <a:ext cx="10920" cy="58729"/>
            </a:xfrm>
            <a:custGeom>
              <a:avLst/>
              <a:pathLst>
                <a:path w="10920" h="58729">
                  <a:moveTo>
                    <a:pt x="0" y="58729"/>
                  </a:moveTo>
                  <a:lnTo>
                    <a:pt x="388" y="56062"/>
                  </a:lnTo>
                  <a:lnTo>
                    <a:pt x="1202" y="42294"/>
                  </a:lnTo>
                  <a:lnTo>
                    <a:pt x="2017" y="6400"/>
                  </a:lnTo>
                  <a:lnTo>
                    <a:pt x="2832" y="0"/>
                  </a:lnTo>
                  <a:lnTo>
                    <a:pt x="3647" y="0"/>
                  </a:lnTo>
                  <a:lnTo>
                    <a:pt x="4461" y="2811"/>
                  </a:lnTo>
                  <a:lnTo>
                    <a:pt x="5276" y="38115"/>
                  </a:lnTo>
                  <a:lnTo>
                    <a:pt x="6091" y="58281"/>
                  </a:lnTo>
                  <a:lnTo>
                    <a:pt x="6906" y="58281"/>
                  </a:lnTo>
                  <a:lnTo>
                    <a:pt x="7721" y="58283"/>
                  </a:lnTo>
                  <a:lnTo>
                    <a:pt x="8535" y="58285"/>
                  </a:lnTo>
                  <a:lnTo>
                    <a:pt x="9350" y="55474"/>
                  </a:lnTo>
                  <a:lnTo>
                    <a:pt x="10165" y="23169"/>
                  </a:lnTo>
                  <a:lnTo>
                    <a:pt x="10920" y="5872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128005" y="3247538"/>
              <a:ext cx="702" cy="14938"/>
            </a:xfrm>
            <a:custGeom>
              <a:avLst/>
              <a:pathLst>
                <a:path w="702" h="14938">
                  <a:moveTo>
                    <a:pt x="0" y="14938"/>
                  </a:moveTo>
                  <a:lnTo>
                    <a:pt x="529" y="0"/>
                  </a:lnTo>
                  <a:lnTo>
                    <a:pt x="702" y="1493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134127" y="2958569"/>
              <a:ext cx="6759" cy="303907"/>
            </a:xfrm>
            <a:custGeom>
              <a:avLst/>
              <a:pathLst>
                <a:path w="6759" h="303907">
                  <a:moveTo>
                    <a:pt x="0" y="303907"/>
                  </a:moveTo>
                  <a:lnTo>
                    <a:pt x="110" y="288343"/>
                  </a:lnTo>
                  <a:lnTo>
                    <a:pt x="925" y="117658"/>
                  </a:lnTo>
                  <a:lnTo>
                    <a:pt x="1740" y="101666"/>
                  </a:lnTo>
                  <a:lnTo>
                    <a:pt x="2555" y="59850"/>
                  </a:lnTo>
                  <a:lnTo>
                    <a:pt x="3369" y="0"/>
                  </a:lnTo>
                  <a:lnTo>
                    <a:pt x="4184" y="38253"/>
                  </a:lnTo>
                  <a:lnTo>
                    <a:pt x="4999" y="135416"/>
                  </a:lnTo>
                  <a:lnTo>
                    <a:pt x="5814" y="257934"/>
                  </a:lnTo>
                  <a:lnTo>
                    <a:pt x="6628" y="297206"/>
                  </a:lnTo>
                  <a:lnTo>
                    <a:pt x="6759" y="30390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1145057" y="2799525"/>
              <a:ext cx="45764" cy="462951"/>
            </a:xfrm>
            <a:custGeom>
              <a:avLst/>
              <a:pathLst>
                <a:path w="45764" h="462951">
                  <a:moveTo>
                    <a:pt x="0" y="462951"/>
                  </a:moveTo>
                  <a:lnTo>
                    <a:pt x="588" y="391382"/>
                  </a:lnTo>
                  <a:lnTo>
                    <a:pt x="1402" y="307858"/>
                  </a:lnTo>
                  <a:lnTo>
                    <a:pt x="2217" y="250939"/>
                  </a:lnTo>
                  <a:lnTo>
                    <a:pt x="3032" y="209832"/>
                  </a:lnTo>
                  <a:lnTo>
                    <a:pt x="3847" y="170538"/>
                  </a:lnTo>
                  <a:lnTo>
                    <a:pt x="4661" y="235197"/>
                  </a:lnTo>
                  <a:lnTo>
                    <a:pt x="5476" y="266183"/>
                  </a:lnTo>
                  <a:lnTo>
                    <a:pt x="6291" y="348048"/>
                  </a:lnTo>
                  <a:lnTo>
                    <a:pt x="7106" y="335804"/>
                  </a:lnTo>
                  <a:lnTo>
                    <a:pt x="7921" y="265766"/>
                  </a:lnTo>
                  <a:lnTo>
                    <a:pt x="8735" y="152719"/>
                  </a:lnTo>
                  <a:lnTo>
                    <a:pt x="9550" y="155755"/>
                  </a:lnTo>
                  <a:lnTo>
                    <a:pt x="10365" y="241565"/>
                  </a:lnTo>
                  <a:lnTo>
                    <a:pt x="11180" y="296952"/>
                  </a:lnTo>
                  <a:lnTo>
                    <a:pt x="11995" y="352178"/>
                  </a:lnTo>
                  <a:lnTo>
                    <a:pt x="12809" y="329963"/>
                  </a:lnTo>
                  <a:lnTo>
                    <a:pt x="13624" y="395239"/>
                  </a:lnTo>
                  <a:lnTo>
                    <a:pt x="14439" y="422978"/>
                  </a:lnTo>
                  <a:lnTo>
                    <a:pt x="15254" y="378586"/>
                  </a:lnTo>
                  <a:lnTo>
                    <a:pt x="16068" y="324858"/>
                  </a:lnTo>
                  <a:lnTo>
                    <a:pt x="16883" y="321982"/>
                  </a:lnTo>
                  <a:lnTo>
                    <a:pt x="17698" y="370583"/>
                  </a:lnTo>
                  <a:lnTo>
                    <a:pt x="18513" y="324466"/>
                  </a:lnTo>
                  <a:lnTo>
                    <a:pt x="19328" y="217599"/>
                  </a:lnTo>
                  <a:lnTo>
                    <a:pt x="20142" y="191843"/>
                  </a:lnTo>
                  <a:lnTo>
                    <a:pt x="20957" y="223914"/>
                  </a:lnTo>
                  <a:lnTo>
                    <a:pt x="21772" y="124513"/>
                  </a:lnTo>
                  <a:lnTo>
                    <a:pt x="22587" y="16471"/>
                  </a:lnTo>
                  <a:lnTo>
                    <a:pt x="23401" y="67367"/>
                  </a:lnTo>
                  <a:lnTo>
                    <a:pt x="24216" y="161055"/>
                  </a:lnTo>
                  <a:lnTo>
                    <a:pt x="25031" y="89257"/>
                  </a:lnTo>
                  <a:lnTo>
                    <a:pt x="25846" y="0"/>
                  </a:lnTo>
                  <a:lnTo>
                    <a:pt x="26661" y="91273"/>
                  </a:lnTo>
                  <a:lnTo>
                    <a:pt x="27475" y="196383"/>
                  </a:lnTo>
                  <a:lnTo>
                    <a:pt x="28290" y="177734"/>
                  </a:lnTo>
                  <a:lnTo>
                    <a:pt x="29105" y="149290"/>
                  </a:lnTo>
                  <a:lnTo>
                    <a:pt x="29920" y="194849"/>
                  </a:lnTo>
                  <a:lnTo>
                    <a:pt x="30734" y="310203"/>
                  </a:lnTo>
                  <a:lnTo>
                    <a:pt x="31549" y="371211"/>
                  </a:lnTo>
                  <a:lnTo>
                    <a:pt x="32364" y="336666"/>
                  </a:lnTo>
                  <a:lnTo>
                    <a:pt x="33179" y="318717"/>
                  </a:lnTo>
                  <a:lnTo>
                    <a:pt x="33994" y="310190"/>
                  </a:lnTo>
                  <a:lnTo>
                    <a:pt x="34808" y="299781"/>
                  </a:lnTo>
                  <a:lnTo>
                    <a:pt x="35623" y="176944"/>
                  </a:lnTo>
                  <a:lnTo>
                    <a:pt x="36438" y="95418"/>
                  </a:lnTo>
                  <a:lnTo>
                    <a:pt x="37253" y="138184"/>
                  </a:lnTo>
                  <a:lnTo>
                    <a:pt x="38067" y="201567"/>
                  </a:lnTo>
                  <a:lnTo>
                    <a:pt x="38882" y="238791"/>
                  </a:lnTo>
                  <a:lnTo>
                    <a:pt x="39697" y="289387"/>
                  </a:lnTo>
                  <a:lnTo>
                    <a:pt x="40512" y="379616"/>
                  </a:lnTo>
                  <a:lnTo>
                    <a:pt x="41327" y="354631"/>
                  </a:lnTo>
                  <a:lnTo>
                    <a:pt x="42141" y="314813"/>
                  </a:lnTo>
                  <a:lnTo>
                    <a:pt x="42956" y="339624"/>
                  </a:lnTo>
                  <a:lnTo>
                    <a:pt x="43771" y="386086"/>
                  </a:lnTo>
                  <a:lnTo>
                    <a:pt x="44586" y="440950"/>
                  </a:lnTo>
                  <a:lnTo>
                    <a:pt x="45400" y="442627"/>
                  </a:lnTo>
                  <a:lnTo>
                    <a:pt x="45764" y="46295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1197829" y="2893248"/>
              <a:ext cx="12162" cy="369229"/>
            </a:xfrm>
            <a:custGeom>
              <a:avLst/>
              <a:pathLst>
                <a:path w="12162" h="369229">
                  <a:moveTo>
                    <a:pt x="0" y="369229"/>
                  </a:moveTo>
                  <a:lnTo>
                    <a:pt x="776" y="225154"/>
                  </a:lnTo>
                  <a:lnTo>
                    <a:pt x="1591" y="65153"/>
                  </a:lnTo>
                  <a:lnTo>
                    <a:pt x="2406" y="0"/>
                  </a:lnTo>
                  <a:lnTo>
                    <a:pt x="3221" y="21115"/>
                  </a:lnTo>
                  <a:lnTo>
                    <a:pt x="4035" y="119960"/>
                  </a:lnTo>
                  <a:lnTo>
                    <a:pt x="4850" y="229850"/>
                  </a:lnTo>
                  <a:lnTo>
                    <a:pt x="5665" y="283422"/>
                  </a:lnTo>
                  <a:lnTo>
                    <a:pt x="6480" y="358329"/>
                  </a:lnTo>
                  <a:lnTo>
                    <a:pt x="7295" y="321826"/>
                  </a:lnTo>
                  <a:lnTo>
                    <a:pt x="8109" y="276617"/>
                  </a:lnTo>
                  <a:lnTo>
                    <a:pt x="8924" y="212291"/>
                  </a:lnTo>
                  <a:lnTo>
                    <a:pt x="9739" y="221416"/>
                  </a:lnTo>
                  <a:lnTo>
                    <a:pt x="10554" y="235746"/>
                  </a:lnTo>
                  <a:lnTo>
                    <a:pt x="11368" y="279485"/>
                  </a:lnTo>
                  <a:lnTo>
                    <a:pt x="12162" y="36922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1211458" y="3221701"/>
              <a:ext cx="1242" cy="40775"/>
            </a:xfrm>
            <a:custGeom>
              <a:avLst/>
              <a:pathLst>
                <a:path w="1242" h="40775">
                  <a:moveTo>
                    <a:pt x="0" y="40775"/>
                  </a:moveTo>
                  <a:lnTo>
                    <a:pt x="183" y="40254"/>
                  </a:lnTo>
                  <a:lnTo>
                    <a:pt x="998" y="0"/>
                  </a:lnTo>
                  <a:lnTo>
                    <a:pt x="1242" y="4077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1220545" y="3127676"/>
              <a:ext cx="4011" cy="134800"/>
            </a:xfrm>
            <a:custGeom>
              <a:avLst/>
              <a:pathLst>
                <a:path w="4011" h="134800">
                  <a:moveTo>
                    <a:pt x="0" y="134800"/>
                  </a:moveTo>
                  <a:lnTo>
                    <a:pt x="59" y="129966"/>
                  </a:lnTo>
                  <a:lnTo>
                    <a:pt x="874" y="79205"/>
                  </a:lnTo>
                  <a:lnTo>
                    <a:pt x="1689" y="45511"/>
                  </a:lnTo>
                  <a:lnTo>
                    <a:pt x="2504" y="0"/>
                  </a:lnTo>
                  <a:lnTo>
                    <a:pt x="3319" y="28609"/>
                  </a:lnTo>
                  <a:lnTo>
                    <a:pt x="4011" y="13480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229189" y="3010336"/>
              <a:ext cx="28276" cy="252140"/>
            </a:xfrm>
            <a:custGeom>
              <a:avLst/>
              <a:pathLst>
                <a:path w="28276" h="252140">
                  <a:moveTo>
                    <a:pt x="0" y="252140"/>
                  </a:moveTo>
                  <a:lnTo>
                    <a:pt x="378" y="214671"/>
                  </a:lnTo>
                  <a:lnTo>
                    <a:pt x="1193" y="193410"/>
                  </a:lnTo>
                  <a:lnTo>
                    <a:pt x="2007" y="179203"/>
                  </a:lnTo>
                  <a:lnTo>
                    <a:pt x="2822" y="192825"/>
                  </a:lnTo>
                  <a:lnTo>
                    <a:pt x="3637" y="200772"/>
                  </a:lnTo>
                  <a:lnTo>
                    <a:pt x="4452" y="200772"/>
                  </a:lnTo>
                  <a:lnTo>
                    <a:pt x="5267" y="157069"/>
                  </a:lnTo>
                  <a:lnTo>
                    <a:pt x="6081" y="67946"/>
                  </a:lnTo>
                  <a:lnTo>
                    <a:pt x="6896" y="39908"/>
                  </a:lnTo>
                  <a:lnTo>
                    <a:pt x="7711" y="20883"/>
                  </a:lnTo>
                  <a:lnTo>
                    <a:pt x="8526" y="262"/>
                  </a:lnTo>
                  <a:lnTo>
                    <a:pt x="9340" y="0"/>
                  </a:lnTo>
                  <a:lnTo>
                    <a:pt x="10155" y="11782"/>
                  </a:lnTo>
                  <a:lnTo>
                    <a:pt x="10970" y="51738"/>
                  </a:lnTo>
                  <a:lnTo>
                    <a:pt x="11785" y="90630"/>
                  </a:lnTo>
                  <a:lnTo>
                    <a:pt x="12600" y="131926"/>
                  </a:lnTo>
                  <a:lnTo>
                    <a:pt x="13414" y="157486"/>
                  </a:lnTo>
                  <a:lnTo>
                    <a:pt x="14229" y="157748"/>
                  </a:lnTo>
                  <a:lnTo>
                    <a:pt x="15044" y="194521"/>
                  </a:lnTo>
                  <a:lnTo>
                    <a:pt x="15859" y="214909"/>
                  </a:lnTo>
                  <a:lnTo>
                    <a:pt x="16674" y="181265"/>
                  </a:lnTo>
                  <a:lnTo>
                    <a:pt x="17488" y="115027"/>
                  </a:lnTo>
                  <a:lnTo>
                    <a:pt x="18303" y="53536"/>
                  </a:lnTo>
                  <a:lnTo>
                    <a:pt x="19118" y="53538"/>
                  </a:lnTo>
                  <a:lnTo>
                    <a:pt x="19933" y="48688"/>
                  </a:lnTo>
                  <a:lnTo>
                    <a:pt x="20747" y="77469"/>
                  </a:lnTo>
                  <a:lnTo>
                    <a:pt x="21562" y="114463"/>
                  </a:lnTo>
                  <a:lnTo>
                    <a:pt x="22377" y="144807"/>
                  </a:lnTo>
                  <a:lnTo>
                    <a:pt x="23192" y="165318"/>
                  </a:lnTo>
                  <a:lnTo>
                    <a:pt x="24007" y="137870"/>
                  </a:lnTo>
                  <a:lnTo>
                    <a:pt x="24821" y="123649"/>
                  </a:lnTo>
                  <a:lnTo>
                    <a:pt x="25636" y="138649"/>
                  </a:lnTo>
                  <a:lnTo>
                    <a:pt x="26451" y="160644"/>
                  </a:lnTo>
                  <a:lnTo>
                    <a:pt x="27266" y="199416"/>
                  </a:lnTo>
                  <a:lnTo>
                    <a:pt x="28080" y="241422"/>
                  </a:lnTo>
                  <a:lnTo>
                    <a:pt x="28276" y="25214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259292" y="3197071"/>
              <a:ext cx="4536" cy="65405"/>
            </a:xfrm>
            <a:custGeom>
              <a:avLst/>
              <a:pathLst>
                <a:path w="4536" h="65405">
                  <a:moveTo>
                    <a:pt x="0" y="65405"/>
                  </a:moveTo>
                  <a:lnTo>
                    <a:pt x="422" y="32532"/>
                  </a:lnTo>
                  <a:lnTo>
                    <a:pt x="1236" y="32327"/>
                  </a:lnTo>
                  <a:lnTo>
                    <a:pt x="2051" y="13914"/>
                  </a:lnTo>
                  <a:lnTo>
                    <a:pt x="2866" y="0"/>
                  </a:lnTo>
                  <a:lnTo>
                    <a:pt x="3681" y="13369"/>
                  </a:lnTo>
                  <a:lnTo>
                    <a:pt x="4495" y="61695"/>
                  </a:lnTo>
                  <a:lnTo>
                    <a:pt x="4536" y="6540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267764" y="2935344"/>
              <a:ext cx="7921" cy="327133"/>
            </a:xfrm>
            <a:custGeom>
              <a:avLst/>
              <a:pathLst>
                <a:path w="7921" h="327133">
                  <a:moveTo>
                    <a:pt x="0" y="327133"/>
                  </a:moveTo>
                  <a:lnTo>
                    <a:pt x="97" y="319563"/>
                  </a:lnTo>
                  <a:lnTo>
                    <a:pt x="912" y="261268"/>
                  </a:lnTo>
                  <a:lnTo>
                    <a:pt x="1727" y="210661"/>
                  </a:lnTo>
                  <a:lnTo>
                    <a:pt x="2542" y="176259"/>
                  </a:lnTo>
                  <a:lnTo>
                    <a:pt x="3357" y="103720"/>
                  </a:lnTo>
                  <a:lnTo>
                    <a:pt x="4171" y="0"/>
                  </a:lnTo>
                  <a:lnTo>
                    <a:pt x="4986" y="64827"/>
                  </a:lnTo>
                  <a:lnTo>
                    <a:pt x="5801" y="175528"/>
                  </a:lnTo>
                  <a:lnTo>
                    <a:pt x="6616" y="238314"/>
                  </a:lnTo>
                  <a:lnTo>
                    <a:pt x="7430" y="247193"/>
                  </a:lnTo>
                  <a:lnTo>
                    <a:pt x="7921" y="32713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282817" y="2829660"/>
              <a:ext cx="18462" cy="432816"/>
            </a:xfrm>
            <a:custGeom>
              <a:avLst/>
              <a:pathLst>
                <a:path w="18462" h="432816">
                  <a:moveTo>
                    <a:pt x="0" y="432816"/>
                  </a:moveTo>
                  <a:lnTo>
                    <a:pt x="526" y="302969"/>
                  </a:lnTo>
                  <a:lnTo>
                    <a:pt x="1341" y="228950"/>
                  </a:lnTo>
                  <a:lnTo>
                    <a:pt x="2155" y="185452"/>
                  </a:lnTo>
                  <a:lnTo>
                    <a:pt x="2970" y="91187"/>
                  </a:lnTo>
                  <a:lnTo>
                    <a:pt x="3785" y="0"/>
                  </a:lnTo>
                  <a:lnTo>
                    <a:pt x="4600" y="79887"/>
                  </a:lnTo>
                  <a:lnTo>
                    <a:pt x="5414" y="189613"/>
                  </a:lnTo>
                  <a:lnTo>
                    <a:pt x="6229" y="167114"/>
                  </a:lnTo>
                  <a:lnTo>
                    <a:pt x="7044" y="172421"/>
                  </a:lnTo>
                  <a:lnTo>
                    <a:pt x="7859" y="140122"/>
                  </a:lnTo>
                  <a:lnTo>
                    <a:pt x="8674" y="81015"/>
                  </a:lnTo>
                  <a:lnTo>
                    <a:pt x="9488" y="78024"/>
                  </a:lnTo>
                  <a:lnTo>
                    <a:pt x="10303" y="84544"/>
                  </a:lnTo>
                  <a:lnTo>
                    <a:pt x="11118" y="116897"/>
                  </a:lnTo>
                  <a:lnTo>
                    <a:pt x="11933" y="143487"/>
                  </a:lnTo>
                  <a:lnTo>
                    <a:pt x="12747" y="255054"/>
                  </a:lnTo>
                  <a:lnTo>
                    <a:pt x="13562" y="375532"/>
                  </a:lnTo>
                  <a:lnTo>
                    <a:pt x="14377" y="380087"/>
                  </a:lnTo>
                  <a:lnTo>
                    <a:pt x="15192" y="374086"/>
                  </a:lnTo>
                  <a:lnTo>
                    <a:pt x="16007" y="374086"/>
                  </a:lnTo>
                  <a:lnTo>
                    <a:pt x="16821" y="397844"/>
                  </a:lnTo>
                  <a:lnTo>
                    <a:pt x="17636" y="432369"/>
                  </a:lnTo>
                  <a:lnTo>
                    <a:pt x="18451" y="432367"/>
                  </a:lnTo>
                  <a:lnTo>
                    <a:pt x="18462" y="43281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307577" y="3052786"/>
              <a:ext cx="7503" cy="209690"/>
            </a:xfrm>
            <a:custGeom>
              <a:avLst/>
              <a:pathLst>
                <a:path w="7503" h="209690">
                  <a:moveTo>
                    <a:pt x="0" y="209690"/>
                  </a:moveTo>
                  <a:lnTo>
                    <a:pt x="209" y="183995"/>
                  </a:lnTo>
                  <a:lnTo>
                    <a:pt x="1023" y="87721"/>
                  </a:lnTo>
                  <a:lnTo>
                    <a:pt x="1838" y="35466"/>
                  </a:lnTo>
                  <a:lnTo>
                    <a:pt x="2653" y="0"/>
                  </a:lnTo>
                  <a:lnTo>
                    <a:pt x="3468" y="10958"/>
                  </a:lnTo>
                  <a:lnTo>
                    <a:pt x="4282" y="27908"/>
                  </a:lnTo>
                  <a:lnTo>
                    <a:pt x="5097" y="49059"/>
                  </a:lnTo>
                  <a:lnTo>
                    <a:pt x="5912" y="118421"/>
                  </a:lnTo>
                  <a:lnTo>
                    <a:pt x="6727" y="170675"/>
                  </a:lnTo>
                  <a:lnTo>
                    <a:pt x="7503" y="20969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315610" y="2941497"/>
              <a:ext cx="23031" cy="320979"/>
            </a:xfrm>
            <a:custGeom>
              <a:avLst/>
              <a:pathLst>
                <a:path w="23031" h="320979">
                  <a:moveTo>
                    <a:pt x="0" y="320979"/>
                  </a:moveTo>
                  <a:lnTo>
                    <a:pt x="323" y="319706"/>
                  </a:lnTo>
                  <a:lnTo>
                    <a:pt x="1138" y="238599"/>
                  </a:lnTo>
                  <a:lnTo>
                    <a:pt x="1953" y="213012"/>
                  </a:lnTo>
                  <a:lnTo>
                    <a:pt x="2767" y="240248"/>
                  </a:lnTo>
                  <a:lnTo>
                    <a:pt x="3582" y="217342"/>
                  </a:lnTo>
                  <a:lnTo>
                    <a:pt x="4397" y="231491"/>
                  </a:lnTo>
                  <a:lnTo>
                    <a:pt x="5212" y="181346"/>
                  </a:lnTo>
                  <a:lnTo>
                    <a:pt x="6027" y="249223"/>
                  </a:lnTo>
                  <a:lnTo>
                    <a:pt x="6841" y="267291"/>
                  </a:lnTo>
                  <a:lnTo>
                    <a:pt x="7656" y="218256"/>
                  </a:lnTo>
                  <a:lnTo>
                    <a:pt x="8471" y="293171"/>
                  </a:lnTo>
                  <a:lnTo>
                    <a:pt x="9286" y="180795"/>
                  </a:lnTo>
                  <a:lnTo>
                    <a:pt x="10100" y="135985"/>
                  </a:lnTo>
                  <a:lnTo>
                    <a:pt x="10915" y="77007"/>
                  </a:lnTo>
                  <a:lnTo>
                    <a:pt x="11730" y="112286"/>
                  </a:lnTo>
                  <a:lnTo>
                    <a:pt x="12545" y="175689"/>
                  </a:lnTo>
                  <a:lnTo>
                    <a:pt x="13360" y="98045"/>
                  </a:lnTo>
                  <a:lnTo>
                    <a:pt x="14174" y="69715"/>
                  </a:lnTo>
                  <a:lnTo>
                    <a:pt x="14989" y="77566"/>
                  </a:lnTo>
                  <a:lnTo>
                    <a:pt x="15804" y="164933"/>
                  </a:lnTo>
                  <a:lnTo>
                    <a:pt x="16619" y="166595"/>
                  </a:lnTo>
                  <a:lnTo>
                    <a:pt x="17433" y="53371"/>
                  </a:lnTo>
                  <a:lnTo>
                    <a:pt x="18248" y="0"/>
                  </a:lnTo>
                  <a:lnTo>
                    <a:pt x="19063" y="71510"/>
                  </a:lnTo>
                  <a:lnTo>
                    <a:pt x="19878" y="156554"/>
                  </a:lnTo>
                  <a:lnTo>
                    <a:pt x="20693" y="150484"/>
                  </a:lnTo>
                  <a:lnTo>
                    <a:pt x="21507" y="131869"/>
                  </a:lnTo>
                  <a:lnTo>
                    <a:pt x="22322" y="217643"/>
                  </a:lnTo>
                  <a:lnTo>
                    <a:pt x="23031" y="32097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344253" y="3115185"/>
              <a:ext cx="4406" cy="147291"/>
            </a:xfrm>
            <a:custGeom>
              <a:avLst/>
              <a:pathLst>
                <a:path w="4406" h="147291">
                  <a:moveTo>
                    <a:pt x="0" y="147291"/>
                  </a:moveTo>
                  <a:lnTo>
                    <a:pt x="198" y="116925"/>
                  </a:lnTo>
                  <a:lnTo>
                    <a:pt x="1013" y="34803"/>
                  </a:lnTo>
                  <a:lnTo>
                    <a:pt x="1828" y="0"/>
                  </a:lnTo>
                  <a:lnTo>
                    <a:pt x="2643" y="37177"/>
                  </a:lnTo>
                  <a:lnTo>
                    <a:pt x="3457" y="75745"/>
                  </a:lnTo>
                  <a:lnTo>
                    <a:pt x="4272" y="118154"/>
                  </a:lnTo>
                  <a:lnTo>
                    <a:pt x="4406" y="14729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354823" y="1788004"/>
              <a:ext cx="111373" cy="1474473"/>
            </a:xfrm>
            <a:custGeom>
              <a:avLst/>
              <a:pathLst>
                <a:path w="111373" h="1474473">
                  <a:moveTo>
                    <a:pt x="0" y="1474473"/>
                  </a:moveTo>
                  <a:lnTo>
                    <a:pt x="220" y="1437210"/>
                  </a:lnTo>
                  <a:lnTo>
                    <a:pt x="1035" y="1466473"/>
                  </a:lnTo>
                  <a:lnTo>
                    <a:pt x="1850" y="1463668"/>
                  </a:lnTo>
                  <a:lnTo>
                    <a:pt x="2664" y="1430585"/>
                  </a:lnTo>
                  <a:lnTo>
                    <a:pt x="3479" y="1408461"/>
                  </a:lnTo>
                  <a:lnTo>
                    <a:pt x="4294" y="1445227"/>
                  </a:lnTo>
                  <a:lnTo>
                    <a:pt x="5109" y="1375943"/>
                  </a:lnTo>
                  <a:lnTo>
                    <a:pt x="5923" y="1245087"/>
                  </a:lnTo>
                  <a:lnTo>
                    <a:pt x="6738" y="1168343"/>
                  </a:lnTo>
                  <a:lnTo>
                    <a:pt x="7553" y="1207099"/>
                  </a:lnTo>
                  <a:lnTo>
                    <a:pt x="8368" y="1292747"/>
                  </a:lnTo>
                  <a:lnTo>
                    <a:pt x="9183" y="1325743"/>
                  </a:lnTo>
                  <a:lnTo>
                    <a:pt x="9997" y="1347391"/>
                  </a:lnTo>
                  <a:lnTo>
                    <a:pt x="10812" y="1364022"/>
                  </a:lnTo>
                  <a:lnTo>
                    <a:pt x="11627" y="1382903"/>
                  </a:lnTo>
                  <a:lnTo>
                    <a:pt x="12442" y="1369967"/>
                  </a:lnTo>
                  <a:lnTo>
                    <a:pt x="13256" y="1278658"/>
                  </a:lnTo>
                  <a:lnTo>
                    <a:pt x="14071" y="1200842"/>
                  </a:lnTo>
                  <a:lnTo>
                    <a:pt x="14886" y="1281373"/>
                  </a:lnTo>
                  <a:lnTo>
                    <a:pt x="15701" y="1320283"/>
                  </a:lnTo>
                  <a:lnTo>
                    <a:pt x="16516" y="1268126"/>
                  </a:lnTo>
                  <a:lnTo>
                    <a:pt x="17330" y="1191938"/>
                  </a:lnTo>
                  <a:lnTo>
                    <a:pt x="18145" y="1180941"/>
                  </a:lnTo>
                  <a:lnTo>
                    <a:pt x="18960" y="1163297"/>
                  </a:lnTo>
                  <a:lnTo>
                    <a:pt x="19775" y="1057258"/>
                  </a:lnTo>
                  <a:lnTo>
                    <a:pt x="20589" y="980596"/>
                  </a:lnTo>
                  <a:lnTo>
                    <a:pt x="21404" y="1041358"/>
                  </a:lnTo>
                  <a:lnTo>
                    <a:pt x="22219" y="1122003"/>
                  </a:lnTo>
                  <a:lnTo>
                    <a:pt x="23034" y="1152536"/>
                  </a:lnTo>
                  <a:lnTo>
                    <a:pt x="23849" y="1229972"/>
                  </a:lnTo>
                  <a:lnTo>
                    <a:pt x="24663" y="1262185"/>
                  </a:lnTo>
                  <a:lnTo>
                    <a:pt x="25478" y="1306495"/>
                  </a:lnTo>
                  <a:lnTo>
                    <a:pt x="26293" y="1320801"/>
                  </a:lnTo>
                  <a:lnTo>
                    <a:pt x="27108" y="1320604"/>
                  </a:lnTo>
                  <a:lnTo>
                    <a:pt x="27922" y="1290055"/>
                  </a:lnTo>
                  <a:lnTo>
                    <a:pt x="28737" y="1164887"/>
                  </a:lnTo>
                  <a:lnTo>
                    <a:pt x="29552" y="1068637"/>
                  </a:lnTo>
                  <a:lnTo>
                    <a:pt x="30367" y="1028420"/>
                  </a:lnTo>
                  <a:lnTo>
                    <a:pt x="31182" y="993027"/>
                  </a:lnTo>
                  <a:lnTo>
                    <a:pt x="31996" y="895893"/>
                  </a:lnTo>
                  <a:lnTo>
                    <a:pt x="32811" y="890937"/>
                  </a:lnTo>
                  <a:lnTo>
                    <a:pt x="33626" y="969633"/>
                  </a:lnTo>
                  <a:lnTo>
                    <a:pt x="34441" y="1073399"/>
                  </a:lnTo>
                  <a:lnTo>
                    <a:pt x="35255" y="1168890"/>
                  </a:lnTo>
                  <a:lnTo>
                    <a:pt x="36070" y="1217390"/>
                  </a:lnTo>
                  <a:lnTo>
                    <a:pt x="36885" y="1230030"/>
                  </a:lnTo>
                  <a:lnTo>
                    <a:pt x="37700" y="1133800"/>
                  </a:lnTo>
                  <a:lnTo>
                    <a:pt x="38515" y="1086450"/>
                  </a:lnTo>
                  <a:lnTo>
                    <a:pt x="39329" y="1091937"/>
                  </a:lnTo>
                  <a:lnTo>
                    <a:pt x="40144" y="964568"/>
                  </a:lnTo>
                  <a:lnTo>
                    <a:pt x="40959" y="775985"/>
                  </a:lnTo>
                  <a:lnTo>
                    <a:pt x="41774" y="789017"/>
                  </a:lnTo>
                  <a:lnTo>
                    <a:pt x="42589" y="922588"/>
                  </a:lnTo>
                  <a:lnTo>
                    <a:pt x="43403" y="960360"/>
                  </a:lnTo>
                  <a:lnTo>
                    <a:pt x="44218" y="909717"/>
                  </a:lnTo>
                  <a:lnTo>
                    <a:pt x="45033" y="895625"/>
                  </a:lnTo>
                  <a:lnTo>
                    <a:pt x="45848" y="1003074"/>
                  </a:lnTo>
                  <a:lnTo>
                    <a:pt x="46662" y="1059016"/>
                  </a:lnTo>
                  <a:lnTo>
                    <a:pt x="47477" y="1111265"/>
                  </a:lnTo>
                  <a:lnTo>
                    <a:pt x="48292" y="1067874"/>
                  </a:lnTo>
                  <a:lnTo>
                    <a:pt x="49107" y="978965"/>
                  </a:lnTo>
                  <a:lnTo>
                    <a:pt x="49922" y="902470"/>
                  </a:lnTo>
                  <a:lnTo>
                    <a:pt x="50736" y="844490"/>
                  </a:lnTo>
                  <a:lnTo>
                    <a:pt x="51551" y="835513"/>
                  </a:lnTo>
                  <a:lnTo>
                    <a:pt x="52366" y="829294"/>
                  </a:lnTo>
                  <a:lnTo>
                    <a:pt x="53181" y="908675"/>
                  </a:lnTo>
                  <a:lnTo>
                    <a:pt x="53995" y="993165"/>
                  </a:lnTo>
                  <a:lnTo>
                    <a:pt x="54810" y="1000965"/>
                  </a:lnTo>
                  <a:lnTo>
                    <a:pt x="55625" y="805783"/>
                  </a:lnTo>
                  <a:lnTo>
                    <a:pt x="56440" y="546931"/>
                  </a:lnTo>
                  <a:lnTo>
                    <a:pt x="57255" y="393716"/>
                  </a:lnTo>
                  <a:lnTo>
                    <a:pt x="58069" y="353522"/>
                  </a:lnTo>
                  <a:lnTo>
                    <a:pt x="58884" y="358826"/>
                  </a:lnTo>
                  <a:lnTo>
                    <a:pt x="59699" y="444400"/>
                  </a:lnTo>
                  <a:lnTo>
                    <a:pt x="60514" y="648409"/>
                  </a:lnTo>
                  <a:lnTo>
                    <a:pt x="61328" y="801167"/>
                  </a:lnTo>
                  <a:lnTo>
                    <a:pt x="62143" y="776336"/>
                  </a:lnTo>
                  <a:lnTo>
                    <a:pt x="62958" y="728698"/>
                  </a:lnTo>
                  <a:lnTo>
                    <a:pt x="63773" y="744783"/>
                  </a:lnTo>
                  <a:lnTo>
                    <a:pt x="64588" y="843663"/>
                  </a:lnTo>
                  <a:lnTo>
                    <a:pt x="65402" y="915990"/>
                  </a:lnTo>
                  <a:lnTo>
                    <a:pt x="66217" y="956961"/>
                  </a:lnTo>
                  <a:lnTo>
                    <a:pt x="67032" y="1068613"/>
                  </a:lnTo>
                  <a:lnTo>
                    <a:pt x="67847" y="1188774"/>
                  </a:lnTo>
                  <a:lnTo>
                    <a:pt x="68661" y="1249513"/>
                  </a:lnTo>
                  <a:lnTo>
                    <a:pt x="69476" y="1184437"/>
                  </a:lnTo>
                  <a:lnTo>
                    <a:pt x="70291" y="1111855"/>
                  </a:lnTo>
                  <a:lnTo>
                    <a:pt x="71106" y="1058071"/>
                  </a:lnTo>
                  <a:lnTo>
                    <a:pt x="71921" y="1026288"/>
                  </a:lnTo>
                  <a:lnTo>
                    <a:pt x="72735" y="954743"/>
                  </a:lnTo>
                  <a:lnTo>
                    <a:pt x="73550" y="900026"/>
                  </a:lnTo>
                  <a:lnTo>
                    <a:pt x="74365" y="866960"/>
                  </a:lnTo>
                  <a:lnTo>
                    <a:pt x="75180" y="784547"/>
                  </a:lnTo>
                  <a:lnTo>
                    <a:pt x="75994" y="764747"/>
                  </a:lnTo>
                  <a:lnTo>
                    <a:pt x="76809" y="699253"/>
                  </a:lnTo>
                  <a:lnTo>
                    <a:pt x="77624" y="611315"/>
                  </a:lnTo>
                  <a:lnTo>
                    <a:pt x="78439" y="546985"/>
                  </a:lnTo>
                  <a:lnTo>
                    <a:pt x="79254" y="497552"/>
                  </a:lnTo>
                  <a:lnTo>
                    <a:pt x="80068" y="447222"/>
                  </a:lnTo>
                  <a:lnTo>
                    <a:pt x="80883" y="367354"/>
                  </a:lnTo>
                  <a:lnTo>
                    <a:pt x="81698" y="329941"/>
                  </a:lnTo>
                  <a:lnTo>
                    <a:pt x="82513" y="245343"/>
                  </a:lnTo>
                  <a:lnTo>
                    <a:pt x="83328" y="91266"/>
                  </a:lnTo>
                  <a:lnTo>
                    <a:pt x="84142" y="0"/>
                  </a:lnTo>
                  <a:lnTo>
                    <a:pt x="84957" y="105977"/>
                  </a:lnTo>
                  <a:lnTo>
                    <a:pt x="85772" y="295946"/>
                  </a:lnTo>
                  <a:lnTo>
                    <a:pt x="86587" y="445752"/>
                  </a:lnTo>
                  <a:lnTo>
                    <a:pt x="87401" y="551491"/>
                  </a:lnTo>
                  <a:lnTo>
                    <a:pt x="88216" y="729259"/>
                  </a:lnTo>
                  <a:lnTo>
                    <a:pt x="89031" y="834561"/>
                  </a:lnTo>
                  <a:lnTo>
                    <a:pt x="89846" y="833213"/>
                  </a:lnTo>
                  <a:lnTo>
                    <a:pt x="90661" y="764841"/>
                  </a:lnTo>
                  <a:lnTo>
                    <a:pt x="91475" y="665672"/>
                  </a:lnTo>
                  <a:lnTo>
                    <a:pt x="92290" y="656525"/>
                  </a:lnTo>
                  <a:lnTo>
                    <a:pt x="93105" y="733880"/>
                  </a:lnTo>
                  <a:lnTo>
                    <a:pt x="93920" y="815570"/>
                  </a:lnTo>
                  <a:lnTo>
                    <a:pt x="94734" y="820380"/>
                  </a:lnTo>
                  <a:lnTo>
                    <a:pt x="95549" y="878529"/>
                  </a:lnTo>
                  <a:lnTo>
                    <a:pt x="96364" y="983143"/>
                  </a:lnTo>
                  <a:lnTo>
                    <a:pt x="97179" y="1036823"/>
                  </a:lnTo>
                  <a:lnTo>
                    <a:pt x="97994" y="967007"/>
                  </a:lnTo>
                  <a:lnTo>
                    <a:pt x="98808" y="882165"/>
                  </a:lnTo>
                  <a:lnTo>
                    <a:pt x="99623" y="888074"/>
                  </a:lnTo>
                  <a:lnTo>
                    <a:pt x="100438" y="930931"/>
                  </a:lnTo>
                  <a:lnTo>
                    <a:pt x="101253" y="930305"/>
                  </a:lnTo>
                  <a:lnTo>
                    <a:pt x="102067" y="974262"/>
                  </a:lnTo>
                  <a:lnTo>
                    <a:pt x="102882" y="1069118"/>
                  </a:lnTo>
                  <a:lnTo>
                    <a:pt x="103697" y="1244310"/>
                  </a:lnTo>
                  <a:lnTo>
                    <a:pt x="104512" y="1317196"/>
                  </a:lnTo>
                  <a:lnTo>
                    <a:pt x="105327" y="1276137"/>
                  </a:lnTo>
                  <a:lnTo>
                    <a:pt x="106141" y="1157082"/>
                  </a:lnTo>
                  <a:lnTo>
                    <a:pt x="106956" y="1024379"/>
                  </a:lnTo>
                  <a:lnTo>
                    <a:pt x="107771" y="1056253"/>
                  </a:lnTo>
                  <a:lnTo>
                    <a:pt x="108586" y="1053958"/>
                  </a:lnTo>
                  <a:lnTo>
                    <a:pt x="109400" y="1128880"/>
                  </a:lnTo>
                  <a:lnTo>
                    <a:pt x="110215" y="1224712"/>
                  </a:lnTo>
                  <a:lnTo>
                    <a:pt x="111030" y="1414830"/>
                  </a:lnTo>
                  <a:lnTo>
                    <a:pt x="111373" y="147447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467335" y="2334253"/>
              <a:ext cx="44161" cy="928223"/>
            </a:xfrm>
            <a:custGeom>
              <a:avLst/>
              <a:pathLst>
                <a:path w="44161" h="928223">
                  <a:moveTo>
                    <a:pt x="0" y="928223"/>
                  </a:moveTo>
                  <a:lnTo>
                    <a:pt x="148" y="910010"/>
                  </a:lnTo>
                  <a:lnTo>
                    <a:pt x="962" y="820197"/>
                  </a:lnTo>
                  <a:lnTo>
                    <a:pt x="1777" y="751949"/>
                  </a:lnTo>
                  <a:lnTo>
                    <a:pt x="2592" y="717131"/>
                  </a:lnTo>
                  <a:lnTo>
                    <a:pt x="3407" y="686297"/>
                  </a:lnTo>
                  <a:lnTo>
                    <a:pt x="4222" y="710785"/>
                  </a:lnTo>
                  <a:lnTo>
                    <a:pt x="5036" y="762376"/>
                  </a:lnTo>
                  <a:lnTo>
                    <a:pt x="5851" y="774092"/>
                  </a:lnTo>
                  <a:lnTo>
                    <a:pt x="6666" y="792393"/>
                  </a:lnTo>
                  <a:lnTo>
                    <a:pt x="7481" y="729097"/>
                  </a:lnTo>
                  <a:lnTo>
                    <a:pt x="8295" y="625899"/>
                  </a:lnTo>
                  <a:lnTo>
                    <a:pt x="9110" y="536697"/>
                  </a:lnTo>
                  <a:lnTo>
                    <a:pt x="9925" y="522259"/>
                  </a:lnTo>
                  <a:lnTo>
                    <a:pt x="10740" y="574086"/>
                  </a:lnTo>
                  <a:lnTo>
                    <a:pt x="11555" y="567909"/>
                  </a:lnTo>
                  <a:lnTo>
                    <a:pt x="12369" y="611286"/>
                  </a:lnTo>
                  <a:lnTo>
                    <a:pt x="13184" y="684924"/>
                  </a:lnTo>
                  <a:lnTo>
                    <a:pt x="13999" y="634897"/>
                  </a:lnTo>
                  <a:lnTo>
                    <a:pt x="14814" y="538261"/>
                  </a:lnTo>
                  <a:lnTo>
                    <a:pt x="15628" y="415263"/>
                  </a:lnTo>
                  <a:lnTo>
                    <a:pt x="16443" y="273006"/>
                  </a:lnTo>
                  <a:lnTo>
                    <a:pt x="17258" y="124283"/>
                  </a:lnTo>
                  <a:lnTo>
                    <a:pt x="18073" y="0"/>
                  </a:lnTo>
                  <a:lnTo>
                    <a:pt x="18888" y="89459"/>
                  </a:lnTo>
                  <a:lnTo>
                    <a:pt x="19702" y="207354"/>
                  </a:lnTo>
                  <a:lnTo>
                    <a:pt x="20517" y="270137"/>
                  </a:lnTo>
                  <a:lnTo>
                    <a:pt x="21332" y="387611"/>
                  </a:lnTo>
                  <a:lnTo>
                    <a:pt x="22147" y="536443"/>
                  </a:lnTo>
                  <a:lnTo>
                    <a:pt x="22961" y="668761"/>
                  </a:lnTo>
                  <a:lnTo>
                    <a:pt x="23776" y="644595"/>
                  </a:lnTo>
                  <a:lnTo>
                    <a:pt x="24591" y="541293"/>
                  </a:lnTo>
                  <a:lnTo>
                    <a:pt x="25406" y="524122"/>
                  </a:lnTo>
                  <a:lnTo>
                    <a:pt x="26221" y="511821"/>
                  </a:lnTo>
                  <a:lnTo>
                    <a:pt x="27035" y="530306"/>
                  </a:lnTo>
                  <a:lnTo>
                    <a:pt x="27850" y="469585"/>
                  </a:lnTo>
                  <a:lnTo>
                    <a:pt x="28665" y="412641"/>
                  </a:lnTo>
                  <a:lnTo>
                    <a:pt x="29480" y="502457"/>
                  </a:lnTo>
                  <a:lnTo>
                    <a:pt x="30295" y="496874"/>
                  </a:lnTo>
                  <a:lnTo>
                    <a:pt x="31109" y="448108"/>
                  </a:lnTo>
                  <a:lnTo>
                    <a:pt x="31924" y="380066"/>
                  </a:lnTo>
                  <a:lnTo>
                    <a:pt x="32739" y="370471"/>
                  </a:lnTo>
                  <a:lnTo>
                    <a:pt x="33554" y="434549"/>
                  </a:lnTo>
                  <a:lnTo>
                    <a:pt x="34368" y="397617"/>
                  </a:lnTo>
                  <a:lnTo>
                    <a:pt x="35183" y="437705"/>
                  </a:lnTo>
                  <a:lnTo>
                    <a:pt x="35998" y="501892"/>
                  </a:lnTo>
                  <a:lnTo>
                    <a:pt x="36813" y="526274"/>
                  </a:lnTo>
                  <a:lnTo>
                    <a:pt x="37628" y="581206"/>
                  </a:lnTo>
                  <a:lnTo>
                    <a:pt x="38442" y="611407"/>
                  </a:lnTo>
                  <a:lnTo>
                    <a:pt x="39257" y="678195"/>
                  </a:lnTo>
                  <a:lnTo>
                    <a:pt x="40072" y="711743"/>
                  </a:lnTo>
                  <a:lnTo>
                    <a:pt x="40887" y="691182"/>
                  </a:lnTo>
                  <a:lnTo>
                    <a:pt x="41701" y="735492"/>
                  </a:lnTo>
                  <a:lnTo>
                    <a:pt x="42516" y="783228"/>
                  </a:lnTo>
                  <a:lnTo>
                    <a:pt x="43331" y="870193"/>
                  </a:lnTo>
                  <a:lnTo>
                    <a:pt x="44146" y="927031"/>
                  </a:lnTo>
                  <a:lnTo>
                    <a:pt x="44161" y="92822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519008" y="2952594"/>
              <a:ext cx="30467" cy="309882"/>
            </a:xfrm>
            <a:custGeom>
              <a:avLst/>
              <a:pathLst>
                <a:path w="30467" h="309882">
                  <a:moveTo>
                    <a:pt x="0" y="309882"/>
                  </a:moveTo>
                  <a:lnTo>
                    <a:pt x="621" y="272344"/>
                  </a:lnTo>
                  <a:lnTo>
                    <a:pt x="1435" y="251153"/>
                  </a:lnTo>
                  <a:lnTo>
                    <a:pt x="2250" y="251153"/>
                  </a:lnTo>
                  <a:lnTo>
                    <a:pt x="3065" y="249944"/>
                  </a:lnTo>
                  <a:lnTo>
                    <a:pt x="3880" y="204795"/>
                  </a:lnTo>
                  <a:lnTo>
                    <a:pt x="4695" y="178940"/>
                  </a:lnTo>
                  <a:lnTo>
                    <a:pt x="5509" y="175357"/>
                  </a:lnTo>
                  <a:lnTo>
                    <a:pt x="6324" y="116902"/>
                  </a:lnTo>
                  <a:lnTo>
                    <a:pt x="7139" y="82874"/>
                  </a:lnTo>
                  <a:lnTo>
                    <a:pt x="7954" y="45973"/>
                  </a:lnTo>
                  <a:lnTo>
                    <a:pt x="8768" y="48634"/>
                  </a:lnTo>
                  <a:lnTo>
                    <a:pt x="9583" y="55992"/>
                  </a:lnTo>
                  <a:lnTo>
                    <a:pt x="10398" y="0"/>
                  </a:lnTo>
                  <a:lnTo>
                    <a:pt x="11213" y="86855"/>
                  </a:lnTo>
                  <a:lnTo>
                    <a:pt x="12028" y="169771"/>
                  </a:lnTo>
                  <a:lnTo>
                    <a:pt x="12842" y="207878"/>
                  </a:lnTo>
                  <a:lnTo>
                    <a:pt x="13657" y="250364"/>
                  </a:lnTo>
                  <a:lnTo>
                    <a:pt x="14472" y="268862"/>
                  </a:lnTo>
                  <a:lnTo>
                    <a:pt x="15287" y="293813"/>
                  </a:lnTo>
                  <a:lnTo>
                    <a:pt x="16101" y="219047"/>
                  </a:lnTo>
                  <a:lnTo>
                    <a:pt x="16916" y="156532"/>
                  </a:lnTo>
                  <a:lnTo>
                    <a:pt x="17731" y="156533"/>
                  </a:lnTo>
                  <a:lnTo>
                    <a:pt x="18546" y="156533"/>
                  </a:lnTo>
                  <a:lnTo>
                    <a:pt x="19361" y="156534"/>
                  </a:lnTo>
                  <a:lnTo>
                    <a:pt x="20175" y="191158"/>
                  </a:lnTo>
                  <a:lnTo>
                    <a:pt x="20990" y="237523"/>
                  </a:lnTo>
                  <a:lnTo>
                    <a:pt x="21805" y="251153"/>
                  </a:lnTo>
                  <a:lnTo>
                    <a:pt x="22620" y="251153"/>
                  </a:lnTo>
                  <a:lnTo>
                    <a:pt x="23434" y="251153"/>
                  </a:lnTo>
                  <a:lnTo>
                    <a:pt x="24249" y="270039"/>
                  </a:lnTo>
                  <a:lnTo>
                    <a:pt x="25064" y="265840"/>
                  </a:lnTo>
                  <a:lnTo>
                    <a:pt x="25879" y="204295"/>
                  </a:lnTo>
                  <a:lnTo>
                    <a:pt x="26694" y="204359"/>
                  </a:lnTo>
                  <a:lnTo>
                    <a:pt x="27508" y="194347"/>
                  </a:lnTo>
                  <a:lnTo>
                    <a:pt x="28323" y="214841"/>
                  </a:lnTo>
                  <a:lnTo>
                    <a:pt x="29138" y="235995"/>
                  </a:lnTo>
                  <a:lnTo>
                    <a:pt x="29953" y="271000"/>
                  </a:lnTo>
                  <a:lnTo>
                    <a:pt x="30467" y="30988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1551256" y="2791240"/>
              <a:ext cx="13103" cy="471237"/>
            </a:xfrm>
            <a:custGeom>
              <a:avLst/>
              <a:pathLst>
                <a:path w="13103" h="471237">
                  <a:moveTo>
                    <a:pt x="0" y="471237"/>
                  </a:moveTo>
                  <a:lnTo>
                    <a:pt x="149" y="466171"/>
                  </a:lnTo>
                  <a:lnTo>
                    <a:pt x="963" y="371905"/>
                  </a:lnTo>
                  <a:lnTo>
                    <a:pt x="1778" y="275278"/>
                  </a:lnTo>
                  <a:lnTo>
                    <a:pt x="2593" y="232451"/>
                  </a:lnTo>
                  <a:lnTo>
                    <a:pt x="3408" y="232453"/>
                  </a:lnTo>
                  <a:lnTo>
                    <a:pt x="4223" y="232453"/>
                  </a:lnTo>
                  <a:lnTo>
                    <a:pt x="5037" y="242245"/>
                  </a:lnTo>
                  <a:lnTo>
                    <a:pt x="5852" y="266080"/>
                  </a:lnTo>
                  <a:lnTo>
                    <a:pt x="6667" y="249431"/>
                  </a:lnTo>
                  <a:lnTo>
                    <a:pt x="7482" y="164597"/>
                  </a:lnTo>
                  <a:lnTo>
                    <a:pt x="8297" y="62940"/>
                  </a:lnTo>
                  <a:lnTo>
                    <a:pt x="9111" y="0"/>
                  </a:lnTo>
                  <a:lnTo>
                    <a:pt x="9926" y="9704"/>
                  </a:lnTo>
                  <a:lnTo>
                    <a:pt x="10741" y="59644"/>
                  </a:lnTo>
                  <a:lnTo>
                    <a:pt x="11556" y="141956"/>
                  </a:lnTo>
                  <a:lnTo>
                    <a:pt x="12370" y="314426"/>
                  </a:lnTo>
                  <a:lnTo>
                    <a:pt x="13103" y="47123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1566065" y="1944261"/>
              <a:ext cx="310437" cy="1318215"/>
            </a:xfrm>
            <a:custGeom>
              <a:avLst/>
              <a:pathLst>
                <a:path w="310437" h="1318215">
                  <a:moveTo>
                    <a:pt x="0" y="1318215"/>
                  </a:moveTo>
                  <a:lnTo>
                    <a:pt x="6" y="1317600"/>
                  </a:lnTo>
                  <a:lnTo>
                    <a:pt x="821" y="1269060"/>
                  </a:lnTo>
                  <a:lnTo>
                    <a:pt x="1636" y="1251513"/>
                  </a:lnTo>
                  <a:lnTo>
                    <a:pt x="2451" y="1166343"/>
                  </a:lnTo>
                  <a:lnTo>
                    <a:pt x="3266" y="1049654"/>
                  </a:lnTo>
                  <a:lnTo>
                    <a:pt x="4080" y="1020371"/>
                  </a:lnTo>
                  <a:lnTo>
                    <a:pt x="4895" y="1022157"/>
                  </a:lnTo>
                  <a:lnTo>
                    <a:pt x="5710" y="992876"/>
                  </a:lnTo>
                  <a:lnTo>
                    <a:pt x="6525" y="1001346"/>
                  </a:lnTo>
                  <a:lnTo>
                    <a:pt x="7339" y="1010903"/>
                  </a:lnTo>
                  <a:lnTo>
                    <a:pt x="8154" y="1067736"/>
                  </a:lnTo>
                  <a:lnTo>
                    <a:pt x="8969" y="1084801"/>
                  </a:lnTo>
                  <a:lnTo>
                    <a:pt x="9784" y="1058221"/>
                  </a:lnTo>
                  <a:lnTo>
                    <a:pt x="10599" y="1076696"/>
                  </a:lnTo>
                  <a:lnTo>
                    <a:pt x="11413" y="1068068"/>
                  </a:lnTo>
                  <a:lnTo>
                    <a:pt x="12228" y="1068069"/>
                  </a:lnTo>
                  <a:lnTo>
                    <a:pt x="13043" y="1055244"/>
                  </a:lnTo>
                  <a:lnTo>
                    <a:pt x="13858" y="1076287"/>
                  </a:lnTo>
                  <a:lnTo>
                    <a:pt x="14672" y="1191515"/>
                  </a:lnTo>
                  <a:lnTo>
                    <a:pt x="15487" y="1242384"/>
                  </a:lnTo>
                  <a:lnTo>
                    <a:pt x="16302" y="1207981"/>
                  </a:lnTo>
                  <a:lnTo>
                    <a:pt x="17117" y="1168855"/>
                  </a:lnTo>
                  <a:lnTo>
                    <a:pt x="17932" y="1154708"/>
                  </a:lnTo>
                  <a:lnTo>
                    <a:pt x="18746" y="1097719"/>
                  </a:lnTo>
                  <a:lnTo>
                    <a:pt x="19561" y="1008663"/>
                  </a:lnTo>
                  <a:lnTo>
                    <a:pt x="20376" y="961845"/>
                  </a:lnTo>
                  <a:lnTo>
                    <a:pt x="21191" y="924244"/>
                  </a:lnTo>
                  <a:lnTo>
                    <a:pt x="22006" y="894403"/>
                  </a:lnTo>
                  <a:lnTo>
                    <a:pt x="22820" y="783950"/>
                  </a:lnTo>
                  <a:lnTo>
                    <a:pt x="23635" y="689870"/>
                  </a:lnTo>
                  <a:lnTo>
                    <a:pt x="24450" y="655660"/>
                  </a:lnTo>
                  <a:lnTo>
                    <a:pt x="25265" y="641514"/>
                  </a:lnTo>
                  <a:lnTo>
                    <a:pt x="26079" y="689790"/>
                  </a:lnTo>
                  <a:lnTo>
                    <a:pt x="26894" y="710196"/>
                  </a:lnTo>
                  <a:lnTo>
                    <a:pt x="27709" y="741438"/>
                  </a:lnTo>
                  <a:lnTo>
                    <a:pt x="28524" y="783594"/>
                  </a:lnTo>
                  <a:lnTo>
                    <a:pt x="29339" y="781539"/>
                  </a:lnTo>
                  <a:lnTo>
                    <a:pt x="30153" y="713297"/>
                  </a:lnTo>
                  <a:lnTo>
                    <a:pt x="30968" y="705841"/>
                  </a:lnTo>
                  <a:lnTo>
                    <a:pt x="31783" y="761623"/>
                  </a:lnTo>
                  <a:lnTo>
                    <a:pt x="32598" y="828612"/>
                  </a:lnTo>
                  <a:lnTo>
                    <a:pt x="33412" y="794250"/>
                  </a:lnTo>
                  <a:lnTo>
                    <a:pt x="34227" y="819303"/>
                  </a:lnTo>
                  <a:lnTo>
                    <a:pt x="35042" y="853901"/>
                  </a:lnTo>
                  <a:lnTo>
                    <a:pt x="35857" y="726249"/>
                  </a:lnTo>
                  <a:lnTo>
                    <a:pt x="36672" y="580947"/>
                  </a:lnTo>
                  <a:lnTo>
                    <a:pt x="37486" y="508467"/>
                  </a:lnTo>
                  <a:lnTo>
                    <a:pt x="38301" y="627471"/>
                  </a:lnTo>
                  <a:lnTo>
                    <a:pt x="39116" y="678964"/>
                  </a:lnTo>
                  <a:lnTo>
                    <a:pt x="39931" y="702275"/>
                  </a:lnTo>
                  <a:lnTo>
                    <a:pt x="40745" y="754866"/>
                  </a:lnTo>
                  <a:lnTo>
                    <a:pt x="41560" y="848677"/>
                  </a:lnTo>
                  <a:lnTo>
                    <a:pt x="42375" y="915887"/>
                  </a:lnTo>
                  <a:lnTo>
                    <a:pt x="43190" y="889781"/>
                  </a:lnTo>
                  <a:lnTo>
                    <a:pt x="44005" y="878965"/>
                  </a:lnTo>
                  <a:lnTo>
                    <a:pt x="44819" y="946875"/>
                  </a:lnTo>
                  <a:lnTo>
                    <a:pt x="45634" y="1094575"/>
                  </a:lnTo>
                  <a:lnTo>
                    <a:pt x="46449" y="1111220"/>
                  </a:lnTo>
                  <a:lnTo>
                    <a:pt x="47264" y="1081446"/>
                  </a:lnTo>
                  <a:lnTo>
                    <a:pt x="48078" y="1066022"/>
                  </a:lnTo>
                  <a:lnTo>
                    <a:pt x="48893" y="1083040"/>
                  </a:lnTo>
                  <a:lnTo>
                    <a:pt x="49708" y="1082663"/>
                  </a:lnTo>
                  <a:lnTo>
                    <a:pt x="50523" y="971070"/>
                  </a:lnTo>
                  <a:lnTo>
                    <a:pt x="51338" y="851590"/>
                  </a:lnTo>
                  <a:lnTo>
                    <a:pt x="52152" y="778653"/>
                  </a:lnTo>
                  <a:lnTo>
                    <a:pt x="52967" y="781007"/>
                  </a:lnTo>
                  <a:lnTo>
                    <a:pt x="53782" y="731106"/>
                  </a:lnTo>
                  <a:lnTo>
                    <a:pt x="54597" y="651705"/>
                  </a:lnTo>
                  <a:lnTo>
                    <a:pt x="55411" y="712114"/>
                  </a:lnTo>
                  <a:lnTo>
                    <a:pt x="56226" y="816015"/>
                  </a:lnTo>
                  <a:lnTo>
                    <a:pt x="57041" y="824248"/>
                  </a:lnTo>
                  <a:lnTo>
                    <a:pt x="57856" y="703191"/>
                  </a:lnTo>
                  <a:lnTo>
                    <a:pt x="58671" y="607354"/>
                  </a:lnTo>
                  <a:lnTo>
                    <a:pt x="59485" y="587229"/>
                  </a:lnTo>
                  <a:lnTo>
                    <a:pt x="60300" y="548849"/>
                  </a:lnTo>
                  <a:lnTo>
                    <a:pt x="61115" y="454689"/>
                  </a:lnTo>
                  <a:lnTo>
                    <a:pt x="61930" y="457749"/>
                  </a:lnTo>
                  <a:lnTo>
                    <a:pt x="62745" y="478186"/>
                  </a:lnTo>
                  <a:lnTo>
                    <a:pt x="63559" y="536545"/>
                  </a:lnTo>
                  <a:lnTo>
                    <a:pt x="64374" y="601119"/>
                  </a:lnTo>
                  <a:lnTo>
                    <a:pt x="65189" y="645306"/>
                  </a:lnTo>
                  <a:lnTo>
                    <a:pt x="66004" y="706717"/>
                  </a:lnTo>
                  <a:lnTo>
                    <a:pt x="66818" y="707702"/>
                  </a:lnTo>
                  <a:lnTo>
                    <a:pt x="67633" y="785726"/>
                  </a:lnTo>
                  <a:lnTo>
                    <a:pt x="68448" y="804485"/>
                  </a:lnTo>
                  <a:lnTo>
                    <a:pt x="69263" y="752127"/>
                  </a:lnTo>
                  <a:lnTo>
                    <a:pt x="70078" y="697158"/>
                  </a:lnTo>
                  <a:lnTo>
                    <a:pt x="70892" y="737530"/>
                  </a:lnTo>
                  <a:lnTo>
                    <a:pt x="71707" y="720593"/>
                  </a:lnTo>
                  <a:lnTo>
                    <a:pt x="72522" y="626494"/>
                  </a:lnTo>
                  <a:lnTo>
                    <a:pt x="73337" y="621051"/>
                  </a:lnTo>
                  <a:lnTo>
                    <a:pt x="74151" y="597235"/>
                  </a:lnTo>
                  <a:lnTo>
                    <a:pt x="74966" y="447302"/>
                  </a:lnTo>
                  <a:lnTo>
                    <a:pt x="75781" y="246622"/>
                  </a:lnTo>
                  <a:lnTo>
                    <a:pt x="76596" y="147705"/>
                  </a:lnTo>
                  <a:lnTo>
                    <a:pt x="77411" y="142570"/>
                  </a:lnTo>
                  <a:lnTo>
                    <a:pt x="78225" y="54535"/>
                  </a:lnTo>
                  <a:lnTo>
                    <a:pt x="79040" y="44404"/>
                  </a:lnTo>
                  <a:lnTo>
                    <a:pt x="79855" y="204285"/>
                  </a:lnTo>
                  <a:lnTo>
                    <a:pt x="80670" y="372358"/>
                  </a:lnTo>
                  <a:lnTo>
                    <a:pt x="81484" y="476026"/>
                  </a:lnTo>
                  <a:lnTo>
                    <a:pt x="82299" y="453679"/>
                  </a:lnTo>
                  <a:lnTo>
                    <a:pt x="83114" y="508320"/>
                  </a:lnTo>
                  <a:lnTo>
                    <a:pt x="83929" y="538048"/>
                  </a:lnTo>
                  <a:lnTo>
                    <a:pt x="84744" y="557090"/>
                  </a:lnTo>
                  <a:lnTo>
                    <a:pt x="85558" y="546104"/>
                  </a:lnTo>
                  <a:lnTo>
                    <a:pt x="86373" y="502965"/>
                  </a:lnTo>
                  <a:lnTo>
                    <a:pt x="87188" y="528020"/>
                  </a:lnTo>
                  <a:lnTo>
                    <a:pt x="88003" y="540179"/>
                  </a:lnTo>
                  <a:lnTo>
                    <a:pt x="88817" y="551098"/>
                  </a:lnTo>
                  <a:lnTo>
                    <a:pt x="89632" y="523123"/>
                  </a:lnTo>
                  <a:lnTo>
                    <a:pt x="90447" y="554286"/>
                  </a:lnTo>
                  <a:lnTo>
                    <a:pt x="91262" y="737367"/>
                  </a:lnTo>
                  <a:lnTo>
                    <a:pt x="92077" y="897563"/>
                  </a:lnTo>
                  <a:lnTo>
                    <a:pt x="92891" y="995707"/>
                  </a:lnTo>
                  <a:lnTo>
                    <a:pt x="93706" y="974059"/>
                  </a:lnTo>
                  <a:lnTo>
                    <a:pt x="94521" y="778921"/>
                  </a:lnTo>
                  <a:lnTo>
                    <a:pt x="95336" y="545071"/>
                  </a:lnTo>
                  <a:lnTo>
                    <a:pt x="96150" y="360748"/>
                  </a:lnTo>
                  <a:lnTo>
                    <a:pt x="96965" y="282546"/>
                  </a:lnTo>
                  <a:lnTo>
                    <a:pt x="97780" y="258303"/>
                  </a:lnTo>
                  <a:lnTo>
                    <a:pt x="98595" y="343395"/>
                  </a:lnTo>
                  <a:lnTo>
                    <a:pt x="99410" y="590626"/>
                  </a:lnTo>
                  <a:lnTo>
                    <a:pt x="100224" y="838858"/>
                  </a:lnTo>
                  <a:lnTo>
                    <a:pt x="101039" y="977950"/>
                  </a:lnTo>
                  <a:lnTo>
                    <a:pt x="101854" y="1048995"/>
                  </a:lnTo>
                  <a:lnTo>
                    <a:pt x="102669" y="1037987"/>
                  </a:lnTo>
                  <a:lnTo>
                    <a:pt x="103484" y="970930"/>
                  </a:lnTo>
                  <a:lnTo>
                    <a:pt x="104298" y="944193"/>
                  </a:lnTo>
                  <a:lnTo>
                    <a:pt x="105113" y="954879"/>
                  </a:lnTo>
                  <a:lnTo>
                    <a:pt x="105928" y="979840"/>
                  </a:lnTo>
                  <a:lnTo>
                    <a:pt x="106743" y="1025632"/>
                  </a:lnTo>
                  <a:lnTo>
                    <a:pt x="107557" y="1030136"/>
                  </a:lnTo>
                  <a:lnTo>
                    <a:pt x="108372" y="1098009"/>
                  </a:lnTo>
                  <a:lnTo>
                    <a:pt x="109187" y="1057377"/>
                  </a:lnTo>
                  <a:lnTo>
                    <a:pt x="110002" y="1018580"/>
                  </a:lnTo>
                  <a:lnTo>
                    <a:pt x="110817" y="1048751"/>
                  </a:lnTo>
                  <a:lnTo>
                    <a:pt x="111631" y="1054469"/>
                  </a:lnTo>
                  <a:lnTo>
                    <a:pt x="112446" y="975348"/>
                  </a:lnTo>
                  <a:lnTo>
                    <a:pt x="113261" y="705400"/>
                  </a:lnTo>
                  <a:lnTo>
                    <a:pt x="114076" y="543987"/>
                  </a:lnTo>
                  <a:lnTo>
                    <a:pt x="114890" y="398454"/>
                  </a:lnTo>
                  <a:lnTo>
                    <a:pt x="115705" y="151384"/>
                  </a:lnTo>
                  <a:lnTo>
                    <a:pt x="116520" y="0"/>
                  </a:lnTo>
                  <a:lnTo>
                    <a:pt x="117335" y="131334"/>
                  </a:lnTo>
                  <a:lnTo>
                    <a:pt x="118150" y="429868"/>
                  </a:lnTo>
                  <a:lnTo>
                    <a:pt x="118964" y="673065"/>
                  </a:lnTo>
                  <a:lnTo>
                    <a:pt x="119779" y="880332"/>
                  </a:lnTo>
                  <a:lnTo>
                    <a:pt x="120594" y="1110625"/>
                  </a:lnTo>
                  <a:lnTo>
                    <a:pt x="121409" y="1231243"/>
                  </a:lnTo>
                  <a:lnTo>
                    <a:pt x="122223" y="1225482"/>
                  </a:lnTo>
                  <a:lnTo>
                    <a:pt x="123038" y="1225315"/>
                  </a:lnTo>
                  <a:lnTo>
                    <a:pt x="123853" y="1182554"/>
                  </a:lnTo>
                  <a:lnTo>
                    <a:pt x="124668" y="1145261"/>
                  </a:lnTo>
                  <a:lnTo>
                    <a:pt x="125483" y="1142195"/>
                  </a:lnTo>
                  <a:lnTo>
                    <a:pt x="126297" y="1110537"/>
                  </a:lnTo>
                  <a:lnTo>
                    <a:pt x="127112" y="1085051"/>
                  </a:lnTo>
                  <a:lnTo>
                    <a:pt x="127927" y="1004835"/>
                  </a:lnTo>
                  <a:lnTo>
                    <a:pt x="128742" y="946858"/>
                  </a:lnTo>
                  <a:lnTo>
                    <a:pt x="129556" y="873337"/>
                  </a:lnTo>
                  <a:lnTo>
                    <a:pt x="130371" y="769367"/>
                  </a:lnTo>
                  <a:lnTo>
                    <a:pt x="131186" y="725889"/>
                  </a:lnTo>
                  <a:lnTo>
                    <a:pt x="132001" y="721874"/>
                  </a:lnTo>
                  <a:lnTo>
                    <a:pt x="132816" y="730005"/>
                  </a:lnTo>
                  <a:lnTo>
                    <a:pt x="133630" y="766627"/>
                  </a:lnTo>
                  <a:lnTo>
                    <a:pt x="134445" y="851208"/>
                  </a:lnTo>
                  <a:lnTo>
                    <a:pt x="135260" y="959443"/>
                  </a:lnTo>
                  <a:lnTo>
                    <a:pt x="136075" y="1043368"/>
                  </a:lnTo>
                  <a:lnTo>
                    <a:pt x="136889" y="1076565"/>
                  </a:lnTo>
                  <a:lnTo>
                    <a:pt x="137704" y="1088435"/>
                  </a:lnTo>
                  <a:lnTo>
                    <a:pt x="138519" y="1141589"/>
                  </a:lnTo>
                  <a:lnTo>
                    <a:pt x="139334" y="1167818"/>
                  </a:lnTo>
                  <a:lnTo>
                    <a:pt x="140149" y="1108320"/>
                  </a:lnTo>
                  <a:lnTo>
                    <a:pt x="140963" y="1023458"/>
                  </a:lnTo>
                  <a:lnTo>
                    <a:pt x="141778" y="1012359"/>
                  </a:lnTo>
                  <a:lnTo>
                    <a:pt x="142593" y="1027992"/>
                  </a:lnTo>
                  <a:lnTo>
                    <a:pt x="143408" y="943226"/>
                  </a:lnTo>
                  <a:lnTo>
                    <a:pt x="144223" y="912304"/>
                  </a:lnTo>
                  <a:lnTo>
                    <a:pt x="145037" y="917339"/>
                  </a:lnTo>
                  <a:lnTo>
                    <a:pt x="145852" y="897180"/>
                  </a:lnTo>
                  <a:lnTo>
                    <a:pt x="146667" y="907223"/>
                  </a:lnTo>
                  <a:lnTo>
                    <a:pt x="147482" y="1025943"/>
                  </a:lnTo>
                  <a:lnTo>
                    <a:pt x="148296" y="1157654"/>
                  </a:lnTo>
                  <a:lnTo>
                    <a:pt x="149111" y="1189613"/>
                  </a:lnTo>
                  <a:lnTo>
                    <a:pt x="149926" y="1172767"/>
                  </a:lnTo>
                  <a:lnTo>
                    <a:pt x="150741" y="1217708"/>
                  </a:lnTo>
                  <a:lnTo>
                    <a:pt x="151556" y="1222563"/>
                  </a:lnTo>
                  <a:lnTo>
                    <a:pt x="152370" y="1148589"/>
                  </a:lnTo>
                  <a:lnTo>
                    <a:pt x="153185" y="1112611"/>
                  </a:lnTo>
                  <a:lnTo>
                    <a:pt x="154000" y="1111574"/>
                  </a:lnTo>
                  <a:lnTo>
                    <a:pt x="154815" y="1182884"/>
                  </a:lnTo>
                  <a:lnTo>
                    <a:pt x="155629" y="1242962"/>
                  </a:lnTo>
                  <a:lnTo>
                    <a:pt x="156444" y="1259485"/>
                  </a:lnTo>
                  <a:lnTo>
                    <a:pt x="157259" y="1238392"/>
                  </a:lnTo>
                  <a:lnTo>
                    <a:pt x="158074" y="1167422"/>
                  </a:lnTo>
                  <a:lnTo>
                    <a:pt x="158889" y="1050728"/>
                  </a:lnTo>
                  <a:lnTo>
                    <a:pt x="159703" y="865656"/>
                  </a:lnTo>
                  <a:lnTo>
                    <a:pt x="160518" y="725371"/>
                  </a:lnTo>
                  <a:lnTo>
                    <a:pt x="161333" y="591910"/>
                  </a:lnTo>
                  <a:lnTo>
                    <a:pt x="162148" y="575654"/>
                  </a:lnTo>
                  <a:lnTo>
                    <a:pt x="162962" y="572021"/>
                  </a:lnTo>
                  <a:lnTo>
                    <a:pt x="163777" y="638814"/>
                  </a:lnTo>
                  <a:lnTo>
                    <a:pt x="164592" y="802670"/>
                  </a:lnTo>
                  <a:lnTo>
                    <a:pt x="165407" y="890228"/>
                  </a:lnTo>
                  <a:lnTo>
                    <a:pt x="166222" y="947145"/>
                  </a:lnTo>
                  <a:lnTo>
                    <a:pt x="167036" y="886122"/>
                  </a:lnTo>
                  <a:lnTo>
                    <a:pt x="167851" y="904410"/>
                  </a:lnTo>
                  <a:lnTo>
                    <a:pt x="168666" y="912191"/>
                  </a:lnTo>
                  <a:lnTo>
                    <a:pt x="169481" y="810460"/>
                  </a:lnTo>
                  <a:lnTo>
                    <a:pt x="170295" y="772876"/>
                  </a:lnTo>
                  <a:lnTo>
                    <a:pt x="171110" y="764069"/>
                  </a:lnTo>
                  <a:lnTo>
                    <a:pt x="171925" y="763354"/>
                  </a:lnTo>
                  <a:lnTo>
                    <a:pt x="172740" y="788921"/>
                  </a:lnTo>
                  <a:lnTo>
                    <a:pt x="173555" y="823708"/>
                  </a:lnTo>
                  <a:lnTo>
                    <a:pt x="174369" y="906912"/>
                  </a:lnTo>
                  <a:lnTo>
                    <a:pt x="175184" y="944444"/>
                  </a:lnTo>
                  <a:lnTo>
                    <a:pt x="175999" y="1016630"/>
                  </a:lnTo>
                  <a:lnTo>
                    <a:pt x="176814" y="1115717"/>
                  </a:lnTo>
                  <a:lnTo>
                    <a:pt x="177628" y="1146463"/>
                  </a:lnTo>
                  <a:lnTo>
                    <a:pt x="178443" y="1153795"/>
                  </a:lnTo>
                  <a:lnTo>
                    <a:pt x="179258" y="1206845"/>
                  </a:lnTo>
                  <a:lnTo>
                    <a:pt x="180073" y="1208114"/>
                  </a:lnTo>
                  <a:lnTo>
                    <a:pt x="180888" y="1066823"/>
                  </a:lnTo>
                  <a:lnTo>
                    <a:pt x="181702" y="905594"/>
                  </a:lnTo>
                  <a:lnTo>
                    <a:pt x="182517" y="801567"/>
                  </a:lnTo>
                  <a:lnTo>
                    <a:pt x="183332" y="653586"/>
                  </a:lnTo>
                  <a:lnTo>
                    <a:pt x="184147" y="475956"/>
                  </a:lnTo>
                  <a:lnTo>
                    <a:pt x="184962" y="369264"/>
                  </a:lnTo>
                  <a:lnTo>
                    <a:pt x="185776" y="432247"/>
                  </a:lnTo>
                  <a:lnTo>
                    <a:pt x="186591" y="437503"/>
                  </a:lnTo>
                  <a:lnTo>
                    <a:pt x="187406" y="379363"/>
                  </a:lnTo>
                  <a:lnTo>
                    <a:pt x="188221" y="471384"/>
                  </a:lnTo>
                  <a:lnTo>
                    <a:pt x="189035" y="603354"/>
                  </a:lnTo>
                  <a:lnTo>
                    <a:pt x="189850" y="749220"/>
                  </a:lnTo>
                  <a:lnTo>
                    <a:pt x="190665" y="804230"/>
                  </a:lnTo>
                  <a:lnTo>
                    <a:pt x="191480" y="850753"/>
                  </a:lnTo>
                  <a:lnTo>
                    <a:pt x="192295" y="886684"/>
                  </a:lnTo>
                  <a:lnTo>
                    <a:pt x="193109" y="853227"/>
                  </a:lnTo>
                  <a:lnTo>
                    <a:pt x="193924" y="785126"/>
                  </a:lnTo>
                  <a:lnTo>
                    <a:pt x="194739" y="735372"/>
                  </a:lnTo>
                  <a:lnTo>
                    <a:pt x="195554" y="709159"/>
                  </a:lnTo>
                  <a:lnTo>
                    <a:pt x="196368" y="683200"/>
                  </a:lnTo>
                  <a:lnTo>
                    <a:pt x="197183" y="642157"/>
                  </a:lnTo>
                  <a:lnTo>
                    <a:pt x="197998" y="588827"/>
                  </a:lnTo>
                  <a:lnTo>
                    <a:pt x="198813" y="555399"/>
                  </a:lnTo>
                  <a:lnTo>
                    <a:pt x="199628" y="415584"/>
                  </a:lnTo>
                  <a:lnTo>
                    <a:pt x="200442" y="311446"/>
                  </a:lnTo>
                  <a:lnTo>
                    <a:pt x="201257" y="350468"/>
                  </a:lnTo>
                  <a:lnTo>
                    <a:pt x="202072" y="457005"/>
                  </a:lnTo>
                  <a:lnTo>
                    <a:pt x="202887" y="507780"/>
                  </a:lnTo>
                  <a:lnTo>
                    <a:pt x="203701" y="602131"/>
                  </a:lnTo>
                  <a:lnTo>
                    <a:pt x="204516" y="771147"/>
                  </a:lnTo>
                  <a:lnTo>
                    <a:pt x="205331" y="848933"/>
                  </a:lnTo>
                  <a:lnTo>
                    <a:pt x="206146" y="922484"/>
                  </a:lnTo>
                  <a:lnTo>
                    <a:pt x="206961" y="982536"/>
                  </a:lnTo>
                  <a:lnTo>
                    <a:pt x="207775" y="973273"/>
                  </a:lnTo>
                  <a:lnTo>
                    <a:pt x="208590" y="867274"/>
                  </a:lnTo>
                  <a:lnTo>
                    <a:pt x="209405" y="802488"/>
                  </a:lnTo>
                  <a:lnTo>
                    <a:pt x="210220" y="804012"/>
                  </a:lnTo>
                  <a:lnTo>
                    <a:pt x="211034" y="741516"/>
                  </a:lnTo>
                  <a:lnTo>
                    <a:pt x="211849" y="657325"/>
                  </a:lnTo>
                  <a:lnTo>
                    <a:pt x="212664" y="718462"/>
                  </a:lnTo>
                  <a:lnTo>
                    <a:pt x="213479" y="793652"/>
                  </a:lnTo>
                  <a:lnTo>
                    <a:pt x="214294" y="769754"/>
                  </a:lnTo>
                  <a:lnTo>
                    <a:pt x="215108" y="755137"/>
                  </a:lnTo>
                  <a:lnTo>
                    <a:pt x="215923" y="794668"/>
                  </a:lnTo>
                  <a:lnTo>
                    <a:pt x="216738" y="819169"/>
                  </a:lnTo>
                  <a:lnTo>
                    <a:pt x="217553" y="850831"/>
                  </a:lnTo>
                  <a:lnTo>
                    <a:pt x="218367" y="921171"/>
                  </a:lnTo>
                  <a:lnTo>
                    <a:pt x="219182" y="1023786"/>
                  </a:lnTo>
                  <a:lnTo>
                    <a:pt x="219997" y="1052001"/>
                  </a:lnTo>
                  <a:lnTo>
                    <a:pt x="220812" y="1029436"/>
                  </a:lnTo>
                  <a:lnTo>
                    <a:pt x="221627" y="1034219"/>
                  </a:lnTo>
                  <a:lnTo>
                    <a:pt x="222441" y="927047"/>
                  </a:lnTo>
                  <a:lnTo>
                    <a:pt x="223256" y="865941"/>
                  </a:lnTo>
                  <a:lnTo>
                    <a:pt x="224071" y="924902"/>
                  </a:lnTo>
                  <a:lnTo>
                    <a:pt x="224886" y="1034148"/>
                  </a:lnTo>
                  <a:lnTo>
                    <a:pt x="225701" y="1102516"/>
                  </a:lnTo>
                  <a:lnTo>
                    <a:pt x="226515" y="1137507"/>
                  </a:lnTo>
                  <a:lnTo>
                    <a:pt x="227330" y="1206645"/>
                  </a:lnTo>
                  <a:lnTo>
                    <a:pt x="228145" y="1199175"/>
                  </a:lnTo>
                  <a:lnTo>
                    <a:pt x="228960" y="1067238"/>
                  </a:lnTo>
                  <a:lnTo>
                    <a:pt x="229774" y="971168"/>
                  </a:lnTo>
                  <a:lnTo>
                    <a:pt x="230589" y="897463"/>
                  </a:lnTo>
                  <a:lnTo>
                    <a:pt x="231404" y="828415"/>
                  </a:lnTo>
                  <a:lnTo>
                    <a:pt x="232219" y="848371"/>
                  </a:lnTo>
                  <a:lnTo>
                    <a:pt x="233034" y="916949"/>
                  </a:lnTo>
                  <a:lnTo>
                    <a:pt x="233848" y="988816"/>
                  </a:lnTo>
                  <a:lnTo>
                    <a:pt x="234663" y="1023515"/>
                  </a:lnTo>
                  <a:lnTo>
                    <a:pt x="235478" y="1094401"/>
                  </a:lnTo>
                  <a:lnTo>
                    <a:pt x="236293" y="1138207"/>
                  </a:lnTo>
                  <a:lnTo>
                    <a:pt x="237107" y="1152304"/>
                  </a:lnTo>
                  <a:lnTo>
                    <a:pt x="237922" y="1186728"/>
                  </a:lnTo>
                  <a:lnTo>
                    <a:pt x="238737" y="1190288"/>
                  </a:lnTo>
                  <a:lnTo>
                    <a:pt x="239552" y="1160483"/>
                  </a:lnTo>
                  <a:lnTo>
                    <a:pt x="240367" y="1146408"/>
                  </a:lnTo>
                  <a:lnTo>
                    <a:pt x="241181" y="1187516"/>
                  </a:lnTo>
                  <a:lnTo>
                    <a:pt x="241996" y="1146974"/>
                  </a:lnTo>
                  <a:lnTo>
                    <a:pt x="242811" y="1053438"/>
                  </a:lnTo>
                  <a:lnTo>
                    <a:pt x="243626" y="1021339"/>
                  </a:lnTo>
                  <a:lnTo>
                    <a:pt x="244440" y="1061033"/>
                  </a:lnTo>
                  <a:lnTo>
                    <a:pt x="245255" y="1065901"/>
                  </a:lnTo>
                  <a:lnTo>
                    <a:pt x="246070" y="990927"/>
                  </a:lnTo>
                  <a:lnTo>
                    <a:pt x="246885" y="978407"/>
                  </a:lnTo>
                  <a:lnTo>
                    <a:pt x="247700" y="1018258"/>
                  </a:lnTo>
                  <a:lnTo>
                    <a:pt x="248514" y="1066864"/>
                  </a:lnTo>
                  <a:lnTo>
                    <a:pt x="249329" y="1065313"/>
                  </a:lnTo>
                  <a:lnTo>
                    <a:pt x="250144" y="954689"/>
                  </a:lnTo>
                  <a:lnTo>
                    <a:pt x="250959" y="800179"/>
                  </a:lnTo>
                  <a:lnTo>
                    <a:pt x="251773" y="640339"/>
                  </a:lnTo>
                  <a:lnTo>
                    <a:pt x="252588" y="557597"/>
                  </a:lnTo>
                  <a:lnTo>
                    <a:pt x="253403" y="542815"/>
                  </a:lnTo>
                  <a:lnTo>
                    <a:pt x="254218" y="560512"/>
                  </a:lnTo>
                  <a:lnTo>
                    <a:pt x="255033" y="642388"/>
                  </a:lnTo>
                  <a:lnTo>
                    <a:pt x="255847" y="848801"/>
                  </a:lnTo>
                  <a:lnTo>
                    <a:pt x="256662" y="1012408"/>
                  </a:lnTo>
                  <a:lnTo>
                    <a:pt x="257477" y="935578"/>
                  </a:lnTo>
                  <a:lnTo>
                    <a:pt x="258292" y="819684"/>
                  </a:lnTo>
                  <a:lnTo>
                    <a:pt x="259106" y="759028"/>
                  </a:lnTo>
                  <a:lnTo>
                    <a:pt x="259921" y="756690"/>
                  </a:lnTo>
                  <a:lnTo>
                    <a:pt x="260736" y="682514"/>
                  </a:lnTo>
                  <a:lnTo>
                    <a:pt x="261551" y="530269"/>
                  </a:lnTo>
                  <a:lnTo>
                    <a:pt x="262366" y="581580"/>
                  </a:lnTo>
                  <a:lnTo>
                    <a:pt x="263180" y="656239"/>
                  </a:lnTo>
                  <a:lnTo>
                    <a:pt x="263995" y="603839"/>
                  </a:lnTo>
                  <a:lnTo>
                    <a:pt x="264810" y="546414"/>
                  </a:lnTo>
                  <a:lnTo>
                    <a:pt x="265625" y="525915"/>
                  </a:lnTo>
                  <a:lnTo>
                    <a:pt x="266440" y="603747"/>
                  </a:lnTo>
                  <a:lnTo>
                    <a:pt x="267254" y="504375"/>
                  </a:lnTo>
                  <a:lnTo>
                    <a:pt x="268069" y="320463"/>
                  </a:lnTo>
                  <a:lnTo>
                    <a:pt x="268884" y="279167"/>
                  </a:lnTo>
                  <a:lnTo>
                    <a:pt x="269699" y="195209"/>
                  </a:lnTo>
                  <a:lnTo>
                    <a:pt x="270513" y="198125"/>
                  </a:lnTo>
                  <a:lnTo>
                    <a:pt x="271328" y="287761"/>
                  </a:lnTo>
                  <a:lnTo>
                    <a:pt x="272143" y="437444"/>
                  </a:lnTo>
                  <a:lnTo>
                    <a:pt x="272958" y="526881"/>
                  </a:lnTo>
                  <a:lnTo>
                    <a:pt x="273773" y="566484"/>
                  </a:lnTo>
                  <a:lnTo>
                    <a:pt x="274587" y="676270"/>
                  </a:lnTo>
                  <a:lnTo>
                    <a:pt x="275402" y="634776"/>
                  </a:lnTo>
                  <a:lnTo>
                    <a:pt x="276217" y="523591"/>
                  </a:lnTo>
                  <a:lnTo>
                    <a:pt x="277032" y="501968"/>
                  </a:lnTo>
                  <a:lnTo>
                    <a:pt x="277846" y="552803"/>
                  </a:lnTo>
                  <a:lnTo>
                    <a:pt x="278661" y="582511"/>
                  </a:lnTo>
                  <a:lnTo>
                    <a:pt x="279476" y="568471"/>
                  </a:lnTo>
                  <a:lnTo>
                    <a:pt x="280291" y="660457"/>
                  </a:lnTo>
                  <a:lnTo>
                    <a:pt x="281106" y="808424"/>
                  </a:lnTo>
                  <a:lnTo>
                    <a:pt x="281920" y="896219"/>
                  </a:lnTo>
                  <a:lnTo>
                    <a:pt x="282735" y="915215"/>
                  </a:lnTo>
                  <a:lnTo>
                    <a:pt x="283550" y="851258"/>
                  </a:lnTo>
                  <a:lnTo>
                    <a:pt x="284365" y="810846"/>
                  </a:lnTo>
                  <a:lnTo>
                    <a:pt x="285179" y="717594"/>
                  </a:lnTo>
                  <a:lnTo>
                    <a:pt x="285994" y="539135"/>
                  </a:lnTo>
                  <a:lnTo>
                    <a:pt x="286809" y="449166"/>
                  </a:lnTo>
                  <a:lnTo>
                    <a:pt x="287624" y="530880"/>
                  </a:lnTo>
                  <a:lnTo>
                    <a:pt x="288439" y="645018"/>
                  </a:lnTo>
                  <a:lnTo>
                    <a:pt x="289253" y="718285"/>
                  </a:lnTo>
                  <a:lnTo>
                    <a:pt x="290068" y="860506"/>
                  </a:lnTo>
                  <a:lnTo>
                    <a:pt x="290883" y="1048677"/>
                  </a:lnTo>
                  <a:lnTo>
                    <a:pt x="291698" y="1149687"/>
                  </a:lnTo>
                  <a:lnTo>
                    <a:pt x="292512" y="1148636"/>
                  </a:lnTo>
                  <a:lnTo>
                    <a:pt x="293327" y="1183496"/>
                  </a:lnTo>
                  <a:lnTo>
                    <a:pt x="294142" y="1225419"/>
                  </a:lnTo>
                  <a:lnTo>
                    <a:pt x="294957" y="1199416"/>
                  </a:lnTo>
                  <a:lnTo>
                    <a:pt x="295772" y="1184203"/>
                  </a:lnTo>
                  <a:lnTo>
                    <a:pt x="296586" y="1159720"/>
                  </a:lnTo>
                  <a:lnTo>
                    <a:pt x="297401" y="1149229"/>
                  </a:lnTo>
                  <a:lnTo>
                    <a:pt x="298216" y="1149229"/>
                  </a:lnTo>
                  <a:lnTo>
                    <a:pt x="299031" y="1163194"/>
                  </a:lnTo>
                  <a:lnTo>
                    <a:pt x="299845" y="1205373"/>
                  </a:lnTo>
                  <a:lnTo>
                    <a:pt x="300660" y="1161423"/>
                  </a:lnTo>
                  <a:lnTo>
                    <a:pt x="301475" y="1157532"/>
                  </a:lnTo>
                  <a:lnTo>
                    <a:pt x="302290" y="1168024"/>
                  </a:lnTo>
                  <a:lnTo>
                    <a:pt x="303105" y="1168026"/>
                  </a:lnTo>
                  <a:lnTo>
                    <a:pt x="303919" y="1168026"/>
                  </a:lnTo>
                  <a:lnTo>
                    <a:pt x="304734" y="1168921"/>
                  </a:lnTo>
                  <a:lnTo>
                    <a:pt x="305549" y="1198554"/>
                  </a:lnTo>
                  <a:lnTo>
                    <a:pt x="306364" y="1226926"/>
                  </a:lnTo>
                  <a:lnTo>
                    <a:pt x="307179" y="1226928"/>
                  </a:lnTo>
                  <a:lnTo>
                    <a:pt x="307993" y="1236994"/>
                  </a:lnTo>
                  <a:lnTo>
                    <a:pt x="308808" y="1272887"/>
                  </a:lnTo>
                  <a:lnTo>
                    <a:pt x="309623" y="1288693"/>
                  </a:lnTo>
                  <a:lnTo>
                    <a:pt x="310437" y="131821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1878133" y="2838607"/>
              <a:ext cx="26168" cy="423869"/>
            </a:xfrm>
            <a:custGeom>
              <a:avLst/>
              <a:pathLst>
                <a:path w="26168" h="423869">
                  <a:moveTo>
                    <a:pt x="0" y="423869"/>
                  </a:moveTo>
                  <a:lnTo>
                    <a:pt x="813" y="413813"/>
                  </a:lnTo>
                  <a:lnTo>
                    <a:pt x="1628" y="377920"/>
                  </a:lnTo>
                  <a:lnTo>
                    <a:pt x="2443" y="365139"/>
                  </a:lnTo>
                  <a:lnTo>
                    <a:pt x="3258" y="365139"/>
                  </a:lnTo>
                  <a:lnTo>
                    <a:pt x="4073" y="365139"/>
                  </a:lnTo>
                  <a:lnTo>
                    <a:pt x="4887" y="294241"/>
                  </a:lnTo>
                  <a:lnTo>
                    <a:pt x="5702" y="198240"/>
                  </a:lnTo>
                  <a:lnTo>
                    <a:pt x="6517" y="153655"/>
                  </a:lnTo>
                  <a:lnTo>
                    <a:pt x="7332" y="80906"/>
                  </a:lnTo>
                  <a:lnTo>
                    <a:pt x="8146" y="35865"/>
                  </a:lnTo>
                  <a:lnTo>
                    <a:pt x="8961" y="0"/>
                  </a:lnTo>
                  <a:lnTo>
                    <a:pt x="9776" y="70900"/>
                  </a:lnTo>
                  <a:lnTo>
                    <a:pt x="10591" y="166901"/>
                  </a:lnTo>
                  <a:lnTo>
                    <a:pt x="11406" y="186529"/>
                  </a:lnTo>
                  <a:lnTo>
                    <a:pt x="12220" y="198902"/>
                  </a:lnTo>
                  <a:lnTo>
                    <a:pt x="13035" y="238002"/>
                  </a:lnTo>
                  <a:lnTo>
                    <a:pt x="13850" y="273867"/>
                  </a:lnTo>
                  <a:lnTo>
                    <a:pt x="14665" y="273867"/>
                  </a:lnTo>
                  <a:lnTo>
                    <a:pt x="15479" y="273867"/>
                  </a:lnTo>
                  <a:lnTo>
                    <a:pt x="16294" y="298822"/>
                  </a:lnTo>
                  <a:lnTo>
                    <a:pt x="17109" y="340863"/>
                  </a:lnTo>
                  <a:lnTo>
                    <a:pt x="17924" y="248440"/>
                  </a:lnTo>
                  <a:lnTo>
                    <a:pt x="18739" y="124926"/>
                  </a:lnTo>
                  <a:lnTo>
                    <a:pt x="19553" y="99211"/>
                  </a:lnTo>
                  <a:lnTo>
                    <a:pt x="20368" y="108696"/>
                  </a:lnTo>
                  <a:lnTo>
                    <a:pt x="21183" y="64054"/>
                  </a:lnTo>
                  <a:lnTo>
                    <a:pt x="21998" y="35339"/>
                  </a:lnTo>
                  <a:lnTo>
                    <a:pt x="22812" y="163835"/>
                  </a:lnTo>
                  <a:lnTo>
                    <a:pt x="23627" y="320962"/>
                  </a:lnTo>
                  <a:lnTo>
                    <a:pt x="24442" y="366152"/>
                  </a:lnTo>
                  <a:lnTo>
                    <a:pt x="25257" y="392448"/>
                  </a:lnTo>
                  <a:lnTo>
                    <a:pt x="26072" y="420361"/>
                  </a:lnTo>
                  <a:lnTo>
                    <a:pt x="26168" y="42386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1906021" y="3208084"/>
              <a:ext cx="5209" cy="54392"/>
            </a:xfrm>
            <a:custGeom>
              <a:avLst/>
              <a:pathLst>
                <a:path w="5209" h="54392">
                  <a:moveTo>
                    <a:pt x="0" y="54392"/>
                  </a:moveTo>
                  <a:lnTo>
                    <a:pt x="628" y="28478"/>
                  </a:lnTo>
                  <a:lnTo>
                    <a:pt x="1442" y="44005"/>
                  </a:lnTo>
                  <a:lnTo>
                    <a:pt x="2257" y="16056"/>
                  </a:lnTo>
                  <a:lnTo>
                    <a:pt x="3072" y="0"/>
                  </a:lnTo>
                  <a:lnTo>
                    <a:pt x="3887" y="29007"/>
                  </a:lnTo>
                  <a:lnTo>
                    <a:pt x="4702" y="28963"/>
                  </a:lnTo>
                  <a:lnTo>
                    <a:pt x="5209" y="5439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1911932" y="3177773"/>
              <a:ext cx="5812" cy="84703"/>
            </a:xfrm>
            <a:custGeom>
              <a:avLst/>
              <a:pathLst>
                <a:path w="5812" h="84703">
                  <a:moveTo>
                    <a:pt x="0" y="84703"/>
                  </a:moveTo>
                  <a:lnTo>
                    <a:pt x="421" y="68211"/>
                  </a:lnTo>
                  <a:lnTo>
                    <a:pt x="1235" y="0"/>
                  </a:lnTo>
                  <a:lnTo>
                    <a:pt x="2050" y="11518"/>
                  </a:lnTo>
                  <a:lnTo>
                    <a:pt x="2865" y="2637"/>
                  </a:lnTo>
                  <a:lnTo>
                    <a:pt x="3680" y="26383"/>
                  </a:lnTo>
                  <a:lnTo>
                    <a:pt x="4494" y="30867"/>
                  </a:lnTo>
                  <a:lnTo>
                    <a:pt x="5309" y="52613"/>
                  </a:lnTo>
                  <a:lnTo>
                    <a:pt x="5812" y="8470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1918790" y="2977273"/>
              <a:ext cx="16750" cy="285203"/>
            </a:xfrm>
            <a:custGeom>
              <a:avLst/>
              <a:pathLst>
                <a:path w="16750" h="285203">
                  <a:moveTo>
                    <a:pt x="0" y="285203"/>
                  </a:moveTo>
                  <a:lnTo>
                    <a:pt x="81" y="282994"/>
                  </a:lnTo>
                  <a:lnTo>
                    <a:pt x="896" y="272112"/>
                  </a:lnTo>
                  <a:lnTo>
                    <a:pt x="1711" y="247713"/>
                  </a:lnTo>
                  <a:lnTo>
                    <a:pt x="2525" y="231075"/>
                  </a:lnTo>
                  <a:lnTo>
                    <a:pt x="3340" y="240394"/>
                  </a:lnTo>
                  <a:lnTo>
                    <a:pt x="4155" y="255662"/>
                  </a:lnTo>
                  <a:lnTo>
                    <a:pt x="4970" y="258735"/>
                  </a:lnTo>
                  <a:lnTo>
                    <a:pt x="5785" y="223155"/>
                  </a:lnTo>
                  <a:lnTo>
                    <a:pt x="6599" y="194073"/>
                  </a:lnTo>
                  <a:lnTo>
                    <a:pt x="7414" y="165025"/>
                  </a:lnTo>
                  <a:lnTo>
                    <a:pt x="8229" y="90644"/>
                  </a:lnTo>
                  <a:lnTo>
                    <a:pt x="9044" y="37697"/>
                  </a:lnTo>
                  <a:lnTo>
                    <a:pt x="9858" y="70806"/>
                  </a:lnTo>
                  <a:lnTo>
                    <a:pt x="10673" y="109383"/>
                  </a:lnTo>
                  <a:lnTo>
                    <a:pt x="11488" y="64343"/>
                  </a:lnTo>
                  <a:lnTo>
                    <a:pt x="12303" y="2397"/>
                  </a:lnTo>
                  <a:lnTo>
                    <a:pt x="13118" y="0"/>
                  </a:lnTo>
                  <a:lnTo>
                    <a:pt x="13932" y="46709"/>
                  </a:lnTo>
                  <a:lnTo>
                    <a:pt x="14747" y="68670"/>
                  </a:lnTo>
                  <a:lnTo>
                    <a:pt x="15562" y="106568"/>
                  </a:lnTo>
                  <a:lnTo>
                    <a:pt x="16377" y="241658"/>
                  </a:lnTo>
                  <a:lnTo>
                    <a:pt x="16750" y="28520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1940167" y="2881197"/>
              <a:ext cx="25850" cy="381279"/>
            </a:xfrm>
            <a:custGeom>
              <a:avLst/>
              <a:pathLst>
                <a:path w="25850" h="381279">
                  <a:moveTo>
                    <a:pt x="0" y="381279"/>
                  </a:moveTo>
                  <a:lnTo>
                    <a:pt x="703" y="275959"/>
                  </a:lnTo>
                  <a:lnTo>
                    <a:pt x="1517" y="153804"/>
                  </a:lnTo>
                  <a:lnTo>
                    <a:pt x="2332" y="121294"/>
                  </a:lnTo>
                  <a:lnTo>
                    <a:pt x="3147" y="157189"/>
                  </a:lnTo>
                  <a:lnTo>
                    <a:pt x="3962" y="162896"/>
                  </a:lnTo>
                  <a:lnTo>
                    <a:pt x="4777" y="184291"/>
                  </a:lnTo>
                  <a:lnTo>
                    <a:pt x="5591" y="201400"/>
                  </a:lnTo>
                  <a:lnTo>
                    <a:pt x="6406" y="218869"/>
                  </a:lnTo>
                  <a:lnTo>
                    <a:pt x="7221" y="213481"/>
                  </a:lnTo>
                  <a:lnTo>
                    <a:pt x="8036" y="169276"/>
                  </a:lnTo>
                  <a:lnTo>
                    <a:pt x="8850" y="114532"/>
                  </a:lnTo>
                  <a:lnTo>
                    <a:pt x="9665" y="107288"/>
                  </a:lnTo>
                  <a:lnTo>
                    <a:pt x="10480" y="226257"/>
                  </a:lnTo>
                  <a:lnTo>
                    <a:pt x="11295" y="320778"/>
                  </a:lnTo>
                  <a:lnTo>
                    <a:pt x="12110" y="286879"/>
                  </a:lnTo>
                  <a:lnTo>
                    <a:pt x="12924" y="259301"/>
                  </a:lnTo>
                  <a:lnTo>
                    <a:pt x="13739" y="310253"/>
                  </a:lnTo>
                  <a:lnTo>
                    <a:pt x="14554" y="346459"/>
                  </a:lnTo>
                  <a:lnTo>
                    <a:pt x="15369" y="299673"/>
                  </a:lnTo>
                  <a:lnTo>
                    <a:pt x="16184" y="216933"/>
                  </a:lnTo>
                  <a:lnTo>
                    <a:pt x="16998" y="189292"/>
                  </a:lnTo>
                  <a:lnTo>
                    <a:pt x="17813" y="230919"/>
                  </a:lnTo>
                  <a:lnTo>
                    <a:pt x="18628" y="251281"/>
                  </a:lnTo>
                  <a:lnTo>
                    <a:pt x="19443" y="184289"/>
                  </a:lnTo>
                  <a:lnTo>
                    <a:pt x="20257" y="44966"/>
                  </a:lnTo>
                  <a:lnTo>
                    <a:pt x="21072" y="0"/>
                  </a:lnTo>
                  <a:lnTo>
                    <a:pt x="21887" y="29742"/>
                  </a:lnTo>
                  <a:lnTo>
                    <a:pt x="22702" y="24005"/>
                  </a:lnTo>
                  <a:lnTo>
                    <a:pt x="23517" y="20748"/>
                  </a:lnTo>
                  <a:lnTo>
                    <a:pt x="24331" y="116187"/>
                  </a:lnTo>
                  <a:lnTo>
                    <a:pt x="25146" y="270765"/>
                  </a:lnTo>
                  <a:lnTo>
                    <a:pt x="25850" y="38127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1969923" y="2869446"/>
              <a:ext cx="24476" cy="393030"/>
            </a:xfrm>
            <a:custGeom>
              <a:avLst/>
              <a:pathLst>
                <a:path w="24476" h="393030">
                  <a:moveTo>
                    <a:pt x="0" y="393030"/>
                  </a:moveTo>
                  <a:lnTo>
                    <a:pt x="279" y="376755"/>
                  </a:lnTo>
                  <a:lnTo>
                    <a:pt x="1094" y="279752"/>
                  </a:lnTo>
                  <a:lnTo>
                    <a:pt x="1908" y="241899"/>
                  </a:lnTo>
                  <a:lnTo>
                    <a:pt x="2723" y="185015"/>
                  </a:lnTo>
                  <a:lnTo>
                    <a:pt x="3538" y="84609"/>
                  </a:lnTo>
                  <a:lnTo>
                    <a:pt x="4353" y="11090"/>
                  </a:lnTo>
                  <a:lnTo>
                    <a:pt x="5168" y="0"/>
                  </a:lnTo>
                  <a:lnTo>
                    <a:pt x="5982" y="8678"/>
                  </a:lnTo>
                  <a:lnTo>
                    <a:pt x="6797" y="30743"/>
                  </a:lnTo>
                  <a:lnTo>
                    <a:pt x="7612" y="51315"/>
                  </a:lnTo>
                  <a:lnTo>
                    <a:pt x="8427" y="58155"/>
                  </a:lnTo>
                  <a:lnTo>
                    <a:pt x="9241" y="76448"/>
                  </a:lnTo>
                  <a:lnTo>
                    <a:pt x="10056" y="68961"/>
                  </a:lnTo>
                  <a:lnTo>
                    <a:pt x="10871" y="44971"/>
                  </a:lnTo>
                  <a:lnTo>
                    <a:pt x="11686" y="55175"/>
                  </a:lnTo>
                  <a:lnTo>
                    <a:pt x="12501" y="102345"/>
                  </a:lnTo>
                  <a:lnTo>
                    <a:pt x="13315" y="200849"/>
                  </a:lnTo>
                  <a:lnTo>
                    <a:pt x="14130" y="254947"/>
                  </a:lnTo>
                  <a:lnTo>
                    <a:pt x="14945" y="251140"/>
                  </a:lnTo>
                  <a:lnTo>
                    <a:pt x="15760" y="294469"/>
                  </a:lnTo>
                  <a:lnTo>
                    <a:pt x="16574" y="282658"/>
                  </a:lnTo>
                  <a:lnTo>
                    <a:pt x="17389" y="310524"/>
                  </a:lnTo>
                  <a:lnTo>
                    <a:pt x="18204" y="302651"/>
                  </a:lnTo>
                  <a:lnTo>
                    <a:pt x="19019" y="291775"/>
                  </a:lnTo>
                  <a:lnTo>
                    <a:pt x="19834" y="346368"/>
                  </a:lnTo>
                  <a:lnTo>
                    <a:pt x="20648" y="366988"/>
                  </a:lnTo>
                  <a:lnTo>
                    <a:pt x="21463" y="385120"/>
                  </a:lnTo>
                  <a:lnTo>
                    <a:pt x="22278" y="357254"/>
                  </a:lnTo>
                  <a:lnTo>
                    <a:pt x="23093" y="334300"/>
                  </a:lnTo>
                  <a:lnTo>
                    <a:pt x="23907" y="340490"/>
                  </a:lnTo>
                  <a:lnTo>
                    <a:pt x="24476" y="39303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008147" y="2907362"/>
              <a:ext cx="9726" cy="355114"/>
            </a:xfrm>
            <a:custGeom>
              <a:avLst/>
              <a:pathLst>
                <a:path w="9726" h="355114">
                  <a:moveTo>
                    <a:pt x="0" y="355114"/>
                  </a:moveTo>
                  <a:lnTo>
                    <a:pt x="349" y="327166"/>
                  </a:lnTo>
                  <a:lnTo>
                    <a:pt x="1164" y="199634"/>
                  </a:lnTo>
                  <a:lnTo>
                    <a:pt x="1979" y="141865"/>
                  </a:lnTo>
                  <a:lnTo>
                    <a:pt x="2793" y="102561"/>
                  </a:lnTo>
                  <a:lnTo>
                    <a:pt x="3608" y="23540"/>
                  </a:lnTo>
                  <a:lnTo>
                    <a:pt x="4423" y="23540"/>
                  </a:lnTo>
                  <a:lnTo>
                    <a:pt x="5238" y="0"/>
                  </a:lnTo>
                  <a:lnTo>
                    <a:pt x="6053" y="54965"/>
                  </a:lnTo>
                  <a:lnTo>
                    <a:pt x="6867" y="132310"/>
                  </a:lnTo>
                  <a:lnTo>
                    <a:pt x="7682" y="182139"/>
                  </a:lnTo>
                  <a:lnTo>
                    <a:pt x="8497" y="281331"/>
                  </a:lnTo>
                  <a:lnTo>
                    <a:pt x="9312" y="327013"/>
                  </a:lnTo>
                  <a:lnTo>
                    <a:pt x="9726" y="35511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025048" y="194839"/>
              <a:ext cx="662060" cy="3067637"/>
            </a:xfrm>
            <a:custGeom>
              <a:avLst/>
              <a:pathLst>
                <a:path w="662060" h="3067637">
                  <a:moveTo>
                    <a:pt x="0" y="3067637"/>
                  </a:moveTo>
                  <a:lnTo>
                    <a:pt x="558" y="3018098"/>
                  </a:lnTo>
                  <a:lnTo>
                    <a:pt x="1373" y="3008907"/>
                  </a:lnTo>
                  <a:lnTo>
                    <a:pt x="2188" y="3008907"/>
                  </a:lnTo>
                  <a:lnTo>
                    <a:pt x="3003" y="3008907"/>
                  </a:lnTo>
                  <a:lnTo>
                    <a:pt x="3818" y="3008907"/>
                  </a:lnTo>
                  <a:lnTo>
                    <a:pt x="4632" y="3008907"/>
                  </a:lnTo>
                  <a:lnTo>
                    <a:pt x="5447" y="3008907"/>
                  </a:lnTo>
                  <a:lnTo>
                    <a:pt x="6262" y="2995965"/>
                  </a:lnTo>
                  <a:lnTo>
                    <a:pt x="7077" y="2941066"/>
                  </a:lnTo>
                  <a:lnTo>
                    <a:pt x="7892" y="2861384"/>
                  </a:lnTo>
                  <a:lnTo>
                    <a:pt x="8706" y="2793762"/>
                  </a:lnTo>
                  <a:lnTo>
                    <a:pt x="9521" y="2650394"/>
                  </a:lnTo>
                  <a:lnTo>
                    <a:pt x="10336" y="2481837"/>
                  </a:lnTo>
                  <a:lnTo>
                    <a:pt x="11151" y="2347721"/>
                  </a:lnTo>
                  <a:lnTo>
                    <a:pt x="11965" y="2313022"/>
                  </a:lnTo>
                  <a:lnTo>
                    <a:pt x="12780" y="2377134"/>
                  </a:lnTo>
                  <a:lnTo>
                    <a:pt x="13595" y="2425324"/>
                  </a:lnTo>
                  <a:lnTo>
                    <a:pt x="14410" y="2440981"/>
                  </a:lnTo>
                  <a:lnTo>
                    <a:pt x="15225" y="2497044"/>
                  </a:lnTo>
                  <a:lnTo>
                    <a:pt x="16039" y="2592325"/>
                  </a:lnTo>
                  <a:lnTo>
                    <a:pt x="16854" y="2631965"/>
                  </a:lnTo>
                  <a:lnTo>
                    <a:pt x="17669" y="2537043"/>
                  </a:lnTo>
                  <a:lnTo>
                    <a:pt x="18484" y="2450089"/>
                  </a:lnTo>
                  <a:lnTo>
                    <a:pt x="19298" y="2482704"/>
                  </a:lnTo>
                  <a:lnTo>
                    <a:pt x="20113" y="2470790"/>
                  </a:lnTo>
                  <a:lnTo>
                    <a:pt x="20928" y="2482673"/>
                  </a:lnTo>
                  <a:lnTo>
                    <a:pt x="21743" y="2568350"/>
                  </a:lnTo>
                  <a:lnTo>
                    <a:pt x="22558" y="2617469"/>
                  </a:lnTo>
                  <a:lnTo>
                    <a:pt x="23372" y="2636795"/>
                  </a:lnTo>
                  <a:lnTo>
                    <a:pt x="24187" y="2715359"/>
                  </a:lnTo>
                  <a:lnTo>
                    <a:pt x="25002" y="2827746"/>
                  </a:lnTo>
                  <a:lnTo>
                    <a:pt x="25817" y="2836344"/>
                  </a:lnTo>
                  <a:lnTo>
                    <a:pt x="26631" y="2802198"/>
                  </a:lnTo>
                  <a:lnTo>
                    <a:pt x="27446" y="2841707"/>
                  </a:lnTo>
                  <a:lnTo>
                    <a:pt x="28261" y="2842528"/>
                  </a:lnTo>
                  <a:lnTo>
                    <a:pt x="29076" y="2770335"/>
                  </a:lnTo>
                  <a:lnTo>
                    <a:pt x="29891" y="2678979"/>
                  </a:lnTo>
                  <a:lnTo>
                    <a:pt x="30705" y="2674418"/>
                  </a:lnTo>
                  <a:lnTo>
                    <a:pt x="31520" y="2661947"/>
                  </a:lnTo>
                  <a:lnTo>
                    <a:pt x="32335" y="2646792"/>
                  </a:lnTo>
                  <a:lnTo>
                    <a:pt x="33150" y="2688064"/>
                  </a:lnTo>
                  <a:lnTo>
                    <a:pt x="33964" y="2725852"/>
                  </a:lnTo>
                  <a:lnTo>
                    <a:pt x="34779" y="2820390"/>
                  </a:lnTo>
                  <a:lnTo>
                    <a:pt x="35594" y="2776515"/>
                  </a:lnTo>
                  <a:lnTo>
                    <a:pt x="36409" y="2696909"/>
                  </a:lnTo>
                  <a:lnTo>
                    <a:pt x="37224" y="2665200"/>
                  </a:lnTo>
                  <a:lnTo>
                    <a:pt x="38038" y="2697530"/>
                  </a:lnTo>
                  <a:lnTo>
                    <a:pt x="38853" y="2748467"/>
                  </a:lnTo>
                  <a:lnTo>
                    <a:pt x="39668" y="2751446"/>
                  </a:lnTo>
                  <a:lnTo>
                    <a:pt x="40483" y="2798822"/>
                  </a:lnTo>
                  <a:lnTo>
                    <a:pt x="41298" y="2895980"/>
                  </a:lnTo>
                  <a:lnTo>
                    <a:pt x="42112" y="2990721"/>
                  </a:lnTo>
                  <a:lnTo>
                    <a:pt x="42927" y="3021825"/>
                  </a:lnTo>
                  <a:lnTo>
                    <a:pt x="43742" y="2975857"/>
                  </a:lnTo>
                  <a:lnTo>
                    <a:pt x="44557" y="2941489"/>
                  </a:lnTo>
                  <a:lnTo>
                    <a:pt x="45371" y="2918798"/>
                  </a:lnTo>
                  <a:lnTo>
                    <a:pt x="46186" y="2807540"/>
                  </a:lnTo>
                  <a:lnTo>
                    <a:pt x="47001" y="2726731"/>
                  </a:lnTo>
                  <a:lnTo>
                    <a:pt x="47816" y="2634098"/>
                  </a:lnTo>
                  <a:lnTo>
                    <a:pt x="48631" y="2602720"/>
                  </a:lnTo>
                  <a:lnTo>
                    <a:pt x="49445" y="2575708"/>
                  </a:lnTo>
                  <a:lnTo>
                    <a:pt x="50260" y="2554933"/>
                  </a:lnTo>
                  <a:lnTo>
                    <a:pt x="51075" y="2633005"/>
                  </a:lnTo>
                  <a:lnTo>
                    <a:pt x="51890" y="2681936"/>
                  </a:lnTo>
                  <a:lnTo>
                    <a:pt x="52704" y="2737920"/>
                  </a:lnTo>
                  <a:lnTo>
                    <a:pt x="53519" y="2723791"/>
                  </a:lnTo>
                  <a:lnTo>
                    <a:pt x="54334" y="2671908"/>
                  </a:lnTo>
                  <a:lnTo>
                    <a:pt x="55149" y="2647418"/>
                  </a:lnTo>
                  <a:lnTo>
                    <a:pt x="55964" y="2609237"/>
                  </a:lnTo>
                  <a:lnTo>
                    <a:pt x="56778" y="2538064"/>
                  </a:lnTo>
                  <a:lnTo>
                    <a:pt x="57593" y="2456626"/>
                  </a:lnTo>
                  <a:lnTo>
                    <a:pt x="58408" y="2464818"/>
                  </a:lnTo>
                  <a:lnTo>
                    <a:pt x="59223" y="2509185"/>
                  </a:lnTo>
                  <a:lnTo>
                    <a:pt x="60037" y="2505259"/>
                  </a:lnTo>
                  <a:lnTo>
                    <a:pt x="60852" y="2497054"/>
                  </a:lnTo>
                  <a:lnTo>
                    <a:pt x="61667" y="2513714"/>
                  </a:lnTo>
                  <a:lnTo>
                    <a:pt x="62482" y="2632452"/>
                  </a:lnTo>
                  <a:lnTo>
                    <a:pt x="63297" y="2703384"/>
                  </a:lnTo>
                  <a:lnTo>
                    <a:pt x="64111" y="2586490"/>
                  </a:lnTo>
                  <a:lnTo>
                    <a:pt x="64926" y="2529124"/>
                  </a:lnTo>
                  <a:lnTo>
                    <a:pt x="65741" y="2545819"/>
                  </a:lnTo>
                  <a:lnTo>
                    <a:pt x="66556" y="2528993"/>
                  </a:lnTo>
                  <a:lnTo>
                    <a:pt x="67370" y="2432897"/>
                  </a:lnTo>
                  <a:lnTo>
                    <a:pt x="68185" y="2397511"/>
                  </a:lnTo>
                  <a:lnTo>
                    <a:pt x="69000" y="2581340"/>
                  </a:lnTo>
                  <a:lnTo>
                    <a:pt x="69815" y="2727598"/>
                  </a:lnTo>
                  <a:lnTo>
                    <a:pt x="70630" y="2628378"/>
                  </a:lnTo>
                  <a:lnTo>
                    <a:pt x="71444" y="2522813"/>
                  </a:lnTo>
                  <a:lnTo>
                    <a:pt x="72259" y="2551574"/>
                  </a:lnTo>
                  <a:lnTo>
                    <a:pt x="73074" y="2534325"/>
                  </a:lnTo>
                  <a:lnTo>
                    <a:pt x="73889" y="2373544"/>
                  </a:lnTo>
                  <a:lnTo>
                    <a:pt x="74703" y="2277737"/>
                  </a:lnTo>
                  <a:lnTo>
                    <a:pt x="75518" y="2278486"/>
                  </a:lnTo>
                  <a:lnTo>
                    <a:pt x="76333" y="2343742"/>
                  </a:lnTo>
                  <a:lnTo>
                    <a:pt x="77148" y="2334645"/>
                  </a:lnTo>
                  <a:lnTo>
                    <a:pt x="77963" y="2297086"/>
                  </a:lnTo>
                  <a:lnTo>
                    <a:pt x="78777" y="2293850"/>
                  </a:lnTo>
                  <a:lnTo>
                    <a:pt x="79592" y="2266644"/>
                  </a:lnTo>
                  <a:lnTo>
                    <a:pt x="80407" y="2297007"/>
                  </a:lnTo>
                  <a:lnTo>
                    <a:pt x="81222" y="2334327"/>
                  </a:lnTo>
                  <a:lnTo>
                    <a:pt x="82037" y="2374936"/>
                  </a:lnTo>
                  <a:lnTo>
                    <a:pt x="82851" y="2455317"/>
                  </a:lnTo>
                  <a:lnTo>
                    <a:pt x="83666" y="2503757"/>
                  </a:lnTo>
                  <a:lnTo>
                    <a:pt x="84481" y="2483785"/>
                  </a:lnTo>
                  <a:lnTo>
                    <a:pt x="85296" y="2538573"/>
                  </a:lnTo>
                  <a:lnTo>
                    <a:pt x="86110" y="2619465"/>
                  </a:lnTo>
                  <a:lnTo>
                    <a:pt x="86925" y="2568243"/>
                  </a:lnTo>
                  <a:lnTo>
                    <a:pt x="87740" y="2501902"/>
                  </a:lnTo>
                  <a:lnTo>
                    <a:pt x="88555" y="2624617"/>
                  </a:lnTo>
                  <a:lnTo>
                    <a:pt x="89370" y="2782949"/>
                  </a:lnTo>
                  <a:lnTo>
                    <a:pt x="90184" y="2852489"/>
                  </a:lnTo>
                  <a:lnTo>
                    <a:pt x="90999" y="2851789"/>
                  </a:lnTo>
                  <a:lnTo>
                    <a:pt x="91814" y="2905749"/>
                  </a:lnTo>
                  <a:lnTo>
                    <a:pt x="92629" y="2947231"/>
                  </a:lnTo>
                  <a:lnTo>
                    <a:pt x="93443" y="2932854"/>
                  </a:lnTo>
                  <a:lnTo>
                    <a:pt x="94258" y="2913024"/>
                  </a:lnTo>
                  <a:lnTo>
                    <a:pt x="95073" y="2830633"/>
                  </a:lnTo>
                  <a:lnTo>
                    <a:pt x="95888" y="2685322"/>
                  </a:lnTo>
                  <a:lnTo>
                    <a:pt x="96703" y="2542971"/>
                  </a:lnTo>
                  <a:lnTo>
                    <a:pt x="97517" y="2519355"/>
                  </a:lnTo>
                  <a:lnTo>
                    <a:pt x="98332" y="2455342"/>
                  </a:lnTo>
                  <a:lnTo>
                    <a:pt x="99147" y="2448866"/>
                  </a:lnTo>
                  <a:lnTo>
                    <a:pt x="99962" y="2438767"/>
                  </a:lnTo>
                  <a:lnTo>
                    <a:pt x="100776" y="2455043"/>
                  </a:lnTo>
                  <a:lnTo>
                    <a:pt x="101591" y="2601769"/>
                  </a:lnTo>
                  <a:lnTo>
                    <a:pt x="102406" y="2626009"/>
                  </a:lnTo>
                  <a:lnTo>
                    <a:pt x="103221" y="2604354"/>
                  </a:lnTo>
                  <a:lnTo>
                    <a:pt x="104036" y="2557775"/>
                  </a:lnTo>
                  <a:lnTo>
                    <a:pt x="104850" y="2563750"/>
                  </a:lnTo>
                  <a:lnTo>
                    <a:pt x="105665" y="2699077"/>
                  </a:lnTo>
                  <a:lnTo>
                    <a:pt x="106480" y="2744563"/>
                  </a:lnTo>
                  <a:lnTo>
                    <a:pt x="107295" y="2804429"/>
                  </a:lnTo>
                  <a:lnTo>
                    <a:pt x="108109" y="2905160"/>
                  </a:lnTo>
                  <a:lnTo>
                    <a:pt x="108924" y="2978046"/>
                  </a:lnTo>
                  <a:lnTo>
                    <a:pt x="109739" y="3064561"/>
                  </a:lnTo>
                  <a:lnTo>
                    <a:pt x="110554" y="3058269"/>
                  </a:lnTo>
                  <a:lnTo>
                    <a:pt x="111369" y="3022375"/>
                  </a:lnTo>
                  <a:lnTo>
                    <a:pt x="112183" y="2999026"/>
                  </a:lnTo>
                  <a:lnTo>
                    <a:pt x="112998" y="2952511"/>
                  </a:lnTo>
                  <a:lnTo>
                    <a:pt x="113813" y="2914834"/>
                  </a:lnTo>
                  <a:lnTo>
                    <a:pt x="114628" y="2904105"/>
                  </a:lnTo>
                  <a:lnTo>
                    <a:pt x="115442" y="2856335"/>
                  </a:lnTo>
                  <a:lnTo>
                    <a:pt x="116257" y="2708866"/>
                  </a:lnTo>
                  <a:lnTo>
                    <a:pt x="117072" y="2506445"/>
                  </a:lnTo>
                  <a:lnTo>
                    <a:pt x="117887" y="2345217"/>
                  </a:lnTo>
                  <a:lnTo>
                    <a:pt x="118702" y="2252079"/>
                  </a:lnTo>
                  <a:lnTo>
                    <a:pt x="119516" y="2305610"/>
                  </a:lnTo>
                  <a:lnTo>
                    <a:pt x="120331" y="2407604"/>
                  </a:lnTo>
                  <a:lnTo>
                    <a:pt x="121146" y="2498824"/>
                  </a:lnTo>
                  <a:lnTo>
                    <a:pt x="121961" y="2623579"/>
                  </a:lnTo>
                  <a:lnTo>
                    <a:pt x="122776" y="2724997"/>
                  </a:lnTo>
                  <a:lnTo>
                    <a:pt x="123590" y="2746327"/>
                  </a:lnTo>
                  <a:lnTo>
                    <a:pt x="124405" y="2646199"/>
                  </a:lnTo>
                  <a:lnTo>
                    <a:pt x="125220" y="2568596"/>
                  </a:lnTo>
                  <a:lnTo>
                    <a:pt x="126035" y="2574855"/>
                  </a:lnTo>
                  <a:lnTo>
                    <a:pt x="126849" y="2537029"/>
                  </a:lnTo>
                  <a:lnTo>
                    <a:pt x="127664" y="2525578"/>
                  </a:lnTo>
                  <a:lnTo>
                    <a:pt x="128479" y="2508791"/>
                  </a:lnTo>
                  <a:lnTo>
                    <a:pt x="129294" y="2432434"/>
                  </a:lnTo>
                  <a:lnTo>
                    <a:pt x="130109" y="2333546"/>
                  </a:lnTo>
                  <a:lnTo>
                    <a:pt x="130923" y="2318666"/>
                  </a:lnTo>
                  <a:lnTo>
                    <a:pt x="131738" y="2462229"/>
                  </a:lnTo>
                  <a:lnTo>
                    <a:pt x="132553" y="2615788"/>
                  </a:lnTo>
                  <a:lnTo>
                    <a:pt x="133368" y="2696817"/>
                  </a:lnTo>
                  <a:lnTo>
                    <a:pt x="134182" y="2709534"/>
                  </a:lnTo>
                  <a:lnTo>
                    <a:pt x="134997" y="2729079"/>
                  </a:lnTo>
                  <a:lnTo>
                    <a:pt x="135812" y="2580974"/>
                  </a:lnTo>
                  <a:lnTo>
                    <a:pt x="136627" y="2353263"/>
                  </a:lnTo>
                  <a:lnTo>
                    <a:pt x="137442" y="2157749"/>
                  </a:lnTo>
                  <a:lnTo>
                    <a:pt x="138256" y="2042324"/>
                  </a:lnTo>
                  <a:lnTo>
                    <a:pt x="139071" y="2048673"/>
                  </a:lnTo>
                  <a:lnTo>
                    <a:pt x="139886" y="2060264"/>
                  </a:lnTo>
                  <a:lnTo>
                    <a:pt x="140701" y="2134407"/>
                  </a:lnTo>
                  <a:lnTo>
                    <a:pt x="141515" y="2228173"/>
                  </a:lnTo>
                  <a:lnTo>
                    <a:pt x="142330" y="2252048"/>
                  </a:lnTo>
                  <a:lnTo>
                    <a:pt x="143145" y="2244791"/>
                  </a:lnTo>
                  <a:lnTo>
                    <a:pt x="143960" y="2304004"/>
                  </a:lnTo>
                  <a:lnTo>
                    <a:pt x="144775" y="2249159"/>
                  </a:lnTo>
                  <a:lnTo>
                    <a:pt x="145589" y="2217403"/>
                  </a:lnTo>
                  <a:lnTo>
                    <a:pt x="146404" y="2181624"/>
                  </a:lnTo>
                  <a:lnTo>
                    <a:pt x="147219" y="2146048"/>
                  </a:lnTo>
                  <a:lnTo>
                    <a:pt x="148034" y="2082522"/>
                  </a:lnTo>
                  <a:lnTo>
                    <a:pt x="148848" y="1981366"/>
                  </a:lnTo>
                  <a:lnTo>
                    <a:pt x="149663" y="1931722"/>
                  </a:lnTo>
                  <a:lnTo>
                    <a:pt x="150478" y="1779838"/>
                  </a:lnTo>
                  <a:lnTo>
                    <a:pt x="151293" y="1663543"/>
                  </a:lnTo>
                  <a:lnTo>
                    <a:pt x="152108" y="1752578"/>
                  </a:lnTo>
                  <a:lnTo>
                    <a:pt x="152922" y="1917415"/>
                  </a:lnTo>
                  <a:lnTo>
                    <a:pt x="153737" y="1921533"/>
                  </a:lnTo>
                  <a:lnTo>
                    <a:pt x="154552" y="1935294"/>
                  </a:lnTo>
                  <a:lnTo>
                    <a:pt x="155367" y="2061792"/>
                  </a:lnTo>
                  <a:lnTo>
                    <a:pt x="156181" y="2082053"/>
                  </a:lnTo>
                  <a:lnTo>
                    <a:pt x="156996" y="1960203"/>
                  </a:lnTo>
                  <a:lnTo>
                    <a:pt x="157811" y="1930935"/>
                  </a:lnTo>
                  <a:lnTo>
                    <a:pt x="158626" y="2016566"/>
                  </a:lnTo>
                  <a:lnTo>
                    <a:pt x="159441" y="2106256"/>
                  </a:lnTo>
                  <a:lnTo>
                    <a:pt x="160255" y="2165641"/>
                  </a:lnTo>
                  <a:lnTo>
                    <a:pt x="161070" y="2224913"/>
                  </a:lnTo>
                  <a:lnTo>
                    <a:pt x="161885" y="2267672"/>
                  </a:lnTo>
                  <a:lnTo>
                    <a:pt x="162700" y="2188227"/>
                  </a:lnTo>
                  <a:lnTo>
                    <a:pt x="163515" y="2166606"/>
                  </a:lnTo>
                  <a:lnTo>
                    <a:pt x="164329" y="2229575"/>
                  </a:lnTo>
                  <a:lnTo>
                    <a:pt x="165144" y="2352153"/>
                  </a:lnTo>
                  <a:lnTo>
                    <a:pt x="165959" y="2487765"/>
                  </a:lnTo>
                  <a:lnTo>
                    <a:pt x="166774" y="2503115"/>
                  </a:lnTo>
                  <a:lnTo>
                    <a:pt x="167588" y="2442477"/>
                  </a:lnTo>
                  <a:lnTo>
                    <a:pt x="168403" y="2317568"/>
                  </a:lnTo>
                  <a:lnTo>
                    <a:pt x="169218" y="2166514"/>
                  </a:lnTo>
                  <a:lnTo>
                    <a:pt x="170033" y="2051802"/>
                  </a:lnTo>
                  <a:lnTo>
                    <a:pt x="170848" y="1986740"/>
                  </a:lnTo>
                  <a:lnTo>
                    <a:pt x="171662" y="2015656"/>
                  </a:lnTo>
                  <a:lnTo>
                    <a:pt x="172477" y="2142350"/>
                  </a:lnTo>
                  <a:lnTo>
                    <a:pt x="173292" y="2341894"/>
                  </a:lnTo>
                  <a:lnTo>
                    <a:pt x="174107" y="2504132"/>
                  </a:lnTo>
                  <a:lnTo>
                    <a:pt x="174921" y="2573742"/>
                  </a:lnTo>
                  <a:lnTo>
                    <a:pt x="175736" y="2627760"/>
                  </a:lnTo>
                  <a:lnTo>
                    <a:pt x="176551" y="2741717"/>
                  </a:lnTo>
                  <a:lnTo>
                    <a:pt x="177366" y="2842319"/>
                  </a:lnTo>
                  <a:lnTo>
                    <a:pt x="178181" y="2801391"/>
                  </a:lnTo>
                  <a:lnTo>
                    <a:pt x="178995" y="2804772"/>
                  </a:lnTo>
                  <a:lnTo>
                    <a:pt x="179810" y="2879707"/>
                  </a:lnTo>
                  <a:lnTo>
                    <a:pt x="180625" y="2910531"/>
                  </a:lnTo>
                  <a:lnTo>
                    <a:pt x="181440" y="2879505"/>
                  </a:lnTo>
                  <a:lnTo>
                    <a:pt x="182254" y="2839068"/>
                  </a:lnTo>
                  <a:lnTo>
                    <a:pt x="183069" y="2847874"/>
                  </a:lnTo>
                  <a:lnTo>
                    <a:pt x="183884" y="2813129"/>
                  </a:lnTo>
                  <a:lnTo>
                    <a:pt x="184699" y="2679093"/>
                  </a:lnTo>
                  <a:lnTo>
                    <a:pt x="185514" y="2478804"/>
                  </a:lnTo>
                  <a:lnTo>
                    <a:pt x="186328" y="2227749"/>
                  </a:lnTo>
                  <a:lnTo>
                    <a:pt x="187143" y="2098992"/>
                  </a:lnTo>
                  <a:lnTo>
                    <a:pt x="187958" y="2116240"/>
                  </a:lnTo>
                  <a:lnTo>
                    <a:pt x="188773" y="2165623"/>
                  </a:lnTo>
                  <a:lnTo>
                    <a:pt x="189587" y="2283840"/>
                  </a:lnTo>
                  <a:lnTo>
                    <a:pt x="190402" y="2491364"/>
                  </a:lnTo>
                  <a:lnTo>
                    <a:pt x="191217" y="2706809"/>
                  </a:lnTo>
                  <a:lnTo>
                    <a:pt x="192032" y="2791235"/>
                  </a:lnTo>
                  <a:lnTo>
                    <a:pt x="192847" y="2756811"/>
                  </a:lnTo>
                  <a:lnTo>
                    <a:pt x="193661" y="2739769"/>
                  </a:lnTo>
                  <a:lnTo>
                    <a:pt x="194476" y="2672724"/>
                  </a:lnTo>
                  <a:lnTo>
                    <a:pt x="195291" y="2594454"/>
                  </a:lnTo>
                  <a:lnTo>
                    <a:pt x="196106" y="2597560"/>
                  </a:lnTo>
                  <a:lnTo>
                    <a:pt x="196920" y="2657848"/>
                  </a:lnTo>
                  <a:lnTo>
                    <a:pt x="197735" y="2606830"/>
                  </a:lnTo>
                  <a:lnTo>
                    <a:pt x="198550" y="2432233"/>
                  </a:lnTo>
                  <a:lnTo>
                    <a:pt x="199365" y="2380058"/>
                  </a:lnTo>
                  <a:lnTo>
                    <a:pt x="200180" y="2333581"/>
                  </a:lnTo>
                  <a:lnTo>
                    <a:pt x="200994" y="2166603"/>
                  </a:lnTo>
                  <a:lnTo>
                    <a:pt x="201809" y="1969299"/>
                  </a:lnTo>
                  <a:lnTo>
                    <a:pt x="202624" y="1922086"/>
                  </a:lnTo>
                  <a:lnTo>
                    <a:pt x="203439" y="2013581"/>
                  </a:lnTo>
                  <a:lnTo>
                    <a:pt x="204254" y="2073832"/>
                  </a:lnTo>
                  <a:lnTo>
                    <a:pt x="205068" y="2194503"/>
                  </a:lnTo>
                  <a:lnTo>
                    <a:pt x="205883" y="2327347"/>
                  </a:lnTo>
                  <a:lnTo>
                    <a:pt x="206698" y="2425045"/>
                  </a:lnTo>
                  <a:lnTo>
                    <a:pt x="207513" y="2462881"/>
                  </a:lnTo>
                  <a:lnTo>
                    <a:pt x="208327" y="2447938"/>
                  </a:lnTo>
                  <a:lnTo>
                    <a:pt x="209142" y="2334445"/>
                  </a:lnTo>
                  <a:lnTo>
                    <a:pt x="209957" y="2215420"/>
                  </a:lnTo>
                  <a:lnTo>
                    <a:pt x="210772" y="2186712"/>
                  </a:lnTo>
                  <a:lnTo>
                    <a:pt x="211587" y="2200810"/>
                  </a:lnTo>
                  <a:lnTo>
                    <a:pt x="212401" y="2276668"/>
                  </a:lnTo>
                  <a:lnTo>
                    <a:pt x="213216" y="2253248"/>
                  </a:lnTo>
                  <a:lnTo>
                    <a:pt x="214031" y="2226341"/>
                  </a:lnTo>
                  <a:lnTo>
                    <a:pt x="214846" y="2213023"/>
                  </a:lnTo>
                  <a:lnTo>
                    <a:pt x="215660" y="2156698"/>
                  </a:lnTo>
                  <a:lnTo>
                    <a:pt x="216475" y="2169226"/>
                  </a:lnTo>
                  <a:lnTo>
                    <a:pt x="217290" y="2199486"/>
                  </a:lnTo>
                  <a:lnTo>
                    <a:pt x="218105" y="2316267"/>
                  </a:lnTo>
                  <a:lnTo>
                    <a:pt x="218920" y="2461478"/>
                  </a:lnTo>
                  <a:lnTo>
                    <a:pt x="219734" y="2588403"/>
                  </a:lnTo>
                  <a:lnTo>
                    <a:pt x="220549" y="2635651"/>
                  </a:lnTo>
                  <a:lnTo>
                    <a:pt x="221364" y="2540897"/>
                  </a:lnTo>
                  <a:lnTo>
                    <a:pt x="222179" y="2334712"/>
                  </a:lnTo>
                  <a:lnTo>
                    <a:pt x="222993" y="2176101"/>
                  </a:lnTo>
                  <a:lnTo>
                    <a:pt x="223808" y="2124076"/>
                  </a:lnTo>
                  <a:lnTo>
                    <a:pt x="224623" y="2106322"/>
                  </a:lnTo>
                  <a:lnTo>
                    <a:pt x="225438" y="2202228"/>
                  </a:lnTo>
                  <a:lnTo>
                    <a:pt x="226253" y="2333713"/>
                  </a:lnTo>
                  <a:lnTo>
                    <a:pt x="227067" y="2431785"/>
                  </a:lnTo>
                  <a:lnTo>
                    <a:pt x="227882" y="2452301"/>
                  </a:lnTo>
                  <a:lnTo>
                    <a:pt x="228697" y="2389579"/>
                  </a:lnTo>
                  <a:lnTo>
                    <a:pt x="229512" y="2413159"/>
                  </a:lnTo>
                  <a:lnTo>
                    <a:pt x="230326" y="2450731"/>
                  </a:lnTo>
                  <a:lnTo>
                    <a:pt x="231141" y="2461099"/>
                  </a:lnTo>
                  <a:lnTo>
                    <a:pt x="231956" y="2520161"/>
                  </a:lnTo>
                  <a:lnTo>
                    <a:pt x="232771" y="2515779"/>
                  </a:lnTo>
                  <a:lnTo>
                    <a:pt x="233586" y="2496006"/>
                  </a:lnTo>
                  <a:lnTo>
                    <a:pt x="234400" y="2372064"/>
                  </a:lnTo>
                  <a:lnTo>
                    <a:pt x="235215" y="2222326"/>
                  </a:lnTo>
                  <a:lnTo>
                    <a:pt x="236030" y="2044397"/>
                  </a:lnTo>
                  <a:lnTo>
                    <a:pt x="236845" y="1899422"/>
                  </a:lnTo>
                  <a:lnTo>
                    <a:pt x="237659" y="1863257"/>
                  </a:lnTo>
                  <a:lnTo>
                    <a:pt x="238474" y="1894602"/>
                  </a:lnTo>
                  <a:lnTo>
                    <a:pt x="239289" y="1895039"/>
                  </a:lnTo>
                  <a:lnTo>
                    <a:pt x="240104" y="1871286"/>
                  </a:lnTo>
                  <a:lnTo>
                    <a:pt x="240919" y="1924963"/>
                  </a:lnTo>
                  <a:lnTo>
                    <a:pt x="241733" y="1960302"/>
                  </a:lnTo>
                  <a:lnTo>
                    <a:pt x="242548" y="2040220"/>
                  </a:lnTo>
                  <a:lnTo>
                    <a:pt x="243363" y="2089070"/>
                  </a:lnTo>
                  <a:lnTo>
                    <a:pt x="244178" y="2159408"/>
                  </a:lnTo>
                  <a:lnTo>
                    <a:pt x="244993" y="2329506"/>
                  </a:lnTo>
                  <a:lnTo>
                    <a:pt x="245807" y="2472020"/>
                  </a:lnTo>
                  <a:lnTo>
                    <a:pt x="246622" y="2609094"/>
                  </a:lnTo>
                  <a:lnTo>
                    <a:pt x="247437" y="2712649"/>
                  </a:lnTo>
                  <a:lnTo>
                    <a:pt x="248252" y="2688205"/>
                  </a:lnTo>
                  <a:lnTo>
                    <a:pt x="249066" y="2554096"/>
                  </a:lnTo>
                  <a:lnTo>
                    <a:pt x="249881" y="2387955"/>
                  </a:lnTo>
                  <a:lnTo>
                    <a:pt x="250696" y="2339914"/>
                  </a:lnTo>
                  <a:lnTo>
                    <a:pt x="251511" y="2302671"/>
                  </a:lnTo>
                  <a:lnTo>
                    <a:pt x="252326" y="2198451"/>
                  </a:lnTo>
                  <a:lnTo>
                    <a:pt x="253140" y="2269763"/>
                  </a:lnTo>
                  <a:lnTo>
                    <a:pt x="253955" y="2474831"/>
                  </a:lnTo>
                  <a:lnTo>
                    <a:pt x="254770" y="2548153"/>
                  </a:lnTo>
                  <a:lnTo>
                    <a:pt x="255585" y="2293916"/>
                  </a:lnTo>
                  <a:lnTo>
                    <a:pt x="256399" y="2016119"/>
                  </a:lnTo>
                  <a:lnTo>
                    <a:pt x="257214" y="1848748"/>
                  </a:lnTo>
                  <a:lnTo>
                    <a:pt x="258029" y="1548006"/>
                  </a:lnTo>
                  <a:lnTo>
                    <a:pt x="258844" y="1095145"/>
                  </a:lnTo>
                  <a:lnTo>
                    <a:pt x="259659" y="739480"/>
                  </a:lnTo>
                  <a:lnTo>
                    <a:pt x="260473" y="653748"/>
                  </a:lnTo>
                  <a:lnTo>
                    <a:pt x="261288" y="638650"/>
                  </a:lnTo>
                  <a:lnTo>
                    <a:pt x="262103" y="717758"/>
                  </a:lnTo>
                  <a:lnTo>
                    <a:pt x="262918" y="958676"/>
                  </a:lnTo>
                  <a:lnTo>
                    <a:pt x="263732" y="1342678"/>
                  </a:lnTo>
                  <a:lnTo>
                    <a:pt x="264547" y="1658144"/>
                  </a:lnTo>
                  <a:lnTo>
                    <a:pt x="265362" y="1839659"/>
                  </a:lnTo>
                  <a:lnTo>
                    <a:pt x="266177" y="1882855"/>
                  </a:lnTo>
                  <a:lnTo>
                    <a:pt x="266992" y="1943149"/>
                  </a:lnTo>
                  <a:lnTo>
                    <a:pt x="267806" y="1932997"/>
                  </a:lnTo>
                  <a:lnTo>
                    <a:pt x="268621" y="1806540"/>
                  </a:lnTo>
                  <a:lnTo>
                    <a:pt x="269436" y="1786558"/>
                  </a:lnTo>
                  <a:lnTo>
                    <a:pt x="270251" y="1948800"/>
                  </a:lnTo>
                  <a:lnTo>
                    <a:pt x="271065" y="2190580"/>
                  </a:lnTo>
                  <a:lnTo>
                    <a:pt x="271880" y="2201600"/>
                  </a:lnTo>
                  <a:lnTo>
                    <a:pt x="272695" y="2004256"/>
                  </a:lnTo>
                  <a:lnTo>
                    <a:pt x="273510" y="1861073"/>
                  </a:lnTo>
                  <a:lnTo>
                    <a:pt x="274325" y="1782106"/>
                  </a:lnTo>
                  <a:lnTo>
                    <a:pt x="275139" y="1679374"/>
                  </a:lnTo>
                  <a:lnTo>
                    <a:pt x="275954" y="1578497"/>
                  </a:lnTo>
                  <a:lnTo>
                    <a:pt x="276769" y="1529041"/>
                  </a:lnTo>
                  <a:lnTo>
                    <a:pt x="277584" y="1635571"/>
                  </a:lnTo>
                  <a:lnTo>
                    <a:pt x="278398" y="1777836"/>
                  </a:lnTo>
                  <a:lnTo>
                    <a:pt x="279213" y="1905531"/>
                  </a:lnTo>
                  <a:lnTo>
                    <a:pt x="280028" y="2027576"/>
                  </a:lnTo>
                  <a:lnTo>
                    <a:pt x="280843" y="1921768"/>
                  </a:lnTo>
                  <a:lnTo>
                    <a:pt x="281658" y="1756254"/>
                  </a:lnTo>
                  <a:lnTo>
                    <a:pt x="282472" y="1620946"/>
                  </a:lnTo>
                  <a:lnTo>
                    <a:pt x="283287" y="1443014"/>
                  </a:lnTo>
                  <a:lnTo>
                    <a:pt x="284102" y="1209720"/>
                  </a:lnTo>
                  <a:lnTo>
                    <a:pt x="284917" y="905519"/>
                  </a:lnTo>
                  <a:lnTo>
                    <a:pt x="285732" y="837030"/>
                  </a:lnTo>
                  <a:lnTo>
                    <a:pt x="286546" y="886105"/>
                  </a:lnTo>
                  <a:lnTo>
                    <a:pt x="287361" y="891336"/>
                  </a:lnTo>
                  <a:lnTo>
                    <a:pt x="288176" y="895224"/>
                  </a:lnTo>
                  <a:lnTo>
                    <a:pt x="288991" y="811164"/>
                  </a:lnTo>
                  <a:lnTo>
                    <a:pt x="289805" y="719304"/>
                  </a:lnTo>
                  <a:lnTo>
                    <a:pt x="290620" y="630026"/>
                  </a:lnTo>
                  <a:lnTo>
                    <a:pt x="291435" y="518803"/>
                  </a:lnTo>
                  <a:lnTo>
                    <a:pt x="292250" y="511707"/>
                  </a:lnTo>
                  <a:lnTo>
                    <a:pt x="293065" y="571333"/>
                  </a:lnTo>
                  <a:lnTo>
                    <a:pt x="293879" y="681675"/>
                  </a:lnTo>
                  <a:lnTo>
                    <a:pt x="294694" y="689736"/>
                  </a:lnTo>
                  <a:lnTo>
                    <a:pt x="295509" y="646261"/>
                  </a:lnTo>
                  <a:lnTo>
                    <a:pt x="296324" y="586437"/>
                  </a:lnTo>
                  <a:lnTo>
                    <a:pt x="297138" y="518385"/>
                  </a:lnTo>
                  <a:lnTo>
                    <a:pt x="297953" y="432355"/>
                  </a:lnTo>
                  <a:lnTo>
                    <a:pt x="298768" y="253561"/>
                  </a:lnTo>
                  <a:lnTo>
                    <a:pt x="299583" y="180284"/>
                  </a:lnTo>
                  <a:lnTo>
                    <a:pt x="300398" y="174513"/>
                  </a:lnTo>
                  <a:lnTo>
                    <a:pt x="301212" y="135259"/>
                  </a:lnTo>
                  <a:lnTo>
                    <a:pt x="302027" y="54449"/>
                  </a:lnTo>
                  <a:lnTo>
                    <a:pt x="302842" y="0"/>
                  </a:lnTo>
                  <a:lnTo>
                    <a:pt x="303657" y="82559"/>
                  </a:lnTo>
                  <a:lnTo>
                    <a:pt x="304471" y="429049"/>
                  </a:lnTo>
                  <a:lnTo>
                    <a:pt x="305286" y="920422"/>
                  </a:lnTo>
                  <a:lnTo>
                    <a:pt x="306101" y="1316044"/>
                  </a:lnTo>
                  <a:lnTo>
                    <a:pt x="306916" y="1644684"/>
                  </a:lnTo>
                  <a:lnTo>
                    <a:pt x="307731" y="1830503"/>
                  </a:lnTo>
                  <a:lnTo>
                    <a:pt x="308545" y="1895237"/>
                  </a:lnTo>
                  <a:lnTo>
                    <a:pt x="309360" y="1684556"/>
                  </a:lnTo>
                  <a:lnTo>
                    <a:pt x="310175" y="1355744"/>
                  </a:lnTo>
                  <a:lnTo>
                    <a:pt x="310990" y="1232586"/>
                  </a:lnTo>
                  <a:lnTo>
                    <a:pt x="311804" y="1290869"/>
                  </a:lnTo>
                  <a:lnTo>
                    <a:pt x="312619" y="1367980"/>
                  </a:lnTo>
                  <a:lnTo>
                    <a:pt x="313434" y="1380915"/>
                  </a:lnTo>
                  <a:lnTo>
                    <a:pt x="314249" y="1404066"/>
                  </a:lnTo>
                  <a:lnTo>
                    <a:pt x="315064" y="1403954"/>
                  </a:lnTo>
                  <a:lnTo>
                    <a:pt x="315878" y="1383001"/>
                  </a:lnTo>
                  <a:lnTo>
                    <a:pt x="316693" y="1224432"/>
                  </a:lnTo>
                  <a:lnTo>
                    <a:pt x="317508" y="1128358"/>
                  </a:lnTo>
                  <a:lnTo>
                    <a:pt x="318323" y="1149410"/>
                  </a:lnTo>
                  <a:lnTo>
                    <a:pt x="319137" y="1128702"/>
                  </a:lnTo>
                  <a:lnTo>
                    <a:pt x="319952" y="1084569"/>
                  </a:lnTo>
                  <a:lnTo>
                    <a:pt x="320767" y="1117342"/>
                  </a:lnTo>
                  <a:lnTo>
                    <a:pt x="321582" y="1370627"/>
                  </a:lnTo>
                  <a:lnTo>
                    <a:pt x="322397" y="1589278"/>
                  </a:lnTo>
                  <a:lnTo>
                    <a:pt x="323211" y="1770528"/>
                  </a:lnTo>
                  <a:lnTo>
                    <a:pt x="324026" y="2003062"/>
                  </a:lnTo>
                  <a:lnTo>
                    <a:pt x="324841" y="2241142"/>
                  </a:lnTo>
                  <a:lnTo>
                    <a:pt x="325656" y="2323235"/>
                  </a:lnTo>
                  <a:lnTo>
                    <a:pt x="326471" y="2254520"/>
                  </a:lnTo>
                  <a:lnTo>
                    <a:pt x="327285" y="2302792"/>
                  </a:lnTo>
                  <a:lnTo>
                    <a:pt x="328100" y="2367650"/>
                  </a:lnTo>
                  <a:lnTo>
                    <a:pt x="328915" y="2514702"/>
                  </a:lnTo>
                  <a:lnTo>
                    <a:pt x="329730" y="2645758"/>
                  </a:lnTo>
                  <a:lnTo>
                    <a:pt x="330544" y="2733264"/>
                  </a:lnTo>
                  <a:lnTo>
                    <a:pt x="331359" y="2807529"/>
                  </a:lnTo>
                  <a:lnTo>
                    <a:pt x="332174" y="2836427"/>
                  </a:lnTo>
                  <a:lnTo>
                    <a:pt x="332989" y="2907226"/>
                  </a:lnTo>
                  <a:lnTo>
                    <a:pt x="333804" y="2806424"/>
                  </a:lnTo>
                  <a:lnTo>
                    <a:pt x="334618" y="2593745"/>
                  </a:lnTo>
                  <a:lnTo>
                    <a:pt x="335433" y="2476698"/>
                  </a:lnTo>
                  <a:lnTo>
                    <a:pt x="336248" y="2185362"/>
                  </a:lnTo>
                  <a:lnTo>
                    <a:pt x="337063" y="1847514"/>
                  </a:lnTo>
                  <a:lnTo>
                    <a:pt x="337877" y="1589191"/>
                  </a:lnTo>
                  <a:lnTo>
                    <a:pt x="338692" y="1449781"/>
                  </a:lnTo>
                  <a:lnTo>
                    <a:pt x="339507" y="1474880"/>
                  </a:lnTo>
                  <a:lnTo>
                    <a:pt x="340322" y="1554418"/>
                  </a:lnTo>
                  <a:lnTo>
                    <a:pt x="341137" y="1827169"/>
                  </a:lnTo>
                  <a:lnTo>
                    <a:pt x="341951" y="2094557"/>
                  </a:lnTo>
                  <a:lnTo>
                    <a:pt x="342766" y="2234407"/>
                  </a:lnTo>
                  <a:lnTo>
                    <a:pt x="343581" y="2408569"/>
                  </a:lnTo>
                  <a:lnTo>
                    <a:pt x="344396" y="2453781"/>
                  </a:lnTo>
                  <a:lnTo>
                    <a:pt x="345210" y="2374799"/>
                  </a:lnTo>
                  <a:lnTo>
                    <a:pt x="346025" y="2322616"/>
                  </a:lnTo>
                  <a:lnTo>
                    <a:pt x="346840" y="2333990"/>
                  </a:lnTo>
                  <a:lnTo>
                    <a:pt x="347655" y="2283883"/>
                  </a:lnTo>
                  <a:lnTo>
                    <a:pt x="348470" y="2122766"/>
                  </a:lnTo>
                  <a:lnTo>
                    <a:pt x="349284" y="2087395"/>
                  </a:lnTo>
                  <a:lnTo>
                    <a:pt x="350099" y="2138238"/>
                  </a:lnTo>
                  <a:lnTo>
                    <a:pt x="350914" y="2097346"/>
                  </a:lnTo>
                  <a:lnTo>
                    <a:pt x="351729" y="2012804"/>
                  </a:lnTo>
                  <a:lnTo>
                    <a:pt x="352543" y="2008969"/>
                  </a:lnTo>
                  <a:lnTo>
                    <a:pt x="353358" y="2063974"/>
                  </a:lnTo>
                  <a:lnTo>
                    <a:pt x="354173" y="2130436"/>
                  </a:lnTo>
                  <a:lnTo>
                    <a:pt x="354988" y="2131059"/>
                  </a:lnTo>
                  <a:lnTo>
                    <a:pt x="355803" y="2107814"/>
                  </a:lnTo>
                  <a:lnTo>
                    <a:pt x="356617" y="2004005"/>
                  </a:lnTo>
                  <a:lnTo>
                    <a:pt x="357432" y="2030127"/>
                  </a:lnTo>
                  <a:lnTo>
                    <a:pt x="358247" y="2124053"/>
                  </a:lnTo>
                  <a:lnTo>
                    <a:pt x="359062" y="2155439"/>
                  </a:lnTo>
                  <a:lnTo>
                    <a:pt x="359876" y="2239056"/>
                  </a:lnTo>
                  <a:lnTo>
                    <a:pt x="360691" y="2334978"/>
                  </a:lnTo>
                  <a:lnTo>
                    <a:pt x="361506" y="2509944"/>
                  </a:lnTo>
                  <a:lnTo>
                    <a:pt x="362321" y="2656757"/>
                  </a:lnTo>
                  <a:lnTo>
                    <a:pt x="363136" y="2753536"/>
                  </a:lnTo>
                  <a:lnTo>
                    <a:pt x="363950" y="2879713"/>
                  </a:lnTo>
                  <a:lnTo>
                    <a:pt x="364765" y="2923262"/>
                  </a:lnTo>
                  <a:lnTo>
                    <a:pt x="365580" y="2961426"/>
                  </a:lnTo>
                  <a:lnTo>
                    <a:pt x="366395" y="2994940"/>
                  </a:lnTo>
                  <a:lnTo>
                    <a:pt x="367210" y="2944343"/>
                  </a:lnTo>
                  <a:lnTo>
                    <a:pt x="368024" y="2878940"/>
                  </a:lnTo>
                  <a:lnTo>
                    <a:pt x="368839" y="2812770"/>
                  </a:lnTo>
                  <a:lnTo>
                    <a:pt x="369654" y="2811004"/>
                  </a:lnTo>
                  <a:lnTo>
                    <a:pt x="370469" y="2835050"/>
                  </a:lnTo>
                  <a:lnTo>
                    <a:pt x="371283" y="2872227"/>
                  </a:lnTo>
                  <a:lnTo>
                    <a:pt x="372098" y="2897220"/>
                  </a:lnTo>
                  <a:lnTo>
                    <a:pt x="372913" y="2908605"/>
                  </a:lnTo>
                  <a:lnTo>
                    <a:pt x="373728" y="2864277"/>
                  </a:lnTo>
                  <a:lnTo>
                    <a:pt x="374543" y="2840022"/>
                  </a:lnTo>
                  <a:lnTo>
                    <a:pt x="375357" y="2870540"/>
                  </a:lnTo>
                  <a:lnTo>
                    <a:pt x="376172" y="2862545"/>
                  </a:lnTo>
                  <a:lnTo>
                    <a:pt x="376987" y="2879722"/>
                  </a:lnTo>
                  <a:lnTo>
                    <a:pt x="377802" y="2895517"/>
                  </a:lnTo>
                  <a:lnTo>
                    <a:pt x="378616" y="2941236"/>
                  </a:lnTo>
                  <a:lnTo>
                    <a:pt x="379431" y="2835289"/>
                  </a:lnTo>
                  <a:lnTo>
                    <a:pt x="380246" y="2687492"/>
                  </a:lnTo>
                  <a:lnTo>
                    <a:pt x="381061" y="2609334"/>
                  </a:lnTo>
                  <a:lnTo>
                    <a:pt x="381876" y="2548033"/>
                  </a:lnTo>
                  <a:lnTo>
                    <a:pt x="382690" y="2470700"/>
                  </a:lnTo>
                  <a:lnTo>
                    <a:pt x="383505" y="2390255"/>
                  </a:lnTo>
                  <a:lnTo>
                    <a:pt x="384320" y="2458220"/>
                  </a:lnTo>
                  <a:lnTo>
                    <a:pt x="385135" y="2494776"/>
                  </a:lnTo>
                  <a:lnTo>
                    <a:pt x="385949" y="2500653"/>
                  </a:lnTo>
                  <a:lnTo>
                    <a:pt x="386764" y="2446271"/>
                  </a:lnTo>
                  <a:lnTo>
                    <a:pt x="387579" y="2445983"/>
                  </a:lnTo>
                  <a:lnTo>
                    <a:pt x="388394" y="2508197"/>
                  </a:lnTo>
                  <a:lnTo>
                    <a:pt x="389209" y="2570431"/>
                  </a:lnTo>
                  <a:lnTo>
                    <a:pt x="390023" y="2649179"/>
                  </a:lnTo>
                  <a:lnTo>
                    <a:pt x="390838" y="2731237"/>
                  </a:lnTo>
                  <a:lnTo>
                    <a:pt x="391653" y="2812545"/>
                  </a:lnTo>
                  <a:lnTo>
                    <a:pt x="392468" y="2783814"/>
                  </a:lnTo>
                  <a:lnTo>
                    <a:pt x="393282" y="2716528"/>
                  </a:lnTo>
                  <a:lnTo>
                    <a:pt x="394097" y="2697569"/>
                  </a:lnTo>
                  <a:lnTo>
                    <a:pt x="394912" y="2697571"/>
                  </a:lnTo>
                  <a:lnTo>
                    <a:pt x="395727" y="2677640"/>
                  </a:lnTo>
                  <a:lnTo>
                    <a:pt x="396542" y="2670936"/>
                  </a:lnTo>
                  <a:lnTo>
                    <a:pt x="397356" y="2780991"/>
                  </a:lnTo>
                  <a:lnTo>
                    <a:pt x="398171" y="2861924"/>
                  </a:lnTo>
                  <a:lnTo>
                    <a:pt x="398986" y="2817985"/>
                  </a:lnTo>
                  <a:lnTo>
                    <a:pt x="399801" y="2768452"/>
                  </a:lnTo>
                  <a:lnTo>
                    <a:pt x="400616" y="2750955"/>
                  </a:lnTo>
                  <a:lnTo>
                    <a:pt x="401430" y="2799439"/>
                  </a:lnTo>
                  <a:lnTo>
                    <a:pt x="402245" y="2824559"/>
                  </a:lnTo>
                  <a:lnTo>
                    <a:pt x="403060" y="2858028"/>
                  </a:lnTo>
                  <a:lnTo>
                    <a:pt x="403875" y="2920926"/>
                  </a:lnTo>
                  <a:lnTo>
                    <a:pt x="404689" y="2987226"/>
                  </a:lnTo>
                  <a:lnTo>
                    <a:pt x="405504" y="3060545"/>
                  </a:lnTo>
                  <a:lnTo>
                    <a:pt x="406319" y="3067378"/>
                  </a:lnTo>
                  <a:lnTo>
                    <a:pt x="407134" y="3067379"/>
                  </a:lnTo>
                  <a:lnTo>
                    <a:pt x="407949" y="3067381"/>
                  </a:lnTo>
                  <a:lnTo>
                    <a:pt x="408763" y="3057825"/>
                  </a:lnTo>
                  <a:lnTo>
                    <a:pt x="409578" y="2993104"/>
                  </a:lnTo>
                  <a:lnTo>
                    <a:pt x="410393" y="2926739"/>
                  </a:lnTo>
                  <a:lnTo>
                    <a:pt x="411208" y="2905347"/>
                  </a:lnTo>
                  <a:lnTo>
                    <a:pt x="412022" y="2846444"/>
                  </a:lnTo>
                  <a:lnTo>
                    <a:pt x="412837" y="2848528"/>
                  </a:lnTo>
                  <a:lnTo>
                    <a:pt x="413652" y="2888200"/>
                  </a:lnTo>
                  <a:lnTo>
                    <a:pt x="414467" y="2903799"/>
                  </a:lnTo>
                  <a:lnTo>
                    <a:pt x="415282" y="2923212"/>
                  </a:lnTo>
                  <a:lnTo>
                    <a:pt x="416096" y="2938793"/>
                  </a:lnTo>
                  <a:lnTo>
                    <a:pt x="416911" y="2970751"/>
                  </a:lnTo>
                  <a:lnTo>
                    <a:pt x="417726" y="2941705"/>
                  </a:lnTo>
                  <a:lnTo>
                    <a:pt x="418541" y="2896994"/>
                  </a:lnTo>
                  <a:lnTo>
                    <a:pt x="419355" y="2908911"/>
                  </a:lnTo>
                  <a:lnTo>
                    <a:pt x="420170" y="2851968"/>
                  </a:lnTo>
                  <a:lnTo>
                    <a:pt x="420985" y="2757279"/>
                  </a:lnTo>
                  <a:lnTo>
                    <a:pt x="421800" y="2673988"/>
                  </a:lnTo>
                  <a:lnTo>
                    <a:pt x="422615" y="2605688"/>
                  </a:lnTo>
                  <a:lnTo>
                    <a:pt x="423429" y="2469497"/>
                  </a:lnTo>
                  <a:lnTo>
                    <a:pt x="424244" y="2351701"/>
                  </a:lnTo>
                  <a:lnTo>
                    <a:pt x="425059" y="2395203"/>
                  </a:lnTo>
                  <a:lnTo>
                    <a:pt x="425874" y="2525787"/>
                  </a:lnTo>
                  <a:lnTo>
                    <a:pt x="426688" y="2676253"/>
                  </a:lnTo>
                  <a:lnTo>
                    <a:pt x="427503" y="2805451"/>
                  </a:lnTo>
                  <a:lnTo>
                    <a:pt x="428318" y="2933064"/>
                  </a:lnTo>
                  <a:lnTo>
                    <a:pt x="429133" y="3025191"/>
                  </a:lnTo>
                  <a:lnTo>
                    <a:pt x="429948" y="3062981"/>
                  </a:lnTo>
                  <a:lnTo>
                    <a:pt x="430762" y="3047046"/>
                  </a:lnTo>
                  <a:lnTo>
                    <a:pt x="431577" y="2978770"/>
                  </a:lnTo>
                  <a:lnTo>
                    <a:pt x="432392" y="2876869"/>
                  </a:lnTo>
                  <a:lnTo>
                    <a:pt x="433207" y="2804507"/>
                  </a:lnTo>
                  <a:lnTo>
                    <a:pt x="434021" y="2748402"/>
                  </a:lnTo>
                  <a:lnTo>
                    <a:pt x="434836" y="2637604"/>
                  </a:lnTo>
                  <a:lnTo>
                    <a:pt x="435651" y="2587787"/>
                  </a:lnTo>
                  <a:lnTo>
                    <a:pt x="436466" y="2615831"/>
                  </a:lnTo>
                  <a:lnTo>
                    <a:pt x="437281" y="2611194"/>
                  </a:lnTo>
                  <a:lnTo>
                    <a:pt x="438095" y="2548087"/>
                  </a:lnTo>
                  <a:lnTo>
                    <a:pt x="438910" y="2446307"/>
                  </a:lnTo>
                  <a:lnTo>
                    <a:pt x="439725" y="2379349"/>
                  </a:lnTo>
                  <a:lnTo>
                    <a:pt x="440540" y="2287345"/>
                  </a:lnTo>
                  <a:lnTo>
                    <a:pt x="441355" y="2159424"/>
                  </a:lnTo>
                  <a:lnTo>
                    <a:pt x="442169" y="2060386"/>
                  </a:lnTo>
                  <a:lnTo>
                    <a:pt x="442984" y="2090770"/>
                  </a:lnTo>
                  <a:lnTo>
                    <a:pt x="443799" y="2282107"/>
                  </a:lnTo>
                  <a:lnTo>
                    <a:pt x="444614" y="2406786"/>
                  </a:lnTo>
                  <a:lnTo>
                    <a:pt x="445428" y="2458396"/>
                  </a:lnTo>
                  <a:lnTo>
                    <a:pt x="446243" y="2536803"/>
                  </a:lnTo>
                  <a:lnTo>
                    <a:pt x="447058" y="2689200"/>
                  </a:lnTo>
                  <a:lnTo>
                    <a:pt x="447873" y="2809792"/>
                  </a:lnTo>
                  <a:lnTo>
                    <a:pt x="448688" y="2763875"/>
                  </a:lnTo>
                  <a:lnTo>
                    <a:pt x="449502" y="2720995"/>
                  </a:lnTo>
                  <a:lnTo>
                    <a:pt x="450317" y="2705200"/>
                  </a:lnTo>
                  <a:lnTo>
                    <a:pt x="451132" y="2673817"/>
                  </a:lnTo>
                  <a:lnTo>
                    <a:pt x="451947" y="2574660"/>
                  </a:lnTo>
                  <a:lnTo>
                    <a:pt x="452761" y="2419193"/>
                  </a:lnTo>
                  <a:lnTo>
                    <a:pt x="453576" y="2375592"/>
                  </a:lnTo>
                  <a:lnTo>
                    <a:pt x="454391" y="2417828"/>
                  </a:lnTo>
                  <a:lnTo>
                    <a:pt x="455206" y="2391707"/>
                  </a:lnTo>
                  <a:lnTo>
                    <a:pt x="456021" y="2313557"/>
                  </a:lnTo>
                  <a:lnTo>
                    <a:pt x="456835" y="2308851"/>
                  </a:lnTo>
                  <a:lnTo>
                    <a:pt x="457650" y="2428970"/>
                  </a:lnTo>
                  <a:lnTo>
                    <a:pt x="458465" y="2519302"/>
                  </a:lnTo>
                  <a:lnTo>
                    <a:pt x="459280" y="2457178"/>
                  </a:lnTo>
                  <a:lnTo>
                    <a:pt x="460094" y="2395104"/>
                  </a:lnTo>
                  <a:lnTo>
                    <a:pt x="460909" y="2369967"/>
                  </a:lnTo>
                  <a:lnTo>
                    <a:pt x="461724" y="2255419"/>
                  </a:lnTo>
                  <a:lnTo>
                    <a:pt x="462539" y="2010812"/>
                  </a:lnTo>
                  <a:lnTo>
                    <a:pt x="463354" y="1787721"/>
                  </a:lnTo>
                  <a:lnTo>
                    <a:pt x="464168" y="1703342"/>
                  </a:lnTo>
                  <a:lnTo>
                    <a:pt x="464983" y="1724519"/>
                  </a:lnTo>
                  <a:lnTo>
                    <a:pt x="465798" y="1751346"/>
                  </a:lnTo>
                  <a:lnTo>
                    <a:pt x="466613" y="1811529"/>
                  </a:lnTo>
                  <a:lnTo>
                    <a:pt x="467427" y="2012453"/>
                  </a:lnTo>
                  <a:lnTo>
                    <a:pt x="468242" y="2074228"/>
                  </a:lnTo>
                  <a:lnTo>
                    <a:pt x="469057" y="1967770"/>
                  </a:lnTo>
                  <a:lnTo>
                    <a:pt x="469872" y="1951642"/>
                  </a:lnTo>
                  <a:lnTo>
                    <a:pt x="470687" y="1985662"/>
                  </a:lnTo>
                  <a:lnTo>
                    <a:pt x="471501" y="2032889"/>
                  </a:lnTo>
                  <a:lnTo>
                    <a:pt x="472316" y="2069564"/>
                  </a:lnTo>
                  <a:lnTo>
                    <a:pt x="473131" y="2200512"/>
                  </a:lnTo>
                  <a:lnTo>
                    <a:pt x="473946" y="2406496"/>
                  </a:lnTo>
                  <a:lnTo>
                    <a:pt x="474760" y="2538702"/>
                  </a:lnTo>
                  <a:lnTo>
                    <a:pt x="475575" y="2640151"/>
                  </a:lnTo>
                  <a:lnTo>
                    <a:pt x="476390" y="2713095"/>
                  </a:lnTo>
                  <a:lnTo>
                    <a:pt x="477205" y="2679554"/>
                  </a:lnTo>
                  <a:lnTo>
                    <a:pt x="478020" y="2737834"/>
                  </a:lnTo>
                  <a:lnTo>
                    <a:pt x="478834" y="2755693"/>
                  </a:lnTo>
                  <a:lnTo>
                    <a:pt x="479649" y="2662593"/>
                  </a:lnTo>
                  <a:lnTo>
                    <a:pt x="480464" y="2699305"/>
                  </a:lnTo>
                  <a:lnTo>
                    <a:pt x="481279" y="2775305"/>
                  </a:lnTo>
                  <a:lnTo>
                    <a:pt x="482094" y="2787623"/>
                  </a:lnTo>
                  <a:lnTo>
                    <a:pt x="482908" y="2641555"/>
                  </a:lnTo>
                  <a:lnTo>
                    <a:pt x="483723" y="2513896"/>
                  </a:lnTo>
                  <a:lnTo>
                    <a:pt x="484538" y="2450982"/>
                  </a:lnTo>
                  <a:lnTo>
                    <a:pt x="485353" y="2265043"/>
                  </a:lnTo>
                  <a:lnTo>
                    <a:pt x="486167" y="2111845"/>
                  </a:lnTo>
                  <a:lnTo>
                    <a:pt x="486982" y="2076959"/>
                  </a:lnTo>
                  <a:lnTo>
                    <a:pt x="487797" y="2130610"/>
                  </a:lnTo>
                  <a:lnTo>
                    <a:pt x="488612" y="2254506"/>
                  </a:lnTo>
                  <a:lnTo>
                    <a:pt x="489427" y="2427154"/>
                  </a:lnTo>
                  <a:lnTo>
                    <a:pt x="490241" y="2552380"/>
                  </a:lnTo>
                  <a:lnTo>
                    <a:pt x="491056" y="2618495"/>
                  </a:lnTo>
                  <a:lnTo>
                    <a:pt x="491871" y="2634763"/>
                  </a:lnTo>
                  <a:lnTo>
                    <a:pt x="492686" y="2619398"/>
                  </a:lnTo>
                  <a:lnTo>
                    <a:pt x="493500" y="2553927"/>
                  </a:lnTo>
                  <a:lnTo>
                    <a:pt x="494315" y="2451640"/>
                  </a:lnTo>
                  <a:lnTo>
                    <a:pt x="495130" y="2426106"/>
                  </a:lnTo>
                  <a:lnTo>
                    <a:pt x="495945" y="2427624"/>
                  </a:lnTo>
                  <a:lnTo>
                    <a:pt x="496760" y="2472825"/>
                  </a:lnTo>
                  <a:lnTo>
                    <a:pt x="497574" y="2561532"/>
                  </a:lnTo>
                  <a:lnTo>
                    <a:pt x="498389" y="2633807"/>
                  </a:lnTo>
                  <a:lnTo>
                    <a:pt x="499204" y="2570110"/>
                  </a:lnTo>
                  <a:lnTo>
                    <a:pt x="500019" y="2460039"/>
                  </a:lnTo>
                  <a:lnTo>
                    <a:pt x="500833" y="2369712"/>
                  </a:lnTo>
                  <a:lnTo>
                    <a:pt x="501648" y="2202039"/>
                  </a:lnTo>
                  <a:lnTo>
                    <a:pt x="502463" y="1976414"/>
                  </a:lnTo>
                  <a:lnTo>
                    <a:pt x="503278" y="1892945"/>
                  </a:lnTo>
                  <a:lnTo>
                    <a:pt x="504093" y="2020097"/>
                  </a:lnTo>
                  <a:lnTo>
                    <a:pt x="504907" y="2103252"/>
                  </a:lnTo>
                  <a:lnTo>
                    <a:pt x="505722" y="2094136"/>
                  </a:lnTo>
                  <a:lnTo>
                    <a:pt x="506537" y="2145005"/>
                  </a:lnTo>
                  <a:lnTo>
                    <a:pt x="507352" y="2202442"/>
                  </a:lnTo>
                  <a:lnTo>
                    <a:pt x="508166" y="2118198"/>
                  </a:lnTo>
                  <a:lnTo>
                    <a:pt x="508981" y="2026641"/>
                  </a:lnTo>
                  <a:lnTo>
                    <a:pt x="509796" y="2054623"/>
                  </a:lnTo>
                  <a:lnTo>
                    <a:pt x="510611" y="2049740"/>
                  </a:lnTo>
                  <a:lnTo>
                    <a:pt x="511426" y="2023873"/>
                  </a:lnTo>
                  <a:lnTo>
                    <a:pt x="512240" y="1989459"/>
                  </a:lnTo>
                  <a:lnTo>
                    <a:pt x="513055" y="2009661"/>
                  </a:lnTo>
                  <a:lnTo>
                    <a:pt x="513870" y="1939161"/>
                  </a:lnTo>
                  <a:lnTo>
                    <a:pt x="514685" y="1768051"/>
                  </a:lnTo>
                  <a:lnTo>
                    <a:pt x="515499" y="1668183"/>
                  </a:lnTo>
                  <a:lnTo>
                    <a:pt x="516314" y="1661250"/>
                  </a:lnTo>
                  <a:lnTo>
                    <a:pt x="517129" y="1642477"/>
                  </a:lnTo>
                  <a:lnTo>
                    <a:pt x="517944" y="1566911"/>
                  </a:lnTo>
                  <a:lnTo>
                    <a:pt x="518759" y="1463636"/>
                  </a:lnTo>
                  <a:lnTo>
                    <a:pt x="519573" y="1373224"/>
                  </a:lnTo>
                  <a:lnTo>
                    <a:pt x="520388" y="1261859"/>
                  </a:lnTo>
                  <a:lnTo>
                    <a:pt x="521203" y="1028400"/>
                  </a:lnTo>
                  <a:lnTo>
                    <a:pt x="522018" y="878224"/>
                  </a:lnTo>
                  <a:lnTo>
                    <a:pt x="522833" y="769061"/>
                  </a:lnTo>
                  <a:lnTo>
                    <a:pt x="523647" y="782052"/>
                  </a:lnTo>
                  <a:lnTo>
                    <a:pt x="524462" y="890469"/>
                  </a:lnTo>
                  <a:lnTo>
                    <a:pt x="525277" y="951405"/>
                  </a:lnTo>
                  <a:lnTo>
                    <a:pt x="526092" y="1088359"/>
                  </a:lnTo>
                  <a:lnTo>
                    <a:pt x="526906" y="1234540"/>
                  </a:lnTo>
                  <a:lnTo>
                    <a:pt x="527721" y="1304901"/>
                  </a:lnTo>
                  <a:lnTo>
                    <a:pt x="528536" y="1324807"/>
                  </a:lnTo>
                  <a:lnTo>
                    <a:pt x="529351" y="1362830"/>
                  </a:lnTo>
                  <a:lnTo>
                    <a:pt x="530166" y="1536810"/>
                  </a:lnTo>
                  <a:lnTo>
                    <a:pt x="530980" y="1724721"/>
                  </a:lnTo>
                  <a:lnTo>
                    <a:pt x="531795" y="1743704"/>
                  </a:lnTo>
                  <a:lnTo>
                    <a:pt x="532610" y="1850999"/>
                  </a:lnTo>
                  <a:lnTo>
                    <a:pt x="533425" y="1931695"/>
                  </a:lnTo>
                  <a:lnTo>
                    <a:pt x="534239" y="1876836"/>
                  </a:lnTo>
                  <a:lnTo>
                    <a:pt x="535054" y="1854266"/>
                  </a:lnTo>
                  <a:lnTo>
                    <a:pt x="535869" y="1813082"/>
                  </a:lnTo>
                  <a:lnTo>
                    <a:pt x="536684" y="1850244"/>
                  </a:lnTo>
                  <a:lnTo>
                    <a:pt x="537499" y="1887637"/>
                  </a:lnTo>
                  <a:lnTo>
                    <a:pt x="538313" y="1851546"/>
                  </a:lnTo>
                  <a:lnTo>
                    <a:pt x="539128" y="1840182"/>
                  </a:lnTo>
                  <a:lnTo>
                    <a:pt x="539943" y="1786441"/>
                  </a:lnTo>
                  <a:lnTo>
                    <a:pt x="540758" y="1790288"/>
                  </a:lnTo>
                  <a:lnTo>
                    <a:pt x="541572" y="1796076"/>
                  </a:lnTo>
                  <a:lnTo>
                    <a:pt x="542387" y="1826758"/>
                  </a:lnTo>
                  <a:lnTo>
                    <a:pt x="543202" y="1973677"/>
                  </a:lnTo>
                  <a:lnTo>
                    <a:pt x="544017" y="2176131"/>
                  </a:lnTo>
                  <a:lnTo>
                    <a:pt x="544832" y="2334372"/>
                  </a:lnTo>
                  <a:lnTo>
                    <a:pt x="545646" y="2362022"/>
                  </a:lnTo>
                  <a:lnTo>
                    <a:pt x="546461" y="2456198"/>
                  </a:lnTo>
                  <a:lnTo>
                    <a:pt x="547276" y="2520286"/>
                  </a:lnTo>
                  <a:lnTo>
                    <a:pt x="548091" y="2461331"/>
                  </a:lnTo>
                  <a:lnTo>
                    <a:pt x="548905" y="2404717"/>
                  </a:lnTo>
                  <a:lnTo>
                    <a:pt x="549720" y="2458115"/>
                  </a:lnTo>
                  <a:lnTo>
                    <a:pt x="550535" y="2561253"/>
                  </a:lnTo>
                  <a:lnTo>
                    <a:pt x="551350" y="2567905"/>
                  </a:lnTo>
                  <a:lnTo>
                    <a:pt x="552165" y="2612101"/>
                  </a:lnTo>
                  <a:lnTo>
                    <a:pt x="552979" y="2763961"/>
                  </a:lnTo>
                  <a:lnTo>
                    <a:pt x="553794" y="2737329"/>
                  </a:lnTo>
                  <a:lnTo>
                    <a:pt x="554609" y="2500598"/>
                  </a:lnTo>
                  <a:lnTo>
                    <a:pt x="555424" y="2246194"/>
                  </a:lnTo>
                  <a:lnTo>
                    <a:pt x="556238" y="2124997"/>
                  </a:lnTo>
                  <a:lnTo>
                    <a:pt x="557053" y="2099741"/>
                  </a:lnTo>
                  <a:lnTo>
                    <a:pt x="557868" y="2039693"/>
                  </a:lnTo>
                  <a:lnTo>
                    <a:pt x="558683" y="2064120"/>
                  </a:lnTo>
                  <a:lnTo>
                    <a:pt x="559498" y="2246649"/>
                  </a:lnTo>
                  <a:lnTo>
                    <a:pt x="560312" y="2312624"/>
                  </a:lnTo>
                  <a:lnTo>
                    <a:pt x="561127" y="2226099"/>
                  </a:lnTo>
                  <a:lnTo>
                    <a:pt x="561942" y="2035560"/>
                  </a:lnTo>
                  <a:lnTo>
                    <a:pt x="562757" y="1912897"/>
                  </a:lnTo>
                  <a:lnTo>
                    <a:pt x="563572" y="1881345"/>
                  </a:lnTo>
                  <a:lnTo>
                    <a:pt x="564386" y="1787368"/>
                  </a:lnTo>
                  <a:lnTo>
                    <a:pt x="565201" y="1835499"/>
                  </a:lnTo>
                  <a:lnTo>
                    <a:pt x="566016" y="1955320"/>
                  </a:lnTo>
                  <a:lnTo>
                    <a:pt x="566831" y="2084647"/>
                  </a:lnTo>
                  <a:lnTo>
                    <a:pt x="567645" y="2246770"/>
                  </a:lnTo>
                  <a:lnTo>
                    <a:pt x="568460" y="2386351"/>
                  </a:lnTo>
                  <a:lnTo>
                    <a:pt x="569275" y="2505724"/>
                  </a:lnTo>
                  <a:lnTo>
                    <a:pt x="570090" y="2587641"/>
                  </a:lnTo>
                  <a:lnTo>
                    <a:pt x="570905" y="2673510"/>
                  </a:lnTo>
                  <a:lnTo>
                    <a:pt x="571719" y="2701542"/>
                  </a:lnTo>
                  <a:lnTo>
                    <a:pt x="572534" y="2719134"/>
                  </a:lnTo>
                  <a:lnTo>
                    <a:pt x="573349" y="2696369"/>
                  </a:lnTo>
                  <a:lnTo>
                    <a:pt x="574164" y="2657892"/>
                  </a:lnTo>
                  <a:lnTo>
                    <a:pt x="574978" y="2643509"/>
                  </a:lnTo>
                  <a:lnTo>
                    <a:pt x="575793" y="2561495"/>
                  </a:lnTo>
                  <a:lnTo>
                    <a:pt x="576608" y="2555317"/>
                  </a:lnTo>
                  <a:lnTo>
                    <a:pt x="577423" y="2491173"/>
                  </a:lnTo>
                  <a:lnTo>
                    <a:pt x="578238" y="2443694"/>
                  </a:lnTo>
                  <a:lnTo>
                    <a:pt x="579052" y="2467323"/>
                  </a:lnTo>
                  <a:lnTo>
                    <a:pt x="579867" y="2468589"/>
                  </a:lnTo>
                  <a:lnTo>
                    <a:pt x="580682" y="2470359"/>
                  </a:lnTo>
                  <a:lnTo>
                    <a:pt x="581497" y="2332916"/>
                  </a:lnTo>
                  <a:lnTo>
                    <a:pt x="582311" y="2093928"/>
                  </a:lnTo>
                  <a:lnTo>
                    <a:pt x="583126" y="1937846"/>
                  </a:lnTo>
                  <a:lnTo>
                    <a:pt x="583941" y="1850232"/>
                  </a:lnTo>
                  <a:lnTo>
                    <a:pt x="584756" y="1731553"/>
                  </a:lnTo>
                  <a:lnTo>
                    <a:pt x="585571" y="1632107"/>
                  </a:lnTo>
                  <a:lnTo>
                    <a:pt x="586385" y="1739689"/>
                  </a:lnTo>
                  <a:lnTo>
                    <a:pt x="587200" y="1866447"/>
                  </a:lnTo>
                  <a:lnTo>
                    <a:pt x="588015" y="1835224"/>
                  </a:lnTo>
                  <a:lnTo>
                    <a:pt x="588830" y="1745601"/>
                  </a:lnTo>
                  <a:lnTo>
                    <a:pt x="589644" y="1817627"/>
                  </a:lnTo>
                  <a:lnTo>
                    <a:pt x="590459" y="1942428"/>
                  </a:lnTo>
                  <a:lnTo>
                    <a:pt x="591274" y="1975980"/>
                  </a:lnTo>
                  <a:lnTo>
                    <a:pt x="592089" y="2053838"/>
                  </a:lnTo>
                  <a:lnTo>
                    <a:pt x="592904" y="2139772"/>
                  </a:lnTo>
                  <a:lnTo>
                    <a:pt x="593718" y="2160517"/>
                  </a:lnTo>
                  <a:lnTo>
                    <a:pt x="594533" y="2090261"/>
                  </a:lnTo>
                  <a:lnTo>
                    <a:pt x="595348" y="2106609"/>
                  </a:lnTo>
                  <a:lnTo>
                    <a:pt x="596163" y="2162790"/>
                  </a:lnTo>
                  <a:lnTo>
                    <a:pt x="596977" y="2170601"/>
                  </a:lnTo>
                  <a:lnTo>
                    <a:pt x="597792" y="2199295"/>
                  </a:lnTo>
                  <a:lnTo>
                    <a:pt x="598607" y="2225815"/>
                  </a:lnTo>
                  <a:lnTo>
                    <a:pt x="599422" y="2339165"/>
                  </a:lnTo>
                  <a:lnTo>
                    <a:pt x="600237" y="2349037"/>
                  </a:lnTo>
                  <a:lnTo>
                    <a:pt x="601051" y="2269204"/>
                  </a:lnTo>
                  <a:lnTo>
                    <a:pt x="601866" y="2190240"/>
                  </a:lnTo>
                  <a:lnTo>
                    <a:pt x="602681" y="2159204"/>
                  </a:lnTo>
                  <a:lnTo>
                    <a:pt x="603496" y="2162736"/>
                  </a:lnTo>
                  <a:lnTo>
                    <a:pt x="604311" y="2089047"/>
                  </a:lnTo>
                  <a:lnTo>
                    <a:pt x="605125" y="2036118"/>
                  </a:lnTo>
                  <a:lnTo>
                    <a:pt x="605940" y="2004282"/>
                  </a:lnTo>
                  <a:lnTo>
                    <a:pt x="606755" y="1987136"/>
                  </a:lnTo>
                  <a:lnTo>
                    <a:pt x="607570" y="1973535"/>
                  </a:lnTo>
                  <a:lnTo>
                    <a:pt x="608384" y="2049532"/>
                  </a:lnTo>
                  <a:lnTo>
                    <a:pt x="609199" y="2043177"/>
                  </a:lnTo>
                  <a:lnTo>
                    <a:pt x="610014" y="2057017"/>
                  </a:lnTo>
                  <a:lnTo>
                    <a:pt x="610829" y="2079381"/>
                  </a:lnTo>
                  <a:lnTo>
                    <a:pt x="611644" y="2150523"/>
                  </a:lnTo>
                  <a:lnTo>
                    <a:pt x="612458" y="2246816"/>
                  </a:lnTo>
                  <a:lnTo>
                    <a:pt x="613273" y="2185716"/>
                  </a:lnTo>
                  <a:lnTo>
                    <a:pt x="614088" y="2132899"/>
                  </a:lnTo>
                  <a:lnTo>
                    <a:pt x="614903" y="1996047"/>
                  </a:lnTo>
                  <a:lnTo>
                    <a:pt x="615717" y="1922555"/>
                  </a:lnTo>
                  <a:lnTo>
                    <a:pt x="616532" y="1812956"/>
                  </a:lnTo>
                  <a:lnTo>
                    <a:pt x="617347" y="1809736"/>
                  </a:lnTo>
                  <a:lnTo>
                    <a:pt x="618162" y="1957882"/>
                  </a:lnTo>
                  <a:lnTo>
                    <a:pt x="618977" y="2081109"/>
                  </a:lnTo>
                  <a:lnTo>
                    <a:pt x="619791" y="2247342"/>
                  </a:lnTo>
                  <a:lnTo>
                    <a:pt x="620606" y="2393157"/>
                  </a:lnTo>
                  <a:lnTo>
                    <a:pt x="621421" y="2574491"/>
                  </a:lnTo>
                  <a:lnTo>
                    <a:pt x="622236" y="2530740"/>
                  </a:lnTo>
                  <a:lnTo>
                    <a:pt x="623050" y="2463418"/>
                  </a:lnTo>
                  <a:lnTo>
                    <a:pt x="623865" y="2477290"/>
                  </a:lnTo>
                  <a:lnTo>
                    <a:pt x="624680" y="2511572"/>
                  </a:lnTo>
                  <a:lnTo>
                    <a:pt x="625495" y="2587436"/>
                  </a:lnTo>
                  <a:lnTo>
                    <a:pt x="626310" y="2617445"/>
                  </a:lnTo>
                  <a:lnTo>
                    <a:pt x="627124" y="2724918"/>
                  </a:lnTo>
                  <a:lnTo>
                    <a:pt x="627939" y="2687358"/>
                  </a:lnTo>
                  <a:lnTo>
                    <a:pt x="628754" y="2604528"/>
                  </a:lnTo>
                  <a:lnTo>
                    <a:pt x="629569" y="2514079"/>
                  </a:lnTo>
                  <a:lnTo>
                    <a:pt x="630383" y="2405160"/>
                  </a:lnTo>
                  <a:lnTo>
                    <a:pt x="631198" y="2416627"/>
                  </a:lnTo>
                  <a:lnTo>
                    <a:pt x="632013" y="2398366"/>
                  </a:lnTo>
                  <a:lnTo>
                    <a:pt x="632828" y="2432596"/>
                  </a:lnTo>
                  <a:lnTo>
                    <a:pt x="633643" y="2559638"/>
                  </a:lnTo>
                  <a:lnTo>
                    <a:pt x="634457" y="2721823"/>
                  </a:lnTo>
                  <a:lnTo>
                    <a:pt x="635272" y="2821342"/>
                  </a:lnTo>
                  <a:lnTo>
                    <a:pt x="636087" y="2833982"/>
                  </a:lnTo>
                  <a:lnTo>
                    <a:pt x="636902" y="2883011"/>
                  </a:lnTo>
                  <a:lnTo>
                    <a:pt x="637716" y="2938982"/>
                  </a:lnTo>
                  <a:lnTo>
                    <a:pt x="638531" y="2874519"/>
                  </a:lnTo>
                  <a:lnTo>
                    <a:pt x="639346" y="2699935"/>
                  </a:lnTo>
                  <a:lnTo>
                    <a:pt x="640161" y="2574382"/>
                  </a:lnTo>
                  <a:lnTo>
                    <a:pt x="640976" y="2461449"/>
                  </a:lnTo>
                  <a:lnTo>
                    <a:pt x="641790" y="2275725"/>
                  </a:lnTo>
                  <a:lnTo>
                    <a:pt x="642605" y="2158129"/>
                  </a:lnTo>
                  <a:lnTo>
                    <a:pt x="643420" y="2164320"/>
                  </a:lnTo>
                  <a:lnTo>
                    <a:pt x="644235" y="2293281"/>
                  </a:lnTo>
                  <a:lnTo>
                    <a:pt x="645050" y="2368068"/>
                  </a:lnTo>
                  <a:lnTo>
                    <a:pt x="645864" y="2463146"/>
                  </a:lnTo>
                  <a:lnTo>
                    <a:pt x="646679" y="2648872"/>
                  </a:lnTo>
                  <a:lnTo>
                    <a:pt x="647494" y="2808983"/>
                  </a:lnTo>
                  <a:lnTo>
                    <a:pt x="648309" y="2902169"/>
                  </a:lnTo>
                  <a:lnTo>
                    <a:pt x="649123" y="2931447"/>
                  </a:lnTo>
                  <a:lnTo>
                    <a:pt x="649938" y="2969725"/>
                  </a:lnTo>
                  <a:lnTo>
                    <a:pt x="650753" y="2956238"/>
                  </a:lnTo>
                  <a:lnTo>
                    <a:pt x="651568" y="2872734"/>
                  </a:lnTo>
                  <a:lnTo>
                    <a:pt x="652383" y="2817828"/>
                  </a:lnTo>
                  <a:lnTo>
                    <a:pt x="653197" y="2791881"/>
                  </a:lnTo>
                  <a:lnTo>
                    <a:pt x="654012" y="2725153"/>
                  </a:lnTo>
                  <a:lnTo>
                    <a:pt x="654827" y="2693909"/>
                  </a:lnTo>
                  <a:lnTo>
                    <a:pt x="655642" y="2663288"/>
                  </a:lnTo>
                  <a:lnTo>
                    <a:pt x="656456" y="2691128"/>
                  </a:lnTo>
                  <a:lnTo>
                    <a:pt x="657271" y="2673173"/>
                  </a:lnTo>
                  <a:lnTo>
                    <a:pt x="658086" y="2665891"/>
                  </a:lnTo>
                  <a:lnTo>
                    <a:pt x="658901" y="2785941"/>
                  </a:lnTo>
                  <a:lnTo>
                    <a:pt x="659716" y="2859576"/>
                  </a:lnTo>
                  <a:lnTo>
                    <a:pt x="660530" y="2907330"/>
                  </a:lnTo>
                  <a:lnTo>
                    <a:pt x="661345" y="2997029"/>
                  </a:lnTo>
                  <a:lnTo>
                    <a:pt x="662060" y="306763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688335" y="145504"/>
              <a:ext cx="246880" cy="3116972"/>
            </a:xfrm>
            <a:custGeom>
              <a:avLst/>
              <a:pathLst>
                <a:path w="246880" h="3116972">
                  <a:moveTo>
                    <a:pt x="0" y="3116972"/>
                  </a:moveTo>
                  <a:lnTo>
                    <a:pt x="503" y="3089704"/>
                  </a:lnTo>
                  <a:lnTo>
                    <a:pt x="1318" y="3059797"/>
                  </a:lnTo>
                  <a:lnTo>
                    <a:pt x="2132" y="3074008"/>
                  </a:lnTo>
                  <a:lnTo>
                    <a:pt x="2947" y="3039978"/>
                  </a:lnTo>
                  <a:lnTo>
                    <a:pt x="3762" y="2984365"/>
                  </a:lnTo>
                  <a:lnTo>
                    <a:pt x="4577" y="2906873"/>
                  </a:lnTo>
                  <a:lnTo>
                    <a:pt x="5392" y="2816247"/>
                  </a:lnTo>
                  <a:lnTo>
                    <a:pt x="6206" y="2809776"/>
                  </a:lnTo>
                  <a:lnTo>
                    <a:pt x="7021" y="2809778"/>
                  </a:lnTo>
                  <a:lnTo>
                    <a:pt x="7836" y="2809780"/>
                  </a:lnTo>
                  <a:lnTo>
                    <a:pt x="8651" y="2849205"/>
                  </a:lnTo>
                  <a:lnTo>
                    <a:pt x="9465" y="2953989"/>
                  </a:lnTo>
                  <a:lnTo>
                    <a:pt x="10280" y="3051773"/>
                  </a:lnTo>
                  <a:lnTo>
                    <a:pt x="11095" y="3040380"/>
                  </a:lnTo>
                  <a:lnTo>
                    <a:pt x="11910" y="2980400"/>
                  </a:lnTo>
                  <a:lnTo>
                    <a:pt x="12725" y="2965458"/>
                  </a:lnTo>
                  <a:lnTo>
                    <a:pt x="13539" y="2965458"/>
                  </a:lnTo>
                  <a:lnTo>
                    <a:pt x="14354" y="2965459"/>
                  </a:lnTo>
                  <a:lnTo>
                    <a:pt x="15169" y="2965459"/>
                  </a:lnTo>
                  <a:lnTo>
                    <a:pt x="15984" y="2978731"/>
                  </a:lnTo>
                  <a:lnTo>
                    <a:pt x="16799" y="2973891"/>
                  </a:lnTo>
                  <a:lnTo>
                    <a:pt x="17613" y="2903753"/>
                  </a:lnTo>
                  <a:lnTo>
                    <a:pt x="18428" y="2884687"/>
                  </a:lnTo>
                  <a:lnTo>
                    <a:pt x="19243" y="2884688"/>
                  </a:lnTo>
                  <a:lnTo>
                    <a:pt x="20058" y="2884689"/>
                  </a:lnTo>
                  <a:lnTo>
                    <a:pt x="20872" y="2889280"/>
                  </a:lnTo>
                  <a:lnTo>
                    <a:pt x="21687" y="2903650"/>
                  </a:lnTo>
                  <a:lnTo>
                    <a:pt x="22502" y="2918771"/>
                  </a:lnTo>
                  <a:lnTo>
                    <a:pt x="23317" y="2889332"/>
                  </a:lnTo>
                  <a:lnTo>
                    <a:pt x="24132" y="2877468"/>
                  </a:lnTo>
                  <a:lnTo>
                    <a:pt x="24946" y="2869158"/>
                  </a:lnTo>
                  <a:lnTo>
                    <a:pt x="25761" y="2833293"/>
                  </a:lnTo>
                  <a:lnTo>
                    <a:pt x="26576" y="2871791"/>
                  </a:lnTo>
                  <a:lnTo>
                    <a:pt x="27391" y="2883972"/>
                  </a:lnTo>
                  <a:lnTo>
                    <a:pt x="28205" y="2924149"/>
                  </a:lnTo>
                  <a:lnTo>
                    <a:pt x="29020" y="2933542"/>
                  </a:lnTo>
                  <a:lnTo>
                    <a:pt x="29835" y="2885437"/>
                  </a:lnTo>
                  <a:lnTo>
                    <a:pt x="30650" y="2834983"/>
                  </a:lnTo>
                  <a:lnTo>
                    <a:pt x="31465" y="2807279"/>
                  </a:lnTo>
                  <a:lnTo>
                    <a:pt x="32279" y="2878155"/>
                  </a:lnTo>
                  <a:lnTo>
                    <a:pt x="33094" y="2911897"/>
                  </a:lnTo>
                  <a:lnTo>
                    <a:pt x="33909" y="2926924"/>
                  </a:lnTo>
                  <a:lnTo>
                    <a:pt x="34724" y="2966324"/>
                  </a:lnTo>
                  <a:lnTo>
                    <a:pt x="35538" y="2978236"/>
                  </a:lnTo>
                  <a:lnTo>
                    <a:pt x="36353" y="2891992"/>
                  </a:lnTo>
                  <a:lnTo>
                    <a:pt x="37168" y="2816911"/>
                  </a:lnTo>
                  <a:lnTo>
                    <a:pt x="37983" y="2668241"/>
                  </a:lnTo>
                  <a:lnTo>
                    <a:pt x="38798" y="2490032"/>
                  </a:lnTo>
                  <a:lnTo>
                    <a:pt x="39612" y="2361004"/>
                  </a:lnTo>
                  <a:lnTo>
                    <a:pt x="40427" y="2408849"/>
                  </a:lnTo>
                  <a:lnTo>
                    <a:pt x="41242" y="2531025"/>
                  </a:lnTo>
                  <a:lnTo>
                    <a:pt x="42057" y="2568848"/>
                  </a:lnTo>
                  <a:lnTo>
                    <a:pt x="42871" y="2648762"/>
                  </a:lnTo>
                  <a:lnTo>
                    <a:pt x="43686" y="2774771"/>
                  </a:lnTo>
                  <a:lnTo>
                    <a:pt x="44501" y="2850668"/>
                  </a:lnTo>
                  <a:lnTo>
                    <a:pt x="45316" y="2831818"/>
                  </a:lnTo>
                  <a:lnTo>
                    <a:pt x="46131" y="2815264"/>
                  </a:lnTo>
                  <a:lnTo>
                    <a:pt x="46945" y="2802798"/>
                  </a:lnTo>
                  <a:lnTo>
                    <a:pt x="47760" y="2813785"/>
                  </a:lnTo>
                  <a:lnTo>
                    <a:pt x="48575" y="2824522"/>
                  </a:lnTo>
                  <a:lnTo>
                    <a:pt x="49390" y="2807249"/>
                  </a:lnTo>
                  <a:lnTo>
                    <a:pt x="50204" y="2717364"/>
                  </a:lnTo>
                  <a:lnTo>
                    <a:pt x="51019" y="2672618"/>
                  </a:lnTo>
                  <a:lnTo>
                    <a:pt x="51834" y="2676591"/>
                  </a:lnTo>
                  <a:lnTo>
                    <a:pt x="52649" y="2659685"/>
                  </a:lnTo>
                  <a:lnTo>
                    <a:pt x="53464" y="2661191"/>
                  </a:lnTo>
                  <a:lnTo>
                    <a:pt x="54278" y="2738222"/>
                  </a:lnTo>
                  <a:lnTo>
                    <a:pt x="55093" y="2768671"/>
                  </a:lnTo>
                  <a:lnTo>
                    <a:pt x="55908" y="2731857"/>
                  </a:lnTo>
                  <a:lnTo>
                    <a:pt x="56723" y="2682876"/>
                  </a:lnTo>
                  <a:lnTo>
                    <a:pt x="57538" y="2618546"/>
                  </a:lnTo>
                  <a:lnTo>
                    <a:pt x="58352" y="2559554"/>
                  </a:lnTo>
                  <a:lnTo>
                    <a:pt x="59167" y="2466066"/>
                  </a:lnTo>
                  <a:lnTo>
                    <a:pt x="59982" y="2452822"/>
                  </a:lnTo>
                  <a:lnTo>
                    <a:pt x="60797" y="2389623"/>
                  </a:lnTo>
                  <a:lnTo>
                    <a:pt x="61611" y="2308234"/>
                  </a:lnTo>
                  <a:lnTo>
                    <a:pt x="62426" y="2228579"/>
                  </a:lnTo>
                  <a:lnTo>
                    <a:pt x="63241" y="2128507"/>
                  </a:lnTo>
                  <a:lnTo>
                    <a:pt x="64056" y="2064812"/>
                  </a:lnTo>
                  <a:lnTo>
                    <a:pt x="64871" y="1974750"/>
                  </a:lnTo>
                  <a:lnTo>
                    <a:pt x="65685" y="2048352"/>
                  </a:lnTo>
                  <a:lnTo>
                    <a:pt x="66500" y="2079274"/>
                  </a:lnTo>
                  <a:lnTo>
                    <a:pt x="67315" y="2149558"/>
                  </a:lnTo>
                  <a:lnTo>
                    <a:pt x="68130" y="2216154"/>
                  </a:lnTo>
                  <a:lnTo>
                    <a:pt x="68944" y="2257874"/>
                  </a:lnTo>
                  <a:lnTo>
                    <a:pt x="69759" y="2395820"/>
                  </a:lnTo>
                  <a:lnTo>
                    <a:pt x="70574" y="2429541"/>
                  </a:lnTo>
                  <a:lnTo>
                    <a:pt x="71389" y="2452482"/>
                  </a:lnTo>
                  <a:lnTo>
                    <a:pt x="72204" y="2528315"/>
                  </a:lnTo>
                  <a:lnTo>
                    <a:pt x="73018" y="2601152"/>
                  </a:lnTo>
                  <a:lnTo>
                    <a:pt x="73833" y="2670493"/>
                  </a:lnTo>
                  <a:lnTo>
                    <a:pt x="74648" y="2664364"/>
                  </a:lnTo>
                  <a:lnTo>
                    <a:pt x="75463" y="2604764"/>
                  </a:lnTo>
                  <a:lnTo>
                    <a:pt x="76277" y="2551589"/>
                  </a:lnTo>
                  <a:lnTo>
                    <a:pt x="77092" y="2459147"/>
                  </a:lnTo>
                  <a:lnTo>
                    <a:pt x="77907" y="2435005"/>
                  </a:lnTo>
                  <a:lnTo>
                    <a:pt x="78722" y="2417868"/>
                  </a:lnTo>
                  <a:lnTo>
                    <a:pt x="79537" y="2483473"/>
                  </a:lnTo>
                  <a:lnTo>
                    <a:pt x="80351" y="2600783"/>
                  </a:lnTo>
                  <a:lnTo>
                    <a:pt x="81166" y="2745256"/>
                  </a:lnTo>
                  <a:lnTo>
                    <a:pt x="81981" y="2798357"/>
                  </a:lnTo>
                  <a:lnTo>
                    <a:pt x="82796" y="2728593"/>
                  </a:lnTo>
                  <a:lnTo>
                    <a:pt x="83610" y="2752469"/>
                  </a:lnTo>
                  <a:lnTo>
                    <a:pt x="84425" y="2770845"/>
                  </a:lnTo>
                  <a:lnTo>
                    <a:pt x="85240" y="2814078"/>
                  </a:lnTo>
                  <a:lnTo>
                    <a:pt x="86055" y="2835715"/>
                  </a:lnTo>
                  <a:lnTo>
                    <a:pt x="86870" y="2890747"/>
                  </a:lnTo>
                  <a:lnTo>
                    <a:pt x="87684" y="3025070"/>
                  </a:lnTo>
                  <a:lnTo>
                    <a:pt x="88499" y="3067777"/>
                  </a:lnTo>
                  <a:lnTo>
                    <a:pt x="89314" y="2973803"/>
                  </a:lnTo>
                  <a:lnTo>
                    <a:pt x="90129" y="2806576"/>
                  </a:lnTo>
                  <a:lnTo>
                    <a:pt x="90943" y="2680255"/>
                  </a:lnTo>
                  <a:lnTo>
                    <a:pt x="91758" y="2719630"/>
                  </a:lnTo>
                  <a:lnTo>
                    <a:pt x="92573" y="2714578"/>
                  </a:lnTo>
                  <a:lnTo>
                    <a:pt x="93388" y="2563567"/>
                  </a:lnTo>
                  <a:lnTo>
                    <a:pt x="94203" y="2457104"/>
                  </a:lnTo>
                  <a:lnTo>
                    <a:pt x="95017" y="2427810"/>
                  </a:lnTo>
                  <a:lnTo>
                    <a:pt x="95832" y="2389187"/>
                  </a:lnTo>
                  <a:lnTo>
                    <a:pt x="96647" y="2386480"/>
                  </a:lnTo>
                  <a:lnTo>
                    <a:pt x="97462" y="2416003"/>
                  </a:lnTo>
                  <a:lnTo>
                    <a:pt x="98277" y="2496006"/>
                  </a:lnTo>
                  <a:lnTo>
                    <a:pt x="99091" y="2604004"/>
                  </a:lnTo>
                  <a:lnTo>
                    <a:pt x="99906" y="2647929"/>
                  </a:lnTo>
                  <a:lnTo>
                    <a:pt x="100721" y="2811002"/>
                  </a:lnTo>
                  <a:lnTo>
                    <a:pt x="101536" y="2779252"/>
                  </a:lnTo>
                  <a:lnTo>
                    <a:pt x="102350" y="2676271"/>
                  </a:lnTo>
                  <a:lnTo>
                    <a:pt x="103165" y="2593816"/>
                  </a:lnTo>
                  <a:lnTo>
                    <a:pt x="103980" y="2485815"/>
                  </a:lnTo>
                  <a:lnTo>
                    <a:pt x="104795" y="2522510"/>
                  </a:lnTo>
                  <a:lnTo>
                    <a:pt x="105610" y="2520598"/>
                  </a:lnTo>
                  <a:lnTo>
                    <a:pt x="106424" y="2547126"/>
                  </a:lnTo>
                  <a:lnTo>
                    <a:pt x="107239" y="2632253"/>
                  </a:lnTo>
                  <a:lnTo>
                    <a:pt x="108054" y="2745188"/>
                  </a:lnTo>
                  <a:lnTo>
                    <a:pt x="108869" y="2894324"/>
                  </a:lnTo>
                  <a:lnTo>
                    <a:pt x="109683" y="2966991"/>
                  </a:lnTo>
                  <a:lnTo>
                    <a:pt x="110498" y="2895266"/>
                  </a:lnTo>
                  <a:lnTo>
                    <a:pt x="111313" y="2778159"/>
                  </a:lnTo>
                  <a:lnTo>
                    <a:pt x="112128" y="2707510"/>
                  </a:lnTo>
                  <a:lnTo>
                    <a:pt x="112943" y="2628154"/>
                  </a:lnTo>
                  <a:lnTo>
                    <a:pt x="113757" y="2536125"/>
                  </a:lnTo>
                  <a:lnTo>
                    <a:pt x="114572" y="2508934"/>
                  </a:lnTo>
                  <a:lnTo>
                    <a:pt x="115387" y="2580660"/>
                  </a:lnTo>
                  <a:lnTo>
                    <a:pt x="116202" y="2697767"/>
                  </a:lnTo>
                  <a:lnTo>
                    <a:pt x="117016" y="2768415"/>
                  </a:lnTo>
                  <a:lnTo>
                    <a:pt x="117831" y="2893204"/>
                  </a:lnTo>
                  <a:lnTo>
                    <a:pt x="118646" y="2978617"/>
                  </a:lnTo>
                  <a:lnTo>
                    <a:pt x="119461" y="2927917"/>
                  </a:lnTo>
                  <a:lnTo>
                    <a:pt x="120276" y="2891832"/>
                  </a:lnTo>
                  <a:lnTo>
                    <a:pt x="121090" y="2752410"/>
                  </a:lnTo>
                  <a:lnTo>
                    <a:pt x="121905" y="2566117"/>
                  </a:lnTo>
                  <a:lnTo>
                    <a:pt x="122720" y="2524330"/>
                  </a:lnTo>
                  <a:lnTo>
                    <a:pt x="123535" y="2558233"/>
                  </a:lnTo>
                  <a:lnTo>
                    <a:pt x="124349" y="2634101"/>
                  </a:lnTo>
                  <a:lnTo>
                    <a:pt x="125164" y="2668661"/>
                  </a:lnTo>
                  <a:lnTo>
                    <a:pt x="125979" y="2815412"/>
                  </a:lnTo>
                  <a:lnTo>
                    <a:pt x="126794" y="2949126"/>
                  </a:lnTo>
                  <a:lnTo>
                    <a:pt x="127609" y="2876740"/>
                  </a:lnTo>
                  <a:lnTo>
                    <a:pt x="128423" y="2817627"/>
                  </a:lnTo>
                  <a:lnTo>
                    <a:pt x="129238" y="2715379"/>
                  </a:lnTo>
                  <a:lnTo>
                    <a:pt x="130053" y="2666763"/>
                  </a:lnTo>
                  <a:lnTo>
                    <a:pt x="130868" y="2650185"/>
                  </a:lnTo>
                  <a:lnTo>
                    <a:pt x="131682" y="2619484"/>
                  </a:lnTo>
                  <a:lnTo>
                    <a:pt x="132497" y="2532709"/>
                  </a:lnTo>
                  <a:lnTo>
                    <a:pt x="133312" y="2418713"/>
                  </a:lnTo>
                  <a:lnTo>
                    <a:pt x="134127" y="2288713"/>
                  </a:lnTo>
                  <a:lnTo>
                    <a:pt x="134942" y="2085418"/>
                  </a:lnTo>
                  <a:lnTo>
                    <a:pt x="135756" y="1792836"/>
                  </a:lnTo>
                  <a:lnTo>
                    <a:pt x="136571" y="1551062"/>
                  </a:lnTo>
                  <a:lnTo>
                    <a:pt x="137386" y="1425342"/>
                  </a:lnTo>
                  <a:lnTo>
                    <a:pt x="138201" y="1293927"/>
                  </a:lnTo>
                  <a:lnTo>
                    <a:pt x="139016" y="1271040"/>
                  </a:lnTo>
                  <a:lnTo>
                    <a:pt x="139830" y="1265021"/>
                  </a:lnTo>
                  <a:lnTo>
                    <a:pt x="140645" y="1243563"/>
                  </a:lnTo>
                  <a:lnTo>
                    <a:pt x="141460" y="1270112"/>
                  </a:lnTo>
                  <a:lnTo>
                    <a:pt x="142275" y="1276754"/>
                  </a:lnTo>
                  <a:lnTo>
                    <a:pt x="143089" y="1258065"/>
                  </a:lnTo>
                  <a:lnTo>
                    <a:pt x="143904" y="1274519"/>
                  </a:lnTo>
                  <a:lnTo>
                    <a:pt x="144719" y="1314551"/>
                  </a:lnTo>
                  <a:lnTo>
                    <a:pt x="145534" y="1333834"/>
                  </a:lnTo>
                  <a:lnTo>
                    <a:pt x="146349" y="1338192"/>
                  </a:lnTo>
                  <a:lnTo>
                    <a:pt x="147163" y="1413190"/>
                  </a:lnTo>
                  <a:lnTo>
                    <a:pt x="147978" y="1462308"/>
                  </a:lnTo>
                  <a:lnTo>
                    <a:pt x="148793" y="1376170"/>
                  </a:lnTo>
                  <a:lnTo>
                    <a:pt x="149608" y="1231284"/>
                  </a:lnTo>
                  <a:lnTo>
                    <a:pt x="150422" y="1121783"/>
                  </a:lnTo>
                  <a:lnTo>
                    <a:pt x="151237" y="900821"/>
                  </a:lnTo>
                  <a:lnTo>
                    <a:pt x="152052" y="617050"/>
                  </a:lnTo>
                  <a:lnTo>
                    <a:pt x="152867" y="395934"/>
                  </a:lnTo>
                  <a:lnTo>
                    <a:pt x="153682" y="209286"/>
                  </a:lnTo>
                  <a:lnTo>
                    <a:pt x="154496" y="57565"/>
                  </a:lnTo>
                  <a:lnTo>
                    <a:pt x="155311" y="0"/>
                  </a:lnTo>
                  <a:lnTo>
                    <a:pt x="155311" y="0"/>
                  </a:lnTo>
                  <a:lnTo>
                    <a:pt x="156126" y="42688"/>
                  </a:lnTo>
                  <a:lnTo>
                    <a:pt x="156941" y="65293"/>
                  </a:lnTo>
                  <a:lnTo>
                    <a:pt x="157755" y="59350"/>
                  </a:lnTo>
                  <a:lnTo>
                    <a:pt x="158570" y="103945"/>
                  </a:lnTo>
                  <a:lnTo>
                    <a:pt x="159385" y="216361"/>
                  </a:lnTo>
                  <a:lnTo>
                    <a:pt x="160200" y="335053"/>
                  </a:lnTo>
                  <a:lnTo>
                    <a:pt x="161015" y="553691"/>
                  </a:lnTo>
                  <a:lnTo>
                    <a:pt x="161829" y="825142"/>
                  </a:lnTo>
                  <a:lnTo>
                    <a:pt x="162644" y="1122776"/>
                  </a:lnTo>
                  <a:lnTo>
                    <a:pt x="163459" y="1501809"/>
                  </a:lnTo>
                  <a:lnTo>
                    <a:pt x="164274" y="1760883"/>
                  </a:lnTo>
                  <a:lnTo>
                    <a:pt x="165088" y="1852243"/>
                  </a:lnTo>
                  <a:lnTo>
                    <a:pt x="165903" y="1857784"/>
                  </a:lnTo>
                  <a:lnTo>
                    <a:pt x="166718" y="1950928"/>
                  </a:lnTo>
                  <a:lnTo>
                    <a:pt x="167533" y="2099524"/>
                  </a:lnTo>
                  <a:lnTo>
                    <a:pt x="168348" y="2024031"/>
                  </a:lnTo>
                  <a:lnTo>
                    <a:pt x="169162" y="1883627"/>
                  </a:lnTo>
                  <a:lnTo>
                    <a:pt x="169977" y="1847584"/>
                  </a:lnTo>
                  <a:lnTo>
                    <a:pt x="170792" y="1833522"/>
                  </a:lnTo>
                  <a:lnTo>
                    <a:pt x="171607" y="1769787"/>
                  </a:lnTo>
                  <a:lnTo>
                    <a:pt x="172421" y="1612257"/>
                  </a:lnTo>
                  <a:lnTo>
                    <a:pt x="173236" y="1576967"/>
                  </a:lnTo>
                  <a:lnTo>
                    <a:pt x="174051" y="1792987"/>
                  </a:lnTo>
                  <a:lnTo>
                    <a:pt x="174866" y="1967410"/>
                  </a:lnTo>
                  <a:lnTo>
                    <a:pt x="175681" y="2046040"/>
                  </a:lnTo>
                  <a:lnTo>
                    <a:pt x="176495" y="2142217"/>
                  </a:lnTo>
                  <a:lnTo>
                    <a:pt x="177310" y="2282979"/>
                  </a:lnTo>
                  <a:lnTo>
                    <a:pt x="178125" y="2335608"/>
                  </a:lnTo>
                  <a:lnTo>
                    <a:pt x="178940" y="2190458"/>
                  </a:lnTo>
                  <a:lnTo>
                    <a:pt x="179755" y="2103359"/>
                  </a:lnTo>
                  <a:lnTo>
                    <a:pt x="180569" y="2129650"/>
                  </a:lnTo>
                  <a:lnTo>
                    <a:pt x="181384" y="2078829"/>
                  </a:lnTo>
                  <a:lnTo>
                    <a:pt x="182199" y="1981745"/>
                  </a:lnTo>
                  <a:lnTo>
                    <a:pt x="183014" y="2003292"/>
                  </a:lnTo>
                  <a:lnTo>
                    <a:pt x="183828" y="1983102"/>
                  </a:lnTo>
                  <a:lnTo>
                    <a:pt x="184643" y="1874637"/>
                  </a:lnTo>
                  <a:lnTo>
                    <a:pt x="185458" y="1761117"/>
                  </a:lnTo>
                  <a:lnTo>
                    <a:pt x="186273" y="1681272"/>
                  </a:lnTo>
                  <a:lnTo>
                    <a:pt x="187088" y="1662767"/>
                  </a:lnTo>
                  <a:lnTo>
                    <a:pt x="187902" y="1636497"/>
                  </a:lnTo>
                  <a:lnTo>
                    <a:pt x="188717" y="1722988"/>
                  </a:lnTo>
                  <a:lnTo>
                    <a:pt x="189532" y="1893899"/>
                  </a:lnTo>
                  <a:lnTo>
                    <a:pt x="190347" y="1996339"/>
                  </a:lnTo>
                  <a:lnTo>
                    <a:pt x="191161" y="1960175"/>
                  </a:lnTo>
                  <a:lnTo>
                    <a:pt x="191976" y="1835324"/>
                  </a:lnTo>
                  <a:lnTo>
                    <a:pt x="192791" y="1661998"/>
                  </a:lnTo>
                  <a:lnTo>
                    <a:pt x="193606" y="1486536"/>
                  </a:lnTo>
                  <a:lnTo>
                    <a:pt x="194421" y="1350579"/>
                  </a:lnTo>
                  <a:lnTo>
                    <a:pt x="195235" y="1320990"/>
                  </a:lnTo>
                  <a:lnTo>
                    <a:pt x="196050" y="1377203"/>
                  </a:lnTo>
                  <a:lnTo>
                    <a:pt x="196865" y="1436733"/>
                  </a:lnTo>
                  <a:lnTo>
                    <a:pt x="197680" y="1490405"/>
                  </a:lnTo>
                  <a:lnTo>
                    <a:pt x="198494" y="1516468"/>
                  </a:lnTo>
                  <a:lnTo>
                    <a:pt x="199309" y="1590897"/>
                  </a:lnTo>
                  <a:lnTo>
                    <a:pt x="200124" y="1597553"/>
                  </a:lnTo>
                  <a:lnTo>
                    <a:pt x="200939" y="1596942"/>
                  </a:lnTo>
                  <a:lnTo>
                    <a:pt x="201754" y="1565461"/>
                  </a:lnTo>
                  <a:lnTo>
                    <a:pt x="202568" y="1557710"/>
                  </a:lnTo>
                  <a:lnTo>
                    <a:pt x="203383" y="1581360"/>
                  </a:lnTo>
                  <a:lnTo>
                    <a:pt x="204198" y="1589923"/>
                  </a:lnTo>
                  <a:lnTo>
                    <a:pt x="205013" y="1616823"/>
                  </a:lnTo>
                  <a:lnTo>
                    <a:pt x="205827" y="1715228"/>
                  </a:lnTo>
                  <a:lnTo>
                    <a:pt x="206642" y="1779468"/>
                  </a:lnTo>
                  <a:lnTo>
                    <a:pt x="207457" y="1789751"/>
                  </a:lnTo>
                  <a:lnTo>
                    <a:pt x="208272" y="1904822"/>
                  </a:lnTo>
                  <a:lnTo>
                    <a:pt x="209087" y="2002191"/>
                  </a:lnTo>
                  <a:lnTo>
                    <a:pt x="209901" y="2018688"/>
                  </a:lnTo>
                  <a:lnTo>
                    <a:pt x="210716" y="2046265"/>
                  </a:lnTo>
                  <a:lnTo>
                    <a:pt x="211531" y="2284748"/>
                  </a:lnTo>
                  <a:lnTo>
                    <a:pt x="212346" y="2515641"/>
                  </a:lnTo>
                  <a:lnTo>
                    <a:pt x="213160" y="2634593"/>
                  </a:lnTo>
                  <a:lnTo>
                    <a:pt x="213975" y="2764742"/>
                  </a:lnTo>
                  <a:lnTo>
                    <a:pt x="214790" y="2907346"/>
                  </a:lnTo>
                  <a:lnTo>
                    <a:pt x="215605" y="2967860"/>
                  </a:lnTo>
                  <a:lnTo>
                    <a:pt x="216420" y="2879593"/>
                  </a:lnTo>
                  <a:lnTo>
                    <a:pt x="217234" y="2793360"/>
                  </a:lnTo>
                  <a:lnTo>
                    <a:pt x="218049" y="2690569"/>
                  </a:lnTo>
                  <a:lnTo>
                    <a:pt x="218864" y="2534145"/>
                  </a:lnTo>
                  <a:lnTo>
                    <a:pt x="219679" y="2442954"/>
                  </a:lnTo>
                  <a:lnTo>
                    <a:pt x="220494" y="2334162"/>
                  </a:lnTo>
                  <a:lnTo>
                    <a:pt x="221308" y="2202837"/>
                  </a:lnTo>
                  <a:lnTo>
                    <a:pt x="222123" y="2146699"/>
                  </a:lnTo>
                  <a:lnTo>
                    <a:pt x="222938" y="2112157"/>
                  </a:lnTo>
                  <a:lnTo>
                    <a:pt x="223753" y="2119167"/>
                  </a:lnTo>
                  <a:lnTo>
                    <a:pt x="224567" y="2030469"/>
                  </a:lnTo>
                  <a:lnTo>
                    <a:pt x="225382" y="1983033"/>
                  </a:lnTo>
                  <a:lnTo>
                    <a:pt x="226197" y="2066908"/>
                  </a:lnTo>
                  <a:lnTo>
                    <a:pt x="227012" y="2139848"/>
                  </a:lnTo>
                  <a:lnTo>
                    <a:pt x="227827" y="2205703"/>
                  </a:lnTo>
                  <a:lnTo>
                    <a:pt x="228641" y="2246807"/>
                  </a:lnTo>
                  <a:lnTo>
                    <a:pt x="229456" y="2352886"/>
                  </a:lnTo>
                  <a:lnTo>
                    <a:pt x="230271" y="2424766"/>
                  </a:lnTo>
                  <a:lnTo>
                    <a:pt x="231086" y="2422849"/>
                  </a:lnTo>
                  <a:lnTo>
                    <a:pt x="231900" y="2494795"/>
                  </a:lnTo>
                  <a:lnTo>
                    <a:pt x="232715" y="2567813"/>
                  </a:lnTo>
                  <a:lnTo>
                    <a:pt x="233530" y="2604468"/>
                  </a:lnTo>
                  <a:lnTo>
                    <a:pt x="234345" y="2585891"/>
                  </a:lnTo>
                  <a:lnTo>
                    <a:pt x="235160" y="2629812"/>
                  </a:lnTo>
                  <a:lnTo>
                    <a:pt x="235974" y="2672918"/>
                  </a:lnTo>
                  <a:lnTo>
                    <a:pt x="236789" y="2680234"/>
                  </a:lnTo>
                  <a:lnTo>
                    <a:pt x="237604" y="2684250"/>
                  </a:lnTo>
                  <a:lnTo>
                    <a:pt x="238419" y="2682820"/>
                  </a:lnTo>
                  <a:lnTo>
                    <a:pt x="239233" y="2765452"/>
                  </a:lnTo>
                  <a:lnTo>
                    <a:pt x="240048" y="2817230"/>
                  </a:lnTo>
                  <a:lnTo>
                    <a:pt x="240863" y="2871619"/>
                  </a:lnTo>
                  <a:lnTo>
                    <a:pt x="241678" y="2777418"/>
                  </a:lnTo>
                  <a:lnTo>
                    <a:pt x="242493" y="2662961"/>
                  </a:lnTo>
                  <a:lnTo>
                    <a:pt x="243307" y="2645058"/>
                  </a:lnTo>
                  <a:lnTo>
                    <a:pt x="244122" y="2694811"/>
                  </a:lnTo>
                  <a:lnTo>
                    <a:pt x="244937" y="2787121"/>
                  </a:lnTo>
                  <a:lnTo>
                    <a:pt x="245752" y="2881728"/>
                  </a:lnTo>
                  <a:lnTo>
                    <a:pt x="246566" y="3074949"/>
                  </a:lnTo>
                  <a:lnTo>
                    <a:pt x="246880" y="311697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937548" y="2474805"/>
              <a:ext cx="97857" cy="787672"/>
            </a:xfrm>
            <a:custGeom>
              <a:avLst/>
              <a:pathLst>
                <a:path w="97857" h="787672">
                  <a:moveTo>
                    <a:pt x="0" y="787672"/>
                  </a:moveTo>
                  <a:lnTo>
                    <a:pt x="613" y="696124"/>
                  </a:lnTo>
                  <a:lnTo>
                    <a:pt x="1428" y="617432"/>
                  </a:lnTo>
                  <a:lnTo>
                    <a:pt x="2243" y="500078"/>
                  </a:lnTo>
                  <a:lnTo>
                    <a:pt x="3057" y="473782"/>
                  </a:lnTo>
                  <a:lnTo>
                    <a:pt x="3872" y="512976"/>
                  </a:lnTo>
                  <a:lnTo>
                    <a:pt x="4687" y="501083"/>
                  </a:lnTo>
                  <a:lnTo>
                    <a:pt x="5502" y="491292"/>
                  </a:lnTo>
                  <a:lnTo>
                    <a:pt x="6317" y="459533"/>
                  </a:lnTo>
                  <a:lnTo>
                    <a:pt x="7131" y="418890"/>
                  </a:lnTo>
                  <a:lnTo>
                    <a:pt x="7946" y="429785"/>
                  </a:lnTo>
                  <a:lnTo>
                    <a:pt x="8761" y="400106"/>
                  </a:lnTo>
                  <a:lnTo>
                    <a:pt x="9576" y="338979"/>
                  </a:lnTo>
                  <a:lnTo>
                    <a:pt x="10390" y="260029"/>
                  </a:lnTo>
                  <a:lnTo>
                    <a:pt x="11205" y="229806"/>
                  </a:lnTo>
                  <a:lnTo>
                    <a:pt x="12020" y="265311"/>
                  </a:lnTo>
                  <a:lnTo>
                    <a:pt x="12835" y="295567"/>
                  </a:lnTo>
                  <a:lnTo>
                    <a:pt x="13650" y="286397"/>
                  </a:lnTo>
                  <a:lnTo>
                    <a:pt x="14464" y="301705"/>
                  </a:lnTo>
                  <a:lnTo>
                    <a:pt x="15279" y="365988"/>
                  </a:lnTo>
                  <a:lnTo>
                    <a:pt x="16094" y="389935"/>
                  </a:lnTo>
                  <a:lnTo>
                    <a:pt x="16909" y="338039"/>
                  </a:lnTo>
                  <a:lnTo>
                    <a:pt x="17723" y="268321"/>
                  </a:lnTo>
                  <a:lnTo>
                    <a:pt x="18538" y="286567"/>
                  </a:lnTo>
                  <a:lnTo>
                    <a:pt x="19353" y="287893"/>
                  </a:lnTo>
                  <a:lnTo>
                    <a:pt x="20168" y="228659"/>
                  </a:lnTo>
                  <a:lnTo>
                    <a:pt x="20983" y="205571"/>
                  </a:lnTo>
                  <a:lnTo>
                    <a:pt x="21797" y="227504"/>
                  </a:lnTo>
                  <a:lnTo>
                    <a:pt x="22612" y="255049"/>
                  </a:lnTo>
                  <a:lnTo>
                    <a:pt x="23427" y="258568"/>
                  </a:lnTo>
                  <a:lnTo>
                    <a:pt x="24242" y="310047"/>
                  </a:lnTo>
                  <a:lnTo>
                    <a:pt x="25056" y="448840"/>
                  </a:lnTo>
                  <a:lnTo>
                    <a:pt x="25871" y="414897"/>
                  </a:lnTo>
                  <a:lnTo>
                    <a:pt x="26686" y="413264"/>
                  </a:lnTo>
                  <a:lnTo>
                    <a:pt x="27501" y="434070"/>
                  </a:lnTo>
                  <a:lnTo>
                    <a:pt x="28316" y="370339"/>
                  </a:lnTo>
                  <a:lnTo>
                    <a:pt x="29130" y="310755"/>
                  </a:lnTo>
                  <a:lnTo>
                    <a:pt x="29945" y="259669"/>
                  </a:lnTo>
                  <a:lnTo>
                    <a:pt x="30760" y="372451"/>
                  </a:lnTo>
                  <a:lnTo>
                    <a:pt x="31575" y="487875"/>
                  </a:lnTo>
                  <a:lnTo>
                    <a:pt x="32389" y="538145"/>
                  </a:lnTo>
                  <a:lnTo>
                    <a:pt x="33204" y="575248"/>
                  </a:lnTo>
                  <a:lnTo>
                    <a:pt x="34019" y="555245"/>
                  </a:lnTo>
                  <a:lnTo>
                    <a:pt x="34834" y="448281"/>
                  </a:lnTo>
                  <a:lnTo>
                    <a:pt x="35649" y="349809"/>
                  </a:lnTo>
                  <a:lnTo>
                    <a:pt x="36463" y="282061"/>
                  </a:lnTo>
                  <a:lnTo>
                    <a:pt x="37278" y="254068"/>
                  </a:lnTo>
                  <a:lnTo>
                    <a:pt x="38093" y="330356"/>
                  </a:lnTo>
                  <a:lnTo>
                    <a:pt x="38908" y="472975"/>
                  </a:lnTo>
                  <a:lnTo>
                    <a:pt x="39722" y="625178"/>
                  </a:lnTo>
                  <a:lnTo>
                    <a:pt x="40537" y="693144"/>
                  </a:lnTo>
                  <a:lnTo>
                    <a:pt x="41352" y="661253"/>
                  </a:lnTo>
                  <a:lnTo>
                    <a:pt x="42167" y="611159"/>
                  </a:lnTo>
                  <a:lnTo>
                    <a:pt x="42982" y="481246"/>
                  </a:lnTo>
                  <a:lnTo>
                    <a:pt x="43796" y="363106"/>
                  </a:lnTo>
                  <a:lnTo>
                    <a:pt x="44611" y="225429"/>
                  </a:lnTo>
                  <a:lnTo>
                    <a:pt x="45426" y="169117"/>
                  </a:lnTo>
                  <a:lnTo>
                    <a:pt x="46241" y="220154"/>
                  </a:lnTo>
                  <a:lnTo>
                    <a:pt x="47056" y="265113"/>
                  </a:lnTo>
                  <a:lnTo>
                    <a:pt x="47870" y="306122"/>
                  </a:lnTo>
                  <a:lnTo>
                    <a:pt x="48685" y="309008"/>
                  </a:lnTo>
                  <a:lnTo>
                    <a:pt x="49500" y="416072"/>
                  </a:lnTo>
                  <a:lnTo>
                    <a:pt x="50315" y="501419"/>
                  </a:lnTo>
                  <a:lnTo>
                    <a:pt x="51129" y="463175"/>
                  </a:lnTo>
                  <a:lnTo>
                    <a:pt x="51944" y="393483"/>
                  </a:lnTo>
                  <a:lnTo>
                    <a:pt x="52759" y="418485"/>
                  </a:lnTo>
                  <a:lnTo>
                    <a:pt x="53574" y="510431"/>
                  </a:lnTo>
                  <a:lnTo>
                    <a:pt x="54389" y="485380"/>
                  </a:lnTo>
                  <a:lnTo>
                    <a:pt x="55203" y="477564"/>
                  </a:lnTo>
                  <a:lnTo>
                    <a:pt x="56018" y="529606"/>
                  </a:lnTo>
                  <a:lnTo>
                    <a:pt x="56833" y="587085"/>
                  </a:lnTo>
                  <a:lnTo>
                    <a:pt x="57648" y="553652"/>
                  </a:lnTo>
                  <a:lnTo>
                    <a:pt x="58462" y="485726"/>
                  </a:lnTo>
                  <a:lnTo>
                    <a:pt x="59277" y="527761"/>
                  </a:lnTo>
                  <a:lnTo>
                    <a:pt x="60092" y="520738"/>
                  </a:lnTo>
                  <a:lnTo>
                    <a:pt x="60907" y="520506"/>
                  </a:lnTo>
                  <a:lnTo>
                    <a:pt x="61722" y="443547"/>
                  </a:lnTo>
                  <a:lnTo>
                    <a:pt x="62536" y="369751"/>
                  </a:lnTo>
                  <a:lnTo>
                    <a:pt x="63351" y="404134"/>
                  </a:lnTo>
                  <a:lnTo>
                    <a:pt x="64166" y="324837"/>
                  </a:lnTo>
                  <a:lnTo>
                    <a:pt x="64981" y="266797"/>
                  </a:lnTo>
                  <a:lnTo>
                    <a:pt x="65795" y="189597"/>
                  </a:lnTo>
                  <a:lnTo>
                    <a:pt x="66610" y="196301"/>
                  </a:lnTo>
                  <a:lnTo>
                    <a:pt x="67425" y="260278"/>
                  </a:lnTo>
                  <a:lnTo>
                    <a:pt x="68240" y="223324"/>
                  </a:lnTo>
                  <a:lnTo>
                    <a:pt x="69055" y="226616"/>
                  </a:lnTo>
                  <a:lnTo>
                    <a:pt x="69869" y="206897"/>
                  </a:lnTo>
                  <a:lnTo>
                    <a:pt x="70684" y="204175"/>
                  </a:lnTo>
                  <a:lnTo>
                    <a:pt x="71499" y="306921"/>
                  </a:lnTo>
                  <a:lnTo>
                    <a:pt x="72314" y="344301"/>
                  </a:lnTo>
                  <a:lnTo>
                    <a:pt x="73128" y="314043"/>
                  </a:lnTo>
                  <a:lnTo>
                    <a:pt x="73943" y="342674"/>
                  </a:lnTo>
                  <a:lnTo>
                    <a:pt x="74758" y="367531"/>
                  </a:lnTo>
                  <a:lnTo>
                    <a:pt x="75573" y="392474"/>
                  </a:lnTo>
                  <a:lnTo>
                    <a:pt x="76388" y="336753"/>
                  </a:lnTo>
                  <a:lnTo>
                    <a:pt x="77202" y="215706"/>
                  </a:lnTo>
                  <a:lnTo>
                    <a:pt x="78017" y="162185"/>
                  </a:lnTo>
                  <a:lnTo>
                    <a:pt x="78832" y="77281"/>
                  </a:lnTo>
                  <a:lnTo>
                    <a:pt x="79647" y="0"/>
                  </a:lnTo>
                  <a:lnTo>
                    <a:pt x="80461" y="9563"/>
                  </a:lnTo>
                  <a:lnTo>
                    <a:pt x="81276" y="61994"/>
                  </a:lnTo>
                  <a:lnTo>
                    <a:pt x="82091" y="156571"/>
                  </a:lnTo>
                  <a:lnTo>
                    <a:pt x="82906" y="190861"/>
                  </a:lnTo>
                  <a:lnTo>
                    <a:pt x="83721" y="208342"/>
                  </a:lnTo>
                  <a:lnTo>
                    <a:pt x="84535" y="295565"/>
                  </a:lnTo>
                  <a:lnTo>
                    <a:pt x="85350" y="243226"/>
                  </a:lnTo>
                  <a:lnTo>
                    <a:pt x="86165" y="169210"/>
                  </a:lnTo>
                  <a:lnTo>
                    <a:pt x="86980" y="223218"/>
                  </a:lnTo>
                  <a:lnTo>
                    <a:pt x="87795" y="333854"/>
                  </a:lnTo>
                  <a:lnTo>
                    <a:pt x="88609" y="466996"/>
                  </a:lnTo>
                  <a:lnTo>
                    <a:pt x="89424" y="485700"/>
                  </a:lnTo>
                  <a:lnTo>
                    <a:pt x="90239" y="451715"/>
                  </a:lnTo>
                  <a:lnTo>
                    <a:pt x="91054" y="422062"/>
                  </a:lnTo>
                  <a:lnTo>
                    <a:pt x="91868" y="417261"/>
                  </a:lnTo>
                  <a:lnTo>
                    <a:pt x="92683" y="417263"/>
                  </a:lnTo>
                  <a:lnTo>
                    <a:pt x="93498" y="417263"/>
                  </a:lnTo>
                  <a:lnTo>
                    <a:pt x="94313" y="462064"/>
                  </a:lnTo>
                  <a:lnTo>
                    <a:pt x="95128" y="597616"/>
                  </a:lnTo>
                  <a:lnTo>
                    <a:pt x="95942" y="712841"/>
                  </a:lnTo>
                  <a:lnTo>
                    <a:pt x="96757" y="738342"/>
                  </a:lnTo>
                  <a:lnTo>
                    <a:pt x="97572" y="775002"/>
                  </a:lnTo>
                  <a:lnTo>
                    <a:pt x="97857" y="78767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036896" y="1615785"/>
              <a:ext cx="387083" cy="1646691"/>
            </a:xfrm>
            <a:custGeom>
              <a:avLst/>
              <a:pathLst>
                <a:path w="387083" h="1646691">
                  <a:moveTo>
                    <a:pt x="0" y="1646691"/>
                  </a:moveTo>
                  <a:lnTo>
                    <a:pt x="668" y="1545653"/>
                  </a:lnTo>
                  <a:lnTo>
                    <a:pt x="1483" y="1434274"/>
                  </a:lnTo>
                  <a:lnTo>
                    <a:pt x="2298" y="1402770"/>
                  </a:lnTo>
                  <a:lnTo>
                    <a:pt x="3113" y="1305204"/>
                  </a:lnTo>
                  <a:lnTo>
                    <a:pt x="3927" y="1218342"/>
                  </a:lnTo>
                  <a:lnTo>
                    <a:pt x="4742" y="1213387"/>
                  </a:lnTo>
                  <a:lnTo>
                    <a:pt x="5557" y="1332674"/>
                  </a:lnTo>
                  <a:lnTo>
                    <a:pt x="6372" y="1372724"/>
                  </a:lnTo>
                  <a:lnTo>
                    <a:pt x="7186" y="1379659"/>
                  </a:lnTo>
                  <a:lnTo>
                    <a:pt x="8001" y="1432305"/>
                  </a:lnTo>
                  <a:lnTo>
                    <a:pt x="8816" y="1454163"/>
                  </a:lnTo>
                  <a:lnTo>
                    <a:pt x="9631" y="1459673"/>
                  </a:lnTo>
                  <a:lnTo>
                    <a:pt x="10446" y="1455350"/>
                  </a:lnTo>
                  <a:lnTo>
                    <a:pt x="11260" y="1510886"/>
                  </a:lnTo>
                  <a:lnTo>
                    <a:pt x="12075" y="1499094"/>
                  </a:lnTo>
                  <a:lnTo>
                    <a:pt x="12890" y="1399727"/>
                  </a:lnTo>
                  <a:lnTo>
                    <a:pt x="13705" y="1355894"/>
                  </a:lnTo>
                  <a:lnTo>
                    <a:pt x="14519" y="1358936"/>
                  </a:lnTo>
                  <a:lnTo>
                    <a:pt x="15334" y="1353961"/>
                  </a:lnTo>
                  <a:lnTo>
                    <a:pt x="16149" y="1337509"/>
                  </a:lnTo>
                  <a:lnTo>
                    <a:pt x="16964" y="1278883"/>
                  </a:lnTo>
                  <a:lnTo>
                    <a:pt x="17779" y="1256692"/>
                  </a:lnTo>
                  <a:lnTo>
                    <a:pt x="18593" y="1190368"/>
                  </a:lnTo>
                  <a:lnTo>
                    <a:pt x="19408" y="1049992"/>
                  </a:lnTo>
                  <a:lnTo>
                    <a:pt x="20223" y="939938"/>
                  </a:lnTo>
                  <a:lnTo>
                    <a:pt x="21038" y="804431"/>
                  </a:lnTo>
                  <a:lnTo>
                    <a:pt x="21852" y="640020"/>
                  </a:lnTo>
                  <a:lnTo>
                    <a:pt x="22667" y="530279"/>
                  </a:lnTo>
                  <a:lnTo>
                    <a:pt x="23482" y="469576"/>
                  </a:lnTo>
                  <a:lnTo>
                    <a:pt x="24297" y="463166"/>
                  </a:lnTo>
                  <a:lnTo>
                    <a:pt x="25112" y="552760"/>
                  </a:lnTo>
                  <a:lnTo>
                    <a:pt x="25926" y="717420"/>
                  </a:lnTo>
                  <a:lnTo>
                    <a:pt x="26741" y="928476"/>
                  </a:lnTo>
                  <a:lnTo>
                    <a:pt x="27556" y="1099709"/>
                  </a:lnTo>
                  <a:lnTo>
                    <a:pt x="28371" y="1211839"/>
                  </a:lnTo>
                  <a:lnTo>
                    <a:pt x="29185" y="1240935"/>
                  </a:lnTo>
                  <a:lnTo>
                    <a:pt x="30000" y="1212132"/>
                  </a:lnTo>
                  <a:lnTo>
                    <a:pt x="30815" y="1206739"/>
                  </a:lnTo>
                  <a:lnTo>
                    <a:pt x="31630" y="1271919"/>
                  </a:lnTo>
                  <a:lnTo>
                    <a:pt x="32445" y="1293770"/>
                  </a:lnTo>
                  <a:lnTo>
                    <a:pt x="33259" y="1326529"/>
                  </a:lnTo>
                  <a:lnTo>
                    <a:pt x="34074" y="1453358"/>
                  </a:lnTo>
                  <a:lnTo>
                    <a:pt x="34889" y="1429939"/>
                  </a:lnTo>
                  <a:lnTo>
                    <a:pt x="35704" y="1306171"/>
                  </a:lnTo>
                  <a:lnTo>
                    <a:pt x="36519" y="1130562"/>
                  </a:lnTo>
                  <a:lnTo>
                    <a:pt x="37333" y="1086483"/>
                  </a:lnTo>
                  <a:lnTo>
                    <a:pt x="38148" y="1106278"/>
                  </a:lnTo>
                  <a:lnTo>
                    <a:pt x="38963" y="985677"/>
                  </a:lnTo>
                  <a:lnTo>
                    <a:pt x="39778" y="936575"/>
                  </a:lnTo>
                  <a:lnTo>
                    <a:pt x="40592" y="965103"/>
                  </a:lnTo>
                  <a:lnTo>
                    <a:pt x="41407" y="990441"/>
                  </a:lnTo>
                  <a:lnTo>
                    <a:pt x="42222" y="1004635"/>
                  </a:lnTo>
                  <a:lnTo>
                    <a:pt x="43037" y="960799"/>
                  </a:lnTo>
                  <a:lnTo>
                    <a:pt x="43852" y="911237"/>
                  </a:lnTo>
                  <a:lnTo>
                    <a:pt x="44666" y="797188"/>
                  </a:lnTo>
                  <a:lnTo>
                    <a:pt x="45481" y="702772"/>
                  </a:lnTo>
                  <a:lnTo>
                    <a:pt x="46296" y="613682"/>
                  </a:lnTo>
                  <a:lnTo>
                    <a:pt x="47111" y="512642"/>
                  </a:lnTo>
                  <a:lnTo>
                    <a:pt x="47925" y="441316"/>
                  </a:lnTo>
                  <a:lnTo>
                    <a:pt x="48740" y="509087"/>
                  </a:lnTo>
                  <a:lnTo>
                    <a:pt x="49555" y="709955"/>
                  </a:lnTo>
                  <a:lnTo>
                    <a:pt x="50370" y="865873"/>
                  </a:lnTo>
                  <a:lnTo>
                    <a:pt x="51185" y="980216"/>
                  </a:lnTo>
                  <a:lnTo>
                    <a:pt x="51999" y="1025098"/>
                  </a:lnTo>
                  <a:lnTo>
                    <a:pt x="52814" y="1163612"/>
                  </a:lnTo>
                  <a:lnTo>
                    <a:pt x="53629" y="1254679"/>
                  </a:lnTo>
                  <a:lnTo>
                    <a:pt x="54444" y="1302774"/>
                  </a:lnTo>
                  <a:lnTo>
                    <a:pt x="55258" y="1339149"/>
                  </a:lnTo>
                  <a:lnTo>
                    <a:pt x="56073" y="1380356"/>
                  </a:lnTo>
                  <a:lnTo>
                    <a:pt x="56888" y="1467797"/>
                  </a:lnTo>
                  <a:lnTo>
                    <a:pt x="57703" y="1387434"/>
                  </a:lnTo>
                  <a:lnTo>
                    <a:pt x="58518" y="1281595"/>
                  </a:lnTo>
                  <a:lnTo>
                    <a:pt x="59332" y="1196605"/>
                  </a:lnTo>
                  <a:lnTo>
                    <a:pt x="60147" y="1139235"/>
                  </a:lnTo>
                  <a:lnTo>
                    <a:pt x="60962" y="1133128"/>
                  </a:lnTo>
                  <a:lnTo>
                    <a:pt x="61777" y="1082640"/>
                  </a:lnTo>
                  <a:lnTo>
                    <a:pt x="62591" y="1080796"/>
                  </a:lnTo>
                  <a:lnTo>
                    <a:pt x="63406" y="1116078"/>
                  </a:lnTo>
                  <a:lnTo>
                    <a:pt x="64221" y="1167459"/>
                  </a:lnTo>
                  <a:lnTo>
                    <a:pt x="65036" y="1077004"/>
                  </a:lnTo>
                  <a:lnTo>
                    <a:pt x="65851" y="907322"/>
                  </a:lnTo>
                  <a:lnTo>
                    <a:pt x="66665" y="778275"/>
                  </a:lnTo>
                  <a:lnTo>
                    <a:pt x="67480" y="646357"/>
                  </a:lnTo>
                  <a:lnTo>
                    <a:pt x="68295" y="542752"/>
                  </a:lnTo>
                  <a:lnTo>
                    <a:pt x="69110" y="448701"/>
                  </a:lnTo>
                  <a:lnTo>
                    <a:pt x="69924" y="629076"/>
                  </a:lnTo>
                  <a:lnTo>
                    <a:pt x="70739" y="884799"/>
                  </a:lnTo>
                  <a:lnTo>
                    <a:pt x="71554" y="1114958"/>
                  </a:lnTo>
                  <a:lnTo>
                    <a:pt x="72369" y="1289457"/>
                  </a:lnTo>
                  <a:lnTo>
                    <a:pt x="73184" y="1401612"/>
                  </a:lnTo>
                  <a:lnTo>
                    <a:pt x="73998" y="1440531"/>
                  </a:lnTo>
                  <a:lnTo>
                    <a:pt x="74813" y="1294195"/>
                  </a:lnTo>
                  <a:lnTo>
                    <a:pt x="75628" y="1120402"/>
                  </a:lnTo>
                  <a:lnTo>
                    <a:pt x="76443" y="971729"/>
                  </a:lnTo>
                  <a:lnTo>
                    <a:pt x="77258" y="957628"/>
                  </a:lnTo>
                  <a:lnTo>
                    <a:pt x="78072" y="1024883"/>
                  </a:lnTo>
                  <a:lnTo>
                    <a:pt x="78887" y="1113627"/>
                  </a:lnTo>
                  <a:lnTo>
                    <a:pt x="79702" y="1233260"/>
                  </a:lnTo>
                  <a:lnTo>
                    <a:pt x="80517" y="1370694"/>
                  </a:lnTo>
                  <a:lnTo>
                    <a:pt x="81331" y="1449274"/>
                  </a:lnTo>
                  <a:lnTo>
                    <a:pt x="82146" y="1408814"/>
                  </a:lnTo>
                  <a:lnTo>
                    <a:pt x="82961" y="1265164"/>
                  </a:lnTo>
                  <a:lnTo>
                    <a:pt x="83776" y="1119155"/>
                  </a:lnTo>
                  <a:lnTo>
                    <a:pt x="84591" y="1001927"/>
                  </a:lnTo>
                  <a:lnTo>
                    <a:pt x="85405" y="903684"/>
                  </a:lnTo>
                  <a:lnTo>
                    <a:pt x="86220" y="883605"/>
                  </a:lnTo>
                  <a:lnTo>
                    <a:pt x="87035" y="912973"/>
                  </a:lnTo>
                  <a:lnTo>
                    <a:pt x="87850" y="968125"/>
                  </a:lnTo>
                  <a:lnTo>
                    <a:pt x="88664" y="957214"/>
                  </a:lnTo>
                  <a:lnTo>
                    <a:pt x="89479" y="869829"/>
                  </a:lnTo>
                  <a:lnTo>
                    <a:pt x="90294" y="867523"/>
                  </a:lnTo>
                  <a:lnTo>
                    <a:pt x="91109" y="875267"/>
                  </a:lnTo>
                  <a:lnTo>
                    <a:pt x="91924" y="861167"/>
                  </a:lnTo>
                  <a:lnTo>
                    <a:pt x="92738" y="829886"/>
                  </a:lnTo>
                  <a:lnTo>
                    <a:pt x="93553" y="852819"/>
                  </a:lnTo>
                  <a:lnTo>
                    <a:pt x="94368" y="941642"/>
                  </a:lnTo>
                  <a:lnTo>
                    <a:pt x="95183" y="929040"/>
                  </a:lnTo>
                  <a:lnTo>
                    <a:pt x="95997" y="888614"/>
                  </a:lnTo>
                  <a:lnTo>
                    <a:pt x="96812" y="824065"/>
                  </a:lnTo>
                  <a:lnTo>
                    <a:pt x="97627" y="809142"/>
                  </a:lnTo>
                  <a:lnTo>
                    <a:pt x="98442" y="837540"/>
                  </a:lnTo>
                  <a:lnTo>
                    <a:pt x="99257" y="853646"/>
                  </a:lnTo>
                  <a:lnTo>
                    <a:pt x="100071" y="835878"/>
                  </a:lnTo>
                  <a:lnTo>
                    <a:pt x="100886" y="819799"/>
                  </a:lnTo>
                  <a:lnTo>
                    <a:pt x="101701" y="832696"/>
                  </a:lnTo>
                  <a:lnTo>
                    <a:pt x="102516" y="781734"/>
                  </a:lnTo>
                  <a:lnTo>
                    <a:pt x="103330" y="684716"/>
                  </a:lnTo>
                  <a:lnTo>
                    <a:pt x="104145" y="544389"/>
                  </a:lnTo>
                  <a:lnTo>
                    <a:pt x="104960" y="422457"/>
                  </a:lnTo>
                  <a:lnTo>
                    <a:pt x="105775" y="309259"/>
                  </a:lnTo>
                  <a:lnTo>
                    <a:pt x="106590" y="248592"/>
                  </a:lnTo>
                  <a:lnTo>
                    <a:pt x="107404" y="269164"/>
                  </a:lnTo>
                  <a:lnTo>
                    <a:pt x="108219" y="361363"/>
                  </a:lnTo>
                  <a:lnTo>
                    <a:pt x="109034" y="494531"/>
                  </a:lnTo>
                  <a:lnTo>
                    <a:pt x="109849" y="615169"/>
                  </a:lnTo>
                  <a:lnTo>
                    <a:pt x="110663" y="668094"/>
                  </a:lnTo>
                  <a:lnTo>
                    <a:pt x="111478" y="662881"/>
                  </a:lnTo>
                  <a:lnTo>
                    <a:pt x="112293" y="753425"/>
                  </a:lnTo>
                  <a:lnTo>
                    <a:pt x="113108" y="749410"/>
                  </a:lnTo>
                  <a:lnTo>
                    <a:pt x="113923" y="713399"/>
                  </a:lnTo>
                  <a:lnTo>
                    <a:pt x="114737" y="835728"/>
                  </a:lnTo>
                  <a:lnTo>
                    <a:pt x="115552" y="1019706"/>
                  </a:lnTo>
                  <a:lnTo>
                    <a:pt x="116367" y="1160337"/>
                  </a:lnTo>
                  <a:lnTo>
                    <a:pt x="117182" y="1117190"/>
                  </a:lnTo>
                  <a:lnTo>
                    <a:pt x="117997" y="1079174"/>
                  </a:lnTo>
                  <a:lnTo>
                    <a:pt x="118811" y="1095589"/>
                  </a:lnTo>
                  <a:lnTo>
                    <a:pt x="119626" y="1053440"/>
                  </a:lnTo>
                  <a:lnTo>
                    <a:pt x="120441" y="906684"/>
                  </a:lnTo>
                  <a:lnTo>
                    <a:pt x="121256" y="849031"/>
                  </a:lnTo>
                  <a:lnTo>
                    <a:pt x="122070" y="952819"/>
                  </a:lnTo>
                  <a:lnTo>
                    <a:pt x="122885" y="1059423"/>
                  </a:lnTo>
                  <a:lnTo>
                    <a:pt x="123700" y="1122564"/>
                  </a:lnTo>
                  <a:lnTo>
                    <a:pt x="124515" y="1150299"/>
                  </a:lnTo>
                  <a:lnTo>
                    <a:pt x="125330" y="1252348"/>
                  </a:lnTo>
                  <a:lnTo>
                    <a:pt x="126144" y="1320253"/>
                  </a:lnTo>
                  <a:lnTo>
                    <a:pt x="126959" y="1320536"/>
                  </a:lnTo>
                  <a:lnTo>
                    <a:pt x="127774" y="1276192"/>
                  </a:lnTo>
                  <a:lnTo>
                    <a:pt x="128589" y="1175166"/>
                  </a:lnTo>
                  <a:lnTo>
                    <a:pt x="129403" y="1077032"/>
                  </a:lnTo>
                  <a:lnTo>
                    <a:pt x="130218" y="1046396"/>
                  </a:lnTo>
                  <a:lnTo>
                    <a:pt x="131033" y="1073427"/>
                  </a:lnTo>
                  <a:lnTo>
                    <a:pt x="131848" y="1040211"/>
                  </a:lnTo>
                  <a:lnTo>
                    <a:pt x="132663" y="1022114"/>
                  </a:lnTo>
                  <a:lnTo>
                    <a:pt x="133477" y="984286"/>
                  </a:lnTo>
                  <a:lnTo>
                    <a:pt x="134292" y="987436"/>
                  </a:lnTo>
                  <a:lnTo>
                    <a:pt x="135107" y="987838"/>
                  </a:lnTo>
                  <a:lnTo>
                    <a:pt x="135922" y="891743"/>
                  </a:lnTo>
                  <a:lnTo>
                    <a:pt x="136736" y="840609"/>
                  </a:lnTo>
                  <a:lnTo>
                    <a:pt x="137551" y="915296"/>
                  </a:lnTo>
                  <a:lnTo>
                    <a:pt x="138366" y="975101"/>
                  </a:lnTo>
                  <a:lnTo>
                    <a:pt x="139181" y="927331"/>
                  </a:lnTo>
                  <a:lnTo>
                    <a:pt x="139996" y="795795"/>
                  </a:lnTo>
                  <a:lnTo>
                    <a:pt x="140810" y="774912"/>
                  </a:lnTo>
                  <a:lnTo>
                    <a:pt x="141625" y="839063"/>
                  </a:lnTo>
                  <a:lnTo>
                    <a:pt x="142440" y="671852"/>
                  </a:lnTo>
                  <a:lnTo>
                    <a:pt x="143255" y="555982"/>
                  </a:lnTo>
                  <a:lnTo>
                    <a:pt x="144069" y="482542"/>
                  </a:lnTo>
                  <a:lnTo>
                    <a:pt x="144884" y="431370"/>
                  </a:lnTo>
                  <a:lnTo>
                    <a:pt x="145699" y="409127"/>
                  </a:lnTo>
                  <a:lnTo>
                    <a:pt x="146514" y="401998"/>
                  </a:lnTo>
                  <a:lnTo>
                    <a:pt x="147329" y="602799"/>
                  </a:lnTo>
                  <a:lnTo>
                    <a:pt x="148143" y="861020"/>
                  </a:lnTo>
                  <a:lnTo>
                    <a:pt x="148958" y="1101509"/>
                  </a:lnTo>
                  <a:lnTo>
                    <a:pt x="149773" y="1257882"/>
                  </a:lnTo>
                  <a:lnTo>
                    <a:pt x="150588" y="1220557"/>
                  </a:lnTo>
                  <a:lnTo>
                    <a:pt x="151402" y="1037009"/>
                  </a:lnTo>
                  <a:lnTo>
                    <a:pt x="152217" y="939990"/>
                  </a:lnTo>
                  <a:lnTo>
                    <a:pt x="153032" y="989232"/>
                  </a:lnTo>
                  <a:lnTo>
                    <a:pt x="153847" y="907755"/>
                  </a:lnTo>
                  <a:lnTo>
                    <a:pt x="154662" y="846732"/>
                  </a:lnTo>
                  <a:lnTo>
                    <a:pt x="155476" y="968935"/>
                  </a:lnTo>
                  <a:lnTo>
                    <a:pt x="156291" y="1198842"/>
                  </a:lnTo>
                  <a:lnTo>
                    <a:pt x="157106" y="1238572"/>
                  </a:lnTo>
                  <a:lnTo>
                    <a:pt x="157921" y="1143537"/>
                  </a:lnTo>
                  <a:lnTo>
                    <a:pt x="158736" y="1214745"/>
                  </a:lnTo>
                  <a:lnTo>
                    <a:pt x="159550" y="1245358"/>
                  </a:lnTo>
                  <a:lnTo>
                    <a:pt x="160365" y="1113311"/>
                  </a:lnTo>
                  <a:lnTo>
                    <a:pt x="161180" y="938191"/>
                  </a:lnTo>
                  <a:lnTo>
                    <a:pt x="161995" y="863393"/>
                  </a:lnTo>
                  <a:lnTo>
                    <a:pt x="162809" y="772459"/>
                  </a:lnTo>
                  <a:lnTo>
                    <a:pt x="163624" y="683927"/>
                  </a:lnTo>
                  <a:lnTo>
                    <a:pt x="164439" y="640050"/>
                  </a:lnTo>
                  <a:lnTo>
                    <a:pt x="165254" y="668405"/>
                  </a:lnTo>
                  <a:lnTo>
                    <a:pt x="166069" y="693641"/>
                  </a:lnTo>
                  <a:lnTo>
                    <a:pt x="166883" y="658736"/>
                  </a:lnTo>
                  <a:lnTo>
                    <a:pt x="167698" y="634236"/>
                  </a:lnTo>
                  <a:lnTo>
                    <a:pt x="168513" y="642823"/>
                  </a:lnTo>
                  <a:lnTo>
                    <a:pt x="169328" y="744845"/>
                  </a:lnTo>
                  <a:lnTo>
                    <a:pt x="170142" y="890825"/>
                  </a:lnTo>
                  <a:lnTo>
                    <a:pt x="170957" y="986144"/>
                  </a:lnTo>
                  <a:lnTo>
                    <a:pt x="171772" y="961763"/>
                  </a:lnTo>
                  <a:lnTo>
                    <a:pt x="172587" y="901104"/>
                  </a:lnTo>
                  <a:lnTo>
                    <a:pt x="173402" y="846505"/>
                  </a:lnTo>
                  <a:lnTo>
                    <a:pt x="174216" y="832036"/>
                  </a:lnTo>
                  <a:lnTo>
                    <a:pt x="175031" y="818024"/>
                  </a:lnTo>
                  <a:lnTo>
                    <a:pt x="175846" y="772885"/>
                  </a:lnTo>
                  <a:lnTo>
                    <a:pt x="176661" y="819685"/>
                  </a:lnTo>
                  <a:lnTo>
                    <a:pt x="177475" y="871331"/>
                  </a:lnTo>
                  <a:lnTo>
                    <a:pt x="178290" y="909933"/>
                  </a:lnTo>
                  <a:lnTo>
                    <a:pt x="179105" y="936217"/>
                  </a:lnTo>
                  <a:lnTo>
                    <a:pt x="179920" y="884411"/>
                  </a:lnTo>
                  <a:lnTo>
                    <a:pt x="180735" y="885698"/>
                  </a:lnTo>
                  <a:lnTo>
                    <a:pt x="181549" y="1005158"/>
                  </a:lnTo>
                  <a:lnTo>
                    <a:pt x="182364" y="1141516"/>
                  </a:lnTo>
                  <a:lnTo>
                    <a:pt x="183179" y="1142209"/>
                  </a:lnTo>
                  <a:lnTo>
                    <a:pt x="183994" y="1021988"/>
                  </a:lnTo>
                  <a:lnTo>
                    <a:pt x="184808" y="921362"/>
                  </a:lnTo>
                  <a:lnTo>
                    <a:pt x="185623" y="811690"/>
                  </a:lnTo>
                  <a:lnTo>
                    <a:pt x="186438" y="647458"/>
                  </a:lnTo>
                  <a:lnTo>
                    <a:pt x="187253" y="464160"/>
                  </a:lnTo>
                  <a:lnTo>
                    <a:pt x="188068" y="436693"/>
                  </a:lnTo>
                  <a:lnTo>
                    <a:pt x="188882" y="582210"/>
                  </a:lnTo>
                  <a:lnTo>
                    <a:pt x="189697" y="765367"/>
                  </a:lnTo>
                  <a:lnTo>
                    <a:pt x="190512" y="884708"/>
                  </a:lnTo>
                  <a:lnTo>
                    <a:pt x="191327" y="906384"/>
                  </a:lnTo>
                  <a:lnTo>
                    <a:pt x="192141" y="900885"/>
                  </a:lnTo>
                  <a:lnTo>
                    <a:pt x="192956" y="811192"/>
                  </a:lnTo>
                  <a:lnTo>
                    <a:pt x="193771" y="668788"/>
                  </a:lnTo>
                  <a:lnTo>
                    <a:pt x="194586" y="525335"/>
                  </a:lnTo>
                  <a:lnTo>
                    <a:pt x="195401" y="411355"/>
                  </a:lnTo>
                  <a:lnTo>
                    <a:pt x="196215" y="475853"/>
                  </a:lnTo>
                  <a:lnTo>
                    <a:pt x="197030" y="645686"/>
                  </a:lnTo>
                  <a:lnTo>
                    <a:pt x="197845" y="773529"/>
                  </a:lnTo>
                  <a:lnTo>
                    <a:pt x="198660" y="754976"/>
                  </a:lnTo>
                  <a:lnTo>
                    <a:pt x="199475" y="685974"/>
                  </a:lnTo>
                  <a:lnTo>
                    <a:pt x="200289" y="598464"/>
                  </a:lnTo>
                  <a:lnTo>
                    <a:pt x="201104" y="493742"/>
                  </a:lnTo>
                  <a:lnTo>
                    <a:pt x="201919" y="461992"/>
                  </a:lnTo>
                  <a:lnTo>
                    <a:pt x="202734" y="492735"/>
                  </a:lnTo>
                  <a:lnTo>
                    <a:pt x="203548" y="607494"/>
                  </a:lnTo>
                  <a:lnTo>
                    <a:pt x="204363" y="740106"/>
                  </a:lnTo>
                  <a:lnTo>
                    <a:pt x="205178" y="878971"/>
                  </a:lnTo>
                  <a:lnTo>
                    <a:pt x="205993" y="966636"/>
                  </a:lnTo>
                  <a:lnTo>
                    <a:pt x="206808" y="944729"/>
                  </a:lnTo>
                  <a:lnTo>
                    <a:pt x="207622" y="928111"/>
                  </a:lnTo>
                  <a:lnTo>
                    <a:pt x="208437" y="934248"/>
                  </a:lnTo>
                  <a:lnTo>
                    <a:pt x="209252" y="903435"/>
                  </a:lnTo>
                  <a:lnTo>
                    <a:pt x="210067" y="935304"/>
                  </a:lnTo>
                  <a:lnTo>
                    <a:pt x="210881" y="1012592"/>
                  </a:lnTo>
                  <a:lnTo>
                    <a:pt x="211696" y="1053234"/>
                  </a:lnTo>
                  <a:lnTo>
                    <a:pt x="212511" y="1096112"/>
                  </a:lnTo>
                  <a:lnTo>
                    <a:pt x="213326" y="1061572"/>
                  </a:lnTo>
                  <a:lnTo>
                    <a:pt x="214141" y="1097139"/>
                  </a:lnTo>
                  <a:lnTo>
                    <a:pt x="214955" y="1149979"/>
                  </a:lnTo>
                  <a:lnTo>
                    <a:pt x="215770" y="1123061"/>
                  </a:lnTo>
                  <a:lnTo>
                    <a:pt x="216585" y="1172432"/>
                  </a:lnTo>
                  <a:lnTo>
                    <a:pt x="217400" y="1162177"/>
                  </a:lnTo>
                  <a:lnTo>
                    <a:pt x="218214" y="1131895"/>
                  </a:lnTo>
                  <a:lnTo>
                    <a:pt x="219029" y="1063499"/>
                  </a:lnTo>
                  <a:lnTo>
                    <a:pt x="219844" y="991347"/>
                  </a:lnTo>
                  <a:lnTo>
                    <a:pt x="220659" y="919066"/>
                  </a:lnTo>
                  <a:lnTo>
                    <a:pt x="221474" y="799828"/>
                  </a:lnTo>
                  <a:lnTo>
                    <a:pt x="222288" y="747449"/>
                  </a:lnTo>
                  <a:lnTo>
                    <a:pt x="223103" y="752650"/>
                  </a:lnTo>
                  <a:lnTo>
                    <a:pt x="223918" y="778754"/>
                  </a:lnTo>
                  <a:lnTo>
                    <a:pt x="224733" y="817327"/>
                  </a:lnTo>
                  <a:lnTo>
                    <a:pt x="225547" y="831415"/>
                  </a:lnTo>
                  <a:lnTo>
                    <a:pt x="226362" y="910468"/>
                  </a:lnTo>
                  <a:lnTo>
                    <a:pt x="227177" y="982260"/>
                  </a:lnTo>
                  <a:lnTo>
                    <a:pt x="227992" y="1043137"/>
                  </a:lnTo>
                  <a:lnTo>
                    <a:pt x="228807" y="1007063"/>
                  </a:lnTo>
                  <a:lnTo>
                    <a:pt x="229621" y="883260"/>
                  </a:lnTo>
                  <a:lnTo>
                    <a:pt x="230436" y="789767"/>
                  </a:lnTo>
                  <a:lnTo>
                    <a:pt x="231251" y="672380"/>
                  </a:lnTo>
                  <a:lnTo>
                    <a:pt x="232066" y="589470"/>
                  </a:lnTo>
                  <a:lnTo>
                    <a:pt x="232880" y="503075"/>
                  </a:lnTo>
                  <a:lnTo>
                    <a:pt x="233695" y="516659"/>
                  </a:lnTo>
                  <a:lnTo>
                    <a:pt x="234510" y="586047"/>
                  </a:lnTo>
                  <a:lnTo>
                    <a:pt x="235325" y="631022"/>
                  </a:lnTo>
                  <a:lnTo>
                    <a:pt x="236140" y="677321"/>
                  </a:lnTo>
                  <a:lnTo>
                    <a:pt x="236954" y="633365"/>
                  </a:lnTo>
                  <a:lnTo>
                    <a:pt x="237769" y="695355"/>
                  </a:lnTo>
                  <a:lnTo>
                    <a:pt x="238584" y="789914"/>
                  </a:lnTo>
                  <a:lnTo>
                    <a:pt x="239399" y="808002"/>
                  </a:lnTo>
                  <a:lnTo>
                    <a:pt x="240214" y="788567"/>
                  </a:lnTo>
                  <a:lnTo>
                    <a:pt x="241028" y="779654"/>
                  </a:lnTo>
                  <a:lnTo>
                    <a:pt x="241843" y="871424"/>
                  </a:lnTo>
                  <a:lnTo>
                    <a:pt x="242658" y="954477"/>
                  </a:lnTo>
                  <a:lnTo>
                    <a:pt x="243473" y="1040381"/>
                  </a:lnTo>
                  <a:lnTo>
                    <a:pt x="244287" y="1109831"/>
                  </a:lnTo>
                  <a:lnTo>
                    <a:pt x="245102" y="1245973"/>
                  </a:lnTo>
                  <a:lnTo>
                    <a:pt x="245917" y="1354666"/>
                  </a:lnTo>
                  <a:lnTo>
                    <a:pt x="246732" y="1346754"/>
                  </a:lnTo>
                  <a:lnTo>
                    <a:pt x="247547" y="1206590"/>
                  </a:lnTo>
                  <a:lnTo>
                    <a:pt x="248361" y="1120164"/>
                  </a:lnTo>
                  <a:lnTo>
                    <a:pt x="249176" y="1061784"/>
                  </a:lnTo>
                  <a:lnTo>
                    <a:pt x="249991" y="988646"/>
                  </a:lnTo>
                  <a:lnTo>
                    <a:pt x="250806" y="980233"/>
                  </a:lnTo>
                  <a:lnTo>
                    <a:pt x="251620" y="1034396"/>
                  </a:lnTo>
                  <a:lnTo>
                    <a:pt x="252435" y="1070581"/>
                  </a:lnTo>
                  <a:lnTo>
                    <a:pt x="253250" y="980180"/>
                  </a:lnTo>
                  <a:lnTo>
                    <a:pt x="254065" y="957605"/>
                  </a:lnTo>
                  <a:lnTo>
                    <a:pt x="254880" y="1033442"/>
                  </a:lnTo>
                  <a:lnTo>
                    <a:pt x="255694" y="969484"/>
                  </a:lnTo>
                  <a:lnTo>
                    <a:pt x="256509" y="851912"/>
                  </a:lnTo>
                  <a:lnTo>
                    <a:pt x="257324" y="750582"/>
                  </a:lnTo>
                  <a:lnTo>
                    <a:pt x="258139" y="669730"/>
                  </a:lnTo>
                  <a:lnTo>
                    <a:pt x="258953" y="548959"/>
                  </a:lnTo>
                  <a:lnTo>
                    <a:pt x="259768" y="384780"/>
                  </a:lnTo>
                  <a:lnTo>
                    <a:pt x="260583" y="270313"/>
                  </a:lnTo>
                  <a:lnTo>
                    <a:pt x="261398" y="162271"/>
                  </a:lnTo>
                  <a:lnTo>
                    <a:pt x="262213" y="83303"/>
                  </a:lnTo>
                  <a:lnTo>
                    <a:pt x="263027" y="16875"/>
                  </a:lnTo>
                  <a:lnTo>
                    <a:pt x="263842" y="0"/>
                  </a:lnTo>
                  <a:lnTo>
                    <a:pt x="264657" y="9819"/>
                  </a:lnTo>
                  <a:lnTo>
                    <a:pt x="265472" y="54215"/>
                  </a:lnTo>
                  <a:lnTo>
                    <a:pt x="266286" y="175620"/>
                  </a:lnTo>
                  <a:lnTo>
                    <a:pt x="267101" y="305875"/>
                  </a:lnTo>
                  <a:lnTo>
                    <a:pt x="267916" y="406291"/>
                  </a:lnTo>
                  <a:lnTo>
                    <a:pt x="268731" y="447664"/>
                  </a:lnTo>
                  <a:lnTo>
                    <a:pt x="269546" y="419140"/>
                  </a:lnTo>
                  <a:lnTo>
                    <a:pt x="270360" y="332377"/>
                  </a:lnTo>
                  <a:lnTo>
                    <a:pt x="271175" y="261716"/>
                  </a:lnTo>
                  <a:lnTo>
                    <a:pt x="271990" y="203753"/>
                  </a:lnTo>
                  <a:lnTo>
                    <a:pt x="272805" y="128275"/>
                  </a:lnTo>
                  <a:lnTo>
                    <a:pt x="273619" y="106227"/>
                  </a:lnTo>
                  <a:lnTo>
                    <a:pt x="274434" y="63282"/>
                  </a:lnTo>
                  <a:lnTo>
                    <a:pt x="275249" y="155290"/>
                  </a:lnTo>
                  <a:lnTo>
                    <a:pt x="276064" y="311495"/>
                  </a:lnTo>
                  <a:lnTo>
                    <a:pt x="276879" y="442649"/>
                  </a:lnTo>
                  <a:lnTo>
                    <a:pt x="277693" y="591819"/>
                  </a:lnTo>
                  <a:lnTo>
                    <a:pt x="278508" y="745082"/>
                  </a:lnTo>
                  <a:lnTo>
                    <a:pt x="279323" y="812675"/>
                  </a:lnTo>
                  <a:lnTo>
                    <a:pt x="280138" y="863232"/>
                  </a:lnTo>
                  <a:lnTo>
                    <a:pt x="280953" y="858556"/>
                  </a:lnTo>
                  <a:lnTo>
                    <a:pt x="281767" y="789729"/>
                  </a:lnTo>
                  <a:lnTo>
                    <a:pt x="282582" y="718129"/>
                  </a:lnTo>
                  <a:lnTo>
                    <a:pt x="283397" y="640043"/>
                  </a:lnTo>
                  <a:lnTo>
                    <a:pt x="284212" y="643031"/>
                  </a:lnTo>
                  <a:lnTo>
                    <a:pt x="285026" y="654883"/>
                  </a:lnTo>
                  <a:lnTo>
                    <a:pt x="285841" y="698548"/>
                  </a:lnTo>
                  <a:lnTo>
                    <a:pt x="286656" y="789117"/>
                  </a:lnTo>
                  <a:lnTo>
                    <a:pt x="287471" y="780337"/>
                  </a:lnTo>
                  <a:lnTo>
                    <a:pt x="288286" y="721681"/>
                  </a:lnTo>
                  <a:lnTo>
                    <a:pt x="289100" y="795348"/>
                  </a:lnTo>
                  <a:lnTo>
                    <a:pt x="289915" y="833338"/>
                  </a:lnTo>
                  <a:lnTo>
                    <a:pt x="290730" y="741813"/>
                  </a:lnTo>
                  <a:lnTo>
                    <a:pt x="291545" y="708376"/>
                  </a:lnTo>
                  <a:lnTo>
                    <a:pt x="292359" y="873065"/>
                  </a:lnTo>
                  <a:lnTo>
                    <a:pt x="293174" y="1006854"/>
                  </a:lnTo>
                  <a:lnTo>
                    <a:pt x="293989" y="964934"/>
                  </a:lnTo>
                  <a:lnTo>
                    <a:pt x="294804" y="819416"/>
                  </a:lnTo>
                  <a:lnTo>
                    <a:pt x="295619" y="718128"/>
                  </a:lnTo>
                  <a:lnTo>
                    <a:pt x="296433" y="660660"/>
                  </a:lnTo>
                  <a:lnTo>
                    <a:pt x="297248" y="579719"/>
                  </a:lnTo>
                  <a:lnTo>
                    <a:pt x="298063" y="633795"/>
                  </a:lnTo>
                  <a:lnTo>
                    <a:pt x="298878" y="706553"/>
                  </a:lnTo>
                  <a:lnTo>
                    <a:pt x="299692" y="822813"/>
                  </a:lnTo>
                  <a:lnTo>
                    <a:pt x="300507" y="957505"/>
                  </a:lnTo>
                  <a:lnTo>
                    <a:pt x="301322" y="1008680"/>
                  </a:lnTo>
                  <a:lnTo>
                    <a:pt x="302137" y="1011913"/>
                  </a:lnTo>
                  <a:lnTo>
                    <a:pt x="302952" y="953906"/>
                  </a:lnTo>
                  <a:lnTo>
                    <a:pt x="303766" y="986715"/>
                  </a:lnTo>
                  <a:lnTo>
                    <a:pt x="304581" y="948675"/>
                  </a:lnTo>
                  <a:lnTo>
                    <a:pt x="305396" y="868037"/>
                  </a:lnTo>
                  <a:lnTo>
                    <a:pt x="306211" y="822412"/>
                  </a:lnTo>
                  <a:lnTo>
                    <a:pt x="307025" y="781637"/>
                  </a:lnTo>
                  <a:lnTo>
                    <a:pt x="307840" y="731687"/>
                  </a:lnTo>
                  <a:lnTo>
                    <a:pt x="308655" y="660589"/>
                  </a:lnTo>
                  <a:lnTo>
                    <a:pt x="309470" y="697660"/>
                  </a:lnTo>
                  <a:lnTo>
                    <a:pt x="310285" y="744026"/>
                  </a:lnTo>
                  <a:lnTo>
                    <a:pt x="311099" y="923149"/>
                  </a:lnTo>
                  <a:lnTo>
                    <a:pt x="311914" y="1122575"/>
                  </a:lnTo>
                  <a:lnTo>
                    <a:pt x="312729" y="1281891"/>
                  </a:lnTo>
                  <a:lnTo>
                    <a:pt x="313544" y="1421549"/>
                  </a:lnTo>
                  <a:lnTo>
                    <a:pt x="314359" y="1448519"/>
                  </a:lnTo>
                  <a:lnTo>
                    <a:pt x="315173" y="1491619"/>
                  </a:lnTo>
                  <a:lnTo>
                    <a:pt x="315988" y="1411391"/>
                  </a:lnTo>
                  <a:lnTo>
                    <a:pt x="316803" y="1275147"/>
                  </a:lnTo>
                  <a:lnTo>
                    <a:pt x="317618" y="1110368"/>
                  </a:lnTo>
                  <a:lnTo>
                    <a:pt x="318432" y="979627"/>
                  </a:lnTo>
                  <a:lnTo>
                    <a:pt x="319247" y="1028707"/>
                  </a:lnTo>
                  <a:lnTo>
                    <a:pt x="320062" y="1102727"/>
                  </a:lnTo>
                  <a:lnTo>
                    <a:pt x="320877" y="1100499"/>
                  </a:lnTo>
                  <a:lnTo>
                    <a:pt x="321692" y="1118860"/>
                  </a:lnTo>
                  <a:lnTo>
                    <a:pt x="322506" y="1213037"/>
                  </a:lnTo>
                  <a:lnTo>
                    <a:pt x="323321" y="1202355"/>
                  </a:lnTo>
                  <a:lnTo>
                    <a:pt x="324136" y="1073478"/>
                  </a:lnTo>
                  <a:lnTo>
                    <a:pt x="324951" y="924506"/>
                  </a:lnTo>
                  <a:lnTo>
                    <a:pt x="325765" y="803410"/>
                  </a:lnTo>
                  <a:lnTo>
                    <a:pt x="326580" y="639353"/>
                  </a:lnTo>
                  <a:lnTo>
                    <a:pt x="327395" y="524601"/>
                  </a:lnTo>
                  <a:lnTo>
                    <a:pt x="328210" y="431124"/>
                  </a:lnTo>
                  <a:lnTo>
                    <a:pt x="329025" y="284204"/>
                  </a:lnTo>
                  <a:lnTo>
                    <a:pt x="329839" y="210115"/>
                  </a:lnTo>
                  <a:lnTo>
                    <a:pt x="330654" y="322729"/>
                  </a:lnTo>
                  <a:lnTo>
                    <a:pt x="331469" y="485196"/>
                  </a:lnTo>
                  <a:lnTo>
                    <a:pt x="332284" y="540009"/>
                  </a:lnTo>
                  <a:lnTo>
                    <a:pt x="333098" y="667354"/>
                  </a:lnTo>
                  <a:lnTo>
                    <a:pt x="333913" y="860296"/>
                  </a:lnTo>
                  <a:lnTo>
                    <a:pt x="334728" y="926768"/>
                  </a:lnTo>
                  <a:lnTo>
                    <a:pt x="335543" y="769109"/>
                  </a:lnTo>
                  <a:lnTo>
                    <a:pt x="336358" y="576743"/>
                  </a:lnTo>
                  <a:lnTo>
                    <a:pt x="337172" y="604689"/>
                  </a:lnTo>
                  <a:lnTo>
                    <a:pt x="337987" y="668084"/>
                  </a:lnTo>
                  <a:lnTo>
                    <a:pt x="338802" y="696648"/>
                  </a:lnTo>
                  <a:lnTo>
                    <a:pt x="339617" y="721779"/>
                  </a:lnTo>
                  <a:lnTo>
                    <a:pt x="340431" y="800060"/>
                  </a:lnTo>
                  <a:lnTo>
                    <a:pt x="341246" y="910262"/>
                  </a:lnTo>
                  <a:lnTo>
                    <a:pt x="342061" y="904279"/>
                  </a:lnTo>
                  <a:lnTo>
                    <a:pt x="342876" y="837059"/>
                  </a:lnTo>
                  <a:lnTo>
                    <a:pt x="343691" y="714356"/>
                  </a:lnTo>
                  <a:lnTo>
                    <a:pt x="344505" y="692125"/>
                  </a:lnTo>
                  <a:lnTo>
                    <a:pt x="345320" y="705487"/>
                  </a:lnTo>
                  <a:lnTo>
                    <a:pt x="346135" y="772669"/>
                  </a:lnTo>
                  <a:lnTo>
                    <a:pt x="346950" y="833995"/>
                  </a:lnTo>
                  <a:lnTo>
                    <a:pt x="347764" y="823160"/>
                  </a:lnTo>
                  <a:lnTo>
                    <a:pt x="348579" y="826135"/>
                  </a:lnTo>
                  <a:lnTo>
                    <a:pt x="349394" y="753407"/>
                  </a:lnTo>
                  <a:lnTo>
                    <a:pt x="350209" y="726208"/>
                  </a:lnTo>
                  <a:lnTo>
                    <a:pt x="351024" y="736155"/>
                  </a:lnTo>
                  <a:lnTo>
                    <a:pt x="351838" y="765552"/>
                  </a:lnTo>
                  <a:lnTo>
                    <a:pt x="352653" y="880948"/>
                  </a:lnTo>
                  <a:lnTo>
                    <a:pt x="353468" y="1015084"/>
                  </a:lnTo>
                  <a:lnTo>
                    <a:pt x="354283" y="1211490"/>
                  </a:lnTo>
                  <a:lnTo>
                    <a:pt x="355098" y="1300027"/>
                  </a:lnTo>
                  <a:lnTo>
                    <a:pt x="355912" y="1215617"/>
                  </a:lnTo>
                  <a:lnTo>
                    <a:pt x="356727" y="1111386"/>
                  </a:lnTo>
                  <a:lnTo>
                    <a:pt x="357542" y="1066430"/>
                  </a:lnTo>
                  <a:lnTo>
                    <a:pt x="358357" y="1118428"/>
                  </a:lnTo>
                  <a:lnTo>
                    <a:pt x="359171" y="1140851"/>
                  </a:lnTo>
                  <a:lnTo>
                    <a:pt x="359986" y="1164904"/>
                  </a:lnTo>
                  <a:lnTo>
                    <a:pt x="360801" y="1252372"/>
                  </a:lnTo>
                  <a:lnTo>
                    <a:pt x="361616" y="1350592"/>
                  </a:lnTo>
                  <a:lnTo>
                    <a:pt x="362431" y="1314065"/>
                  </a:lnTo>
                  <a:lnTo>
                    <a:pt x="363245" y="1220991"/>
                  </a:lnTo>
                  <a:lnTo>
                    <a:pt x="364060" y="1120995"/>
                  </a:lnTo>
                  <a:lnTo>
                    <a:pt x="364875" y="1159375"/>
                  </a:lnTo>
                  <a:lnTo>
                    <a:pt x="365690" y="1168889"/>
                  </a:lnTo>
                  <a:lnTo>
                    <a:pt x="366504" y="1132609"/>
                  </a:lnTo>
                  <a:lnTo>
                    <a:pt x="367319" y="1131558"/>
                  </a:lnTo>
                  <a:lnTo>
                    <a:pt x="368134" y="1092449"/>
                  </a:lnTo>
                  <a:lnTo>
                    <a:pt x="368949" y="1137173"/>
                  </a:lnTo>
                  <a:lnTo>
                    <a:pt x="369764" y="1157332"/>
                  </a:lnTo>
                  <a:lnTo>
                    <a:pt x="370578" y="1238974"/>
                  </a:lnTo>
                  <a:lnTo>
                    <a:pt x="371393" y="1271396"/>
                  </a:lnTo>
                  <a:lnTo>
                    <a:pt x="372208" y="1295761"/>
                  </a:lnTo>
                  <a:lnTo>
                    <a:pt x="373023" y="1342530"/>
                  </a:lnTo>
                  <a:lnTo>
                    <a:pt x="373837" y="1266328"/>
                  </a:lnTo>
                  <a:lnTo>
                    <a:pt x="374652" y="1217206"/>
                  </a:lnTo>
                  <a:lnTo>
                    <a:pt x="375467" y="1145925"/>
                  </a:lnTo>
                  <a:lnTo>
                    <a:pt x="376282" y="1035292"/>
                  </a:lnTo>
                  <a:lnTo>
                    <a:pt x="377097" y="1013188"/>
                  </a:lnTo>
                  <a:lnTo>
                    <a:pt x="377911" y="991639"/>
                  </a:lnTo>
                  <a:lnTo>
                    <a:pt x="378726" y="1059422"/>
                  </a:lnTo>
                  <a:lnTo>
                    <a:pt x="379541" y="1056446"/>
                  </a:lnTo>
                  <a:lnTo>
                    <a:pt x="380356" y="1133296"/>
                  </a:lnTo>
                  <a:lnTo>
                    <a:pt x="381170" y="1278333"/>
                  </a:lnTo>
                  <a:lnTo>
                    <a:pt x="381985" y="1271233"/>
                  </a:lnTo>
                  <a:lnTo>
                    <a:pt x="382800" y="1338775"/>
                  </a:lnTo>
                  <a:lnTo>
                    <a:pt x="383615" y="1378040"/>
                  </a:lnTo>
                  <a:lnTo>
                    <a:pt x="384430" y="1403228"/>
                  </a:lnTo>
                  <a:lnTo>
                    <a:pt x="385244" y="1405889"/>
                  </a:lnTo>
                  <a:lnTo>
                    <a:pt x="386059" y="1438961"/>
                  </a:lnTo>
                  <a:lnTo>
                    <a:pt x="386874" y="1606644"/>
                  </a:lnTo>
                  <a:lnTo>
                    <a:pt x="387083" y="164669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443451" y="2976485"/>
              <a:ext cx="4457" cy="285991"/>
            </a:xfrm>
            <a:custGeom>
              <a:avLst/>
              <a:pathLst>
                <a:path w="4457" h="285991">
                  <a:moveTo>
                    <a:pt x="0" y="285991"/>
                  </a:moveTo>
                  <a:lnTo>
                    <a:pt x="688" y="123497"/>
                  </a:lnTo>
                  <a:lnTo>
                    <a:pt x="1503" y="18217"/>
                  </a:lnTo>
                  <a:lnTo>
                    <a:pt x="2318" y="0"/>
                  </a:lnTo>
                  <a:lnTo>
                    <a:pt x="3133" y="62973"/>
                  </a:lnTo>
                  <a:lnTo>
                    <a:pt x="3947" y="204334"/>
                  </a:lnTo>
                  <a:lnTo>
                    <a:pt x="4457" y="28599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460050" y="3159869"/>
              <a:ext cx="3699" cy="102607"/>
            </a:xfrm>
            <a:custGeom>
              <a:avLst/>
              <a:pathLst>
                <a:path w="3699" h="102607">
                  <a:moveTo>
                    <a:pt x="0" y="102607"/>
                  </a:moveTo>
                  <a:lnTo>
                    <a:pt x="385" y="35056"/>
                  </a:lnTo>
                  <a:lnTo>
                    <a:pt x="1199" y="0"/>
                  </a:lnTo>
                  <a:lnTo>
                    <a:pt x="2014" y="51831"/>
                  </a:lnTo>
                  <a:lnTo>
                    <a:pt x="2829" y="97461"/>
                  </a:lnTo>
                  <a:lnTo>
                    <a:pt x="3644" y="100169"/>
                  </a:lnTo>
                  <a:lnTo>
                    <a:pt x="3699" y="10260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470369" y="3203747"/>
              <a:ext cx="5308" cy="58729"/>
            </a:xfrm>
            <a:custGeom>
              <a:avLst/>
              <a:pathLst>
                <a:path w="5308" h="58729">
                  <a:moveTo>
                    <a:pt x="0" y="58729"/>
                  </a:moveTo>
                  <a:lnTo>
                    <a:pt x="658" y="9348"/>
                  </a:lnTo>
                  <a:lnTo>
                    <a:pt x="1472" y="0"/>
                  </a:lnTo>
                  <a:lnTo>
                    <a:pt x="2287" y="0"/>
                  </a:lnTo>
                  <a:lnTo>
                    <a:pt x="3102" y="0"/>
                  </a:lnTo>
                  <a:lnTo>
                    <a:pt x="3917" y="11601"/>
                  </a:lnTo>
                  <a:lnTo>
                    <a:pt x="4732" y="47494"/>
                  </a:lnTo>
                  <a:lnTo>
                    <a:pt x="5308" y="5872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484120" y="3020860"/>
              <a:ext cx="31017" cy="241617"/>
            </a:xfrm>
            <a:custGeom>
              <a:avLst/>
              <a:pathLst>
                <a:path w="31017" h="241617">
                  <a:moveTo>
                    <a:pt x="0" y="241617"/>
                  </a:moveTo>
                  <a:lnTo>
                    <a:pt x="758" y="208846"/>
                  </a:lnTo>
                  <a:lnTo>
                    <a:pt x="1573" y="182887"/>
                  </a:lnTo>
                  <a:lnTo>
                    <a:pt x="2388" y="172833"/>
                  </a:lnTo>
                  <a:lnTo>
                    <a:pt x="3203" y="131627"/>
                  </a:lnTo>
                  <a:lnTo>
                    <a:pt x="4017" y="106222"/>
                  </a:lnTo>
                  <a:lnTo>
                    <a:pt x="4832" y="136100"/>
                  </a:lnTo>
                  <a:lnTo>
                    <a:pt x="5647" y="151397"/>
                  </a:lnTo>
                  <a:lnTo>
                    <a:pt x="6462" y="151397"/>
                  </a:lnTo>
                  <a:lnTo>
                    <a:pt x="7276" y="161451"/>
                  </a:lnTo>
                  <a:lnTo>
                    <a:pt x="8091" y="195669"/>
                  </a:lnTo>
                  <a:lnTo>
                    <a:pt x="8906" y="167102"/>
                  </a:lnTo>
                  <a:lnTo>
                    <a:pt x="9721" y="105542"/>
                  </a:lnTo>
                  <a:lnTo>
                    <a:pt x="10536" y="76614"/>
                  </a:lnTo>
                  <a:lnTo>
                    <a:pt x="11350" y="44260"/>
                  </a:lnTo>
                  <a:lnTo>
                    <a:pt x="12165" y="24601"/>
                  </a:lnTo>
                  <a:lnTo>
                    <a:pt x="12980" y="0"/>
                  </a:lnTo>
                  <a:lnTo>
                    <a:pt x="13795" y="53973"/>
                  </a:lnTo>
                  <a:lnTo>
                    <a:pt x="14609" y="85655"/>
                  </a:lnTo>
                  <a:lnTo>
                    <a:pt x="15424" y="99284"/>
                  </a:lnTo>
                  <a:lnTo>
                    <a:pt x="16239" y="108814"/>
                  </a:lnTo>
                  <a:lnTo>
                    <a:pt x="17054" y="73833"/>
                  </a:lnTo>
                  <a:lnTo>
                    <a:pt x="17869" y="89246"/>
                  </a:lnTo>
                  <a:lnTo>
                    <a:pt x="18683" y="89247"/>
                  </a:lnTo>
                  <a:lnTo>
                    <a:pt x="19498" y="89247"/>
                  </a:lnTo>
                  <a:lnTo>
                    <a:pt x="20313" y="89248"/>
                  </a:lnTo>
                  <a:lnTo>
                    <a:pt x="21128" y="112069"/>
                  </a:lnTo>
                  <a:lnTo>
                    <a:pt x="21942" y="166710"/>
                  </a:lnTo>
                  <a:lnTo>
                    <a:pt x="22757" y="182887"/>
                  </a:lnTo>
                  <a:lnTo>
                    <a:pt x="23572" y="182887"/>
                  </a:lnTo>
                  <a:lnTo>
                    <a:pt x="24387" y="182887"/>
                  </a:lnTo>
                  <a:lnTo>
                    <a:pt x="25202" y="182887"/>
                  </a:lnTo>
                  <a:lnTo>
                    <a:pt x="26016" y="186422"/>
                  </a:lnTo>
                  <a:lnTo>
                    <a:pt x="26831" y="170164"/>
                  </a:lnTo>
                  <a:lnTo>
                    <a:pt x="27646" y="145836"/>
                  </a:lnTo>
                  <a:lnTo>
                    <a:pt x="28461" y="145837"/>
                  </a:lnTo>
                  <a:lnTo>
                    <a:pt x="29276" y="163840"/>
                  </a:lnTo>
                  <a:lnTo>
                    <a:pt x="30090" y="197266"/>
                  </a:lnTo>
                  <a:lnTo>
                    <a:pt x="30905" y="229247"/>
                  </a:lnTo>
                  <a:lnTo>
                    <a:pt x="31017" y="24161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521589" y="3024180"/>
              <a:ext cx="7167" cy="238296"/>
            </a:xfrm>
            <a:custGeom>
              <a:avLst/>
              <a:pathLst>
                <a:path w="7167" h="238296">
                  <a:moveTo>
                    <a:pt x="0" y="238296"/>
                  </a:moveTo>
                  <a:lnTo>
                    <a:pt x="768" y="140141"/>
                  </a:lnTo>
                  <a:lnTo>
                    <a:pt x="1583" y="68881"/>
                  </a:lnTo>
                  <a:lnTo>
                    <a:pt x="2398" y="13498"/>
                  </a:lnTo>
                  <a:lnTo>
                    <a:pt x="3213" y="0"/>
                  </a:lnTo>
                  <a:lnTo>
                    <a:pt x="4028" y="34746"/>
                  </a:lnTo>
                  <a:lnTo>
                    <a:pt x="4842" y="83334"/>
                  </a:lnTo>
                  <a:lnTo>
                    <a:pt x="5657" y="133951"/>
                  </a:lnTo>
                  <a:lnTo>
                    <a:pt x="6472" y="160909"/>
                  </a:lnTo>
                  <a:lnTo>
                    <a:pt x="7167" y="23829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534027" y="2989475"/>
              <a:ext cx="15958" cy="273002"/>
            </a:xfrm>
            <a:custGeom>
              <a:avLst/>
              <a:pathLst>
                <a:path w="15958" h="273002">
                  <a:moveTo>
                    <a:pt x="0" y="273002"/>
                  </a:moveTo>
                  <a:lnTo>
                    <a:pt x="553" y="190408"/>
                  </a:lnTo>
                  <a:lnTo>
                    <a:pt x="1368" y="43294"/>
                  </a:lnTo>
                  <a:lnTo>
                    <a:pt x="2183" y="0"/>
                  </a:lnTo>
                  <a:lnTo>
                    <a:pt x="2997" y="6509"/>
                  </a:lnTo>
                  <a:lnTo>
                    <a:pt x="3812" y="23212"/>
                  </a:lnTo>
                  <a:lnTo>
                    <a:pt x="4627" y="32840"/>
                  </a:lnTo>
                  <a:lnTo>
                    <a:pt x="5442" y="81836"/>
                  </a:lnTo>
                  <a:lnTo>
                    <a:pt x="6256" y="173579"/>
                  </a:lnTo>
                  <a:lnTo>
                    <a:pt x="7071" y="214272"/>
                  </a:lnTo>
                  <a:lnTo>
                    <a:pt x="7886" y="213924"/>
                  </a:lnTo>
                  <a:lnTo>
                    <a:pt x="8701" y="156349"/>
                  </a:lnTo>
                  <a:lnTo>
                    <a:pt x="9516" y="123188"/>
                  </a:lnTo>
                  <a:lnTo>
                    <a:pt x="10330" y="123188"/>
                  </a:lnTo>
                  <a:lnTo>
                    <a:pt x="11145" y="123188"/>
                  </a:lnTo>
                  <a:lnTo>
                    <a:pt x="11960" y="123189"/>
                  </a:lnTo>
                  <a:lnTo>
                    <a:pt x="12775" y="147190"/>
                  </a:lnTo>
                  <a:lnTo>
                    <a:pt x="13589" y="230735"/>
                  </a:lnTo>
                  <a:lnTo>
                    <a:pt x="14404" y="237472"/>
                  </a:lnTo>
                  <a:lnTo>
                    <a:pt x="15219" y="246088"/>
                  </a:lnTo>
                  <a:lnTo>
                    <a:pt x="15958" y="27300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557474" y="1722794"/>
              <a:ext cx="264558" cy="1539682"/>
            </a:xfrm>
            <a:custGeom>
              <a:avLst/>
              <a:pathLst>
                <a:path w="264558" h="1539682">
                  <a:moveTo>
                    <a:pt x="0" y="1539682"/>
                  </a:moveTo>
                  <a:lnTo>
                    <a:pt x="734" y="1486953"/>
                  </a:lnTo>
                  <a:lnTo>
                    <a:pt x="1549" y="1503216"/>
                  </a:lnTo>
                  <a:lnTo>
                    <a:pt x="2364" y="1518564"/>
                  </a:lnTo>
                  <a:lnTo>
                    <a:pt x="3179" y="1522222"/>
                  </a:lnTo>
                  <a:lnTo>
                    <a:pt x="3993" y="1538027"/>
                  </a:lnTo>
                  <a:lnTo>
                    <a:pt x="4808" y="1517034"/>
                  </a:lnTo>
                  <a:lnTo>
                    <a:pt x="5623" y="1518323"/>
                  </a:lnTo>
                  <a:lnTo>
                    <a:pt x="6438" y="1473225"/>
                  </a:lnTo>
                  <a:lnTo>
                    <a:pt x="7253" y="1331160"/>
                  </a:lnTo>
                  <a:lnTo>
                    <a:pt x="8067" y="1266661"/>
                  </a:lnTo>
                  <a:lnTo>
                    <a:pt x="8882" y="1162004"/>
                  </a:lnTo>
                  <a:lnTo>
                    <a:pt x="9697" y="1147152"/>
                  </a:lnTo>
                  <a:lnTo>
                    <a:pt x="10512" y="1128387"/>
                  </a:lnTo>
                  <a:lnTo>
                    <a:pt x="11326" y="1135281"/>
                  </a:lnTo>
                  <a:lnTo>
                    <a:pt x="12141" y="1252900"/>
                  </a:lnTo>
                  <a:lnTo>
                    <a:pt x="12956" y="1262984"/>
                  </a:lnTo>
                  <a:lnTo>
                    <a:pt x="13771" y="1222121"/>
                  </a:lnTo>
                  <a:lnTo>
                    <a:pt x="14586" y="1035986"/>
                  </a:lnTo>
                  <a:lnTo>
                    <a:pt x="15400" y="855725"/>
                  </a:lnTo>
                  <a:lnTo>
                    <a:pt x="16215" y="770762"/>
                  </a:lnTo>
                  <a:lnTo>
                    <a:pt x="17030" y="649054"/>
                  </a:lnTo>
                  <a:lnTo>
                    <a:pt x="17845" y="546205"/>
                  </a:lnTo>
                  <a:lnTo>
                    <a:pt x="18659" y="571529"/>
                  </a:lnTo>
                  <a:lnTo>
                    <a:pt x="19474" y="643914"/>
                  </a:lnTo>
                  <a:lnTo>
                    <a:pt x="20289" y="658012"/>
                  </a:lnTo>
                  <a:lnTo>
                    <a:pt x="21104" y="672020"/>
                  </a:lnTo>
                  <a:lnTo>
                    <a:pt x="21919" y="802826"/>
                  </a:lnTo>
                  <a:lnTo>
                    <a:pt x="22733" y="912338"/>
                  </a:lnTo>
                  <a:lnTo>
                    <a:pt x="23548" y="980243"/>
                  </a:lnTo>
                  <a:lnTo>
                    <a:pt x="24363" y="1086599"/>
                  </a:lnTo>
                  <a:lnTo>
                    <a:pt x="25178" y="1208684"/>
                  </a:lnTo>
                  <a:lnTo>
                    <a:pt x="25992" y="1293263"/>
                  </a:lnTo>
                  <a:lnTo>
                    <a:pt x="26807" y="1289510"/>
                  </a:lnTo>
                  <a:lnTo>
                    <a:pt x="27622" y="1301585"/>
                  </a:lnTo>
                  <a:lnTo>
                    <a:pt x="28437" y="1294828"/>
                  </a:lnTo>
                  <a:lnTo>
                    <a:pt x="29252" y="1211330"/>
                  </a:lnTo>
                  <a:lnTo>
                    <a:pt x="30066" y="1136508"/>
                  </a:lnTo>
                  <a:lnTo>
                    <a:pt x="30881" y="1027102"/>
                  </a:lnTo>
                  <a:lnTo>
                    <a:pt x="31696" y="970184"/>
                  </a:lnTo>
                  <a:lnTo>
                    <a:pt x="32511" y="973079"/>
                  </a:lnTo>
                  <a:lnTo>
                    <a:pt x="33325" y="973020"/>
                  </a:lnTo>
                  <a:lnTo>
                    <a:pt x="34140" y="1031583"/>
                  </a:lnTo>
                  <a:lnTo>
                    <a:pt x="34955" y="1062996"/>
                  </a:lnTo>
                  <a:lnTo>
                    <a:pt x="35770" y="1052902"/>
                  </a:lnTo>
                  <a:lnTo>
                    <a:pt x="36585" y="956608"/>
                  </a:lnTo>
                  <a:lnTo>
                    <a:pt x="37399" y="792711"/>
                  </a:lnTo>
                  <a:lnTo>
                    <a:pt x="38214" y="694806"/>
                  </a:lnTo>
                  <a:lnTo>
                    <a:pt x="39029" y="759745"/>
                  </a:lnTo>
                  <a:lnTo>
                    <a:pt x="39844" y="864710"/>
                  </a:lnTo>
                  <a:lnTo>
                    <a:pt x="40658" y="965582"/>
                  </a:lnTo>
                  <a:lnTo>
                    <a:pt x="41473" y="981989"/>
                  </a:lnTo>
                  <a:lnTo>
                    <a:pt x="42288" y="1061838"/>
                  </a:lnTo>
                  <a:lnTo>
                    <a:pt x="43103" y="1121663"/>
                  </a:lnTo>
                  <a:lnTo>
                    <a:pt x="43918" y="1004717"/>
                  </a:lnTo>
                  <a:lnTo>
                    <a:pt x="44732" y="924614"/>
                  </a:lnTo>
                  <a:lnTo>
                    <a:pt x="45547" y="880211"/>
                  </a:lnTo>
                  <a:lnTo>
                    <a:pt x="46362" y="1048016"/>
                  </a:lnTo>
                  <a:lnTo>
                    <a:pt x="47177" y="1232785"/>
                  </a:lnTo>
                  <a:lnTo>
                    <a:pt x="47992" y="1332223"/>
                  </a:lnTo>
                  <a:lnTo>
                    <a:pt x="48806" y="1410885"/>
                  </a:lnTo>
                  <a:lnTo>
                    <a:pt x="49621" y="1418517"/>
                  </a:lnTo>
                  <a:lnTo>
                    <a:pt x="50436" y="1433735"/>
                  </a:lnTo>
                  <a:lnTo>
                    <a:pt x="51251" y="1362719"/>
                  </a:lnTo>
                  <a:lnTo>
                    <a:pt x="52065" y="1150759"/>
                  </a:lnTo>
                  <a:lnTo>
                    <a:pt x="52880" y="1045037"/>
                  </a:lnTo>
                  <a:lnTo>
                    <a:pt x="53695" y="1043172"/>
                  </a:lnTo>
                  <a:lnTo>
                    <a:pt x="54510" y="1067128"/>
                  </a:lnTo>
                  <a:lnTo>
                    <a:pt x="55325" y="1117255"/>
                  </a:lnTo>
                  <a:lnTo>
                    <a:pt x="56139" y="1161028"/>
                  </a:lnTo>
                  <a:lnTo>
                    <a:pt x="56954" y="1301389"/>
                  </a:lnTo>
                  <a:lnTo>
                    <a:pt x="57769" y="1389051"/>
                  </a:lnTo>
                  <a:lnTo>
                    <a:pt x="58584" y="1432436"/>
                  </a:lnTo>
                  <a:lnTo>
                    <a:pt x="59398" y="1480952"/>
                  </a:lnTo>
                  <a:lnTo>
                    <a:pt x="60213" y="1480952"/>
                  </a:lnTo>
                  <a:lnTo>
                    <a:pt x="61028" y="1480952"/>
                  </a:lnTo>
                  <a:lnTo>
                    <a:pt x="61843" y="1480952"/>
                  </a:lnTo>
                  <a:lnTo>
                    <a:pt x="62658" y="1480952"/>
                  </a:lnTo>
                  <a:lnTo>
                    <a:pt x="63472" y="1480952"/>
                  </a:lnTo>
                  <a:lnTo>
                    <a:pt x="64287" y="1480952"/>
                  </a:lnTo>
                  <a:lnTo>
                    <a:pt x="65102" y="1480952"/>
                  </a:lnTo>
                  <a:lnTo>
                    <a:pt x="65917" y="1480952"/>
                  </a:lnTo>
                  <a:lnTo>
                    <a:pt x="66731" y="1480952"/>
                  </a:lnTo>
                  <a:lnTo>
                    <a:pt x="67546" y="1480952"/>
                  </a:lnTo>
                  <a:lnTo>
                    <a:pt x="68361" y="1480952"/>
                  </a:lnTo>
                  <a:lnTo>
                    <a:pt x="69176" y="1480952"/>
                  </a:lnTo>
                  <a:lnTo>
                    <a:pt x="69991" y="1480952"/>
                  </a:lnTo>
                  <a:lnTo>
                    <a:pt x="70805" y="1480952"/>
                  </a:lnTo>
                  <a:lnTo>
                    <a:pt x="71620" y="1480952"/>
                  </a:lnTo>
                  <a:lnTo>
                    <a:pt x="72435" y="1480952"/>
                  </a:lnTo>
                  <a:lnTo>
                    <a:pt x="73250" y="1480952"/>
                  </a:lnTo>
                  <a:lnTo>
                    <a:pt x="74064" y="1480952"/>
                  </a:lnTo>
                  <a:lnTo>
                    <a:pt x="74879" y="1480952"/>
                  </a:lnTo>
                  <a:lnTo>
                    <a:pt x="75694" y="1480952"/>
                  </a:lnTo>
                  <a:lnTo>
                    <a:pt x="76509" y="1480952"/>
                  </a:lnTo>
                  <a:lnTo>
                    <a:pt x="77324" y="1480952"/>
                  </a:lnTo>
                  <a:lnTo>
                    <a:pt x="78138" y="1480952"/>
                  </a:lnTo>
                  <a:lnTo>
                    <a:pt x="78953" y="1480952"/>
                  </a:lnTo>
                  <a:lnTo>
                    <a:pt x="79768" y="1480952"/>
                  </a:lnTo>
                  <a:lnTo>
                    <a:pt x="80583" y="1480952"/>
                  </a:lnTo>
                  <a:lnTo>
                    <a:pt x="81397" y="1480952"/>
                  </a:lnTo>
                  <a:lnTo>
                    <a:pt x="82212" y="1467153"/>
                  </a:lnTo>
                  <a:lnTo>
                    <a:pt x="83027" y="1423292"/>
                  </a:lnTo>
                  <a:lnTo>
                    <a:pt x="83842" y="1397383"/>
                  </a:lnTo>
                  <a:lnTo>
                    <a:pt x="84657" y="1359503"/>
                  </a:lnTo>
                  <a:lnTo>
                    <a:pt x="85471" y="1286162"/>
                  </a:lnTo>
                  <a:lnTo>
                    <a:pt x="86286" y="1265947"/>
                  </a:lnTo>
                  <a:lnTo>
                    <a:pt x="87101" y="1233547"/>
                  </a:lnTo>
                  <a:lnTo>
                    <a:pt x="87916" y="1293093"/>
                  </a:lnTo>
                  <a:lnTo>
                    <a:pt x="88731" y="1294903"/>
                  </a:lnTo>
                  <a:lnTo>
                    <a:pt x="89545" y="1273360"/>
                  </a:lnTo>
                  <a:lnTo>
                    <a:pt x="90360" y="1334461"/>
                  </a:lnTo>
                  <a:lnTo>
                    <a:pt x="91175" y="1342550"/>
                  </a:lnTo>
                  <a:lnTo>
                    <a:pt x="91990" y="1392373"/>
                  </a:lnTo>
                  <a:lnTo>
                    <a:pt x="92804" y="1397059"/>
                  </a:lnTo>
                  <a:lnTo>
                    <a:pt x="93619" y="1439633"/>
                  </a:lnTo>
                  <a:lnTo>
                    <a:pt x="94434" y="1467098"/>
                  </a:lnTo>
                  <a:lnTo>
                    <a:pt x="95249" y="1375337"/>
                  </a:lnTo>
                  <a:lnTo>
                    <a:pt x="96064" y="1264681"/>
                  </a:lnTo>
                  <a:lnTo>
                    <a:pt x="96878" y="1225356"/>
                  </a:lnTo>
                  <a:lnTo>
                    <a:pt x="97693" y="1175371"/>
                  </a:lnTo>
                  <a:lnTo>
                    <a:pt x="98508" y="1073615"/>
                  </a:lnTo>
                  <a:lnTo>
                    <a:pt x="99323" y="996126"/>
                  </a:lnTo>
                  <a:lnTo>
                    <a:pt x="100137" y="1073377"/>
                  </a:lnTo>
                  <a:lnTo>
                    <a:pt x="100952" y="1222957"/>
                  </a:lnTo>
                  <a:lnTo>
                    <a:pt x="101767" y="1234738"/>
                  </a:lnTo>
                  <a:lnTo>
                    <a:pt x="102582" y="1225800"/>
                  </a:lnTo>
                  <a:lnTo>
                    <a:pt x="103397" y="1329293"/>
                  </a:lnTo>
                  <a:lnTo>
                    <a:pt x="104211" y="1409813"/>
                  </a:lnTo>
                  <a:lnTo>
                    <a:pt x="105026" y="1296282"/>
                  </a:lnTo>
                  <a:lnTo>
                    <a:pt x="105841" y="1226423"/>
                  </a:lnTo>
                  <a:lnTo>
                    <a:pt x="106656" y="1296251"/>
                  </a:lnTo>
                  <a:lnTo>
                    <a:pt x="107470" y="1297613"/>
                  </a:lnTo>
                  <a:lnTo>
                    <a:pt x="108285" y="1185980"/>
                  </a:lnTo>
                  <a:lnTo>
                    <a:pt x="109100" y="1136388"/>
                  </a:lnTo>
                  <a:lnTo>
                    <a:pt x="109915" y="1224834"/>
                  </a:lnTo>
                  <a:lnTo>
                    <a:pt x="110730" y="1212679"/>
                  </a:lnTo>
                  <a:lnTo>
                    <a:pt x="111544" y="1149996"/>
                  </a:lnTo>
                  <a:lnTo>
                    <a:pt x="112359" y="1126809"/>
                  </a:lnTo>
                  <a:lnTo>
                    <a:pt x="113174" y="1192740"/>
                  </a:lnTo>
                  <a:lnTo>
                    <a:pt x="113989" y="1225969"/>
                  </a:lnTo>
                  <a:lnTo>
                    <a:pt x="114803" y="1247680"/>
                  </a:lnTo>
                  <a:lnTo>
                    <a:pt x="115618" y="1331548"/>
                  </a:lnTo>
                  <a:lnTo>
                    <a:pt x="116433" y="1379388"/>
                  </a:lnTo>
                  <a:lnTo>
                    <a:pt x="117248" y="1457368"/>
                  </a:lnTo>
                  <a:lnTo>
                    <a:pt x="118063" y="1477227"/>
                  </a:lnTo>
                  <a:lnTo>
                    <a:pt x="118877" y="1479119"/>
                  </a:lnTo>
                  <a:lnTo>
                    <a:pt x="119692" y="1439946"/>
                  </a:lnTo>
                  <a:lnTo>
                    <a:pt x="120507" y="1366006"/>
                  </a:lnTo>
                  <a:lnTo>
                    <a:pt x="121322" y="1295113"/>
                  </a:lnTo>
                  <a:lnTo>
                    <a:pt x="122136" y="1268660"/>
                  </a:lnTo>
                  <a:lnTo>
                    <a:pt x="122951" y="1261257"/>
                  </a:lnTo>
                  <a:lnTo>
                    <a:pt x="123766" y="1258963"/>
                  </a:lnTo>
                  <a:lnTo>
                    <a:pt x="124581" y="1229228"/>
                  </a:lnTo>
                  <a:lnTo>
                    <a:pt x="125396" y="1136562"/>
                  </a:lnTo>
                  <a:lnTo>
                    <a:pt x="126210" y="1064702"/>
                  </a:lnTo>
                  <a:lnTo>
                    <a:pt x="127025" y="1016792"/>
                  </a:lnTo>
                  <a:lnTo>
                    <a:pt x="127840" y="979212"/>
                  </a:lnTo>
                  <a:lnTo>
                    <a:pt x="128655" y="1010775"/>
                  </a:lnTo>
                  <a:lnTo>
                    <a:pt x="129470" y="1143830"/>
                  </a:lnTo>
                  <a:lnTo>
                    <a:pt x="130284" y="1270630"/>
                  </a:lnTo>
                  <a:lnTo>
                    <a:pt x="131099" y="1286619"/>
                  </a:lnTo>
                  <a:lnTo>
                    <a:pt x="131914" y="1238159"/>
                  </a:lnTo>
                  <a:lnTo>
                    <a:pt x="132729" y="1209398"/>
                  </a:lnTo>
                  <a:lnTo>
                    <a:pt x="133543" y="1181324"/>
                  </a:lnTo>
                  <a:lnTo>
                    <a:pt x="134358" y="1096229"/>
                  </a:lnTo>
                  <a:lnTo>
                    <a:pt x="135173" y="1061686"/>
                  </a:lnTo>
                  <a:lnTo>
                    <a:pt x="135988" y="1145514"/>
                  </a:lnTo>
                  <a:lnTo>
                    <a:pt x="136803" y="1249545"/>
                  </a:lnTo>
                  <a:lnTo>
                    <a:pt x="137617" y="1258684"/>
                  </a:lnTo>
                  <a:lnTo>
                    <a:pt x="138432" y="1204395"/>
                  </a:lnTo>
                  <a:lnTo>
                    <a:pt x="139247" y="1199330"/>
                  </a:lnTo>
                  <a:lnTo>
                    <a:pt x="140062" y="1278930"/>
                  </a:lnTo>
                  <a:lnTo>
                    <a:pt x="140876" y="1301790"/>
                  </a:lnTo>
                  <a:lnTo>
                    <a:pt x="141691" y="1251609"/>
                  </a:lnTo>
                  <a:lnTo>
                    <a:pt x="142506" y="1185671"/>
                  </a:lnTo>
                  <a:lnTo>
                    <a:pt x="143321" y="1115321"/>
                  </a:lnTo>
                  <a:lnTo>
                    <a:pt x="144136" y="988273"/>
                  </a:lnTo>
                  <a:lnTo>
                    <a:pt x="144950" y="836176"/>
                  </a:lnTo>
                  <a:lnTo>
                    <a:pt x="145765" y="726038"/>
                  </a:lnTo>
                  <a:lnTo>
                    <a:pt x="146580" y="617842"/>
                  </a:lnTo>
                  <a:lnTo>
                    <a:pt x="147395" y="631320"/>
                  </a:lnTo>
                  <a:lnTo>
                    <a:pt x="148209" y="747863"/>
                  </a:lnTo>
                  <a:lnTo>
                    <a:pt x="149024" y="893787"/>
                  </a:lnTo>
                  <a:lnTo>
                    <a:pt x="149839" y="952055"/>
                  </a:lnTo>
                  <a:lnTo>
                    <a:pt x="150654" y="964886"/>
                  </a:lnTo>
                  <a:lnTo>
                    <a:pt x="151469" y="1061973"/>
                  </a:lnTo>
                  <a:lnTo>
                    <a:pt x="152283" y="1161675"/>
                  </a:lnTo>
                  <a:lnTo>
                    <a:pt x="153098" y="1202037"/>
                  </a:lnTo>
                  <a:lnTo>
                    <a:pt x="153913" y="1178921"/>
                  </a:lnTo>
                  <a:lnTo>
                    <a:pt x="154728" y="1218050"/>
                  </a:lnTo>
                  <a:lnTo>
                    <a:pt x="155542" y="1304359"/>
                  </a:lnTo>
                  <a:lnTo>
                    <a:pt x="156357" y="1366838"/>
                  </a:lnTo>
                  <a:lnTo>
                    <a:pt x="157172" y="1388808"/>
                  </a:lnTo>
                  <a:lnTo>
                    <a:pt x="157987" y="1338108"/>
                  </a:lnTo>
                  <a:lnTo>
                    <a:pt x="158802" y="1254204"/>
                  </a:lnTo>
                  <a:lnTo>
                    <a:pt x="159616" y="1179447"/>
                  </a:lnTo>
                  <a:lnTo>
                    <a:pt x="160431" y="1198552"/>
                  </a:lnTo>
                  <a:lnTo>
                    <a:pt x="161246" y="1176077"/>
                  </a:lnTo>
                  <a:lnTo>
                    <a:pt x="162061" y="1083690"/>
                  </a:lnTo>
                  <a:lnTo>
                    <a:pt x="162875" y="1085427"/>
                  </a:lnTo>
                  <a:lnTo>
                    <a:pt x="163690" y="1177803"/>
                  </a:lnTo>
                  <a:lnTo>
                    <a:pt x="164505" y="1204746"/>
                  </a:lnTo>
                  <a:lnTo>
                    <a:pt x="165320" y="1066159"/>
                  </a:lnTo>
                  <a:lnTo>
                    <a:pt x="166135" y="977643"/>
                  </a:lnTo>
                  <a:lnTo>
                    <a:pt x="166949" y="1059646"/>
                  </a:lnTo>
                  <a:lnTo>
                    <a:pt x="167764" y="1118548"/>
                  </a:lnTo>
                  <a:lnTo>
                    <a:pt x="168579" y="1166362"/>
                  </a:lnTo>
                  <a:lnTo>
                    <a:pt x="169394" y="1183806"/>
                  </a:lnTo>
                  <a:lnTo>
                    <a:pt x="170209" y="1183530"/>
                  </a:lnTo>
                  <a:lnTo>
                    <a:pt x="171023" y="1212953"/>
                  </a:lnTo>
                  <a:lnTo>
                    <a:pt x="171838" y="1176132"/>
                  </a:lnTo>
                  <a:lnTo>
                    <a:pt x="172653" y="1143021"/>
                  </a:lnTo>
                  <a:lnTo>
                    <a:pt x="173468" y="1147116"/>
                  </a:lnTo>
                  <a:lnTo>
                    <a:pt x="174282" y="1198287"/>
                  </a:lnTo>
                  <a:lnTo>
                    <a:pt x="175097" y="1280097"/>
                  </a:lnTo>
                  <a:lnTo>
                    <a:pt x="175912" y="1247857"/>
                  </a:lnTo>
                  <a:lnTo>
                    <a:pt x="176727" y="1119691"/>
                  </a:lnTo>
                  <a:lnTo>
                    <a:pt x="177542" y="1049949"/>
                  </a:lnTo>
                  <a:lnTo>
                    <a:pt x="178356" y="1054159"/>
                  </a:lnTo>
                  <a:lnTo>
                    <a:pt x="179171" y="1068841"/>
                  </a:lnTo>
                  <a:lnTo>
                    <a:pt x="179986" y="1088669"/>
                  </a:lnTo>
                  <a:lnTo>
                    <a:pt x="180801" y="1101515"/>
                  </a:lnTo>
                  <a:lnTo>
                    <a:pt x="181615" y="1106009"/>
                  </a:lnTo>
                  <a:lnTo>
                    <a:pt x="182430" y="1062407"/>
                  </a:lnTo>
                  <a:lnTo>
                    <a:pt x="183245" y="959006"/>
                  </a:lnTo>
                  <a:lnTo>
                    <a:pt x="184060" y="849239"/>
                  </a:lnTo>
                  <a:lnTo>
                    <a:pt x="184875" y="760987"/>
                  </a:lnTo>
                  <a:lnTo>
                    <a:pt x="185689" y="751191"/>
                  </a:lnTo>
                  <a:lnTo>
                    <a:pt x="186504" y="752335"/>
                  </a:lnTo>
                  <a:lnTo>
                    <a:pt x="187319" y="790162"/>
                  </a:lnTo>
                  <a:lnTo>
                    <a:pt x="188134" y="814702"/>
                  </a:lnTo>
                  <a:lnTo>
                    <a:pt x="188948" y="844202"/>
                  </a:lnTo>
                  <a:lnTo>
                    <a:pt x="189763" y="941490"/>
                  </a:lnTo>
                  <a:lnTo>
                    <a:pt x="190578" y="952281"/>
                  </a:lnTo>
                  <a:lnTo>
                    <a:pt x="191393" y="942773"/>
                  </a:lnTo>
                  <a:lnTo>
                    <a:pt x="192208" y="928112"/>
                  </a:lnTo>
                  <a:lnTo>
                    <a:pt x="193022" y="962381"/>
                  </a:lnTo>
                  <a:lnTo>
                    <a:pt x="193837" y="1049789"/>
                  </a:lnTo>
                  <a:lnTo>
                    <a:pt x="194652" y="980066"/>
                  </a:lnTo>
                  <a:lnTo>
                    <a:pt x="195467" y="952283"/>
                  </a:lnTo>
                  <a:lnTo>
                    <a:pt x="196281" y="982663"/>
                  </a:lnTo>
                  <a:lnTo>
                    <a:pt x="197096" y="1018264"/>
                  </a:lnTo>
                  <a:lnTo>
                    <a:pt x="197911" y="1070353"/>
                  </a:lnTo>
                  <a:lnTo>
                    <a:pt x="198726" y="1071881"/>
                  </a:lnTo>
                  <a:lnTo>
                    <a:pt x="199541" y="1111979"/>
                  </a:lnTo>
                  <a:lnTo>
                    <a:pt x="200355" y="1198101"/>
                  </a:lnTo>
                  <a:lnTo>
                    <a:pt x="201170" y="1291903"/>
                  </a:lnTo>
                  <a:lnTo>
                    <a:pt x="201985" y="1364650"/>
                  </a:lnTo>
                  <a:lnTo>
                    <a:pt x="202800" y="1352943"/>
                  </a:lnTo>
                  <a:lnTo>
                    <a:pt x="203615" y="1329593"/>
                  </a:lnTo>
                  <a:lnTo>
                    <a:pt x="204429" y="1319927"/>
                  </a:lnTo>
                  <a:lnTo>
                    <a:pt x="205244" y="1279965"/>
                  </a:lnTo>
                  <a:lnTo>
                    <a:pt x="206059" y="1300296"/>
                  </a:lnTo>
                  <a:lnTo>
                    <a:pt x="206874" y="1290569"/>
                  </a:lnTo>
                  <a:lnTo>
                    <a:pt x="207688" y="1243300"/>
                  </a:lnTo>
                  <a:lnTo>
                    <a:pt x="208503" y="1209930"/>
                  </a:lnTo>
                  <a:lnTo>
                    <a:pt x="209318" y="1234957"/>
                  </a:lnTo>
                  <a:lnTo>
                    <a:pt x="210133" y="1258770"/>
                  </a:lnTo>
                  <a:lnTo>
                    <a:pt x="210948" y="1264603"/>
                  </a:lnTo>
                  <a:lnTo>
                    <a:pt x="211762" y="1179423"/>
                  </a:lnTo>
                  <a:lnTo>
                    <a:pt x="212577" y="1149252"/>
                  </a:lnTo>
                  <a:lnTo>
                    <a:pt x="213392" y="1180147"/>
                  </a:lnTo>
                  <a:lnTo>
                    <a:pt x="214207" y="1172962"/>
                  </a:lnTo>
                  <a:lnTo>
                    <a:pt x="215021" y="1212883"/>
                  </a:lnTo>
                  <a:lnTo>
                    <a:pt x="215836" y="1213463"/>
                  </a:lnTo>
                  <a:lnTo>
                    <a:pt x="216651" y="1311222"/>
                  </a:lnTo>
                  <a:lnTo>
                    <a:pt x="217466" y="1325164"/>
                  </a:lnTo>
                  <a:lnTo>
                    <a:pt x="218281" y="1289119"/>
                  </a:lnTo>
                  <a:lnTo>
                    <a:pt x="219095" y="1272829"/>
                  </a:lnTo>
                  <a:lnTo>
                    <a:pt x="219910" y="1208966"/>
                  </a:lnTo>
                  <a:lnTo>
                    <a:pt x="220725" y="1191464"/>
                  </a:lnTo>
                  <a:lnTo>
                    <a:pt x="221540" y="1159690"/>
                  </a:lnTo>
                  <a:lnTo>
                    <a:pt x="222354" y="1204804"/>
                  </a:lnTo>
                  <a:lnTo>
                    <a:pt x="223169" y="1256336"/>
                  </a:lnTo>
                  <a:lnTo>
                    <a:pt x="223984" y="1282312"/>
                  </a:lnTo>
                  <a:lnTo>
                    <a:pt x="224799" y="1322119"/>
                  </a:lnTo>
                  <a:lnTo>
                    <a:pt x="225614" y="1304005"/>
                  </a:lnTo>
                  <a:lnTo>
                    <a:pt x="226428" y="1302609"/>
                  </a:lnTo>
                  <a:lnTo>
                    <a:pt x="227243" y="1283076"/>
                  </a:lnTo>
                  <a:lnTo>
                    <a:pt x="228058" y="1241659"/>
                  </a:lnTo>
                  <a:lnTo>
                    <a:pt x="228873" y="1107523"/>
                  </a:lnTo>
                  <a:lnTo>
                    <a:pt x="229687" y="927216"/>
                  </a:lnTo>
                  <a:lnTo>
                    <a:pt x="230502" y="826275"/>
                  </a:lnTo>
                  <a:lnTo>
                    <a:pt x="231317" y="777212"/>
                  </a:lnTo>
                  <a:lnTo>
                    <a:pt x="232132" y="694223"/>
                  </a:lnTo>
                  <a:lnTo>
                    <a:pt x="232947" y="566073"/>
                  </a:lnTo>
                  <a:lnTo>
                    <a:pt x="233761" y="498562"/>
                  </a:lnTo>
                  <a:lnTo>
                    <a:pt x="234576" y="443055"/>
                  </a:lnTo>
                  <a:lnTo>
                    <a:pt x="235391" y="290360"/>
                  </a:lnTo>
                  <a:lnTo>
                    <a:pt x="236206" y="97608"/>
                  </a:lnTo>
                  <a:lnTo>
                    <a:pt x="237020" y="0"/>
                  </a:lnTo>
                  <a:lnTo>
                    <a:pt x="237835" y="7636"/>
                  </a:lnTo>
                  <a:lnTo>
                    <a:pt x="238650" y="62774"/>
                  </a:lnTo>
                  <a:lnTo>
                    <a:pt x="239465" y="216225"/>
                  </a:lnTo>
                  <a:lnTo>
                    <a:pt x="240280" y="412737"/>
                  </a:lnTo>
                  <a:lnTo>
                    <a:pt x="241094" y="547239"/>
                  </a:lnTo>
                  <a:lnTo>
                    <a:pt x="241909" y="567621"/>
                  </a:lnTo>
                  <a:lnTo>
                    <a:pt x="242724" y="420560"/>
                  </a:lnTo>
                  <a:lnTo>
                    <a:pt x="243539" y="356824"/>
                  </a:lnTo>
                  <a:lnTo>
                    <a:pt x="244354" y="309406"/>
                  </a:lnTo>
                  <a:lnTo>
                    <a:pt x="245168" y="307801"/>
                  </a:lnTo>
                  <a:lnTo>
                    <a:pt x="245983" y="380851"/>
                  </a:lnTo>
                  <a:lnTo>
                    <a:pt x="246798" y="507442"/>
                  </a:lnTo>
                  <a:lnTo>
                    <a:pt x="247613" y="767672"/>
                  </a:lnTo>
                  <a:lnTo>
                    <a:pt x="248427" y="949789"/>
                  </a:lnTo>
                  <a:lnTo>
                    <a:pt x="249242" y="1076484"/>
                  </a:lnTo>
                  <a:lnTo>
                    <a:pt x="250057" y="1146197"/>
                  </a:lnTo>
                  <a:lnTo>
                    <a:pt x="250872" y="1159029"/>
                  </a:lnTo>
                  <a:lnTo>
                    <a:pt x="251687" y="1166035"/>
                  </a:lnTo>
                  <a:lnTo>
                    <a:pt x="252501" y="1215051"/>
                  </a:lnTo>
                  <a:lnTo>
                    <a:pt x="253316" y="1291157"/>
                  </a:lnTo>
                  <a:lnTo>
                    <a:pt x="254131" y="1336152"/>
                  </a:lnTo>
                  <a:lnTo>
                    <a:pt x="254946" y="1390118"/>
                  </a:lnTo>
                  <a:lnTo>
                    <a:pt x="255760" y="1456812"/>
                  </a:lnTo>
                  <a:lnTo>
                    <a:pt x="256575" y="1521354"/>
                  </a:lnTo>
                  <a:lnTo>
                    <a:pt x="257390" y="1508084"/>
                  </a:lnTo>
                  <a:lnTo>
                    <a:pt x="258205" y="1459222"/>
                  </a:lnTo>
                  <a:lnTo>
                    <a:pt x="259020" y="1359311"/>
                  </a:lnTo>
                  <a:lnTo>
                    <a:pt x="259834" y="1253706"/>
                  </a:lnTo>
                  <a:lnTo>
                    <a:pt x="260649" y="1235057"/>
                  </a:lnTo>
                  <a:lnTo>
                    <a:pt x="261464" y="1235058"/>
                  </a:lnTo>
                  <a:lnTo>
                    <a:pt x="262279" y="1235059"/>
                  </a:lnTo>
                  <a:lnTo>
                    <a:pt x="263093" y="1287140"/>
                  </a:lnTo>
                  <a:lnTo>
                    <a:pt x="263908" y="1448106"/>
                  </a:lnTo>
                  <a:lnTo>
                    <a:pt x="264558" y="153968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823118" y="1190185"/>
              <a:ext cx="423194" cy="2072291"/>
            </a:xfrm>
            <a:custGeom>
              <a:avLst/>
              <a:pathLst>
                <a:path w="423194" h="2072291">
                  <a:moveTo>
                    <a:pt x="0" y="2072291"/>
                  </a:moveTo>
                  <a:lnTo>
                    <a:pt x="709" y="1989717"/>
                  </a:lnTo>
                  <a:lnTo>
                    <a:pt x="1523" y="1942577"/>
                  </a:lnTo>
                  <a:lnTo>
                    <a:pt x="2338" y="1912226"/>
                  </a:lnTo>
                  <a:lnTo>
                    <a:pt x="3153" y="1875520"/>
                  </a:lnTo>
                  <a:lnTo>
                    <a:pt x="3968" y="1891980"/>
                  </a:lnTo>
                  <a:lnTo>
                    <a:pt x="4782" y="1810602"/>
                  </a:lnTo>
                  <a:lnTo>
                    <a:pt x="5597" y="1742709"/>
                  </a:lnTo>
                  <a:lnTo>
                    <a:pt x="6412" y="1753111"/>
                  </a:lnTo>
                  <a:lnTo>
                    <a:pt x="7227" y="1765990"/>
                  </a:lnTo>
                  <a:lnTo>
                    <a:pt x="8042" y="1698829"/>
                  </a:lnTo>
                  <a:lnTo>
                    <a:pt x="8856" y="1593029"/>
                  </a:lnTo>
                  <a:lnTo>
                    <a:pt x="9671" y="1607574"/>
                  </a:lnTo>
                  <a:lnTo>
                    <a:pt x="10486" y="1730113"/>
                  </a:lnTo>
                  <a:lnTo>
                    <a:pt x="11301" y="1766853"/>
                  </a:lnTo>
                  <a:lnTo>
                    <a:pt x="12115" y="1681992"/>
                  </a:lnTo>
                  <a:lnTo>
                    <a:pt x="12930" y="1649888"/>
                  </a:lnTo>
                  <a:lnTo>
                    <a:pt x="13745" y="1703137"/>
                  </a:lnTo>
                  <a:lnTo>
                    <a:pt x="14560" y="1749599"/>
                  </a:lnTo>
                  <a:lnTo>
                    <a:pt x="15375" y="1731682"/>
                  </a:lnTo>
                  <a:lnTo>
                    <a:pt x="16189" y="1690702"/>
                  </a:lnTo>
                  <a:lnTo>
                    <a:pt x="17004" y="1762688"/>
                  </a:lnTo>
                  <a:lnTo>
                    <a:pt x="17819" y="1837603"/>
                  </a:lnTo>
                  <a:lnTo>
                    <a:pt x="18634" y="1864455"/>
                  </a:lnTo>
                  <a:lnTo>
                    <a:pt x="19448" y="1910335"/>
                  </a:lnTo>
                  <a:lnTo>
                    <a:pt x="20263" y="1902614"/>
                  </a:lnTo>
                  <a:lnTo>
                    <a:pt x="21078" y="1865866"/>
                  </a:lnTo>
                  <a:lnTo>
                    <a:pt x="21893" y="1836192"/>
                  </a:lnTo>
                  <a:lnTo>
                    <a:pt x="22708" y="1792808"/>
                  </a:lnTo>
                  <a:lnTo>
                    <a:pt x="23522" y="1743787"/>
                  </a:lnTo>
                  <a:lnTo>
                    <a:pt x="24337" y="1715132"/>
                  </a:lnTo>
                  <a:lnTo>
                    <a:pt x="25152" y="1717205"/>
                  </a:lnTo>
                  <a:lnTo>
                    <a:pt x="25967" y="1776595"/>
                  </a:lnTo>
                  <a:lnTo>
                    <a:pt x="26782" y="1806268"/>
                  </a:lnTo>
                  <a:lnTo>
                    <a:pt x="27596" y="1849655"/>
                  </a:lnTo>
                  <a:lnTo>
                    <a:pt x="28411" y="1896519"/>
                  </a:lnTo>
                  <a:lnTo>
                    <a:pt x="29226" y="1868889"/>
                  </a:lnTo>
                  <a:lnTo>
                    <a:pt x="30041" y="1890400"/>
                  </a:lnTo>
                  <a:lnTo>
                    <a:pt x="30855" y="1891930"/>
                  </a:lnTo>
                  <a:lnTo>
                    <a:pt x="31670" y="1891930"/>
                  </a:lnTo>
                  <a:lnTo>
                    <a:pt x="32485" y="1898408"/>
                  </a:lnTo>
                  <a:lnTo>
                    <a:pt x="33300" y="1925074"/>
                  </a:lnTo>
                  <a:lnTo>
                    <a:pt x="34115" y="1917685"/>
                  </a:lnTo>
                  <a:lnTo>
                    <a:pt x="34929" y="1785352"/>
                  </a:lnTo>
                  <a:lnTo>
                    <a:pt x="35744" y="1664203"/>
                  </a:lnTo>
                  <a:lnTo>
                    <a:pt x="36559" y="1574537"/>
                  </a:lnTo>
                  <a:lnTo>
                    <a:pt x="37374" y="1529686"/>
                  </a:lnTo>
                  <a:lnTo>
                    <a:pt x="38188" y="1491570"/>
                  </a:lnTo>
                  <a:lnTo>
                    <a:pt x="39003" y="1498958"/>
                  </a:lnTo>
                  <a:lnTo>
                    <a:pt x="39818" y="1631017"/>
                  </a:lnTo>
                  <a:lnTo>
                    <a:pt x="40633" y="1748346"/>
                  </a:lnTo>
                  <a:lnTo>
                    <a:pt x="41448" y="1787846"/>
                  </a:lnTo>
                  <a:lnTo>
                    <a:pt x="42262" y="1700076"/>
                  </a:lnTo>
                  <a:lnTo>
                    <a:pt x="43077" y="1683901"/>
                  </a:lnTo>
                  <a:lnTo>
                    <a:pt x="43892" y="1762438"/>
                  </a:lnTo>
                  <a:lnTo>
                    <a:pt x="44707" y="1799700"/>
                  </a:lnTo>
                  <a:lnTo>
                    <a:pt x="45521" y="1782952"/>
                  </a:lnTo>
                  <a:lnTo>
                    <a:pt x="46336" y="1756609"/>
                  </a:lnTo>
                  <a:lnTo>
                    <a:pt x="47151" y="1853181"/>
                  </a:lnTo>
                  <a:lnTo>
                    <a:pt x="47966" y="1854228"/>
                  </a:lnTo>
                  <a:lnTo>
                    <a:pt x="48781" y="1776182"/>
                  </a:lnTo>
                  <a:lnTo>
                    <a:pt x="49595" y="1747916"/>
                  </a:lnTo>
                  <a:lnTo>
                    <a:pt x="50410" y="1760472"/>
                  </a:lnTo>
                  <a:lnTo>
                    <a:pt x="51225" y="1821914"/>
                  </a:lnTo>
                  <a:lnTo>
                    <a:pt x="52040" y="1773237"/>
                  </a:lnTo>
                  <a:lnTo>
                    <a:pt x="52854" y="1707822"/>
                  </a:lnTo>
                  <a:lnTo>
                    <a:pt x="53669" y="1714874"/>
                  </a:lnTo>
                  <a:lnTo>
                    <a:pt x="54484" y="1683640"/>
                  </a:lnTo>
                  <a:lnTo>
                    <a:pt x="55299" y="1624735"/>
                  </a:lnTo>
                  <a:lnTo>
                    <a:pt x="56114" y="1516977"/>
                  </a:lnTo>
                  <a:lnTo>
                    <a:pt x="56928" y="1572477"/>
                  </a:lnTo>
                  <a:lnTo>
                    <a:pt x="57743" y="1592302"/>
                  </a:lnTo>
                  <a:lnTo>
                    <a:pt x="58558" y="1619489"/>
                  </a:lnTo>
                  <a:lnTo>
                    <a:pt x="59373" y="1704586"/>
                  </a:lnTo>
                  <a:lnTo>
                    <a:pt x="60188" y="1777770"/>
                  </a:lnTo>
                  <a:lnTo>
                    <a:pt x="61002" y="1924148"/>
                  </a:lnTo>
                  <a:lnTo>
                    <a:pt x="61817" y="1953886"/>
                  </a:lnTo>
                  <a:lnTo>
                    <a:pt x="62632" y="2003773"/>
                  </a:lnTo>
                  <a:lnTo>
                    <a:pt x="63447" y="1936538"/>
                  </a:lnTo>
                  <a:lnTo>
                    <a:pt x="64261" y="1805417"/>
                  </a:lnTo>
                  <a:lnTo>
                    <a:pt x="65076" y="1735324"/>
                  </a:lnTo>
                  <a:lnTo>
                    <a:pt x="65891" y="1700736"/>
                  </a:lnTo>
                  <a:lnTo>
                    <a:pt x="66706" y="1704509"/>
                  </a:lnTo>
                  <a:lnTo>
                    <a:pt x="67521" y="1677548"/>
                  </a:lnTo>
                  <a:lnTo>
                    <a:pt x="68335" y="1674186"/>
                  </a:lnTo>
                  <a:lnTo>
                    <a:pt x="69150" y="1719988"/>
                  </a:lnTo>
                  <a:lnTo>
                    <a:pt x="69965" y="1726724"/>
                  </a:lnTo>
                  <a:lnTo>
                    <a:pt x="70780" y="1694384"/>
                  </a:lnTo>
                  <a:lnTo>
                    <a:pt x="71594" y="1570715"/>
                  </a:lnTo>
                  <a:lnTo>
                    <a:pt x="72409" y="1515118"/>
                  </a:lnTo>
                  <a:lnTo>
                    <a:pt x="73224" y="1610178"/>
                  </a:lnTo>
                  <a:lnTo>
                    <a:pt x="74039" y="1676514"/>
                  </a:lnTo>
                  <a:lnTo>
                    <a:pt x="74854" y="1702917"/>
                  </a:lnTo>
                  <a:lnTo>
                    <a:pt x="75668" y="1618545"/>
                  </a:lnTo>
                  <a:lnTo>
                    <a:pt x="76483" y="1642984"/>
                  </a:lnTo>
                  <a:lnTo>
                    <a:pt x="77298" y="1700448"/>
                  </a:lnTo>
                  <a:lnTo>
                    <a:pt x="78113" y="1662092"/>
                  </a:lnTo>
                  <a:lnTo>
                    <a:pt x="78927" y="1659749"/>
                  </a:lnTo>
                  <a:lnTo>
                    <a:pt x="79742" y="1707245"/>
                  </a:lnTo>
                  <a:lnTo>
                    <a:pt x="80557" y="1828816"/>
                  </a:lnTo>
                  <a:lnTo>
                    <a:pt x="81372" y="1836645"/>
                  </a:lnTo>
                  <a:lnTo>
                    <a:pt x="82187" y="1784001"/>
                  </a:lnTo>
                  <a:lnTo>
                    <a:pt x="83001" y="1679415"/>
                  </a:lnTo>
                  <a:lnTo>
                    <a:pt x="83816" y="1518095"/>
                  </a:lnTo>
                  <a:lnTo>
                    <a:pt x="84631" y="1474837"/>
                  </a:lnTo>
                  <a:lnTo>
                    <a:pt x="85446" y="1468256"/>
                  </a:lnTo>
                  <a:lnTo>
                    <a:pt x="86260" y="1540416"/>
                  </a:lnTo>
                  <a:lnTo>
                    <a:pt x="87075" y="1592512"/>
                  </a:lnTo>
                  <a:lnTo>
                    <a:pt x="87890" y="1688146"/>
                  </a:lnTo>
                  <a:lnTo>
                    <a:pt x="88705" y="1756497"/>
                  </a:lnTo>
                  <a:lnTo>
                    <a:pt x="89520" y="1734645"/>
                  </a:lnTo>
                  <a:lnTo>
                    <a:pt x="90334" y="1703271"/>
                  </a:lnTo>
                  <a:lnTo>
                    <a:pt x="91149" y="1633889"/>
                  </a:lnTo>
                  <a:lnTo>
                    <a:pt x="91964" y="1559783"/>
                  </a:lnTo>
                  <a:lnTo>
                    <a:pt x="92779" y="1526480"/>
                  </a:lnTo>
                  <a:lnTo>
                    <a:pt x="93593" y="1567662"/>
                  </a:lnTo>
                  <a:lnTo>
                    <a:pt x="94408" y="1623379"/>
                  </a:lnTo>
                  <a:lnTo>
                    <a:pt x="95223" y="1638095"/>
                  </a:lnTo>
                  <a:lnTo>
                    <a:pt x="96038" y="1553665"/>
                  </a:lnTo>
                  <a:lnTo>
                    <a:pt x="96853" y="1560209"/>
                  </a:lnTo>
                  <a:lnTo>
                    <a:pt x="97667" y="1623098"/>
                  </a:lnTo>
                  <a:lnTo>
                    <a:pt x="98482" y="1628937"/>
                  </a:lnTo>
                  <a:lnTo>
                    <a:pt x="99297" y="1593028"/>
                  </a:lnTo>
                  <a:lnTo>
                    <a:pt x="100112" y="1581538"/>
                  </a:lnTo>
                  <a:lnTo>
                    <a:pt x="100927" y="1757361"/>
                  </a:lnTo>
                  <a:lnTo>
                    <a:pt x="101741" y="1924694"/>
                  </a:lnTo>
                  <a:lnTo>
                    <a:pt x="102556" y="1945530"/>
                  </a:lnTo>
                  <a:lnTo>
                    <a:pt x="103371" y="1931223"/>
                  </a:lnTo>
                  <a:lnTo>
                    <a:pt x="104186" y="1928758"/>
                  </a:lnTo>
                  <a:lnTo>
                    <a:pt x="105000" y="1856952"/>
                  </a:lnTo>
                  <a:lnTo>
                    <a:pt x="105815" y="1756016"/>
                  </a:lnTo>
                  <a:lnTo>
                    <a:pt x="106630" y="1590514"/>
                  </a:lnTo>
                  <a:lnTo>
                    <a:pt x="107445" y="1415260"/>
                  </a:lnTo>
                  <a:lnTo>
                    <a:pt x="108260" y="1402459"/>
                  </a:lnTo>
                  <a:lnTo>
                    <a:pt x="109074" y="1435688"/>
                  </a:lnTo>
                  <a:lnTo>
                    <a:pt x="109889" y="1467776"/>
                  </a:lnTo>
                  <a:lnTo>
                    <a:pt x="110704" y="1479490"/>
                  </a:lnTo>
                  <a:lnTo>
                    <a:pt x="111519" y="1567226"/>
                  </a:lnTo>
                  <a:lnTo>
                    <a:pt x="112333" y="1665454"/>
                  </a:lnTo>
                  <a:lnTo>
                    <a:pt x="113148" y="1647727"/>
                  </a:lnTo>
                  <a:lnTo>
                    <a:pt x="113963" y="1574710"/>
                  </a:lnTo>
                  <a:lnTo>
                    <a:pt x="114778" y="1569980"/>
                  </a:lnTo>
                  <a:lnTo>
                    <a:pt x="115593" y="1482562"/>
                  </a:lnTo>
                  <a:lnTo>
                    <a:pt x="116407" y="1375708"/>
                  </a:lnTo>
                  <a:lnTo>
                    <a:pt x="117222" y="1320794"/>
                  </a:lnTo>
                  <a:lnTo>
                    <a:pt x="118037" y="1218328"/>
                  </a:lnTo>
                  <a:lnTo>
                    <a:pt x="118852" y="1171947"/>
                  </a:lnTo>
                  <a:lnTo>
                    <a:pt x="119666" y="1230754"/>
                  </a:lnTo>
                  <a:lnTo>
                    <a:pt x="120481" y="1400539"/>
                  </a:lnTo>
                  <a:lnTo>
                    <a:pt x="121296" y="1540688"/>
                  </a:lnTo>
                  <a:lnTo>
                    <a:pt x="122111" y="1641707"/>
                  </a:lnTo>
                  <a:lnTo>
                    <a:pt x="122926" y="1704382"/>
                  </a:lnTo>
                  <a:lnTo>
                    <a:pt x="123740" y="1668288"/>
                  </a:lnTo>
                  <a:lnTo>
                    <a:pt x="124555" y="1593407"/>
                  </a:lnTo>
                  <a:lnTo>
                    <a:pt x="125370" y="1586697"/>
                  </a:lnTo>
                  <a:lnTo>
                    <a:pt x="126185" y="1456527"/>
                  </a:lnTo>
                  <a:lnTo>
                    <a:pt x="126999" y="1297227"/>
                  </a:lnTo>
                  <a:lnTo>
                    <a:pt x="127814" y="1281652"/>
                  </a:lnTo>
                  <a:lnTo>
                    <a:pt x="128629" y="1379791"/>
                  </a:lnTo>
                  <a:lnTo>
                    <a:pt x="129444" y="1481223"/>
                  </a:lnTo>
                  <a:lnTo>
                    <a:pt x="130259" y="1481257"/>
                  </a:lnTo>
                  <a:lnTo>
                    <a:pt x="131073" y="1577388"/>
                  </a:lnTo>
                  <a:lnTo>
                    <a:pt x="131888" y="1656700"/>
                  </a:lnTo>
                  <a:lnTo>
                    <a:pt x="132703" y="1694741"/>
                  </a:lnTo>
                  <a:lnTo>
                    <a:pt x="133518" y="1730177"/>
                  </a:lnTo>
                  <a:lnTo>
                    <a:pt x="134332" y="1699183"/>
                  </a:lnTo>
                  <a:lnTo>
                    <a:pt x="135147" y="1630713"/>
                  </a:lnTo>
                  <a:lnTo>
                    <a:pt x="135962" y="1541615"/>
                  </a:lnTo>
                  <a:lnTo>
                    <a:pt x="136777" y="1533423"/>
                  </a:lnTo>
                  <a:lnTo>
                    <a:pt x="137592" y="1558471"/>
                  </a:lnTo>
                  <a:lnTo>
                    <a:pt x="138406" y="1510490"/>
                  </a:lnTo>
                  <a:lnTo>
                    <a:pt x="139221" y="1438880"/>
                  </a:lnTo>
                  <a:lnTo>
                    <a:pt x="140036" y="1372818"/>
                  </a:lnTo>
                  <a:lnTo>
                    <a:pt x="140851" y="1281114"/>
                  </a:lnTo>
                  <a:lnTo>
                    <a:pt x="141666" y="1096611"/>
                  </a:lnTo>
                  <a:lnTo>
                    <a:pt x="142480" y="876622"/>
                  </a:lnTo>
                  <a:lnTo>
                    <a:pt x="143295" y="769066"/>
                  </a:lnTo>
                  <a:lnTo>
                    <a:pt x="144110" y="710214"/>
                  </a:lnTo>
                  <a:lnTo>
                    <a:pt x="144925" y="654267"/>
                  </a:lnTo>
                  <a:lnTo>
                    <a:pt x="145739" y="676892"/>
                  </a:lnTo>
                  <a:lnTo>
                    <a:pt x="146554" y="807195"/>
                  </a:lnTo>
                  <a:lnTo>
                    <a:pt x="147369" y="960294"/>
                  </a:lnTo>
                  <a:lnTo>
                    <a:pt x="148184" y="1038137"/>
                  </a:lnTo>
                  <a:lnTo>
                    <a:pt x="148999" y="1090511"/>
                  </a:lnTo>
                  <a:lnTo>
                    <a:pt x="149813" y="1118318"/>
                  </a:lnTo>
                  <a:lnTo>
                    <a:pt x="150628" y="1116445"/>
                  </a:lnTo>
                  <a:lnTo>
                    <a:pt x="151443" y="1076845"/>
                  </a:lnTo>
                  <a:lnTo>
                    <a:pt x="152258" y="1091597"/>
                  </a:lnTo>
                  <a:lnTo>
                    <a:pt x="153072" y="1146033"/>
                  </a:lnTo>
                  <a:lnTo>
                    <a:pt x="153887" y="1174510"/>
                  </a:lnTo>
                  <a:lnTo>
                    <a:pt x="154702" y="1213896"/>
                  </a:lnTo>
                  <a:lnTo>
                    <a:pt x="155517" y="1290403"/>
                  </a:lnTo>
                  <a:lnTo>
                    <a:pt x="156332" y="1427752"/>
                  </a:lnTo>
                  <a:lnTo>
                    <a:pt x="157146" y="1517855"/>
                  </a:lnTo>
                  <a:lnTo>
                    <a:pt x="157961" y="1577568"/>
                  </a:lnTo>
                  <a:lnTo>
                    <a:pt x="158776" y="1658174"/>
                  </a:lnTo>
                  <a:lnTo>
                    <a:pt x="159591" y="1805008"/>
                  </a:lnTo>
                  <a:lnTo>
                    <a:pt x="160405" y="1952556"/>
                  </a:lnTo>
                  <a:lnTo>
                    <a:pt x="161220" y="1955880"/>
                  </a:lnTo>
                  <a:lnTo>
                    <a:pt x="162035" y="1920870"/>
                  </a:lnTo>
                  <a:lnTo>
                    <a:pt x="162850" y="1900941"/>
                  </a:lnTo>
                  <a:lnTo>
                    <a:pt x="163665" y="1900944"/>
                  </a:lnTo>
                  <a:lnTo>
                    <a:pt x="164479" y="1877397"/>
                  </a:lnTo>
                  <a:lnTo>
                    <a:pt x="165294" y="1842205"/>
                  </a:lnTo>
                  <a:lnTo>
                    <a:pt x="166109" y="1912505"/>
                  </a:lnTo>
                  <a:lnTo>
                    <a:pt x="166924" y="1993631"/>
                  </a:lnTo>
                  <a:lnTo>
                    <a:pt x="167738" y="2009468"/>
                  </a:lnTo>
                  <a:lnTo>
                    <a:pt x="168553" y="1934512"/>
                  </a:lnTo>
                  <a:lnTo>
                    <a:pt x="169368" y="1769267"/>
                  </a:lnTo>
                  <a:lnTo>
                    <a:pt x="170183" y="1646486"/>
                  </a:lnTo>
                  <a:lnTo>
                    <a:pt x="170998" y="1567896"/>
                  </a:lnTo>
                  <a:lnTo>
                    <a:pt x="171812" y="1495260"/>
                  </a:lnTo>
                  <a:lnTo>
                    <a:pt x="172627" y="1462595"/>
                  </a:lnTo>
                  <a:lnTo>
                    <a:pt x="173442" y="1456531"/>
                  </a:lnTo>
                  <a:lnTo>
                    <a:pt x="174257" y="1555016"/>
                  </a:lnTo>
                  <a:lnTo>
                    <a:pt x="175071" y="1561093"/>
                  </a:lnTo>
                  <a:lnTo>
                    <a:pt x="175886" y="1592238"/>
                  </a:lnTo>
                  <a:lnTo>
                    <a:pt x="176701" y="1560888"/>
                  </a:lnTo>
                  <a:lnTo>
                    <a:pt x="177516" y="1466507"/>
                  </a:lnTo>
                  <a:lnTo>
                    <a:pt x="178331" y="1392535"/>
                  </a:lnTo>
                  <a:lnTo>
                    <a:pt x="179145" y="1349595"/>
                  </a:lnTo>
                  <a:lnTo>
                    <a:pt x="179960" y="1392870"/>
                  </a:lnTo>
                  <a:lnTo>
                    <a:pt x="180775" y="1334263"/>
                  </a:lnTo>
                  <a:lnTo>
                    <a:pt x="181590" y="1342433"/>
                  </a:lnTo>
                  <a:lnTo>
                    <a:pt x="182405" y="1494490"/>
                  </a:lnTo>
                  <a:lnTo>
                    <a:pt x="183219" y="1665846"/>
                  </a:lnTo>
                  <a:lnTo>
                    <a:pt x="184034" y="1775547"/>
                  </a:lnTo>
                  <a:lnTo>
                    <a:pt x="184849" y="1816569"/>
                  </a:lnTo>
                  <a:lnTo>
                    <a:pt x="185664" y="1909154"/>
                  </a:lnTo>
                  <a:lnTo>
                    <a:pt x="186478" y="2017479"/>
                  </a:lnTo>
                  <a:lnTo>
                    <a:pt x="187293" y="1967715"/>
                  </a:lnTo>
                  <a:lnTo>
                    <a:pt x="188108" y="1901013"/>
                  </a:lnTo>
                  <a:lnTo>
                    <a:pt x="188923" y="1869763"/>
                  </a:lnTo>
                  <a:lnTo>
                    <a:pt x="189738" y="1789122"/>
                  </a:lnTo>
                  <a:lnTo>
                    <a:pt x="190552" y="1616704"/>
                  </a:lnTo>
                  <a:lnTo>
                    <a:pt x="191367" y="1468220"/>
                  </a:lnTo>
                  <a:lnTo>
                    <a:pt x="192182" y="1449923"/>
                  </a:lnTo>
                  <a:lnTo>
                    <a:pt x="192997" y="1494391"/>
                  </a:lnTo>
                  <a:lnTo>
                    <a:pt x="193811" y="1535571"/>
                  </a:lnTo>
                  <a:lnTo>
                    <a:pt x="194626" y="1635398"/>
                  </a:lnTo>
                  <a:lnTo>
                    <a:pt x="195441" y="1736446"/>
                  </a:lnTo>
                  <a:lnTo>
                    <a:pt x="196256" y="1760037"/>
                  </a:lnTo>
                  <a:lnTo>
                    <a:pt x="197071" y="1780595"/>
                  </a:lnTo>
                  <a:lnTo>
                    <a:pt x="197885" y="1786467"/>
                  </a:lnTo>
                  <a:lnTo>
                    <a:pt x="198700" y="1778753"/>
                  </a:lnTo>
                  <a:lnTo>
                    <a:pt x="199515" y="1735798"/>
                  </a:lnTo>
                  <a:lnTo>
                    <a:pt x="200330" y="1717340"/>
                  </a:lnTo>
                  <a:lnTo>
                    <a:pt x="201144" y="1776684"/>
                  </a:lnTo>
                  <a:lnTo>
                    <a:pt x="201959" y="1768184"/>
                  </a:lnTo>
                  <a:lnTo>
                    <a:pt x="202774" y="1763232"/>
                  </a:lnTo>
                  <a:lnTo>
                    <a:pt x="203589" y="1721864"/>
                  </a:lnTo>
                  <a:lnTo>
                    <a:pt x="204404" y="1751808"/>
                  </a:lnTo>
                  <a:lnTo>
                    <a:pt x="205218" y="1865409"/>
                  </a:lnTo>
                  <a:lnTo>
                    <a:pt x="206033" y="1912552"/>
                  </a:lnTo>
                  <a:lnTo>
                    <a:pt x="206848" y="1928400"/>
                  </a:lnTo>
                  <a:lnTo>
                    <a:pt x="207663" y="1844881"/>
                  </a:lnTo>
                  <a:lnTo>
                    <a:pt x="208477" y="1722074"/>
                  </a:lnTo>
                  <a:lnTo>
                    <a:pt x="209292" y="1618192"/>
                  </a:lnTo>
                  <a:lnTo>
                    <a:pt x="210107" y="1467233"/>
                  </a:lnTo>
                  <a:lnTo>
                    <a:pt x="210922" y="1360691"/>
                  </a:lnTo>
                  <a:lnTo>
                    <a:pt x="211737" y="1323971"/>
                  </a:lnTo>
                  <a:lnTo>
                    <a:pt x="212551" y="1332096"/>
                  </a:lnTo>
                  <a:lnTo>
                    <a:pt x="213366" y="1300570"/>
                  </a:lnTo>
                  <a:lnTo>
                    <a:pt x="214181" y="1176510"/>
                  </a:lnTo>
                  <a:lnTo>
                    <a:pt x="214996" y="1175902"/>
                  </a:lnTo>
                  <a:lnTo>
                    <a:pt x="215810" y="1169093"/>
                  </a:lnTo>
                  <a:lnTo>
                    <a:pt x="216625" y="1023823"/>
                  </a:lnTo>
                  <a:lnTo>
                    <a:pt x="217440" y="908288"/>
                  </a:lnTo>
                  <a:lnTo>
                    <a:pt x="218255" y="958312"/>
                  </a:lnTo>
                  <a:lnTo>
                    <a:pt x="219070" y="1099849"/>
                  </a:lnTo>
                  <a:lnTo>
                    <a:pt x="219884" y="1122059"/>
                  </a:lnTo>
                  <a:lnTo>
                    <a:pt x="220699" y="1108063"/>
                  </a:lnTo>
                  <a:lnTo>
                    <a:pt x="221514" y="1230207"/>
                  </a:lnTo>
                  <a:lnTo>
                    <a:pt x="222329" y="1371704"/>
                  </a:lnTo>
                  <a:lnTo>
                    <a:pt x="223144" y="1448997"/>
                  </a:lnTo>
                  <a:lnTo>
                    <a:pt x="223958" y="1446287"/>
                  </a:lnTo>
                  <a:lnTo>
                    <a:pt x="224773" y="1482794"/>
                  </a:lnTo>
                  <a:lnTo>
                    <a:pt x="225588" y="1496810"/>
                  </a:lnTo>
                  <a:lnTo>
                    <a:pt x="226403" y="1404977"/>
                  </a:lnTo>
                  <a:lnTo>
                    <a:pt x="227217" y="1201446"/>
                  </a:lnTo>
                  <a:lnTo>
                    <a:pt x="228032" y="1022198"/>
                  </a:lnTo>
                  <a:lnTo>
                    <a:pt x="228847" y="975597"/>
                  </a:lnTo>
                  <a:lnTo>
                    <a:pt x="229662" y="897012"/>
                  </a:lnTo>
                  <a:lnTo>
                    <a:pt x="230477" y="794430"/>
                  </a:lnTo>
                  <a:lnTo>
                    <a:pt x="231291" y="686770"/>
                  </a:lnTo>
                  <a:lnTo>
                    <a:pt x="232106" y="674544"/>
                  </a:lnTo>
                  <a:lnTo>
                    <a:pt x="232921" y="729788"/>
                  </a:lnTo>
                  <a:lnTo>
                    <a:pt x="233736" y="748270"/>
                  </a:lnTo>
                  <a:lnTo>
                    <a:pt x="234550" y="735535"/>
                  </a:lnTo>
                  <a:lnTo>
                    <a:pt x="235365" y="882499"/>
                  </a:lnTo>
                  <a:lnTo>
                    <a:pt x="236180" y="1041420"/>
                  </a:lnTo>
                  <a:lnTo>
                    <a:pt x="236995" y="1217700"/>
                  </a:lnTo>
                  <a:lnTo>
                    <a:pt x="237810" y="1303201"/>
                  </a:lnTo>
                  <a:lnTo>
                    <a:pt x="238624" y="1283344"/>
                  </a:lnTo>
                  <a:lnTo>
                    <a:pt x="239439" y="1253458"/>
                  </a:lnTo>
                  <a:lnTo>
                    <a:pt x="240254" y="1110350"/>
                  </a:lnTo>
                  <a:lnTo>
                    <a:pt x="241069" y="1006086"/>
                  </a:lnTo>
                  <a:lnTo>
                    <a:pt x="241883" y="935994"/>
                  </a:lnTo>
                  <a:lnTo>
                    <a:pt x="242698" y="901105"/>
                  </a:lnTo>
                  <a:lnTo>
                    <a:pt x="243513" y="924032"/>
                  </a:lnTo>
                  <a:lnTo>
                    <a:pt x="244328" y="840765"/>
                  </a:lnTo>
                  <a:lnTo>
                    <a:pt x="245143" y="812515"/>
                  </a:lnTo>
                  <a:lnTo>
                    <a:pt x="245957" y="836461"/>
                  </a:lnTo>
                  <a:lnTo>
                    <a:pt x="246772" y="826795"/>
                  </a:lnTo>
                  <a:lnTo>
                    <a:pt x="247587" y="795859"/>
                  </a:lnTo>
                  <a:lnTo>
                    <a:pt x="248402" y="694621"/>
                  </a:lnTo>
                  <a:lnTo>
                    <a:pt x="249216" y="736962"/>
                  </a:lnTo>
                  <a:lnTo>
                    <a:pt x="250031" y="820089"/>
                  </a:lnTo>
                  <a:lnTo>
                    <a:pt x="250846" y="978858"/>
                  </a:lnTo>
                  <a:lnTo>
                    <a:pt x="251661" y="1051142"/>
                  </a:lnTo>
                  <a:lnTo>
                    <a:pt x="252476" y="1040564"/>
                  </a:lnTo>
                  <a:lnTo>
                    <a:pt x="253290" y="1132872"/>
                  </a:lnTo>
                  <a:lnTo>
                    <a:pt x="254105" y="1335833"/>
                  </a:lnTo>
                  <a:lnTo>
                    <a:pt x="254920" y="1364739"/>
                  </a:lnTo>
                  <a:lnTo>
                    <a:pt x="255735" y="1133376"/>
                  </a:lnTo>
                  <a:lnTo>
                    <a:pt x="256549" y="989954"/>
                  </a:lnTo>
                  <a:lnTo>
                    <a:pt x="257364" y="1010751"/>
                  </a:lnTo>
                  <a:lnTo>
                    <a:pt x="258179" y="971048"/>
                  </a:lnTo>
                  <a:lnTo>
                    <a:pt x="258994" y="725558"/>
                  </a:lnTo>
                  <a:lnTo>
                    <a:pt x="259809" y="608081"/>
                  </a:lnTo>
                  <a:lnTo>
                    <a:pt x="260623" y="690297"/>
                  </a:lnTo>
                  <a:lnTo>
                    <a:pt x="261438" y="683347"/>
                  </a:lnTo>
                  <a:lnTo>
                    <a:pt x="262253" y="534976"/>
                  </a:lnTo>
                  <a:lnTo>
                    <a:pt x="263068" y="375579"/>
                  </a:lnTo>
                  <a:lnTo>
                    <a:pt x="263883" y="439581"/>
                  </a:lnTo>
                  <a:lnTo>
                    <a:pt x="264697" y="609455"/>
                  </a:lnTo>
                  <a:lnTo>
                    <a:pt x="265512" y="747468"/>
                  </a:lnTo>
                  <a:lnTo>
                    <a:pt x="266327" y="886551"/>
                  </a:lnTo>
                  <a:lnTo>
                    <a:pt x="267142" y="1015022"/>
                  </a:lnTo>
                  <a:lnTo>
                    <a:pt x="267956" y="1243605"/>
                  </a:lnTo>
                  <a:lnTo>
                    <a:pt x="268771" y="1329932"/>
                  </a:lnTo>
                  <a:lnTo>
                    <a:pt x="269586" y="1186315"/>
                  </a:lnTo>
                  <a:lnTo>
                    <a:pt x="270401" y="1127724"/>
                  </a:lnTo>
                  <a:lnTo>
                    <a:pt x="271216" y="1107243"/>
                  </a:lnTo>
                  <a:lnTo>
                    <a:pt x="272030" y="1091489"/>
                  </a:lnTo>
                  <a:lnTo>
                    <a:pt x="272845" y="1130577"/>
                  </a:lnTo>
                  <a:lnTo>
                    <a:pt x="273660" y="1217096"/>
                  </a:lnTo>
                  <a:lnTo>
                    <a:pt x="274475" y="1317299"/>
                  </a:lnTo>
                  <a:lnTo>
                    <a:pt x="275289" y="1232919"/>
                  </a:lnTo>
                  <a:lnTo>
                    <a:pt x="276104" y="1153386"/>
                  </a:lnTo>
                  <a:lnTo>
                    <a:pt x="276919" y="1182999"/>
                  </a:lnTo>
                  <a:lnTo>
                    <a:pt x="277734" y="1095496"/>
                  </a:lnTo>
                  <a:lnTo>
                    <a:pt x="278549" y="883467"/>
                  </a:lnTo>
                  <a:lnTo>
                    <a:pt x="279363" y="712725"/>
                  </a:lnTo>
                  <a:lnTo>
                    <a:pt x="280178" y="676878"/>
                  </a:lnTo>
                  <a:lnTo>
                    <a:pt x="280993" y="629065"/>
                  </a:lnTo>
                  <a:lnTo>
                    <a:pt x="281808" y="491635"/>
                  </a:lnTo>
                  <a:lnTo>
                    <a:pt x="282622" y="417950"/>
                  </a:lnTo>
                  <a:lnTo>
                    <a:pt x="283437" y="502199"/>
                  </a:lnTo>
                  <a:lnTo>
                    <a:pt x="284252" y="652833"/>
                  </a:lnTo>
                  <a:lnTo>
                    <a:pt x="285067" y="725365"/>
                  </a:lnTo>
                  <a:lnTo>
                    <a:pt x="285882" y="736220"/>
                  </a:lnTo>
                  <a:lnTo>
                    <a:pt x="286696" y="726564"/>
                  </a:lnTo>
                  <a:lnTo>
                    <a:pt x="287511" y="624710"/>
                  </a:lnTo>
                  <a:lnTo>
                    <a:pt x="288326" y="495319"/>
                  </a:lnTo>
                  <a:lnTo>
                    <a:pt x="289141" y="427483"/>
                  </a:lnTo>
                  <a:lnTo>
                    <a:pt x="289955" y="548208"/>
                  </a:lnTo>
                  <a:lnTo>
                    <a:pt x="290770" y="587154"/>
                  </a:lnTo>
                  <a:lnTo>
                    <a:pt x="291585" y="600770"/>
                  </a:lnTo>
                  <a:lnTo>
                    <a:pt x="292400" y="717209"/>
                  </a:lnTo>
                  <a:lnTo>
                    <a:pt x="293215" y="841051"/>
                  </a:lnTo>
                  <a:lnTo>
                    <a:pt x="294029" y="764088"/>
                  </a:lnTo>
                  <a:lnTo>
                    <a:pt x="294844" y="433149"/>
                  </a:lnTo>
                  <a:lnTo>
                    <a:pt x="295659" y="277178"/>
                  </a:lnTo>
                  <a:lnTo>
                    <a:pt x="296474" y="206269"/>
                  </a:lnTo>
                  <a:lnTo>
                    <a:pt x="297288" y="149047"/>
                  </a:lnTo>
                  <a:lnTo>
                    <a:pt x="298103" y="35928"/>
                  </a:lnTo>
                  <a:lnTo>
                    <a:pt x="298918" y="0"/>
                  </a:lnTo>
                  <a:lnTo>
                    <a:pt x="299733" y="161485"/>
                  </a:lnTo>
                  <a:lnTo>
                    <a:pt x="300548" y="430410"/>
                  </a:lnTo>
                  <a:lnTo>
                    <a:pt x="301362" y="746880"/>
                  </a:lnTo>
                  <a:lnTo>
                    <a:pt x="302177" y="875160"/>
                  </a:lnTo>
                  <a:lnTo>
                    <a:pt x="302992" y="902653"/>
                  </a:lnTo>
                  <a:lnTo>
                    <a:pt x="303807" y="949312"/>
                  </a:lnTo>
                  <a:lnTo>
                    <a:pt x="304622" y="897167"/>
                  </a:lnTo>
                  <a:lnTo>
                    <a:pt x="305436" y="699108"/>
                  </a:lnTo>
                  <a:lnTo>
                    <a:pt x="306251" y="487222"/>
                  </a:lnTo>
                  <a:lnTo>
                    <a:pt x="307066" y="371734"/>
                  </a:lnTo>
                  <a:lnTo>
                    <a:pt x="307881" y="396952"/>
                  </a:lnTo>
                  <a:lnTo>
                    <a:pt x="308695" y="446593"/>
                  </a:lnTo>
                  <a:lnTo>
                    <a:pt x="309510" y="578106"/>
                  </a:lnTo>
                  <a:lnTo>
                    <a:pt x="310325" y="694482"/>
                  </a:lnTo>
                  <a:lnTo>
                    <a:pt x="311140" y="757696"/>
                  </a:lnTo>
                  <a:lnTo>
                    <a:pt x="311955" y="814580"/>
                  </a:lnTo>
                  <a:lnTo>
                    <a:pt x="312769" y="892877"/>
                  </a:lnTo>
                  <a:lnTo>
                    <a:pt x="313584" y="1001429"/>
                  </a:lnTo>
                  <a:lnTo>
                    <a:pt x="314399" y="976181"/>
                  </a:lnTo>
                  <a:lnTo>
                    <a:pt x="315214" y="952841"/>
                  </a:lnTo>
                  <a:lnTo>
                    <a:pt x="316028" y="920829"/>
                  </a:lnTo>
                  <a:lnTo>
                    <a:pt x="316843" y="941575"/>
                  </a:lnTo>
                  <a:lnTo>
                    <a:pt x="317658" y="934596"/>
                  </a:lnTo>
                  <a:lnTo>
                    <a:pt x="318473" y="839489"/>
                  </a:lnTo>
                  <a:lnTo>
                    <a:pt x="319288" y="782969"/>
                  </a:lnTo>
                  <a:lnTo>
                    <a:pt x="320102" y="785014"/>
                  </a:lnTo>
                  <a:lnTo>
                    <a:pt x="320917" y="822761"/>
                  </a:lnTo>
                  <a:lnTo>
                    <a:pt x="321732" y="783459"/>
                  </a:lnTo>
                  <a:lnTo>
                    <a:pt x="322547" y="707066"/>
                  </a:lnTo>
                  <a:lnTo>
                    <a:pt x="323361" y="713968"/>
                  </a:lnTo>
                  <a:lnTo>
                    <a:pt x="324176" y="752930"/>
                  </a:lnTo>
                  <a:lnTo>
                    <a:pt x="324991" y="835394"/>
                  </a:lnTo>
                  <a:lnTo>
                    <a:pt x="325806" y="907604"/>
                  </a:lnTo>
                  <a:lnTo>
                    <a:pt x="326621" y="888072"/>
                  </a:lnTo>
                  <a:lnTo>
                    <a:pt x="327435" y="804924"/>
                  </a:lnTo>
                  <a:lnTo>
                    <a:pt x="328250" y="753149"/>
                  </a:lnTo>
                  <a:lnTo>
                    <a:pt x="329065" y="724300"/>
                  </a:lnTo>
                  <a:lnTo>
                    <a:pt x="329880" y="600044"/>
                  </a:lnTo>
                  <a:lnTo>
                    <a:pt x="330694" y="537526"/>
                  </a:lnTo>
                  <a:lnTo>
                    <a:pt x="331509" y="695866"/>
                  </a:lnTo>
                  <a:lnTo>
                    <a:pt x="332324" y="957252"/>
                  </a:lnTo>
                  <a:lnTo>
                    <a:pt x="333139" y="1183581"/>
                  </a:lnTo>
                  <a:lnTo>
                    <a:pt x="333954" y="1259844"/>
                  </a:lnTo>
                  <a:lnTo>
                    <a:pt x="334768" y="1344767"/>
                  </a:lnTo>
                  <a:lnTo>
                    <a:pt x="335583" y="1358455"/>
                  </a:lnTo>
                  <a:lnTo>
                    <a:pt x="336398" y="1280204"/>
                  </a:lnTo>
                  <a:lnTo>
                    <a:pt x="337213" y="1207137"/>
                  </a:lnTo>
                  <a:lnTo>
                    <a:pt x="338027" y="1158968"/>
                  </a:lnTo>
                  <a:lnTo>
                    <a:pt x="338842" y="1219976"/>
                  </a:lnTo>
                  <a:lnTo>
                    <a:pt x="339657" y="1340547"/>
                  </a:lnTo>
                  <a:lnTo>
                    <a:pt x="340472" y="1366002"/>
                  </a:lnTo>
                  <a:lnTo>
                    <a:pt x="341287" y="1340163"/>
                  </a:lnTo>
                  <a:lnTo>
                    <a:pt x="342101" y="1290623"/>
                  </a:lnTo>
                  <a:lnTo>
                    <a:pt x="342916" y="1137464"/>
                  </a:lnTo>
                  <a:lnTo>
                    <a:pt x="343731" y="944416"/>
                  </a:lnTo>
                  <a:lnTo>
                    <a:pt x="344546" y="748846"/>
                  </a:lnTo>
                  <a:lnTo>
                    <a:pt x="345361" y="703314"/>
                  </a:lnTo>
                  <a:lnTo>
                    <a:pt x="346175" y="723270"/>
                  </a:lnTo>
                  <a:lnTo>
                    <a:pt x="346990" y="837644"/>
                  </a:lnTo>
                  <a:lnTo>
                    <a:pt x="347805" y="1025771"/>
                  </a:lnTo>
                  <a:lnTo>
                    <a:pt x="348620" y="1232146"/>
                  </a:lnTo>
                  <a:lnTo>
                    <a:pt x="349434" y="1346190"/>
                  </a:lnTo>
                  <a:lnTo>
                    <a:pt x="350249" y="1467874"/>
                  </a:lnTo>
                  <a:lnTo>
                    <a:pt x="351064" y="1572600"/>
                  </a:lnTo>
                  <a:lnTo>
                    <a:pt x="351879" y="1569851"/>
                  </a:lnTo>
                  <a:lnTo>
                    <a:pt x="352694" y="1559643"/>
                  </a:lnTo>
                  <a:lnTo>
                    <a:pt x="353508" y="1536605"/>
                  </a:lnTo>
                  <a:lnTo>
                    <a:pt x="354323" y="1526221"/>
                  </a:lnTo>
                  <a:lnTo>
                    <a:pt x="355138" y="1434555"/>
                  </a:lnTo>
                  <a:lnTo>
                    <a:pt x="355953" y="1306893"/>
                  </a:lnTo>
                  <a:lnTo>
                    <a:pt x="356767" y="1209904"/>
                  </a:lnTo>
                  <a:lnTo>
                    <a:pt x="357582" y="1096998"/>
                  </a:lnTo>
                  <a:lnTo>
                    <a:pt x="358397" y="1005401"/>
                  </a:lnTo>
                  <a:lnTo>
                    <a:pt x="359212" y="978398"/>
                  </a:lnTo>
                  <a:lnTo>
                    <a:pt x="360027" y="1002044"/>
                  </a:lnTo>
                  <a:lnTo>
                    <a:pt x="360841" y="1054353"/>
                  </a:lnTo>
                  <a:lnTo>
                    <a:pt x="361656" y="1011139"/>
                  </a:lnTo>
                  <a:lnTo>
                    <a:pt x="362471" y="952658"/>
                  </a:lnTo>
                  <a:lnTo>
                    <a:pt x="363286" y="1020926"/>
                  </a:lnTo>
                  <a:lnTo>
                    <a:pt x="364100" y="1081580"/>
                  </a:lnTo>
                  <a:lnTo>
                    <a:pt x="364915" y="1162193"/>
                  </a:lnTo>
                  <a:lnTo>
                    <a:pt x="365730" y="1264353"/>
                  </a:lnTo>
                  <a:lnTo>
                    <a:pt x="366545" y="1473176"/>
                  </a:lnTo>
                  <a:lnTo>
                    <a:pt x="367360" y="1684548"/>
                  </a:lnTo>
                  <a:lnTo>
                    <a:pt x="368174" y="1696512"/>
                  </a:lnTo>
                  <a:lnTo>
                    <a:pt x="368989" y="1711603"/>
                  </a:lnTo>
                  <a:lnTo>
                    <a:pt x="369804" y="1786839"/>
                  </a:lnTo>
                  <a:lnTo>
                    <a:pt x="370619" y="1875087"/>
                  </a:lnTo>
                  <a:lnTo>
                    <a:pt x="371433" y="1929375"/>
                  </a:lnTo>
                  <a:lnTo>
                    <a:pt x="372248" y="1875662"/>
                  </a:lnTo>
                  <a:lnTo>
                    <a:pt x="373063" y="1751840"/>
                  </a:lnTo>
                  <a:lnTo>
                    <a:pt x="373878" y="1579169"/>
                  </a:lnTo>
                  <a:lnTo>
                    <a:pt x="374693" y="1450328"/>
                  </a:lnTo>
                  <a:lnTo>
                    <a:pt x="375507" y="1353408"/>
                  </a:lnTo>
                  <a:lnTo>
                    <a:pt x="376322" y="1193539"/>
                  </a:lnTo>
                  <a:lnTo>
                    <a:pt x="377137" y="1161325"/>
                  </a:lnTo>
                  <a:lnTo>
                    <a:pt x="377952" y="1229508"/>
                  </a:lnTo>
                  <a:lnTo>
                    <a:pt x="378767" y="1365155"/>
                  </a:lnTo>
                  <a:lnTo>
                    <a:pt x="379581" y="1430850"/>
                  </a:lnTo>
                  <a:lnTo>
                    <a:pt x="380396" y="1462837"/>
                  </a:lnTo>
                  <a:lnTo>
                    <a:pt x="381211" y="1444853"/>
                  </a:lnTo>
                  <a:lnTo>
                    <a:pt x="382026" y="1363473"/>
                  </a:lnTo>
                  <a:lnTo>
                    <a:pt x="382840" y="1256636"/>
                  </a:lnTo>
                  <a:lnTo>
                    <a:pt x="383655" y="1142773"/>
                  </a:lnTo>
                  <a:lnTo>
                    <a:pt x="384470" y="1048643"/>
                  </a:lnTo>
                  <a:lnTo>
                    <a:pt x="385285" y="1003143"/>
                  </a:lnTo>
                  <a:lnTo>
                    <a:pt x="386100" y="989485"/>
                  </a:lnTo>
                  <a:lnTo>
                    <a:pt x="386914" y="1032120"/>
                  </a:lnTo>
                  <a:lnTo>
                    <a:pt x="387729" y="1203263"/>
                  </a:lnTo>
                  <a:lnTo>
                    <a:pt x="388544" y="1346404"/>
                  </a:lnTo>
                  <a:lnTo>
                    <a:pt x="389359" y="1451720"/>
                  </a:lnTo>
                  <a:lnTo>
                    <a:pt x="390173" y="1451703"/>
                  </a:lnTo>
                  <a:lnTo>
                    <a:pt x="390988" y="1391412"/>
                  </a:lnTo>
                  <a:lnTo>
                    <a:pt x="391803" y="1356288"/>
                  </a:lnTo>
                  <a:lnTo>
                    <a:pt x="392618" y="1403523"/>
                  </a:lnTo>
                  <a:lnTo>
                    <a:pt x="393433" y="1447301"/>
                  </a:lnTo>
                  <a:lnTo>
                    <a:pt x="394247" y="1427520"/>
                  </a:lnTo>
                  <a:lnTo>
                    <a:pt x="395062" y="1431288"/>
                  </a:lnTo>
                  <a:lnTo>
                    <a:pt x="395877" y="1631082"/>
                  </a:lnTo>
                  <a:lnTo>
                    <a:pt x="396692" y="1741628"/>
                  </a:lnTo>
                  <a:lnTo>
                    <a:pt x="397506" y="1711930"/>
                  </a:lnTo>
                  <a:lnTo>
                    <a:pt x="398321" y="1685513"/>
                  </a:lnTo>
                  <a:lnTo>
                    <a:pt x="399136" y="1674651"/>
                  </a:lnTo>
                  <a:lnTo>
                    <a:pt x="399951" y="1618737"/>
                  </a:lnTo>
                  <a:lnTo>
                    <a:pt x="400766" y="1579298"/>
                  </a:lnTo>
                  <a:lnTo>
                    <a:pt x="401580" y="1624538"/>
                  </a:lnTo>
                  <a:lnTo>
                    <a:pt x="402395" y="1618657"/>
                  </a:lnTo>
                  <a:lnTo>
                    <a:pt x="403210" y="1587367"/>
                  </a:lnTo>
                  <a:lnTo>
                    <a:pt x="404025" y="1519047"/>
                  </a:lnTo>
                  <a:lnTo>
                    <a:pt x="404839" y="1551542"/>
                  </a:lnTo>
                  <a:lnTo>
                    <a:pt x="405654" y="1571609"/>
                  </a:lnTo>
                  <a:lnTo>
                    <a:pt x="406469" y="1494259"/>
                  </a:lnTo>
                  <a:lnTo>
                    <a:pt x="407284" y="1465616"/>
                  </a:lnTo>
                  <a:lnTo>
                    <a:pt x="408099" y="1450364"/>
                  </a:lnTo>
                  <a:lnTo>
                    <a:pt x="408913" y="1508364"/>
                  </a:lnTo>
                  <a:lnTo>
                    <a:pt x="409728" y="1485292"/>
                  </a:lnTo>
                  <a:lnTo>
                    <a:pt x="410543" y="1397388"/>
                  </a:lnTo>
                  <a:lnTo>
                    <a:pt x="411358" y="1363935"/>
                  </a:lnTo>
                  <a:lnTo>
                    <a:pt x="412172" y="1342978"/>
                  </a:lnTo>
                  <a:lnTo>
                    <a:pt x="412987" y="1370497"/>
                  </a:lnTo>
                  <a:lnTo>
                    <a:pt x="413802" y="1310204"/>
                  </a:lnTo>
                  <a:lnTo>
                    <a:pt x="414617" y="1307563"/>
                  </a:lnTo>
                  <a:lnTo>
                    <a:pt x="415432" y="1333360"/>
                  </a:lnTo>
                  <a:lnTo>
                    <a:pt x="416246" y="1331788"/>
                  </a:lnTo>
                  <a:lnTo>
                    <a:pt x="417061" y="1343479"/>
                  </a:lnTo>
                  <a:lnTo>
                    <a:pt x="417876" y="1378441"/>
                  </a:lnTo>
                  <a:lnTo>
                    <a:pt x="418691" y="1509808"/>
                  </a:lnTo>
                  <a:lnTo>
                    <a:pt x="419506" y="1657360"/>
                  </a:lnTo>
                  <a:lnTo>
                    <a:pt x="420320" y="1730190"/>
                  </a:lnTo>
                  <a:lnTo>
                    <a:pt x="421135" y="1888085"/>
                  </a:lnTo>
                  <a:lnTo>
                    <a:pt x="421950" y="2016365"/>
                  </a:lnTo>
                  <a:lnTo>
                    <a:pt x="422765" y="2070950"/>
                  </a:lnTo>
                  <a:lnTo>
                    <a:pt x="423194" y="207229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4246712" y="2030428"/>
              <a:ext cx="89195" cy="1232048"/>
            </a:xfrm>
            <a:custGeom>
              <a:avLst/>
              <a:pathLst>
                <a:path w="89195" h="1232048">
                  <a:moveTo>
                    <a:pt x="0" y="1232048"/>
                  </a:moveTo>
                  <a:lnTo>
                    <a:pt x="801" y="1161278"/>
                  </a:lnTo>
                  <a:lnTo>
                    <a:pt x="1615" y="1012317"/>
                  </a:lnTo>
                  <a:lnTo>
                    <a:pt x="2430" y="765481"/>
                  </a:lnTo>
                  <a:lnTo>
                    <a:pt x="3245" y="606201"/>
                  </a:lnTo>
                  <a:lnTo>
                    <a:pt x="4060" y="532286"/>
                  </a:lnTo>
                  <a:lnTo>
                    <a:pt x="4875" y="438167"/>
                  </a:lnTo>
                  <a:lnTo>
                    <a:pt x="5689" y="326951"/>
                  </a:lnTo>
                  <a:lnTo>
                    <a:pt x="6504" y="371630"/>
                  </a:lnTo>
                  <a:lnTo>
                    <a:pt x="7319" y="490996"/>
                  </a:lnTo>
                  <a:lnTo>
                    <a:pt x="8134" y="541687"/>
                  </a:lnTo>
                  <a:lnTo>
                    <a:pt x="8948" y="482595"/>
                  </a:lnTo>
                  <a:lnTo>
                    <a:pt x="9763" y="315881"/>
                  </a:lnTo>
                  <a:lnTo>
                    <a:pt x="10578" y="229141"/>
                  </a:lnTo>
                  <a:lnTo>
                    <a:pt x="11393" y="119074"/>
                  </a:lnTo>
                  <a:lnTo>
                    <a:pt x="12208" y="36219"/>
                  </a:lnTo>
                  <a:lnTo>
                    <a:pt x="13022" y="0"/>
                  </a:lnTo>
                  <a:lnTo>
                    <a:pt x="13837" y="66762"/>
                  </a:lnTo>
                  <a:lnTo>
                    <a:pt x="14652" y="197767"/>
                  </a:lnTo>
                  <a:lnTo>
                    <a:pt x="15467" y="213002"/>
                  </a:lnTo>
                  <a:lnTo>
                    <a:pt x="16281" y="305827"/>
                  </a:lnTo>
                  <a:lnTo>
                    <a:pt x="17096" y="397527"/>
                  </a:lnTo>
                  <a:lnTo>
                    <a:pt x="17911" y="339552"/>
                  </a:lnTo>
                  <a:lnTo>
                    <a:pt x="18726" y="267277"/>
                  </a:lnTo>
                  <a:lnTo>
                    <a:pt x="19541" y="248456"/>
                  </a:lnTo>
                  <a:lnTo>
                    <a:pt x="20355" y="305880"/>
                  </a:lnTo>
                  <a:lnTo>
                    <a:pt x="21170" y="304788"/>
                  </a:lnTo>
                  <a:lnTo>
                    <a:pt x="21985" y="254980"/>
                  </a:lnTo>
                  <a:lnTo>
                    <a:pt x="22800" y="230435"/>
                  </a:lnTo>
                  <a:lnTo>
                    <a:pt x="23614" y="223522"/>
                  </a:lnTo>
                  <a:lnTo>
                    <a:pt x="24429" y="294673"/>
                  </a:lnTo>
                  <a:lnTo>
                    <a:pt x="25244" y="343245"/>
                  </a:lnTo>
                  <a:lnTo>
                    <a:pt x="26059" y="373360"/>
                  </a:lnTo>
                  <a:lnTo>
                    <a:pt x="26874" y="417860"/>
                  </a:lnTo>
                  <a:lnTo>
                    <a:pt x="27688" y="499705"/>
                  </a:lnTo>
                  <a:lnTo>
                    <a:pt x="28503" y="557716"/>
                  </a:lnTo>
                  <a:lnTo>
                    <a:pt x="29318" y="587371"/>
                  </a:lnTo>
                  <a:lnTo>
                    <a:pt x="30133" y="651339"/>
                  </a:lnTo>
                  <a:lnTo>
                    <a:pt x="30947" y="668032"/>
                  </a:lnTo>
                  <a:lnTo>
                    <a:pt x="31762" y="616898"/>
                  </a:lnTo>
                  <a:lnTo>
                    <a:pt x="32577" y="620038"/>
                  </a:lnTo>
                  <a:lnTo>
                    <a:pt x="33392" y="546033"/>
                  </a:lnTo>
                  <a:lnTo>
                    <a:pt x="34207" y="561213"/>
                  </a:lnTo>
                  <a:lnTo>
                    <a:pt x="35021" y="613217"/>
                  </a:lnTo>
                  <a:lnTo>
                    <a:pt x="35836" y="743681"/>
                  </a:lnTo>
                  <a:lnTo>
                    <a:pt x="36651" y="919140"/>
                  </a:lnTo>
                  <a:lnTo>
                    <a:pt x="37466" y="1034239"/>
                  </a:lnTo>
                  <a:lnTo>
                    <a:pt x="38281" y="1181536"/>
                  </a:lnTo>
                  <a:lnTo>
                    <a:pt x="39095" y="1164426"/>
                  </a:lnTo>
                  <a:lnTo>
                    <a:pt x="39910" y="1138234"/>
                  </a:lnTo>
                  <a:lnTo>
                    <a:pt x="40725" y="1074993"/>
                  </a:lnTo>
                  <a:lnTo>
                    <a:pt x="41540" y="992176"/>
                  </a:lnTo>
                  <a:lnTo>
                    <a:pt x="42354" y="988084"/>
                  </a:lnTo>
                  <a:lnTo>
                    <a:pt x="43169" y="1002215"/>
                  </a:lnTo>
                  <a:lnTo>
                    <a:pt x="43984" y="1089468"/>
                  </a:lnTo>
                  <a:lnTo>
                    <a:pt x="44799" y="1142892"/>
                  </a:lnTo>
                  <a:lnTo>
                    <a:pt x="45614" y="1161412"/>
                  </a:lnTo>
                  <a:lnTo>
                    <a:pt x="46428" y="1124421"/>
                  </a:lnTo>
                  <a:lnTo>
                    <a:pt x="47243" y="1066327"/>
                  </a:lnTo>
                  <a:lnTo>
                    <a:pt x="48058" y="1066328"/>
                  </a:lnTo>
                  <a:lnTo>
                    <a:pt x="48873" y="1041203"/>
                  </a:lnTo>
                  <a:lnTo>
                    <a:pt x="49687" y="1028829"/>
                  </a:lnTo>
                  <a:lnTo>
                    <a:pt x="50502" y="1002267"/>
                  </a:lnTo>
                  <a:lnTo>
                    <a:pt x="51317" y="1054167"/>
                  </a:lnTo>
                  <a:lnTo>
                    <a:pt x="52132" y="1073854"/>
                  </a:lnTo>
                  <a:lnTo>
                    <a:pt x="52947" y="1004398"/>
                  </a:lnTo>
                  <a:lnTo>
                    <a:pt x="53761" y="956487"/>
                  </a:lnTo>
                  <a:lnTo>
                    <a:pt x="54576" y="916341"/>
                  </a:lnTo>
                  <a:lnTo>
                    <a:pt x="55391" y="910787"/>
                  </a:lnTo>
                  <a:lnTo>
                    <a:pt x="56206" y="861257"/>
                  </a:lnTo>
                  <a:lnTo>
                    <a:pt x="57020" y="838347"/>
                  </a:lnTo>
                  <a:lnTo>
                    <a:pt x="57835" y="877521"/>
                  </a:lnTo>
                  <a:lnTo>
                    <a:pt x="58650" y="882350"/>
                  </a:lnTo>
                  <a:lnTo>
                    <a:pt x="59465" y="785715"/>
                  </a:lnTo>
                  <a:lnTo>
                    <a:pt x="60280" y="758173"/>
                  </a:lnTo>
                  <a:lnTo>
                    <a:pt x="61094" y="849485"/>
                  </a:lnTo>
                  <a:lnTo>
                    <a:pt x="61909" y="874274"/>
                  </a:lnTo>
                  <a:lnTo>
                    <a:pt x="62724" y="817927"/>
                  </a:lnTo>
                  <a:lnTo>
                    <a:pt x="63539" y="764662"/>
                  </a:lnTo>
                  <a:lnTo>
                    <a:pt x="64353" y="842368"/>
                  </a:lnTo>
                  <a:lnTo>
                    <a:pt x="65168" y="911743"/>
                  </a:lnTo>
                  <a:lnTo>
                    <a:pt x="65983" y="918912"/>
                  </a:lnTo>
                  <a:lnTo>
                    <a:pt x="66798" y="873784"/>
                  </a:lnTo>
                  <a:lnTo>
                    <a:pt x="67613" y="861217"/>
                  </a:lnTo>
                  <a:lnTo>
                    <a:pt x="68427" y="909886"/>
                  </a:lnTo>
                  <a:lnTo>
                    <a:pt x="69242" y="867772"/>
                  </a:lnTo>
                  <a:lnTo>
                    <a:pt x="70057" y="719040"/>
                  </a:lnTo>
                  <a:lnTo>
                    <a:pt x="70872" y="574999"/>
                  </a:lnTo>
                  <a:lnTo>
                    <a:pt x="71686" y="550115"/>
                  </a:lnTo>
                  <a:lnTo>
                    <a:pt x="72501" y="585206"/>
                  </a:lnTo>
                  <a:lnTo>
                    <a:pt x="73316" y="568679"/>
                  </a:lnTo>
                  <a:lnTo>
                    <a:pt x="74131" y="655004"/>
                  </a:lnTo>
                  <a:lnTo>
                    <a:pt x="74946" y="782165"/>
                  </a:lnTo>
                  <a:lnTo>
                    <a:pt x="75760" y="880225"/>
                  </a:lnTo>
                  <a:lnTo>
                    <a:pt x="76575" y="999762"/>
                  </a:lnTo>
                  <a:lnTo>
                    <a:pt x="77390" y="1043415"/>
                  </a:lnTo>
                  <a:lnTo>
                    <a:pt x="78205" y="993264"/>
                  </a:lnTo>
                  <a:lnTo>
                    <a:pt x="79020" y="864193"/>
                  </a:lnTo>
                  <a:lnTo>
                    <a:pt x="79834" y="841283"/>
                  </a:lnTo>
                  <a:lnTo>
                    <a:pt x="80649" y="869903"/>
                  </a:lnTo>
                  <a:lnTo>
                    <a:pt x="81464" y="771396"/>
                  </a:lnTo>
                  <a:lnTo>
                    <a:pt x="82279" y="757179"/>
                  </a:lnTo>
                  <a:lnTo>
                    <a:pt x="83093" y="816760"/>
                  </a:lnTo>
                  <a:lnTo>
                    <a:pt x="83908" y="854415"/>
                  </a:lnTo>
                  <a:lnTo>
                    <a:pt x="84723" y="840096"/>
                  </a:lnTo>
                  <a:lnTo>
                    <a:pt x="85538" y="877246"/>
                  </a:lnTo>
                  <a:lnTo>
                    <a:pt x="86353" y="1025435"/>
                  </a:lnTo>
                  <a:lnTo>
                    <a:pt x="87167" y="1065813"/>
                  </a:lnTo>
                  <a:lnTo>
                    <a:pt x="87982" y="1111880"/>
                  </a:lnTo>
                  <a:lnTo>
                    <a:pt x="88797" y="1203296"/>
                  </a:lnTo>
                  <a:lnTo>
                    <a:pt x="89195" y="123204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4337184" y="2768433"/>
              <a:ext cx="24687" cy="494044"/>
            </a:xfrm>
            <a:custGeom>
              <a:avLst/>
              <a:pathLst>
                <a:path w="24687" h="494044">
                  <a:moveTo>
                    <a:pt x="0" y="494044"/>
                  </a:moveTo>
                  <a:lnTo>
                    <a:pt x="768" y="400760"/>
                  </a:lnTo>
                  <a:lnTo>
                    <a:pt x="1583" y="303657"/>
                  </a:lnTo>
                  <a:lnTo>
                    <a:pt x="2398" y="251565"/>
                  </a:lnTo>
                  <a:lnTo>
                    <a:pt x="3213" y="155109"/>
                  </a:lnTo>
                  <a:lnTo>
                    <a:pt x="4028" y="59709"/>
                  </a:lnTo>
                  <a:lnTo>
                    <a:pt x="4842" y="0"/>
                  </a:lnTo>
                  <a:lnTo>
                    <a:pt x="5657" y="37176"/>
                  </a:lnTo>
                  <a:lnTo>
                    <a:pt x="6472" y="128570"/>
                  </a:lnTo>
                  <a:lnTo>
                    <a:pt x="7287" y="180662"/>
                  </a:lnTo>
                  <a:lnTo>
                    <a:pt x="8101" y="277118"/>
                  </a:lnTo>
                  <a:lnTo>
                    <a:pt x="8916" y="372170"/>
                  </a:lnTo>
                  <a:lnTo>
                    <a:pt x="9731" y="376959"/>
                  </a:lnTo>
                  <a:lnTo>
                    <a:pt x="10546" y="343798"/>
                  </a:lnTo>
                  <a:lnTo>
                    <a:pt x="11361" y="343798"/>
                  </a:lnTo>
                  <a:lnTo>
                    <a:pt x="12175" y="343799"/>
                  </a:lnTo>
                  <a:lnTo>
                    <a:pt x="12990" y="343799"/>
                  </a:lnTo>
                  <a:lnTo>
                    <a:pt x="13805" y="344146"/>
                  </a:lnTo>
                  <a:lnTo>
                    <a:pt x="14620" y="399068"/>
                  </a:lnTo>
                  <a:lnTo>
                    <a:pt x="15434" y="401652"/>
                  </a:lnTo>
                  <a:lnTo>
                    <a:pt x="16249" y="317514"/>
                  </a:lnTo>
                  <a:lnTo>
                    <a:pt x="17064" y="298225"/>
                  </a:lnTo>
                  <a:lnTo>
                    <a:pt x="17879" y="261681"/>
                  </a:lnTo>
                  <a:lnTo>
                    <a:pt x="18694" y="133634"/>
                  </a:lnTo>
                  <a:lnTo>
                    <a:pt x="19508" y="56280"/>
                  </a:lnTo>
                  <a:lnTo>
                    <a:pt x="20323" y="86187"/>
                  </a:lnTo>
                  <a:lnTo>
                    <a:pt x="21138" y="170327"/>
                  </a:lnTo>
                  <a:lnTo>
                    <a:pt x="21953" y="189614"/>
                  </a:lnTo>
                  <a:lnTo>
                    <a:pt x="22767" y="226160"/>
                  </a:lnTo>
                  <a:lnTo>
                    <a:pt x="23582" y="385219"/>
                  </a:lnTo>
                  <a:lnTo>
                    <a:pt x="24397" y="492709"/>
                  </a:lnTo>
                  <a:lnTo>
                    <a:pt x="24687" y="49404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4364905" y="2520790"/>
              <a:ext cx="138786" cy="741686"/>
            </a:xfrm>
            <a:custGeom>
              <a:avLst/>
              <a:pathLst>
                <a:path w="138786" h="741686">
                  <a:moveTo>
                    <a:pt x="0" y="741686"/>
                  </a:moveTo>
                  <a:lnTo>
                    <a:pt x="751" y="713094"/>
                  </a:lnTo>
                  <a:lnTo>
                    <a:pt x="1565" y="682099"/>
                  </a:lnTo>
                  <a:lnTo>
                    <a:pt x="2380" y="637865"/>
                  </a:lnTo>
                  <a:lnTo>
                    <a:pt x="3195" y="548938"/>
                  </a:lnTo>
                  <a:lnTo>
                    <a:pt x="4010" y="465567"/>
                  </a:lnTo>
                  <a:lnTo>
                    <a:pt x="4825" y="399002"/>
                  </a:lnTo>
                  <a:lnTo>
                    <a:pt x="5639" y="401256"/>
                  </a:lnTo>
                  <a:lnTo>
                    <a:pt x="6454" y="444653"/>
                  </a:lnTo>
                  <a:lnTo>
                    <a:pt x="7269" y="446385"/>
                  </a:lnTo>
                  <a:lnTo>
                    <a:pt x="8084" y="480803"/>
                  </a:lnTo>
                  <a:lnTo>
                    <a:pt x="8898" y="497209"/>
                  </a:lnTo>
                  <a:lnTo>
                    <a:pt x="9713" y="453385"/>
                  </a:lnTo>
                  <a:lnTo>
                    <a:pt x="10528" y="331222"/>
                  </a:lnTo>
                  <a:lnTo>
                    <a:pt x="11343" y="111134"/>
                  </a:lnTo>
                  <a:lnTo>
                    <a:pt x="12158" y="40546"/>
                  </a:lnTo>
                  <a:lnTo>
                    <a:pt x="12972" y="0"/>
                  </a:lnTo>
                  <a:lnTo>
                    <a:pt x="13787" y="39813"/>
                  </a:lnTo>
                  <a:lnTo>
                    <a:pt x="14602" y="169781"/>
                  </a:lnTo>
                  <a:lnTo>
                    <a:pt x="15417" y="324996"/>
                  </a:lnTo>
                  <a:lnTo>
                    <a:pt x="16231" y="488746"/>
                  </a:lnTo>
                  <a:lnTo>
                    <a:pt x="17046" y="572071"/>
                  </a:lnTo>
                  <a:lnTo>
                    <a:pt x="17861" y="665427"/>
                  </a:lnTo>
                  <a:lnTo>
                    <a:pt x="18676" y="643736"/>
                  </a:lnTo>
                  <a:lnTo>
                    <a:pt x="19491" y="574412"/>
                  </a:lnTo>
                  <a:lnTo>
                    <a:pt x="20305" y="526262"/>
                  </a:lnTo>
                  <a:lnTo>
                    <a:pt x="21120" y="481296"/>
                  </a:lnTo>
                  <a:lnTo>
                    <a:pt x="21935" y="444416"/>
                  </a:lnTo>
                  <a:lnTo>
                    <a:pt x="22750" y="400914"/>
                  </a:lnTo>
                  <a:lnTo>
                    <a:pt x="23564" y="426490"/>
                  </a:lnTo>
                  <a:lnTo>
                    <a:pt x="24379" y="503069"/>
                  </a:lnTo>
                  <a:lnTo>
                    <a:pt x="25194" y="551221"/>
                  </a:lnTo>
                  <a:lnTo>
                    <a:pt x="26009" y="604801"/>
                  </a:lnTo>
                  <a:lnTo>
                    <a:pt x="26824" y="624747"/>
                  </a:lnTo>
                  <a:lnTo>
                    <a:pt x="27638" y="598620"/>
                  </a:lnTo>
                  <a:lnTo>
                    <a:pt x="28453" y="625794"/>
                  </a:lnTo>
                  <a:lnTo>
                    <a:pt x="29268" y="637021"/>
                  </a:lnTo>
                  <a:lnTo>
                    <a:pt x="30083" y="580924"/>
                  </a:lnTo>
                  <a:lnTo>
                    <a:pt x="30898" y="518519"/>
                  </a:lnTo>
                  <a:lnTo>
                    <a:pt x="31712" y="560059"/>
                  </a:lnTo>
                  <a:lnTo>
                    <a:pt x="32527" y="637390"/>
                  </a:lnTo>
                  <a:lnTo>
                    <a:pt x="33342" y="645902"/>
                  </a:lnTo>
                  <a:lnTo>
                    <a:pt x="34157" y="494145"/>
                  </a:lnTo>
                  <a:lnTo>
                    <a:pt x="34971" y="317935"/>
                  </a:lnTo>
                  <a:lnTo>
                    <a:pt x="35786" y="232349"/>
                  </a:lnTo>
                  <a:lnTo>
                    <a:pt x="36601" y="148972"/>
                  </a:lnTo>
                  <a:lnTo>
                    <a:pt x="37416" y="129979"/>
                  </a:lnTo>
                  <a:lnTo>
                    <a:pt x="38231" y="132084"/>
                  </a:lnTo>
                  <a:lnTo>
                    <a:pt x="39045" y="194559"/>
                  </a:lnTo>
                  <a:lnTo>
                    <a:pt x="39860" y="323873"/>
                  </a:lnTo>
                  <a:lnTo>
                    <a:pt x="40675" y="459792"/>
                  </a:lnTo>
                  <a:lnTo>
                    <a:pt x="41490" y="548330"/>
                  </a:lnTo>
                  <a:lnTo>
                    <a:pt x="42304" y="491340"/>
                  </a:lnTo>
                  <a:lnTo>
                    <a:pt x="43119" y="339707"/>
                  </a:lnTo>
                  <a:lnTo>
                    <a:pt x="43934" y="254376"/>
                  </a:lnTo>
                  <a:lnTo>
                    <a:pt x="44749" y="267157"/>
                  </a:lnTo>
                  <a:lnTo>
                    <a:pt x="45564" y="249248"/>
                  </a:lnTo>
                  <a:lnTo>
                    <a:pt x="46378" y="175028"/>
                  </a:lnTo>
                  <a:lnTo>
                    <a:pt x="47193" y="199980"/>
                  </a:lnTo>
                  <a:lnTo>
                    <a:pt x="48008" y="311545"/>
                  </a:lnTo>
                  <a:lnTo>
                    <a:pt x="48823" y="464390"/>
                  </a:lnTo>
                  <a:lnTo>
                    <a:pt x="49637" y="528766"/>
                  </a:lnTo>
                  <a:lnTo>
                    <a:pt x="50452" y="556977"/>
                  </a:lnTo>
                  <a:lnTo>
                    <a:pt x="51267" y="559144"/>
                  </a:lnTo>
                  <a:lnTo>
                    <a:pt x="52082" y="594036"/>
                  </a:lnTo>
                  <a:lnTo>
                    <a:pt x="52897" y="621275"/>
                  </a:lnTo>
                  <a:lnTo>
                    <a:pt x="53711" y="604982"/>
                  </a:lnTo>
                  <a:lnTo>
                    <a:pt x="54526" y="595510"/>
                  </a:lnTo>
                  <a:lnTo>
                    <a:pt x="55341" y="602460"/>
                  </a:lnTo>
                  <a:lnTo>
                    <a:pt x="56156" y="674514"/>
                  </a:lnTo>
                  <a:lnTo>
                    <a:pt x="56970" y="643296"/>
                  </a:lnTo>
                  <a:lnTo>
                    <a:pt x="57785" y="595236"/>
                  </a:lnTo>
                  <a:lnTo>
                    <a:pt x="58600" y="557185"/>
                  </a:lnTo>
                  <a:lnTo>
                    <a:pt x="59415" y="499952"/>
                  </a:lnTo>
                  <a:lnTo>
                    <a:pt x="60230" y="443988"/>
                  </a:lnTo>
                  <a:lnTo>
                    <a:pt x="61044" y="358567"/>
                  </a:lnTo>
                  <a:lnTo>
                    <a:pt x="61859" y="309062"/>
                  </a:lnTo>
                  <a:lnTo>
                    <a:pt x="62674" y="326887"/>
                  </a:lnTo>
                  <a:lnTo>
                    <a:pt x="63489" y="364938"/>
                  </a:lnTo>
                  <a:lnTo>
                    <a:pt x="64303" y="399526"/>
                  </a:lnTo>
                  <a:lnTo>
                    <a:pt x="65118" y="404458"/>
                  </a:lnTo>
                  <a:lnTo>
                    <a:pt x="65933" y="431251"/>
                  </a:lnTo>
                  <a:lnTo>
                    <a:pt x="66748" y="471440"/>
                  </a:lnTo>
                  <a:lnTo>
                    <a:pt x="67563" y="469125"/>
                  </a:lnTo>
                  <a:lnTo>
                    <a:pt x="68377" y="420033"/>
                  </a:lnTo>
                  <a:lnTo>
                    <a:pt x="69192" y="377254"/>
                  </a:lnTo>
                  <a:lnTo>
                    <a:pt x="70007" y="404831"/>
                  </a:lnTo>
                  <a:lnTo>
                    <a:pt x="70822" y="448005"/>
                  </a:lnTo>
                  <a:lnTo>
                    <a:pt x="71637" y="422982"/>
                  </a:lnTo>
                  <a:lnTo>
                    <a:pt x="72451" y="393901"/>
                  </a:lnTo>
                  <a:lnTo>
                    <a:pt x="73266" y="430660"/>
                  </a:lnTo>
                  <a:lnTo>
                    <a:pt x="74081" y="496088"/>
                  </a:lnTo>
                  <a:lnTo>
                    <a:pt x="74896" y="515789"/>
                  </a:lnTo>
                  <a:lnTo>
                    <a:pt x="75710" y="498153"/>
                  </a:lnTo>
                  <a:lnTo>
                    <a:pt x="76525" y="525262"/>
                  </a:lnTo>
                  <a:lnTo>
                    <a:pt x="77340" y="506713"/>
                  </a:lnTo>
                  <a:lnTo>
                    <a:pt x="78155" y="454113"/>
                  </a:lnTo>
                  <a:lnTo>
                    <a:pt x="78970" y="390817"/>
                  </a:lnTo>
                  <a:lnTo>
                    <a:pt x="79784" y="308930"/>
                  </a:lnTo>
                  <a:lnTo>
                    <a:pt x="80599" y="275401"/>
                  </a:lnTo>
                  <a:lnTo>
                    <a:pt x="81414" y="312717"/>
                  </a:lnTo>
                  <a:lnTo>
                    <a:pt x="82229" y="315257"/>
                  </a:lnTo>
                  <a:lnTo>
                    <a:pt x="83043" y="288366"/>
                  </a:lnTo>
                  <a:lnTo>
                    <a:pt x="83858" y="340941"/>
                  </a:lnTo>
                  <a:lnTo>
                    <a:pt x="84673" y="399024"/>
                  </a:lnTo>
                  <a:lnTo>
                    <a:pt x="85488" y="409282"/>
                  </a:lnTo>
                  <a:lnTo>
                    <a:pt x="86303" y="419859"/>
                  </a:lnTo>
                  <a:lnTo>
                    <a:pt x="87117" y="484905"/>
                  </a:lnTo>
                  <a:lnTo>
                    <a:pt x="87932" y="455588"/>
                  </a:lnTo>
                  <a:lnTo>
                    <a:pt x="88747" y="336632"/>
                  </a:lnTo>
                  <a:lnTo>
                    <a:pt x="89562" y="319728"/>
                  </a:lnTo>
                  <a:lnTo>
                    <a:pt x="90376" y="376090"/>
                  </a:lnTo>
                  <a:lnTo>
                    <a:pt x="91191" y="376779"/>
                  </a:lnTo>
                  <a:lnTo>
                    <a:pt x="92006" y="380862"/>
                  </a:lnTo>
                  <a:lnTo>
                    <a:pt x="92821" y="460498"/>
                  </a:lnTo>
                  <a:lnTo>
                    <a:pt x="93636" y="507033"/>
                  </a:lnTo>
                  <a:lnTo>
                    <a:pt x="94450" y="416633"/>
                  </a:lnTo>
                  <a:lnTo>
                    <a:pt x="95265" y="234656"/>
                  </a:lnTo>
                  <a:lnTo>
                    <a:pt x="96080" y="97360"/>
                  </a:lnTo>
                  <a:lnTo>
                    <a:pt x="96895" y="47385"/>
                  </a:lnTo>
                  <a:lnTo>
                    <a:pt x="97709" y="7850"/>
                  </a:lnTo>
                  <a:lnTo>
                    <a:pt x="98524" y="19470"/>
                  </a:lnTo>
                  <a:lnTo>
                    <a:pt x="99339" y="99665"/>
                  </a:lnTo>
                  <a:lnTo>
                    <a:pt x="100154" y="230695"/>
                  </a:lnTo>
                  <a:lnTo>
                    <a:pt x="100969" y="335340"/>
                  </a:lnTo>
                  <a:lnTo>
                    <a:pt x="101783" y="340560"/>
                  </a:lnTo>
                  <a:lnTo>
                    <a:pt x="102598" y="387253"/>
                  </a:lnTo>
                  <a:lnTo>
                    <a:pt x="103413" y="443804"/>
                  </a:lnTo>
                  <a:lnTo>
                    <a:pt x="104228" y="481179"/>
                  </a:lnTo>
                  <a:lnTo>
                    <a:pt x="105042" y="511298"/>
                  </a:lnTo>
                  <a:lnTo>
                    <a:pt x="105857" y="529316"/>
                  </a:lnTo>
                  <a:lnTo>
                    <a:pt x="106672" y="606506"/>
                  </a:lnTo>
                  <a:lnTo>
                    <a:pt x="107487" y="661147"/>
                  </a:lnTo>
                  <a:lnTo>
                    <a:pt x="108302" y="644659"/>
                  </a:lnTo>
                  <a:lnTo>
                    <a:pt x="109116" y="612189"/>
                  </a:lnTo>
                  <a:lnTo>
                    <a:pt x="109931" y="620227"/>
                  </a:lnTo>
                  <a:lnTo>
                    <a:pt x="110746" y="634860"/>
                  </a:lnTo>
                  <a:lnTo>
                    <a:pt x="111561" y="607401"/>
                  </a:lnTo>
                  <a:lnTo>
                    <a:pt x="112376" y="546939"/>
                  </a:lnTo>
                  <a:lnTo>
                    <a:pt x="113190" y="522048"/>
                  </a:lnTo>
                  <a:lnTo>
                    <a:pt x="114005" y="554902"/>
                  </a:lnTo>
                  <a:lnTo>
                    <a:pt x="114820" y="571135"/>
                  </a:lnTo>
                  <a:lnTo>
                    <a:pt x="115635" y="571136"/>
                  </a:lnTo>
                  <a:lnTo>
                    <a:pt x="116449" y="596633"/>
                  </a:lnTo>
                  <a:lnTo>
                    <a:pt x="117264" y="608084"/>
                  </a:lnTo>
                  <a:lnTo>
                    <a:pt x="118079" y="550808"/>
                  </a:lnTo>
                  <a:lnTo>
                    <a:pt x="118894" y="474819"/>
                  </a:lnTo>
                  <a:lnTo>
                    <a:pt x="119709" y="372961"/>
                  </a:lnTo>
                  <a:lnTo>
                    <a:pt x="120523" y="317446"/>
                  </a:lnTo>
                  <a:lnTo>
                    <a:pt x="121338" y="232676"/>
                  </a:lnTo>
                  <a:lnTo>
                    <a:pt x="122153" y="181874"/>
                  </a:lnTo>
                  <a:lnTo>
                    <a:pt x="122968" y="235749"/>
                  </a:lnTo>
                  <a:lnTo>
                    <a:pt x="123782" y="322214"/>
                  </a:lnTo>
                  <a:lnTo>
                    <a:pt x="124597" y="420632"/>
                  </a:lnTo>
                  <a:lnTo>
                    <a:pt x="125412" y="476148"/>
                  </a:lnTo>
                  <a:lnTo>
                    <a:pt x="126227" y="537264"/>
                  </a:lnTo>
                  <a:lnTo>
                    <a:pt x="127042" y="611224"/>
                  </a:lnTo>
                  <a:lnTo>
                    <a:pt x="127856" y="649481"/>
                  </a:lnTo>
                  <a:lnTo>
                    <a:pt x="128671" y="603114"/>
                  </a:lnTo>
                  <a:lnTo>
                    <a:pt x="129486" y="538185"/>
                  </a:lnTo>
                  <a:lnTo>
                    <a:pt x="130301" y="533457"/>
                  </a:lnTo>
                  <a:lnTo>
                    <a:pt x="131115" y="518086"/>
                  </a:lnTo>
                  <a:lnTo>
                    <a:pt x="131930" y="516346"/>
                  </a:lnTo>
                  <a:lnTo>
                    <a:pt x="132745" y="477465"/>
                  </a:lnTo>
                  <a:lnTo>
                    <a:pt x="133560" y="446061"/>
                  </a:lnTo>
                  <a:lnTo>
                    <a:pt x="134375" y="431893"/>
                  </a:lnTo>
                  <a:lnTo>
                    <a:pt x="135189" y="483286"/>
                  </a:lnTo>
                  <a:lnTo>
                    <a:pt x="136004" y="567552"/>
                  </a:lnTo>
                  <a:lnTo>
                    <a:pt x="136819" y="520600"/>
                  </a:lnTo>
                  <a:lnTo>
                    <a:pt x="137634" y="551259"/>
                  </a:lnTo>
                  <a:lnTo>
                    <a:pt x="138448" y="671750"/>
                  </a:lnTo>
                  <a:lnTo>
                    <a:pt x="138786" y="74168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4509045" y="2529716"/>
              <a:ext cx="66183" cy="732760"/>
            </a:xfrm>
            <a:custGeom>
              <a:avLst/>
              <a:pathLst>
                <a:path w="66183" h="732760">
                  <a:moveTo>
                    <a:pt x="0" y="732760"/>
                  </a:moveTo>
                  <a:lnTo>
                    <a:pt x="12" y="730326"/>
                  </a:lnTo>
                  <a:lnTo>
                    <a:pt x="826" y="491513"/>
                  </a:lnTo>
                  <a:lnTo>
                    <a:pt x="1641" y="402060"/>
                  </a:lnTo>
                  <a:lnTo>
                    <a:pt x="2456" y="442602"/>
                  </a:lnTo>
                  <a:lnTo>
                    <a:pt x="3271" y="395498"/>
                  </a:lnTo>
                  <a:lnTo>
                    <a:pt x="4086" y="404977"/>
                  </a:lnTo>
                  <a:lnTo>
                    <a:pt x="4900" y="474092"/>
                  </a:lnTo>
                  <a:lnTo>
                    <a:pt x="5715" y="537345"/>
                  </a:lnTo>
                  <a:lnTo>
                    <a:pt x="6530" y="508154"/>
                  </a:lnTo>
                  <a:lnTo>
                    <a:pt x="7345" y="472575"/>
                  </a:lnTo>
                  <a:lnTo>
                    <a:pt x="8159" y="478795"/>
                  </a:lnTo>
                  <a:lnTo>
                    <a:pt x="8974" y="466169"/>
                  </a:lnTo>
                  <a:lnTo>
                    <a:pt x="9789" y="461053"/>
                  </a:lnTo>
                  <a:lnTo>
                    <a:pt x="10604" y="409520"/>
                  </a:lnTo>
                  <a:lnTo>
                    <a:pt x="11419" y="449873"/>
                  </a:lnTo>
                  <a:lnTo>
                    <a:pt x="12233" y="495158"/>
                  </a:lnTo>
                  <a:lnTo>
                    <a:pt x="13048" y="531423"/>
                  </a:lnTo>
                  <a:lnTo>
                    <a:pt x="13863" y="582008"/>
                  </a:lnTo>
                  <a:lnTo>
                    <a:pt x="14678" y="591714"/>
                  </a:lnTo>
                  <a:lnTo>
                    <a:pt x="15492" y="651560"/>
                  </a:lnTo>
                  <a:lnTo>
                    <a:pt x="16307" y="674030"/>
                  </a:lnTo>
                  <a:lnTo>
                    <a:pt x="17122" y="655524"/>
                  </a:lnTo>
                  <a:lnTo>
                    <a:pt x="17937" y="626694"/>
                  </a:lnTo>
                  <a:lnTo>
                    <a:pt x="18752" y="549777"/>
                  </a:lnTo>
                  <a:lnTo>
                    <a:pt x="19566" y="413398"/>
                  </a:lnTo>
                  <a:lnTo>
                    <a:pt x="20381" y="373793"/>
                  </a:lnTo>
                  <a:lnTo>
                    <a:pt x="21196" y="354224"/>
                  </a:lnTo>
                  <a:lnTo>
                    <a:pt x="22011" y="323054"/>
                  </a:lnTo>
                  <a:lnTo>
                    <a:pt x="22825" y="283699"/>
                  </a:lnTo>
                  <a:lnTo>
                    <a:pt x="23640" y="329271"/>
                  </a:lnTo>
                  <a:lnTo>
                    <a:pt x="24455" y="465649"/>
                  </a:lnTo>
                  <a:lnTo>
                    <a:pt x="25270" y="464537"/>
                  </a:lnTo>
                  <a:lnTo>
                    <a:pt x="26085" y="449686"/>
                  </a:lnTo>
                  <a:lnTo>
                    <a:pt x="26899" y="534569"/>
                  </a:lnTo>
                  <a:lnTo>
                    <a:pt x="27714" y="609231"/>
                  </a:lnTo>
                  <a:lnTo>
                    <a:pt x="28529" y="640575"/>
                  </a:lnTo>
                  <a:lnTo>
                    <a:pt x="29344" y="640576"/>
                  </a:lnTo>
                  <a:lnTo>
                    <a:pt x="30158" y="652326"/>
                  </a:lnTo>
                  <a:lnTo>
                    <a:pt x="30973" y="641866"/>
                  </a:lnTo>
                  <a:lnTo>
                    <a:pt x="31788" y="585248"/>
                  </a:lnTo>
                  <a:lnTo>
                    <a:pt x="32603" y="578771"/>
                  </a:lnTo>
                  <a:lnTo>
                    <a:pt x="33418" y="578772"/>
                  </a:lnTo>
                  <a:lnTo>
                    <a:pt x="34232" y="556291"/>
                  </a:lnTo>
                  <a:lnTo>
                    <a:pt x="35047" y="524880"/>
                  </a:lnTo>
                  <a:lnTo>
                    <a:pt x="35862" y="560856"/>
                  </a:lnTo>
                  <a:lnTo>
                    <a:pt x="36677" y="582268"/>
                  </a:lnTo>
                  <a:lnTo>
                    <a:pt x="37492" y="560074"/>
                  </a:lnTo>
                  <a:lnTo>
                    <a:pt x="38306" y="479921"/>
                  </a:lnTo>
                  <a:lnTo>
                    <a:pt x="39121" y="406509"/>
                  </a:lnTo>
                  <a:lnTo>
                    <a:pt x="39936" y="409892"/>
                  </a:lnTo>
                  <a:lnTo>
                    <a:pt x="40751" y="409057"/>
                  </a:lnTo>
                  <a:lnTo>
                    <a:pt x="41565" y="354681"/>
                  </a:lnTo>
                  <a:lnTo>
                    <a:pt x="42380" y="338900"/>
                  </a:lnTo>
                  <a:lnTo>
                    <a:pt x="43195" y="397178"/>
                  </a:lnTo>
                  <a:lnTo>
                    <a:pt x="44010" y="467281"/>
                  </a:lnTo>
                  <a:lnTo>
                    <a:pt x="44825" y="481596"/>
                  </a:lnTo>
                  <a:lnTo>
                    <a:pt x="45639" y="401704"/>
                  </a:lnTo>
                  <a:lnTo>
                    <a:pt x="46454" y="414842"/>
                  </a:lnTo>
                  <a:lnTo>
                    <a:pt x="47269" y="483642"/>
                  </a:lnTo>
                  <a:lnTo>
                    <a:pt x="48084" y="535760"/>
                  </a:lnTo>
                  <a:lnTo>
                    <a:pt x="48898" y="561550"/>
                  </a:lnTo>
                  <a:lnTo>
                    <a:pt x="49713" y="604229"/>
                  </a:lnTo>
                  <a:lnTo>
                    <a:pt x="50528" y="693862"/>
                  </a:lnTo>
                  <a:lnTo>
                    <a:pt x="51343" y="706362"/>
                  </a:lnTo>
                  <a:lnTo>
                    <a:pt x="52158" y="548222"/>
                  </a:lnTo>
                  <a:lnTo>
                    <a:pt x="52972" y="442953"/>
                  </a:lnTo>
                  <a:lnTo>
                    <a:pt x="53787" y="435111"/>
                  </a:lnTo>
                  <a:lnTo>
                    <a:pt x="54602" y="439784"/>
                  </a:lnTo>
                  <a:lnTo>
                    <a:pt x="55417" y="450344"/>
                  </a:lnTo>
                  <a:lnTo>
                    <a:pt x="56231" y="415527"/>
                  </a:lnTo>
                  <a:lnTo>
                    <a:pt x="57046" y="436120"/>
                  </a:lnTo>
                  <a:lnTo>
                    <a:pt x="57861" y="405381"/>
                  </a:lnTo>
                  <a:lnTo>
                    <a:pt x="58676" y="342237"/>
                  </a:lnTo>
                  <a:lnTo>
                    <a:pt x="59491" y="221339"/>
                  </a:lnTo>
                  <a:lnTo>
                    <a:pt x="60305" y="50413"/>
                  </a:lnTo>
                  <a:lnTo>
                    <a:pt x="61120" y="0"/>
                  </a:lnTo>
                  <a:lnTo>
                    <a:pt x="61935" y="60619"/>
                  </a:lnTo>
                  <a:lnTo>
                    <a:pt x="62750" y="165357"/>
                  </a:lnTo>
                  <a:lnTo>
                    <a:pt x="63564" y="236344"/>
                  </a:lnTo>
                  <a:lnTo>
                    <a:pt x="64379" y="352570"/>
                  </a:lnTo>
                  <a:lnTo>
                    <a:pt x="65194" y="543132"/>
                  </a:lnTo>
                  <a:lnTo>
                    <a:pt x="66009" y="717525"/>
                  </a:lnTo>
                  <a:lnTo>
                    <a:pt x="66183" y="73276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4577494" y="2774246"/>
              <a:ext cx="8632" cy="488230"/>
            </a:xfrm>
            <a:custGeom>
              <a:avLst/>
              <a:pathLst>
                <a:path w="8632" h="488230">
                  <a:moveTo>
                    <a:pt x="0" y="488230"/>
                  </a:moveTo>
                  <a:lnTo>
                    <a:pt x="4" y="487904"/>
                  </a:lnTo>
                  <a:lnTo>
                    <a:pt x="819" y="417435"/>
                  </a:lnTo>
                  <a:lnTo>
                    <a:pt x="1633" y="340650"/>
                  </a:lnTo>
                  <a:lnTo>
                    <a:pt x="2448" y="258970"/>
                  </a:lnTo>
                  <a:lnTo>
                    <a:pt x="3263" y="148585"/>
                  </a:lnTo>
                  <a:lnTo>
                    <a:pt x="4078" y="3622"/>
                  </a:lnTo>
                  <a:lnTo>
                    <a:pt x="4892" y="0"/>
                  </a:lnTo>
                  <a:lnTo>
                    <a:pt x="5707" y="103759"/>
                  </a:lnTo>
                  <a:lnTo>
                    <a:pt x="6522" y="198588"/>
                  </a:lnTo>
                  <a:lnTo>
                    <a:pt x="7337" y="243381"/>
                  </a:lnTo>
                  <a:lnTo>
                    <a:pt x="8152" y="348866"/>
                  </a:lnTo>
                  <a:lnTo>
                    <a:pt x="8632" y="48823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4591403" y="3210831"/>
              <a:ext cx="1321" cy="51645"/>
            </a:xfrm>
            <a:custGeom>
              <a:avLst/>
              <a:pathLst>
                <a:path w="1321" h="51645">
                  <a:moveTo>
                    <a:pt x="0" y="51645"/>
                  </a:moveTo>
                  <a:lnTo>
                    <a:pt x="761" y="0"/>
                  </a:lnTo>
                  <a:lnTo>
                    <a:pt x="1321" y="5164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4595896" y="2523137"/>
              <a:ext cx="23150" cy="739339"/>
            </a:xfrm>
            <a:custGeom>
              <a:avLst/>
              <a:pathLst>
                <a:path w="23150" h="739339">
                  <a:moveTo>
                    <a:pt x="0" y="739339"/>
                  </a:moveTo>
                  <a:lnTo>
                    <a:pt x="342" y="717853"/>
                  </a:lnTo>
                  <a:lnTo>
                    <a:pt x="1157" y="708180"/>
                  </a:lnTo>
                  <a:lnTo>
                    <a:pt x="1972" y="692504"/>
                  </a:lnTo>
                  <a:lnTo>
                    <a:pt x="2787" y="598478"/>
                  </a:lnTo>
                  <a:lnTo>
                    <a:pt x="3602" y="506962"/>
                  </a:lnTo>
                  <a:lnTo>
                    <a:pt x="4416" y="433479"/>
                  </a:lnTo>
                  <a:lnTo>
                    <a:pt x="5231" y="289692"/>
                  </a:lnTo>
                  <a:lnTo>
                    <a:pt x="6046" y="151692"/>
                  </a:lnTo>
                  <a:lnTo>
                    <a:pt x="6861" y="0"/>
                  </a:lnTo>
                  <a:lnTo>
                    <a:pt x="7675" y="35722"/>
                  </a:lnTo>
                  <a:lnTo>
                    <a:pt x="8490" y="132991"/>
                  </a:lnTo>
                  <a:lnTo>
                    <a:pt x="9305" y="181329"/>
                  </a:lnTo>
                  <a:lnTo>
                    <a:pt x="10120" y="269173"/>
                  </a:lnTo>
                  <a:lnTo>
                    <a:pt x="10935" y="326375"/>
                  </a:lnTo>
                  <a:lnTo>
                    <a:pt x="11749" y="461676"/>
                  </a:lnTo>
                  <a:lnTo>
                    <a:pt x="12564" y="520394"/>
                  </a:lnTo>
                  <a:lnTo>
                    <a:pt x="13379" y="508216"/>
                  </a:lnTo>
                  <a:lnTo>
                    <a:pt x="14194" y="448378"/>
                  </a:lnTo>
                  <a:lnTo>
                    <a:pt x="15008" y="422475"/>
                  </a:lnTo>
                  <a:lnTo>
                    <a:pt x="15823" y="433652"/>
                  </a:lnTo>
                  <a:lnTo>
                    <a:pt x="16638" y="375732"/>
                  </a:lnTo>
                  <a:lnTo>
                    <a:pt x="17453" y="325360"/>
                  </a:lnTo>
                  <a:lnTo>
                    <a:pt x="18268" y="323739"/>
                  </a:lnTo>
                  <a:lnTo>
                    <a:pt x="19082" y="416305"/>
                  </a:lnTo>
                  <a:lnTo>
                    <a:pt x="19897" y="498153"/>
                  </a:lnTo>
                  <a:lnTo>
                    <a:pt x="20712" y="575543"/>
                  </a:lnTo>
                  <a:lnTo>
                    <a:pt x="21527" y="672286"/>
                  </a:lnTo>
                  <a:lnTo>
                    <a:pt x="22342" y="725655"/>
                  </a:lnTo>
                  <a:lnTo>
                    <a:pt x="23150" y="73933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4620683" y="1719112"/>
              <a:ext cx="230208" cy="1543364"/>
            </a:xfrm>
            <a:custGeom>
              <a:avLst/>
              <a:pathLst>
                <a:path w="230208" h="1543364">
                  <a:moveTo>
                    <a:pt x="0" y="1543364"/>
                  </a:moveTo>
                  <a:lnTo>
                    <a:pt x="813" y="1479797"/>
                  </a:lnTo>
                  <a:lnTo>
                    <a:pt x="1628" y="1347786"/>
                  </a:lnTo>
                  <a:lnTo>
                    <a:pt x="2442" y="1279159"/>
                  </a:lnTo>
                  <a:lnTo>
                    <a:pt x="3257" y="1255265"/>
                  </a:lnTo>
                  <a:lnTo>
                    <a:pt x="4072" y="1182926"/>
                  </a:lnTo>
                  <a:lnTo>
                    <a:pt x="4887" y="1086669"/>
                  </a:lnTo>
                  <a:lnTo>
                    <a:pt x="5701" y="1088773"/>
                  </a:lnTo>
                  <a:lnTo>
                    <a:pt x="6516" y="1195129"/>
                  </a:lnTo>
                  <a:lnTo>
                    <a:pt x="7331" y="1231902"/>
                  </a:lnTo>
                  <a:lnTo>
                    <a:pt x="8146" y="1172407"/>
                  </a:lnTo>
                  <a:lnTo>
                    <a:pt x="8961" y="1109472"/>
                  </a:lnTo>
                  <a:lnTo>
                    <a:pt x="9775" y="1119314"/>
                  </a:lnTo>
                  <a:lnTo>
                    <a:pt x="10590" y="1117904"/>
                  </a:lnTo>
                  <a:lnTo>
                    <a:pt x="11405" y="1131832"/>
                  </a:lnTo>
                  <a:lnTo>
                    <a:pt x="12220" y="1215751"/>
                  </a:lnTo>
                  <a:lnTo>
                    <a:pt x="13034" y="1286802"/>
                  </a:lnTo>
                  <a:lnTo>
                    <a:pt x="13849" y="1326674"/>
                  </a:lnTo>
                  <a:lnTo>
                    <a:pt x="14664" y="1322003"/>
                  </a:lnTo>
                  <a:lnTo>
                    <a:pt x="15479" y="1313343"/>
                  </a:lnTo>
                  <a:lnTo>
                    <a:pt x="16294" y="1246006"/>
                  </a:lnTo>
                  <a:lnTo>
                    <a:pt x="17108" y="1144165"/>
                  </a:lnTo>
                  <a:lnTo>
                    <a:pt x="17923" y="1152750"/>
                  </a:lnTo>
                  <a:lnTo>
                    <a:pt x="18738" y="1248155"/>
                  </a:lnTo>
                  <a:lnTo>
                    <a:pt x="19553" y="1314061"/>
                  </a:lnTo>
                  <a:lnTo>
                    <a:pt x="20367" y="1260903"/>
                  </a:lnTo>
                  <a:lnTo>
                    <a:pt x="21182" y="1184599"/>
                  </a:lnTo>
                  <a:lnTo>
                    <a:pt x="21997" y="1186205"/>
                  </a:lnTo>
                  <a:lnTo>
                    <a:pt x="22812" y="1157604"/>
                  </a:lnTo>
                  <a:lnTo>
                    <a:pt x="23627" y="1155292"/>
                  </a:lnTo>
                  <a:lnTo>
                    <a:pt x="24441" y="1150536"/>
                  </a:lnTo>
                  <a:lnTo>
                    <a:pt x="25256" y="1233313"/>
                  </a:lnTo>
                  <a:lnTo>
                    <a:pt x="26071" y="1271958"/>
                  </a:lnTo>
                  <a:lnTo>
                    <a:pt x="26886" y="1236773"/>
                  </a:lnTo>
                  <a:lnTo>
                    <a:pt x="27701" y="1264211"/>
                  </a:lnTo>
                  <a:lnTo>
                    <a:pt x="28515" y="1266528"/>
                  </a:lnTo>
                  <a:lnTo>
                    <a:pt x="29330" y="1256187"/>
                  </a:lnTo>
                  <a:lnTo>
                    <a:pt x="30145" y="1249468"/>
                  </a:lnTo>
                  <a:lnTo>
                    <a:pt x="30960" y="1326070"/>
                  </a:lnTo>
                  <a:lnTo>
                    <a:pt x="31774" y="1340633"/>
                  </a:lnTo>
                  <a:lnTo>
                    <a:pt x="32589" y="1290364"/>
                  </a:lnTo>
                  <a:lnTo>
                    <a:pt x="33404" y="1309633"/>
                  </a:lnTo>
                  <a:lnTo>
                    <a:pt x="34219" y="1279934"/>
                  </a:lnTo>
                  <a:lnTo>
                    <a:pt x="35034" y="1115469"/>
                  </a:lnTo>
                  <a:lnTo>
                    <a:pt x="35848" y="924729"/>
                  </a:lnTo>
                  <a:lnTo>
                    <a:pt x="36663" y="869218"/>
                  </a:lnTo>
                  <a:lnTo>
                    <a:pt x="37478" y="809090"/>
                  </a:lnTo>
                  <a:lnTo>
                    <a:pt x="38293" y="693234"/>
                  </a:lnTo>
                  <a:lnTo>
                    <a:pt x="39107" y="635029"/>
                  </a:lnTo>
                  <a:lnTo>
                    <a:pt x="39922" y="731700"/>
                  </a:lnTo>
                  <a:lnTo>
                    <a:pt x="40737" y="824835"/>
                  </a:lnTo>
                  <a:lnTo>
                    <a:pt x="41552" y="688410"/>
                  </a:lnTo>
                  <a:lnTo>
                    <a:pt x="42367" y="547374"/>
                  </a:lnTo>
                  <a:lnTo>
                    <a:pt x="43181" y="393001"/>
                  </a:lnTo>
                  <a:lnTo>
                    <a:pt x="43996" y="291407"/>
                  </a:lnTo>
                  <a:lnTo>
                    <a:pt x="44811" y="224389"/>
                  </a:lnTo>
                  <a:lnTo>
                    <a:pt x="45626" y="124043"/>
                  </a:lnTo>
                  <a:lnTo>
                    <a:pt x="46440" y="210255"/>
                  </a:lnTo>
                  <a:lnTo>
                    <a:pt x="47255" y="332588"/>
                  </a:lnTo>
                  <a:lnTo>
                    <a:pt x="48070" y="496079"/>
                  </a:lnTo>
                  <a:lnTo>
                    <a:pt x="48885" y="628660"/>
                  </a:lnTo>
                  <a:lnTo>
                    <a:pt x="49700" y="629355"/>
                  </a:lnTo>
                  <a:lnTo>
                    <a:pt x="50514" y="717618"/>
                  </a:lnTo>
                  <a:lnTo>
                    <a:pt x="51329" y="835248"/>
                  </a:lnTo>
                  <a:lnTo>
                    <a:pt x="52144" y="917131"/>
                  </a:lnTo>
                  <a:lnTo>
                    <a:pt x="52959" y="920618"/>
                  </a:lnTo>
                  <a:lnTo>
                    <a:pt x="53773" y="976274"/>
                  </a:lnTo>
                  <a:lnTo>
                    <a:pt x="54588" y="1084353"/>
                  </a:lnTo>
                  <a:lnTo>
                    <a:pt x="55403" y="1132308"/>
                  </a:lnTo>
                  <a:lnTo>
                    <a:pt x="56218" y="1112669"/>
                  </a:lnTo>
                  <a:lnTo>
                    <a:pt x="57033" y="1083230"/>
                  </a:lnTo>
                  <a:lnTo>
                    <a:pt x="57847" y="1102206"/>
                  </a:lnTo>
                  <a:lnTo>
                    <a:pt x="58662" y="1136862"/>
                  </a:lnTo>
                  <a:lnTo>
                    <a:pt x="59477" y="1166819"/>
                  </a:lnTo>
                  <a:lnTo>
                    <a:pt x="60292" y="1211306"/>
                  </a:lnTo>
                  <a:lnTo>
                    <a:pt x="61106" y="1197827"/>
                  </a:lnTo>
                  <a:lnTo>
                    <a:pt x="61921" y="1237125"/>
                  </a:lnTo>
                  <a:lnTo>
                    <a:pt x="62736" y="1258852"/>
                  </a:lnTo>
                  <a:lnTo>
                    <a:pt x="63551" y="1250630"/>
                  </a:lnTo>
                  <a:lnTo>
                    <a:pt x="64366" y="1278986"/>
                  </a:lnTo>
                  <a:lnTo>
                    <a:pt x="65180" y="1305654"/>
                  </a:lnTo>
                  <a:lnTo>
                    <a:pt x="65995" y="1301060"/>
                  </a:lnTo>
                  <a:lnTo>
                    <a:pt x="66810" y="1241829"/>
                  </a:lnTo>
                  <a:lnTo>
                    <a:pt x="67625" y="1215075"/>
                  </a:lnTo>
                  <a:lnTo>
                    <a:pt x="68440" y="1142055"/>
                  </a:lnTo>
                  <a:lnTo>
                    <a:pt x="69254" y="1130846"/>
                  </a:lnTo>
                  <a:lnTo>
                    <a:pt x="70069" y="1119936"/>
                  </a:lnTo>
                  <a:lnTo>
                    <a:pt x="70884" y="1154847"/>
                  </a:lnTo>
                  <a:lnTo>
                    <a:pt x="71699" y="1182532"/>
                  </a:lnTo>
                  <a:lnTo>
                    <a:pt x="72513" y="1145303"/>
                  </a:lnTo>
                  <a:lnTo>
                    <a:pt x="73328" y="1086362"/>
                  </a:lnTo>
                  <a:lnTo>
                    <a:pt x="74143" y="1027509"/>
                  </a:lnTo>
                  <a:lnTo>
                    <a:pt x="74958" y="1022665"/>
                  </a:lnTo>
                  <a:lnTo>
                    <a:pt x="75773" y="967427"/>
                  </a:lnTo>
                  <a:lnTo>
                    <a:pt x="76587" y="925404"/>
                  </a:lnTo>
                  <a:lnTo>
                    <a:pt x="77402" y="981062"/>
                  </a:lnTo>
                  <a:lnTo>
                    <a:pt x="78217" y="1062285"/>
                  </a:lnTo>
                  <a:lnTo>
                    <a:pt x="79032" y="1105678"/>
                  </a:lnTo>
                  <a:lnTo>
                    <a:pt x="79846" y="1085968"/>
                  </a:lnTo>
                  <a:lnTo>
                    <a:pt x="80661" y="1154470"/>
                  </a:lnTo>
                  <a:lnTo>
                    <a:pt x="81476" y="1212572"/>
                  </a:lnTo>
                  <a:lnTo>
                    <a:pt x="82291" y="1134342"/>
                  </a:lnTo>
                  <a:lnTo>
                    <a:pt x="83106" y="1179495"/>
                  </a:lnTo>
                  <a:lnTo>
                    <a:pt x="83920" y="1198408"/>
                  </a:lnTo>
                  <a:lnTo>
                    <a:pt x="84735" y="1113085"/>
                  </a:lnTo>
                  <a:lnTo>
                    <a:pt x="85550" y="933525"/>
                  </a:lnTo>
                  <a:lnTo>
                    <a:pt x="86365" y="822034"/>
                  </a:lnTo>
                  <a:lnTo>
                    <a:pt x="87179" y="885920"/>
                  </a:lnTo>
                  <a:lnTo>
                    <a:pt x="87994" y="879188"/>
                  </a:lnTo>
                  <a:lnTo>
                    <a:pt x="88809" y="886945"/>
                  </a:lnTo>
                  <a:lnTo>
                    <a:pt x="89624" y="966301"/>
                  </a:lnTo>
                  <a:lnTo>
                    <a:pt x="90439" y="1082316"/>
                  </a:lnTo>
                  <a:lnTo>
                    <a:pt x="91253" y="1141104"/>
                  </a:lnTo>
                  <a:lnTo>
                    <a:pt x="92068" y="1135232"/>
                  </a:lnTo>
                  <a:lnTo>
                    <a:pt x="92883" y="1159159"/>
                  </a:lnTo>
                  <a:lnTo>
                    <a:pt x="93698" y="1123417"/>
                  </a:lnTo>
                  <a:lnTo>
                    <a:pt x="94512" y="1008001"/>
                  </a:lnTo>
                  <a:lnTo>
                    <a:pt x="95327" y="946912"/>
                  </a:lnTo>
                  <a:lnTo>
                    <a:pt x="96142" y="875565"/>
                  </a:lnTo>
                  <a:lnTo>
                    <a:pt x="96957" y="786678"/>
                  </a:lnTo>
                  <a:lnTo>
                    <a:pt x="97772" y="679740"/>
                  </a:lnTo>
                  <a:lnTo>
                    <a:pt x="98586" y="606189"/>
                  </a:lnTo>
                  <a:lnTo>
                    <a:pt x="99401" y="646095"/>
                  </a:lnTo>
                  <a:lnTo>
                    <a:pt x="100216" y="704921"/>
                  </a:lnTo>
                  <a:lnTo>
                    <a:pt x="101031" y="807046"/>
                  </a:lnTo>
                  <a:lnTo>
                    <a:pt x="101846" y="942238"/>
                  </a:lnTo>
                  <a:lnTo>
                    <a:pt x="102660" y="1029201"/>
                  </a:lnTo>
                  <a:lnTo>
                    <a:pt x="103475" y="987434"/>
                  </a:lnTo>
                  <a:lnTo>
                    <a:pt x="104290" y="926074"/>
                  </a:lnTo>
                  <a:lnTo>
                    <a:pt x="105105" y="980512"/>
                  </a:lnTo>
                  <a:lnTo>
                    <a:pt x="105919" y="1014640"/>
                  </a:lnTo>
                  <a:lnTo>
                    <a:pt x="106734" y="922026"/>
                  </a:lnTo>
                  <a:lnTo>
                    <a:pt x="107549" y="831523"/>
                  </a:lnTo>
                  <a:lnTo>
                    <a:pt x="108364" y="907956"/>
                  </a:lnTo>
                  <a:lnTo>
                    <a:pt x="109179" y="1070836"/>
                  </a:lnTo>
                  <a:lnTo>
                    <a:pt x="109993" y="1093057"/>
                  </a:lnTo>
                  <a:lnTo>
                    <a:pt x="110808" y="1033159"/>
                  </a:lnTo>
                  <a:lnTo>
                    <a:pt x="111623" y="969652"/>
                  </a:lnTo>
                  <a:lnTo>
                    <a:pt x="112438" y="978020"/>
                  </a:lnTo>
                  <a:lnTo>
                    <a:pt x="113252" y="1008197"/>
                  </a:lnTo>
                  <a:lnTo>
                    <a:pt x="114067" y="936033"/>
                  </a:lnTo>
                  <a:lnTo>
                    <a:pt x="114882" y="772086"/>
                  </a:lnTo>
                  <a:lnTo>
                    <a:pt x="115697" y="676908"/>
                  </a:lnTo>
                  <a:lnTo>
                    <a:pt x="116512" y="713870"/>
                  </a:lnTo>
                  <a:lnTo>
                    <a:pt x="117326" y="701022"/>
                  </a:lnTo>
                  <a:lnTo>
                    <a:pt x="118141" y="583936"/>
                  </a:lnTo>
                  <a:lnTo>
                    <a:pt x="118956" y="498427"/>
                  </a:lnTo>
                  <a:lnTo>
                    <a:pt x="119771" y="536234"/>
                  </a:lnTo>
                  <a:lnTo>
                    <a:pt x="120585" y="593526"/>
                  </a:lnTo>
                  <a:lnTo>
                    <a:pt x="121400" y="609316"/>
                  </a:lnTo>
                  <a:lnTo>
                    <a:pt x="122215" y="645253"/>
                  </a:lnTo>
                  <a:lnTo>
                    <a:pt x="123030" y="664560"/>
                  </a:lnTo>
                  <a:lnTo>
                    <a:pt x="123845" y="660541"/>
                  </a:lnTo>
                  <a:lnTo>
                    <a:pt x="124659" y="634329"/>
                  </a:lnTo>
                  <a:lnTo>
                    <a:pt x="125474" y="640817"/>
                  </a:lnTo>
                  <a:lnTo>
                    <a:pt x="126289" y="681834"/>
                  </a:lnTo>
                  <a:lnTo>
                    <a:pt x="127104" y="693797"/>
                  </a:lnTo>
                  <a:lnTo>
                    <a:pt x="127918" y="743264"/>
                  </a:lnTo>
                  <a:lnTo>
                    <a:pt x="128733" y="763970"/>
                  </a:lnTo>
                  <a:lnTo>
                    <a:pt x="129548" y="872953"/>
                  </a:lnTo>
                  <a:lnTo>
                    <a:pt x="130363" y="976759"/>
                  </a:lnTo>
                  <a:lnTo>
                    <a:pt x="131178" y="988977"/>
                  </a:lnTo>
                  <a:lnTo>
                    <a:pt x="131992" y="922612"/>
                  </a:lnTo>
                  <a:lnTo>
                    <a:pt x="132807" y="793696"/>
                  </a:lnTo>
                  <a:lnTo>
                    <a:pt x="133622" y="669937"/>
                  </a:lnTo>
                  <a:lnTo>
                    <a:pt x="134437" y="395354"/>
                  </a:lnTo>
                  <a:lnTo>
                    <a:pt x="135251" y="121967"/>
                  </a:lnTo>
                  <a:lnTo>
                    <a:pt x="136066" y="0"/>
                  </a:lnTo>
                  <a:lnTo>
                    <a:pt x="136881" y="92579"/>
                  </a:lnTo>
                  <a:lnTo>
                    <a:pt x="137696" y="272769"/>
                  </a:lnTo>
                  <a:lnTo>
                    <a:pt x="138511" y="451065"/>
                  </a:lnTo>
                  <a:lnTo>
                    <a:pt x="139325" y="613835"/>
                  </a:lnTo>
                  <a:lnTo>
                    <a:pt x="140140" y="861140"/>
                  </a:lnTo>
                  <a:lnTo>
                    <a:pt x="140955" y="1029612"/>
                  </a:lnTo>
                  <a:lnTo>
                    <a:pt x="141770" y="993041"/>
                  </a:lnTo>
                  <a:lnTo>
                    <a:pt x="142585" y="955443"/>
                  </a:lnTo>
                  <a:lnTo>
                    <a:pt x="143399" y="968822"/>
                  </a:lnTo>
                  <a:lnTo>
                    <a:pt x="144214" y="1152801"/>
                  </a:lnTo>
                  <a:lnTo>
                    <a:pt x="145029" y="1207314"/>
                  </a:lnTo>
                  <a:lnTo>
                    <a:pt x="145844" y="1236455"/>
                  </a:lnTo>
                  <a:lnTo>
                    <a:pt x="146658" y="1337757"/>
                  </a:lnTo>
                  <a:lnTo>
                    <a:pt x="147473" y="1384708"/>
                  </a:lnTo>
                  <a:lnTo>
                    <a:pt x="148288" y="1412624"/>
                  </a:lnTo>
                  <a:lnTo>
                    <a:pt x="149103" y="1357012"/>
                  </a:lnTo>
                  <a:lnTo>
                    <a:pt x="149918" y="1310991"/>
                  </a:lnTo>
                  <a:lnTo>
                    <a:pt x="150732" y="1212470"/>
                  </a:lnTo>
                  <a:lnTo>
                    <a:pt x="151547" y="1155616"/>
                  </a:lnTo>
                  <a:lnTo>
                    <a:pt x="152362" y="1187153"/>
                  </a:lnTo>
                  <a:lnTo>
                    <a:pt x="153177" y="1234190"/>
                  </a:lnTo>
                  <a:lnTo>
                    <a:pt x="153991" y="1218173"/>
                  </a:lnTo>
                  <a:lnTo>
                    <a:pt x="154806" y="1200616"/>
                  </a:lnTo>
                  <a:lnTo>
                    <a:pt x="155621" y="1260501"/>
                  </a:lnTo>
                  <a:lnTo>
                    <a:pt x="156436" y="1173759"/>
                  </a:lnTo>
                  <a:lnTo>
                    <a:pt x="157251" y="1008405"/>
                  </a:lnTo>
                  <a:lnTo>
                    <a:pt x="158065" y="863036"/>
                  </a:lnTo>
                  <a:lnTo>
                    <a:pt x="158880" y="765116"/>
                  </a:lnTo>
                  <a:lnTo>
                    <a:pt x="159695" y="634931"/>
                  </a:lnTo>
                  <a:lnTo>
                    <a:pt x="160510" y="471550"/>
                  </a:lnTo>
                  <a:lnTo>
                    <a:pt x="161324" y="478090"/>
                  </a:lnTo>
                  <a:lnTo>
                    <a:pt x="162139" y="554672"/>
                  </a:lnTo>
                  <a:lnTo>
                    <a:pt x="162954" y="612560"/>
                  </a:lnTo>
                  <a:lnTo>
                    <a:pt x="163769" y="625364"/>
                  </a:lnTo>
                  <a:lnTo>
                    <a:pt x="164584" y="661919"/>
                  </a:lnTo>
                  <a:lnTo>
                    <a:pt x="165398" y="674174"/>
                  </a:lnTo>
                  <a:lnTo>
                    <a:pt x="166213" y="606762"/>
                  </a:lnTo>
                  <a:lnTo>
                    <a:pt x="167028" y="559998"/>
                  </a:lnTo>
                  <a:lnTo>
                    <a:pt x="167843" y="488306"/>
                  </a:lnTo>
                  <a:lnTo>
                    <a:pt x="168657" y="445293"/>
                  </a:lnTo>
                  <a:lnTo>
                    <a:pt x="169472" y="446062"/>
                  </a:lnTo>
                  <a:lnTo>
                    <a:pt x="170287" y="603236"/>
                  </a:lnTo>
                  <a:lnTo>
                    <a:pt x="171102" y="759914"/>
                  </a:lnTo>
                  <a:lnTo>
                    <a:pt x="171917" y="810184"/>
                  </a:lnTo>
                  <a:lnTo>
                    <a:pt x="172731" y="861081"/>
                  </a:lnTo>
                  <a:lnTo>
                    <a:pt x="173546" y="962146"/>
                  </a:lnTo>
                  <a:lnTo>
                    <a:pt x="174361" y="973944"/>
                  </a:lnTo>
                  <a:lnTo>
                    <a:pt x="175176" y="952470"/>
                  </a:lnTo>
                  <a:lnTo>
                    <a:pt x="175990" y="988156"/>
                  </a:lnTo>
                  <a:lnTo>
                    <a:pt x="176805" y="1024118"/>
                  </a:lnTo>
                  <a:lnTo>
                    <a:pt x="177620" y="1147669"/>
                  </a:lnTo>
                  <a:lnTo>
                    <a:pt x="178435" y="1273461"/>
                  </a:lnTo>
                  <a:lnTo>
                    <a:pt x="179250" y="1299840"/>
                  </a:lnTo>
                  <a:lnTo>
                    <a:pt x="180064" y="1159797"/>
                  </a:lnTo>
                  <a:lnTo>
                    <a:pt x="180879" y="1042346"/>
                  </a:lnTo>
                  <a:lnTo>
                    <a:pt x="181694" y="1054771"/>
                  </a:lnTo>
                  <a:lnTo>
                    <a:pt x="182509" y="950275"/>
                  </a:lnTo>
                  <a:lnTo>
                    <a:pt x="183324" y="792203"/>
                  </a:lnTo>
                  <a:lnTo>
                    <a:pt x="184138" y="874499"/>
                  </a:lnTo>
                  <a:lnTo>
                    <a:pt x="184953" y="1030751"/>
                  </a:lnTo>
                  <a:lnTo>
                    <a:pt x="185768" y="1044399"/>
                  </a:lnTo>
                  <a:lnTo>
                    <a:pt x="186583" y="1045289"/>
                  </a:lnTo>
                  <a:lnTo>
                    <a:pt x="187397" y="1023153"/>
                  </a:lnTo>
                  <a:lnTo>
                    <a:pt x="188212" y="1078909"/>
                  </a:lnTo>
                  <a:lnTo>
                    <a:pt x="189027" y="1092765"/>
                  </a:lnTo>
                  <a:lnTo>
                    <a:pt x="189842" y="1065909"/>
                  </a:lnTo>
                  <a:lnTo>
                    <a:pt x="190657" y="1128389"/>
                  </a:lnTo>
                  <a:lnTo>
                    <a:pt x="191471" y="1173591"/>
                  </a:lnTo>
                  <a:lnTo>
                    <a:pt x="192286" y="1206549"/>
                  </a:lnTo>
                  <a:lnTo>
                    <a:pt x="193101" y="1103995"/>
                  </a:lnTo>
                  <a:lnTo>
                    <a:pt x="193916" y="932123"/>
                  </a:lnTo>
                  <a:lnTo>
                    <a:pt x="194730" y="784811"/>
                  </a:lnTo>
                  <a:lnTo>
                    <a:pt x="195545" y="669693"/>
                  </a:lnTo>
                  <a:lnTo>
                    <a:pt x="196360" y="593716"/>
                  </a:lnTo>
                  <a:lnTo>
                    <a:pt x="197175" y="679583"/>
                  </a:lnTo>
                  <a:lnTo>
                    <a:pt x="197990" y="810436"/>
                  </a:lnTo>
                  <a:lnTo>
                    <a:pt x="198804" y="819625"/>
                  </a:lnTo>
                  <a:lnTo>
                    <a:pt x="199619" y="836390"/>
                  </a:lnTo>
                  <a:lnTo>
                    <a:pt x="200434" y="860032"/>
                  </a:lnTo>
                  <a:lnTo>
                    <a:pt x="201249" y="795328"/>
                  </a:lnTo>
                  <a:lnTo>
                    <a:pt x="202063" y="597389"/>
                  </a:lnTo>
                  <a:lnTo>
                    <a:pt x="202878" y="469911"/>
                  </a:lnTo>
                  <a:lnTo>
                    <a:pt x="203693" y="530252"/>
                  </a:lnTo>
                  <a:lnTo>
                    <a:pt x="204508" y="616277"/>
                  </a:lnTo>
                  <a:lnTo>
                    <a:pt x="205323" y="586556"/>
                  </a:lnTo>
                  <a:lnTo>
                    <a:pt x="206137" y="588889"/>
                  </a:lnTo>
                  <a:lnTo>
                    <a:pt x="206952" y="740131"/>
                  </a:lnTo>
                  <a:lnTo>
                    <a:pt x="207767" y="894244"/>
                  </a:lnTo>
                  <a:lnTo>
                    <a:pt x="208582" y="957292"/>
                  </a:lnTo>
                  <a:lnTo>
                    <a:pt x="209396" y="951306"/>
                  </a:lnTo>
                  <a:lnTo>
                    <a:pt x="210211" y="950080"/>
                  </a:lnTo>
                  <a:lnTo>
                    <a:pt x="211026" y="913323"/>
                  </a:lnTo>
                  <a:lnTo>
                    <a:pt x="211841" y="909107"/>
                  </a:lnTo>
                  <a:lnTo>
                    <a:pt x="212656" y="807307"/>
                  </a:lnTo>
                  <a:lnTo>
                    <a:pt x="213470" y="764548"/>
                  </a:lnTo>
                  <a:lnTo>
                    <a:pt x="214285" y="838644"/>
                  </a:lnTo>
                  <a:lnTo>
                    <a:pt x="215100" y="929691"/>
                  </a:lnTo>
                  <a:lnTo>
                    <a:pt x="215915" y="1043815"/>
                  </a:lnTo>
                  <a:lnTo>
                    <a:pt x="216729" y="1030403"/>
                  </a:lnTo>
                  <a:lnTo>
                    <a:pt x="217544" y="1079698"/>
                  </a:lnTo>
                  <a:lnTo>
                    <a:pt x="218359" y="1108387"/>
                  </a:lnTo>
                  <a:lnTo>
                    <a:pt x="219174" y="1124055"/>
                  </a:lnTo>
                  <a:lnTo>
                    <a:pt x="219989" y="1161105"/>
                  </a:lnTo>
                  <a:lnTo>
                    <a:pt x="220803" y="1136692"/>
                  </a:lnTo>
                  <a:lnTo>
                    <a:pt x="221618" y="1081628"/>
                  </a:lnTo>
                  <a:lnTo>
                    <a:pt x="222433" y="1088546"/>
                  </a:lnTo>
                  <a:lnTo>
                    <a:pt x="223248" y="1120496"/>
                  </a:lnTo>
                  <a:lnTo>
                    <a:pt x="224063" y="1120215"/>
                  </a:lnTo>
                  <a:lnTo>
                    <a:pt x="224877" y="1147578"/>
                  </a:lnTo>
                  <a:lnTo>
                    <a:pt x="225692" y="1224358"/>
                  </a:lnTo>
                  <a:lnTo>
                    <a:pt x="226507" y="1344627"/>
                  </a:lnTo>
                  <a:lnTo>
                    <a:pt x="227322" y="1419994"/>
                  </a:lnTo>
                  <a:lnTo>
                    <a:pt x="228136" y="1460903"/>
                  </a:lnTo>
                  <a:lnTo>
                    <a:pt x="228951" y="1461322"/>
                  </a:lnTo>
                  <a:lnTo>
                    <a:pt x="229766" y="1490385"/>
                  </a:lnTo>
                  <a:lnTo>
                    <a:pt x="230208" y="154336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4856928" y="2977846"/>
              <a:ext cx="9993" cy="284631"/>
            </a:xfrm>
            <a:custGeom>
              <a:avLst/>
              <a:pathLst>
                <a:path w="9993" h="284631">
                  <a:moveTo>
                    <a:pt x="0" y="284631"/>
                  </a:moveTo>
                  <a:lnTo>
                    <a:pt x="39" y="276827"/>
                  </a:lnTo>
                  <a:lnTo>
                    <a:pt x="854" y="265670"/>
                  </a:lnTo>
                  <a:lnTo>
                    <a:pt x="1669" y="257132"/>
                  </a:lnTo>
                  <a:lnTo>
                    <a:pt x="2484" y="245243"/>
                  </a:lnTo>
                  <a:lnTo>
                    <a:pt x="3298" y="223783"/>
                  </a:lnTo>
                  <a:lnTo>
                    <a:pt x="4113" y="134941"/>
                  </a:lnTo>
                  <a:lnTo>
                    <a:pt x="4928" y="59699"/>
                  </a:lnTo>
                  <a:lnTo>
                    <a:pt x="5743" y="30845"/>
                  </a:lnTo>
                  <a:lnTo>
                    <a:pt x="6558" y="0"/>
                  </a:lnTo>
                  <a:lnTo>
                    <a:pt x="7372" y="58244"/>
                  </a:lnTo>
                  <a:lnTo>
                    <a:pt x="8187" y="131389"/>
                  </a:lnTo>
                  <a:lnTo>
                    <a:pt x="9002" y="169611"/>
                  </a:lnTo>
                  <a:lnTo>
                    <a:pt x="9817" y="267991"/>
                  </a:lnTo>
                  <a:lnTo>
                    <a:pt x="9993" y="28463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4868797" y="1801667"/>
              <a:ext cx="254409" cy="1460809"/>
            </a:xfrm>
            <a:custGeom>
              <a:avLst/>
              <a:pathLst>
                <a:path w="254409" h="1460809">
                  <a:moveTo>
                    <a:pt x="0" y="1460809"/>
                  </a:moveTo>
                  <a:lnTo>
                    <a:pt x="392" y="1393600"/>
                  </a:lnTo>
                  <a:lnTo>
                    <a:pt x="1207" y="1264694"/>
                  </a:lnTo>
                  <a:lnTo>
                    <a:pt x="2022" y="1138545"/>
                  </a:lnTo>
                  <a:lnTo>
                    <a:pt x="2836" y="1013307"/>
                  </a:lnTo>
                  <a:lnTo>
                    <a:pt x="3651" y="924991"/>
                  </a:lnTo>
                  <a:lnTo>
                    <a:pt x="4466" y="811841"/>
                  </a:lnTo>
                  <a:lnTo>
                    <a:pt x="5281" y="774702"/>
                  </a:lnTo>
                  <a:lnTo>
                    <a:pt x="6096" y="826285"/>
                  </a:lnTo>
                  <a:lnTo>
                    <a:pt x="6910" y="958153"/>
                  </a:lnTo>
                  <a:lnTo>
                    <a:pt x="7725" y="1014850"/>
                  </a:lnTo>
                  <a:lnTo>
                    <a:pt x="8540" y="973541"/>
                  </a:lnTo>
                  <a:lnTo>
                    <a:pt x="9355" y="1024503"/>
                  </a:lnTo>
                  <a:lnTo>
                    <a:pt x="10169" y="1099295"/>
                  </a:lnTo>
                  <a:lnTo>
                    <a:pt x="10984" y="1082877"/>
                  </a:lnTo>
                  <a:lnTo>
                    <a:pt x="11799" y="971243"/>
                  </a:lnTo>
                  <a:lnTo>
                    <a:pt x="12614" y="886440"/>
                  </a:lnTo>
                  <a:lnTo>
                    <a:pt x="13429" y="908106"/>
                  </a:lnTo>
                  <a:lnTo>
                    <a:pt x="14243" y="1010655"/>
                  </a:lnTo>
                  <a:lnTo>
                    <a:pt x="15058" y="1049093"/>
                  </a:lnTo>
                  <a:lnTo>
                    <a:pt x="15873" y="1021320"/>
                  </a:lnTo>
                  <a:lnTo>
                    <a:pt x="16688" y="1061630"/>
                  </a:lnTo>
                  <a:lnTo>
                    <a:pt x="17503" y="1185767"/>
                  </a:lnTo>
                  <a:lnTo>
                    <a:pt x="18317" y="1181482"/>
                  </a:lnTo>
                  <a:lnTo>
                    <a:pt x="19132" y="1061006"/>
                  </a:lnTo>
                  <a:lnTo>
                    <a:pt x="19947" y="1022126"/>
                  </a:lnTo>
                  <a:lnTo>
                    <a:pt x="20762" y="1140028"/>
                  </a:lnTo>
                  <a:lnTo>
                    <a:pt x="21576" y="1219738"/>
                  </a:lnTo>
                  <a:lnTo>
                    <a:pt x="22391" y="1150069"/>
                  </a:lnTo>
                  <a:lnTo>
                    <a:pt x="23206" y="1158287"/>
                  </a:lnTo>
                  <a:lnTo>
                    <a:pt x="24021" y="1155302"/>
                  </a:lnTo>
                  <a:lnTo>
                    <a:pt x="24836" y="1103396"/>
                  </a:lnTo>
                  <a:lnTo>
                    <a:pt x="25650" y="945809"/>
                  </a:lnTo>
                  <a:lnTo>
                    <a:pt x="26465" y="842447"/>
                  </a:lnTo>
                  <a:lnTo>
                    <a:pt x="27280" y="890158"/>
                  </a:lnTo>
                  <a:lnTo>
                    <a:pt x="28095" y="919107"/>
                  </a:lnTo>
                  <a:lnTo>
                    <a:pt x="28909" y="862694"/>
                  </a:lnTo>
                  <a:lnTo>
                    <a:pt x="29724" y="767496"/>
                  </a:lnTo>
                  <a:lnTo>
                    <a:pt x="30539" y="737379"/>
                  </a:lnTo>
                  <a:lnTo>
                    <a:pt x="31354" y="636768"/>
                  </a:lnTo>
                  <a:lnTo>
                    <a:pt x="32169" y="499358"/>
                  </a:lnTo>
                  <a:lnTo>
                    <a:pt x="32983" y="433455"/>
                  </a:lnTo>
                  <a:lnTo>
                    <a:pt x="33798" y="563960"/>
                  </a:lnTo>
                  <a:lnTo>
                    <a:pt x="34613" y="781166"/>
                  </a:lnTo>
                  <a:lnTo>
                    <a:pt x="35428" y="926374"/>
                  </a:lnTo>
                  <a:lnTo>
                    <a:pt x="36242" y="1123963"/>
                  </a:lnTo>
                  <a:lnTo>
                    <a:pt x="37057" y="1296103"/>
                  </a:lnTo>
                  <a:lnTo>
                    <a:pt x="37872" y="1359403"/>
                  </a:lnTo>
                  <a:lnTo>
                    <a:pt x="38687" y="1306258"/>
                  </a:lnTo>
                  <a:lnTo>
                    <a:pt x="39502" y="1213480"/>
                  </a:lnTo>
                  <a:lnTo>
                    <a:pt x="40316" y="1110656"/>
                  </a:lnTo>
                  <a:lnTo>
                    <a:pt x="41131" y="1090212"/>
                  </a:lnTo>
                  <a:lnTo>
                    <a:pt x="41946" y="1054126"/>
                  </a:lnTo>
                  <a:lnTo>
                    <a:pt x="42761" y="1011903"/>
                  </a:lnTo>
                  <a:lnTo>
                    <a:pt x="43575" y="996841"/>
                  </a:lnTo>
                  <a:lnTo>
                    <a:pt x="44390" y="966492"/>
                  </a:lnTo>
                  <a:lnTo>
                    <a:pt x="45205" y="967391"/>
                  </a:lnTo>
                  <a:lnTo>
                    <a:pt x="46020" y="972600"/>
                  </a:lnTo>
                  <a:lnTo>
                    <a:pt x="46835" y="1005876"/>
                  </a:lnTo>
                  <a:lnTo>
                    <a:pt x="47649" y="1054578"/>
                  </a:lnTo>
                  <a:lnTo>
                    <a:pt x="48464" y="1059297"/>
                  </a:lnTo>
                  <a:lnTo>
                    <a:pt x="49279" y="1121201"/>
                  </a:lnTo>
                  <a:lnTo>
                    <a:pt x="50094" y="1248265"/>
                  </a:lnTo>
                  <a:lnTo>
                    <a:pt x="50908" y="1323938"/>
                  </a:lnTo>
                  <a:lnTo>
                    <a:pt x="51723" y="1341817"/>
                  </a:lnTo>
                  <a:lnTo>
                    <a:pt x="52538" y="1318624"/>
                  </a:lnTo>
                  <a:lnTo>
                    <a:pt x="53353" y="1354358"/>
                  </a:lnTo>
                  <a:lnTo>
                    <a:pt x="54168" y="1359561"/>
                  </a:lnTo>
                  <a:lnTo>
                    <a:pt x="54982" y="1290066"/>
                  </a:lnTo>
                  <a:lnTo>
                    <a:pt x="55797" y="1185106"/>
                  </a:lnTo>
                  <a:lnTo>
                    <a:pt x="56612" y="1078227"/>
                  </a:lnTo>
                  <a:lnTo>
                    <a:pt x="57427" y="1018889"/>
                  </a:lnTo>
                  <a:lnTo>
                    <a:pt x="58242" y="920803"/>
                  </a:lnTo>
                  <a:lnTo>
                    <a:pt x="59056" y="833318"/>
                  </a:lnTo>
                  <a:lnTo>
                    <a:pt x="59871" y="752336"/>
                  </a:lnTo>
                  <a:lnTo>
                    <a:pt x="60686" y="729283"/>
                  </a:lnTo>
                  <a:lnTo>
                    <a:pt x="61501" y="718153"/>
                  </a:lnTo>
                  <a:lnTo>
                    <a:pt x="62315" y="654323"/>
                  </a:lnTo>
                  <a:lnTo>
                    <a:pt x="63130" y="626268"/>
                  </a:lnTo>
                  <a:lnTo>
                    <a:pt x="63945" y="610833"/>
                  </a:lnTo>
                  <a:lnTo>
                    <a:pt x="64760" y="678309"/>
                  </a:lnTo>
                  <a:lnTo>
                    <a:pt x="65575" y="699354"/>
                  </a:lnTo>
                  <a:lnTo>
                    <a:pt x="66389" y="792328"/>
                  </a:lnTo>
                  <a:lnTo>
                    <a:pt x="67204" y="966365"/>
                  </a:lnTo>
                  <a:lnTo>
                    <a:pt x="68019" y="1149079"/>
                  </a:lnTo>
                  <a:lnTo>
                    <a:pt x="68834" y="1269682"/>
                  </a:lnTo>
                  <a:lnTo>
                    <a:pt x="69648" y="1205405"/>
                  </a:lnTo>
                  <a:lnTo>
                    <a:pt x="70463" y="1138520"/>
                  </a:lnTo>
                  <a:lnTo>
                    <a:pt x="71278" y="1042291"/>
                  </a:lnTo>
                  <a:lnTo>
                    <a:pt x="72093" y="1002283"/>
                  </a:lnTo>
                  <a:lnTo>
                    <a:pt x="72908" y="1002285"/>
                  </a:lnTo>
                  <a:lnTo>
                    <a:pt x="73722" y="1040622"/>
                  </a:lnTo>
                  <a:lnTo>
                    <a:pt x="74537" y="1094778"/>
                  </a:lnTo>
                  <a:lnTo>
                    <a:pt x="75352" y="1052834"/>
                  </a:lnTo>
                  <a:lnTo>
                    <a:pt x="76167" y="1075127"/>
                  </a:lnTo>
                  <a:lnTo>
                    <a:pt x="76981" y="1057935"/>
                  </a:lnTo>
                  <a:lnTo>
                    <a:pt x="77796" y="991918"/>
                  </a:lnTo>
                  <a:lnTo>
                    <a:pt x="78611" y="980312"/>
                  </a:lnTo>
                  <a:lnTo>
                    <a:pt x="79426" y="1048292"/>
                  </a:lnTo>
                  <a:lnTo>
                    <a:pt x="80241" y="1203649"/>
                  </a:lnTo>
                  <a:lnTo>
                    <a:pt x="81055" y="1284743"/>
                  </a:lnTo>
                  <a:lnTo>
                    <a:pt x="81870" y="1330612"/>
                  </a:lnTo>
                  <a:lnTo>
                    <a:pt x="82685" y="1416709"/>
                  </a:lnTo>
                  <a:lnTo>
                    <a:pt x="83500" y="1435408"/>
                  </a:lnTo>
                  <a:lnTo>
                    <a:pt x="84314" y="1399371"/>
                  </a:lnTo>
                  <a:lnTo>
                    <a:pt x="85129" y="1345800"/>
                  </a:lnTo>
                  <a:lnTo>
                    <a:pt x="85944" y="1316231"/>
                  </a:lnTo>
                  <a:lnTo>
                    <a:pt x="86759" y="1337019"/>
                  </a:lnTo>
                  <a:lnTo>
                    <a:pt x="87574" y="1351358"/>
                  </a:lnTo>
                  <a:lnTo>
                    <a:pt x="88388" y="1358205"/>
                  </a:lnTo>
                  <a:lnTo>
                    <a:pt x="89203" y="1381420"/>
                  </a:lnTo>
                  <a:lnTo>
                    <a:pt x="90018" y="1310584"/>
                  </a:lnTo>
                  <a:lnTo>
                    <a:pt x="90833" y="1245781"/>
                  </a:lnTo>
                  <a:lnTo>
                    <a:pt x="91647" y="1053492"/>
                  </a:lnTo>
                  <a:lnTo>
                    <a:pt x="92462" y="897118"/>
                  </a:lnTo>
                  <a:lnTo>
                    <a:pt x="93277" y="875247"/>
                  </a:lnTo>
                  <a:lnTo>
                    <a:pt x="94092" y="816774"/>
                  </a:lnTo>
                  <a:lnTo>
                    <a:pt x="94907" y="918809"/>
                  </a:lnTo>
                  <a:lnTo>
                    <a:pt x="95721" y="1039322"/>
                  </a:lnTo>
                  <a:lnTo>
                    <a:pt x="96536" y="1211158"/>
                  </a:lnTo>
                  <a:lnTo>
                    <a:pt x="97351" y="1310873"/>
                  </a:lnTo>
                  <a:lnTo>
                    <a:pt x="98166" y="1236784"/>
                  </a:lnTo>
                  <a:lnTo>
                    <a:pt x="98981" y="1161780"/>
                  </a:lnTo>
                  <a:lnTo>
                    <a:pt x="99795" y="1094827"/>
                  </a:lnTo>
                  <a:lnTo>
                    <a:pt x="100610" y="1057139"/>
                  </a:lnTo>
                  <a:lnTo>
                    <a:pt x="101425" y="1027315"/>
                  </a:lnTo>
                  <a:lnTo>
                    <a:pt x="102240" y="997232"/>
                  </a:lnTo>
                  <a:lnTo>
                    <a:pt x="103054" y="1087892"/>
                  </a:lnTo>
                  <a:lnTo>
                    <a:pt x="103869" y="1268499"/>
                  </a:lnTo>
                  <a:lnTo>
                    <a:pt x="104684" y="1357825"/>
                  </a:lnTo>
                  <a:lnTo>
                    <a:pt x="105499" y="1353876"/>
                  </a:lnTo>
                  <a:lnTo>
                    <a:pt x="106314" y="1301222"/>
                  </a:lnTo>
                  <a:lnTo>
                    <a:pt x="107128" y="1237858"/>
                  </a:lnTo>
                  <a:lnTo>
                    <a:pt x="107943" y="1176669"/>
                  </a:lnTo>
                  <a:lnTo>
                    <a:pt x="108758" y="1122024"/>
                  </a:lnTo>
                  <a:lnTo>
                    <a:pt x="109573" y="1046428"/>
                  </a:lnTo>
                  <a:lnTo>
                    <a:pt x="110387" y="993603"/>
                  </a:lnTo>
                  <a:lnTo>
                    <a:pt x="111202" y="1034773"/>
                  </a:lnTo>
                  <a:lnTo>
                    <a:pt x="112017" y="1085323"/>
                  </a:lnTo>
                  <a:lnTo>
                    <a:pt x="112832" y="1109184"/>
                  </a:lnTo>
                  <a:lnTo>
                    <a:pt x="113647" y="1045234"/>
                  </a:lnTo>
                  <a:lnTo>
                    <a:pt x="114461" y="1063067"/>
                  </a:lnTo>
                  <a:lnTo>
                    <a:pt x="115276" y="1123689"/>
                  </a:lnTo>
                  <a:lnTo>
                    <a:pt x="116091" y="1158508"/>
                  </a:lnTo>
                  <a:lnTo>
                    <a:pt x="116906" y="1186104"/>
                  </a:lnTo>
                  <a:lnTo>
                    <a:pt x="117720" y="1123230"/>
                  </a:lnTo>
                  <a:lnTo>
                    <a:pt x="118535" y="1111769"/>
                  </a:lnTo>
                  <a:lnTo>
                    <a:pt x="119350" y="1040718"/>
                  </a:lnTo>
                  <a:lnTo>
                    <a:pt x="120165" y="830294"/>
                  </a:lnTo>
                  <a:lnTo>
                    <a:pt x="120980" y="634307"/>
                  </a:lnTo>
                  <a:lnTo>
                    <a:pt x="121794" y="539493"/>
                  </a:lnTo>
                  <a:lnTo>
                    <a:pt x="122609" y="563796"/>
                  </a:lnTo>
                  <a:lnTo>
                    <a:pt x="123424" y="625557"/>
                  </a:lnTo>
                  <a:lnTo>
                    <a:pt x="124239" y="721232"/>
                  </a:lnTo>
                  <a:lnTo>
                    <a:pt x="125053" y="919517"/>
                  </a:lnTo>
                  <a:lnTo>
                    <a:pt x="125868" y="1034770"/>
                  </a:lnTo>
                  <a:lnTo>
                    <a:pt x="126683" y="1017254"/>
                  </a:lnTo>
                  <a:lnTo>
                    <a:pt x="127498" y="972456"/>
                  </a:lnTo>
                  <a:lnTo>
                    <a:pt x="128313" y="997387"/>
                  </a:lnTo>
                  <a:lnTo>
                    <a:pt x="129127" y="1045294"/>
                  </a:lnTo>
                  <a:lnTo>
                    <a:pt x="129942" y="991243"/>
                  </a:lnTo>
                  <a:lnTo>
                    <a:pt x="130757" y="992306"/>
                  </a:lnTo>
                  <a:lnTo>
                    <a:pt x="131572" y="1131448"/>
                  </a:lnTo>
                  <a:lnTo>
                    <a:pt x="132386" y="1238138"/>
                  </a:lnTo>
                  <a:lnTo>
                    <a:pt x="133201" y="1158520"/>
                  </a:lnTo>
                  <a:lnTo>
                    <a:pt x="134016" y="1074263"/>
                  </a:lnTo>
                  <a:lnTo>
                    <a:pt x="134831" y="1087396"/>
                  </a:lnTo>
                  <a:lnTo>
                    <a:pt x="135646" y="1020586"/>
                  </a:lnTo>
                  <a:lnTo>
                    <a:pt x="136460" y="891808"/>
                  </a:lnTo>
                  <a:lnTo>
                    <a:pt x="137275" y="741820"/>
                  </a:lnTo>
                  <a:lnTo>
                    <a:pt x="138090" y="699522"/>
                  </a:lnTo>
                  <a:lnTo>
                    <a:pt x="138905" y="654128"/>
                  </a:lnTo>
                  <a:lnTo>
                    <a:pt x="139720" y="664334"/>
                  </a:lnTo>
                  <a:lnTo>
                    <a:pt x="140534" y="749852"/>
                  </a:lnTo>
                  <a:lnTo>
                    <a:pt x="141349" y="763398"/>
                  </a:lnTo>
                  <a:lnTo>
                    <a:pt x="142164" y="774324"/>
                  </a:lnTo>
                  <a:lnTo>
                    <a:pt x="142979" y="774816"/>
                  </a:lnTo>
                  <a:lnTo>
                    <a:pt x="143793" y="741023"/>
                  </a:lnTo>
                  <a:lnTo>
                    <a:pt x="144608" y="609102"/>
                  </a:lnTo>
                  <a:lnTo>
                    <a:pt x="145423" y="552930"/>
                  </a:lnTo>
                  <a:lnTo>
                    <a:pt x="146238" y="564990"/>
                  </a:lnTo>
                  <a:lnTo>
                    <a:pt x="147053" y="545720"/>
                  </a:lnTo>
                  <a:lnTo>
                    <a:pt x="147867" y="567980"/>
                  </a:lnTo>
                  <a:lnTo>
                    <a:pt x="148682" y="603214"/>
                  </a:lnTo>
                  <a:lnTo>
                    <a:pt x="149497" y="694276"/>
                  </a:lnTo>
                  <a:lnTo>
                    <a:pt x="150312" y="671410"/>
                  </a:lnTo>
                  <a:lnTo>
                    <a:pt x="151126" y="653673"/>
                  </a:lnTo>
                  <a:lnTo>
                    <a:pt x="151941" y="682554"/>
                  </a:lnTo>
                  <a:lnTo>
                    <a:pt x="152756" y="632378"/>
                  </a:lnTo>
                  <a:lnTo>
                    <a:pt x="153571" y="658535"/>
                  </a:lnTo>
                  <a:lnTo>
                    <a:pt x="154386" y="734551"/>
                  </a:lnTo>
                  <a:lnTo>
                    <a:pt x="155200" y="874557"/>
                  </a:lnTo>
                  <a:lnTo>
                    <a:pt x="156015" y="992743"/>
                  </a:lnTo>
                  <a:lnTo>
                    <a:pt x="156830" y="1066721"/>
                  </a:lnTo>
                  <a:lnTo>
                    <a:pt x="157645" y="1170024"/>
                  </a:lnTo>
                  <a:lnTo>
                    <a:pt x="158459" y="1219546"/>
                  </a:lnTo>
                  <a:lnTo>
                    <a:pt x="159274" y="1133774"/>
                  </a:lnTo>
                  <a:lnTo>
                    <a:pt x="160089" y="1027794"/>
                  </a:lnTo>
                  <a:lnTo>
                    <a:pt x="160904" y="1005506"/>
                  </a:lnTo>
                  <a:lnTo>
                    <a:pt x="161719" y="1015274"/>
                  </a:lnTo>
                  <a:lnTo>
                    <a:pt x="162533" y="1014459"/>
                  </a:lnTo>
                  <a:lnTo>
                    <a:pt x="163348" y="975634"/>
                  </a:lnTo>
                  <a:lnTo>
                    <a:pt x="164163" y="1000854"/>
                  </a:lnTo>
                  <a:lnTo>
                    <a:pt x="164978" y="1080842"/>
                  </a:lnTo>
                  <a:lnTo>
                    <a:pt x="165792" y="1116582"/>
                  </a:lnTo>
                  <a:lnTo>
                    <a:pt x="166607" y="1167659"/>
                  </a:lnTo>
                  <a:lnTo>
                    <a:pt x="167422" y="1197276"/>
                  </a:lnTo>
                  <a:lnTo>
                    <a:pt x="168237" y="1213484"/>
                  </a:lnTo>
                  <a:lnTo>
                    <a:pt x="169052" y="1287576"/>
                  </a:lnTo>
                  <a:lnTo>
                    <a:pt x="169866" y="1348873"/>
                  </a:lnTo>
                  <a:lnTo>
                    <a:pt x="170681" y="1316678"/>
                  </a:lnTo>
                  <a:lnTo>
                    <a:pt x="171496" y="1231744"/>
                  </a:lnTo>
                  <a:lnTo>
                    <a:pt x="172311" y="1236760"/>
                  </a:lnTo>
                  <a:lnTo>
                    <a:pt x="173125" y="1272363"/>
                  </a:lnTo>
                  <a:lnTo>
                    <a:pt x="173940" y="1245997"/>
                  </a:lnTo>
                  <a:lnTo>
                    <a:pt x="174755" y="1154196"/>
                  </a:lnTo>
                  <a:lnTo>
                    <a:pt x="175570" y="1143944"/>
                  </a:lnTo>
                  <a:lnTo>
                    <a:pt x="176385" y="1168501"/>
                  </a:lnTo>
                  <a:lnTo>
                    <a:pt x="177199" y="1167677"/>
                  </a:lnTo>
                  <a:lnTo>
                    <a:pt x="178014" y="1186311"/>
                  </a:lnTo>
                  <a:lnTo>
                    <a:pt x="178829" y="1191718"/>
                  </a:lnTo>
                  <a:lnTo>
                    <a:pt x="179644" y="1077098"/>
                  </a:lnTo>
                  <a:lnTo>
                    <a:pt x="180459" y="851580"/>
                  </a:lnTo>
                  <a:lnTo>
                    <a:pt x="181273" y="716668"/>
                  </a:lnTo>
                  <a:lnTo>
                    <a:pt x="182088" y="544042"/>
                  </a:lnTo>
                  <a:lnTo>
                    <a:pt x="182903" y="445270"/>
                  </a:lnTo>
                  <a:lnTo>
                    <a:pt x="183718" y="442323"/>
                  </a:lnTo>
                  <a:lnTo>
                    <a:pt x="184532" y="472776"/>
                  </a:lnTo>
                  <a:lnTo>
                    <a:pt x="185347" y="507529"/>
                  </a:lnTo>
                  <a:lnTo>
                    <a:pt x="186162" y="452382"/>
                  </a:lnTo>
                  <a:lnTo>
                    <a:pt x="186977" y="433398"/>
                  </a:lnTo>
                  <a:lnTo>
                    <a:pt x="187792" y="327348"/>
                  </a:lnTo>
                  <a:lnTo>
                    <a:pt x="188606" y="224016"/>
                  </a:lnTo>
                  <a:lnTo>
                    <a:pt x="189421" y="272783"/>
                  </a:lnTo>
                  <a:lnTo>
                    <a:pt x="190236" y="369158"/>
                  </a:lnTo>
                  <a:lnTo>
                    <a:pt x="191051" y="445286"/>
                  </a:lnTo>
                  <a:lnTo>
                    <a:pt x="191865" y="570480"/>
                  </a:lnTo>
                  <a:lnTo>
                    <a:pt x="192680" y="648920"/>
                  </a:lnTo>
                  <a:lnTo>
                    <a:pt x="193495" y="548354"/>
                  </a:lnTo>
                  <a:lnTo>
                    <a:pt x="194310" y="459319"/>
                  </a:lnTo>
                  <a:lnTo>
                    <a:pt x="195125" y="543368"/>
                  </a:lnTo>
                  <a:lnTo>
                    <a:pt x="195939" y="670776"/>
                  </a:lnTo>
                  <a:lnTo>
                    <a:pt x="196754" y="660262"/>
                  </a:lnTo>
                  <a:lnTo>
                    <a:pt x="197569" y="649876"/>
                  </a:lnTo>
                  <a:lnTo>
                    <a:pt x="198384" y="601466"/>
                  </a:lnTo>
                  <a:lnTo>
                    <a:pt x="199198" y="445754"/>
                  </a:lnTo>
                  <a:lnTo>
                    <a:pt x="200013" y="299666"/>
                  </a:lnTo>
                  <a:lnTo>
                    <a:pt x="200828" y="242062"/>
                  </a:lnTo>
                  <a:lnTo>
                    <a:pt x="201643" y="115356"/>
                  </a:lnTo>
                  <a:lnTo>
                    <a:pt x="202458" y="0"/>
                  </a:lnTo>
                  <a:lnTo>
                    <a:pt x="203272" y="98255"/>
                  </a:lnTo>
                  <a:lnTo>
                    <a:pt x="204087" y="365761"/>
                  </a:lnTo>
                  <a:lnTo>
                    <a:pt x="204902" y="415659"/>
                  </a:lnTo>
                  <a:lnTo>
                    <a:pt x="205717" y="342125"/>
                  </a:lnTo>
                  <a:lnTo>
                    <a:pt x="206531" y="349150"/>
                  </a:lnTo>
                  <a:lnTo>
                    <a:pt x="207346" y="345220"/>
                  </a:lnTo>
                  <a:lnTo>
                    <a:pt x="208161" y="260996"/>
                  </a:lnTo>
                  <a:lnTo>
                    <a:pt x="208976" y="67219"/>
                  </a:lnTo>
                  <a:lnTo>
                    <a:pt x="209791" y="12408"/>
                  </a:lnTo>
                  <a:lnTo>
                    <a:pt x="210605" y="17042"/>
                  </a:lnTo>
                  <a:lnTo>
                    <a:pt x="211420" y="140325"/>
                  </a:lnTo>
                  <a:lnTo>
                    <a:pt x="212235" y="358872"/>
                  </a:lnTo>
                  <a:lnTo>
                    <a:pt x="213050" y="513112"/>
                  </a:lnTo>
                  <a:lnTo>
                    <a:pt x="213864" y="685323"/>
                  </a:lnTo>
                  <a:lnTo>
                    <a:pt x="214679" y="879708"/>
                  </a:lnTo>
                  <a:lnTo>
                    <a:pt x="215494" y="1028048"/>
                  </a:lnTo>
                  <a:lnTo>
                    <a:pt x="216309" y="1028701"/>
                  </a:lnTo>
                  <a:lnTo>
                    <a:pt x="217124" y="940067"/>
                  </a:lnTo>
                  <a:lnTo>
                    <a:pt x="217938" y="861534"/>
                  </a:lnTo>
                  <a:lnTo>
                    <a:pt x="218753" y="745144"/>
                  </a:lnTo>
                  <a:lnTo>
                    <a:pt x="219568" y="565840"/>
                  </a:lnTo>
                  <a:lnTo>
                    <a:pt x="220383" y="436119"/>
                  </a:lnTo>
                  <a:lnTo>
                    <a:pt x="221198" y="439441"/>
                  </a:lnTo>
                  <a:lnTo>
                    <a:pt x="222012" y="557758"/>
                  </a:lnTo>
                  <a:lnTo>
                    <a:pt x="222827" y="746082"/>
                  </a:lnTo>
                  <a:lnTo>
                    <a:pt x="223642" y="953176"/>
                  </a:lnTo>
                  <a:lnTo>
                    <a:pt x="224457" y="1141885"/>
                  </a:lnTo>
                  <a:lnTo>
                    <a:pt x="225271" y="1300905"/>
                  </a:lnTo>
                  <a:lnTo>
                    <a:pt x="226086" y="1361472"/>
                  </a:lnTo>
                  <a:lnTo>
                    <a:pt x="226901" y="1244532"/>
                  </a:lnTo>
                  <a:lnTo>
                    <a:pt x="227716" y="1093376"/>
                  </a:lnTo>
                  <a:lnTo>
                    <a:pt x="228531" y="945106"/>
                  </a:lnTo>
                  <a:lnTo>
                    <a:pt x="229345" y="870465"/>
                  </a:lnTo>
                  <a:lnTo>
                    <a:pt x="230160" y="863586"/>
                  </a:lnTo>
                  <a:lnTo>
                    <a:pt x="230975" y="812227"/>
                  </a:lnTo>
                  <a:lnTo>
                    <a:pt x="231790" y="814458"/>
                  </a:lnTo>
                  <a:lnTo>
                    <a:pt x="232604" y="875691"/>
                  </a:lnTo>
                  <a:lnTo>
                    <a:pt x="233419" y="967480"/>
                  </a:lnTo>
                  <a:lnTo>
                    <a:pt x="234234" y="1036569"/>
                  </a:lnTo>
                  <a:lnTo>
                    <a:pt x="235049" y="965025"/>
                  </a:lnTo>
                  <a:lnTo>
                    <a:pt x="235864" y="965721"/>
                  </a:lnTo>
                  <a:lnTo>
                    <a:pt x="236678" y="1082685"/>
                  </a:lnTo>
                  <a:lnTo>
                    <a:pt x="237493" y="1191978"/>
                  </a:lnTo>
                  <a:lnTo>
                    <a:pt x="238308" y="1245068"/>
                  </a:lnTo>
                  <a:lnTo>
                    <a:pt x="239123" y="1173761"/>
                  </a:lnTo>
                  <a:lnTo>
                    <a:pt x="239937" y="1041279"/>
                  </a:lnTo>
                  <a:lnTo>
                    <a:pt x="240752" y="904313"/>
                  </a:lnTo>
                  <a:lnTo>
                    <a:pt x="241567" y="723176"/>
                  </a:lnTo>
                  <a:lnTo>
                    <a:pt x="242382" y="538999"/>
                  </a:lnTo>
                  <a:lnTo>
                    <a:pt x="243197" y="382338"/>
                  </a:lnTo>
                  <a:lnTo>
                    <a:pt x="244011" y="430833"/>
                  </a:lnTo>
                  <a:lnTo>
                    <a:pt x="244826" y="569951"/>
                  </a:lnTo>
                  <a:lnTo>
                    <a:pt x="245641" y="672137"/>
                  </a:lnTo>
                  <a:lnTo>
                    <a:pt x="246456" y="770603"/>
                  </a:lnTo>
                  <a:lnTo>
                    <a:pt x="247270" y="845380"/>
                  </a:lnTo>
                  <a:lnTo>
                    <a:pt x="248085" y="958633"/>
                  </a:lnTo>
                  <a:lnTo>
                    <a:pt x="248900" y="909707"/>
                  </a:lnTo>
                  <a:lnTo>
                    <a:pt x="249715" y="935886"/>
                  </a:lnTo>
                  <a:lnTo>
                    <a:pt x="250530" y="1078923"/>
                  </a:lnTo>
                  <a:lnTo>
                    <a:pt x="251344" y="1193900"/>
                  </a:lnTo>
                  <a:lnTo>
                    <a:pt x="252159" y="1283932"/>
                  </a:lnTo>
                  <a:lnTo>
                    <a:pt x="252974" y="1330731"/>
                  </a:lnTo>
                  <a:lnTo>
                    <a:pt x="253789" y="1408022"/>
                  </a:lnTo>
                  <a:lnTo>
                    <a:pt x="254409" y="146080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5126173" y="2384354"/>
              <a:ext cx="79751" cy="878122"/>
            </a:xfrm>
            <a:custGeom>
              <a:avLst/>
              <a:pathLst>
                <a:path w="79751" h="878122">
                  <a:moveTo>
                    <a:pt x="0" y="878122"/>
                  </a:moveTo>
                  <a:lnTo>
                    <a:pt x="487" y="860028"/>
                  </a:lnTo>
                  <a:lnTo>
                    <a:pt x="1302" y="847676"/>
                  </a:lnTo>
                  <a:lnTo>
                    <a:pt x="2117" y="801907"/>
                  </a:lnTo>
                  <a:lnTo>
                    <a:pt x="2931" y="658111"/>
                  </a:lnTo>
                  <a:lnTo>
                    <a:pt x="3746" y="533351"/>
                  </a:lnTo>
                  <a:lnTo>
                    <a:pt x="4561" y="401207"/>
                  </a:lnTo>
                  <a:lnTo>
                    <a:pt x="5376" y="233254"/>
                  </a:lnTo>
                  <a:lnTo>
                    <a:pt x="6191" y="49530"/>
                  </a:lnTo>
                  <a:lnTo>
                    <a:pt x="7005" y="0"/>
                  </a:lnTo>
                  <a:lnTo>
                    <a:pt x="7820" y="87213"/>
                  </a:lnTo>
                  <a:lnTo>
                    <a:pt x="8635" y="206356"/>
                  </a:lnTo>
                  <a:lnTo>
                    <a:pt x="9450" y="304643"/>
                  </a:lnTo>
                  <a:lnTo>
                    <a:pt x="10264" y="521617"/>
                  </a:lnTo>
                  <a:lnTo>
                    <a:pt x="11079" y="662252"/>
                  </a:lnTo>
                  <a:lnTo>
                    <a:pt x="11894" y="655887"/>
                  </a:lnTo>
                  <a:lnTo>
                    <a:pt x="12709" y="640535"/>
                  </a:lnTo>
                  <a:lnTo>
                    <a:pt x="13524" y="642743"/>
                  </a:lnTo>
                  <a:lnTo>
                    <a:pt x="14338" y="664463"/>
                  </a:lnTo>
                  <a:lnTo>
                    <a:pt x="15153" y="642298"/>
                  </a:lnTo>
                  <a:lnTo>
                    <a:pt x="15968" y="621736"/>
                  </a:lnTo>
                  <a:lnTo>
                    <a:pt x="16783" y="577354"/>
                  </a:lnTo>
                  <a:lnTo>
                    <a:pt x="17597" y="569291"/>
                  </a:lnTo>
                  <a:lnTo>
                    <a:pt x="18412" y="572700"/>
                  </a:lnTo>
                  <a:lnTo>
                    <a:pt x="19227" y="572701"/>
                  </a:lnTo>
                  <a:lnTo>
                    <a:pt x="20042" y="576087"/>
                  </a:lnTo>
                  <a:lnTo>
                    <a:pt x="20857" y="652092"/>
                  </a:lnTo>
                  <a:lnTo>
                    <a:pt x="21671" y="733650"/>
                  </a:lnTo>
                  <a:lnTo>
                    <a:pt x="22486" y="728407"/>
                  </a:lnTo>
                  <a:lnTo>
                    <a:pt x="23301" y="687856"/>
                  </a:lnTo>
                  <a:lnTo>
                    <a:pt x="24116" y="641491"/>
                  </a:lnTo>
                  <a:lnTo>
                    <a:pt x="24930" y="609592"/>
                  </a:lnTo>
                  <a:lnTo>
                    <a:pt x="25745" y="558527"/>
                  </a:lnTo>
                  <a:lnTo>
                    <a:pt x="26560" y="576198"/>
                  </a:lnTo>
                  <a:lnTo>
                    <a:pt x="27375" y="630709"/>
                  </a:lnTo>
                  <a:lnTo>
                    <a:pt x="28190" y="671259"/>
                  </a:lnTo>
                  <a:lnTo>
                    <a:pt x="29004" y="673086"/>
                  </a:lnTo>
                  <a:lnTo>
                    <a:pt x="29819" y="657743"/>
                  </a:lnTo>
                  <a:lnTo>
                    <a:pt x="30634" y="708810"/>
                  </a:lnTo>
                  <a:lnTo>
                    <a:pt x="31449" y="727614"/>
                  </a:lnTo>
                  <a:lnTo>
                    <a:pt x="32263" y="727614"/>
                  </a:lnTo>
                  <a:lnTo>
                    <a:pt x="33078" y="727614"/>
                  </a:lnTo>
                  <a:lnTo>
                    <a:pt x="33893" y="772152"/>
                  </a:lnTo>
                  <a:lnTo>
                    <a:pt x="34708" y="819392"/>
                  </a:lnTo>
                  <a:lnTo>
                    <a:pt x="35523" y="819392"/>
                  </a:lnTo>
                  <a:lnTo>
                    <a:pt x="36337" y="819392"/>
                  </a:lnTo>
                  <a:lnTo>
                    <a:pt x="37152" y="819392"/>
                  </a:lnTo>
                  <a:lnTo>
                    <a:pt x="37967" y="819392"/>
                  </a:lnTo>
                  <a:lnTo>
                    <a:pt x="38782" y="819392"/>
                  </a:lnTo>
                  <a:lnTo>
                    <a:pt x="39597" y="819392"/>
                  </a:lnTo>
                  <a:lnTo>
                    <a:pt x="40411" y="819392"/>
                  </a:lnTo>
                  <a:lnTo>
                    <a:pt x="41226" y="819392"/>
                  </a:lnTo>
                  <a:lnTo>
                    <a:pt x="42041" y="819392"/>
                  </a:lnTo>
                  <a:lnTo>
                    <a:pt x="42856" y="819392"/>
                  </a:lnTo>
                  <a:lnTo>
                    <a:pt x="43670" y="819392"/>
                  </a:lnTo>
                  <a:lnTo>
                    <a:pt x="44485" y="819392"/>
                  </a:lnTo>
                  <a:lnTo>
                    <a:pt x="45300" y="819392"/>
                  </a:lnTo>
                  <a:lnTo>
                    <a:pt x="46115" y="819392"/>
                  </a:lnTo>
                  <a:lnTo>
                    <a:pt x="46930" y="823941"/>
                  </a:lnTo>
                  <a:lnTo>
                    <a:pt x="47744" y="799456"/>
                  </a:lnTo>
                  <a:lnTo>
                    <a:pt x="48559" y="789477"/>
                  </a:lnTo>
                  <a:lnTo>
                    <a:pt x="49374" y="795450"/>
                  </a:lnTo>
                  <a:lnTo>
                    <a:pt x="50189" y="782825"/>
                  </a:lnTo>
                  <a:lnTo>
                    <a:pt x="51003" y="704769"/>
                  </a:lnTo>
                  <a:lnTo>
                    <a:pt x="51818" y="631693"/>
                  </a:lnTo>
                  <a:lnTo>
                    <a:pt x="52633" y="562703"/>
                  </a:lnTo>
                  <a:lnTo>
                    <a:pt x="53448" y="473041"/>
                  </a:lnTo>
                  <a:lnTo>
                    <a:pt x="54263" y="418531"/>
                  </a:lnTo>
                  <a:lnTo>
                    <a:pt x="55077" y="385987"/>
                  </a:lnTo>
                  <a:lnTo>
                    <a:pt x="55892" y="464045"/>
                  </a:lnTo>
                  <a:lnTo>
                    <a:pt x="56707" y="532572"/>
                  </a:lnTo>
                  <a:lnTo>
                    <a:pt x="57522" y="626045"/>
                  </a:lnTo>
                  <a:lnTo>
                    <a:pt x="58336" y="725687"/>
                  </a:lnTo>
                  <a:lnTo>
                    <a:pt x="59151" y="717752"/>
                  </a:lnTo>
                  <a:lnTo>
                    <a:pt x="59966" y="728174"/>
                  </a:lnTo>
                  <a:lnTo>
                    <a:pt x="60781" y="728174"/>
                  </a:lnTo>
                  <a:lnTo>
                    <a:pt x="61596" y="705334"/>
                  </a:lnTo>
                  <a:lnTo>
                    <a:pt x="62410" y="695077"/>
                  </a:lnTo>
                  <a:lnTo>
                    <a:pt x="63225" y="697678"/>
                  </a:lnTo>
                  <a:lnTo>
                    <a:pt x="64040" y="754149"/>
                  </a:lnTo>
                  <a:lnTo>
                    <a:pt x="64855" y="788895"/>
                  </a:lnTo>
                  <a:lnTo>
                    <a:pt x="65669" y="787337"/>
                  </a:lnTo>
                  <a:lnTo>
                    <a:pt x="66484" y="697027"/>
                  </a:lnTo>
                  <a:lnTo>
                    <a:pt x="67299" y="585612"/>
                  </a:lnTo>
                  <a:lnTo>
                    <a:pt x="68114" y="579258"/>
                  </a:lnTo>
                  <a:lnTo>
                    <a:pt x="68929" y="564158"/>
                  </a:lnTo>
                  <a:lnTo>
                    <a:pt x="69743" y="523794"/>
                  </a:lnTo>
                  <a:lnTo>
                    <a:pt x="70558" y="491977"/>
                  </a:lnTo>
                  <a:lnTo>
                    <a:pt x="71373" y="598137"/>
                  </a:lnTo>
                  <a:lnTo>
                    <a:pt x="72188" y="719810"/>
                  </a:lnTo>
                  <a:lnTo>
                    <a:pt x="73002" y="690124"/>
                  </a:lnTo>
                  <a:lnTo>
                    <a:pt x="73817" y="627847"/>
                  </a:lnTo>
                  <a:lnTo>
                    <a:pt x="74632" y="611954"/>
                  </a:lnTo>
                  <a:lnTo>
                    <a:pt x="75447" y="633309"/>
                  </a:lnTo>
                  <a:lnTo>
                    <a:pt x="76262" y="640300"/>
                  </a:lnTo>
                  <a:lnTo>
                    <a:pt x="77076" y="616356"/>
                  </a:lnTo>
                  <a:lnTo>
                    <a:pt x="77891" y="637051"/>
                  </a:lnTo>
                  <a:lnTo>
                    <a:pt x="78706" y="745038"/>
                  </a:lnTo>
                  <a:lnTo>
                    <a:pt x="79521" y="852298"/>
                  </a:lnTo>
                  <a:lnTo>
                    <a:pt x="79751" y="87812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5211611" y="3026812"/>
              <a:ext cx="5839" cy="235664"/>
            </a:xfrm>
            <a:custGeom>
              <a:avLst/>
              <a:pathLst>
                <a:path w="5839" h="235664">
                  <a:moveTo>
                    <a:pt x="0" y="235664"/>
                  </a:moveTo>
                  <a:lnTo>
                    <a:pt x="601" y="157932"/>
                  </a:lnTo>
                  <a:lnTo>
                    <a:pt x="1416" y="62193"/>
                  </a:lnTo>
                  <a:lnTo>
                    <a:pt x="2230" y="0"/>
                  </a:lnTo>
                  <a:lnTo>
                    <a:pt x="3045" y="11368"/>
                  </a:lnTo>
                  <a:lnTo>
                    <a:pt x="3860" y="79423"/>
                  </a:lnTo>
                  <a:lnTo>
                    <a:pt x="4675" y="118234"/>
                  </a:lnTo>
                  <a:lnTo>
                    <a:pt x="5490" y="191085"/>
                  </a:lnTo>
                  <a:lnTo>
                    <a:pt x="5839" y="23566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220588" y="1917450"/>
              <a:ext cx="122082" cy="1345026"/>
            </a:xfrm>
            <a:custGeom>
              <a:avLst/>
              <a:pathLst>
                <a:path w="122082" h="1345026">
                  <a:moveTo>
                    <a:pt x="0" y="1345026"/>
                  </a:moveTo>
                  <a:lnTo>
                    <a:pt x="587" y="1290656"/>
                  </a:lnTo>
                  <a:lnTo>
                    <a:pt x="1401" y="1250971"/>
                  </a:lnTo>
                  <a:lnTo>
                    <a:pt x="2216" y="1223835"/>
                  </a:lnTo>
                  <a:lnTo>
                    <a:pt x="3031" y="1192421"/>
                  </a:lnTo>
                  <a:lnTo>
                    <a:pt x="3846" y="1192422"/>
                  </a:lnTo>
                  <a:lnTo>
                    <a:pt x="4660" y="1200247"/>
                  </a:lnTo>
                  <a:lnTo>
                    <a:pt x="5475" y="1192973"/>
                  </a:lnTo>
                  <a:lnTo>
                    <a:pt x="6290" y="1080092"/>
                  </a:lnTo>
                  <a:lnTo>
                    <a:pt x="7105" y="923887"/>
                  </a:lnTo>
                  <a:lnTo>
                    <a:pt x="7920" y="834677"/>
                  </a:lnTo>
                  <a:lnTo>
                    <a:pt x="8734" y="784823"/>
                  </a:lnTo>
                  <a:lnTo>
                    <a:pt x="9549" y="682367"/>
                  </a:lnTo>
                  <a:lnTo>
                    <a:pt x="10364" y="642936"/>
                  </a:lnTo>
                  <a:lnTo>
                    <a:pt x="11179" y="775576"/>
                  </a:lnTo>
                  <a:lnTo>
                    <a:pt x="11993" y="872068"/>
                  </a:lnTo>
                  <a:lnTo>
                    <a:pt x="12808" y="894374"/>
                  </a:lnTo>
                  <a:lnTo>
                    <a:pt x="13623" y="856484"/>
                  </a:lnTo>
                  <a:lnTo>
                    <a:pt x="14438" y="853655"/>
                  </a:lnTo>
                  <a:lnTo>
                    <a:pt x="15253" y="874129"/>
                  </a:lnTo>
                  <a:lnTo>
                    <a:pt x="16067" y="840982"/>
                  </a:lnTo>
                  <a:lnTo>
                    <a:pt x="16882" y="853867"/>
                  </a:lnTo>
                  <a:lnTo>
                    <a:pt x="17697" y="858935"/>
                  </a:lnTo>
                  <a:lnTo>
                    <a:pt x="18512" y="825837"/>
                  </a:lnTo>
                  <a:lnTo>
                    <a:pt x="19326" y="772025"/>
                  </a:lnTo>
                  <a:lnTo>
                    <a:pt x="20141" y="708194"/>
                  </a:lnTo>
                  <a:lnTo>
                    <a:pt x="20956" y="639104"/>
                  </a:lnTo>
                  <a:lnTo>
                    <a:pt x="21771" y="504351"/>
                  </a:lnTo>
                  <a:lnTo>
                    <a:pt x="22586" y="398743"/>
                  </a:lnTo>
                  <a:lnTo>
                    <a:pt x="23400" y="443953"/>
                  </a:lnTo>
                  <a:lnTo>
                    <a:pt x="24215" y="555881"/>
                  </a:lnTo>
                  <a:lnTo>
                    <a:pt x="25030" y="582275"/>
                  </a:lnTo>
                  <a:lnTo>
                    <a:pt x="25845" y="567471"/>
                  </a:lnTo>
                  <a:lnTo>
                    <a:pt x="26660" y="665771"/>
                  </a:lnTo>
                  <a:lnTo>
                    <a:pt x="27474" y="766757"/>
                  </a:lnTo>
                  <a:lnTo>
                    <a:pt x="28289" y="667653"/>
                  </a:lnTo>
                  <a:lnTo>
                    <a:pt x="29104" y="611274"/>
                  </a:lnTo>
                  <a:lnTo>
                    <a:pt x="29919" y="730136"/>
                  </a:lnTo>
                  <a:lnTo>
                    <a:pt x="30733" y="813426"/>
                  </a:lnTo>
                  <a:lnTo>
                    <a:pt x="31548" y="892153"/>
                  </a:lnTo>
                  <a:lnTo>
                    <a:pt x="32363" y="901701"/>
                  </a:lnTo>
                  <a:lnTo>
                    <a:pt x="33178" y="1062515"/>
                  </a:lnTo>
                  <a:lnTo>
                    <a:pt x="33993" y="1162919"/>
                  </a:lnTo>
                  <a:lnTo>
                    <a:pt x="34807" y="1053937"/>
                  </a:lnTo>
                  <a:lnTo>
                    <a:pt x="35622" y="1096343"/>
                  </a:lnTo>
                  <a:lnTo>
                    <a:pt x="36437" y="1124446"/>
                  </a:lnTo>
                  <a:lnTo>
                    <a:pt x="37252" y="1149467"/>
                  </a:lnTo>
                  <a:lnTo>
                    <a:pt x="38066" y="1070890"/>
                  </a:lnTo>
                  <a:lnTo>
                    <a:pt x="38881" y="1015714"/>
                  </a:lnTo>
                  <a:lnTo>
                    <a:pt x="39696" y="1087131"/>
                  </a:lnTo>
                  <a:lnTo>
                    <a:pt x="40511" y="982087"/>
                  </a:lnTo>
                  <a:lnTo>
                    <a:pt x="41326" y="863708"/>
                  </a:lnTo>
                  <a:lnTo>
                    <a:pt x="42140" y="898409"/>
                  </a:lnTo>
                  <a:lnTo>
                    <a:pt x="42955" y="1026694"/>
                  </a:lnTo>
                  <a:lnTo>
                    <a:pt x="43770" y="1104968"/>
                  </a:lnTo>
                  <a:lnTo>
                    <a:pt x="44585" y="1133702"/>
                  </a:lnTo>
                  <a:lnTo>
                    <a:pt x="45399" y="1250015"/>
                  </a:lnTo>
                  <a:lnTo>
                    <a:pt x="46214" y="1344848"/>
                  </a:lnTo>
                  <a:lnTo>
                    <a:pt x="47029" y="1325138"/>
                  </a:lnTo>
                  <a:lnTo>
                    <a:pt x="47844" y="1244624"/>
                  </a:lnTo>
                  <a:lnTo>
                    <a:pt x="48659" y="1221404"/>
                  </a:lnTo>
                  <a:lnTo>
                    <a:pt x="49473" y="1212243"/>
                  </a:lnTo>
                  <a:lnTo>
                    <a:pt x="50288" y="1230668"/>
                  </a:lnTo>
                  <a:lnTo>
                    <a:pt x="51103" y="1217424"/>
                  </a:lnTo>
                  <a:lnTo>
                    <a:pt x="51918" y="1173947"/>
                  </a:lnTo>
                  <a:lnTo>
                    <a:pt x="52732" y="1200895"/>
                  </a:lnTo>
                  <a:lnTo>
                    <a:pt x="53547" y="1206757"/>
                  </a:lnTo>
                  <a:lnTo>
                    <a:pt x="54362" y="1251109"/>
                  </a:lnTo>
                  <a:lnTo>
                    <a:pt x="55177" y="1235787"/>
                  </a:lnTo>
                  <a:lnTo>
                    <a:pt x="55992" y="1208483"/>
                  </a:lnTo>
                  <a:lnTo>
                    <a:pt x="56806" y="1190137"/>
                  </a:lnTo>
                  <a:lnTo>
                    <a:pt x="57621" y="1157496"/>
                  </a:lnTo>
                  <a:lnTo>
                    <a:pt x="58436" y="1111372"/>
                  </a:lnTo>
                  <a:lnTo>
                    <a:pt x="59251" y="1006759"/>
                  </a:lnTo>
                  <a:lnTo>
                    <a:pt x="60065" y="959602"/>
                  </a:lnTo>
                  <a:lnTo>
                    <a:pt x="60880" y="1021399"/>
                  </a:lnTo>
                  <a:lnTo>
                    <a:pt x="61695" y="1100399"/>
                  </a:lnTo>
                  <a:lnTo>
                    <a:pt x="62510" y="1074385"/>
                  </a:lnTo>
                  <a:lnTo>
                    <a:pt x="63325" y="1034173"/>
                  </a:lnTo>
                  <a:lnTo>
                    <a:pt x="64139" y="1034362"/>
                  </a:lnTo>
                  <a:lnTo>
                    <a:pt x="64954" y="1020038"/>
                  </a:lnTo>
                  <a:lnTo>
                    <a:pt x="65769" y="865307"/>
                  </a:lnTo>
                  <a:lnTo>
                    <a:pt x="66584" y="747924"/>
                  </a:lnTo>
                  <a:lnTo>
                    <a:pt x="67399" y="817674"/>
                  </a:lnTo>
                  <a:lnTo>
                    <a:pt x="68213" y="897182"/>
                  </a:lnTo>
                  <a:lnTo>
                    <a:pt x="69028" y="939941"/>
                  </a:lnTo>
                  <a:lnTo>
                    <a:pt x="69843" y="899353"/>
                  </a:lnTo>
                  <a:lnTo>
                    <a:pt x="70658" y="949457"/>
                  </a:lnTo>
                  <a:lnTo>
                    <a:pt x="71472" y="1066422"/>
                  </a:lnTo>
                  <a:lnTo>
                    <a:pt x="72287" y="1065981"/>
                  </a:lnTo>
                  <a:lnTo>
                    <a:pt x="73102" y="982957"/>
                  </a:lnTo>
                  <a:lnTo>
                    <a:pt x="73917" y="892452"/>
                  </a:lnTo>
                  <a:lnTo>
                    <a:pt x="74732" y="902872"/>
                  </a:lnTo>
                  <a:lnTo>
                    <a:pt x="75546" y="885503"/>
                  </a:lnTo>
                  <a:lnTo>
                    <a:pt x="76361" y="818035"/>
                  </a:lnTo>
                  <a:lnTo>
                    <a:pt x="77176" y="806362"/>
                  </a:lnTo>
                  <a:lnTo>
                    <a:pt x="77991" y="905868"/>
                  </a:lnTo>
                  <a:lnTo>
                    <a:pt x="78805" y="982699"/>
                  </a:lnTo>
                  <a:lnTo>
                    <a:pt x="79620" y="973409"/>
                  </a:lnTo>
                  <a:lnTo>
                    <a:pt x="80435" y="969466"/>
                  </a:lnTo>
                  <a:lnTo>
                    <a:pt x="81250" y="951393"/>
                  </a:lnTo>
                  <a:lnTo>
                    <a:pt x="82065" y="964733"/>
                  </a:lnTo>
                  <a:lnTo>
                    <a:pt x="82879" y="899663"/>
                  </a:lnTo>
                  <a:lnTo>
                    <a:pt x="83694" y="901184"/>
                  </a:lnTo>
                  <a:lnTo>
                    <a:pt x="84509" y="977920"/>
                  </a:lnTo>
                  <a:lnTo>
                    <a:pt x="85324" y="1015297"/>
                  </a:lnTo>
                  <a:lnTo>
                    <a:pt x="86138" y="1107894"/>
                  </a:lnTo>
                  <a:lnTo>
                    <a:pt x="86953" y="1118695"/>
                  </a:lnTo>
                  <a:lnTo>
                    <a:pt x="87768" y="1171518"/>
                  </a:lnTo>
                  <a:lnTo>
                    <a:pt x="88583" y="1185495"/>
                  </a:lnTo>
                  <a:lnTo>
                    <a:pt x="89398" y="1105456"/>
                  </a:lnTo>
                  <a:lnTo>
                    <a:pt x="90212" y="1076038"/>
                  </a:lnTo>
                  <a:lnTo>
                    <a:pt x="91027" y="1043239"/>
                  </a:lnTo>
                  <a:lnTo>
                    <a:pt x="91842" y="1037902"/>
                  </a:lnTo>
                  <a:lnTo>
                    <a:pt x="92657" y="1026346"/>
                  </a:lnTo>
                  <a:lnTo>
                    <a:pt x="93471" y="910492"/>
                  </a:lnTo>
                  <a:lnTo>
                    <a:pt x="94286" y="771033"/>
                  </a:lnTo>
                  <a:lnTo>
                    <a:pt x="95101" y="602978"/>
                  </a:lnTo>
                  <a:lnTo>
                    <a:pt x="95916" y="458356"/>
                  </a:lnTo>
                  <a:lnTo>
                    <a:pt x="96731" y="430971"/>
                  </a:lnTo>
                  <a:lnTo>
                    <a:pt x="97545" y="385364"/>
                  </a:lnTo>
                  <a:lnTo>
                    <a:pt x="98360" y="360463"/>
                  </a:lnTo>
                  <a:lnTo>
                    <a:pt x="99175" y="353389"/>
                  </a:lnTo>
                  <a:lnTo>
                    <a:pt x="99990" y="351022"/>
                  </a:lnTo>
                  <a:lnTo>
                    <a:pt x="100804" y="246558"/>
                  </a:lnTo>
                  <a:lnTo>
                    <a:pt x="101619" y="78242"/>
                  </a:lnTo>
                  <a:lnTo>
                    <a:pt x="102434" y="0"/>
                  </a:lnTo>
                  <a:lnTo>
                    <a:pt x="103249" y="58918"/>
                  </a:lnTo>
                  <a:lnTo>
                    <a:pt x="104064" y="164175"/>
                  </a:lnTo>
                  <a:lnTo>
                    <a:pt x="104878" y="289121"/>
                  </a:lnTo>
                  <a:lnTo>
                    <a:pt x="105693" y="449805"/>
                  </a:lnTo>
                  <a:lnTo>
                    <a:pt x="106508" y="590681"/>
                  </a:lnTo>
                  <a:lnTo>
                    <a:pt x="107323" y="643917"/>
                  </a:lnTo>
                  <a:lnTo>
                    <a:pt x="108138" y="669470"/>
                  </a:lnTo>
                  <a:lnTo>
                    <a:pt x="108952" y="803781"/>
                  </a:lnTo>
                  <a:lnTo>
                    <a:pt x="109767" y="949569"/>
                  </a:lnTo>
                  <a:lnTo>
                    <a:pt x="110582" y="1106386"/>
                  </a:lnTo>
                  <a:lnTo>
                    <a:pt x="111397" y="1117359"/>
                  </a:lnTo>
                  <a:lnTo>
                    <a:pt x="112211" y="1098300"/>
                  </a:lnTo>
                  <a:lnTo>
                    <a:pt x="113026" y="1126996"/>
                  </a:lnTo>
                  <a:lnTo>
                    <a:pt x="113841" y="1058256"/>
                  </a:lnTo>
                  <a:lnTo>
                    <a:pt x="114656" y="874695"/>
                  </a:lnTo>
                  <a:lnTo>
                    <a:pt x="115471" y="744350"/>
                  </a:lnTo>
                  <a:lnTo>
                    <a:pt x="116285" y="707425"/>
                  </a:lnTo>
                  <a:lnTo>
                    <a:pt x="117100" y="697781"/>
                  </a:lnTo>
                  <a:lnTo>
                    <a:pt x="117915" y="661907"/>
                  </a:lnTo>
                  <a:lnTo>
                    <a:pt x="118730" y="700714"/>
                  </a:lnTo>
                  <a:lnTo>
                    <a:pt x="119544" y="929762"/>
                  </a:lnTo>
                  <a:lnTo>
                    <a:pt x="120359" y="1124583"/>
                  </a:lnTo>
                  <a:lnTo>
                    <a:pt x="121174" y="1218194"/>
                  </a:lnTo>
                  <a:lnTo>
                    <a:pt x="121989" y="1337289"/>
                  </a:lnTo>
                  <a:lnTo>
                    <a:pt x="122082" y="134502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5344841" y="2895097"/>
              <a:ext cx="29965" cy="367379"/>
            </a:xfrm>
            <a:custGeom>
              <a:avLst/>
              <a:pathLst>
                <a:path w="29965" h="367379">
                  <a:moveTo>
                    <a:pt x="0" y="367379"/>
                  </a:moveTo>
                  <a:lnTo>
                    <a:pt x="180" y="339925"/>
                  </a:lnTo>
                  <a:lnTo>
                    <a:pt x="994" y="164728"/>
                  </a:lnTo>
                  <a:lnTo>
                    <a:pt x="1809" y="87459"/>
                  </a:lnTo>
                  <a:lnTo>
                    <a:pt x="2624" y="30384"/>
                  </a:lnTo>
                  <a:lnTo>
                    <a:pt x="3439" y="3476"/>
                  </a:lnTo>
                  <a:lnTo>
                    <a:pt x="4253" y="0"/>
                  </a:lnTo>
                  <a:lnTo>
                    <a:pt x="5068" y="34541"/>
                  </a:lnTo>
                  <a:lnTo>
                    <a:pt x="5883" y="39839"/>
                  </a:lnTo>
                  <a:lnTo>
                    <a:pt x="6698" y="76593"/>
                  </a:lnTo>
                  <a:lnTo>
                    <a:pt x="7513" y="117816"/>
                  </a:lnTo>
                  <a:lnTo>
                    <a:pt x="8327" y="173954"/>
                  </a:lnTo>
                  <a:lnTo>
                    <a:pt x="9142" y="183948"/>
                  </a:lnTo>
                  <a:lnTo>
                    <a:pt x="9957" y="221789"/>
                  </a:lnTo>
                  <a:lnTo>
                    <a:pt x="10772" y="235361"/>
                  </a:lnTo>
                  <a:lnTo>
                    <a:pt x="11586" y="196672"/>
                  </a:lnTo>
                  <a:lnTo>
                    <a:pt x="12401" y="149790"/>
                  </a:lnTo>
                  <a:lnTo>
                    <a:pt x="13216" y="131958"/>
                  </a:lnTo>
                  <a:lnTo>
                    <a:pt x="14031" y="126571"/>
                  </a:lnTo>
                  <a:lnTo>
                    <a:pt x="14846" y="129351"/>
                  </a:lnTo>
                  <a:lnTo>
                    <a:pt x="15660" y="178669"/>
                  </a:lnTo>
                  <a:lnTo>
                    <a:pt x="16475" y="245043"/>
                  </a:lnTo>
                  <a:lnTo>
                    <a:pt x="17290" y="299551"/>
                  </a:lnTo>
                  <a:lnTo>
                    <a:pt x="18105" y="308649"/>
                  </a:lnTo>
                  <a:lnTo>
                    <a:pt x="18919" y="308649"/>
                  </a:lnTo>
                  <a:lnTo>
                    <a:pt x="19734" y="308649"/>
                  </a:lnTo>
                  <a:lnTo>
                    <a:pt x="20549" y="308649"/>
                  </a:lnTo>
                  <a:lnTo>
                    <a:pt x="21364" y="308649"/>
                  </a:lnTo>
                  <a:lnTo>
                    <a:pt x="22179" y="323377"/>
                  </a:lnTo>
                  <a:lnTo>
                    <a:pt x="22993" y="260204"/>
                  </a:lnTo>
                  <a:lnTo>
                    <a:pt x="23808" y="228313"/>
                  </a:lnTo>
                  <a:lnTo>
                    <a:pt x="24623" y="260798"/>
                  </a:lnTo>
                  <a:lnTo>
                    <a:pt x="25438" y="263611"/>
                  </a:lnTo>
                  <a:lnTo>
                    <a:pt x="26253" y="263613"/>
                  </a:lnTo>
                  <a:lnTo>
                    <a:pt x="27067" y="248885"/>
                  </a:lnTo>
                  <a:lnTo>
                    <a:pt x="27882" y="312056"/>
                  </a:lnTo>
                  <a:lnTo>
                    <a:pt x="28697" y="343946"/>
                  </a:lnTo>
                  <a:lnTo>
                    <a:pt x="29512" y="324640"/>
                  </a:lnTo>
                  <a:lnTo>
                    <a:pt x="29965" y="36737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5379295" y="2786259"/>
              <a:ext cx="20466" cy="476217"/>
            </a:xfrm>
            <a:custGeom>
              <a:avLst/>
              <a:pathLst>
                <a:path w="20466" h="476217">
                  <a:moveTo>
                    <a:pt x="0" y="476217"/>
                  </a:moveTo>
                  <a:lnTo>
                    <a:pt x="761" y="343168"/>
                  </a:lnTo>
                  <a:lnTo>
                    <a:pt x="1576" y="302322"/>
                  </a:lnTo>
                  <a:lnTo>
                    <a:pt x="2391" y="290422"/>
                  </a:lnTo>
                  <a:lnTo>
                    <a:pt x="3206" y="203092"/>
                  </a:lnTo>
                  <a:lnTo>
                    <a:pt x="4020" y="123993"/>
                  </a:lnTo>
                  <a:lnTo>
                    <a:pt x="4835" y="38315"/>
                  </a:lnTo>
                  <a:lnTo>
                    <a:pt x="5650" y="0"/>
                  </a:lnTo>
                  <a:lnTo>
                    <a:pt x="6465" y="23198"/>
                  </a:lnTo>
                  <a:lnTo>
                    <a:pt x="7279" y="116459"/>
                  </a:lnTo>
                  <a:lnTo>
                    <a:pt x="8094" y="216894"/>
                  </a:lnTo>
                  <a:lnTo>
                    <a:pt x="8909" y="299226"/>
                  </a:lnTo>
                  <a:lnTo>
                    <a:pt x="9724" y="421571"/>
                  </a:lnTo>
                  <a:lnTo>
                    <a:pt x="10539" y="462285"/>
                  </a:lnTo>
                  <a:lnTo>
                    <a:pt x="11353" y="426696"/>
                  </a:lnTo>
                  <a:lnTo>
                    <a:pt x="12168" y="375523"/>
                  </a:lnTo>
                  <a:lnTo>
                    <a:pt x="12983" y="370407"/>
                  </a:lnTo>
                  <a:lnTo>
                    <a:pt x="13798" y="350753"/>
                  </a:lnTo>
                  <a:lnTo>
                    <a:pt x="14612" y="304574"/>
                  </a:lnTo>
                  <a:lnTo>
                    <a:pt x="15427" y="320001"/>
                  </a:lnTo>
                  <a:lnTo>
                    <a:pt x="16242" y="326977"/>
                  </a:lnTo>
                  <a:lnTo>
                    <a:pt x="17057" y="338494"/>
                  </a:lnTo>
                  <a:lnTo>
                    <a:pt x="17872" y="338495"/>
                  </a:lnTo>
                  <a:lnTo>
                    <a:pt x="18686" y="355690"/>
                  </a:lnTo>
                  <a:lnTo>
                    <a:pt x="19501" y="425964"/>
                  </a:lnTo>
                  <a:lnTo>
                    <a:pt x="20316" y="473722"/>
                  </a:lnTo>
                  <a:lnTo>
                    <a:pt x="20466" y="47621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400631" y="2372880"/>
              <a:ext cx="16684" cy="889596"/>
            </a:xfrm>
            <a:custGeom>
              <a:avLst/>
              <a:pathLst>
                <a:path w="16684" h="889596">
                  <a:moveTo>
                    <a:pt x="0" y="889596"/>
                  </a:moveTo>
                  <a:lnTo>
                    <a:pt x="610" y="856508"/>
                  </a:lnTo>
                  <a:lnTo>
                    <a:pt x="1425" y="805204"/>
                  </a:lnTo>
                  <a:lnTo>
                    <a:pt x="2240" y="764735"/>
                  </a:lnTo>
                  <a:lnTo>
                    <a:pt x="3054" y="661013"/>
                  </a:lnTo>
                  <a:lnTo>
                    <a:pt x="3869" y="559181"/>
                  </a:lnTo>
                  <a:lnTo>
                    <a:pt x="4684" y="415270"/>
                  </a:lnTo>
                  <a:lnTo>
                    <a:pt x="5499" y="291409"/>
                  </a:lnTo>
                  <a:lnTo>
                    <a:pt x="6314" y="254042"/>
                  </a:lnTo>
                  <a:lnTo>
                    <a:pt x="7128" y="88201"/>
                  </a:lnTo>
                  <a:lnTo>
                    <a:pt x="7943" y="0"/>
                  </a:lnTo>
                  <a:lnTo>
                    <a:pt x="8758" y="23239"/>
                  </a:lnTo>
                  <a:lnTo>
                    <a:pt x="9573" y="86122"/>
                  </a:lnTo>
                  <a:lnTo>
                    <a:pt x="10387" y="232893"/>
                  </a:lnTo>
                  <a:lnTo>
                    <a:pt x="11202" y="291256"/>
                  </a:lnTo>
                  <a:lnTo>
                    <a:pt x="12017" y="455160"/>
                  </a:lnTo>
                  <a:lnTo>
                    <a:pt x="12832" y="626395"/>
                  </a:lnTo>
                  <a:lnTo>
                    <a:pt x="13647" y="710779"/>
                  </a:lnTo>
                  <a:lnTo>
                    <a:pt x="14461" y="791805"/>
                  </a:lnTo>
                  <a:lnTo>
                    <a:pt x="15276" y="801539"/>
                  </a:lnTo>
                  <a:lnTo>
                    <a:pt x="16091" y="855395"/>
                  </a:lnTo>
                  <a:lnTo>
                    <a:pt x="16684" y="88959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5424122" y="2987827"/>
              <a:ext cx="19064" cy="274649"/>
            </a:xfrm>
            <a:custGeom>
              <a:avLst/>
              <a:pathLst>
                <a:path w="19064" h="274649">
                  <a:moveTo>
                    <a:pt x="0" y="274649"/>
                  </a:moveTo>
                  <a:lnTo>
                    <a:pt x="747" y="245701"/>
                  </a:lnTo>
                  <a:lnTo>
                    <a:pt x="1562" y="152038"/>
                  </a:lnTo>
                  <a:lnTo>
                    <a:pt x="2377" y="69566"/>
                  </a:lnTo>
                  <a:lnTo>
                    <a:pt x="3191" y="67654"/>
                  </a:lnTo>
                  <a:lnTo>
                    <a:pt x="4006" y="95669"/>
                  </a:lnTo>
                  <a:lnTo>
                    <a:pt x="4821" y="95669"/>
                  </a:lnTo>
                  <a:lnTo>
                    <a:pt x="5636" y="85029"/>
                  </a:lnTo>
                  <a:lnTo>
                    <a:pt x="6450" y="95226"/>
                  </a:lnTo>
                  <a:lnTo>
                    <a:pt x="7265" y="147182"/>
                  </a:lnTo>
                  <a:lnTo>
                    <a:pt x="8080" y="149095"/>
                  </a:lnTo>
                  <a:lnTo>
                    <a:pt x="8895" y="109215"/>
                  </a:lnTo>
                  <a:lnTo>
                    <a:pt x="9710" y="64486"/>
                  </a:lnTo>
                  <a:lnTo>
                    <a:pt x="10524" y="50650"/>
                  </a:lnTo>
                  <a:lnTo>
                    <a:pt x="11339" y="44962"/>
                  </a:lnTo>
                  <a:lnTo>
                    <a:pt x="12154" y="0"/>
                  </a:lnTo>
                  <a:lnTo>
                    <a:pt x="12969" y="2467"/>
                  </a:lnTo>
                  <a:lnTo>
                    <a:pt x="13783" y="9816"/>
                  </a:lnTo>
                  <a:lnTo>
                    <a:pt x="14598" y="34204"/>
                  </a:lnTo>
                  <a:lnTo>
                    <a:pt x="15413" y="65483"/>
                  </a:lnTo>
                  <a:lnTo>
                    <a:pt x="16228" y="118280"/>
                  </a:lnTo>
                  <a:lnTo>
                    <a:pt x="17043" y="190860"/>
                  </a:lnTo>
                  <a:lnTo>
                    <a:pt x="17857" y="223696"/>
                  </a:lnTo>
                  <a:lnTo>
                    <a:pt x="18672" y="248379"/>
                  </a:lnTo>
                  <a:lnTo>
                    <a:pt x="19064" y="27464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451327" y="2891877"/>
              <a:ext cx="7174" cy="370599"/>
            </a:xfrm>
            <a:custGeom>
              <a:avLst/>
              <a:pathLst>
                <a:path w="7174" h="370599">
                  <a:moveTo>
                    <a:pt x="0" y="370599"/>
                  </a:moveTo>
                  <a:lnTo>
                    <a:pt x="430" y="331763"/>
                  </a:lnTo>
                  <a:lnTo>
                    <a:pt x="1244" y="241646"/>
                  </a:lnTo>
                  <a:lnTo>
                    <a:pt x="2059" y="150708"/>
                  </a:lnTo>
                  <a:lnTo>
                    <a:pt x="2874" y="95940"/>
                  </a:lnTo>
                  <a:lnTo>
                    <a:pt x="3689" y="35023"/>
                  </a:lnTo>
                  <a:lnTo>
                    <a:pt x="4504" y="0"/>
                  </a:lnTo>
                  <a:lnTo>
                    <a:pt x="5318" y="32047"/>
                  </a:lnTo>
                  <a:lnTo>
                    <a:pt x="6133" y="168431"/>
                  </a:lnTo>
                  <a:lnTo>
                    <a:pt x="6948" y="334226"/>
                  </a:lnTo>
                  <a:lnTo>
                    <a:pt x="7174" y="37059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5463097" y="2910408"/>
              <a:ext cx="16259" cy="352069"/>
            </a:xfrm>
            <a:custGeom>
              <a:avLst/>
              <a:pathLst>
                <a:path w="16259" h="352069">
                  <a:moveTo>
                    <a:pt x="0" y="352069"/>
                  </a:moveTo>
                  <a:lnTo>
                    <a:pt x="67" y="335834"/>
                  </a:lnTo>
                  <a:lnTo>
                    <a:pt x="882" y="189941"/>
                  </a:lnTo>
                  <a:lnTo>
                    <a:pt x="1697" y="111286"/>
                  </a:lnTo>
                  <a:lnTo>
                    <a:pt x="2512" y="36188"/>
                  </a:lnTo>
                  <a:lnTo>
                    <a:pt x="3326" y="46025"/>
                  </a:lnTo>
                  <a:lnTo>
                    <a:pt x="4141" y="90403"/>
                  </a:lnTo>
                  <a:lnTo>
                    <a:pt x="4956" y="169376"/>
                  </a:lnTo>
                  <a:lnTo>
                    <a:pt x="5771" y="191940"/>
                  </a:lnTo>
                  <a:lnTo>
                    <a:pt x="6585" y="78035"/>
                  </a:lnTo>
                  <a:lnTo>
                    <a:pt x="7400" y="0"/>
                  </a:lnTo>
                  <a:lnTo>
                    <a:pt x="8215" y="17937"/>
                  </a:lnTo>
                  <a:lnTo>
                    <a:pt x="9030" y="71305"/>
                  </a:lnTo>
                  <a:lnTo>
                    <a:pt x="9845" y="97796"/>
                  </a:lnTo>
                  <a:lnTo>
                    <a:pt x="10659" y="114878"/>
                  </a:lnTo>
                  <a:lnTo>
                    <a:pt x="11474" y="233241"/>
                  </a:lnTo>
                  <a:lnTo>
                    <a:pt x="12289" y="311275"/>
                  </a:lnTo>
                  <a:lnTo>
                    <a:pt x="13104" y="293339"/>
                  </a:lnTo>
                  <a:lnTo>
                    <a:pt x="13918" y="298940"/>
                  </a:lnTo>
                  <a:lnTo>
                    <a:pt x="14733" y="291421"/>
                  </a:lnTo>
                  <a:lnTo>
                    <a:pt x="15548" y="298898"/>
                  </a:lnTo>
                  <a:lnTo>
                    <a:pt x="16259" y="35206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5480839" y="2854323"/>
              <a:ext cx="8226" cy="408153"/>
            </a:xfrm>
            <a:custGeom>
              <a:avLst/>
              <a:pathLst>
                <a:path w="8226" h="408153">
                  <a:moveTo>
                    <a:pt x="0" y="408153"/>
                  </a:moveTo>
                  <a:lnTo>
                    <a:pt x="250" y="394066"/>
                  </a:lnTo>
                  <a:lnTo>
                    <a:pt x="1065" y="316561"/>
                  </a:lnTo>
                  <a:lnTo>
                    <a:pt x="1880" y="301469"/>
                  </a:lnTo>
                  <a:lnTo>
                    <a:pt x="2695" y="187864"/>
                  </a:lnTo>
                  <a:lnTo>
                    <a:pt x="3510" y="49671"/>
                  </a:lnTo>
                  <a:lnTo>
                    <a:pt x="4324" y="0"/>
                  </a:lnTo>
                  <a:lnTo>
                    <a:pt x="5139" y="82672"/>
                  </a:lnTo>
                  <a:lnTo>
                    <a:pt x="5954" y="235420"/>
                  </a:lnTo>
                  <a:lnTo>
                    <a:pt x="6769" y="288621"/>
                  </a:lnTo>
                  <a:lnTo>
                    <a:pt x="7583" y="377121"/>
                  </a:lnTo>
                  <a:lnTo>
                    <a:pt x="8226" y="40815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5489424" y="2606539"/>
              <a:ext cx="81819" cy="655937"/>
            </a:xfrm>
            <a:custGeom>
              <a:avLst/>
              <a:pathLst>
                <a:path w="81819" h="655937">
                  <a:moveTo>
                    <a:pt x="0" y="655937"/>
                  </a:moveTo>
                  <a:lnTo>
                    <a:pt x="627" y="628032"/>
                  </a:lnTo>
                  <a:lnTo>
                    <a:pt x="1442" y="488832"/>
                  </a:lnTo>
                  <a:lnTo>
                    <a:pt x="2257" y="276306"/>
                  </a:lnTo>
                  <a:lnTo>
                    <a:pt x="3072" y="83609"/>
                  </a:lnTo>
                  <a:lnTo>
                    <a:pt x="3887" y="0"/>
                  </a:lnTo>
                  <a:lnTo>
                    <a:pt x="4701" y="19225"/>
                  </a:lnTo>
                  <a:lnTo>
                    <a:pt x="5516" y="81242"/>
                  </a:lnTo>
                  <a:lnTo>
                    <a:pt x="6331" y="183511"/>
                  </a:lnTo>
                  <a:lnTo>
                    <a:pt x="7146" y="315196"/>
                  </a:lnTo>
                  <a:lnTo>
                    <a:pt x="7960" y="477300"/>
                  </a:lnTo>
                  <a:lnTo>
                    <a:pt x="8775" y="578537"/>
                  </a:lnTo>
                  <a:lnTo>
                    <a:pt x="9590" y="597207"/>
                  </a:lnTo>
                  <a:lnTo>
                    <a:pt x="10405" y="597207"/>
                  </a:lnTo>
                  <a:lnTo>
                    <a:pt x="11220" y="597207"/>
                  </a:lnTo>
                  <a:lnTo>
                    <a:pt x="12034" y="569198"/>
                  </a:lnTo>
                  <a:lnTo>
                    <a:pt x="12849" y="518582"/>
                  </a:lnTo>
                  <a:lnTo>
                    <a:pt x="13664" y="502860"/>
                  </a:lnTo>
                  <a:lnTo>
                    <a:pt x="14479" y="429607"/>
                  </a:lnTo>
                  <a:lnTo>
                    <a:pt x="15293" y="319928"/>
                  </a:lnTo>
                  <a:lnTo>
                    <a:pt x="16108" y="273704"/>
                  </a:lnTo>
                  <a:lnTo>
                    <a:pt x="16923" y="262304"/>
                  </a:lnTo>
                  <a:lnTo>
                    <a:pt x="17738" y="249758"/>
                  </a:lnTo>
                  <a:lnTo>
                    <a:pt x="18553" y="186360"/>
                  </a:lnTo>
                  <a:lnTo>
                    <a:pt x="19367" y="262722"/>
                  </a:lnTo>
                  <a:lnTo>
                    <a:pt x="20182" y="395949"/>
                  </a:lnTo>
                  <a:lnTo>
                    <a:pt x="20997" y="432396"/>
                  </a:lnTo>
                  <a:lnTo>
                    <a:pt x="21812" y="449088"/>
                  </a:lnTo>
                  <a:lnTo>
                    <a:pt x="22626" y="528647"/>
                  </a:lnTo>
                  <a:lnTo>
                    <a:pt x="23441" y="616383"/>
                  </a:lnTo>
                  <a:lnTo>
                    <a:pt x="24256" y="489239"/>
                  </a:lnTo>
                  <a:lnTo>
                    <a:pt x="25071" y="318757"/>
                  </a:lnTo>
                  <a:lnTo>
                    <a:pt x="25886" y="185671"/>
                  </a:lnTo>
                  <a:lnTo>
                    <a:pt x="26700" y="128021"/>
                  </a:lnTo>
                  <a:lnTo>
                    <a:pt x="27515" y="71972"/>
                  </a:lnTo>
                  <a:lnTo>
                    <a:pt x="28330" y="49278"/>
                  </a:lnTo>
                  <a:lnTo>
                    <a:pt x="29145" y="129266"/>
                  </a:lnTo>
                  <a:lnTo>
                    <a:pt x="29960" y="183116"/>
                  </a:lnTo>
                  <a:lnTo>
                    <a:pt x="30774" y="300854"/>
                  </a:lnTo>
                  <a:lnTo>
                    <a:pt x="31589" y="381222"/>
                  </a:lnTo>
                  <a:lnTo>
                    <a:pt x="32404" y="420877"/>
                  </a:lnTo>
                  <a:lnTo>
                    <a:pt x="33219" y="434954"/>
                  </a:lnTo>
                  <a:lnTo>
                    <a:pt x="34033" y="455831"/>
                  </a:lnTo>
                  <a:lnTo>
                    <a:pt x="34848" y="475256"/>
                  </a:lnTo>
                  <a:lnTo>
                    <a:pt x="35663" y="406949"/>
                  </a:lnTo>
                  <a:lnTo>
                    <a:pt x="36478" y="312915"/>
                  </a:lnTo>
                  <a:lnTo>
                    <a:pt x="37293" y="268896"/>
                  </a:lnTo>
                  <a:lnTo>
                    <a:pt x="38107" y="263821"/>
                  </a:lnTo>
                  <a:lnTo>
                    <a:pt x="38922" y="213625"/>
                  </a:lnTo>
                  <a:lnTo>
                    <a:pt x="39737" y="209504"/>
                  </a:lnTo>
                  <a:lnTo>
                    <a:pt x="40552" y="305465"/>
                  </a:lnTo>
                  <a:lnTo>
                    <a:pt x="41366" y="458138"/>
                  </a:lnTo>
                  <a:lnTo>
                    <a:pt x="42181" y="492267"/>
                  </a:lnTo>
                  <a:lnTo>
                    <a:pt x="42996" y="465119"/>
                  </a:lnTo>
                  <a:lnTo>
                    <a:pt x="43811" y="497503"/>
                  </a:lnTo>
                  <a:lnTo>
                    <a:pt x="44626" y="613879"/>
                  </a:lnTo>
                  <a:lnTo>
                    <a:pt x="45440" y="636544"/>
                  </a:lnTo>
                  <a:lnTo>
                    <a:pt x="46255" y="526069"/>
                  </a:lnTo>
                  <a:lnTo>
                    <a:pt x="47070" y="497525"/>
                  </a:lnTo>
                  <a:lnTo>
                    <a:pt x="47885" y="497872"/>
                  </a:lnTo>
                  <a:lnTo>
                    <a:pt x="48699" y="452200"/>
                  </a:lnTo>
                  <a:lnTo>
                    <a:pt x="49514" y="382211"/>
                  </a:lnTo>
                  <a:lnTo>
                    <a:pt x="50329" y="322578"/>
                  </a:lnTo>
                  <a:lnTo>
                    <a:pt x="51144" y="375148"/>
                  </a:lnTo>
                  <a:lnTo>
                    <a:pt x="51959" y="448774"/>
                  </a:lnTo>
                  <a:lnTo>
                    <a:pt x="52773" y="486272"/>
                  </a:lnTo>
                  <a:lnTo>
                    <a:pt x="53588" y="608704"/>
                  </a:lnTo>
                  <a:lnTo>
                    <a:pt x="54403" y="635605"/>
                  </a:lnTo>
                  <a:lnTo>
                    <a:pt x="55218" y="592570"/>
                  </a:lnTo>
                  <a:lnTo>
                    <a:pt x="56032" y="465333"/>
                  </a:lnTo>
                  <a:lnTo>
                    <a:pt x="56847" y="298468"/>
                  </a:lnTo>
                  <a:lnTo>
                    <a:pt x="57662" y="268496"/>
                  </a:lnTo>
                  <a:lnTo>
                    <a:pt x="58477" y="257490"/>
                  </a:lnTo>
                  <a:lnTo>
                    <a:pt x="59292" y="261982"/>
                  </a:lnTo>
                  <a:lnTo>
                    <a:pt x="60106" y="339452"/>
                  </a:lnTo>
                  <a:lnTo>
                    <a:pt x="60921" y="465960"/>
                  </a:lnTo>
                  <a:lnTo>
                    <a:pt x="61736" y="583337"/>
                  </a:lnTo>
                  <a:lnTo>
                    <a:pt x="62551" y="554979"/>
                  </a:lnTo>
                  <a:lnTo>
                    <a:pt x="63365" y="503358"/>
                  </a:lnTo>
                  <a:lnTo>
                    <a:pt x="64180" y="515790"/>
                  </a:lnTo>
                  <a:lnTo>
                    <a:pt x="64995" y="576803"/>
                  </a:lnTo>
                  <a:lnTo>
                    <a:pt x="65810" y="565384"/>
                  </a:lnTo>
                  <a:lnTo>
                    <a:pt x="66625" y="519979"/>
                  </a:lnTo>
                  <a:lnTo>
                    <a:pt x="67439" y="551654"/>
                  </a:lnTo>
                  <a:lnTo>
                    <a:pt x="68254" y="578499"/>
                  </a:lnTo>
                  <a:lnTo>
                    <a:pt x="69069" y="566069"/>
                  </a:lnTo>
                  <a:lnTo>
                    <a:pt x="69884" y="505057"/>
                  </a:lnTo>
                  <a:lnTo>
                    <a:pt x="70699" y="517090"/>
                  </a:lnTo>
                  <a:lnTo>
                    <a:pt x="71513" y="551082"/>
                  </a:lnTo>
                  <a:lnTo>
                    <a:pt x="72328" y="496708"/>
                  </a:lnTo>
                  <a:lnTo>
                    <a:pt x="73143" y="412834"/>
                  </a:lnTo>
                  <a:lnTo>
                    <a:pt x="73958" y="282921"/>
                  </a:lnTo>
                  <a:lnTo>
                    <a:pt x="74772" y="135651"/>
                  </a:lnTo>
                  <a:lnTo>
                    <a:pt x="75587" y="42953"/>
                  </a:lnTo>
                  <a:lnTo>
                    <a:pt x="76402" y="30129"/>
                  </a:lnTo>
                  <a:lnTo>
                    <a:pt x="77217" y="55200"/>
                  </a:lnTo>
                  <a:lnTo>
                    <a:pt x="78032" y="131155"/>
                  </a:lnTo>
                  <a:lnTo>
                    <a:pt x="78846" y="294207"/>
                  </a:lnTo>
                  <a:lnTo>
                    <a:pt x="79661" y="441477"/>
                  </a:lnTo>
                  <a:lnTo>
                    <a:pt x="80476" y="539163"/>
                  </a:lnTo>
                  <a:lnTo>
                    <a:pt x="81291" y="612887"/>
                  </a:lnTo>
                  <a:lnTo>
                    <a:pt x="81819" y="65593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5571840" y="2440468"/>
              <a:ext cx="49788" cy="822009"/>
            </a:xfrm>
            <a:custGeom>
              <a:avLst/>
              <a:pathLst>
                <a:path w="49788" h="822009">
                  <a:moveTo>
                    <a:pt x="0" y="822009"/>
                  </a:moveTo>
                  <a:lnTo>
                    <a:pt x="505" y="783852"/>
                  </a:lnTo>
                  <a:lnTo>
                    <a:pt x="1320" y="690589"/>
                  </a:lnTo>
                  <a:lnTo>
                    <a:pt x="2134" y="611978"/>
                  </a:lnTo>
                  <a:lnTo>
                    <a:pt x="2949" y="514664"/>
                  </a:lnTo>
                  <a:lnTo>
                    <a:pt x="3764" y="414285"/>
                  </a:lnTo>
                  <a:lnTo>
                    <a:pt x="4579" y="361158"/>
                  </a:lnTo>
                  <a:lnTo>
                    <a:pt x="5394" y="378889"/>
                  </a:lnTo>
                  <a:lnTo>
                    <a:pt x="6208" y="354510"/>
                  </a:lnTo>
                  <a:lnTo>
                    <a:pt x="7023" y="381345"/>
                  </a:lnTo>
                  <a:lnTo>
                    <a:pt x="7838" y="361704"/>
                  </a:lnTo>
                  <a:lnTo>
                    <a:pt x="8653" y="310267"/>
                  </a:lnTo>
                  <a:lnTo>
                    <a:pt x="9467" y="257668"/>
                  </a:lnTo>
                  <a:lnTo>
                    <a:pt x="10282" y="184390"/>
                  </a:lnTo>
                  <a:lnTo>
                    <a:pt x="11097" y="162903"/>
                  </a:lnTo>
                  <a:lnTo>
                    <a:pt x="11912" y="155160"/>
                  </a:lnTo>
                  <a:lnTo>
                    <a:pt x="12727" y="200321"/>
                  </a:lnTo>
                  <a:lnTo>
                    <a:pt x="13541" y="255557"/>
                  </a:lnTo>
                  <a:lnTo>
                    <a:pt x="14356" y="294036"/>
                  </a:lnTo>
                  <a:lnTo>
                    <a:pt x="15171" y="417350"/>
                  </a:lnTo>
                  <a:lnTo>
                    <a:pt x="15986" y="597841"/>
                  </a:lnTo>
                  <a:lnTo>
                    <a:pt x="16801" y="670592"/>
                  </a:lnTo>
                  <a:lnTo>
                    <a:pt x="17615" y="668272"/>
                  </a:lnTo>
                  <a:lnTo>
                    <a:pt x="18430" y="673021"/>
                  </a:lnTo>
                  <a:lnTo>
                    <a:pt x="19245" y="739893"/>
                  </a:lnTo>
                  <a:lnTo>
                    <a:pt x="20060" y="750285"/>
                  </a:lnTo>
                  <a:lnTo>
                    <a:pt x="20874" y="618692"/>
                  </a:lnTo>
                  <a:lnTo>
                    <a:pt x="21689" y="486986"/>
                  </a:lnTo>
                  <a:lnTo>
                    <a:pt x="22504" y="461251"/>
                  </a:lnTo>
                  <a:lnTo>
                    <a:pt x="23319" y="398937"/>
                  </a:lnTo>
                  <a:lnTo>
                    <a:pt x="24134" y="215395"/>
                  </a:lnTo>
                  <a:lnTo>
                    <a:pt x="24948" y="77247"/>
                  </a:lnTo>
                  <a:lnTo>
                    <a:pt x="25763" y="0"/>
                  </a:lnTo>
                  <a:lnTo>
                    <a:pt x="26578" y="80783"/>
                  </a:lnTo>
                  <a:lnTo>
                    <a:pt x="27393" y="160209"/>
                  </a:lnTo>
                  <a:lnTo>
                    <a:pt x="28207" y="184524"/>
                  </a:lnTo>
                  <a:lnTo>
                    <a:pt x="29022" y="240508"/>
                  </a:lnTo>
                  <a:lnTo>
                    <a:pt x="29837" y="305371"/>
                  </a:lnTo>
                  <a:lnTo>
                    <a:pt x="30652" y="363364"/>
                  </a:lnTo>
                  <a:lnTo>
                    <a:pt x="31467" y="334037"/>
                  </a:lnTo>
                  <a:lnTo>
                    <a:pt x="32281" y="299235"/>
                  </a:lnTo>
                  <a:lnTo>
                    <a:pt x="33096" y="310950"/>
                  </a:lnTo>
                  <a:lnTo>
                    <a:pt x="33911" y="261228"/>
                  </a:lnTo>
                  <a:lnTo>
                    <a:pt x="34726" y="177291"/>
                  </a:lnTo>
                  <a:lnTo>
                    <a:pt x="35540" y="193350"/>
                  </a:lnTo>
                  <a:lnTo>
                    <a:pt x="36355" y="199596"/>
                  </a:lnTo>
                  <a:lnTo>
                    <a:pt x="37170" y="159792"/>
                  </a:lnTo>
                  <a:lnTo>
                    <a:pt x="37985" y="173561"/>
                  </a:lnTo>
                  <a:lnTo>
                    <a:pt x="38800" y="288097"/>
                  </a:lnTo>
                  <a:lnTo>
                    <a:pt x="39614" y="423077"/>
                  </a:lnTo>
                  <a:lnTo>
                    <a:pt x="40429" y="495761"/>
                  </a:lnTo>
                  <a:lnTo>
                    <a:pt x="41244" y="540804"/>
                  </a:lnTo>
                  <a:lnTo>
                    <a:pt x="42059" y="641446"/>
                  </a:lnTo>
                  <a:lnTo>
                    <a:pt x="42873" y="701462"/>
                  </a:lnTo>
                  <a:lnTo>
                    <a:pt x="43688" y="779974"/>
                  </a:lnTo>
                  <a:lnTo>
                    <a:pt x="44503" y="776981"/>
                  </a:lnTo>
                  <a:lnTo>
                    <a:pt x="45318" y="688989"/>
                  </a:lnTo>
                  <a:lnTo>
                    <a:pt x="46133" y="696053"/>
                  </a:lnTo>
                  <a:lnTo>
                    <a:pt x="46947" y="712828"/>
                  </a:lnTo>
                  <a:lnTo>
                    <a:pt x="47762" y="779211"/>
                  </a:lnTo>
                  <a:lnTo>
                    <a:pt x="48577" y="776398"/>
                  </a:lnTo>
                  <a:lnTo>
                    <a:pt x="49392" y="781582"/>
                  </a:lnTo>
                  <a:lnTo>
                    <a:pt x="49788" y="82200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5627305" y="2766392"/>
              <a:ext cx="23371" cy="496084"/>
            </a:xfrm>
            <a:custGeom>
              <a:avLst/>
              <a:pathLst>
                <a:path w="23371" h="496084">
                  <a:moveTo>
                    <a:pt x="0" y="496084"/>
                  </a:moveTo>
                  <a:lnTo>
                    <a:pt x="444" y="431353"/>
                  </a:lnTo>
                  <a:lnTo>
                    <a:pt x="1259" y="253588"/>
                  </a:lnTo>
                  <a:lnTo>
                    <a:pt x="2074" y="165179"/>
                  </a:lnTo>
                  <a:lnTo>
                    <a:pt x="2889" y="143818"/>
                  </a:lnTo>
                  <a:lnTo>
                    <a:pt x="3704" y="148235"/>
                  </a:lnTo>
                  <a:lnTo>
                    <a:pt x="4518" y="112116"/>
                  </a:lnTo>
                  <a:lnTo>
                    <a:pt x="5333" y="70552"/>
                  </a:lnTo>
                  <a:lnTo>
                    <a:pt x="6148" y="149621"/>
                  </a:lnTo>
                  <a:lnTo>
                    <a:pt x="6963" y="236383"/>
                  </a:lnTo>
                  <a:lnTo>
                    <a:pt x="7777" y="220092"/>
                  </a:lnTo>
                  <a:lnTo>
                    <a:pt x="8592" y="140777"/>
                  </a:lnTo>
                  <a:lnTo>
                    <a:pt x="9407" y="150812"/>
                  </a:lnTo>
                  <a:lnTo>
                    <a:pt x="10222" y="191626"/>
                  </a:lnTo>
                  <a:lnTo>
                    <a:pt x="11037" y="144465"/>
                  </a:lnTo>
                  <a:lnTo>
                    <a:pt x="11851" y="28754"/>
                  </a:lnTo>
                  <a:lnTo>
                    <a:pt x="12666" y="0"/>
                  </a:lnTo>
                  <a:lnTo>
                    <a:pt x="13481" y="43025"/>
                  </a:lnTo>
                  <a:lnTo>
                    <a:pt x="14296" y="49179"/>
                  </a:lnTo>
                  <a:lnTo>
                    <a:pt x="15110" y="40244"/>
                  </a:lnTo>
                  <a:lnTo>
                    <a:pt x="15925" y="106340"/>
                  </a:lnTo>
                  <a:lnTo>
                    <a:pt x="16740" y="237356"/>
                  </a:lnTo>
                  <a:lnTo>
                    <a:pt x="17555" y="293151"/>
                  </a:lnTo>
                  <a:lnTo>
                    <a:pt x="18370" y="277410"/>
                  </a:lnTo>
                  <a:lnTo>
                    <a:pt x="19184" y="282215"/>
                  </a:lnTo>
                  <a:lnTo>
                    <a:pt x="19999" y="370151"/>
                  </a:lnTo>
                  <a:lnTo>
                    <a:pt x="20814" y="408831"/>
                  </a:lnTo>
                  <a:lnTo>
                    <a:pt x="21629" y="427015"/>
                  </a:lnTo>
                  <a:lnTo>
                    <a:pt x="22443" y="469570"/>
                  </a:lnTo>
                  <a:lnTo>
                    <a:pt x="23258" y="492161"/>
                  </a:lnTo>
                  <a:lnTo>
                    <a:pt x="23371" y="49608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5651574" y="2912308"/>
              <a:ext cx="17113" cy="350168"/>
            </a:xfrm>
            <a:custGeom>
              <a:avLst/>
              <a:pathLst>
                <a:path w="17113" h="350168">
                  <a:moveTo>
                    <a:pt x="0" y="350168"/>
                  </a:moveTo>
                  <a:lnTo>
                    <a:pt x="619" y="272867"/>
                  </a:lnTo>
                  <a:lnTo>
                    <a:pt x="1434" y="155845"/>
                  </a:lnTo>
                  <a:lnTo>
                    <a:pt x="2248" y="87804"/>
                  </a:lnTo>
                  <a:lnTo>
                    <a:pt x="3063" y="0"/>
                  </a:lnTo>
                  <a:lnTo>
                    <a:pt x="3878" y="37567"/>
                  </a:lnTo>
                  <a:lnTo>
                    <a:pt x="4693" y="73719"/>
                  </a:lnTo>
                  <a:lnTo>
                    <a:pt x="5508" y="96635"/>
                  </a:lnTo>
                  <a:lnTo>
                    <a:pt x="6322" y="166313"/>
                  </a:lnTo>
                  <a:lnTo>
                    <a:pt x="7137" y="232808"/>
                  </a:lnTo>
                  <a:lnTo>
                    <a:pt x="7952" y="248060"/>
                  </a:lnTo>
                  <a:lnTo>
                    <a:pt x="8767" y="190641"/>
                  </a:lnTo>
                  <a:lnTo>
                    <a:pt x="9581" y="173663"/>
                  </a:lnTo>
                  <a:lnTo>
                    <a:pt x="10396" y="217226"/>
                  </a:lnTo>
                  <a:lnTo>
                    <a:pt x="11211" y="232431"/>
                  </a:lnTo>
                  <a:lnTo>
                    <a:pt x="12026" y="188830"/>
                  </a:lnTo>
                  <a:lnTo>
                    <a:pt x="12841" y="144010"/>
                  </a:lnTo>
                  <a:lnTo>
                    <a:pt x="13655" y="139103"/>
                  </a:lnTo>
                  <a:lnTo>
                    <a:pt x="14470" y="196361"/>
                  </a:lnTo>
                  <a:lnTo>
                    <a:pt x="15285" y="257458"/>
                  </a:lnTo>
                  <a:lnTo>
                    <a:pt x="16100" y="302678"/>
                  </a:lnTo>
                  <a:lnTo>
                    <a:pt x="16915" y="329534"/>
                  </a:lnTo>
                  <a:lnTo>
                    <a:pt x="17113" y="35016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671750" y="2900449"/>
              <a:ext cx="10153" cy="362027"/>
            </a:xfrm>
            <a:custGeom>
              <a:avLst/>
              <a:pathLst>
                <a:path w="10153" h="362027">
                  <a:moveTo>
                    <a:pt x="0" y="362027"/>
                  </a:moveTo>
                  <a:lnTo>
                    <a:pt x="812" y="257011"/>
                  </a:lnTo>
                  <a:lnTo>
                    <a:pt x="1627" y="160495"/>
                  </a:lnTo>
                  <a:lnTo>
                    <a:pt x="2442" y="99497"/>
                  </a:lnTo>
                  <a:lnTo>
                    <a:pt x="3257" y="27594"/>
                  </a:lnTo>
                  <a:lnTo>
                    <a:pt x="4071" y="0"/>
                  </a:lnTo>
                  <a:lnTo>
                    <a:pt x="4886" y="15376"/>
                  </a:lnTo>
                  <a:lnTo>
                    <a:pt x="5701" y="47797"/>
                  </a:lnTo>
                  <a:lnTo>
                    <a:pt x="6516" y="141632"/>
                  </a:lnTo>
                  <a:lnTo>
                    <a:pt x="7330" y="240458"/>
                  </a:lnTo>
                  <a:lnTo>
                    <a:pt x="8145" y="355754"/>
                  </a:lnTo>
                  <a:lnTo>
                    <a:pt x="8960" y="335079"/>
                  </a:lnTo>
                  <a:lnTo>
                    <a:pt x="9775" y="315589"/>
                  </a:lnTo>
                  <a:lnTo>
                    <a:pt x="10153" y="36202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695750" y="2857054"/>
              <a:ext cx="6911" cy="405422"/>
            </a:xfrm>
            <a:custGeom>
              <a:avLst/>
              <a:pathLst>
                <a:path w="6911" h="405422">
                  <a:moveTo>
                    <a:pt x="0" y="405422"/>
                  </a:moveTo>
                  <a:lnTo>
                    <a:pt x="441" y="330915"/>
                  </a:lnTo>
                  <a:lnTo>
                    <a:pt x="1256" y="212721"/>
                  </a:lnTo>
                  <a:lnTo>
                    <a:pt x="2071" y="117035"/>
                  </a:lnTo>
                  <a:lnTo>
                    <a:pt x="2885" y="36908"/>
                  </a:lnTo>
                  <a:lnTo>
                    <a:pt x="3700" y="0"/>
                  </a:lnTo>
                  <a:lnTo>
                    <a:pt x="4515" y="14695"/>
                  </a:lnTo>
                  <a:lnTo>
                    <a:pt x="5330" y="125357"/>
                  </a:lnTo>
                  <a:lnTo>
                    <a:pt x="6145" y="263589"/>
                  </a:lnTo>
                  <a:lnTo>
                    <a:pt x="6911" y="40542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706983" y="3118301"/>
              <a:ext cx="3347" cy="144175"/>
            </a:xfrm>
            <a:custGeom>
              <a:avLst/>
              <a:pathLst>
                <a:path w="3347" h="144175">
                  <a:moveTo>
                    <a:pt x="0" y="144175"/>
                  </a:moveTo>
                  <a:lnTo>
                    <a:pt x="615" y="53162"/>
                  </a:lnTo>
                  <a:lnTo>
                    <a:pt x="1430" y="0"/>
                  </a:lnTo>
                  <a:lnTo>
                    <a:pt x="2245" y="74192"/>
                  </a:lnTo>
                  <a:lnTo>
                    <a:pt x="3059" y="133683"/>
                  </a:lnTo>
                  <a:lnTo>
                    <a:pt x="3347" y="14417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5714224" y="3203747"/>
              <a:ext cx="3074" cy="58729"/>
            </a:xfrm>
            <a:custGeom>
              <a:avLst/>
              <a:pathLst>
                <a:path w="3074" h="58729">
                  <a:moveTo>
                    <a:pt x="0" y="58729"/>
                  </a:moveTo>
                  <a:lnTo>
                    <a:pt x="707" y="29711"/>
                  </a:lnTo>
                  <a:lnTo>
                    <a:pt x="1522" y="0"/>
                  </a:lnTo>
                  <a:lnTo>
                    <a:pt x="2336" y="6077"/>
                  </a:lnTo>
                  <a:lnTo>
                    <a:pt x="3074" y="5872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5724149" y="3070395"/>
              <a:ext cx="10874" cy="192081"/>
            </a:xfrm>
            <a:custGeom>
              <a:avLst/>
              <a:pathLst>
                <a:path w="10874" h="192081">
                  <a:moveTo>
                    <a:pt x="0" y="192081"/>
                  </a:moveTo>
                  <a:lnTo>
                    <a:pt x="559" y="123780"/>
                  </a:lnTo>
                  <a:lnTo>
                    <a:pt x="1374" y="65427"/>
                  </a:lnTo>
                  <a:lnTo>
                    <a:pt x="2189" y="41192"/>
                  </a:lnTo>
                  <a:lnTo>
                    <a:pt x="3003" y="41193"/>
                  </a:lnTo>
                  <a:lnTo>
                    <a:pt x="3818" y="41193"/>
                  </a:lnTo>
                  <a:lnTo>
                    <a:pt x="4633" y="33204"/>
                  </a:lnTo>
                  <a:lnTo>
                    <a:pt x="5448" y="41612"/>
                  </a:lnTo>
                  <a:lnTo>
                    <a:pt x="6262" y="39720"/>
                  </a:lnTo>
                  <a:lnTo>
                    <a:pt x="7077" y="0"/>
                  </a:lnTo>
                  <a:lnTo>
                    <a:pt x="7892" y="17553"/>
                  </a:lnTo>
                  <a:lnTo>
                    <a:pt x="8707" y="99354"/>
                  </a:lnTo>
                  <a:lnTo>
                    <a:pt x="9522" y="158585"/>
                  </a:lnTo>
                  <a:lnTo>
                    <a:pt x="10336" y="167256"/>
                  </a:lnTo>
                  <a:lnTo>
                    <a:pt x="10874" y="19208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5740187" y="2900069"/>
              <a:ext cx="10230" cy="362407"/>
            </a:xfrm>
            <a:custGeom>
              <a:avLst/>
              <a:pathLst>
                <a:path w="10230" h="362407">
                  <a:moveTo>
                    <a:pt x="0" y="362407"/>
                  </a:moveTo>
                  <a:lnTo>
                    <a:pt x="2" y="362108"/>
                  </a:lnTo>
                  <a:lnTo>
                    <a:pt x="817" y="253033"/>
                  </a:lnTo>
                  <a:lnTo>
                    <a:pt x="1631" y="230519"/>
                  </a:lnTo>
                  <a:lnTo>
                    <a:pt x="2446" y="148103"/>
                  </a:lnTo>
                  <a:lnTo>
                    <a:pt x="3261" y="26343"/>
                  </a:lnTo>
                  <a:lnTo>
                    <a:pt x="4076" y="0"/>
                  </a:lnTo>
                  <a:lnTo>
                    <a:pt x="4890" y="62565"/>
                  </a:lnTo>
                  <a:lnTo>
                    <a:pt x="5705" y="84985"/>
                  </a:lnTo>
                  <a:lnTo>
                    <a:pt x="6520" y="94621"/>
                  </a:lnTo>
                  <a:lnTo>
                    <a:pt x="7335" y="145732"/>
                  </a:lnTo>
                  <a:lnTo>
                    <a:pt x="8150" y="252802"/>
                  </a:lnTo>
                  <a:lnTo>
                    <a:pt x="8964" y="282111"/>
                  </a:lnTo>
                  <a:lnTo>
                    <a:pt x="9779" y="334409"/>
                  </a:lnTo>
                  <a:lnTo>
                    <a:pt x="10230" y="36240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5761578" y="2688341"/>
              <a:ext cx="38569" cy="574136"/>
            </a:xfrm>
            <a:custGeom>
              <a:avLst/>
              <a:pathLst>
                <a:path w="38569" h="574136">
                  <a:moveTo>
                    <a:pt x="0" y="574136"/>
                  </a:moveTo>
                  <a:lnTo>
                    <a:pt x="610" y="565183"/>
                  </a:lnTo>
                  <a:lnTo>
                    <a:pt x="1425" y="504171"/>
                  </a:lnTo>
                  <a:lnTo>
                    <a:pt x="2240" y="501432"/>
                  </a:lnTo>
                  <a:lnTo>
                    <a:pt x="3054" y="514785"/>
                  </a:lnTo>
                  <a:lnTo>
                    <a:pt x="3869" y="515406"/>
                  </a:lnTo>
                  <a:lnTo>
                    <a:pt x="4684" y="515406"/>
                  </a:lnTo>
                  <a:lnTo>
                    <a:pt x="5499" y="515406"/>
                  </a:lnTo>
                  <a:lnTo>
                    <a:pt x="6313" y="515406"/>
                  </a:lnTo>
                  <a:lnTo>
                    <a:pt x="7128" y="515406"/>
                  </a:lnTo>
                  <a:lnTo>
                    <a:pt x="7943" y="515406"/>
                  </a:lnTo>
                  <a:lnTo>
                    <a:pt x="8758" y="515406"/>
                  </a:lnTo>
                  <a:lnTo>
                    <a:pt x="9573" y="515406"/>
                  </a:lnTo>
                  <a:lnTo>
                    <a:pt x="10387" y="487458"/>
                  </a:lnTo>
                  <a:lnTo>
                    <a:pt x="11202" y="422724"/>
                  </a:lnTo>
                  <a:lnTo>
                    <a:pt x="12017" y="346117"/>
                  </a:lnTo>
                  <a:lnTo>
                    <a:pt x="12832" y="201609"/>
                  </a:lnTo>
                  <a:lnTo>
                    <a:pt x="13646" y="81136"/>
                  </a:lnTo>
                  <a:lnTo>
                    <a:pt x="14461" y="0"/>
                  </a:lnTo>
                  <a:lnTo>
                    <a:pt x="15276" y="22552"/>
                  </a:lnTo>
                  <a:lnTo>
                    <a:pt x="16091" y="87287"/>
                  </a:lnTo>
                  <a:lnTo>
                    <a:pt x="16906" y="166894"/>
                  </a:lnTo>
                  <a:lnTo>
                    <a:pt x="17720" y="335029"/>
                  </a:lnTo>
                  <a:lnTo>
                    <a:pt x="18535" y="388288"/>
                  </a:lnTo>
                  <a:lnTo>
                    <a:pt x="19350" y="435420"/>
                  </a:lnTo>
                  <a:lnTo>
                    <a:pt x="20165" y="410724"/>
                  </a:lnTo>
                  <a:lnTo>
                    <a:pt x="20979" y="351702"/>
                  </a:lnTo>
                  <a:lnTo>
                    <a:pt x="21794" y="335248"/>
                  </a:lnTo>
                  <a:lnTo>
                    <a:pt x="22609" y="191160"/>
                  </a:lnTo>
                  <a:lnTo>
                    <a:pt x="23424" y="190275"/>
                  </a:lnTo>
                  <a:lnTo>
                    <a:pt x="24239" y="159457"/>
                  </a:lnTo>
                  <a:lnTo>
                    <a:pt x="25053" y="112839"/>
                  </a:lnTo>
                  <a:lnTo>
                    <a:pt x="25868" y="202505"/>
                  </a:lnTo>
                  <a:lnTo>
                    <a:pt x="26683" y="246195"/>
                  </a:lnTo>
                  <a:lnTo>
                    <a:pt x="27498" y="401958"/>
                  </a:lnTo>
                  <a:lnTo>
                    <a:pt x="28313" y="490223"/>
                  </a:lnTo>
                  <a:lnTo>
                    <a:pt x="29127" y="555045"/>
                  </a:lnTo>
                  <a:lnTo>
                    <a:pt x="29942" y="534541"/>
                  </a:lnTo>
                  <a:lnTo>
                    <a:pt x="30757" y="347618"/>
                  </a:lnTo>
                  <a:lnTo>
                    <a:pt x="31572" y="270879"/>
                  </a:lnTo>
                  <a:lnTo>
                    <a:pt x="32386" y="245040"/>
                  </a:lnTo>
                  <a:lnTo>
                    <a:pt x="33201" y="179082"/>
                  </a:lnTo>
                  <a:lnTo>
                    <a:pt x="34016" y="167895"/>
                  </a:lnTo>
                  <a:lnTo>
                    <a:pt x="34831" y="200632"/>
                  </a:lnTo>
                  <a:lnTo>
                    <a:pt x="35646" y="310662"/>
                  </a:lnTo>
                  <a:lnTo>
                    <a:pt x="36460" y="363678"/>
                  </a:lnTo>
                  <a:lnTo>
                    <a:pt x="37275" y="367581"/>
                  </a:lnTo>
                  <a:lnTo>
                    <a:pt x="38090" y="523833"/>
                  </a:lnTo>
                  <a:lnTo>
                    <a:pt x="38569" y="57413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5804483" y="2257320"/>
              <a:ext cx="33303" cy="1005156"/>
            </a:xfrm>
            <a:custGeom>
              <a:avLst/>
              <a:pathLst>
                <a:path w="33303" h="1005156">
                  <a:moveTo>
                    <a:pt x="0" y="1005156"/>
                  </a:moveTo>
                  <a:lnTo>
                    <a:pt x="74" y="985215"/>
                  </a:lnTo>
                  <a:lnTo>
                    <a:pt x="888" y="786239"/>
                  </a:lnTo>
                  <a:lnTo>
                    <a:pt x="1703" y="804598"/>
                  </a:lnTo>
                  <a:lnTo>
                    <a:pt x="2518" y="778706"/>
                  </a:lnTo>
                  <a:lnTo>
                    <a:pt x="3333" y="703768"/>
                  </a:lnTo>
                  <a:lnTo>
                    <a:pt x="4147" y="719371"/>
                  </a:lnTo>
                  <a:lnTo>
                    <a:pt x="4962" y="772168"/>
                  </a:lnTo>
                  <a:lnTo>
                    <a:pt x="5777" y="850323"/>
                  </a:lnTo>
                  <a:lnTo>
                    <a:pt x="6592" y="829846"/>
                  </a:lnTo>
                  <a:lnTo>
                    <a:pt x="7407" y="857691"/>
                  </a:lnTo>
                  <a:lnTo>
                    <a:pt x="8221" y="875391"/>
                  </a:lnTo>
                  <a:lnTo>
                    <a:pt x="9036" y="836728"/>
                  </a:lnTo>
                  <a:lnTo>
                    <a:pt x="9851" y="801134"/>
                  </a:lnTo>
                  <a:lnTo>
                    <a:pt x="10666" y="715276"/>
                  </a:lnTo>
                  <a:lnTo>
                    <a:pt x="11480" y="596696"/>
                  </a:lnTo>
                  <a:lnTo>
                    <a:pt x="12295" y="486144"/>
                  </a:lnTo>
                  <a:lnTo>
                    <a:pt x="13110" y="352807"/>
                  </a:lnTo>
                  <a:lnTo>
                    <a:pt x="13925" y="279579"/>
                  </a:lnTo>
                  <a:lnTo>
                    <a:pt x="14740" y="200869"/>
                  </a:lnTo>
                  <a:lnTo>
                    <a:pt x="15554" y="199716"/>
                  </a:lnTo>
                  <a:lnTo>
                    <a:pt x="16369" y="162809"/>
                  </a:lnTo>
                  <a:lnTo>
                    <a:pt x="17184" y="97368"/>
                  </a:lnTo>
                  <a:lnTo>
                    <a:pt x="17999" y="31326"/>
                  </a:lnTo>
                  <a:lnTo>
                    <a:pt x="18813" y="0"/>
                  </a:lnTo>
                  <a:lnTo>
                    <a:pt x="19628" y="110347"/>
                  </a:lnTo>
                  <a:lnTo>
                    <a:pt x="20443" y="262591"/>
                  </a:lnTo>
                  <a:lnTo>
                    <a:pt x="21258" y="412675"/>
                  </a:lnTo>
                  <a:lnTo>
                    <a:pt x="22073" y="471358"/>
                  </a:lnTo>
                  <a:lnTo>
                    <a:pt x="22887" y="548067"/>
                  </a:lnTo>
                  <a:lnTo>
                    <a:pt x="23702" y="583515"/>
                  </a:lnTo>
                  <a:lnTo>
                    <a:pt x="24517" y="563759"/>
                  </a:lnTo>
                  <a:lnTo>
                    <a:pt x="25332" y="434454"/>
                  </a:lnTo>
                  <a:lnTo>
                    <a:pt x="26147" y="468854"/>
                  </a:lnTo>
                  <a:lnTo>
                    <a:pt x="26961" y="593492"/>
                  </a:lnTo>
                  <a:lnTo>
                    <a:pt x="27776" y="641170"/>
                  </a:lnTo>
                  <a:lnTo>
                    <a:pt x="28591" y="702731"/>
                  </a:lnTo>
                  <a:lnTo>
                    <a:pt x="29406" y="759817"/>
                  </a:lnTo>
                  <a:lnTo>
                    <a:pt x="30220" y="882867"/>
                  </a:lnTo>
                  <a:lnTo>
                    <a:pt x="31035" y="920061"/>
                  </a:lnTo>
                  <a:lnTo>
                    <a:pt x="31850" y="962867"/>
                  </a:lnTo>
                  <a:lnTo>
                    <a:pt x="32665" y="984064"/>
                  </a:lnTo>
                  <a:lnTo>
                    <a:pt x="33303" y="100515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5839153" y="2591060"/>
              <a:ext cx="53235" cy="671416"/>
            </a:xfrm>
            <a:custGeom>
              <a:avLst/>
              <a:pathLst>
                <a:path w="53235" h="671416">
                  <a:moveTo>
                    <a:pt x="0" y="671416"/>
                  </a:moveTo>
                  <a:lnTo>
                    <a:pt x="439" y="648928"/>
                  </a:lnTo>
                  <a:lnTo>
                    <a:pt x="1254" y="607344"/>
                  </a:lnTo>
                  <a:lnTo>
                    <a:pt x="2069" y="500774"/>
                  </a:lnTo>
                  <a:lnTo>
                    <a:pt x="2883" y="540606"/>
                  </a:lnTo>
                  <a:lnTo>
                    <a:pt x="3698" y="506955"/>
                  </a:lnTo>
                  <a:lnTo>
                    <a:pt x="4513" y="444261"/>
                  </a:lnTo>
                  <a:lnTo>
                    <a:pt x="5328" y="452669"/>
                  </a:lnTo>
                  <a:lnTo>
                    <a:pt x="6143" y="407230"/>
                  </a:lnTo>
                  <a:lnTo>
                    <a:pt x="6957" y="379180"/>
                  </a:lnTo>
                  <a:lnTo>
                    <a:pt x="7772" y="325151"/>
                  </a:lnTo>
                  <a:lnTo>
                    <a:pt x="8587" y="342337"/>
                  </a:lnTo>
                  <a:lnTo>
                    <a:pt x="9402" y="417037"/>
                  </a:lnTo>
                  <a:lnTo>
                    <a:pt x="10217" y="473138"/>
                  </a:lnTo>
                  <a:lnTo>
                    <a:pt x="11031" y="517106"/>
                  </a:lnTo>
                  <a:lnTo>
                    <a:pt x="11846" y="537101"/>
                  </a:lnTo>
                  <a:lnTo>
                    <a:pt x="12661" y="553270"/>
                  </a:lnTo>
                  <a:lnTo>
                    <a:pt x="13476" y="514444"/>
                  </a:lnTo>
                  <a:lnTo>
                    <a:pt x="14290" y="418922"/>
                  </a:lnTo>
                  <a:lnTo>
                    <a:pt x="15105" y="309202"/>
                  </a:lnTo>
                  <a:lnTo>
                    <a:pt x="15920" y="228876"/>
                  </a:lnTo>
                  <a:lnTo>
                    <a:pt x="16735" y="173916"/>
                  </a:lnTo>
                  <a:lnTo>
                    <a:pt x="17550" y="124128"/>
                  </a:lnTo>
                  <a:lnTo>
                    <a:pt x="18364" y="165369"/>
                  </a:lnTo>
                  <a:lnTo>
                    <a:pt x="19179" y="258292"/>
                  </a:lnTo>
                  <a:lnTo>
                    <a:pt x="19994" y="318412"/>
                  </a:lnTo>
                  <a:lnTo>
                    <a:pt x="20809" y="290989"/>
                  </a:lnTo>
                  <a:lnTo>
                    <a:pt x="21623" y="283649"/>
                  </a:lnTo>
                  <a:lnTo>
                    <a:pt x="22438" y="298023"/>
                  </a:lnTo>
                  <a:lnTo>
                    <a:pt x="23253" y="303972"/>
                  </a:lnTo>
                  <a:lnTo>
                    <a:pt x="24068" y="169407"/>
                  </a:lnTo>
                  <a:lnTo>
                    <a:pt x="24883" y="57367"/>
                  </a:lnTo>
                  <a:lnTo>
                    <a:pt x="25697" y="134455"/>
                  </a:lnTo>
                  <a:lnTo>
                    <a:pt x="26512" y="200654"/>
                  </a:lnTo>
                  <a:lnTo>
                    <a:pt x="27327" y="179462"/>
                  </a:lnTo>
                  <a:lnTo>
                    <a:pt x="28142" y="132164"/>
                  </a:lnTo>
                  <a:lnTo>
                    <a:pt x="28956" y="227417"/>
                  </a:lnTo>
                  <a:lnTo>
                    <a:pt x="29771" y="318686"/>
                  </a:lnTo>
                  <a:lnTo>
                    <a:pt x="30586" y="285888"/>
                  </a:lnTo>
                  <a:lnTo>
                    <a:pt x="31401" y="246793"/>
                  </a:lnTo>
                  <a:lnTo>
                    <a:pt x="32216" y="238406"/>
                  </a:lnTo>
                  <a:lnTo>
                    <a:pt x="33030" y="247938"/>
                  </a:lnTo>
                  <a:lnTo>
                    <a:pt x="33845" y="241104"/>
                  </a:lnTo>
                  <a:lnTo>
                    <a:pt x="34660" y="256387"/>
                  </a:lnTo>
                  <a:lnTo>
                    <a:pt x="35475" y="306365"/>
                  </a:lnTo>
                  <a:lnTo>
                    <a:pt x="36289" y="350764"/>
                  </a:lnTo>
                  <a:lnTo>
                    <a:pt x="37104" y="475337"/>
                  </a:lnTo>
                  <a:lnTo>
                    <a:pt x="37919" y="547654"/>
                  </a:lnTo>
                  <a:lnTo>
                    <a:pt x="38734" y="593801"/>
                  </a:lnTo>
                  <a:lnTo>
                    <a:pt x="39549" y="597230"/>
                  </a:lnTo>
                  <a:lnTo>
                    <a:pt x="40363" y="508875"/>
                  </a:lnTo>
                  <a:lnTo>
                    <a:pt x="41178" y="452807"/>
                  </a:lnTo>
                  <a:lnTo>
                    <a:pt x="41993" y="441195"/>
                  </a:lnTo>
                  <a:lnTo>
                    <a:pt x="42808" y="429649"/>
                  </a:lnTo>
                  <a:lnTo>
                    <a:pt x="43622" y="323252"/>
                  </a:lnTo>
                  <a:lnTo>
                    <a:pt x="44437" y="56681"/>
                  </a:lnTo>
                  <a:lnTo>
                    <a:pt x="45252" y="2855"/>
                  </a:lnTo>
                  <a:lnTo>
                    <a:pt x="46067" y="51038"/>
                  </a:lnTo>
                  <a:lnTo>
                    <a:pt x="46882" y="37924"/>
                  </a:lnTo>
                  <a:lnTo>
                    <a:pt x="47696" y="0"/>
                  </a:lnTo>
                  <a:lnTo>
                    <a:pt x="48511" y="22050"/>
                  </a:lnTo>
                  <a:lnTo>
                    <a:pt x="49326" y="274258"/>
                  </a:lnTo>
                  <a:lnTo>
                    <a:pt x="50141" y="443589"/>
                  </a:lnTo>
                  <a:lnTo>
                    <a:pt x="50956" y="496199"/>
                  </a:lnTo>
                  <a:lnTo>
                    <a:pt x="51770" y="509488"/>
                  </a:lnTo>
                  <a:lnTo>
                    <a:pt x="52585" y="575538"/>
                  </a:lnTo>
                  <a:lnTo>
                    <a:pt x="53235" y="67141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5893823" y="2473520"/>
              <a:ext cx="172222" cy="788956"/>
            </a:xfrm>
            <a:custGeom>
              <a:avLst/>
              <a:pathLst>
                <a:path w="172222" h="788956">
                  <a:moveTo>
                    <a:pt x="0" y="788956"/>
                  </a:moveTo>
                  <a:lnTo>
                    <a:pt x="359" y="747158"/>
                  </a:lnTo>
                  <a:lnTo>
                    <a:pt x="1174" y="697337"/>
                  </a:lnTo>
                  <a:lnTo>
                    <a:pt x="1989" y="697338"/>
                  </a:lnTo>
                  <a:lnTo>
                    <a:pt x="2804" y="664062"/>
                  </a:lnTo>
                  <a:lnTo>
                    <a:pt x="3618" y="623602"/>
                  </a:lnTo>
                  <a:lnTo>
                    <a:pt x="4433" y="654041"/>
                  </a:lnTo>
                  <a:lnTo>
                    <a:pt x="5248" y="714420"/>
                  </a:lnTo>
                  <a:lnTo>
                    <a:pt x="6063" y="737218"/>
                  </a:lnTo>
                  <a:lnTo>
                    <a:pt x="6877" y="718835"/>
                  </a:lnTo>
                  <a:lnTo>
                    <a:pt x="7692" y="674633"/>
                  </a:lnTo>
                  <a:lnTo>
                    <a:pt x="8507" y="623963"/>
                  </a:lnTo>
                  <a:lnTo>
                    <a:pt x="9322" y="535874"/>
                  </a:lnTo>
                  <a:lnTo>
                    <a:pt x="10137" y="525014"/>
                  </a:lnTo>
                  <a:lnTo>
                    <a:pt x="10951" y="450300"/>
                  </a:lnTo>
                  <a:lnTo>
                    <a:pt x="11766" y="374823"/>
                  </a:lnTo>
                  <a:lnTo>
                    <a:pt x="12581" y="398955"/>
                  </a:lnTo>
                  <a:lnTo>
                    <a:pt x="13396" y="472931"/>
                  </a:lnTo>
                  <a:lnTo>
                    <a:pt x="14210" y="501833"/>
                  </a:lnTo>
                  <a:lnTo>
                    <a:pt x="15025" y="392675"/>
                  </a:lnTo>
                  <a:lnTo>
                    <a:pt x="15840" y="347473"/>
                  </a:lnTo>
                  <a:lnTo>
                    <a:pt x="16655" y="343348"/>
                  </a:lnTo>
                  <a:lnTo>
                    <a:pt x="17470" y="375197"/>
                  </a:lnTo>
                  <a:lnTo>
                    <a:pt x="18284" y="356460"/>
                  </a:lnTo>
                  <a:lnTo>
                    <a:pt x="19099" y="387396"/>
                  </a:lnTo>
                  <a:lnTo>
                    <a:pt x="19914" y="461910"/>
                  </a:lnTo>
                  <a:lnTo>
                    <a:pt x="20729" y="490320"/>
                  </a:lnTo>
                  <a:lnTo>
                    <a:pt x="21543" y="540120"/>
                  </a:lnTo>
                  <a:lnTo>
                    <a:pt x="22358" y="539005"/>
                  </a:lnTo>
                  <a:lnTo>
                    <a:pt x="23173" y="434584"/>
                  </a:lnTo>
                  <a:lnTo>
                    <a:pt x="23988" y="337436"/>
                  </a:lnTo>
                  <a:lnTo>
                    <a:pt x="24803" y="230964"/>
                  </a:lnTo>
                  <a:lnTo>
                    <a:pt x="25617" y="162369"/>
                  </a:lnTo>
                  <a:lnTo>
                    <a:pt x="26432" y="117296"/>
                  </a:lnTo>
                  <a:lnTo>
                    <a:pt x="27247" y="120701"/>
                  </a:lnTo>
                  <a:lnTo>
                    <a:pt x="28062" y="225122"/>
                  </a:lnTo>
                  <a:lnTo>
                    <a:pt x="28876" y="334732"/>
                  </a:lnTo>
                  <a:lnTo>
                    <a:pt x="29691" y="485773"/>
                  </a:lnTo>
                  <a:lnTo>
                    <a:pt x="30506" y="627511"/>
                  </a:lnTo>
                  <a:lnTo>
                    <a:pt x="31321" y="677688"/>
                  </a:lnTo>
                  <a:lnTo>
                    <a:pt x="32136" y="596809"/>
                  </a:lnTo>
                  <a:lnTo>
                    <a:pt x="32950" y="526148"/>
                  </a:lnTo>
                  <a:lnTo>
                    <a:pt x="33765" y="444523"/>
                  </a:lnTo>
                  <a:lnTo>
                    <a:pt x="34580" y="436496"/>
                  </a:lnTo>
                  <a:lnTo>
                    <a:pt x="35395" y="454857"/>
                  </a:lnTo>
                  <a:lnTo>
                    <a:pt x="36209" y="497935"/>
                  </a:lnTo>
                  <a:lnTo>
                    <a:pt x="37024" y="483878"/>
                  </a:lnTo>
                  <a:lnTo>
                    <a:pt x="37839" y="422267"/>
                  </a:lnTo>
                  <a:lnTo>
                    <a:pt x="38654" y="404401"/>
                  </a:lnTo>
                  <a:lnTo>
                    <a:pt x="39469" y="294597"/>
                  </a:lnTo>
                  <a:lnTo>
                    <a:pt x="40283" y="147352"/>
                  </a:lnTo>
                  <a:lnTo>
                    <a:pt x="41098" y="42701"/>
                  </a:lnTo>
                  <a:lnTo>
                    <a:pt x="41913" y="72845"/>
                  </a:lnTo>
                  <a:lnTo>
                    <a:pt x="42728" y="119413"/>
                  </a:lnTo>
                  <a:lnTo>
                    <a:pt x="43543" y="157853"/>
                  </a:lnTo>
                  <a:lnTo>
                    <a:pt x="44357" y="269077"/>
                  </a:lnTo>
                  <a:lnTo>
                    <a:pt x="45172" y="358524"/>
                  </a:lnTo>
                  <a:lnTo>
                    <a:pt x="45987" y="361266"/>
                  </a:lnTo>
                  <a:lnTo>
                    <a:pt x="46802" y="357753"/>
                  </a:lnTo>
                  <a:lnTo>
                    <a:pt x="47616" y="422364"/>
                  </a:lnTo>
                  <a:lnTo>
                    <a:pt x="48431" y="476932"/>
                  </a:lnTo>
                  <a:lnTo>
                    <a:pt x="49246" y="451760"/>
                  </a:lnTo>
                  <a:lnTo>
                    <a:pt x="50061" y="502550"/>
                  </a:lnTo>
                  <a:lnTo>
                    <a:pt x="50876" y="570939"/>
                  </a:lnTo>
                  <a:lnTo>
                    <a:pt x="51690" y="562503"/>
                  </a:lnTo>
                  <a:lnTo>
                    <a:pt x="52505" y="549987"/>
                  </a:lnTo>
                  <a:lnTo>
                    <a:pt x="53320" y="596121"/>
                  </a:lnTo>
                  <a:lnTo>
                    <a:pt x="54135" y="625618"/>
                  </a:lnTo>
                  <a:lnTo>
                    <a:pt x="54949" y="582291"/>
                  </a:lnTo>
                  <a:lnTo>
                    <a:pt x="55764" y="615811"/>
                  </a:lnTo>
                  <a:lnTo>
                    <a:pt x="56579" y="722528"/>
                  </a:lnTo>
                  <a:lnTo>
                    <a:pt x="57394" y="744880"/>
                  </a:lnTo>
                  <a:lnTo>
                    <a:pt x="58209" y="528904"/>
                  </a:lnTo>
                  <a:lnTo>
                    <a:pt x="59023" y="363829"/>
                  </a:lnTo>
                  <a:lnTo>
                    <a:pt x="59838" y="364340"/>
                  </a:lnTo>
                  <a:lnTo>
                    <a:pt x="60653" y="338842"/>
                  </a:lnTo>
                  <a:lnTo>
                    <a:pt x="61468" y="207353"/>
                  </a:lnTo>
                  <a:lnTo>
                    <a:pt x="62282" y="107556"/>
                  </a:lnTo>
                  <a:lnTo>
                    <a:pt x="63097" y="106428"/>
                  </a:lnTo>
                  <a:lnTo>
                    <a:pt x="63912" y="149206"/>
                  </a:lnTo>
                  <a:lnTo>
                    <a:pt x="64727" y="114932"/>
                  </a:lnTo>
                  <a:lnTo>
                    <a:pt x="65542" y="34532"/>
                  </a:lnTo>
                  <a:lnTo>
                    <a:pt x="66356" y="0"/>
                  </a:lnTo>
                  <a:lnTo>
                    <a:pt x="67171" y="1686"/>
                  </a:lnTo>
                  <a:lnTo>
                    <a:pt x="67986" y="34440"/>
                  </a:lnTo>
                  <a:lnTo>
                    <a:pt x="68801" y="114719"/>
                  </a:lnTo>
                  <a:lnTo>
                    <a:pt x="69615" y="241648"/>
                  </a:lnTo>
                  <a:lnTo>
                    <a:pt x="70430" y="329121"/>
                  </a:lnTo>
                  <a:lnTo>
                    <a:pt x="71245" y="472806"/>
                  </a:lnTo>
                  <a:lnTo>
                    <a:pt x="72060" y="554571"/>
                  </a:lnTo>
                  <a:lnTo>
                    <a:pt x="72875" y="583906"/>
                  </a:lnTo>
                  <a:lnTo>
                    <a:pt x="73689" y="510004"/>
                  </a:lnTo>
                  <a:lnTo>
                    <a:pt x="74504" y="397982"/>
                  </a:lnTo>
                  <a:lnTo>
                    <a:pt x="75319" y="327548"/>
                  </a:lnTo>
                  <a:lnTo>
                    <a:pt x="76134" y="201239"/>
                  </a:lnTo>
                  <a:lnTo>
                    <a:pt x="76948" y="178037"/>
                  </a:lnTo>
                  <a:lnTo>
                    <a:pt x="77763" y="327817"/>
                  </a:lnTo>
                  <a:lnTo>
                    <a:pt x="78578" y="375119"/>
                  </a:lnTo>
                  <a:lnTo>
                    <a:pt x="79393" y="274121"/>
                  </a:lnTo>
                  <a:lnTo>
                    <a:pt x="80208" y="198141"/>
                  </a:lnTo>
                  <a:lnTo>
                    <a:pt x="81022" y="230350"/>
                  </a:lnTo>
                  <a:lnTo>
                    <a:pt x="81837" y="212043"/>
                  </a:lnTo>
                  <a:lnTo>
                    <a:pt x="82652" y="101215"/>
                  </a:lnTo>
                  <a:lnTo>
                    <a:pt x="83467" y="103568"/>
                  </a:lnTo>
                  <a:lnTo>
                    <a:pt x="84282" y="249431"/>
                  </a:lnTo>
                  <a:lnTo>
                    <a:pt x="85096" y="414272"/>
                  </a:lnTo>
                  <a:lnTo>
                    <a:pt x="85911" y="501523"/>
                  </a:lnTo>
                  <a:lnTo>
                    <a:pt x="86726" y="514269"/>
                  </a:lnTo>
                  <a:lnTo>
                    <a:pt x="87541" y="544772"/>
                  </a:lnTo>
                  <a:lnTo>
                    <a:pt x="88355" y="614251"/>
                  </a:lnTo>
                  <a:lnTo>
                    <a:pt x="89170" y="647763"/>
                  </a:lnTo>
                  <a:lnTo>
                    <a:pt x="89985" y="683656"/>
                  </a:lnTo>
                  <a:lnTo>
                    <a:pt x="90800" y="701859"/>
                  </a:lnTo>
                  <a:lnTo>
                    <a:pt x="91615" y="757531"/>
                  </a:lnTo>
                  <a:lnTo>
                    <a:pt x="92429" y="753552"/>
                  </a:lnTo>
                  <a:lnTo>
                    <a:pt x="93244" y="707719"/>
                  </a:lnTo>
                  <a:lnTo>
                    <a:pt x="94059" y="662558"/>
                  </a:lnTo>
                  <a:lnTo>
                    <a:pt x="94874" y="557276"/>
                  </a:lnTo>
                  <a:lnTo>
                    <a:pt x="95688" y="473736"/>
                  </a:lnTo>
                  <a:lnTo>
                    <a:pt x="96503" y="387555"/>
                  </a:lnTo>
                  <a:lnTo>
                    <a:pt x="97318" y="356106"/>
                  </a:lnTo>
                  <a:lnTo>
                    <a:pt x="98133" y="292128"/>
                  </a:lnTo>
                  <a:lnTo>
                    <a:pt x="98948" y="173509"/>
                  </a:lnTo>
                  <a:lnTo>
                    <a:pt x="99762" y="154300"/>
                  </a:lnTo>
                  <a:lnTo>
                    <a:pt x="100577" y="225814"/>
                  </a:lnTo>
                  <a:lnTo>
                    <a:pt x="101392" y="298574"/>
                  </a:lnTo>
                  <a:lnTo>
                    <a:pt x="102207" y="337340"/>
                  </a:lnTo>
                  <a:lnTo>
                    <a:pt x="103021" y="464239"/>
                  </a:lnTo>
                  <a:lnTo>
                    <a:pt x="103836" y="624432"/>
                  </a:lnTo>
                  <a:lnTo>
                    <a:pt x="104651" y="713035"/>
                  </a:lnTo>
                  <a:lnTo>
                    <a:pt x="105466" y="706539"/>
                  </a:lnTo>
                  <a:lnTo>
                    <a:pt x="106281" y="667989"/>
                  </a:lnTo>
                  <a:lnTo>
                    <a:pt x="107095" y="613473"/>
                  </a:lnTo>
                  <a:lnTo>
                    <a:pt x="107910" y="558560"/>
                  </a:lnTo>
                  <a:lnTo>
                    <a:pt x="108725" y="552962"/>
                  </a:lnTo>
                  <a:lnTo>
                    <a:pt x="109540" y="552963"/>
                  </a:lnTo>
                  <a:lnTo>
                    <a:pt x="110354" y="533925"/>
                  </a:lnTo>
                  <a:lnTo>
                    <a:pt x="111169" y="523851"/>
                  </a:lnTo>
                  <a:lnTo>
                    <a:pt x="111984" y="519997"/>
                  </a:lnTo>
                  <a:lnTo>
                    <a:pt x="112799" y="470006"/>
                  </a:lnTo>
                  <a:lnTo>
                    <a:pt x="113614" y="420548"/>
                  </a:lnTo>
                  <a:lnTo>
                    <a:pt x="114428" y="400181"/>
                  </a:lnTo>
                  <a:lnTo>
                    <a:pt x="115243" y="421381"/>
                  </a:lnTo>
                  <a:lnTo>
                    <a:pt x="116058" y="484114"/>
                  </a:lnTo>
                  <a:lnTo>
                    <a:pt x="116873" y="572595"/>
                  </a:lnTo>
                  <a:lnTo>
                    <a:pt x="117687" y="660404"/>
                  </a:lnTo>
                  <a:lnTo>
                    <a:pt x="118502" y="702605"/>
                  </a:lnTo>
                  <a:lnTo>
                    <a:pt x="119317" y="689967"/>
                  </a:lnTo>
                  <a:lnTo>
                    <a:pt x="120132" y="592261"/>
                  </a:lnTo>
                  <a:lnTo>
                    <a:pt x="120947" y="542948"/>
                  </a:lnTo>
                  <a:lnTo>
                    <a:pt x="121761" y="479969"/>
                  </a:lnTo>
                  <a:lnTo>
                    <a:pt x="122576" y="381231"/>
                  </a:lnTo>
                  <a:lnTo>
                    <a:pt x="123391" y="298561"/>
                  </a:lnTo>
                  <a:lnTo>
                    <a:pt x="124206" y="244614"/>
                  </a:lnTo>
                  <a:lnTo>
                    <a:pt x="125021" y="160870"/>
                  </a:lnTo>
                  <a:lnTo>
                    <a:pt x="125835" y="60915"/>
                  </a:lnTo>
                  <a:lnTo>
                    <a:pt x="126650" y="86877"/>
                  </a:lnTo>
                  <a:lnTo>
                    <a:pt x="127465" y="152480"/>
                  </a:lnTo>
                  <a:lnTo>
                    <a:pt x="128280" y="258345"/>
                  </a:lnTo>
                  <a:lnTo>
                    <a:pt x="129094" y="300990"/>
                  </a:lnTo>
                  <a:lnTo>
                    <a:pt x="129909" y="403341"/>
                  </a:lnTo>
                  <a:lnTo>
                    <a:pt x="130724" y="523758"/>
                  </a:lnTo>
                  <a:lnTo>
                    <a:pt x="131539" y="615524"/>
                  </a:lnTo>
                  <a:lnTo>
                    <a:pt x="132354" y="739213"/>
                  </a:lnTo>
                  <a:lnTo>
                    <a:pt x="133168" y="734487"/>
                  </a:lnTo>
                  <a:lnTo>
                    <a:pt x="133983" y="747162"/>
                  </a:lnTo>
                  <a:lnTo>
                    <a:pt x="134798" y="708921"/>
                  </a:lnTo>
                  <a:lnTo>
                    <a:pt x="135613" y="700205"/>
                  </a:lnTo>
                  <a:lnTo>
                    <a:pt x="136427" y="645458"/>
                  </a:lnTo>
                  <a:lnTo>
                    <a:pt x="137242" y="554908"/>
                  </a:lnTo>
                  <a:lnTo>
                    <a:pt x="138057" y="516487"/>
                  </a:lnTo>
                  <a:lnTo>
                    <a:pt x="138872" y="496946"/>
                  </a:lnTo>
                  <a:lnTo>
                    <a:pt x="139687" y="598412"/>
                  </a:lnTo>
                  <a:lnTo>
                    <a:pt x="140501" y="635979"/>
                  </a:lnTo>
                  <a:lnTo>
                    <a:pt x="141316" y="635979"/>
                  </a:lnTo>
                  <a:lnTo>
                    <a:pt x="142131" y="635980"/>
                  </a:lnTo>
                  <a:lnTo>
                    <a:pt x="142946" y="600711"/>
                  </a:lnTo>
                  <a:lnTo>
                    <a:pt x="143760" y="577625"/>
                  </a:lnTo>
                  <a:lnTo>
                    <a:pt x="144575" y="538919"/>
                  </a:lnTo>
                  <a:lnTo>
                    <a:pt x="145390" y="465769"/>
                  </a:lnTo>
                  <a:lnTo>
                    <a:pt x="146205" y="364469"/>
                  </a:lnTo>
                  <a:lnTo>
                    <a:pt x="147020" y="333339"/>
                  </a:lnTo>
                  <a:lnTo>
                    <a:pt x="147834" y="430226"/>
                  </a:lnTo>
                  <a:lnTo>
                    <a:pt x="148649" y="513423"/>
                  </a:lnTo>
                  <a:lnTo>
                    <a:pt x="149464" y="507626"/>
                  </a:lnTo>
                  <a:lnTo>
                    <a:pt x="150279" y="566986"/>
                  </a:lnTo>
                  <a:lnTo>
                    <a:pt x="151093" y="684062"/>
                  </a:lnTo>
                  <a:lnTo>
                    <a:pt x="151908" y="751085"/>
                  </a:lnTo>
                  <a:lnTo>
                    <a:pt x="152723" y="724823"/>
                  </a:lnTo>
                  <a:lnTo>
                    <a:pt x="153538" y="677621"/>
                  </a:lnTo>
                  <a:lnTo>
                    <a:pt x="154353" y="693803"/>
                  </a:lnTo>
                  <a:lnTo>
                    <a:pt x="155167" y="663705"/>
                  </a:lnTo>
                  <a:lnTo>
                    <a:pt x="155982" y="602641"/>
                  </a:lnTo>
                  <a:lnTo>
                    <a:pt x="156797" y="500408"/>
                  </a:lnTo>
                  <a:lnTo>
                    <a:pt x="157612" y="430460"/>
                  </a:lnTo>
                  <a:lnTo>
                    <a:pt x="158427" y="413956"/>
                  </a:lnTo>
                  <a:lnTo>
                    <a:pt x="159241" y="374475"/>
                  </a:lnTo>
                  <a:lnTo>
                    <a:pt x="160056" y="296868"/>
                  </a:lnTo>
                  <a:lnTo>
                    <a:pt x="160871" y="260891"/>
                  </a:lnTo>
                  <a:lnTo>
                    <a:pt x="161686" y="297209"/>
                  </a:lnTo>
                  <a:lnTo>
                    <a:pt x="162500" y="250359"/>
                  </a:lnTo>
                  <a:lnTo>
                    <a:pt x="163315" y="212639"/>
                  </a:lnTo>
                  <a:lnTo>
                    <a:pt x="164130" y="217095"/>
                  </a:lnTo>
                  <a:lnTo>
                    <a:pt x="164945" y="297083"/>
                  </a:lnTo>
                  <a:lnTo>
                    <a:pt x="165760" y="249578"/>
                  </a:lnTo>
                  <a:lnTo>
                    <a:pt x="166574" y="60976"/>
                  </a:lnTo>
                  <a:lnTo>
                    <a:pt x="167389" y="46013"/>
                  </a:lnTo>
                  <a:lnTo>
                    <a:pt x="168204" y="105484"/>
                  </a:lnTo>
                  <a:lnTo>
                    <a:pt x="169019" y="163633"/>
                  </a:lnTo>
                  <a:lnTo>
                    <a:pt x="169833" y="236382"/>
                  </a:lnTo>
                  <a:lnTo>
                    <a:pt x="170648" y="397291"/>
                  </a:lnTo>
                  <a:lnTo>
                    <a:pt x="171463" y="652614"/>
                  </a:lnTo>
                  <a:lnTo>
                    <a:pt x="172222" y="78895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6066642" y="2924414"/>
              <a:ext cx="12519" cy="338062"/>
            </a:xfrm>
            <a:custGeom>
              <a:avLst/>
              <a:pathLst>
                <a:path w="12519" h="338062">
                  <a:moveTo>
                    <a:pt x="0" y="338062"/>
                  </a:moveTo>
                  <a:lnTo>
                    <a:pt x="274" y="332945"/>
                  </a:lnTo>
                  <a:lnTo>
                    <a:pt x="1089" y="314935"/>
                  </a:lnTo>
                  <a:lnTo>
                    <a:pt x="1904" y="181782"/>
                  </a:lnTo>
                  <a:lnTo>
                    <a:pt x="2719" y="75524"/>
                  </a:lnTo>
                  <a:lnTo>
                    <a:pt x="3533" y="22797"/>
                  </a:lnTo>
                  <a:lnTo>
                    <a:pt x="4348" y="0"/>
                  </a:lnTo>
                  <a:lnTo>
                    <a:pt x="5163" y="48188"/>
                  </a:lnTo>
                  <a:lnTo>
                    <a:pt x="5978" y="87275"/>
                  </a:lnTo>
                  <a:lnTo>
                    <a:pt x="6792" y="189186"/>
                  </a:lnTo>
                  <a:lnTo>
                    <a:pt x="7607" y="221610"/>
                  </a:lnTo>
                  <a:lnTo>
                    <a:pt x="8422" y="151700"/>
                  </a:lnTo>
                  <a:lnTo>
                    <a:pt x="9237" y="214107"/>
                  </a:lnTo>
                  <a:lnTo>
                    <a:pt x="10052" y="264812"/>
                  </a:lnTo>
                  <a:lnTo>
                    <a:pt x="10866" y="290662"/>
                  </a:lnTo>
                  <a:lnTo>
                    <a:pt x="11681" y="295113"/>
                  </a:lnTo>
                  <a:lnTo>
                    <a:pt x="12496" y="335618"/>
                  </a:lnTo>
                  <a:lnTo>
                    <a:pt x="12519" y="33806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6081107" y="3207007"/>
              <a:ext cx="2729" cy="55470"/>
            </a:xfrm>
            <a:custGeom>
              <a:avLst/>
              <a:pathLst>
                <a:path w="2729" h="55470">
                  <a:moveTo>
                    <a:pt x="0" y="55470"/>
                  </a:moveTo>
                  <a:lnTo>
                    <a:pt x="475" y="25850"/>
                  </a:lnTo>
                  <a:lnTo>
                    <a:pt x="1290" y="0"/>
                  </a:lnTo>
                  <a:lnTo>
                    <a:pt x="2105" y="15719"/>
                  </a:lnTo>
                  <a:lnTo>
                    <a:pt x="2729" y="5547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6085378" y="1775369"/>
              <a:ext cx="325692" cy="1487107"/>
            </a:xfrm>
            <a:custGeom>
              <a:avLst/>
              <a:pathLst>
                <a:path w="325692" h="1487107">
                  <a:moveTo>
                    <a:pt x="0" y="1487107"/>
                  </a:moveTo>
                  <a:lnTo>
                    <a:pt x="278" y="1465622"/>
                  </a:lnTo>
                  <a:lnTo>
                    <a:pt x="1093" y="1381004"/>
                  </a:lnTo>
                  <a:lnTo>
                    <a:pt x="1908" y="1334154"/>
                  </a:lnTo>
                  <a:lnTo>
                    <a:pt x="2722" y="1321666"/>
                  </a:lnTo>
                  <a:lnTo>
                    <a:pt x="3537" y="1290774"/>
                  </a:lnTo>
                  <a:lnTo>
                    <a:pt x="4352" y="1267431"/>
                  </a:lnTo>
                  <a:lnTo>
                    <a:pt x="5167" y="1261771"/>
                  </a:lnTo>
                  <a:lnTo>
                    <a:pt x="5981" y="1225622"/>
                  </a:lnTo>
                  <a:lnTo>
                    <a:pt x="6796" y="1185503"/>
                  </a:lnTo>
                  <a:lnTo>
                    <a:pt x="7611" y="1140058"/>
                  </a:lnTo>
                  <a:lnTo>
                    <a:pt x="8426" y="1113602"/>
                  </a:lnTo>
                  <a:lnTo>
                    <a:pt x="9241" y="1063989"/>
                  </a:lnTo>
                  <a:lnTo>
                    <a:pt x="10055" y="1032982"/>
                  </a:lnTo>
                  <a:lnTo>
                    <a:pt x="10870" y="1042510"/>
                  </a:lnTo>
                  <a:lnTo>
                    <a:pt x="11685" y="1081382"/>
                  </a:lnTo>
                  <a:lnTo>
                    <a:pt x="12500" y="1116987"/>
                  </a:lnTo>
                  <a:lnTo>
                    <a:pt x="13314" y="1123633"/>
                  </a:lnTo>
                  <a:lnTo>
                    <a:pt x="14129" y="1109219"/>
                  </a:lnTo>
                  <a:lnTo>
                    <a:pt x="14944" y="1072774"/>
                  </a:lnTo>
                  <a:lnTo>
                    <a:pt x="15759" y="1038600"/>
                  </a:lnTo>
                  <a:lnTo>
                    <a:pt x="16574" y="1083251"/>
                  </a:lnTo>
                  <a:lnTo>
                    <a:pt x="17388" y="1082242"/>
                  </a:lnTo>
                  <a:lnTo>
                    <a:pt x="18203" y="935840"/>
                  </a:lnTo>
                  <a:lnTo>
                    <a:pt x="19018" y="842478"/>
                  </a:lnTo>
                  <a:lnTo>
                    <a:pt x="19833" y="884247"/>
                  </a:lnTo>
                  <a:lnTo>
                    <a:pt x="20647" y="953561"/>
                  </a:lnTo>
                  <a:lnTo>
                    <a:pt x="21462" y="896583"/>
                  </a:lnTo>
                  <a:lnTo>
                    <a:pt x="22277" y="830091"/>
                  </a:lnTo>
                  <a:lnTo>
                    <a:pt x="23092" y="889995"/>
                  </a:lnTo>
                  <a:lnTo>
                    <a:pt x="23907" y="1012785"/>
                  </a:lnTo>
                  <a:lnTo>
                    <a:pt x="24721" y="1088622"/>
                  </a:lnTo>
                  <a:lnTo>
                    <a:pt x="25536" y="1157507"/>
                  </a:lnTo>
                  <a:lnTo>
                    <a:pt x="26351" y="1192511"/>
                  </a:lnTo>
                  <a:lnTo>
                    <a:pt x="27166" y="1261009"/>
                  </a:lnTo>
                  <a:lnTo>
                    <a:pt x="27981" y="1330020"/>
                  </a:lnTo>
                  <a:lnTo>
                    <a:pt x="28795" y="1280055"/>
                  </a:lnTo>
                  <a:lnTo>
                    <a:pt x="29610" y="1239290"/>
                  </a:lnTo>
                  <a:lnTo>
                    <a:pt x="30425" y="1204726"/>
                  </a:lnTo>
                  <a:lnTo>
                    <a:pt x="31240" y="1160967"/>
                  </a:lnTo>
                  <a:lnTo>
                    <a:pt x="32054" y="1109764"/>
                  </a:lnTo>
                  <a:lnTo>
                    <a:pt x="32869" y="1077576"/>
                  </a:lnTo>
                  <a:lnTo>
                    <a:pt x="33684" y="943055"/>
                  </a:lnTo>
                  <a:lnTo>
                    <a:pt x="34499" y="789848"/>
                  </a:lnTo>
                  <a:lnTo>
                    <a:pt x="35314" y="768761"/>
                  </a:lnTo>
                  <a:lnTo>
                    <a:pt x="36128" y="829615"/>
                  </a:lnTo>
                  <a:lnTo>
                    <a:pt x="36943" y="809224"/>
                  </a:lnTo>
                  <a:lnTo>
                    <a:pt x="37758" y="743312"/>
                  </a:lnTo>
                  <a:lnTo>
                    <a:pt x="38573" y="911462"/>
                  </a:lnTo>
                  <a:lnTo>
                    <a:pt x="39387" y="1066837"/>
                  </a:lnTo>
                  <a:lnTo>
                    <a:pt x="40202" y="995783"/>
                  </a:lnTo>
                  <a:lnTo>
                    <a:pt x="41017" y="942388"/>
                  </a:lnTo>
                  <a:lnTo>
                    <a:pt x="41832" y="965214"/>
                  </a:lnTo>
                  <a:lnTo>
                    <a:pt x="42647" y="1026755"/>
                  </a:lnTo>
                  <a:lnTo>
                    <a:pt x="43461" y="1036017"/>
                  </a:lnTo>
                  <a:lnTo>
                    <a:pt x="44276" y="979291"/>
                  </a:lnTo>
                  <a:lnTo>
                    <a:pt x="45091" y="1019948"/>
                  </a:lnTo>
                  <a:lnTo>
                    <a:pt x="45906" y="1016388"/>
                  </a:lnTo>
                  <a:lnTo>
                    <a:pt x="46720" y="975207"/>
                  </a:lnTo>
                  <a:lnTo>
                    <a:pt x="47535" y="987656"/>
                  </a:lnTo>
                  <a:lnTo>
                    <a:pt x="48350" y="955559"/>
                  </a:lnTo>
                  <a:lnTo>
                    <a:pt x="49165" y="948592"/>
                  </a:lnTo>
                  <a:lnTo>
                    <a:pt x="49980" y="1021707"/>
                  </a:lnTo>
                  <a:lnTo>
                    <a:pt x="50794" y="1069920"/>
                  </a:lnTo>
                  <a:lnTo>
                    <a:pt x="51609" y="1123946"/>
                  </a:lnTo>
                  <a:lnTo>
                    <a:pt x="52424" y="1113758"/>
                  </a:lnTo>
                  <a:lnTo>
                    <a:pt x="53239" y="1172812"/>
                  </a:lnTo>
                  <a:lnTo>
                    <a:pt x="54053" y="1256808"/>
                  </a:lnTo>
                  <a:lnTo>
                    <a:pt x="54868" y="1130202"/>
                  </a:lnTo>
                  <a:lnTo>
                    <a:pt x="55683" y="995254"/>
                  </a:lnTo>
                  <a:lnTo>
                    <a:pt x="56498" y="930850"/>
                  </a:lnTo>
                  <a:lnTo>
                    <a:pt x="57313" y="934844"/>
                  </a:lnTo>
                  <a:lnTo>
                    <a:pt x="58127" y="903660"/>
                  </a:lnTo>
                  <a:lnTo>
                    <a:pt x="58942" y="922549"/>
                  </a:lnTo>
                  <a:lnTo>
                    <a:pt x="59757" y="1024565"/>
                  </a:lnTo>
                  <a:lnTo>
                    <a:pt x="60572" y="1099106"/>
                  </a:lnTo>
                  <a:lnTo>
                    <a:pt x="61386" y="1118138"/>
                  </a:lnTo>
                  <a:lnTo>
                    <a:pt x="62201" y="1106567"/>
                  </a:lnTo>
                  <a:lnTo>
                    <a:pt x="63016" y="1119354"/>
                  </a:lnTo>
                  <a:lnTo>
                    <a:pt x="63831" y="1010295"/>
                  </a:lnTo>
                  <a:lnTo>
                    <a:pt x="64646" y="914548"/>
                  </a:lnTo>
                  <a:lnTo>
                    <a:pt x="65460" y="864032"/>
                  </a:lnTo>
                  <a:lnTo>
                    <a:pt x="66275" y="793891"/>
                  </a:lnTo>
                  <a:lnTo>
                    <a:pt x="67090" y="673227"/>
                  </a:lnTo>
                  <a:lnTo>
                    <a:pt x="67905" y="529278"/>
                  </a:lnTo>
                  <a:lnTo>
                    <a:pt x="68720" y="450329"/>
                  </a:lnTo>
                  <a:lnTo>
                    <a:pt x="69534" y="415007"/>
                  </a:lnTo>
                  <a:lnTo>
                    <a:pt x="70349" y="445860"/>
                  </a:lnTo>
                  <a:lnTo>
                    <a:pt x="71164" y="487118"/>
                  </a:lnTo>
                  <a:lnTo>
                    <a:pt x="71979" y="606408"/>
                  </a:lnTo>
                  <a:lnTo>
                    <a:pt x="72793" y="677635"/>
                  </a:lnTo>
                  <a:lnTo>
                    <a:pt x="73608" y="774165"/>
                  </a:lnTo>
                  <a:lnTo>
                    <a:pt x="74423" y="772598"/>
                  </a:lnTo>
                  <a:lnTo>
                    <a:pt x="75238" y="753935"/>
                  </a:lnTo>
                  <a:lnTo>
                    <a:pt x="76053" y="728571"/>
                  </a:lnTo>
                  <a:lnTo>
                    <a:pt x="76867" y="607255"/>
                  </a:lnTo>
                  <a:lnTo>
                    <a:pt x="77682" y="621257"/>
                  </a:lnTo>
                  <a:lnTo>
                    <a:pt x="78497" y="650684"/>
                  </a:lnTo>
                  <a:lnTo>
                    <a:pt x="79312" y="753677"/>
                  </a:lnTo>
                  <a:lnTo>
                    <a:pt x="80126" y="848450"/>
                  </a:lnTo>
                  <a:lnTo>
                    <a:pt x="80941" y="983876"/>
                  </a:lnTo>
                  <a:lnTo>
                    <a:pt x="81756" y="1165928"/>
                  </a:lnTo>
                  <a:lnTo>
                    <a:pt x="82571" y="1251870"/>
                  </a:lnTo>
                  <a:lnTo>
                    <a:pt x="83386" y="1322925"/>
                  </a:lnTo>
                  <a:lnTo>
                    <a:pt x="84200" y="1361970"/>
                  </a:lnTo>
                  <a:lnTo>
                    <a:pt x="85015" y="1338976"/>
                  </a:lnTo>
                  <a:lnTo>
                    <a:pt x="85830" y="1319988"/>
                  </a:lnTo>
                  <a:lnTo>
                    <a:pt x="86645" y="1319990"/>
                  </a:lnTo>
                  <a:lnTo>
                    <a:pt x="87459" y="1325991"/>
                  </a:lnTo>
                  <a:lnTo>
                    <a:pt x="88274" y="1370650"/>
                  </a:lnTo>
                  <a:lnTo>
                    <a:pt x="89089" y="1422753"/>
                  </a:lnTo>
                  <a:lnTo>
                    <a:pt x="89904" y="1466769"/>
                  </a:lnTo>
                  <a:lnTo>
                    <a:pt x="90719" y="1487039"/>
                  </a:lnTo>
                  <a:lnTo>
                    <a:pt x="91533" y="1487041"/>
                  </a:lnTo>
                  <a:lnTo>
                    <a:pt x="92348" y="1481040"/>
                  </a:lnTo>
                  <a:lnTo>
                    <a:pt x="93163" y="1445146"/>
                  </a:lnTo>
                  <a:lnTo>
                    <a:pt x="93978" y="1410519"/>
                  </a:lnTo>
                  <a:lnTo>
                    <a:pt x="94792" y="1356804"/>
                  </a:lnTo>
                  <a:lnTo>
                    <a:pt x="95607" y="1326469"/>
                  </a:lnTo>
                  <a:lnTo>
                    <a:pt x="96422" y="1280906"/>
                  </a:lnTo>
                  <a:lnTo>
                    <a:pt x="97237" y="1238427"/>
                  </a:lnTo>
                  <a:lnTo>
                    <a:pt x="98052" y="1136205"/>
                  </a:lnTo>
                  <a:lnTo>
                    <a:pt x="98866" y="1094707"/>
                  </a:lnTo>
                  <a:lnTo>
                    <a:pt x="99681" y="1119203"/>
                  </a:lnTo>
                  <a:lnTo>
                    <a:pt x="100496" y="1109888"/>
                  </a:lnTo>
                  <a:lnTo>
                    <a:pt x="101311" y="1161881"/>
                  </a:lnTo>
                  <a:lnTo>
                    <a:pt x="102126" y="1130488"/>
                  </a:lnTo>
                  <a:lnTo>
                    <a:pt x="102940" y="1152742"/>
                  </a:lnTo>
                  <a:lnTo>
                    <a:pt x="103755" y="1245517"/>
                  </a:lnTo>
                  <a:lnTo>
                    <a:pt x="104570" y="1287228"/>
                  </a:lnTo>
                  <a:lnTo>
                    <a:pt x="105385" y="1281449"/>
                  </a:lnTo>
                  <a:lnTo>
                    <a:pt x="106199" y="1194379"/>
                  </a:lnTo>
                  <a:lnTo>
                    <a:pt x="107014" y="1111495"/>
                  </a:lnTo>
                  <a:lnTo>
                    <a:pt x="107829" y="1031887"/>
                  </a:lnTo>
                  <a:lnTo>
                    <a:pt x="108644" y="939724"/>
                  </a:lnTo>
                  <a:lnTo>
                    <a:pt x="109459" y="896180"/>
                  </a:lnTo>
                  <a:lnTo>
                    <a:pt x="110273" y="889045"/>
                  </a:lnTo>
                  <a:lnTo>
                    <a:pt x="111088" y="945955"/>
                  </a:lnTo>
                  <a:lnTo>
                    <a:pt x="111903" y="1052638"/>
                  </a:lnTo>
                  <a:lnTo>
                    <a:pt x="112718" y="1102179"/>
                  </a:lnTo>
                  <a:lnTo>
                    <a:pt x="113532" y="1059960"/>
                  </a:lnTo>
                  <a:lnTo>
                    <a:pt x="114347" y="966410"/>
                  </a:lnTo>
                  <a:lnTo>
                    <a:pt x="115162" y="993493"/>
                  </a:lnTo>
                  <a:lnTo>
                    <a:pt x="115977" y="996929"/>
                  </a:lnTo>
                  <a:lnTo>
                    <a:pt x="116792" y="1027414"/>
                  </a:lnTo>
                  <a:lnTo>
                    <a:pt x="117606" y="1117900"/>
                  </a:lnTo>
                  <a:lnTo>
                    <a:pt x="118421" y="1133881"/>
                  </a:lnTo>
                  <a:lnTo>
                    <a:pt x="119236" y="1175970"/>
                  </a:lnTo>
                  <a:lnTo>
                    <a:pt x="120051" y="1044455"/>
                  </a:lnTo>
                  <a:lnTo>
                    <a:pt x="120865" y="892278"/>
                  </a:lnTo>
                  <a:lnTo>
                    <a:pt x="121680" y="797168"/>
                  </a:lnTo>
                  <a:lnTo>
                    <a:pt x="122495" y="669502"/>
                  </a:lnTo>
                  <a:lnTo>
                    <a:pt x="123310" y="621469"/>
                  </a:lnTo>
                  <a:lnTo>
                    <a:pt x="124125" y="584966"/>
                  </a:lnTo>
                  <a:lnTo>
                    <a:pt x="124939" y="604686"/>
                  </a:lnTo>
                  <a:lnTo>
                    <a:pt x="125754" y="571299"/>
                  </a:lnTo>
                  <a:lnTo>
                    <a:pt x="126569" y="492166"/>
                  </a:lnTo>
                  <a:lnTo>
                    <a:pt x="127384" y="480229"/>
                  </a:lnTo>
                  <a:lnTo>
                    <a:pt x="128198" y="505907"/>
                  </a:lnTo>
                  <a:lnTo>
                    <a:pt x="129013" y="491662"/>
                  </a:lnTo>
                  <a:lnTo>
                    <a:pt x="129828" y="503536"/>
                  </a:lnTo>
                  <a:lnTo>
                    <a:pt x="130643" y="639072"/>
                  </a:lnTo>
                  <a:lnTo>
                    <a:pt x="131458" y="833256"/>
                  </a:lnTo>
                  <a:lnTo>
                    <a:pt x="132272" y="991616"/>
                  </a:lnTo>
                  <a:lnTo>
                    <a:pt x="133087" y="1049885"/>
                  </a:lnTo>
                  <a:lnTo>
                    <a:pt x="133902" y="1137632"/>
                  </a:lnTo>
                  <a:lnTo>
                    <a:pt x="134717" y="1185558"/>
                  </a:lnTo>
                  <a:lnTo>
                    <a:pt x="135531" y="1259202"/>
                  </a:lnTo>
                  <a:lnTo>
                    <a:pt x="136346" y="1307428"/>
                  </a:lnTo>
                  <a:lnTo>
                    <a:pt x="137161" y="1298093"/>
                  </a:lnTo>
                  <a:lnTo>
                    <a:pt x="137976" y="1262385"/>
                  </a:lnTo>
                  <a:lnTo>
                    <a:pt x="138791" y="1225323"/>
                  </a:lnTo>
                  <a:lnTo>
                    <a:pt x="139605" y="1215958"/>
                  </a:lnTo>
                  <a:lnTo>
                    <a:pt x="140420" y="1189668"/>
                  </a:lnTo>
                  <a:lnTo>
                    <a:pt x="141235" y="1089765"/>
                  </a:lnTo>
                  <a:lnTo>
                    <a:pt x="142050" y="1009650"/>
                  </a:lnTo>
                  <a:lnTo>
                    <a:pt x="142865" y="1017029"/>
                  </a:lnTo>
                  <a:lnTo>
                    <a:pt x="143679" y="1043058"/>
                  </a:lnTo>
                  <a:lnTo>
                    <a:pt x="144494" y="1076540"/>
                  </a:lnTo>
                  <a:lnTo>
                    <a:pt x="145309" y="1055411"/>
                  </a:lnTo>
                  <a:lnTo>
                    <a:pt x="146124" y="1053322"/>
                  </a:lnTo>
                  <a:lnTo>
                    <a:pt x="146938" y="1081492"/>
                  </a:lnTo>
                  <a:lnTo>
                    <a:pt x="147753" y="1062156"/>
                  </a:lnTo>
                  <a:lnTo>
                    <a:pt x="148568" y="1040386"/>
                  </a:lnTo>
                  <a:lnTo>
                    <a:pt x="149383" y="1064088"/>
                  </a:lnTo>
                  <a:lnTo>
                    <a:pt x="150198" y="1089377"/>
                  </a:lnTo>
                  <a:lnTo>
                    <a:pt x="151012" y="1095691"/>
                  </a:lnTo>
                  <a:lnTo>
                    <a:pt x="151827" y="1128805"/>
                  </a:lnTo>
                  <a:lnTo>
                    <a:pt x="152642" y="1171526"/>
                  </a:lnTo>
                  <a:lnTo>
                    <a:pt x="153457" y="1212440"/>
                  </a:lnTo>
                  <a:lnTo>
                    <a:pt x="154271" y="1228008"/>
                  </a:lnTo>
                  <a:lnTo>
                    <a:pt x="155086" y="1152877"/>
                  </a:lnTo>
                  <a:lnTo>
                    <a:pt x="155901" y="1115551"/>
                  </a:lnTo>
                  <a:lnTo>
                    <a:pt x="156716" y="1104161"/>
                  </a:lnTo>
                  <a:lnTo>
                    <a:pt x="157531" y="1097969"/>
                  </a:lnTo>
                  <a:lnTo>
                    <a:pt x="158345" y="999209"/>
                  </a:lnTo>
                  <a:lnTo>
                    <a:pt x="159160" y="875434"/>
                  </a:lnTo>
                  <a:lnTo>
                    <a:pt x="159975" y="834821"/>
                  </a:lnTo>
                  <a:lnTo>
                    <a:pt x="160790" y="826536"/>
                  </a:lnTo>
                  <a:lnTo>
                    <a:pt x="161604" y="775193"/>
                  </a:lnTo>
                  <a:lnTo>
                    <a:pt x="162419" y="738083"/>
                  </a:lnTo>
                  <a:lnTo>
                    <a:pt x="163234" y="828444"/>
                  </a:lnTo>
                  <a:lnTo>
                    <a:pt x="164049" y="917606"/>
                  </a:lnTo>
                  <a:lnTo>
                    <a:pt x="164864" y="1016489"/>
                  </a:lnTo>
                  <a:lnTo>
                    <a:pt x="165678" y="1056457"/>
                  </a:lnTo>
                  <a:lnTo>
                    <a:pt x="166493" y="1124650"/>
                  </a:lnTo>
                  <a:lnTo>
                    <a:pt x="167308" y="1204267"/>
                  </a:lnTo>
                  <a:lnTo>
                    <a:pt x="168123" y="1169182"/>
                  </a:lnTo>
                  <a:lnTo>
                    <a:pt x="168937" y="1056225"/>
                  </a:lnTo>
                  <a:lnTo>
                    <a:pt x="169752" y="908188"/>
                  </a:lnTo>
                  <a:lnTo>
                    <a:pt x="170567" y="838592"/>
                  </a:lnTo>
                  <a:lnTo>
                    <a:pt x="171382" y="789251"/>
                  </a:lnTo>
                  <a:lnTo>
                    <a:pt x="172197" y="767924"/>
                  </a:lnTo>
                  <a:lnTo>
                    <a:pt x="173011" y="755415"/>
                  </a:lnTo>
                  <a:lnTo>
                    <a:pt x="173826" y="827064"/>
                  </a:lnTo>
                  <a:lnTo>
                    <a:pt x="174641" y="960355"/>
                  </a:lnTo>
                  <a:lnTo>
                    <a:pt x="175456" y="898591"/>
                  </a:lnTo>
                  <a:lnTo>
                    <a:pt x="176270" y="663321"/>
                  </a:lnTo>
                  <a:lnTo>
                    <a:pt x="177085" y="441489"/>
                  </a:lnTo>
                  <a:lnTo>
                    <a:pt x="177900" y="355575"/>
                  </a:lnTo>
                  <a:lnTo>
                    <a:pt x="178715" y="238551"/>
                  </a:lnTo>
                  <a:lnTo>
                    <a:pt x="179530" y="26745"/>
                  </a:lnTo>
                  <a:lnTo>
                    <a:pt x="180344" y="0"/>
                  </a:lnTo>
                  <a:lnTo>
                    <a:pt x="181159" y="110200"/>
                  </a:lnTo>
                  <a:lnTo>
                    <a:pt x="181974" y="118776"/>
                  </a:lnTo>
                  <a:lnTo>
                    <a:pt x="182789" y="59860"/>
                  </a:lnTo>
                  <a:lnTo>
                    <a:pt x="183604" y="232400"/>
                  </a:lnTo>
                  <a:lnTo>
                    <a:pt x="184418" y="383714"/>
                  </a:lnTo>
                  <a:lnTo>
                    <a:pt x="185233" y="463162"/>
                  </a:lnTo>
                  <a:lnTo>
                    <a:pt x="186048" y="545685"/>
                  </a:lnTo>
                  <a:lnTo>
                    <a:pt x="186863" y="651468"/>
                  </a:lnTo>
                  <a:lnTo>
                    <a:pt x="187677" y="679028"/>
                  </a:lnTo>
                  <a:lnTo>
                    <a:pt x="188492" y="473270"/>
                  </a:lnTo>
                  <a:lnTo>
                    <a:pt x="189307" y="439222"/>
                  </a:lnTo>
                  <a:lnTo>
                    <a:pt x="190122" y="527295"/>
                  </a:lnTo>
                  <a:lnTo>
                    <a:pt x="190937" y="644700"/>
                  </a:lnTo>
                  <a:lnTo>
                    <a:pt x="191751" y="738833"/>
                  </a:lnTo>
                  <a:lnTo>
                    <a:pt x="192566" y="941834"/>
                  </a:lnTo>
                  <a:lnTo>
                    <a:pt x="193381" y="1182080"/>
                  </a:lnTo>
                  <a:lnTo>
                    <a:pt x="194196" y="1327031"/>
                  </a:lnTo>
                  <a:lnTo>
                    <a:pt x="195010" y="1367133"/>
                  </a:lnTo>
                  <a:lnTo>
                    <a:pt x="195825" y="1304839"/>
                  </a:lnTo>
                  <a:lnTo>
                    <a:pt x="196640" y="1259646"/>
                  </a:lnTo>
                  <a:lnTo>
                    <a:pt x="197455" y="1189950"/>
                  </a:lnTo>
                  <a:lnTo>
                    <a:pt x="198270" y="1168781"/>
                  </a:lnTo>
                  <a:lnTo>
                    <a:pt x="199084" y="1124593"/>
                  </a:lnTo>
                  <a:lnTo>
                    <a:pt x="199899" y="1121965"/>
                  </a:lnTo>
                  <a:lnTo>
                    <a:pt x="200714" y="1202196"/>
                  </a:lnTo>
                  <a:lnTo>
                    <a:pt x="201529" y="1287729"/>
                  </a:lnTo>
                  <a:lnTo>
                    <a:pt x="202343" y="1317553"/>
                  </a:lnTo>
                  <a:lnTo>
                    <a:pt x="203158" y="1303920"/>
                  </a:lnTo>
                  <a:lnTo>
                    <a:pt x="203973" y="1348110"/>
                  </a:lnTo>
                  <a:lnTo>
                    <a:pt x="204788" y="1353976"/>
                  </a:lnTo>
                  <a:lnTo>
                    <a:pt x="205603" y="1334022"/>
                  </a:lnTo>
                  <a:lnTo>
                    <a:pt x="206417" y="1346045"/>
                  </a:lnTo>
                  <a:lnTo>
                    <a:pt x="207232" y="1382515"/>
                  </a:lnTo>
                  <a:lnTo>
                    <a:pt x="208047" y="1341788"/>
                  </a:lnTo>
                  <a:lnTo>
                    <a:pt x="208862" y="1211823"/>
                  </a:lnTo>
                  <a:lnTo>
                    <a:pt x="209676" y="1192078"/>
                  </a:lnTo>
                  <a:lnTo>
                    <a:pt x="210491" y="1154226"/>
                  </a:lnTo>
                  <a:lnTo>
                    <a:pt x="211306" y="1075772"/>
                  </a:lnTo>
                  <a:lnTo>
                    <a:pt x="212121" y="1070561"/>
                  </a:lnTo>
                  <a:lnTo>
                    <a:pt x="212936" y="1085712"/>
                  </a:lnTo>
                  <a:lnTo>
                    <a:pt x="213750" y="1132915"/>
                  </a:lnTo>
                  <a:lnTo>
                    <a:pt x="214565" y="1022270"/>
                  </a:lnTo>
                  <a:lnTo>
                    <a:pt x="215380" y="1010014"/>
                  </a:lnTo>
                  <a:lnTo>
                    <a:pt x="216195" y="1004866"/>
                  </a:lnTo>
                  <a:lnTo>
                    <a:pt x="217009" y="956833"/>
                  </a:lnTo>
                  <a:lnTo>
                    <a:pt x="217824" y="965676"/>
                  </a:lnTo>
                  <a:lnTo>
                    <a:pt x="218639" y="948061"/>
                  </a:lnTo>
                  <a:lnTo>
                    <a:pt x="219454" y="1017112"/>
                  </a:lnTo>
                  <a:lnTo>
                    <a:pt x="220269" y="960081"/>
                  </a:lnTo>
                  <a:lnTo>
                    <a:pt x="221083" y="926042"/>
                  </a:lnTo>
                  <a:lnTo>
                    <a:pt x="221898" y="913979"/>
                  </a:lnTo>
                  <a:lnTo>
                    <a:pt x="222713" y="976895"/>
                  </a:lnTo>
                  <a:lnTo>
                    <a:pt x="223528" y="1024555"/>
                  </a:lnTo>
                  <a:lnTo>
                    <a:pt x="224343" y="1015568"/>
                  </a:lnTo>
                  <a:lnTo>
                    <a:pt x="225157" y="1122019"/>
                  </a:lnTo>
                  <a:lnTo>
                    <a:pt x="225972" y="1220930"/>
                  </a:lnTo>
                  <a:lnTo>
                    <a:pt x="226787" y="1179391"/>
                  </a:lnTo>
                  <a:lnTo>
                    <a:pt x="227602" y="1031702"/>
                  </a:lnTo>
                  <a:lnTo>
                    <a:pt x="228416" y="1018543"/>
                  </a:lnTo>
                  <a:lnTo>
                    <a:pt x="229231" y="1058229"/>
                  </a:lnTo>
                  <a:lnTo>
                    <a:pt x="230046" y="967824"/>
                  </a:lnTo>
                  <a:lnTo>
                    <a:pt x="230861" y="941010"/>
                  </a:lnTo>
                  <a:lnTo>
                    <a:pt x="231676" y="1077946"/>
                  </a:lnTo>
                  <a:lnTo>
                    <a:pt x="232490" y="1177990"/>
                  </a:lnTo>
                  <a:lnTo>
                    <a:pt x="233305" y="1194897"/>
                  </a:lnTo>
                  <a:lnTo>
                    <a:pt x="234120" y="1215242"/>
                  </a:lnTo>
                  <a:lnTo>
                    <a:pt x="234935" y="1278803"/>
                  </a:lnTo>
                  <a:lnTo>
                    <a:pt x="235749" y="1231945"/>
                  </a:lnTo>
                  <a:lnTo>
                    <a:pt x="236564" y="1059638"/>
                  </a:lnTo>
                  <a:lnTo>
                    <a:pt x="237379" y="987854"/>
                  </a:lnTo>
                  <a:lnTo>
                    <a:pt x="238194" y="974503"/>
                  </a:lnTo>
                  <a:lnTo>
                    <a:pt x="239009" y="931233"/>
                  </a:lnTo>
                  <a:lnTo>
                    <a:pt x="239823" y="931828"/>
                  </a:lnTo>
                  <a:lnTo>
                    <a:pt x="240638" y="991879"/>
                  </a:lnTo>
                  <a:lnTo>
                    <a:pt x="241453" y="1131531"/>
                  </a:lnTo>
                  <a:lnTo>
                    <a:pt x="242268" y="1239574"/>
                  </a:lnTo>
                  <a:lnTo>
                    <a:pt x="243082" y="1301896"/>
                  </a:lnTo>
                  <a:lnTo>
                    <a:pt x="243897" y="1309344"/>
                  </a:lnTo>
                  <a:lnTo>
                    <a:pt x="244712" y="1234884"/>
                  </a:lnTo>
                  <a:lnTo>
                    <a:pt x="245527" y="1236746"/>
                  </a:lnTo>
                  <a:lnTo>
                    <a:pt x="246342" y="1226208"/>
                  </a:lnTo>
                  <a:lnTo>
                    <a:pt x="247156" y="1187322"/>
                  </a:lnTo>
                  <a:lnTo>
                    <a:pt x="247971" y="1161839"/>
                  </a:lnTo>
                  <a:lnTo>
                    <a:pt x="248786" y="1185702"/>
                  </a:lnTo>
                  <a:lnTo>
                    <a:pt x="249601" y="1249274"/>
                  </a:lnTo>
                  <a:lnTo>
                    <a:pt x="250415" y="1252203"/>
                  </a:lnTo>
                  <a:lnTo>
                    <a:pt x="251230" y="1225456"/>
                  </a:lnTo>
                  <a:lnTo>
                    <a:pt x="252045" y="1213715"/>
                  </a:lnTo>
                  <a:lnTo>
                    <a:pt x="252860" y="1198073"/>
                  </a:lnTo>
                  <a:lnTo>
                    <a:pt x="253675" y="1149148"/>
                  </a:lnTo>
                  <a:lnTo>
                    <a:pt x="254489" y="1093056"/>
                  </a:lnTo>
                  <a:lnTo>
                    <a:pt x="255304" y="1054484"/>
                  </a:lnTo>
                  <a:lnTo>
                    <a:pt x="256119" y="1041531"/>
                  </a:lnTo>
                  <a:lnTo>
                    <a:pt x="256934" y="1040101"/>
                  </a:lnTo>
                  <a:lnTo>
                    <a:pt x="257748" y="991863"/>
                  </a:lnTo>
                  <a:lnTo>
                    <a:pt x="258563" y="918420"/>
                  </a:lnTo>
                  <a:lnTo>
                    <a:pt x="259378" y="828851"/>
                  </a:lnTo>
                  <a:lnTo>
                    <a:pt x="260193" y="725956"/>
                  </a:lnTo>
                  <a:lnTo>
                    <a:pt x="261008" y="671003"/>
                  </a:lnTo>
                  <a:lnTo>
                    <a:pt x="261822" y="656916"/>
                  </a:lnTo>
                  <a:lnTo>
                    <a:pt x="262637" y="658905"/>
                  </a:lnTo>
                  <a:lnTo>
                    <a:pt x="263452" y="749293"/>
                  </a:lnTo>
                  <a:lnTo>
                    <a:pt x="264267" y="894603"/>
                  </a:lnTo>
                  <a:lnTo>
                    <a:pt x="265082" y="945344"/>
                  </a:lnTo>
                  <a:lnTo>
                    <a:pt x="265896" y="966596"/>
                  </a:lnTo>
                  <a:lnTo>
                    <a:pt x="266711" y="1028639"/>
                  </a:lnTo>
                  <a:lnTo>
                    <a:pt x="267526" y="1119660"/>
                  </a:lnTo>
                  <a:lnTo>
                    <a:pt x="268341" y="1173791"/>
                  </a:lnTo>
                  <a:lnTo>
                    <a:pt x="269155" y="1224206"/>
                  </a:lnTo>
                  <a:lnTo>
                    <a:pt x="269970" y="1257567"/>
                  </a:lnTo>
                  <a:lnTo>
                    <a:pt x="270785" y="1250388"/>
                  </a:lnTo>
                  <a:lnTo>
                    <a:pt x="271600" y="1199667"/>
                  </a:lnTo>
                  <a:lnTo>
                    <a:pt x="272415" y="1193549"/>
                  </a:lnTo>
                  <a:lnTo>
                    <a:pt x="273229" y="1193645"/>
                  </a:lnTo>
                  <a:lnTo>
                    <a:pt x="274044" y="1207731"/>
                  </a:lnTo>
                  <a:lnTo>
                    <a:pt x="274859" y="1249467"/>
                  </a:lnTo>
                  <a:lnTo>
                    <a:pt x="275674" y="1183848"/>
                  </a:lnTo>
                  <a:lnTo>
                    <a:pt x="276488" y="1102142"/>
                  </a:lnTo>
                  <a:lnTo>
                    <a:pt x="277303" y="1034066"/>
                  </a:lnTo>
                  <a:lnTo>
                    <a:pt x="278118" y="937633"/>
                  </a:lnTo>
                  <a:lnTo>
                    <a:pt x="278933" y="852271"/>
                  </a:lnTo>
                  <a:lnTo>
                    <a:pt x="279748" y="885663"/>
                  </a:lnTo>
                  <a:lnTo>
                    <a:pt x="280562" y="1058621"/>
                  </a:lnTo>
                  <a:lnTo>
                    <a:pt x="281377" y="1197375"/>
                  </a:lnTo>
                  <a:lnTo>
                    <a:pt x="282192" y="1201675"/>
                  </a:lnTo>
                  <a:lnTo>
                    <a:pt x="283007" y="1231629"/>
                  </a:lnTo>
                  <a:lnTo>
                    <a:pt x="283821" y="1173589"/>
                  </a:lnTo>
                  <a:lnTo>
                    <a:pt x="284636" y="1118015"/>
                  </a:lnTo>
                  <a:lnTo>
                    <a:pt x="285451" y="1110025"/>
                  </a:lnTo>
                  <a:lnTo>
                    <a:pt x="286266" y="1113803"/>
                  </a:lnTo>
                  <a:lnTo>
                    <a:pt x="287081" y="1203767"/>
                  </a:lnTo>
                  <a:lnTo>
                    <a:pt x="287895" y="1237211"/>
                  </a:lnTo>
                  <a:lnTo>
                    <a:pt x="288710" y="1292819"/>
                  </a:lnTo>
                  <a:lnTo>
                    <a:pt x="289525" y="1298919"/>
                  </a:lnTo>
                  <a:lnTo>
                    <a:pt x="290340" y="1251434"/>
                  </a:lnTo>
                  <a:lnTo>
                    <a:pt x="291154" y="1169984"/>
                  </a:lnTo>
                  <a:lnTo>
                    <a:pt x="291969" y="1104928"/>
                  </a:lnTo>
                  <a:lnTo>
                    <a:pt x="292784" y="1124363"/>
                  </a:lnTo>
                  <a:lnTo>
                    <a:pt x="293599" y="1135304"/>
                  </a:lnTo>
                  <a:lnTo>
                    <a:pt x="294414" y="1040143"/>
                  </a:lnTo>
                  <a:lnTo>
                    <a:pt x="295228" y="909840"/>
                  </a:lnTo>
                  <a:lnTo>
                    <a:pt x="296043" y="861050"/>
                  </a:lnTo>
                  <a:lnTo>
                    <a:pt x="296858" y="869807"/>
                  </a:lnTo>
                  <a:lnTo>
                    <a:pt x="297673" y="846366"/>
                  </a:lnTo>
                  <a:lnTo>
                    <a:pt x="298487" y="848371"/>
                  </a:lnTo>
                  <a:lnTo>
                    <a:pt x="299302" y="928385"/>
                  </a:lnTo>
                  <a:lnTo>
                    <a:pt x="300117" y="993351"/>
                  </a:lnTo>
                  <a:lnTo>
                    <a:pt x="300932" y="935077"/>
                  </a:lnTo>
                  <a:lnTo>
                    <a:pt x="301747" y="793295"/>
                  </a:lnTo>
                  <a:lnTo>
                    <a:pt x="302561" y="720889"/>
                  </a:lnTo>
                  <a:lnTo>
                    <a:pt x="303376" y="649377"/>
                  </a:lnTo>
                  <a:lnTo>
                    <a:pt x="304191" y="612021"/>
                  </a:lnTo>
                  <a:lnTo>
                    <a:pt x="305006" y="653195"/>
                  </a:lnTo>
                  <a:lnTo>
                    <a:pt x="305821" y="744180"/>
                  </a:lnTo>
                  <a:lnTo>
                    <a:pt x="306635" y="771541"/>
                  </a:lnTo>
                  <a:lnTo>
                    <a:pt x="307450" y="764425"/>
                  </a:lnTo>
                  <a:lnTo>
                    <a:pt x="308265" y="837624"/>
                  </a:lnTo>
                  <a:lnTo>
                    <a:pt x="309080" y="949401"/>
                  </a:lnTo>
                  <a:lnTo>
                    <a:pt x="309894" y="976241"/>
                  </a:lnTo>
                  <a:lnTo>
                    <a:pt x="310709" y="973839"/>
                  </a:lnTo>
                  <a:lnTo>
                    <a:pt x="311524" y="1095760"/>
                  </a:lnTo>
                  <a:lnTo>
                    <a:pt x="312339" y="1192899"/>
                  </a:lnTo>
                  <a:lnTo>
                    <a:pt x="313154" y="1187423"/>
                  </a:lnTo>
                  <a:lnTo>
                    <a:pt x="313968" y="1143912"/>
                  </a:lnTo>
                  <a:lnTo>
                    <a:pt x="314783" y="1125902"/>
                  </a:lnTo>
                  <a:lnTo>
                    <a:pt x="315598" y="1170810"/>
                  </a:lnTo>
                  <a:lnTo>
                    <a:pt x="316413" y="1152315"/>
                  </a:lnTo>
                  <a:lnTo>
                    <a:pt x="317227" y="1084535"/>
                  </a:lnTo>
                  <a:lnTo>
                    <a:pt x="318042" y="1007476"/>
                  </a:lnTo>
                  <a:lnTo>
                    <a:pt x="318857" y="980263"/>
                  </a:lnTo>
                  <a:lnTo>
                    <a:pt x="319672" y="978607"/>
                  </a:lnTo>
                  <a:lnTo>
                    <a:pt x="320487" y="909252"/>
                  </a:lnTo>
                  <a:lnTo>
                    <a:pt x="321301" y="890078"/>
                  </a:lnTo>
                  <a:lnTo>
                    <a:pt x="322116" y="977544"/>
                  </a:lnTo>
                  <a:lnTo>
                    <a:pt x="322931" y="1140116"/>
                  </a:lnTo>
                  <a:lnTo>
                    <a:pt x="323746" y="1246620"/>
                  </a:lnTo>
                  <a:lnTo>
                    <a:pt x="324560" y="1322097"/>
                  </a:lnTo>
                  <a:lnTo>
                    <a:pt x="325375" y="1456462"/>
                  </a:lnTo>
                  <a:lnTo>
                    <a:pt x="325692" y="148710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6411971" y="1839928"/>
              <a:ext cx="245056" cy="1422548"/>
            </a:xfrm>
            <a:custGeom>
              <a:avLst/>
              <a:pathLst>
                <a:path w="245056" h="1422548">
                  <a:moveTo>
                    <a:pt x="0" y="1422548"/>
                  </a:moveTo>
                  <a:lnTo>
                    <a:pt x="412" y="1373282"/>
                  </a:lnTo>
                  <a:lnTo>
                    <a:pt x="1227" y="1169725"/>
                  </a:lnTo>
                  <a:lnTo>
                    <a:pt x="2041" y="1008785"/>
                  </a:lnTo>
                  <a:lnTo>
                    <a:pt x="2856" y="935507"/>
                  </a:lnTo>
                  <a:lnTo>
                    <a:pt x="3671" y="866198"/>
                  </a:lnTo>
                  <a:lnTo>
                    <a:pt x="4486" y="792057"/>
                  </a:lnTo>
                  <a:lnTo>
                    <a:pt x="5301" y="880151"/>
                  </a:lnTo>
                  <a:lnTo>
                    <a:pt x="6115" y="952277"/>
                  </a:lnTo>
                  <a:lnTo>
                    <a:pt x="6930" y="892084"/>
                  </a:lnTo>
                  <a:lnTo>
                    <a:pt x="7745" y="760539"/>
                  </a:lnTo>
                  <a:lnTo>
                    <a:pt x="8560" y="625560"/>
                  </a:lnTo>
                  <a:lnTo>
                    <a:pt x="9374" y="573296"/>
                  </a:lnTo>
                  <a:lnTo>
                    <a:pt x="10189" y="533011"/>
                  </a:lnTo>
                  <a:lnTo>
                    <a:pt x="11004" y="550933"/>
                  </a:lnTo>
                  <a:lnTo>
                    <a:pt x="11819" y="558379"/>
                  </a:lnTo>
                  <a:lnTo>
                    <a:pt x="12634" y="558667"/>
                  </a:lnTo>
                  <a:lnTo>
                    <a:pt x="13448" y="594242"/>
                  </a:lnTo>
                  <a:lnTo>
                    <a:pt x="14263" y="667193"/>
                  </a:lnTo>
                  <a:lnTo>
                    <a:pt x="15078" y="672273"/>
                  </a:lnTo>
                  <a:lnTo>
                    <a:pt x="15893" y="600472"/>
                  </a:lnTo>
                  <a:lnTo>
                    <a:pt x="16707" y="588377"/>
                  </a:lnTo>
                  <a:lnTo>
                    <a:pt x="17522" y="662188"/>
                  </a:lnTo>
                  <a:lnTo>
                    <a:pt x="18337" y="785115"/>
                  </a:lnTo>
                  <a:lnTo>
                    <a:pt x="19152" y="746040"/>
                  </a:lnTo>
                  <a:lnTo>
                    <a:pt x="19967" y="681475"/>
                  </a:lnTo>
                  <a:lnTo>
                    <a:pt x="20781" y="719122"/>
                  </a:lnTo>
                  <a:lnTo>
                    <a:pt x="21596" y="683981"/>
                  </a:lnTo>
                  <a:lnTo>
                    <a:pt x="22411" y="538126"/>
                  </a:lnTo>
                  <a:lnTo>
                    <a:pt x="23226" y="398105"/>
                  </a:lnTo>
                  <a:lnTo>
                    <a:pt x="24041" y="361589"/>
                  </a:lnTo>
                  <a:lnTo>
                    <a:pt x="24855" y="314411"/>
                  </a:lnTo>
                  <a:lnTo>
                    <a:pt x="25670" y="218900"/>
                  </a:lnTo>
                  <a:lnTo>
                    <a:pt x="26485" y="216630"/>
                  </a:lnTo>
                  <a:lnTo>
                    <a:pt x="27300" y="193824"/>
                  </a:lnTo>
                  <a:lnTo>
                    <a:pt x="28114" y="94039"/>
                  </a:lnTo>
                  <a:lnTo>
                    <a:pt x="28929" y="98285"/>
                  </a:lnTo>
                  <a:lnTo>
                    <a:pt x="29744" y="246388"/>
                  </a:lnTo>
                  <a:lnTo>
                    <a:pt x="30559" y="456359"/>
                  </a:lnTo>
                  <a:lnTo>
                    <a:pt x="31374" y="682583"/>
                  </a:lnTo>
                  <a:lnTo>
                    <a:pt x="32188" y="926560"/>
                  </a:lnTo>
                  <a:lnTo>
                    <a:pt x="33003" y="1113472"/>
                  </a:lnTo>
                  <a:lnTo>
                    <a:pt x="33818" y="1144388"/>
                  </a:lnTo>
                  <a:lnTo>
                    <a:pt x="34633" y="992302"/>
                  </a:lnTo>
                  <a:lnTo>
                    <a:pt x="35447" y="841522"/>
                  </a:lnTo>
                  <a:lnTo>
                    <a:pt x="36262" y="726186"/>
                  </a:lnTo>
                  <a:lnTo>
                    <a:pt x="37077" y="716665"/>
                  </a:lnTo>
                  <a:lnTo>
                    <a:pt x="37892" y="671999"/>
                  </a:lnTo>
                  <a:lnTo>
                    <a:pt x="38707" y="616615"/>
                  </a:lnTo>
                  <a:lnTo>
                    <a:pt x="39521" y="712713"/>
                  </a:lnTo>
                  <a:lnTo>
                    <a:pt x="40336" y="855504"/>
                  </a:lnTo>
                  <a:lnTo>
                    <a:pt x="41151" y="972031"/>
                  </a:lnTo>
                  <a:lnTo>
                    <a:pt x="41966" y="1031357"/>
                  </a:lnTo>
                  <a:lnTo>
                    <a:pt x="42780" y="1135346"/>
                  </a:lnTo>
                  <a:lnTo>
                    <a:pt x="43595" y="1187812"/>
                  </a:lnTo>
                  <a:lnTo>
                    <a:pt x="44410" y="1167564"/>
                  </a:lnTo>
                  <a:lnTo>
                    <a:pt x="45225" y="1146531"/>
                  </a:lnTo>
                  <a:lnTo>
                    <a:pt x="46040" y="1146532"/>
                  </a:lnTo>
                  <a:lnTo>
                    <a:pt x="46854" y="1128370"/>
                  </a:lnTo>
                  <a:lnTo>
                    <a:pt x="47669" y="1082184"/>
                  </a:lnTo>
                  <a:lnTo>
                    <a:pt x="48484" y="1082898"/>
                  </a:lnTo>
                  <a:lnTo>
                    <a:pt x="49299" y="1079480"/>
                  </a:lnTo>
                  <a:lnTo>
                    <a:pt x="50113" y="1030187"/>
                  </a:lnTo>
                  <a:lnTo>
                    <a:pt x="50928" y="963141"/>
                  </a:lnTo>
                  <a:lnTo>
                    <a:pt x="51743" y="954832"/>
                  </a:lnTo>
                  <a:lnTo>
                    <a:pt x="52558" y="994643"/>
                  </a:lnTo>
                  <a:lnTo>
                    <a:pt x="53373" y="997442"/>
                  </a:lnTo>
                  <a:lnTo>
                    <a:pt x="54187" y="914712"/>
                  </a:lnTo>
                  <a:lnTo>
                    <a:pt x="55002" y="787726"/>
                  </a:lnTo>
                  <a:lnTo>
                    <a:pt x="55817" y="677487"/>
                  </a:lnTo>
                  <a:lnTo>
                    <a:pt x="56632" y="506871"/>
                  </a:lnTo>
                  <a:lnTo>
                    <a:pt x="57446" y="327960"/>
                  </a:lnTo>
                  <a:lnTo>
                    <a:pt x="58261" y="246578"/>
                  </a:lnTo>
                  <a:lnTo>
                    <a:pt x="59076" y="283356"/>
                  </a:lnTo>
                  <a:lnTo>
                    <a:pt x="59891" y="343492"/>
                  </a:lnTo>
                  <a:lnTo>
                    <a:pt x="60706" y="390765"/>
                  </a:lnTo>
                  <a:lnTo>
                    <a:pt x="61520" y="472072"/>
                  </a:lnTo>
                  <a:lnTo>
                    <a:pt x="62335" y="542140"/>
                  </a:lnTo>
                  <a:lnTo>
                    <a:pt x="63150" y="643482"/>
                  </a:lnTo>
                  <a:lnTo>
                    <a:pt x="63965" y="694535"/>
                  </a:lnTo>
                  <a:lnTo>
                    <a:pt x="64780" y="749699"/>
                  </a:lnTo>
                  <a:lnTo>
                    <a:pt x="65594" y="891475"/>
                  </a:lnTo>
                  <a:lnTo>
                    <a:pt x="66409" y="947070"/>
                  </a:lnTo>
                  <a:lnTo>
                    <a:pt x="67224" y="951948"/>
                  </a:lnTo>
                  <a:lnTo>
                    <a:pt x="68039" y="818223"/>
                  </a:lnTo>
                  <a:lnTo>
                    <a:pt x="68853" y="726297"/>
                  </a:lnTo>
                  <a:lnTo>
                    <a:pt x="69668" y="647439"/>
                  </a:lnTo>
                  <a:lnTo>
                    <a:pt x="70483" y="474012"/>
                  </a:lnTo>
                  <a:lnTo>
                    <a:pt x="71298" y="399162"/>
                  </a:lnTo>
                  <a:lnTo>
                    <a:pt x="72113" y="342924"/>
                  </a:lnTo>
                  <a:lnTo>
                    <a:pt x="72927" y="278441"/>
                  </a:lnTo>
                  <a:lnTo>
                    <a:pt x="73742" y="135047"/>
                  </a:lnTo>
                  <a:lnTo>
                    <a:pt x="74557" y="7971"/>
                  </a:lnTo>
                  <a:lnTo>
                    <a:pt x="75372" y="14774"/>
                  </a:lnTo>
                  <a:lnTo>
                    <a:pt x="76186" y="49315"/>
                  </a:lnTo>
                  <a:lnTo>
                    <a:pt x="77001" y="152904"/>
                  </a:lnTo>
                  <a:lnTo>
                    <a:pt x="77816" y="344023"/>
                  </a:lnTo>
                  <a:lnTo>
                    <a:pt x="78631" y="598811"/>
                  </a:lnTo>
                  <a:lnTo>
                    <a:pt x="79446" y="802800"/>
                  </a:lnTo>
                  <a:lnTo>
                    <a:pt x="80260" y="811434"/>
                  </a:lnTo>
                  <a:lnTo>
                    <a:pt x="81075" y="730034"/>
                  </a:lnTo>
                  <a:lnTo>
                    <a:pt x="81890" y="726458"/>
                  </a:lnTo>
                  <a:lnTo>
                    <a:pt x="82705" y="710701"/>
                  </a:lnTo>
                  <a:lnTo>
                    <a:pt x="83519" y="694757"/>
                  </a:lnTo>
                  <a:lnTo>
                    <a:pt x="84334" y="695245"/>
                  </a:lnTo>
                  <a:lnTo>
                    <a:pt x="85149" y="751358"/>
                  </a:lnTo>
                  <a:lnTo>
                    <a:pt x="85964" y="915702"/>
                  </a:lnTo>
                  <a:lnTo>
                    <a:pt x="86779" y="1005638"/>
                  </a:lnTo>
                  <a:lnTo>
                    <a:pt x="87593" y="1038198"/>
                  </a:lnTo>
                  <a:lnTo>
                    <a:pt x="88408" y="996637"/>
                  </a:lnTo>
                  <a:lnTo>
                    <a:pt x="89223" y="972126"/>
                  </a:lnTo>
                  <a:lnTo>
                    <a:pt x="90038" y="1022490"/>
                  </a:lnTo>
                  <a:lnTo>
                    <a:pt x="90852" y="1028334"/>
                  </a:lnTo>
                  <a:lnTo>
                    <a:pt x="91667" y="1003351"/>
                  </a:lnTo>
                  <a:lnTo>
                    <a:pt x="92482" y="1050566"/>
                  </a:lnTo>
                  <a:lnTo>
                    <a:pt x="93297" y="1106810"/>
                  </a:lnTo>
                  <a:lnTo>
                    <a:pt x="94112" y="1041217"/>
                  </a:lnTo>
                  <a:lnTo>
                    <a:pt x="94926" y="904802"/>
                  </a:lnTo>
                  <a:lnTo>
                    <a:pt x="95741" y="826409"/>
                  </a:lnTo>
                  <a:lnTo>
                    <a:pt x="96556" y="788230"/>
                  </a:lnTo>
                  <a:lnTo>
                    <a:pt x="97371" y="705875"/>
                  </a:lnTo>
                  <a:lnTo>
                    <a:pt x="98185" y="750738"/>
                  </a:lnTo>
                  <a:lnTo>
                    <a:pt x="99000" y="846716"/>
                  </a:lnTo>
                  <a:lnTo>
                    <a:pt x="99815" y="937484"/>
                  </a:lnTo>
                  <a:lnTo>
                    <a:pt x="100630" y="959298"/>
                  </a:lnTo>
                  <a:lnTo>
                    <a:pt x="101445" y="906507"/>
                  </a:lnTo>
                  <a:lnTo>
                    <a:pt x="102259" y="921188"/>
                  </a:lnTo>
                  <a:lnTo>
                    <a:pt x="103074" y="859056"/>
                  </a:lnTo>
                  <a:lnTo>
                    <a:pt x="103889" y="804244"/>
                  </a:lnTo>
                  <a:lnTo>
                    <a:pt x="104704" y="773885"/>
                  </a:lnTo>
                  <a:lnTo>
                    <a:pt x="105519" y="788833"/>
                  </a:lnTo>
                  <a:lnTo>
                    <a:pt x="106333" y="867123"/>
                  </a:lnTo>
                  <a:lnTo>
                    <a:pt x="107148" y="898270"/>
                  </a:lnTo>
                  <a:lnTo>
                    <a:pt x="107963" y="931894"/>
                  </a:lnTo>
                  <a:lnTo>
                    <a:pt x="108778" y="1042043"/>
                  </a:lnTo>
                  <a:lnTo>
                    <a:pt x="109592" y="1168176"/>
                  </a:lnTo>
                  <a:lnTo>
                    <a:pt x="110407" y="1219050"/>
                  </a:lnTo>
                  <a:lnTo>
                    <a:pt x="111222" y="1192400"/>
                  </a:lnTo>
                  <a:lnTo>
                    <a:pt x="112037" y="1151075"/>
                  </a:lnTo>
                  <a:lnTo>
                    <a:pt x="112852" y="1111614"/>
                  </a:lnTo>
                  <a:lnTo>
                    <a:pt x="113666" y="1045480"/>
                  </a:lnTo>
                  <a:lnTo>
                    <a:pt x="114481" y="1023295"/>
                  </a:lnTo>
                  <a:lnTo>
                    <a:pt x="115296" y="1007683"/>
                  </a:lnTo>
                  <a:lnTo>
                    <a:pt x="116111" y="1056540"/>
                  </a:lnTo>
                  <a:lnTo>
                    <a:pt x="116925" y="1062875"/>
                  </a:lnTo>
                  <a:lnTo>
                    <a:pt x="117740" y="1027551"/>
                  </a:lnTo>
                  <a:lnTo>
                    <a:pt x="118555" y="1003484"/>
                  </a:lnTo>
                  <a:lnTo>
                    <a:pt x="119370" y="915852"/>
                  </a:lnTo>
                  <a:lnTo>
                    <a:pt x="120185" y="817168"/>
                  </a:lnTo>
                  <a:lnTo>
                    <a:pt x="120999" y="636574"/>
                  </a:lnTo>
                  <a:lnTo>
                    <a:pt x="121814" y="455655"/>
                  </a:lnTo>
                  <a:lnTo>
                    <a:pt x="122629" y="357058"/>
                  </a:lnTo>
                  <a:lnTo>
                    <a:pt x="123444" y="348184"/>
                  </a:lnTo>
                  <a:lnTo>
                    <a:pt x="124258" y="366541"/>
                  </a:lnTo>
                  <a:lnTo>
                    <a:pt x="125073" y="367835"/>
                  </a:lnTo>
                  <a:lnTo>
                    <a:pt x="125888" y="538274"/>
                  </a:lnTo>
                  <a:lnTo>
                    <a:pt x="126703" y="808286"/>
                  </a:lnTo>
                  <a:lnTo>
                    <a:pt x="127518" y="1006512"/>
                  </a:lnTo>
                  <a:lnTo>
                    <a:pt x="128332" y="1075458"/>
                  </a:lnTo>
                  <a:lnTo>
                    <a:pt x="129147" y="1146391"/>
                  </a:lnTo>
                  <a:lnTo>
                    <a:pt x="129962" y="1269083"/>
                  </a:lnTo>
                  <a:lnTo>
                    <a:pt x="130777" y="1289859"/>
                  </a:lnTo>
                  <a:lnTo>
                    <a:pt x="131591" y="1163832"/>
                  </a:lnTo>
                  <a:lnTo>
                    <a:pt x="132406" y="1046768"/>
                  </a:lnTo>
                  <a:lnTo>
                    <a:pt x="133221" y="1050138"/>
                  </a:lnTo>
                  <a:lnTo>
                    <a:pt x="134036" y="1045566"/>
                  </a:lnTo>
                  <a:lnTo>
                    <a:pt x="134851" y="1048020"/>
                  </a:lnTo>
                  <a:lnTo>
                    <a:pt x="135665" y="989442"/>
                  </a:lnTo>
                  <a:lnTo>
                    <a:pt x="136480" y="1012286"/>
                  </a:lnTo>
                  <a:lnTo>
                    <a:pt x="137295" y="1019294"/>
                  </a:lnTo>
                  <a:lnTo>
                    <a:pt x="138110" y="868020"/>
                  </a:lnTo>
                  <a:lnTo>
                    <a:pt x="138924" y="636621"/>
                  </a:lnTo>
                  <a:lnTo>
                    <a:pt x="139739" y="477531"/>
                  </a:lnTo>
                  <a:lnTo>
                    <a:pt x="140554" y="407711"/>
                  </a:lnTo>
                  <a:lnTo>
                    <a:pt x="141369" y="336078"/>
                  </a:lnTo>
                  <a:lnTo>
                    <a:pt x="142184" y="316675"/>
                  </a:lnTo>
                  <a:lnTo>
                    <a:pt x="142998" y="370147"/>
                  </a:lnTo>
                  <a:lnTo>
                    <a:pt x="143813" y="546351"/>
                  </a:lnTo>
                  <a:lnTo>
                    <a:pt x="144628" y="617984"/>
                  </a:lnTo>
                  <a:lnTo>
                    <a:pt x="145443" y="658744"/>
                  </a:lnTo>
                  <a:lnTo>
                    <a:pt x="146258" y="706455"/>
                  </a:lnTo>
                  <a:lnTo>
                    <a:pt x="147072" y="667586"/>
                  </a:lnTo>
                  <a:lnTo>
                    <a:pt x="147887" y="631423"/>
                  </a:lnTo>
                  <a:lnTo>
                    <a:pt x="148702" y="581155"/>
                  </a:lnTo>
                  <a:lnTo>
                    <a:pt x="149517" y="613845"/>
                  </a:lnTo>
                  <a:lnTo>
                    <a:pt x="150331" y="637699"/>
                  </a:lnTo>
                  <a:lnTo>
                    <a:pt x="151146" y="689321"/>
                  </a:lnTo>
                  <a:lnTo>
                    <a:pt x="151961" y="903930"/>
                  </a:lnTo>
                  <a:lnTo>
                    <a:pt x="152776" y="1138029"/>
                  </a:lnTo>
                  <a:lnTo>
                    <a:pt x="153591" y="1225159"/>
                  </a:lnTo>
                  <a:lnTo>
                    <a:pt x="154405" y="1164000"/>
                  </a:lnTo>
                  <a:lnTo>
                    <a:pt x="155220" y="1104811"/>
                  </a:lnTo>
                  <a:lnTo>
                    <a:pt x="156035" y="1025759"/>
                  </a:lnTo>
                  <a:lnTo>
                    <a:pt x="156850" y="726679"/>
                  </a:lnTo>
                  <a:lnTo>
                    <a:pt x="157664" y="420059"/>
                  </a:lnTo>
                  <a:lnTo>
                    <a:pt x="158479" y="273294"/>
                  </a:lnTo>
                  <a:lnTo>
                    <a:pt x="159294" y="171726"/>
                  </a:lnTo>
                  <a:lnTo>
                    <a:pt x="160109" y="103037"/>
                  </a:lnTo>
                  <a:lnTo>
                    <a:pt x="160924" y="99385"/>
                  </a:lnTo>
                  <a:lnTo>
                    <a:pt x="161738" y="245520"/>
                  </a:lnTo>
                  <a:lnTo>
                    <a:pt x="162553" y="256109"/>
                  </a:lnTo>
                  <a:lnTo>
                    <a:pt x="163368" y="186181"/>
                  </a:lnTo>
                  <a:lnTo>
                    <a:pt x="164183" y="272648"/>
                  </a:lnTo>
                  <a:lnTo>
                    <a:pt x="164997" y="348475"/>
                  </a:lnTo>
                  <a:lnTo>
                    <a:pt x="165812" y="277846"/>
                  </a:lnTo>
                  <a:lnTo>
                    <a:pt x="166627" y="235019"/>
                  </a:lnTo>
                  <a:lnTo>
                    <a:pt x="167442" y="384199"/>
                  </a:lnTo>
                  <a:lnTo>
                    <a:pt x="168257" y="468308"/>
                  </a:lnTo>
                  <a:lnTo>
                    <a:pt x="169071" y="399461"/>
                  </a:lnTo>
                  <a:lnTo>
                    <a:pt x="169886" y="354125"/>
                  </a:lnTo>
                  <a:lnTo>
                    <a:pt x="170701" y="419061"/>
                  </a:lnTo>
                  <a:lnTo>
                    <a:pt x="171516" y="488247"/>
                  </a:lnTo>
                  <a:lnTo>
                    <a:pt x="172330" y="566922"/>
                  </a:lnTo>
                  <a:lnTo>
                    <a:pt x="173145" y="751133"/>
                  </a:lnTo>
                  <a:lnTo>
                    <a:pt x="173960" y="855248"/>
                  </a:lnTo>
                  <a:lnTo>
                    <a:pt x="174775" y="916464"/>
                  </a:lnTo>
                  <a:lnTo>
                    <a:pt x="175590" y="1032491"/>
                  </a:lnTo>
                  <a:lnTo>
                    <a:pt x="176404" y="1082164"/>
                  </a:lnTo>
                  <a:lnTo>
                    <a:pt x="177219" y="1039175"/>
                  </a:lnTo>
                  <a:lnTo>
                    <a:pt x="178034" y="961730"/>
                  </a:lnTo>
                  <a:lnTo>
                    <a:pt x="178849" y="1039333"/>
                  </a:lnTo>
                  <a:lnTo>
                    <a:pt x="179663" y="1143100"/>
                  </a:lnTo>
                  <a:lnTo>
                    <a:pt x="180478" y="1123619"/>
                  </a:lnTo>
                  <a:lnTo>
                    <a:pt x="181293" y="1135965"/>
                  </a:lnTo>
                  <a:lnTo>
                    <a:pt x="182108" y="1204004"/>
                  </a:lnTo>
                  <a:lnTo>
                    <a:pt x="182923" y="1244758"/>
                  </a:lnTo>
                  <a:lnTo>
                    <a:pt x="183737" y="1091125"/>
                  </a:lnTo>
                  <a:lnTo>
                    <a:pt x="184552" y="930232"/>
                  </a:lnTo>
                  <a:lnTo>
                    <a:pt x="185367" y="957495"/>
                  </a:lnTo>
                  <a:lnTo>
                    <a:pt x="186182" y="998748"/>
                  </a:lnTo>
                  <a:lnTo>
                    <a:pt x="186997" y="998748"/>
                  </a:lnTo>
                  <a:lnTo>
                    <a:pt x="187811" y="1015352"/>
                  </a:lnTo>
                  <a:lnTo>
                    <a:pt x="188626" y="1093542"/>
                  </a:lnTo>
                  <a:lnTo>
                    <a:pt x="189441" y="1059970"/>
                  </a:lnTo>
                  <a:lnTo>
                    <a:pt x="190256" y="822300"/>
                  </a:lnTo>
                  <a:lnTo>
                    <a:pt x="191070" y="513866"/>
                  </a:lnTo>
                  <a:lnTo>
                    <a:pt x="191885" y="263388"/>
                  </a:lnTo>
                  <a:lnTo>
                    <a:pt x="192700" y="108899"/>
                  </a:lnTo>
                  <a:lnTo>
                    <a:pt x="193515" y="0"/>
                  </a:lnTo>
                  <a:lnTo>
                    <a:pt x="194330" y="21343"/>
                  </a:lnTo>
                  <a:lnTo>
                    <a:pt x="195144" y="87546"/>
                  </a:lnTo>
                  <a:lnTo>
                    <a:pt x="195959" y="209678"/>
                  </a:lnTo>
                  <a:lnTo>
                    <a:pt x="196774" y="317304"/>
                  </a:lnTo>
                  <a:lnTo>
                    <a:pt x="197589" y="251168"/>
                  </a:lnTo>
                  <a:lnTo>
                    <a:pt x="198403" y="259002"/>
                  </a:lnTo>
                  <a:lnTo>
                    <a:pt x="199218" y="257836"/>
                  </a:lnTo>
                  <a:lnTo>
                    <a:pt x="200033" y="328565"/>
                  </a:lnTo>
                  <a:lnTo>
                    <a:pt x="200848" y="336864"/>
                  </a:lnTo>
                  <a:lnTo>
                    <a:pt x="201663" y="278137"/>
                  </a:lnTo>
                  <a:lnTo>
                    <a:pt x="202477" y="382930"/>
                  </a:lnTo>
                  <a:lnTo>
                    <a:pt x="203292" y="501727"/>
                  </a:lnTo>
                  <a:lnTo>
                    <a:pt x="204107" y="586986"/>
                  </a:lnTo>
                  <a:lnTo>
                    <a:pt x="204922" y="621544"/>
                  </a:lnTo>
                  <a:lnTo>
                    <a:pt x="205736" y="741448"/>
                  </a:lnTo>
                  <a:lnTo>
                    <a:pt x="206551" y="844910"/>
                  </a:lnTo>
                  <a:lnTo>
                    <a:pt x="207366" y="843467"/>
                  </a:lnTo>
                  <a:lnTo>
                    <a:pt x="208181" y="900441"/>
                  </a:lnTo>
                  <a:lnTo>
                    <a:pt x="208996" y="963017"/>
                  </a:lnTo>
                  <a:lnTo>
                    <a:pt x="209810" y="1000620"/>
                  </a:lnTo>
                  <a:lnTo>
                    <a:pt x="210625" y="1053384"/>
                  </a:lnTo>
                  <a:lnTo>
                    <a:pt x="211440" y="1086040"/>
                  </a:lnTo>
                  <a:lnTo>
                    <a:pt x="212255" y="1215753"/>
                  </a:lnTo>
                  <a:lnTo>
                    <a:pt x="213069" y="1236393"/>
                  </a:lnTo>
                  <a:lnTo>
                    <a:pt x="213884" y="1231073"/>
                  </a:lnTo>
                  <a:lnTo>
                    <a:pt x="214699" y="1199436"/>
                  </a:lnTo>
                  <a:lnTo>
                    <a:pt x="215514" y="1167211"/>
                  </a:lnTo>
                  <a:lnTo>
                    <a:pt x="216329" y="1170928"/>
                  </a:lnTo>
                  <a:lnTo>
                    <a:pt x="217143" y="1105130"/>
                  </a:lnTo>
                  <a:lnTo>
                    <a:pt x="217958" y="1059930"/>
                  </a:lnTo>
                  <a:lnTo>
                    <a:pt x="218773" y="1083424"/>
                  </a:lnTo>
                  <a:lnTo>
                    <a:pt x="219588" y="1143574"/>
                  </a:lnTo>
                  <a:lnTo>
                    <a:pt x="220403" y="1181136"/>
                  </a:lnTo>
                  <a:lnTo>
                    <a:pt x="221217" y="1237457"/>
                  </a:lnTo>
                  <a:lnTo>
                    <a:pt x="222032" y="1205122"/>
                  </a:lnTo>
                  <a:lnTo>
                    <a:pt x="222847" y="1166323"/>
                  </a:lnTo>
                  <a:lnTo>
                    <a:pt x="223662" y="1166359"/>
                  </a:lnTo>
                  <a:lnTo>
                    <a:pt x="224476" y="1124505"/>
                  </a:lnTo>
                  <a:lnTo>
                    <a:pt x="225291" y="1072569"/>
                  </a:lnTo>
                  <a:lnTo>
                    <a:pt x="226106" y="1058630"/>
                  </a:lnTo>
                  <a:lnTo>
                    <a:pt x="226921" y="1096306"/>
                  </a:lnTo>
                  <a:lnTo>
                    <a:pt x="227736" y="1148569"/>
                  </a:lnTo>
                  <a:lnTo>
                    <a:pt x="228550" y="1088512"/>
                  </a:lnTo>
                  <a:lnTo>
                    <a:pt x="229365" y="1001254"/>
                  </a:lnTo>
                  <a:lnTo>
                    <a:pt x="230180" y="962761"/>
                  </a:lnTo>
                  <a:lnTo>
                    <a:pt x="230995" y="976264"/>
                  </a:lnTo>
                  <a:lnTo>
                    <a:pt x="231809" y="986489"/>
                  </a:lnTo>
                  <a:lnTo>
                    <a:pt x="232624" y="898148"/>
                  </a:lnTo>
                  <a:lnTo>
                    <a:pt x="233439" y="832734"/>
                  </a:lnTo>
                  <a:lnTo>
                    <a:pt x="234254" y="882560"/>
                  </a:lnTo>
                  <a:lnTo>
                    <a:pt x="235069" y="954763"/>
                  </a:lnTo>
                  <a:lnTo>
                    <a:pt x="235883" y="932776"/>
                  </a:lnTo>
                  <a:lnTo>
                    <a:pt x="236698" y="884061"/>
                  </a:lnTo>
                  <a:lnTo>
                    <a:pt x="237513" y="883176"/>
                  </a:lnTo>
                  <a:lnTo>
                    <a:pt x="238328" y="970807"/>
                  </a:lnTo>
                  <a:lnTo>
                    <a:pt x="239142" y="1060447"/>
                  </a:lnTo>
                  <a:lnTo>
                    <a:pt x="239957" y="1075588"/>
                  </a:lnTo>
                  <a:lnTo>
                    <a:pt x="240772" y="1058993"/>
                  </a:lnTo>
                  <a:lnTo>
                    <a:pt x="241587" y="1103310"/>
                  </a:lnTo>
                  <a:lnTo>
                    <a:pt x="242402" y="1213120"/>
                  </a:lnTo>
                  <a:lnTo>
                    <a:pt x="243216" y="1295415"/>
                  </a:lnTo>
                  <a:lnTo>
                    <a:pt x="244031" y="1334089"/>
                  </a:lnTo>
                  <a:lnTo>
                    <a:pt x="244846" y="1401180"/>
                  </a:lnTo>
                  <a:lnTo>
                    <a:pt x="245056" y="142254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6660524" y="1984744"/>
              <a:ext cx="162577" cy="1277732"/>
            </a:xfrm>
            <a:custGeom>
              <a:avLst/>
              <a:pathLst>
                <a:path w="162577" h="1277732">
                  <a:moveTo>
                    <a:pt x="0" y="1277732"/>
                  </a:moveTo>
                  <a:lnTo>
                    <a:pt x="367" y="1235807"/>
                  </a:lnTo>
                  <a:lnTo>
                    <a:pt x="1182" y="1096522"/>
                  </a:lnTo>
                  <a:lnTo>
                    <a:pt x="1997" y="993315"/>
                  </a:lnTo>
                  <a:lnTo>
                    <a:pt x="2811" y="950953"/>
                  </a:lnTo>
                  <a:lnTo>
                    <a:pt x="3626" y="950954"/>
                  </a:lnTo>
                  <a:lnTo>
                    <a:pt x="4441" y="967131"/>
                  </a:lnTo>
                  <a:lnTo>
                    <a:pt x="5256" y="988812"/>
                  </a:lnTo>
                  <a:lnTo>
                    <a:pt x="6070" y="1021952"/>
                  </a:lnTo>
                  <a:lnTo>
                    <a:pt x="6885" y="1007487"/>
                  </a:lnTo>
                  <a:lnTo>
                    <a:pt x="7700" y="999208"/>
                  </a:lnTo>
                  <a:lnTo>
                    <a:pt x="8515" y="1010074"/>
                  </a:lnTo>
                  <a:lnTo>
                    <a:pt x="9330" y="1052086"/>
                  </a:lnTo>
                  <a:lnTo>
                    <a:pt x="10144" y="1100038"/>
                  </a:lnTo>
                  <a:lnTo>
                    <a:pt x="10959" y="1138252"/>
                  </a:lnTo>
                  <a:lnTo>
                    <a:pt x="11774" y="1178282"/>
                  </a:lnTo>
                  <a:lnTo>
                    <a:pt x="12589" y="1150551"/>
                  </a:lnTo>
                  <a:lnTo>
                    <a:pt x="13403" y="1031416"/>
                  </a:lnTo>
                  <a:lnTo>
                    <a:pt x="14218" y="832662"/>
                  </a:lnTo>
                  <a:lnTo>
                    <a:pt x="15033" y="606985"/>
                  </a:lnTo>
                  <a:lnTo>
                    <a:pt x="15848" y="451217"/>
                  </a:lnTo>
                  <a:lnTo>
                    <a:pt x="16663" y="400230"/>
                  </a:lnTo>
                  <a:lnTo>
                    <a:pt x="17477" y="356350"/>
                  </a:lnTo>
                  <a:lnTo>
                    <a:pt x="18292" y="339211"/>
                  </a:lnTo>
                  <a:lnTo>
                    <a:pt x="19107" y="356823"/>
                  </a:lnTo>
                  <a:lnTo>
                    <a:pt x="19922" y="501954"/>
                  </a:lnTo>
                  <a:lnTo>
                    <a:pt x="20736" y="570122"/>
                  </a:lnTo>
                  <a:lnTo>
                    <a:pt x="21551" y="551411"/>
                  </a:lnTo>
                  <a:lnTo>
                    <a:pt x="22366" y="563851"/>
                  </a:lnTo>
                  <a:lnTo>
                    <a:pt x="23181" y="506135"/>
                  </a:lnTo>
                  <a:lnTo>
                    <a:pt x="23996" y="456340"/>
                  </a:lnTo>
                  <a:lnTo>
                    <a:pt x="24810" y="312608"/>
                  </a:lnTo>
                  <a:lnTo>
                    <a:pt x="25625" y="235796"/>
                  </a:lnTo>
                  <a:lnTo>
                    <a:pt x="26440" y="255444"/>
                  </a:lnTo>
                  <a:lnTo>
                    <a:pt x="27255" y="257079"/>
                  </a:lnTo>
                  <a:lnTo>
                    <a:pt x="28069" y="318621"/>
                  </a:lnTo>
                  <a:lnTo>
                    <a:pt x="28884" y="384077"/>
                  </a:lnTo>
                  <a:lnTo>
                    <a:pt x="29699" y="480504"/>
                  </a:lnTo>
                  <a:lnTo>
                    <a:pt x="30514" y="556704"/>
                  </a:lnTo>
                  <a:lnTo>
                    <a:pt x="31329" y="616225"/>
                  </a:lnTo>
                  <a:lnTo>
                    <a:pt x="32143" y="720230"/>
                  </a:lnTo>
                  <a:lnTo>
                    <a:pt x="32958" y="841811"/>
                  </a:lnTo>
                  <a:lnTo>
                    <a:pt x="33773" y="972102"/>
                  </a:lnTo>
                  <a:lnTo>
                    <a:pt x="34588" y="1097247"/>
                  </a:lnTo>
                  <a:lnTo>
                    <a:pt x="35402" y="1170427"/>
                  </a:lnTo>
                  <a:lnTo>
                    <a:pt x="36217" y="1065618"/>
                  </a:lnTo>
                  <a:lnTo>
                    <a:pt x="37032" y="819531"/>
                  </a:lnTo>
                  <a:lnTo>
                    <a:pt x="37847" y="702501"/>
                  </a:lnTo>
                  <a:lnTo>
                    <a:pt x="38662" y="614360"/>
                  </a:lnTo>
                  <a:lnTo>
                    <a:pt x="39476" y="590015"/>
                  </a:lnTo>
                  <a:lnTo>
                    <a:pt x="40291" y="577607"/>
                  </a:lnTo>
                  <a:lnTo>
                    <a:pt x="41106" y="717104"/>
                  </a:lnTo>
                  <a:lnTo>
                    <a:pt x="41921" y="963190"/>
                  </a:lnTo>
                  <a:lnTo>
                    <a:pt x="42736" y="1080220"/>
                  </a:lnTo>
                  <a:lnTo>
                    <a:pt x="43550" y="1158702"/>
                  </a:lnTo>
                  <a:lnTo>
                    <a:pt x="44365" y="1081259"/>
                  </a:lnTo>
                  <a:lnTo>
                    <a:pt x="45180" y="951120"/>
                  </a:lnTo>
                  <a:lnTo>
                    <a:pt x="45995" y="761307"/>
                  </a:lnTo>
                  <a:lnTo>
                    <a:pt x="46809" y="533100"/>
                  </a:lnTo>
                  <a:lnTo>
                    <a:pt x="47624" y="343709"/>
                  </a:lnTo>
                  <a:lnTo>
                    <a:pt x="48439" y="241511"/>
                  </a:lnTo>
                  <a:lnTo>
                    <a:pt x="49254" y="187137"/>
                  </a:lnTo>
                  <a:lnTo>
                    <a:pt x="50069" y="64039"/>
                  </a:lnTo>
                  <a:lnTo>
                    <a:pt x="50883" y="0"/>
                  </a:lnTo>
                  <a:lnTo>
                    <a:pt x="51698" y="45295"/>
                  </a:lnTo>
                  <a:lnTo>
                    <a:pt x="52513" y="112747"/>
                  </a:lnTo>
                  <a:lnTo>
                    <a:pt x="53328" y="134396"/>
                  </a:lnTo>
                  <a:lnTo>
                    <a:pt x="54142" y="188450"/>
                  </a:lnTo>
                  <a:lnTo>
                    <a:pt x="54957" y="407972"/>
                  </a:lnTo>
                  <a:lnTo>
                    <a:pt x="55772" y="453640"/>
                  </a:lnTo>
                  <a:lnTo>
                    <a:pt x="56587" y="426628"/>
                  </a:lnTo>
                  <a:lnTo>
                    <a:pt x="57402" y="408814"/>
                  </a:lnTo>
                  <a:lnTo>
                    <a:pt x="58216" y="312332"/>
                  </a:lnTo>
                  <a:lnTo>
                    <a:pt x="59031" y="284903"/>
                  </a:lnTo>
                  <a:lnTo>
                    <a:pt x="59846" y="312394"/>
                  </a:lnTo>
                  <a:lnTo>
                    <a:pt x="60661" y="387429"/>
                  </a:lnTo>
                  <a:lnTo>
                    <a:pt x="61475" y="386327"/>
                  </a:lnTo>
                  <a:lnTo>
                    <a:pt x="62290" y="386993"/>
                  </a:lnTo>
                  <a:lnTo>
                    <a:pt x="63105" y="513972"/>
                  </a:lnTo>
                  <a:lnTo>
                    <a:pt x="63920" y="605303"/>
                  </a:lnTo>
                  <a:lnTo>
                    <a:pt x="64735" y="622541"/>
                  </a:lnTo>
                  <a:lnTo>
                    <a:pt x="65549" y="617193"/>
                  </a:lnTo>
                  <a:lnTo>
                    <a:pt x="66364" y="733640"/>
                  </a:lnTo>
                  <a:lnTo>
                    <a:pt x="67179" y="796256"/>
                  </a:lnTo>
                  <a:lnTo>
                    <a:pt x="67994" y="700266"/>
                  </a:lnTo>
                  <a:lnTo>
                    <a:pt x="68808" y="552831"/>
                  </a:lnTo>
                  <a:lnTo>
                    <a:pt x="69623" y="424259"/>
                  </a:lnTo>
                  <a:lnTo>
                    <a:pt x="70438" y="444755"/>
                  </a:lnTo>
                  <a:lnTo>
                    <a:pt x="71253" y="440244"/>
                  </a:lnTo>
                  <a:lnTo>
                    <a:pt x="72068" y="425695"/>
                  </a:lnTo>
                  <a:lnTo>
                    <a:pt x="72882" y="508390"/>
                  </a:lnTo>
                  <a:lnTo>
                    <a:pt x="73697" y="597518"/>
                  </a:lnTo>
                  <a:lnTo>
                    <a:pt x="74512" y="666766"/>
                  </a:lnTo>
                  <a:lnTo>
                    <a:pt x="75327" y="686495"/>
                  </a:lnTo>
                  <a:lnTo>
                    <a:pt x="76141" y="731560"/>
                  </a:lnTo>
                  <a:lnTo>
                    <a:pt x="76956" y="831225"/>
                  </a:lnTo>
                  <a:lnTo>
                    <a:pt x="77771" y="901576"/>
                  </a:lnTo>
                  <a:lnTo>
                    <a:pt x="78586" y="963179"/>
                  </a:lnTo>
                  <a:lnTo>
                    <a:pt x="79401" y="962979"/>
                  </a:lnTo>
                  <a:lnTo>
                    <a:pt x="80215" y="891877"/>
                  </a:lnTo>
                  <a:lnTo>
                    <a:pt x="81030" y="756747"/>
                  </a:lnTo>
                  <a:lnTo>
                    <a:pt x="81845" y="567546"/>
                  </a:lnTo>
                  <a:lnTo>
                    <a:pt x="82660" y="407827"/>
                  </a:lnTo>
                  <a:lnTo>
                    <a:pt x="83475" y="251957"/>
                  </a:lnTo>
                  <a:lnTo>
                    <a:pt x="84289" y="192146"/>
                  </a:lnTo>
                  <a:lnTo>
                    <a:pt x="85104" y="243104"/>
                  </a:lnTo>
                  <a:lnTo>
                    <a:pt x="85919" y="186000"/>
                  </a:lnTo>
                  <a:lnTo>
                    <a:pt x="86734" y="75492"/>
                  </a:lnTo>
                  <a:lnTo>
                    <a:pt x="87548" y="98454"/>
                  </a:lnTo>
                  <a:lnTo>
                    <a:pt x="88363" y="208105"/>
                  </a:lnTo>
                  <a:lnTo>
                    <a:pt x="89178" y="246200"/>
                  </a:lnTo>
                  <a:lnTo>
                    <a:pt x="89993" y="260203"/>
                  </a:lnTo>
                  <a:lnTo>
                    <a:pt x="90808" y="372458"/>
                  </a:lnTo>
                  <a:lnTo>
                    <a:pt x="91622" y="493110"/>
                  </a:lnTo>
                  <a:lnTo>
                    <a:pt x="92437" y="346263"/>
                  </a:lnTo>
                  <a:lnTo>
                    <a:pt x="93252" y="196281"/>
                  </a:lnTo>
                  <a:lnTo>
                    <a:pt x="94067" y="216560"/>
                  </a:lnTo>
                  <a:lnTo>
                    <a:pt x="94881" y="310986"/>
                  </a:lnTo>
                  <a:lnTo>
                    <a:pt x="95696" y="425198"/>
                  </a:lnTo>
                  <a:lnTo>
                    <a:pt x="96511" y="524452"/>
                  </a:lnTo>
                  <a:lnTo>
                    <a:pt x="97326" y="769006"/>
                  </a:lnTo>
                  <a:lnTo>
                    <a:pt x="98141" y="979225"/>
                  </a:lnTo>
                  <a:lnTo>
                    <a:pt x="98955" y="940289"/>
                  </a:lnTo>
                  <a:lnTo>
                    <a:pt x="99770" y="737458"/>
                  </a:lnTo>
                  <a:lnTo>
                    <a:pt x="100585" y="530438"/>
                  </a:lnTo>
                  <a:lnTo>
                    <a:pt x="101400" y="371513"/>
                  </a:lnTo>
                  <a:lnTo>
                    <a:pt x="102214" y="204756"/>
                  </a:lnTo>
                  <a:lnTo>
                    <a:pt x="103029" y="65341"/>
                  </a:lnTo>
                  <a:lnTo>
                    <a:pt x="103844" y="59105"/>
                  </a:lnTo>
                  <a:lnTo>
                    <a:pt x="104659" y="195694"/>
                  </a:lnTo>
                  <a:lnTo>
                    <a:pt x="105474" y="383094"/>
                  </a:lnTo>
                  <a:lnTo>
                    <a:pt x="106288" y="570461"/>
                  </a:lnTo>
                  <a:lnTo>
                    <a:pt x="107103" y="746742"/>
                  </a:lnTo>
                  <a:lnTo>
                    <a:pt x="107918" y="889772"/>
                  </a:lnTo>
                  <a:lnTo>
                    <a:pt x="108733" y="959958"/>
                  </a:lnTo>
                  <a:lnTo>
                    <a:pt x="109547" y="900430"/>
                  </a:lnTo>
                  <a:lnTo>
                    <a:pt x="110362" y="783456"/>
                  </a:lnTo>
                  <a:lnTo>
                    <a:pt x="111177" y="742863"/>
                  </a:lnTo>
                  <a:lnTo>
                    <a:pt x="111992" y="805725"/>
                  </a:lnTo>
                  <a:lnTo>
                    <a:pt x="112807" y="848767"/>
                  </a:lnTo>
                  <a:lnTo>
                    <a:pt x="113621" y="856036"/>
                  </a:lnTo>
                  <a:lnTo>
                    <a:pt x="114436" y="827673"/>
                  </a:lnTo>
                  <a:lnTo>
                    <a:pt x="115251" y="767593"/>
                  </a:lnTo>
                  <a:lnTo>
                    <a:pt x="116066" y="651568"/>
                  </a:lnTo>
                  <a:lnTo>
                    <a:pt x="116880" y="478930"/>
                  </a:lnTo>
                  <a:lnTo>
                    <a:pt x="117695" y="312173"/>
                  </a:lnTo>
                  <a:lnTo>
                    <a:pt x="118510" y="238161"/>
                  </a:lnTo>
                  <a:lnTo>
                    <a:pt x="119325" y="314300"/>
                  </a:lnTo>
                  <a:lnTo>
                    <a:pt x="120140" y="475670"/>
                  </a:lnTo>
                  <a:lnTo>
                    <a:pt x="120954" y="597631"/>
                  </a:lnTo>
                  <a:lnTo>
                    <a:pt x="121769" y="661911"/>
                  </a:lnTo>
                  <a:lnTo>
                    <a:pt x="122584" y="780553"/>
                  </a:lnTo>
                  <a:lnTo>
                    <a:pt x="123399" y="853829"/>
                  </a:lnTo>
                  <a:lnTo>
                    <a:pt x="124214" y="814749"/>
                  </a:lnTo>
                  <a:lnTo>
                    <a:pt x="125028" y="770636"/>
                  </a:lnTo>
                  <a:lnTo>
                    <a:pt x="125843" y="775620"/>
                  </a:lnTo>
                  <a:lnTo>
                    <a:pt x="126658" y="743061"/>
                  </a:lnTo>
                  <a:lnTo>
                    <a:pt x="127473" y="701751"/>
                  </a:lnTo>
                  <a:lnTo>
                    <a:pt x="128287" y="704822"/>
                  </a:lnTo>
                  <a:lnTo>
                    <a:pt x="129102" y="702539"/>
                  </a:lnTo>
                  <a:lnTo>
                    <a:pt x="129917" y="648597"/>
                  </a:lnTo>
                  <a:lnTo>
                    <a:pt x="130732" y="664974"/>
                  </a:lnTo>
                  <a:lnTo>
                    <a:pt x="131547" y="631462"/>
                  </a:lnTo>
                  <a:lnTo>
                    <a:pt x="132361" y="542900"/>
                  </a:lnTo>
                  <a:lnTo>
                    <a:pt x="133176" y="412105"/>
                  </a:lnTo>
                  <a:lnTo>
                    <a:pt x="133991" y="346055"/>
                  </a:lnTo>
                  <a:lnTo>
                    <a:pt x="134806" y="310268"/>
                  </a:lnTo>
                  <a:lnTo>
                    <a:pt x="135620" y="290709"/>
                  </a:lnTo>
                  <a:lnTo>
                    <a:pt x="136435" y="401584"/>
                  </a:lnTo>
                  <a:lnTo>
                    <a:pt x="137250" y="430223"/>
                  </a:lnTo>
                  <a:lnTo>
                    <a:pt x="138065" y="432265"/>
                  </a:lnTo>
                  <a:lnTo>
                    <a:pt x="138880" y="445447"/>
                  </a:lnTo>
                  <a:lnTo>
                    <a:pt x="139694" y="509353"/>
                  </a:lnTo>
                  <a:lnTo>
                    <a:pt x="140509" y="508659"/>
                  </a:lnTo>
                  <a:lnTo>
                    <a:pt x="141324" y="455536"/>
                  </a:lnTo>
                  <a:lnTo>
                    <a:pt x="142139" y="488567"/>
                  </a:lnTo>
                  <a:lnTo>
                    <a:pt x="142953" y="572741"/>
                  </a:lnTo>
                  <a:lnTo>
                    <a:pt x="143768" y="671973"/>
                  </a:lnTo>
                  <a:lnTo>
                    <a:pt x="144583" y="741550"/>
                  </a:lnTo>
                  <a:lnTo>
                    <a:pt x="145398" y="756162"/>
                  </a:lnTo>
                  <a:lnTo>
                    <a:pt x="146213" y="743961"/>
                  </a:lnTo>
                  <a:lnTo>
                    <a:pt x="147027" y="633621"/>
                  </a:lnTo>
                  <a:lnTo>
                    <a:pt x="147842" y="568619"/>
                  </a:lnTo>
                  <a:lnTo>
                    <a:pt x="148657" y="668777"/>
                  </a:lnTo>
                  <a:lnTo>
                    <a:pt x="149472" y="755168"/>
                  </a:lnTo>
                  <a:lnTo>
                    <a:pt x="150286" y="757253"/>
                  </a:lnTo>
                  <a:lnTo>
                    <a:pt x="151101" y="795954"/>
                  </a:lnTo>
                  <a:lnTo>
                    <a:pt x="151916" y="968018"/>
                  </a:lnTo>
                  <a:lnTo>
                    <a:pt x="152731" y="1100920"/>
                  </a:lnTo>
                  <a:lnTo>
                    <a:pt x="153546" y="975498"/>
                  </a:lnTo>
                  <a:lnTo>
                    <a:pt x="154360" y="836661"/>
                  </a:lnTo>
                  <a:lnTo>
                    <a:pt x="155175" y="810161"/>
                  </a:lnTo>
                  <a:lnTo>
                    <a:pt x="155990" y="856524"/>
                  </a:lnTo>
                  <a:lnTo>
                    <a:pt x="156805" y="841845"/>
                  </a:lnTo>
                  <a:lnTo>
                    <a:pt x="157619" y="763138"/>
                  </a:lnTo>
                  <a:lnTo>
                    <a:pt x="158434" y="803854"/>
                  </a:lnTo>
                  <a:lnTo>
                    <a:pt x="159249" y="868751"/>
                  </a:lnTo>
                  <a:lnTo>
                    <a:pt x="160064" y="949285"/>
                  </a:lnTo>
                  <a:lnTo>
                    <a:pt x="160879" y="971020"/>
                  </a:lnTo>
                  <a:lnTo>
                    <a:pt x="161693" y="1087263"/>
                  </a:lnTo>
                  <a:lnTo>
                    <a:pt x="162508" y="1269421"/>
                  </a:lnTo>
                  <a:lnTo>
                    <a:pt x="162577" y="127773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6828595" y="1718447"/>
              <a:ext cx="344464" cy="1544029"/>
            </a:xfrm>
            <a:custGeom>
              <a:avLst/>
              <a:pathLst>
                <a:path w="344464" h="1544029">
                  <a:moveTo>
                    <a:pt x="0" y="1544029"/>
                  </a:moveTo>
                  <a:lnTo>
                    <a:pt x="140" y="1538602"/>
                  </a:lnTo>
                  <a:lnTo>
                    <a:pt x="955" y="1460945"/>
                  </a:lnTo>
                  <a:lnTo>
                    <a:pt x="1770" y="1360309"/>
                  </a:lnTo>
                  <a:lnTo>
                    <a:pt x="2584" y="1288513"/>
                  </a:lnTo>
                  <a:lnTo>
                    <a:pt x="3399" y="1266221"/>
                  </a:lnTo>
                  <a:lnTo>
                    <a:pt x="4214" y="1227277"/>
                  </a:lnTo>
                  <a:lnTo>
                    <a:pt x="5029" y="1218297"/>
                  </a:lnTo>
                  <a:lnTo>
                    <a:pt x="5844" y="1211973"/>
                  </a:lnTo>
                  <a:lnTo>
                    <a:pt x="6658" y="1225646"/>
                  </a:lnTo>
                  <a:lnTo>
                    <a:pt x="7473" y="1202221"/>
                  </a:lnTo>
                  <a:lnTo>
                    <a:pt x="8288" y="1208045"/>
                  </a:lnTo>
                  <a:lnTo>
                    <a:pt x="9103" y="1297392"/>
                  </a:lnTo>
                  <a:lnTo>
                    <a:pt x="9918" y="1303066"/>
                  </a:lnTo>
                  <a:lnTo>
                    <a:pt x="10732" y="1281810"/>
                  </a:lnTo>
                  <a:lnTo>
                    <a:pt x="11547" y="1324121"/>
                  </a:lnTo>
                  <a:lnTo>
                    <a:pt x="12362" y="1419343"/>
                  </a:lnTo>
                  <a:lnTo>
                    <a:pt x="13177" y="1465216"/>
                  </a:lnTo>
                  <a:lnTo>
                    <a:pt x="13991" y="1425435"/>
                  </a:lnTo>
                  <a:lnTo>
                    <a:pt x="14806" y="1437466"/>
                  </a:lnTo>
                  <a:lnTo>
                    <a:pt x="15621" y="1477063"/>
                  </a:lnTo>
                  <a:lnTo>
                    <a:pt x="16436" y="1373191"/>
                  </a:lnTo>
                  <a:lnTo>
                    <a:pt x="17251" y="1198172"/>
                  </a:lnTo>
                  <a:lnTo>
                    <a:pt x="18065" y="1103642"/>
                  </a:lnTo>
                  <a:lnTo>
                    <a:pt x="18880" y="1081761"/>
                  </a:lnTo>
                  <a:lnTo>
                    <a:pt x="19695" y="1020723"/>
                  </a:lnTo>
                  <a:lnTo>
                    <a:pt x="20510" y="956700"/>
                  </a:lnTo>
                  <a:lnTo>
                    <a:pt x="21324" y="1029713"/>
                  </a:lnTo>
                  <a:lnTo>
                    <a:pt x="22139" y="1174430"/>
                  </a:lnTo>
                  <a:lnTo>
                    <a:pt x="22954" y="1173038"/>
                  </a:lnTo>
                  <a:lnTo>
                    <a:pt x="23769" y="1100592"/>
                  </a:lnTo>
                  <a:lnTo>
                    <a:pt x="24584" y="1114098"/>
                  </a:lnTo>
                  <a:lnTo>
                    <a:pt x="25398" y="1176605"/>
                  </a:lnTo>
                  <a:lnTo>
                    <a:pt x="26213" y="1152337"/>
                  </a:lnTo>
                  <a:lnTo>
                    <a:pt x="27028" y="1139471"/>
                  </a:lnTo>
                  <a:lnTo>
                    <a:pt x="27843" y="1202603"/>
                  </a:lnTo>
                  <a:lnTo>
                    <a:pt x="28657" y="1205094"/>
                  </a:lnTo>
                  <a:lnTo>
                    <a:pt x="29472" y="1075216"/>
                  </a:lnTo>
                  <a:lnTo>
                    <a:pt x="30287" y="995312"/>
                  </a:lnTo>
                  <a:lnTo>
                    <a:pt x="31102" y="1000256"/>
                  </a:lnTo>
                  <a:lnTo>
                    <a:pt x="31917" y="953379"/>
                  </a:lnTo>
                  <a:lnTo>
                    <a:pt x="32731" y="889088"/>
                  </a:lnTo>
                  <a:lnTo>
                    <a:pt x="33546" y="859751"/>
                  </a:lnTo>
                  <a:lnTo>
                    <a:pt x="34361" y="942473"/>
                  </a:lnTo>
                  <a:lnTo>
                    <a:pt x="35176" y="941324"/>
                  </a:lnTo>
                  <a:lnTo>
                    <a:pt x="35990" y="962616"/>
                  </a:lnTo>
                  <a:lnTo>
                    <a:pt x="36805" y="1003127"/>
                  </a:lnTo>
                  <a:lnTo>
                    <a:pt x="37620" y="1017055"/>
                  </a:lnTo>
                  <a:lnTo>
                    <a:pt x="38435" y="1082918"/>
                  </a:lnTo>
                  <a:lnTo>
                    <a:pt x="39250" y="1156977"/>
                  </a:lnTo>
                  <a:lnTo>
                    <a:pt x="40064" y="1235005"/>
                  </a:lnTo>
                  <a:lnTo>
                    <a:pt x="40879" y="1258403"/>
                  </a:lnTo>
                  <a:lnTo>
                    <a:pt x="41694" y="1284939"/>
                  </a:lnTo>
                  <a:lnTo>
                    <a:pt x="42509" y="1341027"/>
                  </a:lnTo>
                  <a:lnTo>
                    <a:pt x="43323" y="1396337"/>
                  </a:lnTo>
                  <a:lnTo>
                    <a:pt x="44138" y="1403788"/>
                  </a:lnTo>
                  <a:lnTo>
                    <a:pt x="44953" y="1403682"/>
                  </a:lnTo>
                  <a:lnTo>
                    <a:pt x="45768" y="1348330"/>
                  </a:lnTo>
                  <a:lnTo>
                    <a:pt x="46583" y="1257520"/>
                  </a:lnTo>
                  <a:lnTo>
                    <a:pt x="47397" y="1187023"/>
                  </a:lnTo>
                  <a:lnTo>
                    <a:pt x="48212" y="1180603"/>
                  </a:lnTo>
                  <a:lnTo>
                    <a:pt x="49027" y="1185324"/>
                  </a:lnTo>
                  <a:lnTo>
                    <a:pt x="49842" y="1117457"/>
                  </a:lnTo>
                  <a:lnTo>
                    <a:pt x="50657" y="1088133"/>
                  </a:lnTo>
                  <a:lnTo>
                    <a:pt x="51471" y="1110658"/>
                  </a:lnTo>
                  <a:lnTo>
                    <a:pt x="52286" y="1115665"/>
                  </a:lnTo>
                  <a:lnTo>
                    <a:pt x="53101" y="1031336"/>
                  </a:lnTo>
                  <a:lnTo>
                    <a:pt x="53916" y="982173"/>
                  </a:lnTo>
                  <a:lnTo>
                    <a:pt x="54730" y="1010608"/>
                  </a:lnTo>
                  <a:lnTo>
                    <a:pt x="55545" y="950709"/>
                  </a:lnTo>
                  <a:lnTo>
                    <a:pt x="56360" y="849695"/>
                  </a:lnTo>
                  <a:lnTo>
                    <a:pt x="57175" y="784014"/>
                  </a:lnTo>
                  <a:lnTo>
                    <a:pt x="57990" y="775988"/>
                  </a:lnTo>
                  <a:lnTo>
                    <a:pt x="58804" y="778045"/>
                  </a:lnTo>
                  <a:lnTo>
                    <a:pt x="59619" y="831996"/>
                  </a:lnTo>
                  <a:lnTo>
                    <a:pt x="60434" y="978191"/>
                  </a:lnTo>
                  <a:lnTo>
                    <a:pt x="61249" y="1119315"/>
                  </a:lnTo>
                  <a:lnTo>
                    <a:pt x="62063" y="1249912"/>
                  </a:lnTo>
                  <a:lnTo>
                    <a:pt x="62878" y="1300951"/>
                  </a:lnTo>
                  <a:lnTo>
                    <a:pt x="63693" y="1244286"/>
                  </a:lnTo>
                  <a:lnTo>
                    <a:pt x="64508" y="1181692"/>
                  </a:lnTo>
                  <a:lnTo>
                    <a:pt x="65323" y="1141270"/>
                  </a:lnTo>
                  <a:lnTo>
                    <a:pt x="66137" y="1167954"/>
                  </a:lnTo>
                  <a:lnTo>
                    <a:pt x="66952" y="1193336"/>
                  </a:lnTo>
                  <a:lnTo>
                    <a:pt x="67767" y="1241069"/>
                  </a:lnTo>
                  <a:lnTo>
                    <a:pt x="68582" y="1340123"/>
                  </a:lnTo>
                  <a:lnTo>
                    <a:pt x="69396" y="1402718"/>
                  </a:lnTo>
                  <a:lnTo>
                    <a:pt x="70211" y="1458552"/>
                  </a:lnTo>
                  <a:lnTo>
                    <a:pt x="71026" y="1483037"/>
                  </a:lnTo>
                  <a:lnTo>
                    <a:pt x="71841" y="1485299"/>
                  </a:lnTo>
                  <a:lnTo>
                    <a:pt x="72656" y="1484402"/>
                  </a:lnTo>
                  <a:lnTo>
                    <a:pt x="73470" y="1459217"/>
                  </a:lnTo>
                  <a:lnTo>
                    <a:pt x="74285" y="1455329"/>
                  </a:lnTo>
                  <a:lnTo>
                    <a:pt x="75100" y="1449161"/>
                  </a:lnTo>
                  <a:lnTo>
                    <a:pt x="75915" y="1392962"/>
                  </a:lnTo>
                  <a:lnTo>
                    <a:pt x="76729" y="1251140"/>
                  </a:lnTo>
                  <a:lnTo>
                    <a:pt x="77544" y="1151353"/>
                  </a:lnTo>
                  <a:lnTo>
                    <a:pt x="78359" y="1117986"/>
                  </a:lnTo>
                  <a:lnTo>
                    <a:pt x="79174" y="1099904"/>
                  </a:lnTo>
                  <a:lnTo>
                    <a:pt x="79989" y="1081734"/>
                  </a:lnTo>
                  <a:lnTo>
                    <a:pt x="80803" y="1101466"/>
                  </a:lnTo>
                  <a:lnTo>
                    <a:pt x="81618" y="1187870"/>
                  </a:lnTo>
                  <a:lnTo>
                    <a:pt x="82433" y="1271186"/>
                  </a:lnTo>
                  <a:lnTo>
                    <a:pt x="83248" y="1320797"/>
                  </a:lnTo>
                  <a:lnTo>
                    <a:pt x="84062" y="1258508"/>
                  </a:lnTo>
                  <a:lnTo>
                    <a:pt x="84877" y="1153112"/>
                  </a:lnTo>
                  <a:lnTo>
                    <a:pt x="85692" y="1096528"/>
                  </a:lnTo>
                  <a:lnTo>
                    <a:pt x="86507" y="1131573"/>
                  </a:lnTo>
                  <a:lnTo>
                    <a:pt x="87322" y="1148941"/>
                  </a:lnTo>
                  <a:lnTo>
                    <a:pt x="88136" y="1207034"/>
                  </a:lnTo>
                  <a:lnTo>
                    <a:pt x="88951" y="1303682"/>
                  </a:lnTo>
                  <a:lnTo>
                    <a:pt x="89766" y="1352953"/>
                  </a:lnTo>
                  <a:lnTo>
                    <a:pt x="90581" y="1381079"/>
                  </a:lnTo>
                  <a:lnTo>
                    <a:pt x="91396" y="1308064"/>
                  </a:lnTo>
                  <a:lnTo>
                    <a:pt x="92210" y="1142299"/>
                  </a:lnTo>
                  <a:lnTo>
                    <a:pt x="93025" y="971146"/>
                  </a:lnTo>
                  <a:lnTo>
                    <a:pt x="93840" y="955257"/>
                  </a:lnTo>
                  <a:lnTo>
                    <a:pt x="94655" y="977671"/>
                  </a:lnTo>
                  <a:lnTo>
                    <a:pt x="95469" y="933992"/>
                  </a:lnTo>
                  <a:lnTo>
                    <a:pt x="96284" y="891927"/>
                  </a:lnTo>
                  <a:lnTo>
                    <a:pt x="97099" y="1022576"/>
                  </a:lnTo>
                  <a:lnTo>
                    <a:pt x="97914" y="1132495"/>
                  </a:lnTo>
                  <a:lnTo>
                    <a:pt x="98729" y="1132998"/>
                  </a:lnTo>
                  <a:lnTo>
                    <a:pt x="99543" y="1178198"/>
                  </a:lnTo>
                  <a:lnTo>
                    <a:pt x="100358" y="1296405"/>
                  </a:lnTo>
                  <a:lnTo>
                    <a:pt x="101173" y="1380258"/>
                  </a:lnTo>
                  <a:lnTo>
                    <a:pt x="101988" y="1282913"/>
                  </a:lnTo>
                  <a:lnTo>
                    <a:pt x="102802" y="1268839"/>
                  </a:lnTo>
                  <a:lnTo>
                    <a:pt x="103617" y="1266375"/>
                  </a:lnTo>
                  <a:lnTo>
                    <a:pt x="104432" y="1289954"/>
                  </a:lnTo>
                  <a:lnTo>
                    <a:pt x="105247" y="1289110"/>
                  </a:lnTo>
                  <a:lnTo>
                    <a:pt x="106062" y="1286605"/>
                  </a:lnTo>
                  <a:lnTo>
                    <a:pt x="106876" y="1402036"/>
                  </a:lnTo>
                  <a:lnTo>
                    <a:pt x="107691" y="1428193"/>
                  </a:lnTo>
                  <a:lnTo>
                    <a:pt x="108506" y="1339797"/>
                  </a:lnTo>
                  <a:lnTo>
                    <a:pt x="109321" y="1203656"/>
                  </a:lnTo>
                  <a:lnTo>
                    <a:pt x="110135" y="1119959"/>
                  </a:lnTo>
                  <a:lnTo>
                    <a:pt x="110950" y="1117799"/>
                  </a:lnTo>
                  <a:lnTo>
                    <a:pt x="111765" y="1012457"/>
                  </a:lnTo>
                  <a:lnTo>
                    <a:pt x="112580" y="781862"/>
                  </a:lnTo>
                  <a:lnTo>
                    <a:pt x="113395" y="641212"/>
                  </a:lnTo>
                  <a:lnTo>
                    <a:pt x="114209" y="559496"/>
                  </a:lnTo>
                  <a:lnTo>
                    <a:pt x="115024" y="456422"/>
                  </a:lnTo>
                  <a:lnTo>
                    <a:pt x="115839" y="369181"/>
                  </a:lnTo>
                  <a:lnTo>
                    <a:pt x="116654" y="355172"/>
                  </a:lnTo>
                  <a:lnTo>
                    <a:pt x="117468" y="468186"/>
                  </a:lnTo>
                  <a:lnTo>
                    <a:pt x="118283" y="694920"/>
                  </a:lnTo>
                  <a:lnTo>
                    <a:pt x="119098" y="880716"/>
                  </a:lnTo>
                  <a:lnTo>
                    <a:pt x="119913" y="980980"/>
                  </a:lnTo>
                  <a:lnTo>
                    <a:pt x="120728" y="1066714"/>
                  </a:lnTo>
                  <a:lnTo>
                    <a:pt x="121542" y="1197549"/>
                  </a:lnTo>
                  <a:lnTo>
                    <a:pt x="122357" y="1315130"/>
                  </a:lnTo>
                  <a:lnTo>
                    <a:pt x="123172" y="1301006"/>
                  </a:lnTo>
                  <a:lnTo>
                    <a:pt x="123987" y="1210980"/>
                  </a:lnTo>
                  <a:lnTo>
                    <a:pt x="124801" y="1199389"/>
                  </a:lnTo>
                  <a:lnTo>
                    <a:pt x="125616" y="1234364"/>
                  </a:lnTo>
                  <a:lnTo>
                    <a:pt x="126431" y="1239916"/>
                  </a:lnTo>
                  <a:lnTo>
                    <a:pt x="127246" y="1197071"/>
                  </a:lnTo>
                  <a:lnTo>
                    <a:pt x="128061" y="1127308"/>
                  </a:lnTo>
                  <a:lnTo>
                    <a:pt x="128875" y="1177965"/>
                  </a:lnTo>
                  <a:lnTo>
                    <a:pt x="129690" y="1156829"/>
                  </a:lnTo>
                  <a:lnTo>
                    <a:pt x="130505" y="1090040"/>
                  </a:lnTo>
                  <a:lnTo>
                    <a:pt x="131320" y="1094272"/>
                  </a:lnTo>
                  <a:lnTo>
                    <a:pt x="132135" y="1137119"/>
                  </a:lnTo>
                  <a:lnTo>
                    <a:pt x="132949" y="1228782"/>
                  </a:lnTo>
                  <a:lnTo>
                    <a:pt x="133764" y="1289477"/>
                  </a:lnTo>
                  <a:lnTo>
                    <a:pt x="134579" y="1399946"/>
                  </a:lnTo>
                  <a:lnTo>
                    <a:pt x="135394" y="1436719"/>
                  </a:lnTo>
                  <a:lnTo>
                    <a:pt x="136208" y="1310760"/>
                  </a:lnTo>
                  <a:lnTo>
                    <a:pt x="137023" y="1201099"/>
                  </a:lnTo>
                  <a:lnTo>
                    <a:pt x="137838" y="1122559"/>
                  </a:lnTo>
                  <a:lnTo>
                    <a:pt x="138653" y="1072722"/>
                  </a:lnTo>
                  <a:lnTo>
                    <a:pt x="139468" y="1030775"/>
                  </a:lnTo>
                  <a:lnTo>
                    <a:pt x="140282" y="1033538"/>
                  </a:lnTo>
                  <a:lnTo>
                    <a:pt x="141097" y="1154918"/>
                  </a:lnTo>
                  <a:lnTo>
                    <a:pt x="141912" y="1264580"/>
                  </a:lnTo>
                  <a:lnTo>
                    <a:pt x="142727" y="1343120"/>
                  </a:lnTo>
                  <a:lnTo>
                    <a:pt x="143541" y="1353989"/>
                  </a:lnTo>
                  <a:lnTo>
                    <a:pt x="144356" y="1245288"/>
                  </a:lnTo>
                  <a:lnTo>
                    <a:pt x="145171" y="1080986"/>
                  </a:lnTo>
                  <a:lnTo>
                    <a:pt x="145986" y="867444"/>
                  </a:lnTo>
                  <a:lnTo>
                    <a:pt x="146801" y="707344"/>
                  </a:lnTo>
                  <a:lnTo>
                    <a:pt x="147615" y="639736"/>
                  </a:lnTo>
                  <a:lnTo>
                    <a:pt x="148430" y="598353"/>
                  </a:lnTo>
                  <a:lnTo>
                    <a:pt x="149245" y="654200"/>
                  </a:lnTo>
                  <a:lnTo>
                    <a:pt x="150060" y="712754"/>
                  </a:lnTo>
                  <a:lnTo>
                    <a:pt x="150874" y="709041"/>
                  </a:lnTo>
                  <a:lnTo>
                    <a:pt x="151689" y="752389"/>
                  </a:lnTo>
                  <a:lnTo>
                    <a:pt x="152504" y="747133"/>
                  </a:lnTo>
                  <a:lnTo>
                    <a:pt x="153319" y="644177"/>
                  </a:lnTo>
                  <a:lnTo>
                    <a:pt x="154134" y="515069"/>
                  </a:lnTo>
                  <a:lnTo>
                    <a:pt x="154948" y="464881"/>
                  </a:lnTo>
                  <a:lnTo>
                    <a:pt x="155763" y="529771"/>
                  </a:lnTo>
                  <a:lnTo>
                    <a:pt x="156578" y="576981"/>
                  </a:lnTo>
                  <a:lnTo>
                    <a:pt x="157393" y="542596"/>
                  </a:lnTo>
                  <a:lnTo>
                    <a:pt x="158207" y="667259"/>
                  </a:lnTo>
                  <a:lnTo>
                    <a:pt x="159022" y="856338"/>
                  </a:lnTo>
                  <a:lnTo>
                    <a:pt x="159837" y="968438"/>
                  </a:lnTo>
                  <a:lnTo>
                    <a:pt x="160652" y="980283"/>
                  </a:lnTo>
                  <a:lnTo>
                    <a:pt x="161467" y="974168"/>
                  </a:lnTo>
                  <a:lnTo>
                    <a:pt x="162281" y="1075099"/>
                  </a:lnTo>
                  <a:lnTo>
                    <a:pt x="163096" y="1133742"/>
                  </a:lnTo>
                  <a:lnTo>
                    <a:pt x="163911" y="1175136"/>
                  </a:lnTo>
                  <a:lnTo>
                    <a:pt x="164726" y="1255055"/>
                  </a:lnTo>
                  <a:lnTo>
                    <a:pt x="165540" y="1324838"/>
                  </a:lnTo>
                  <a:lnTo>
                    <a:pt x="166355" y="1339362"/>
                  </a:lnTo>
                  <a:lnTo>
                    <a:pt x="167170" y="1291967"/>
                  </a:lnTo>
                  <a:lnTo>
                    <a:pt x="167985" y="1274111"/>
                  </a:lnTo>
                  <a:lnTo>
                    <a:pt x="168800" y="1270147"/>
                  </a:lnTo>
                  <a:lnTo>
                    <a:pt x="169614" y="1308244"/>
                  </a:lnTo>
                  <a:lnTo>
                    <a:pt x="170429" y="1342923"/>
                  </a:lnTo>
                  <a:lnTo>
                    <a:pt x="171244" y="1340497"/>
                  </a:lnTo>
                  <a:lnTo>
                    <a:pt x="172059" y="1396026"/>
                  </a:lnTo>
                  <a:lnTo>
                    <a:pt x="172874" y="1387920"/>
                  </a:lnTo>
                  <a:lnTo>
                    <a:pt x="173688" y="1221775"/>
                  </a:lnTo>
                  <a:lnTo>
                    <a:pt x="174503" y="1007742"/>
                  </a:lnTo>
                  <a:lnTo>
                    <a:pt x="175318" y="951954"/>
                  </a:lnTo>
                  <a:lnTo>
                    <a:pt x="176133" y="886061"/>
                  </a:lnTo>
                  <a:lnTo>
                    <a:pt x="176947" y="800626"/>
                  </a:lnTo>
                  <a:lnTo>
                    <a:pt x="177762" y="776871"/>
                  </a:lnTo>
                  <a:lnTo>
                    <a:pt x="178577" y="915927"/>
                  </a:lnTo>
                  <a:lnTo>
                    <a:pt x="179392" y="1075193"/>
                  </a:lnTo>
                  <a:lnTo>
                    <a:pt x="180207" y="1095150"/>
                  </a:lnTo>
                  <a:lnTo>
                    <a:pt x="181021" y="1171267"/>
                  </a:lnTo>
                  <a:lnTo>
                    <a:pt x="181836" y="1217645"/>
                  </a:lnTo>
                  <a:lnTo>
                    <a:pt x="182651" y="1172505"/>
                  </a:lnTo>
                  <a:lnTo>
                    <a:pt x="183466" y="1141721"/>
                  </a:lnTo>
                  <a:lnTo>
                    <a:pt x="184280" y="1108631"/>
                  </a:lnTo>
                  <a:lnTo>
                    <a:pt x="185095" y="1056414"/>
                  </a:lnTo>
                  <a:lnTo>
                    <a:pt x="185910" y="970281"/>
                  </a:lnTo>
                  <a:lnTo>
                    <a:pt x="186725" y="867296"/>
                  </a:lnTo>
                  <a:lnTo>
                    <a:pt x="187540" y="843655"/>
                  </a:lnTo>
                  <a:lnTo>
                    <a:pt x="188354" y="819801"/>
                  </a:lnTo>
                  <a:lnTo>
                    <a:pt x="189169" y="820157"/>
                  </a:lnTo>
                  <a:lnTo>
                    <a:pt x="189984" y="904750"/>
                  </a:lnTo>
                  <a:lnTo>
                    <a:pt x="190799" y="990698"/>
                  </a:lnTo>
                  <a:lnTo>
                    <a:pt x="191613" y="1066870"/>
                  </a:lnTo>
                  <a:lnTo>
                    <a:pt x="192428" y="1115909"/>
                  </a:lnTo>
                  <a:lnTo>
                    <a:pt x="193243" y="1151686"/>
                  </a:lnTo>
                  <a:lnTo>
                    <a:pt x="194058" y="1205173"/>
                  </a:lnTo>
                  <a:lnTo>
                    <a:pt x="194873" y="1204124"/>
                  </a:lnTo>
                  <a:lnTo>
                    <a:pt x="195687" y="1219812"/>
                  </a:lnTo>
                  <a:lnTo>
                    <a:pt x="196502" y="1253947"/>
                  </a:lnTo>
                  <a:lnTo>
                    <a:pt x="197317" y="1231945"/>
                  </a:lnTo>
                  <a:lnTo>
                    <a:pt x="198132" y="1140701"/>
                  </a:lnTo>
                  <a:lnTo>
                    <a:pt x="198946" y="1012549"/>
                  </a:lnTo>
                  <a:lnTo>
                    <a:pt x="199761" y="929728"/>
                  </a:lnTo>
                  <a:lnTo>
                    <a:pt x="200576" y="959482"/>
                  </a:lnTo>
                  <a:lnTo>
                    <a:pt x="201391" y="1040113"/>
                  </a:lnTo>
                  <a:lnTo>
                    <a:pt x="202206" y="1186504"/>
                  </a:lnTo>
                  <a:lnTo>
                    <a:pt x="203020" y="1326242"/>
                  </a:lnTo>
                  <a:lnTo>
                    <a:pt x="203835" y="1407955"/>
                  </a:lnTo>
                  <a:lnTo>
                    <a:pt x="204650" y="1475296"/>
                  </a:lnTo>
                  <a:lnTo>
                    <a:pt x="205465" y="1380629"/>
                  </a:lnTo>
                  <a:lnTo>
                    <a:pt x="206279" y="1206570"/>
                  </a:lnTo>
                  <a:lnTo>
                    <a:pt x="207094" y="1087116"/>
                  </a:lnTo>
                  <a:lnTo>
                    <a:pt x="207909" y="991710"/>
                  </a:lnTo>
                  <a:lnTo>
                    <a:pt x="208724" y="960346"/>
                  </a:lnTo>
                  <a:lnTo>
                    <a:pt x="209539" y="932583"/>
                  </a:lnTo>
                  <a:lnTo>
                    <a:pt x="210353" y="936639"/>
                  </a:lnTo>
                  <a:lnTo>
                    <a:pt x="211168" y="968690"/>
                  </a:lnTo>
                  <a:lnTo>
                    <a:pt x="211983" y="890224"/>
                  </a:lnTo>
                  <a:lnTo>
                    <a:pt x="212798" y="821064"/>
                  </a:lnTo>
                  <a:lnTo>
                    <a:pt x="213613" y="808056"/>
                  </a:lnTo>
                  <a:lnTo>
                    <a:pt x="214427" y="818075"/>
                  </a:lnTo>
                  <a:lnTo>
                    <a:pt x="215242" y="893219"/>
                  </a:lnTo>
                  <a:lnTo>
                    <a:pt x="216057" y="949974"/>
                  </a:lnTo>
                  <a:lnTo>
                    <a:pt x="216872" y="1002953"/>
                  </a:lnTo>
                  <a:lnTo>
                    <a:pt x="217686" y="1129281"/>
                  </a:lnTo>
                  <a:lnTo>
                    <a:pt x="218501" y="1185327"/>
                  </a:lnTo>
                  <a:lnTo>
                    <a:pt x="219316" y="1191240"/>
                  </a:lnTo>
                  <a:lnTo>
                    <a:pt x="220131" y="1101872"/>
                  </a:lnTo>
                  <a:lnTo>
                    <a:pt x="220946" y="991034"/>
                  </a:lnTo>
                  <a:lnTo>
                    <a:pt x="221760" y="895209"/>
                  </a:lnTo>
                  <a:lnTo>
                    <a:pt x="222575" y="780309"/>
                  </a:lnTo>
                  <a:lnTo>
                    <a:pt x="223390" y="746592"/>
                  </a:lnTo>
                  <a:lnTo>
                    <a:pt x="224205" y="692467"/>
                  </a:lnTo>
                  <a:lnTo>
                    <a:pt x="225019" y="763840"/>
                  </a:lnTo>
                  <a:lnTo>
                    <a:pt x="225834" y="824722"/>
                  </a:lnTo>
                  <a:lnTo>
                    <a:pt x="226649" y="916211"/>
                  </a:lnTo>
                  <a:lnTo>
                    <a:pt x="227464" y="1051274"/>
                  </a:lnTo>
                  <a:lnTo>
                    <a:pt x="228279" y="1122307"/>
                  </a:lnTo>
                  <a:lnTo>
                    <a:pt x="229093" y="1203446"/>
                  </a:lnTo>
                  <a:lnTo>
                    <a:pt x="229908" y="1204890"/>
                  </a:lnTo>
                  <a:lnTo>
                    <a:pt x="230723" y="1307083"/>
                  </a:lnTo>
                  <a:lnTo>
                    <a:pt x="231538" y="1457440"/>
                  </a:lnTo>
                  <a:lnTo>
                    <a:pt x="232352" y="1487781"/>
                  </a:lnTo>
                  <a:lnTo>
                    <a:pt x="233167" y="1421634"/>
                  </a:lnTo>
                  <a:lnTo>
                    <a:pt x="233982" y="1346155"/>
                  </a:lnTo>
                  <a:lnTo>
                    <a:pt x="234797" y="1252159"/>
                  </a:lnTo>
                  <a:lnTo>
                    <a:pt x="235612" y="1125197"/>
                  </a:lnTo>
                  <a:lnTo>
                    <a:pt x="236426" y="1033250"/>
                  </a:lnTo>
                  <a:lnTo>
                    <a:pt x="237241" y="999861"/>
                  </a:lnTo>
                  <a:lnTo>
                    <a:pt x="238056" y="1070525"/>
                  </a:lnTo>
                  <a:lnTo>
                    <a:pt x="238871" y="1187210"/>
                  </a:lnTo>
                  <a:lnTo>
                    <a:pt x="239685" y="1256254"/>
                  </a:lnTo>
                  <a:lnTo>
                    <a:pt x="240500" y="1276393"/>
                  </a:lnTo>
                  <a:lnTo>
                    <a:pt x="241315" y="1222551"/>
                  </a:lnTo>
                  <a:lnTo>
                    <a:pt x="242130" y="1116166"/>
                  </a:lnTo>
                  <a:lnTo>
                    <a:pt x="242945" y="1051611"/>
                  </a:lnTo>
                  <a:lnTo>
                    <a:pt x="243759" y="1034080"/>
                  </a:lnTo>
                  <a:lnTo>
                    <a:pt x="244574" y="1075125"/>
                  </a:lnTo>
                  <a:lnTo>
                    <a:pt x="245389" y="1105618"/>
                  </a:lnTo>
                  <a:lnTo>
                    <a:pt x="246204" y="1109974"/>
                  </a:lnTo>
                  <a:lnTo>
                    <a:pt x="247018" y="1119657"/>
                  </a:lnTo>
                  <a:lnTo>
                    <a:pt x="247833" y="1123437"/>
                  </a:lnTo>
                  <a:lnTo>
                    <a:pt x="248648" y="1142752"/>
                  </a:lnTo>
                  <a:lnTo>
                    <a:pt x="249463" y="1183335"/>
                  </a:lnTo>
                  <a:lnTo>
                    <a:pt x="250278" y="1245187"/>
                  </a:lnTo>
                  <a:lnTo>
                    <a:pt x="251092" y="1280985"/>
                  </a:lnTo>
                  <a:lnTo>
                    <a:pt x="251907" y="1307916"/>
                  </a:lnTo>
                  <a:lnTo>
                    <a:pt x="252722" y="1164636"/>
                  </a:lnTo>
                  <a:lnTo>
                    <a:pt x="253537" y="848598"/>
                  </a:lnTo>
                  <a:lnTo>
                    <a:pt x="254352" y="587604"/>
                  </a:lnTo>
                  <a:lnTo>
                    <a:pt x="255166" y="423255"/>
                  </a:lnTo>
                  <a:lnTo>
                    <a:pt x="255981" y="247020"/>
                  </a:lnTo>
                  <a:lnTo>
                    <a:pt x="256796" y="102498"/>
                  </a:lnTo>
                  <a:lnTo>
                    <a:pt x="257611" y="50563"/>
                  </a:lnTo>
                  <a:lnTo>
                    <a:pt x="258425" y="147201"/>
                  </a:lnTo>
                  <a:lnTo>
                    <a:pt x="259240" y="202958"/>
                  </a:lnTo>
                  <a:lnTo>
                    <a:pt x="260055" y="143859"/>
                  </a:lnTo>
                  <a:lnTo>
                    <a:pt x="260870" y="169423"/>
                  </a:lnTo>
                  <a:lnTo>
                    <a:pt x="261685" y="121366"/>
                  </a:lnTo>
                  <a:lnTo>
                    <a:pt x="262499" y="138009"/>
                  </a:lnTo>
                  <a:lnTo>
                    <a:pt x="263314" y="245574"/>
                  </a:lnTo>
                  <a:lnTo>
                    <a:pt x="264129" y="370592"/>
                  </a:lnTo>
                  <a:lnTo>
                    <a:pt x="264944" y="459347"/>
                  </a:lnTo>
                  <a:lnTo>
                    <a:pt x="265758" y="472560"/>
                  </a:lnTo>
                  <a:lnTo>
                    <a:pt x="266573" y="512737"/>
                  </a:lnTo>
                  <a:lnTo>
                    <a:pt x="267388" y="509368"/>
                  </a:lnTo>
                  <a:lnTo>
                    <a:pt x="268203" y="332950"/>
                  </a:lnTo>
                  <a:lnTo>
                    <a:pt x="269018" y="106778"/>
                  </a:lnTo>
                  <a:lnTo>
                    <a:pt x="269832" y="158"/>
                  </a:lnTo>
                  <a:lnTo>
                    <a:pt x="270647" y="0"/>
                  </a:lnTo>
                  <a:lnTo>
                    <a:pt x="271462" y="152829"/>
                  </a:lnTo>
                  <a:lnTo>
                    <a:pt x="272277" y="275253"/>
                  </a:lnTo>
                  <a:lnTo>
                    <a:pt x="273091" y="362541"/>
                  </a:lnTo>
                  <a:lnTo>
                    <a:pt x="273906" y="558859"/>
                  </a:lnTo>
                  <a:lnTo>
                    <a:pt x="274721" y="693254"/>
                  </a:lnTo>
                  <a:lnTo>
                    <a:pt x="275536" y="776269"/>
                  </a:lnTo>
                  <a:lnTo>
                    <a:pt x="276351" y="826399"/>
                  </a:lnTo>
                  <a:lnTo>
                    <a:pt x="277165" y="949499"/>
                  </a:lnTo>
                  <a:lnTo>
                    <a:pt x="277980" y="1101653"/>
                  </a:lnTo>
                  <a:lnTo>
                    <a:pt x="278795" y="1033346"/>
                  </a:lnTo>
                  <a:lnTo>
                    <a:pt x="279610" y="878104"/>
                  </a:lnTo>
                  <a:lnTo>
                    <a:pt x="280424" y="731765"/>
                  </a:lnTo>
                  <a:lnTo>
                    <a:pt x="281239" y="572165"/>
                  </a:lnTo>
                  <a:lnTo>
                    <a:pt x="282054" y="463872"/>
                  </a:lnTo>
                  <a:lnTo>
                    <a:pt x="282869" y="387299"/>
                  </a:lnTo>
                  <a:lnTo>
                    <a:pt x="283684" y="352591"/>
                  </a:lnTo>
                  <a:lnTo>
                    <a:pt x="284498" y="404534"/>
                  </a:lnTo>
                  <a:lnTo>
                    <a:pt x="285313" y="488251"/>
                  </a:lnTo>
                  <a:lnTo>
                    <a:pt x="286128" y="508553"/>
                  </a:lnTo>
                  <a:lnTo>
                    <a:pt x="286943" y="480848"/>
                  </a:lnTo>
                  <a:lnTo>
                    <a:pt x="287757" y="525555"/>
                  </a:lnTo>
                  <a:lnTo>
                    <a:pt x="288572" y="617348"/>
                  </a:lnTo>
                  <a:lnTo>
                    <a:pt x="289387" y="781296"/>
                  </a:lnTo>
                  <a:lnTo>
                    <a:pt x="290202" y="874478"/>
                  </a:lnTo>
                  <a:lnTo>
                    <a:pt x="291017" y="946256"/>
                  </a:lnTo>
                  <a:lnTo>
                    <a:pt x="291831" y="1048981"/>
                  </a:lnTo>
                  <a:lnTo>
                    <a:pt x="292646" y="1098802"/>
                  </a:lnTo>
                  <a:lnTo>
                    <a:pt x="293461" y="1090597"/>
                  </a:lnTo>
                  <a:lnTo>
                    <a:pt x="294276" y="1046855"/>
                  </a:lnTo>
                  <a:lnTo>
                    <a:pt x="295091" y="1035432"/>
                  </a:lnTo>
                  <a:lnTo>
                    <a:pt x="295905" y="1105971"/>
                  </a:lnTo>
                  <a:lnTo>
                    <a:pt x="296720" y="1119497"/>
                  </a:lnTo>
                  <a:lnTo>
                    <a:pt x="297535" y="1061234"/>
                  </a:lnTo>
                  <a:lnTo>
                    <a:pt x="298350" y="980820"/>
                  </a:lnTo>
                  <a:lnTo>
                    <a:pt x="299164" y="848522"/>
                  </a:lnTo>
                  <a:lnTo>
                    <a:pt x="299979" y="838915"/>
                  </a:lnTo>
                  <a:lnTo>
                    <a:pt x="300794" y="811510"/>
                  </a:lnTo>
                  <a:lnTo>
                    <a:pt x="301609" y="749236"/>
                  </a:lnTo>
                  <a:lnTo>
                    <a:pt x="302424" y="675528"/>
                  </a:lnTo>
                  <a:lnTo>
                    <a:pt x="303238" y="671709"/>
                  </a:lnTo>
                  <a:lnTo>
                    <a:pt x="304053" y="779396"/>
                  </a:lnTo>
                  <a:lnTo>
                    <a:pt x="304868" y="783411"/>
                  </a:lnTo>
                  <a:lnTo>
                    <a:pt x="305683" y="629989"/>
                  </a:lnTo>
                  <a:lnTo>
                    <a:pt x="306497" y="568564"/>
                  </a:lnTo>
                  <a:lnTo>
                    <a:pt x="307312" y="594561"/>
                  </a:lnTo>
                  <a:lnTo>
                    <a:pt x="308127" y="695171"/>
                  </a:lnTo>
                  <a:lnTo>
                    <a:pt x="308942" y="756381"/>
                  </a:lnTo>
                  <a:lnTo>
                    <a:pt x="309757" y="805571"/>
                  </a:lnTo>
                  <a:lnTo>
                    <a:pt x="310571" y="1009777"/>
                  </a:lnTo>
                  <a:lnTo>
                    <a:pt x="311386" y="1135227"/>
                  </a:lnTo>
                  <a:lnTo>
                    <a:pt x="312201" y="1189328"/>
                  </a:lnTo>
                  <a:lnTo>
                    <a:pt x="313016" y="1157733"/>
                  </a:lnTo>
                  <a:lnTo>
                    <a:pt x="313830" y="1102854"/>
                  </a:lnTo>
                  <a:lnTo>
                    <a:pt x="314645" y="1111058"/>
                  </a:lnTo>
                  <a:lnTo>
                    <a:pt x="315460" y="1076678"/>
                  </a:lnTo>
                  <a:lnTo>
                    <a:pt x="316275" y="1012449"/>
                  </a:lnTo>
                  <a:lnTo>
                    <a:pt x="317090" y="985058"/>
                  </a:lnTo>
                  <a:lnTo>
                    <a:pt x="317904" y="1024849"/>
                  </a:lnTo>
                  <a:lnTo>
                    <a:pt x="318719" y="1115439"/>
                  </a:lnTo>
                  <a:lnTo>
                    <a:pt x="319534" y="1090860"/>
                  </a:lnTo>
                  <a:lnTo>
                    <a:pt x="320349" y="1090704"/>
                  </a:lnTo>
                  <a:lnTo>
                    <a:pt x="321163" y="1067680"/>
                  </a:lnTo>
                  <a:lnTo>
                    <a:pt x="321978" y="1033701"/>
                  </a:lnTo>
                  <a:lnTo>
                    <a:pt x="322793" y="1010130"/>
                  </a:lnTo>
                  <a:lnTo>
                    <a:pt x="323608" y="916161"/>
                  </a:lnTo>
                  <a:lnTo>
                    <a:pt x="324423" y="803797"/>
                  </a:lnTo>
                  <a:lnTo>
                    <a:pt x="325237" y="683375"/>
                  </a:lnTo>
                  <a:lnTo>
                    <a:pt x="326052" y="665982"/>
                  </a:lnTo>
                  <a:lnTo>
                    <a:pt x="326867" y="654646"/>
                  </a:lnTo>
                  <a:lnTo>
                    <a:pt x="327682" y="671261"/>
                  </a:lnTo>
                  <a:lnTo>
                    <a:pt x="328497" y="736815"/>
                  </a:lnTo>
                  <a:lnTo>
                    <a:pt x="329311" y="868501"/>
                  </a:lnTo>
                  <a:lnTo>
                    <a:pt x="330126" y="1025085"/>
                  </a:lnTo>
                  <a:lnTo>
                    <a:pt x="330941" y="1147735"/>
                  </a:lnTo>
                  <a:lnTo>
                    <a:pt x="331756" y="1295224"/>
                  </a:lnTo>
                  <a:lnTo>
                    <a:pt x="332570" y="1340504"/>
                  </a:lnTo>
                  <a:lnTo>
                    <a:pt x="333385" y="1256413"/>
                  </a:lnTo>
                  <a:lnTo>
                    <a:pt x="334200" y="1183306"/>
                  </a:lnTo>
                  <a:lnTo>
                    <a:pt x="335015" y="1115295"/>
                  </a:lnTo>
                  <a:lnTo>
                    <a:pt x="335830" y="1076897"/>
                  </a:lnTo>
                  <a:lnTo>
                    <a:pt x="336644" y="1083068"/>
                  </a:lnTo>
                  <a:lnTo>
                    <a:pt x="337459" y="1133086"/>
                  </a:lnTo>
                  <a:lnTo>
                    <a:pt x="338274" y="1260077"/>
                  </a:lnTo>
                  <a:lnTo>
                    <a:pt x="339089" y="1351294"/>
                  </a:lnTo>
                  <a:lnTo>
                    <a:pt x="339903" y="1378903"/>
                  </a:lnTo>
                  <a:lnTo>
                    <a:pt x="340718" y="1393097"/>
                  </a:lnTo>
                  <a:lnTo>
                    <a:pt x="341533" y="1453253"/>
                  </a:lnTo>
                  <a:lnTo>
                    <a:pt x="342348" y="1485026"/>
                  </a:lnTo>
                  <a:lnTo>
                    <a:pt x="343163" y="1514973"/>
                  </a:lnTo>
                  <a:lnTo>
                    <a:pt x="343977" y="1535409"/>
                  </a:lnTo>
                  <a:lnTo>
                    <a:pt x="344464" y="154402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7173507" y="2247235"/>
              <a:ext cx="189519" cy="1015241"/>
            </a:xfrm>
            <a:custGeom>
              <a:avLst/>
              <a:pathLst>
                <a:path w="189519" h="1015241">
                  <a:moveTo>
                    <a:pt x="0" y="1015241"/>
                  </a:moveTo>
                  <a:lnTo>
                    <a:pt x="695" y="981370"/>
                  </a:lnTo>
                  <a:lnTo>
                    <a:pt x="1510" y="882534"/>
                  </a:lnTo>
                  <a:lnTo>
                    <a:pt x="2324" y="761055"/>
                  </a:lnTo>
                  <a:lnTo>
                    <a:pt x="3139" y="616596"/>
                  </a:lnTo>
                  <a:lnTo>
                    <a:pt x="3954" y="543525"/>
                  </a:lnTo>
                  <a:lnTo>
                    <a:pt x="4769" y="533515"/>
                  </a:lnTo>
                  <a:lnTo>
                    <a:pt x="5583" y="544909"/>
                  </a:lnTo>
                  <a:lnTo>
                    <a:pt x="6398" y="484601"/>
                  </a:lnTo>
                  <a:lnTo>
                    <a:pt x="7213" y="436853"/>
                  </a:lnTo>
                  <a:lnTo>
                    <a:pt x="8028" y="495922"/>
                  </a:lnTo>
                  <a:lnTo>
                    <a:pt x="8843" y="568438"/>
                  </a:lnTo>
                  <a:lnTo>
                    <a:pt x="9657" y="615443"/>
                  </a:lnTo>
                  <a:lnTo>
                    <a:pt x="10472" y="676175"/>
                  </a:lnTo>
                  <a:lnTo>
                    <a:pt x="11287" y="769769"/>
                  </a:lnTo>
                  <a:lnTo>
                    <a:pt x="12102" y="830540"/>
                  </a:lnTo>
                  <a:lnTo>
                    <a:pt x="12916" y="834573"/>
                  </a:lnTo>
                  <a:lnTo>
                    <a:pt x="13731" y="786480"/>
                  </a:lnTo>
                  <a:lnTo>
                    <a:pt x="14546" y="681933"/>
                  </a:lnTo>
                  <a:lnTo>
                    <a:pt x="15361" y="645413"/>
                  </a:lnTo>
                  <a:lnTo>
                    <a:pt x="16176" y="583903"/>
                  </a:lnTo>
                  <a:lnTo>
                    <a:pt x="16990" y="571260"/>
                  </a:lnTo>
                  <a:lnTo>
                    <a:pt x="17805" y="595144"/>
                  </a:lnTo>
                  <a:lnTo>
                    <a:pt x="18620" y="583418"/>
                  </a:lnTo>
                  <a:lnTo>
                    <a:pt x="19435" y="668953"/>
                  </a:lnTo>
                  <a:lnTo>
                    <a:pt x="20249" y="697242"/>
                  </a:lnTo>
                  <a:lnTo>
                    <a:pt x="21064" y="764148"/>
                  </a:lnTo>
                  <a:lnTo>
                    <a:pt x="21879" y="853475"/>
                  </a:lnTo>
                  <a:lnTo>
                    <a:pt x="22694" y="880998"/>
                  </a:lnTo>
                  <a:lnTo>
                    <a:pt x="23509" y="941376"/>
                  </a:lnTo>
                  <a:lnTo>
                    <a:pt x="24323" y="963760"/>
                  </a:lnTo>
                  <a:lnTo>
                    <a:pt x="25138" y="964094"/>
                  </a:lnTo>
                  <a:lnTo>
                    <a:pt x="25953" y="952848"/>
                  </a:lnTo>
                  <a:lnTo>
                    <a:pt x="26768" y="935149"/>
                  </a:lnTo>
                  <a:lnTo>
                    <a:pt x="27582" y="931057"/>
                  </a:lnTo>
                  <a:lnTo>
                    <a:pt x="28397" y="931058"/>
                  </a:lnTo>
                  <a:lnTo>
                    <a:pt x="29212" y="923809"/>
                  </a:lnTo>
                  <a:lnTo>
                    <a:pt x="30027" y="923475"/>
                  </a:lnTo>
                  <a:lnTo>
                    <a:pt x="30842" y="934720"/>
                  </a:lnTo>
                  <a:lnTo>
                    <a:pt x="31656" y="952419"/>
                  </a:lnTo>
                  <a:lnTo>
                    <a:pt x="32471" y="946570"/>
                  </a:lnTo>
                  <a:lnTo>
                    <a:pt x="33286" y="886192"/>
                  </a:lnTo>
                  <a:lnTo>
                    <a:pt x="34101" y="843288"/>
                  </a:lnTo>
                  <a:lnTo>
                    <a:pt x="34916" y="844987"/>
                  </a:lnTo>
                  <a:lnTo>
                    <a:pt x="35730" y="867680"/>
                  </a:lnTo>
                  <a:lnTo>
                    <a:pt x="36545" y="868979"/>
                  </a:lnTo>
                  <a:lnTo>
                    <a:pt x="37360" y="871072"/>
                  </a:lnTo>
                  <a:lnTo>
                    <a:pt x="38175" y="871438"/>
                  </a:lnTo>
                  <a:lnTo>
                    <a:pt x="38989" y="856950"/>
                  </a:lnTo>
                  <a:lnTo>
                    <a:pt x="39804" y="824756"/>
                  </a:lnTo>
                  <a:lnTo>
                    <a:pt x="40619" y="749945"/>
                  </a:lnTo>
                  <a:lnTo>
                    <a:pt x="41434" y="722613"/>
                  </a:lnTo>
                  <a:lnTo>
                    <a:pt x="42249" y="716664"/>
                  </a:lnTo>
                  <a:lnTo>
                    <a:pt x="43063" y="726920"/>
                  </a:lnTo>
                  <a:lnTo>
                    <a:pt x="43878" y="753661"/>
                  </a:lnTo>
                  <a:lnTo>
                    <a:pt x="44693" y="784158"/>
                  </a:lnTo>
                  <a:lnTo>
                    <a:pt x="45508" y="836279"/>
                  </a:lnTo>
                  <a:lnTo>
                    <a:pt x="46322" y="862309"/>
                  </a:lnTo>
                  <a:lnTo>
                    <a:pt x="47137" y="830358"/>
                  </a:lnTo>
                  <a:lnTo>
                    <a:pt x="47952" y="804134"/>
                  </a:lnTo>
                  <a:lnTo>
                    <a:pt x="48767" y="793273"/>
                  </a:lnTo>
                  <a:lnTo>
                    <a:pt x="49582" y="776751"/>
                  </a:lnTo>
                  <a:lnTo>
                    <a:pt x="50396" y="783003"/>
                  </a:lnTo>
                  <a:lnTo>
                    <a:pt x="51211" y="766046"/>
                  </a:lnTo>
                  <a:lnTo>
                    <a:pt x="52026" y="771569"/>
                  </a:lnTo>
                  <a:lnTo>
                    <a:pt x="52841" y="780539"/>
                  </a:lnTo>
                  <a:lnTo>
                    <a:pt x="53655" y="783509"/>
                  </a:lnTo>
                  <a:lnTo>
                    <a:pt x="54470" y="721726"/>
                  </a:lnTo>
                  <a:lnTo>
                    <a:pt x="55285" y="626308"/>
                  </a:lnTo>
                  <a:lnTo>
                    <a:pt x="56100" y="578147"/>
                  </a:lnTo>
                  <a:lnTo>
                    <a:pt x="56915" y="617057"/>
                  </a:lnTo>
                  <a:lnTo>
                    <a:pt x="57729" y="634633"/>
                  </a:lnTo>
                  <a:lnTo>
                    <a:pt x="58544" y="635102"/>
                  </a:lnTo>
                  <a:lnTo>
                    <a:pt x="59359" y="713412"/>
                  </a:lnTo>
                  <a:lnTo>
                    <a:pt x="60174" y="752695"/>
                  </a:lnTo>
                  <a:lnTo>
                    <a:pt x="60988" y="712354"/>
                  </a:lnTo>
                  <a:lnTo>
                    <a:pt x="61803" y="686360"/>
                  </a:lnTo>
                  <a:lnTo>
                    <a:pt x="62618" y="711344"/>
                  </a:lnTo>
                  <a:lnTo>
                    <a:pt x="63433" y="675640"/>
                  </a:lnTo>
                  <a:lnTo>
                    <a:pt x="64248" y="631265"/>
                  </a:lnTo>
                  <a:lnTo>
                    <a:pt x="65062" y="672523"/>
                  </a:lnTo>
                  <a:lnTo>
                    <a:pt x="65877" y="777983"/>
                  </a:lnTo>
                  <a:lnTo>
                    <a:pt x="66692" y="789594"/>
                  </a:lnTo>
                  <a:lnTo>
                    <a:pt x="67507" y="753664"/>
                  </a:lnTo>
                  <a:lnTo>
                    <a:pt x="68321" y="799242"/>
                  </a:lnTo>
                  <a:lnTo>
                    <a:pt x="69136" y="799947"/>
                  </a:lnTo>
                  <a:lnTo>
                    <a:pt x="69951" y="687819"/>
                  </a:lnTo>
                  <a:lnTo>
                    <a:pt x="70766" y="527750"/>
                  </a:lnTo>
                  <a:lnTo>
                    <a:pt x="71581" y="438831"/>
                  </a:lnTo>
                  <a:lnTo>
                    <a:pt x="72395" y="453570"/>
                  </a:lnTo>
                  <a:lnTo>
                    <a:pt x="73210" y="352006"/>
                  </a:lnTo>
                  <a:lnTo>
                    <a:pt x="74025" y="263331"/>
                  </a:lnTo>
                  <a:lnTo>
                    <a:pt x="74840" y="303350"/>
                  </a:lnTo>
                  <a:lnTo>
                    <a:pt x="75655" y="477971"/>
                  </a:lnTo>
                  <a:lnTo>
                    <a:pt x="76469" y="587420"/>
                  </a:lnTo>
                  <a:lnTo>
                    <a:pt x="77284" y="561371"/>
                  </a:lnTo>
                  <a:lnTo>
                    <a:pt x="78099" y="664998"/>
                  </a:lnTo>
                  <a:lnTo>
                    <a:pt x="78914" y="827566"/>
                  </a:lnTo>
                  <a:lnTo>
                    <a:pt x="79728" y="871263"/>
                  </a:lnTo>
                  <a:lnTo>
                    <a:pt x="80543" y="732079"/>
                  </a:lnTo>
                  <a:lnTo>
                    <a:pt x="81358" y="673929"/>
                  </a:lnTo>
                  <a:lnTo>
                    <a:pt x="82173" y="736063"/>
                  </a:lnTo>
                  <a:lnTo>
                    <a:pt x="82988" y="733097"/>
                  </a:lnTo>
                  <a:lnTo>
                    <a:pt x="83802" y="633538"/>
                  </a:lnTo>
                  <a:lnTo>
                    <a:pt x="84617" y="501212"/>
                  </a:lnTo>
                  <a:lnTo>
                    <a:pt x="85432" y="445315"/>
                  </a:lnTo>
                  <a:lnTo>
                    <a:pt x="86247" y="417385"/>
                  </a:lnTo>
                  <a:lnTo>
                    <a:pt x="87061" y="399044"/>
                  </a:lnTo>
                  <a:lnTo>
                    <a:pt x="87876" y="383390"/>
                  </a:lnTo>
                  <a:lnTo>
                    <a:pt x="88691" y="420676"/>
                  </a:lnTo>
                  <a:lnTo>
                    <a:pt x="89506" y="590047"/>
                  </a:lnTo>
                  <a:lnTo>
                    <a:pt x="90321" y="770577"/>
                  </a:lnTo>
                  <a:lnTo>
                    <a:pt x="91135" y="851823"/>
                  </a:lnTo>
                  <a:lnTo>
                    <a:pt x="91950" y="879719"/>
                  </a:lnTo>
                  <a:lnTo>
                    <a:pt x="92765" y="924460"/>
                  </a:lnTo>
                  <a:lnTo>
                    <a:pt x="93580" y="956511"/>
                  </a:lnTo>
                  <a:lnTo>
                    <a:pt x="94394" y="956511"/>
                  </a:lnTo>
                  <a:lnTo>
                    <a:pt x="95209" y="956511"/>
                  </a:lnTo>
                  <a:lnTo>
                    <a:pt x="96024" y="956511"/>
                  </a:lnTo>
                  <a:lnTo>
                    <a:pt x="96839" y="956511"/>
                  </a:lnTo>
                  <a:lnTo>
                    <a:pt x="97654" y="929572"/>
                  </a:lnTo>
                  <a:lnTo>
                    <a:pt x="98468" y="879175"/>
                  </a:lnTo>
                  <a:lnTo>
                    <a:pt x="99283" y="836446"/>
                  </a:lnTo>
                  <a:lnTo>
                    <a:pt x="100098" y="768202"/>
                  </a:lnTo>
                  <a:lnTo>
                    <a:pt x="100913" y="710944"/>
                  </a:lnTo>
                  <a:lnTo>
                    <a:pt x="101727" y="666907"/>
                  </a:lnTo>
                  <a:lnTo>
                    <a:pt x="102542" y="681048"/>
                  </a:lnTo>
                  <a:lnTo>
                    <a:pt x="103357" y="671068"/>
                  </a:lnTo>
                  <a:lnTo>
                    <a:pt x="104172" y="695559"/>
                  </a:lnTo>
                  <a:lnTo>
                    <a:pt x="104987" y="739834"/>
                  </a:lnTo>
                  <a:lnTo>
                    <a:pt x="105801" y="736713"/>
                  </a:lnTo>
                  <a:lnTo>
                    <a:pt x="106616" y="752280"/>
                  </a:lnTo>
                  <a:lnTo>
                    <a:pt x="107431" y="711062"/>
                  </a:lnTo>
                  <a:lnTo>
                    <a:pt x="108246" y="752947"/>
                  </a:lnTo>
                  <a:lnTo>
                    <a:pt x="109060" y="736923"/>
                  </a:lnTo>
                  <a:lnTo>
                    <a:pt x="109875" y="655033"/>
                  </a:lnTo>
                  <a:lnTo>
                    <a:pt x="110690" y="612905"/>
                  </a:lnTo>
                  <a:lnTo>
                    <a:pt x="111505" y="534192"/>
                  </a:lnTo>
                  <a:lnTo>
                    <a:pt x="112320" y="489950"/>
                  </a:lnTo>
                  <a:lnTo>
                    <a:pt x="113134" y="350631"/>
                  </a:lnTo>
                  <a:lnTo>
                    <a:pt x="113949" y="175803"/>
                  </a:lnTo>
                  <a:lnTo>
                    <a:pt x="114764" y="122084"/>
                  </a:lnTo>
                  <a:lnTo>
                    <a:pt x="115579" y="182664"/>
                  </a:lnTo>
                  <a:lnTo>
                    <a:pt x="116394" y="289847"/>
                  </a:lnTo>
                  <a:lnTo>
                    <a:pt x="117208" y="368981"/>
                  </a:lnTo>
                  <a:lnTo>
                    <a:pt x="118023" y="465593"/>
                  </a:lnTo>
                  <a:lnTo>
                    <a:pt x="118838" y="528931"/>
                  </a:lnTo>
                  <a:lnTo>
                    <a:pt x="119653" y="522719"/>
                  </a:lnTo>
                  <a:lnTo>
                    <a:pt x="120467" y="401043"/>
                  </a:lnTo>
                  <a:lnTo>
                    <a:pt x="121282" y="237066"/>
                  </a:lnTo>
                  <a:lnTo>
                    <a:pt x="122097" y="107494"/>
                  </a:lnTo>
                  <a:lnTo>
                    <a:pt x="122912" y="0"/>
                  </a:lnTo>
                  <a:lnTo>
                    <a:pt x="123727" y="50236"/>
                  </a:lnTo>
                  <a:lnTo>
                    <a:pt x="124541" y="148787"/>
                  </a:lnTo>
                  <a:lnTo>
                    <a:pt x="125356" y="178873"/>
                  </a:lnTo>
                  <a:lnTo>
                    <a:pt x="126171" y="294373"/>
                  </a:lnTo>
                  <a:lnTo>
                    <a:pt x="126986" y="347162"/>
                  </a:lnTo>
                  <a:lnTo>
                    <a:pt x="127800" y="438978"/>
                  </a:lnTo>
                  <a:lnTo>
                    <a:pt x="128615" y="534146"/>
                  </a:lnTo>
                  <a:lnTo>
                    <a:pt x="129430" y="614464"/>
                  </a:lnTo>
                  <a:lnTo>
                    <a:pt x="130245" y="728300"/>
                  </a:lnTo>
                  <a:lnTo>
                    <a:pt x="131060" y="729733"/>
                  </a:lnTo>
                  <a:lnTo>
                    <a:pt x="131874" y="771801"/>
                  </a:lnTo>
                  <a:lnTo>
                    <a:pt x="132689" y="828574"/>
                  </a:lnTo>
                  <a:lnTo>
                    <a:pt x="133504" y="819979"/>
                  </a:lnTo>
                  <a:lnTo>
                    <a:pt x="134319" y="729963"/>
                  </a:lnTo>
                  <a:lnTo>
                    <a:pt x="135133" y="638072"/>
                  </a:lnTo>
                  <a:lnTo>
                    <a:pt x="135948" y="581361"/>
                  </a:lnTo>
                  <a:lnTo>
                    <a:pt x="136763" y="574889"/>
                  </a:lnTo>
                  <a:lnTo>
                    <a:pt x="137578" y="609487"/>
                  </a:lnTo>
                  <a:lnTo>
                    <a:pt x="138393" y="658458"/>
                  </a:lnTo>
                  <a:lnTo>
                    <a:pt x="139207" y="786061"/>
                  </a:lnTo>
                  <a:lnTo>
                    <a:pt x="140022" y="898340"/>
                  </a:lnTo>
                  <a:lnTo>
                    <a:pt x="140837" y="941716"/>
                  </a:lnTo>
                  <a:lnTo>
                    <a:pt x="141652" y="986986"/>
                  </a:lnTo>
                  <a:lnTo>
                    <a:pt x="142466" y="989259"/>
                  </a:lnTo>
                  <a:lnTo>
                    <a:pt x="143281" y="985123"/>
                  </a:lnTo>
                  <a:lnTo>
                    <a:pt x="144096" y="939750"/>
                  </a:lnTo>
                  <a:lnTo>
                    <a:pt x="144911" y="903585"/>
                  </a:lnTo>
                  <a:lnTo>
                    <a:pt x="145726" y="917996"/>
                  </a:lnTo>
                  <a:lnTo>
                    <a:pt x="146540" y="888476"/>
                  </a:lnTo>
                  <a:lnTo>
                    <a:pt x="147355" y="769659"/>
                  </a:lnTo>
                  <a:lnTo>
                    <a:pt x="148170" y="646236"/>
                  </a:lnTo>
                  <a:lnTo>
                    <a:pt x="148985" y="589509"/>
                  </a:lnTo>
                  <a:lnTo>
                    <a:pt x="149799" y="565388"/>
                  </a:lnTo>
                  <a:lnTo>
                    <a:pt x="150614" y="561494"/>
                  </a:lnTo>
                  <a:lnTo>
                    <a:pt x="151429" y="580545"/>
                  </a:lnTo>
                  <a:lnTo>
                    <a:pt x="152244" y="694381"/>
                  </a:lnTo>
                  <a:lnTo>
                    <a:pt x="153059" y="781911"/>
                  </a:lnTo>
                  <a:lnTo>
                    <a:pt x="153873" y="837061"/>
                  </a:lnTo>
                  <a:lnTo>
                    <a:pt x="154688" y="917373"/>
                  </a:lnTo>
                  <a:lnTo>
                    <a:pt x="155503" y="938594"/>
                  </a:lnTo>
                  <a:lnTo>
                    <a:pt x="156318" y="870841"/>
                  </a:lnTo>
                  <a:lnTo>
                    <a:pt x="157133" y="807322"/>
                  </a:lnTo>
                  <a:lnTo>
                    <a:pt x="157947" y="830812"/>
                  </a:lnTo>
                  <a:lnTo>
                    <a:pt x="158762" y="827094"/>
                  </a:lnTo>
                  <a:lnTo>
                    <a:pt x="159577" y="744997"/>
                  </a:lnTo>
                  <a:lnTo>
                    <a:pt x="160392" y="630521"/>
                  </a:lnTo>
                  <a:lnTo>
                    <a:pt x="161206" y="649088"/>
                  </a:lnTo>
                  <a:lnTo>
                    <a:pt x="162021" y="661384"/>
                  </a:lnTo>
                  <a:lnTo>
                    <a:pt x="162836" y="618895"/>
                  </a:lnTo>
                  <a:lnTo>
                    <a:pt x="163651" y="618896"/>
                  </a:lnTo>
                  <a:lnTo>
                    <a:pt x="164466" y="628175"/>
                  </a:lnTo>
                  <a:lnTo>
                    <a:pt x="165280" y="625779"/>
                  </a:lnTo>
                  <a:lnTo>
                    <a:pt x="166095" y="529964"/>
                  </a:lnTo>
                  <a:lnTo>
                    <a:pt x="166910" y="421176"/>
                  </a:lnTo>
                  <a:lnTo>
                    <a:pt x="167725" y="316483"/>
                  </a:lnTo>
                  <a:lnTo>
                    <a:pt x="168539" y="263740"/>
                  </a:lnTo>
                  <a:lnTo>
                    <a:pt x="169354" y="315819"/>
                  </a:lnTo>
                  <a:lnTo>
                    <a:pt x="170169" y="461333"/>
                  </a:lnTo>
                  <a:lnTo>
                    <a:pt x="170984" y="631850"/>
                  </a:lnTo>
                  <a:lnTo>
                    <a:pt x="171799" y="780074"/>
                  </a:lnTo>
                  <a:lnTo>
                    <a:pt x="172613" y="884354"/>
                  </a:lnTo>
                  <a:lnTo>
                    <a:pt x="173428" y="895389"/>
                  </a:lnTo>
                  <a:lnTo>
                    <a:pt x="174243" y="824557"/>
                  </a:lnTo>
                  <a:lnTo>
                    <a:pt x="175058" y="642560"/>
                  </a:lnTo>
                  <a:lnTo>
                    <a:pt x="175872" y="487552"/>
                  </a:lnTo>
                  <a:lnTo>
                    <a:pt x="176687" y="436134"/>
                  </a:lnTo>
                  <a:lnTo>
                    <a:pt x="177502" y="456831"/>
                  </a:lnTo>
                  <a:lnTo>
                    <a:pt x="178317" y="479739"/>
                  </a:lnTo>
                  <a:lnTo>
                    <a:pt x="179132" y="503114"/>
                  </a:lnTo>
                  <a:lnTo>
                    <a:pt x="179946" y="715561"/>
                  </a:lnTo>
                  <a:lnTo>
                    <a:pt x="180761" y="919242"/>
                  </a:lnTo>
                  <a:lnTo>
                    <a:pt x="181576" y="919125"/>
                  </a:lnTo>
                  <a:lnTo>
                    <a:pt x="182391" y="828124"/>
                  </a:lnTo>
                  <a:lnTo>
                    <a:pt x="183205" y="834296"/>
                  </a:lnTo>
                  <a:lnTo>
                    <a:pt x="184020" y="875847"/>
                  </a:lnTo>
                  <a:lnTo>
                    <a:pt x="184835" y="833531"/>
                  </a:lnTo>
                  <a:lnTo>
                    <a:pt x="185650" y="784859"/>
                  </a:lnTo>
                  <a:lnTo>
                    <a:pt x="186465" y="836395"/>
                  </a:lnTo>
                  <a:lnTo>
                    <a:pt x="187279" y="926109"/>
                  </a:lnTo>
                  <a:lnTo>
                    <a:pt x="188094" y="938741"/>
                  </a:lnTo>
                  <a:lnTo>
                    <a:pt x="188909" y="960668"/>
                  </a:lnTo>
                  <a:lnTo>
                    <a:pt x="189519" y="101524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7364881" y="1298486"/>
              <a:ext cx="459327" cy="1963990"/>
            </a:xfrm>
            <a:custGeom>
              <a:avLst/>
              <a:pathLst>
                <a:path w="459327" h="1963990">
                  <a:moveTo>
                    <a:pt x="0" y="1963990"/>
                  </a:moveTo>
                  <a:lnTo>
                    <a:pt x="794" y="1899239"/>
                  </a:lnTo>
                  <a:lnTo>
                    <a:pt x="1609" y="1749072"/>
                  </a:lnTo>
                  <a:lnTo>
                    <a:pt x="2424" y="1550766"/>
                  </a:lnTo>
                  <a:lnTo>
                    <a:pt x="3239" y="1365987"/>
                  </a:lnTo>
                  <a:lnTo>
                    <a:pt x="4053" y="1299728"/>
                  </a:lnTo>
                  <a:lnTo>
                    <a:pt x="4868" y="1281109"/>
                  </a:lnTo>
                  <a:lnTo>
                    <a:pt x="5683" y="1195567"/>
                  </a:lnTo>
                  <a:lnTo>
                    <a:pt x="6498" y="1243819"/>
                  </a:lnTo>
                  <a:lnTo>
                    <a:pt x="7312" y="1389541"/>
                  </a:lnTo>
                  <a:lnTo>
                    <a:pt x="8127" y="1511913"/>
                  </a:lnTo>
                  <a:lnTo>
                    <a:pt x="8942" y="1501578"/>
                  </a:lnTo>
                  <a:lnTo>
                    <a:pt x="9757" y="1462193"/>
                  </a:lnTo>
                  <a:lnTo>
                    <a:pt x="10572" y="1638896"/>
                  </a:lnTo>
                  <a:lnTo>
                    <a:pt x="11386" y="1676536"/>
                  </a:lnTo>
                  <a:lnTo>
                    <a:pt x="12201" y="1623613"/>
                  </a:lnTo>
                  <a:lnTo>
                    <a:pt x="13016" y="1630748"/>
                  </a:lnTo>
                  <a:lnTo>
                    <a:pt x="13831" y="1662157"/>
                  </a:lnTo>
                  <a:lnTo>
                    <a:pt x="14645" y="1716015"/>
                  </a:lnTo>
                  <a:lnTo>
                    <a:pt x="15460" y="1572721"/>
                  </a:lnTo>
                  <a:lnTo>
                    <a:pt x="16275" y="1447759"/>
                  </a:lnTo>
                  <a:lnTo>
                    <a:pt x="17090" y="1391514"/>
                  </a:lnTo>
                  <a:lnTo>
                    <a:pt x="17905" y="1293885"/>
                  </a:lnTo>
                  <a:lnTo>
                    <a:pt x="18719" y="1197360"/>
                  </a:lnTo>
                  <a:lnTo>
                    <a:pt x="19534" y="1130209"/>
                  </a:lnTo>
                  <a:lnTo>
                    <a:pt x="20349" y="1162667"/>
                  </a:lnTo>
                  <a:lnTo>
                    <a:pt x="21164" y="1199679"/>
                  </a:lnTo>
                  <a:lnTo>
                    <a:pt x="21978" y="1162060"/>
                  </a:lnTo>
                  <a:lnTo>
                    <a:pt x="22793" y="1080867"/>
                  </a:lnTo>
                  <a:lnTo>
                    <a:pt x="23608" y="1057400"/>
                  </a:lnTo>
                  <a:lnTo>
                    <a:pt x="24423" y="1075729"/>
                  </a:lnTo>
                  <a:lnTo>
                    <a:pt x="25238" y="1142529"/>
                  </a:lnTo>
                  <a:lnTo>
                    <a:pt x="26052" y="1294753"/>
                  </a:lnTo>
                  <a:lnTo>
                    <a:pt x="26867" y="1478103"/>
                  </a:lnTo>
                  <a:lnTo>
                    <a:pt x="27682" y="1651148"/>
                  </a:lnTo>
                  <a:lnTo>
                    <a:pt x="28497" y="1795736"/>
                  </a:lnTo>
                  <a:lnTo>
                    <a:pt x="29311" y="1885999"/>
                  </a:lnTo>
                  <a:lnTo>
                    <a:pt x="30126" y="1905260"/>
                  </a:lnTo>
                  <a:lnTo>
                    <a:pt x="30941" y="1838875"/>
                  </a:lnTo>
                  <a:lnTo>
                    <a:pt x="31756" y="1676141"/>
                  </a:lnTo>
                  <a:lnTo>
                    <a:pt x="32571" y="1506093"/>
                  </a:lnTo>
                  <a:lnTo>
                    <a:pt x="33385" y="1406408"/>
                  </a:lnTo>
                  <a:lnTo>
                    <a:pt x="34200" y="1290670"/>
                  </a:lnTo>
                  <a:lnTo>
                    <a:pt x="35015" y="1187207"/>
                  </a:lnTo>
                  <a:lnTo>
                    <a:pt x="35830" y="1111790"/>
                  </a:lnTo>
                  <a:lnTo>
                    <a:pt x="36644" y="1122573"/>
                  </a:lnTo>
                  <a:lnTo>
                    <a:pt x="37459" y="1194461"/>
                  </a:lnTo>
                  <a:lnTo>
                    <a:pt x="38274" y="1246371"/>
                  </a:lnTo>
                  <a:lnTo>
                    <a:pt x="39089" y="1362109"/>
                  </a:lnTo>
                  <a:lnTo>
                    <a:pt x="39904" y="1465573"/>
                  </a:lnTo>
                  <a:lnTo>
                    <a:pt x="40718" y="1607374"/>
                  </a:lnTo>
                  <a:lnTo>
                    <a:pt x="41533" y="1759325"/>
                  </a:lnTo>
                  <a:lnTo>
                    <a:pt x="42348" y="1796588"/>
                  </a:lnTo>
                  <a:lnTo>
                    <a:pt x="43163" y="1679632"/>
                  </a:lnTo>
                  <a:lnTo>
                    <a:pt x="43978" y="1512520"/>
                  </a:lnTo>
                  <a:lnTo>
                    <a:pt x="44792" y="1399448"/>
                  </a:lnTo>
                  <a:lnTo>
                    <a:pt x="45607" y="1276087"/>
                  </a:lnTo>
                  <a:lnTo>
                    <a:pt x="46422" y="1178084"/>
                  </a:lnTo>
                  <a:lnTo>
                    <a:pt x="47237" y="1068174"/>
                  </a:lnTo>
                  <a:lnTo>
                    <a:pt x="48051" y="1069902"/>
                  </a:lnTo>
                  <a:lnTo>
                    <a:pt x="48866" y="1166932"/>
                  </a:lnTo>
                  <a:lnTo>
                    <a:pt x="49681" y="1207099"/>
                  </a:lnTo>
                  <a:lnTo>
                    <a:pt x="50496" y="1199801"/>
                  </a:lnTo>
                  <a:lnTo>
                    <a:pt x="51311" y="1057634"/>
                  </a:lnTo>
                  <a:lnTo>
                    <a:pt x="52125" y="1017983"/>
                  </a:lnTo>
                  <a:lnTo>
                    <a:pt x="52940" y="1062306"/>
                  </a:lnTo>
                  <a:lnTo>
                    <a:pt x="53755" y="954075"/>
                  </a:lnTo>
                  <a:lnTo>
                    <a:pt x="54570" y="830978"/>
                  </a:lnTo>
                  <a:lnTo>
                    <a:pt x="55384" y="732036"/>
                  </a:lnTo>
                  <a:lnTo>
                    <a:pt x="56199" y="690216"/>
                  </a:lnTo>
                  <a:lnTo>
                    <a:pt x="57014" y="618886"/>
                  </a:lnTo>
                  <a:lnTo>
                    <a:pt x="57829" y="518161"/>
                  </a:lnTo>
                  <a:lnTo>
                    <a:pt x="58644" y="524580"/>
                  </a:lnTo>
                  <a:lnTo>
                    <a:pt x="59458" y="587567"/>
                  </a:lnTo>
                  <a:lnTo>
                    <a:pt x="60273" y="697402"/>
                  </a:lnTo>
                  <a:lnTo>
                    <a:pt x="61088" y="813612"/>
                  </a:lnTo>
                  <a:lnTo>
                    <a:pt x="61903" y="876565"/>
                  </a:lnTo>
                  <a:lnTo>
                    <a:pt x="62717" y="979125"/>
                  </a:lnTo>
                  <a:lnTo>
                    <a:pt x="63532" y="1091994"/>
                  </a:lnTo>
                  <a:lnTo>
                    <a:pt x="64347" y="1218838"/>
                  </a:lnTo>
                  <a:lnTo>
                    <a:pt x="65162" y="1341610"/>
                  </a:lnTo>
                  <a:lnTo>
                    <a:pt x="65977" y="1492610"/>
                  </a:lnTo>
                  <a:lnTo>
                    <a:pt x="66791" y="1535407"/>
                  </a:lnTo>
                  <a:lnTo>
                    <a:pt x="67606" y="1435502"/>
                  </a:lnTo>
                  <a:lnTo>
                    <a:pt x="68421" y="1229845"/>
                  </a:lnTo>
                  <a:lnTo>
                    <a:pt x="69236" y="974874"/>
                  </a:lnTo>
                  <a:lnTo>
                    <a:pt x="70050" y="738684"/>
                  </a:lnTo>
                  <a:lnTo>
                    <a:pt x="70865" y="567832"/>
                  </a:lnTo>
                  <a:lnTo>
                    <a:pt x="71680" y="599086"/>
                  </a:lnTo>
                  <a:lnTo>
                    <a:pt x="72495" y="684923"/>
                  </a:lnTo>
                  <a:lnTo>
                    <a:pt x="73310" y="810729"/>
                  </a:lnTo>
                  <a:lnTo>
                    <a:pt x="74124" y="915261"/>
                  </a:lnTo>
                  <a:lnTo>
                    <a:pt x="74939" y="935066"/>
                  </a:lnTo>
                  <a:lnTo>
                    <a:pt x="75754" y="998061"/>
                  </a:lnTo>
                  <a:lnTo>
                    <a:pt x="76569" y="1083715"/>
                  </a:lnTo>
                  <a:lnTo>
                    <a:pt x="77383" y="1139862"/>
                  </a:lnTo>
                  <a:lnTo>
                    <a:pt x="78198" y="1110241"/>
                  </a:lnTo>
                  <a:lnTo>
                    <a:pt x="79013" y="1026506"/>
                  </a:lnTo>
                  <a:lnTo>
                    <a:pt x="79828" y="1086252"/>
                  </a:lnTo>
                  <a:lnTo>
                    <a:pt x="80643" y="978709"/>
                  </a:lnTo>
                  <a:lnTo>
                    <a:pt x="81457" y="671095"/>
                  </a:lnTo>
                  <a:lnTo>
                    <a:pt x="82272" y="363455"/>
                  </a:lnTo>
                  <a:lnTo>
                    <a:pt x="83087" y="207596"/>
                  </a:lnTo>
                  <a:lnTo>
                    <a:pt x="83902" y="208075"/>
                  </a:lnTo>
                  <a:lnTo>
                    <a:pt x="84717" y="103505"/>
                  </a:lnTo>
                  <a:lnTo>
                    <a:pt x="85531" y="0"/>
                  </a:lnTo>
                  <a:lnTo>
                    <a:pt x="86346" y="13607"/>
                  </a:lnTo>
                  <a:lnTo>
                    <a:pt x="87161" y="66571"/>
                  </a:lnTo>
                  <a:lnTo>
                    <a:pt x="87976" y="105210"/>
                  </a:lnTo>
                  <a:lnTo>
                    <a:pt x="88790" y="165030"/>
                  </a:lnTo>
                  <a:lnTo>
                    <a:pt x="89605" y="233359"/>
                  </a:lnTo>
                  <a:lnTo>
                    <a:pt x="90420" y="329935"/>
                  </a:lnTo>
                  <a:lnTo>
                    <a:pt x="91235" y="336967"/>
                  </a:lnTo>
                  <a:lnTo>
                    <a:pt x="92050" y="337847"/>
                  </a:lnTo>
                  <a:lnTo>
                    <a:pt x="92864" y="486309"/>
                  </a:lnTo>
                  <a:lnTo>
                    <a:pt x="93679" y="542410"/>
                  </a:lnTo>
                  <a:lnTo>
                    <a:pt x="94494" y="498113"/>
                  </a:lnTo>
                  <a:lnTo>
                    <a:pt x="95309" y="528108"/>
                  </a:lnTo>
                  <a:lnTo>
                    <a:pt x="96123" y="739077"/>
                  </a:lnTo>
                  <a:lnTo>
                    <a:pt x="96938" y="830737"/>
                  </a:lnTo>
                  <a:lnTo>
                    <a:pt x="97753" y="694214"/>
                  </a:lnTo>
                  <a:lnTo>
                    <a:pt x="98568" y="668034"/>
                  </a:lnTo>
                  <a:lnTo>
                    <a:pt x="99383" y="807958"/>
                  </a:lnTo>
                  <a:lnTo>
                    <a:pt x="100197" y="924911"/>
                  </a:lnTo>
                  <a:lnTo>
                    <a:pt x="101012" y="867235"/>
                  </a:lnTo>
                  <a:lnTo>
                    <a:pt x="101827" y="906783"/>
                  </a:lnTo>
                  <a:lnTo>
                    <a:pt x="102642" y="999345"/>
                  </a:lnTo>
                  <a:lnTo>
                    <a:pt x="103456" y="1003412"/>
                  </a:lnTo>
                  <a:lnTo>
                    <a:pt x="104271" y="973483"/>
                  </a:lnTo>
                  <a:lnTo>
                    <a:pt x="105086" y="940088"/>
                  </a:lnTo>
                  <a:lnTo>
                    <a:pt x="105901" y="945467"/>
                  </a:lnTo>
                  <a:lnTo>
                    <a:pt x="106716" y="999173"/>
                  </a:lnTo>
                  <a:lnTo>
                    <a:pt x="107530" y="1082484"/>
                  </a:lnTo>
                  <a:lnTo>
                    <a:pt x="108345" y="1089564"/>
                  </a:lnTo>
                  <a:lnTo>
                    <a:pt x="109160" y="1110882"/>
                  </a:lnTo>
                  <a:lnTo>
                    <a:pt x="109975" y="1170403"/>
                  </a:lnTo>
                  <a:lnTo>
                    <a:pt x="110789" y="1330177"/>
                  </a:lnTo>
                  <a:lnTo>
                    <a:pt x="111604" y="1476425"/>
                  </a:lnTo>
                  <a:lnTo>
                    <a:pt x="112419" y="1552590"/>
                  </a:lnTo>
                  <a:lnTo>
                    <a:pt x="113234" y="1567172"/>
                  </a:lnTo>
                  <a:lnTo>
                    <a:pt x="114049" y="1480122"/>
                  </a:lnTo>
                  <a:lnTo>
                    <a:pt x="114863" y="1452784"/>
                  </a:lnTo>
                  <a:lnTo>
                    <a:pt x="115678" y="1400469"/>
                  </a:lnTo>
                  <a:lnTo>
                    <a:pt x="116493" y="1196327"/>
                  </a:lnTo>
                  <a:lnTo>
                    <a:pt x="117308" y="990353"/>
                  </a:lnTo>
                  <a:lnTo>
                    <a:pt x="118122" y="898543"/>
                  </a:lnTo>
                  <a:lnTo>
                    <a:pt x="118937" y="902573"/>
                  </a:lnTo>
                  <a:lnTo>
                    <a:pt x="119752" y="783432"/>
                  </a:lnTo>
                  <a:lnTo>
                    <a:pt x="120567" y="678917"/>
                  </a:lnTo>
                  <a:lnTo>
                    <a:pt x="121382" y="750325"/>
                  </a:lnTo>
                  <a:lnTo>
                    <a:pt x="122196" y="829758"/>
                  </a:lnTo>
                  <a:lnTo>
                    <a:pt x="123011" y="764607"/>
                  </a:lnTo>
                  <a:lnTo>
                    <a:pt x="123826" y="645672"/>
                  </a:lnTo>
                  <a:lnTo>
                    <a:pt x="124641" y="618715"/>
                  </a:lnTo>
                  <a:lnTo>
                    <a:pt x="125456" y="519490"/>
                  </a:lnTo>
                  <a:lnTo>
                    <a:pt x="126270" y="465218"/>
                  </a:lnTo>
                  <a:lnTo>
                    <a:pt x="127085" y="507853"/>
                  </a:lnTo>
                  <a:lnTo>
                    <a:pt x="127900" y="672455"/>
                  </a:lnTo>
                  <a:lnTo>
                    <a:pt x="128715" y="836303"/>
                  </a:lnTo>
                  <a:lnTo>
                    <a:pt x="129529" y="848989"/>
                  </a:lnTo>
                  <a:lnTo>
                    <a:pt x="130344" y="930493"/>
                  </a:lnTo>
                  <a:lnTo>
                    <a:pt x="131159" y="1030485"/>
                  </a:lnTo>
                  <a:lnTo>
                    <a:pt x="131974" y="1002133"/>
                  </a:lnTo>
                  <a:lnTo>
                    <a:pt x="132789" y="837448"/>
                  </a:lnTo>
                  <a:lnTo>
                    <a:pt x="133603" y="799965"/>
                  </a:lnTo>
                  <a:lnTo>
                    <a:pt x="134418" y="961899"/>
                  </a:lnTo>
                  <a:lnTo>
                    <a:pt x="135233" y="1031159"/>
                  </a:lnTo>
                  <a:lnTo>
                    <a:pt x="136048" y="920124"/>
                  </a:lnTo>
                  <a:lnTo>
                    <a:pt x="136862" y="877693"/>
                  </a:lnTo>
                  <a:lnTo>
                    <a:pt x="137677" y="1080350"/>
                  </a:lnTo>
                  <a:lnTo>
                    <a:pt x="138492" y="1234727"/>
                  </a:lnTo>
                  <a:lnTo>
                    <a:pt x="139307" y="1245918"/>
                  </a:lnTo>
                  <a:lnTo>
                    <a:pt x="140122" y="1276240"/>
                  </a:lnTo>
                  <a:lnTo>
                    <a:pt x="140936" y="1277550"/>
                  </a:lnTo>
                  <a:lnTo>
                    <a:pt x="141751" y="1333988"/>
                  </a:lnTo>
                  <a:lnTo>
                    <a:pt x="142566" y="1289107"/>
                  </a:lnTo>
                  <a:lnTo>
                    <a:pt x="143381" y="1121645"/>
                  </a:lnTo>
                  <a:lnTo>
                    <a:pt x="144195" y="1023819"/>
                  </a:lnTo>
                  <a:lnTo>
                    <a:pt x="145010" y="978277"/>
                  </a:lnTo>
                  <a:lnTo>
                    <a:pt x="145825" y="940326"/>
                  </a:lnTo>
                  <a:lnTo>
                    <a:pt x="146640" y="835092"/>
                  </a:lnTo>
                  <a:lnTo>
                    <a:pt x="147455" y="681925"/>
                  </a:lnTo>
                  <a:lnTo>
                    <a:pt x="148269" y="738075"/>
                  </a:lnTo>
                  <a:lnTo>
                    <a:pt x="149084" y="771640"/>
                  </a:lnTo>
                  <a:lnTo>
                    <a:pt x="149899" y="781318"/>
                  </a:lnTo>
                  <a:lnTo>
                    <a:pt x="150714" y="934889"/>
                  </a:lnTo>
                  <a:lnTo>
                    <a:pt x="151528" y="1132538"/>
                  </a:lnTo>
                  <a:lnTo>
                    <a:pt x="152343" y="1328884"/>
                  </a:lnTo>
                  <a:lnTo>
                    <a:pt x="153158" y="1362059"/>
                  </a:lnTo>
                  <a:lnTo>
                    <a:pt x="153973" y="1406833"/>
                  </a:lnTo>
                  <a:lnTo>
                    <a:pt x="154788" y="1452917"/>
                  </a:lnTo>
                  <a:lnTo>
                    <a:pt x="155602" y="1430744"/>
                  </a:lnTo>
                  <a:lnTo>
                    <a:pt x="156417" y="1410243"/>
                  </a:lnTo>
                  <a:lnTo>
                    <a:pt x="157232" y="1499489"/>
                  </a:lnTo>
                  <a:lnTo>
                    <a:pt x="158047" y="1609741"/>
                  </a:lnTo>
                  <a:lnTo>
                    <a:pt x="158862" y="1601960"/>
                  </a:lnTo>
                  <a:lnTo>
                    <a:pt x="159676" y="1489880"/>
                  </a:lnTo>
                  <a:lnTo>
                    <a:pt x="160491" y="1372490"/>
                  </a:lnTo>
                  <a:lnTo>
                    <a:pt x="161306" y="1298947"/>
                  </a:lnTo>
                  <a:lnTo>
                    <a:pt x="162121" y="1212355"/>
                  </a:lnTo>
                  <a:lnTo>
                    <a:pt x="162935" y="1144213"/>
                  </a:lnTo>
                  <a:lnTo>
                    <a:pt x="163750" y="1130754"/>
                  </a:lnTo>
                  <a:lnTo>
                    <a:pt x="164565" y="1242893"/>
                  </a:lnTo>
                  <a:lnTo>
                    <a:pt x="165380" y="1334519"/>
                  </a:lnTo>
                  <a:lnTo>
                    <a:pt x="166195" y="1342890"/>
                  </a:lnTo>
                  <a:lnTo>
                    <a:pt x="167009" y="1283093"/>
                  </a:lnTo>
                  <a:lnTo>
                    <a:pt x="167824" y="1214681"/>
                  </a:lnTo>
                  <a:lnTo>
                    <a:pt x="168639" y="1207618"/>
                  </a:lnTo>
                  <a:lnTo>
                    <a:pt x="169454" y="1253353"/>
                  </a:lnTo>
                  <a:lnTo>
                    <a:pt x="170268" y="1285179"/>
                  </a:lnTo>
                  <a:lnTo>
                    <a:pt x="171083" y="1276907"/>
                  </a:lnTo>
                  <a:lnTo>
                    <a:pt x="171898" y="1272696"/>
                  </a:lnTo>
                  <a:lnTo>
                    <a:pt x="172713" y="1256249"/>
                  </a:lnTo>
                  <a:lnTo>
                    <a:pt x="173528" y="1284060"/>
                  </a:lnTo>
                  <a:lnTo>
                    <a:pt x="174342" y="1234919"/>
                  </a:lnTo>
                  <a:lnTo>
                    <a:pt x="175157" y="1199006"/>
                  </a:lnTo>
                  <a:lnTo>
                    <a:pt x="175972" y="1259635"/>
                  </a:lnTo>
                  <a:lnTo>
                    <a:pt x="176787" y="1392850"/>
                  </a:lnTo>
                  <a:lnTo>
                    <a:pt x="177601" y="1537813"/>
                  </a:lnTo>
                  <a:lnTo>
                    <a:pt x="178416" y="1609462"/>
                  </a:lnTo>
                  <a:lnTo>
                    <a:pt x="179231" y="1682867"/>
                  </a:lnTo>
                  <a:lnTo>
                    <a:pt x="180046" y="1666417"/>
                  </a:lnTo>
                  <a:lnTo>
                    <a:pt x="180861" y="1484341"/>
                  </a:lnTo>
                  <a:lnTo>
                    <a:pt x="181675" y="1259047"/>
                  </a:lnTo>
                  <a:lnTo>
                    <a:pt x="182490" y="1123215"/>
                  </a:lnTo>
                  <a:lnTo>
                    <a:pt x="183305" y="1112989"/>
                  </a:lnTo>
                  <a:lnTo>
                    <a:pt x="184120" y="1135336"/>
                  </a:lnTo>
                  <a:lnTo>
                    <a:pt x="184934" y="1217629"/>
                  </a:lnTo>
                  <a:lnTo>
                    <a:pt x="185749" y="1245174"/>
                  </a:lnTo>
                  <a:lnTo>
                    <a:pt x="186564" y="1181551"/>
                  </a:lnTo>
                  <a:lnTo>
                    <a:pt x="187379" y="1126805"/>
                  </a:lnTo>
                  <a:lnTo>
                    <a:pt x="188194" y="1025296"/>
                  </a:lnTo>
                  <a:lnTo>
                    <a:pt x="189008" y="981127"/>
                  </a:lnTo>
                  <a:lnTo>
                    <a:pt x="189823" y="953180"/>
                  </a:lnTo>
                  <a:lnTo>
                    <a:pt x="190638" y="1040844"/>
                  </a:lnTo>
                  <a:lnTo>
                    <a:pt x="191453" y="1275838"/>
                  </a:lnTo>
                  <a:lnTo>
                    <a:pt x="192267" y="1466416"/>
                  </a:lnTo>
                  <a:lnTo>
                    <a:pt x="193082" y="1578150"/>
                  </a:lnTo>
                  <a:lnTo>
                    <a:pt x="193897" y="1622319"/>
                  </a:lnTo>
                  <a:lnTo>
                    <a:pt x="194712" y="1678923"/>
                  </a:lnTo>
                  <a:lnTo>
                    <a:pt x="195527" y="1756580"/>
                  </a:lnTo>
                  <a:lnTo>
                    <a:pt x="196341" y="1699003"/>
                  </a:lnTo>
                  <a:lnTo>
                    <a:pt x="197156" y="1503698"/>
                  </a:lnTo>
                  <a:lnTo>
                    <a:pt x="197971" y="1338397"/>
                  </a:lnTo>
                  <a:lnTo>
                    <a:pt x="198786" y="1179365"/>
                  </a:lnTo>
                  <a:lnTo>
                    <a:pt x="199601" y="1110483"/>
                  </a:lnTo>
                  <a:lnTo>
                    <a:pt x="200415" y="1067314"/>
                  </a:lnTo>
                  <a:lnTo>
                    <a:pt x="201230" y="1039059"/>
                  </a:lnTo>
                  <a:lnTo>
                    <a:pt x="202045" y="1166026"/>
                  </a:lnTo>
                  <a:lnTo>
                    <a:pt x="202860" y="1235112"/>
                  </a:lnTo>
                  <a:lnTo>
                    <a:pt x="203674" y="1222488"/>
                  </a:lnTo>
                  <a:lnTo>
                    <a:pt x="204489" y="1204728"/>
                  </a:lnTo>
                  <a:lnTo>
                    <a:pt x="205304" y="1134576"/>
                  </a:lnTo>
                  <a:lnTo>
                    <a:pt x="206119" y="1068772"/>
                  </a:lnTo>
                  <a:lnTo>
                    <a:pt x="206934" y="1038968"/>
                  </a:lnTo>
                  <a:lnTo>
                    <a:pt x="207748" y="1108203"/>
                  </a:lnTo>
                  <a:lnTo>
                    <a:pt x="208563" y="1214999"/>
                  </a:lnTo>
                  <a:lnTo>
                    <a:pt x="209378" y="1233381"/>
                  </a:lnTo>
                  <a:lnTo>
                    <a:pt x="210193" y="1275719"/>
                  </a:lnTo>
                  <a:lnTo>
                    <a:pt x="211007" y="1430217"/>
                  </a:lnTo>
                  <a:lnTo>
                    <a:pt x="211822" y="1550427"/>
                  </a:lnTo>
                  <a:lnTo>
                    <a:pt x="212637" y="1603337"/>
                  </a:lnTo>
                  <a:lnTo>
                    <a:pt x="213452" y="1637977"/>
                  </a:lnTo>
                  <a:lnTo>
                    <a:pt x="214267" y="1703445"/>
                  </a:lnTo>
                  <a:lnTo>
                    <a:pt x="215081" y="1783290"/>
                  </a:lnTo>
                  <a:lnTo>
                    <a:pt x="215896" y="1729255"/>
                  </a:lnTo>
                  <a:lnTo>
                    <a:pt x="216711" y="1539489"/>
                  </a:lnTo>
                  <a:lnTo>
                    <a:pt x="217526" y="1359191"/>
                  </a:lnTo>
                  <a:lnTo>
                    <a:pt x="218340" y="1255577"/>
                  </a:lnTo>
                  <a:lnTo>
                    <a:pt x="219155" y="1221255"/>
                  </a:lnTo>
                  <a:lnTo>
                    <a:pt x="219970" y="1251915"/>
                  </a:lnTo>
                  <a:lnTo>
                    <a:pt x="220785" y="1365637"/>
                  </a:lnTo>
                  <a:lnTo>
                    <a:pt x="221600" y="1533335"/>
                  </a:lnTo>
                  <a:lnTo>
                    <a:pt x="222414" y="1687703"/>
                  </a:lnTo>
                  <a:lnTo>
                    <a:pt x="223229" y="1805184"/>
                  </a:lnTo>
                  <a:lnTo>
                    <a:pt x="224044" y="1800524"/>
                  </a:lnTo>
                  <a:lnTo>
                    <a:pt x="224859" y="1735337"/>
                  </a:lnTo>
                  <a:lnTo>
                    <a:pt x="225673" y="1702169"/>
                  </a:lnTo>
                  <a:lnTo>
                    <a:pt x="226488" y="1610919"/>
                  </a:lnTo>
                  <a:lnTo>
                    <a:pt x="227303" y="1505230"/>
                  </a:lnTo>
                  <a:lnTo>
                    <a:pt x="228118" y="1425483"/>
                  </a:lnTo>
                  <a:lnTo>
                    <a:pt x="228933" y="1394431"/>
                  </a:lnTo>
                  <a:lnTo>
                    <a:pt x="229747" y="1343222"/>
                  </a:lnTo>
                  <a:lnTo>
                    <a:pt x="230562" y="1278595"/>
                  </a:lnTo>
                  <a:lnTo>
                    <a:pt x="231377" y="1239827"/>
                  </a:lnTo>
                  <a:lnTo>
                    <a:pt x="232192" y="1201758"/>
                  </a:lnTo>
                  <a:lnTo>
                    <a:pt x="233006" y="1228016"/>
                  </a:lnTo>
                  <a:lnTo>
                    <a:pt x="233821" y="1334732"/>
                  </a:lnTo>
                  <a:lnTo>
                    <a:pt x="234636" y="1408919"/>
                  </a:lnTo>
                  <a:lnTo>
                    <a:pt x="235451" y="1310734"/>
                  </a:lnTo>
                  <a:lnTo>
                    <a:pt x="236266" y="1190875"/>
                  </a:lnTo>
                  <a:lnTo>
                    <a:pt x="237080" y="1160933"/>
                  </a:lnTo>
                  <a:lnTo>
                    <a:pt x="237895" y="1111148"/>
                  </a:lnTo>
                  <a:lnTo>
                    <a:pt x="238710" y="980558"/>
                  </a:lnTo>
                  <a:lnTo>
                    <a:pt x="239525" y="860008"/>
                  </a:lnTo>
                  <a:lnTo>
                    <a:pt x="240340" y="874956"/>
                  </a:lnTo>
                  <a:lnTo>
                    <a:pt x="241154" y="919697"/>
                  </a:lnTo>
                  <a:lnTo>
                    <a:pt x="241969" y="920717"/>
                  </a:lnTo>
                  <a:lnTo>
                    <a:pt x="242784" y="897259"/>
                  </a:lnTo>
                  <a:lnTo>
                    <a:pt x="243599" y="849031"/>
                  </a:lnTo>
                  <a:lnTo>
                    <a:pt x="244413" y="817087"/>
                  </a:lnTo>
                  <a:lnTo>
                    <a:pt x="245228" y="893449"/>
                  </a:lnTo>
                  <a:lnTo>
                    <a:pt x="246043" y="1013150"/>
                  </a:lnTo>
                  <a:lnTo>
                    <a:pt x="246858" y="1093688"/>
                  </a:lnTo>
                  <a:lnTo>
                    <a:pt x="247673" y="1182293"/>
                  </a:lnTo>
                  <a:lnTo>
                    <a:pt x="248487" y="1265321"/>
                  </a:lnTo>
                  <a:lnTo>
                    <a:pt x="249302" y="1332315"/>
                  </a:lnTo>
                  <a:lnTo>
                    <a:pt x="250117" y="1345980"/>
                  </a:lnTo>
                  <a:lnTo>
                    <a:pt x="250932" y="1318395"/>
                  </a:lnTo>
                  <a:lnTo>
                    <a:pt x="251746" y="1314746"/>
                  </a:lnTo>
                  <a:lnTo>
                    <a:pt x="252561" y="1262303"/>
                  </a:lnTo>
                  <a:lnTo>
                    <a:pt x="253376" y="1211152"/>
                  </a:lnTo>
                  <a:lnTo>
                    <a:pt x="254191" y="1214029"/>
                  </a:lnTo>
                  <a:lnTo>
                    <a:pt x="255006" y="1221043"/>
                  </a:lnTo>
                  <a:lnTo>
                    <a:pt x="255820" y="1277703"/>
                  </a:lnTo>
                  <a:lnTo>
                    <a:pt x="256635" y="1313380"/>
                  </a:lnTo>
                  <a:lnTo>
                    <a:pt x="257450" y="1294692"/>
                  </a:lnTo>
                  <a:lnTo>
                    <a:pt x="258265" y="1337792"/>
                  </a:lnTo>
                  <a:lnTo>
                    <a:pt x="259079" y="1337703"/>
                  </a:lnTo>
                  <a:lnTo>
                    <a:pt x="259894" y="1275980"/>
                  </a:lnTo>
                  <a:lnTo>
                    <a:pt x="260709" y="1263109"/>
                  </a:lnTo>
                  <a:lnTo>
                    <a:pt x="261524" y="1315505"/>
                  </a:lnTo>
                  <a:lnTo>
                    <a:pt x="262339" y="1416466"/>
                  </a:lnTo>
                  <a:lnTo>
                    <a:pt x="263153" y="1471981"/>
                  </a:lnTo>
                  <a:lnTo>
                    <a:pt x="263968" y="1580542"/>
                  </a:lnTo>
                  <a:lnTo>
                    <a:pt x="264783" y="1687490"/>
                  </a:lnTo>
                  <a:lnTo>
                    <a:pt x="265598" y="1653143"/>
                  </a:lnTo>
                  <a:lnTo>
                    <a:pt x="266412" y="1536867"/>
                  </a:lnTo>
                  <a:lnTo>
                    <a:pt x="267227" y="1505085"/>
                  </a:lnTo>
                  <a:lnTo>
                    <a:pt x="268042" y="1523263"/>
                  </a:lnTo>
                  <a:lnTo>
                    <a:pt x="268857" y="1522878"/>
                  </a:lnTo>
                  <a:lnTo>
                    <a:pt x="269672" y="1602852"/>
                  </a:lnTo>
                  <a:lnTo>
                    <a:pt x="270486" y="1706429"/>
                  </a:lnTo>
                  <a:lnTo>
                    <a:pt x="271301" y="1821636"/>
                  </a:lnTo>
                  <a:lnTo>
                    <a:pt x="272116" y="1823824"/>
                  </a:lnTo>
                  <a:lnTo>
                    <a:pt x="272931" y="1825961"/>
                  </a:lnTo>
                  <a:lnTo>
                    <a:pt x="273745" y="1820914"/>
                  </a:lnTo>
                  <a:lnTo>
                    <a:pt x="274560" y="1729895"/>
                  </a:lnTo>
                  <a:lnTo>
                    <a:pt x="275375" y="1666092"/>
                  </a:lnTo>
                  <a:lnTo>
                    <a:pt x="276190" y="1686990"/>
                  </a:lnTo>
                  <a:lnTo>
                    <a:pt x="277005" y="1756425"/>
                  </a:lnTo>
                  <a:lnTo>
                    <a:pt x="277819" y="1786592"/>
                  </a:lnTo>
                  <a:lnTo>
                    <a:pt x="278634" y="1817592"/>
                  </a:lnTo>
                  <a:lnTo>
                    <a:pt x="279449" y="1801595"/>
                  </a:lnTo>
                  <a:lnTo>
                    <a:pt x="280264" y="1782071"/>
                  </a:lnTo>
                  <a:lnTo>
                    <a:pt x="281079" y="1747019"/>
                  </a:lnTo>
                  <a:lnTo>
                    <a:pt x="281893" y="1731828"/>
                  </a:lnTo>
                  <a:lnTo>
                    <a:pt x="282708" y="1681721"/>
                  </a:lnTo>
                  <a:lnTo>
                    <a:pt x="283523" y="1642020"/>
                  </a:lnTo>
                  <a:lnTo>
                    <a:pt x="284338" y="1707832"/>
                  </a:lnTo>
                  <a:lnTo>
                    <a:pt x="285152" y="1782849"/>
                  </a:lnTo>
                  <a:lnTo>
                    <a:pt x="285967" y="1760634"/>
                  </a:lnTo>
                  <a:lnTo>
                    <a:pt x="286782" y="1717715"/>
                  </a:lnTo>
                  <a:lnTo>
                    <a:pt x="287597" y="1691268"/>
                  </a:lnTo>
                  <a:lnTo>
                    <a:pt x="288412" y="1650086"/>
                  </a:lnTo>
                  <a:lnTo>
                    <a:pt x="289226" y="1615015"/>
                  </a:lnTo>
                  <a:lnTo>
                    <a:pt x="290041" y="1578030"/>
                  </a:lnTo>
                  <a:lnTo>
                    <a:pt x="290856" y="1556712"/>
                  </a:lnTo>
                  <a:lnTo>
                    <a:pt x="291671" y="1534569"/>
                  </a:lnTo>
                  <a:lnTo>
                    <a:pt x="292485" y="1615927"/>
                  </a:lnTo>
                  <a:lnTo>
                    <a:pt x="293300" y="1729574"/>
                  </a:lnTo>
                  <a:lnTo>
                    <a:pt x="294115" y="1765319"/>
                  </a:lnTo>
                  <a:lnTo>
                    <a:pt x="294930" y="1803429"/>
                  </a:lnTo>
                  <a:lnTo>
                    <a:pt x="295745" y="1818084"/>
                  </a:lnTo>
                  <a:lnTo>
                    <a:pt x="296559" y="1783104"/>
                  </a:lnTo>
                  <a:lnTo>
                    <a:pt x="297374" y="1676680"/>
                  </a:lnTo>
                  <a:lnTo>
                    <a:pt x="298189" y="1567596"/>
                  </a:lnTo>
                  <a:lnTo>
                    <a:pt x="299004" y="1536190"/>
                  </a:lnTo>
                  <a:lnTo>
                    <a:pt x="299818" y="1550132"/>
                  </a:lnTo>
                  <a:lnTo>
                    <a:pt x="300633" y="1438980"/>
                  </a:lnTo>
                  <a:lnTo>
                    <a:pt x="301448" y="1302049"/>
                  </a:lnTo>
                  <a:lnTo>
                    <a:pt x="302263" y="1151445"/>
                  </a:lnTo>
                  <a:lnTo>
                    <a:pt x="303078" y="1053900"/>
                  </a:lnTo>
                  <a:lnTo>
                    <a:pt x="303892" y="925370"/>
                  </a:lnTo>
                  <a:lnTo>
                    <a:pt x="304707" y="827918"/>
                  </a:lnTo>
                  <a:lnTo>
                    <a:pt x="305522" y="874521"/>
                  </a:lnTo>
                  <a:lnTo>
                    <a:pt x="306337" y="985872"/>
                  </a:lnTo>
                  <a:lnTo>
                    <a:pt x="307151" y="1088524"/>
                  </a:lnTo>
                  <a:lnTo>
                    <a:pt x="307966" y="1170438"/>
                  </a:lnTo>
                  <a:lnTo>
                    <a:pt x="308781" y="1244540"/>
                  </a:lnTo>
                  <a:lnTo>
                    <a:pt x="309596" y="1284043"/>
                  </a:lnTo>
                  <a:lnTo>
                    <a:pt x="310411" y="1356399"/>
                  </a:lnTo>
                  <a:lnTo>
                    <a:pt x="311225" y="1439116"/>
                  </a:lnTo>
                  <a:lnTo>
                    <a:pt x="312040" y="1511401"/>
                  </a:lnTo>
                  <a:lnTo>
                    <a:pt x="312855" y="1506401"/>
                  </a:lnTo>
                  <a:lnTo>
                    <a:pt x="313670" y="1548566"/>
                  </a:lnTo>
                  <a:lnTo>
                    <a:pt x="314484" y="1547343"/>
                  </a:lnTo>
                  <a:lnTo>
                    <a:pt x="315299" y="1562099"/>
                  </a:lnTo>
                  <a:lnTo>
                    <a:pt x="316114" y="1605002"/>
                  </a:lnTo>
                  <a:lnTo>
                    <a:pt x="316929" y="1665255"/>
                  </a:lnTo>
                  <a:lnTo>
                    <a:pt x="317744" y="1628930"/>
                  </a:lnTo>
                  <a:lnTo>
                    <a:pt x="318558" y="1570705"/>
                  </a:lnTo>
                  <a:lnTo>
                    <a:pt x="319373" y="1578184"/>
                  </a:lnTo>
                  <a:lnTo>
                    <a:pt x="320188" y="1567207"/>
                  </a:lnTo>
                  <a:lnTo>
                    <a:pt x="321003" y="1572706"/>
                  </a:lnTo>
                  <a:lnTo>
                    <a:pt x="321818" y="1625641"/>
                  </a:lnTo>
                  <a:lnTo>
                    <a:pt x="322632" y="1721038"/>
                  </a:lnTo>
                  <a:lnTo>
                    <a:pt x="323447" y="1705731"/>
                  </a:lnTo>
                  <a:lnTo>
                    <a:pt x="324262" y="1720951"/>
                  </a:lnTo>
                  <a:lnTo>
                    <a:pt x="325077" y="1604975"/>
                  </a:lnTo>
                  <a:lnTo>
                    <a:pt x="325891" y="1414099"/>
                  </a:lnTo>
                  <a:lnTo>
                    <a:pt x="326706" y="1283592"/>
                  </a:lnTo>
                  <a:lnTo>
                    <a:pt x="327521" y="1304041"/>
                  </a:lnTo>
                  <a:lnTo>
                    <a:pt x="328336" y="1420567"/>
                  </a:lnTo>
                  <a:lnTo>
                    <a:pt x="329151" y="1450283"/>
                  </a:lnTo>
                  <a:lnTo>
                    <a:pt x="329965" y="1606490"/>
                  </a:lnTo>
                  <a:lnTo>
                    <a:pt x="330780" y="1791869"/>
                  </a:lnTo>
                  <a:lnTo>
                    <a:pt x="331595" y="1886483"/>
                  </a:lnTo>
                  <a:lnTo>
                    <a:pt x="332410" y="1897109"/>
                  </a:lnTo>
                  <a:lnTo>
                    <a:pt x="333224" y="1849295"/>
                  </a:lnTo>
                  <a:lnTo>
                    <a:pt x="334039" y="1774767"/>
                  </a:lnTo>
                  <a:lnTo>
                    <a:pt x="334854" y="1725191"/>
                  </a:lnTo>
                  <a:lnTo>
                    <a:pt x="335669" y="1725192"/>
                  </a:lnTo>
                  <a:lnTo>
                    <a:pt x="336484" y="1725192"/>
                  </a:lnTo>
                  <a:lnTo>
                    <a:pt x="337298" y="1760587"/>
                  </a:lnTo>
                  <a:lnTo>
                    <a:pt x="338113" y="1793992"/>
                  </a:lnTo>
                  <a:lnTo>
                    <a:pt x="338928" y="1790975"/>
                  </a:lnTo>
                  <a:lnTo>
                    <a:pt x="339743" y="1757693"/>
                  </a:lnTo>
                  <a:lnTo>
                    <a:pt x="340557" y="1756013"/>
                  </a:lnTo>
                  <a:lnTo>
                    <a:pt x="341372" y="1756014"/>
                  </a:lnTo>
                  <a:lnTo>
                    <a:pt x="342187" y="1701491"/>
                  </a:lnTo>
                  <a:lnTo>
                    <a:pt x="343002" y="1700376"/>
                  </a:lnTo>
                  <a:lnTo>
                    <a:pt x="343817" y="1777856"/>
                  </a:lnTo>
                  <a:lnTo>
                    <a:pt x="344631" y="1791457"/>
                  </a:lnTo>
                  <a:lnTo>
                    <a:pt x="345446" y="1736668"/>
                  </a:lnTo>
                  <a:lnTo>
                    <a:pt x="346261" y="1716540"/>
                  </a:lnTo>
                  <a:lnTo>
                    <a:pt x="347076" y="1743818"/>
                  </a:lnTo>
                  <a:lnTo>
                    <a:pt x="347890" y="1750089"/>
                  </a:lnTo>
                  <a:lnTo>
                    <a:pt x="348705" y="1695712"/>
                  </a:lnTo>
                  <a:lnTo>
                    <a:pt x="349520" y="1624935"/>
                  </a:lnTo>
                  <a:lnTo>
                    <a:pt x="350335" y="1553102"/>
                  </a:lnTo>
                  <a:lnTo>
                    <a:pt x="351150" y="1470887"/>
                  </a:lnTo>
                  <a:lnTo>
                    <a:pt x="351964" y="1450736"/>
                  </a:lnTo>
                  <a:lnTo>
                    <a:pt x="352779" y="1425635"/>
                  </a:lnTo>
                  <a:lnTo>
                    <a:pt x="353594" y="1431838"/>
                  </a:lnTo>
                  <a:lnTo>
                    <a:pt x="354409" y="1442231"/>
                  </a:lnTo>
                  <a:lnTo>
                    <a:pt x="355223" y="1482720"/>
                  </a:lnTo>
                  <a:lnTo>
                    <a:pt x="356038" y="1583968"/>
                  </a:lnTo>
                  <a:lnTo>
                    <a:pt x="356853" y="1631657"/>
                  </a:lnTo>
                  <a:lnTo>
                    <a:pt x="357668" y="1686279"/>
                  </a:lnTo>
                  <a:lnTo>
                    <a:pt x="358483" y="1691486"/>
                  </a:lnTo>
                  <a:lnTo>
                    <a:pt x="359297" y="1783835"/>
                  </a:lnTo>
                  <a:lnTo>
                    <a:pt x="360112" y="1867726"/>
                  </a:lnTo>
                  <a:lnTo>
                    <a:pt x="360927" y="1868822"/>
                  </a:lnTo>
                  <a:lnTo>
                    <a:pt x="361742" y="1841285"/>
                  </a:lnTo>
                  <a:lnTo>
                    <a:pt x="362557" y="1821014"/>
                  </a:lnTo>
                  <a:lnTo>
                    <a:pt x="363371" y="1864046"/>
                  </a:lnTo>
                  <a:lnTo>
                    <a:pt x="364186" y="1901337"/>
                  </a:lnTo>
                  <a:lnTo>
                    <a:pt x="365001" y="1864021"/>
                  </a:lnTo>
                  <a:lnTo>
                    <a:pt x="365816" y="1763832"/>
                  </a:lnTo>
                  <a:lnTo>
                    <a:pt x="366630" y="1681337"/>
                  </a:lnTo>
                  <a:lnTo>
                    <a:pt x="367445" y="1555828"/>
                  </a:lnTo>
                  <a:lnTo>
                    <a:pt x="368260" y="1493953"/>
                  </a:lnTo>
                  <a:lnTo>
                    <a:pt x="369075" y="1442283"/>
                  </a:lnTo>
                  <a:lnTo>
                    <a:pt x="369890" y="1364115"/>
                  </a:lnTo>
                  <a:lnTo>
                    <a:pt x="370704" y="1353568"/>
                  </a:lnTo>
                  <a:lnTo>
                    <a:pt x="371519" y="1400424"/>
                  </a:lnTo>
                  <a:lnTo>
                    <a:pt x="372334" y="1553257"/>
                  </a:lnTo>
                  <a:lnTo>
                    <a:pt x="373149" y="1591337"/>
                  </a:lnTo>
                  <a:lnTo>
                    <a:pt x="373963" y="1643007"/>
                  </a:lnTo>
                  <a:lnTo>
                    <a:pt x="374778" y="1762414"/>
                  </a:lnTo>
                  <a:lnTo>
                    <a:pt x="375593" y="1871633"/>
                  </a:lnTo>
                  <a:lnTo>
                    <a:pt x="376408" y="1825134"/>
                  </a:lnTo>
                  <a:lnTo>
                    <a:pt x="377223" y="1625741"/>
                  </a:lnTo>
                  <a:lnTo>
                    <a:pt x="378037" y="1475709"/>
                  </a:lnTo>
                  <a:lnTo>
                    <a:pt x="378852" y="1374569"/>
                  </a:lnTo>
                  <a:lnTo>
                    <a:pt x="379667" y="1244253"/>
                  </a:lnTo>
                  <a:lnTo>
                    <a:pt x="380482" y="1144783"/>
                  </a:lnTo>
                  <a:lnTo>
                    <a:pt x="381296" y="1207021"/>
                  </a:lnTo>
                  <a:lnTo>
                    <a:pt x="382111" y="1346998"/>
                  </a:lnTo>
                  <a:lnTo>
                    <a:pt x="382926" y="1487995"/>
                  </a:lnTo>
                  <a:lnTo>
                    <a:pt x="383741" y="1492630"/>
                  </a:lnTo>
                  <a:lnTo>
                    <a:pt x="384556" y="1509244"/>
                  </a:lnTo>
                  <a:lnTo>
                    <a:pt x="385370" y="1506308"/>
                  </a:lnTo>
                  <a:lnTo>
                    <a:pt x="386185" y="1424995"/>
                  </a:lnTo>
                  <a:lnTo>
                    <a:pt x="387000" y="1348364"/>
                  </a:lnTo>
                  <a:lnTo>
                    <a:pt x="387815" y="1321299"/>
                  </a:lnTo>
                  <a:lnTo>
                    <a:pt x="388629" y="1360263"/>
                  </a:lnTo>
                  <a:lnTo>
                    <a:pt x="389444" y="1413836"/>
                  </a:lnTo>
                  <a:lnTo>
                    <a:pt x="390259" y="1502503"/>
                  </a:lnTo>
                  <a:lnTo>
                    <a:pt x="391074" y="1609316"/>
                  </a:lnTo>
                  <a:lnTo>
                    <a:pt x="391889" y="1749215"/>
                  </a:lnTo>
                  <a:lnTo>
                    <a:pt x="392703" y="1782187"/>
                  </a:lnTo>
                  <a:lnTo>
                    <a:pt x="393518" y="1761324"/>
                  </a:lnTo>
                  <a:lnTo>
                    <a:pt x="394333" y="1777219"/>
                  </a:lnTo>
                  <a:lnTo>
                    <a:pt x="395148" y="1792477"/>
                  </a:lnTo>
                  <a:lnTo>
                    <a:pt x="395962" y="1785523"/>
                  </a:lnTo>
                  <a:lnTo>
                    <a:pt x="396777" y="1719448"/>
                  </a:lnTo>
                  <a:lnTo>
                    <a:pt x="397592" y="1641800"/>
                  </a:lnTo>
                  <a:lnTo>
                    <a:pt x="398407" y="1616997"/>
                  </a:lnTo>
                  <a:lnTo>
                    <a:pt x="399222" y="1611180"/>
                  </a:lnTo>
                  <a:lnTo>
                    <a:pt x="400036" y="1576664"/>
                  </a:lnTo>
                  <a:lnTo>
                    <a:pt x="400851" y="1537473"/>
                  </a:lnTo>
                  <a:lnTo>
                    <a:pt x="401666" y="1582263"/>
                  </a:lnTo>
                  <a:lnTo>
                    <a:pt x="402481" y="1689681"/>
                  </a:lnTo>
                  <a:lnTo>
                    <a:pt x="403296" y="1719719"/>
                  </a:lnTo>
                  <a:lnTo>
                    <a:pt x="404110" y="1651133"/>
                  </a:lnTo>
                  <a:lnTo>
                    <a:pt x="404925" y="1584864"/>
                  </a:lnTo>
                  <a:lnTo>
                    <a:pt x="405740" y="1574775"/>
                  </a:lnTo>
                  <a:lnTo>
                    <a:pt x="406555" y="1516481"/>
                  </a:lnTo>
                  <a:lnTo>
                    <a:pt x="407369" y="1406609"/>
                  </a:lnTo>
                  <a:lnTo>
                    <a:pt x="408184" y="1326944"/>
                  </a:lnTo>
                  <a:lnTo>
                    <a:pt x="408999" y="1293164"/>
                  </a:lnTo>
                  <a:lnTo>
                    <a:pt x="409814" y="1262164"/>
                  </a:lnTo>
                  <a:lnTo>
                    <a:pt x="410629" y="1238313"/>
                  </a:lnTo>
                  <a:lnTo>
                    <a:pt x="411443" y="1180323"/>
                  </a:lnTo>
                  <a:lnTo>
                    <a:pt x="412258" y="1167654"/>
                  </a:lnTo>
                  <a:lnTo>
                    <a:pt x="413073" y="1207776"/>
                  </a:lnTo>
                  <a:lnTo>
                    <a:pt x="413888" y="1214760"/>
                  </a:lnTo>
                  <a:lnTo>
                    <a:pt x="414702" y="1277224"/>
                  </a:lnTo>
                  <a:lnTo>
                    <a:pt x="415517" y="1296220"/>
                  </a:lnTo>
                  <a:lnTo>
                    <a:pt x="416332" y="1242908"/>
                  </a:lnTo>
                  <a:lnTo>
                    <a:pt x="417147" y="1220218"/>
                  </a:lnTo>
                  <a:lnTo>
                    <a:pt x="417962" y="1295506"/>
                  </a:lnTo>
                  <a:lnTo>
                    <a:pt x="418776" y="1440938"/>
                  </a:lnTo>
                  <a:lnTo>
                    <a:pt x="419591" y="1489491"/>
                  </a:lnTo>
                  <a:lnTo>
                    <a:pt x="420406" y="1489979"/>
                  </a:lnTo>
                  <a:lnTo>
                    <a:pt x="421221" y="1631659"/>
                  </a:lnTo>
                  <a:lnTo>
                    <a:pt x="422035" y="1774049"/>
                  </a:lnTo>
                  <a:lnTo>
                    <a:pt x="422850" y="1820551"/>
                  </a:lnTo>
                  <a:lnTo>
                    <a:pt x="423665" y="1856445"/>
                  </a:lnTo>
                  <a:lnTo>
                    <a:pt x="424480" y="1893466"/>
                  </a:lnTo>
                  <a:lnTo>
                    <a:pt x="425295" y="1948470"/>
                  </a:lnTo>
                  <a:lnTo>
                    <a:pt x="426109" y="1880638"/>
                  </a:lnTo>
                  <a:lnTo>
                    <a:pt x="426924" y="1742042"/>
                  </a:lnTo>
                  <a:lnTo>
                    <a:pt x="427739" y="1611264"/>
                  </a:lnTo>
                  <a:lnTo>
                    <a:pt x="428554" y="1457784"/>
                  </a:lnTo>
                  <a:lnTo>
                    <a:pt x="429368" y="1283897"/>
                  </a:lnTo>
                  <a:lnTo>
                    <a:pt x="430183" y="1148575"/>
                  </a:lnTo>
                  <a:lnTo>
                    <a:pt x="430998" y="1081535"/>
                  </a:lnTo>
                  <a:lnTo>
                    <a:pt x="431813" y="1129644"/>
                  </a:lnTo>
                  <a:lnTo>
                    <a:pt x="432628" y="1249191"/>
                  </a:lnTo>
                  <a:lnTo>
                    <a:pt x="433442" y="1348306"/>
                  </a:lnTo>
                  <a:lnTo>
                    <a:pt x="434257" y="1413388"/>
                  </a:lnTo>
                  <a:lnTo>
                    <a:pt x="435072" y="1473532"/>
                  </a:lnTo>
                  <a:lnTo>
                    <a:pt x="435887" y="1594294"/>
                  </a:lnTo>
                  <a:lnTo>
                    <a:pt x="436701" y="1597192"/>
                  </a:lnTo>
                  <a:lnTo>
                    <a:pt x="437516" y="1535933"/>
                  </a:lnTo>
                  <a:lnTo>
                    <a:pt x="438331" y="1518439"/>
                  </a:lnTo>
                  <a:lnTo>
                    <a:pt x="439146" y="1529309"/>
                  </a:lnTo>
                  <a:lnTo>
                    <a:pt x="439961" y="1512703"/>
                  </a:lnTo>
                  <a:lnTo>
                    <a:pt x="440775" y="1495067"/>
                  </a:lnTo>
                  <a:lnTo>
                    <a:pt x="441590" y="1582656"/>
                  </a:lnTo>
                  <a:lnTo>
                    <a:pt x="442405" y="1609903"/>
                  </a:lnTo>
                  <a:lnTo>
                    <a:pt x="443220" y="1591225"/>
                  </a:lnTo>
                  <a:lnTo>
                    <a:pt x="444035" y="1650796"/>
                  </a:lnTo>
                  <a:lnTo>
                    <a:pt x="444849" y="1695708"/>
                  </a:lnTo>
                  <a:lnTo>
                    <a:pt x="445664" y="1718562"/>
                  </a:lnTo>
                  <a:lnTo>
                    <a:pt x="446479" y="1708577"/>
                  </a:lnTo>
                  <a:lnTo>
                    <a:pt x="447294" y="1674494"/>
                  </a:lnTo>
                  <a:lnTo>
                    <a:pt x="448108" y="1535476"/>
                  </a:lnTo>
                  <a:lnTo>
                    <a:pt x="448923" y="1325739"/>
                  </a:lnTo>
                  <a:lnTo>
                    <a:pt x="449738" y="1251862"/>
                  </a:lnTo>
                  <a:lnTo>
                    <a:pt x="450553" y="1203466"/>
                  </a:lnTo>
                  <a:lnTo>
                    <a:pt x="451368" y="1139720"/>
                  </a:lnTo>
                  <a:lnTo>
                    <a:pt x="452182" y="1118163"/>
                  </a:lnTo>
                  <a:lnTo>
                    <a:pt x="452997" y="1212374"/>
                  </a:lnTo>
                  <a:lnTo>
                    <a:pt x="453812" y="1309452"/>
                  </a:lnTo>
                  <a:lnTo>
                    <a:pt x="454627" y="1348867"/>
                  </a:lnTo>
                  <a:lnTo>
                    <a:pt x="455441" y="1429498"/>
                  </a:lnTo>
                  <a:lnTo>
                    <a:pt x="456256" y="1532138"/>
                  </a:lnTo>
                  <a:lnTo>
                    <a:pt x="457071" y="1658090"/>
                  </a:lnTo>
                  <a:lnTo>
                    <a:pt x="457886" y="1766723"/>
                  </a:lnTo>
                  <a:lnTo>
                    <a:pt x="458701" y="1901488"/>
                  </a:lnTo>
                  <a:lnTo>
                    <a:pt x="459327" y="196399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7825402" y="2146102"/>
              <a:ext cx="111352" cy="1116375"/>
            </a:xfrm>
            <a:custGeom>
              <a:avLst/>
              <a:pathLst>
                <a:path w="111352" h="1116375">
                  <a:moveTo>
                    <a:pt x="0" y="1116375"/>
                  </a:moveTo>
                  <a:lnTo>
                    <a:pt x="624" y="1072137"/>
                  </a:lnTo>
                  <a:lnTo>
                    <a:pt x="1438" y="916174"/>
                  </a:lnTo>
                  <a:lnTo>
                    <a:pt x="2253" y="765252"/>
                  </a:lnTo>
                  <a:lnTo>
                    <a:pt x="3068" y="639957"/>
                  </a:lnTo>
                  <a:lnTo>
                    <a:pt x="3883" y="507078"/>
                  </a:lnTo>
                  <a:lnTo>
                    <a:pt x="4698" y="342551"/>
                  </a:lnTo>
                  <a:lnTo>
                    <a:pt x="5512" y="168897"/>
                  </a:lnTo>
                  <a:lnTo>
                    <a:pt x="6327" y="202792"/>
                  </a:lnTo>
                  <a:lnTo>
                    <a:pt x="7142" y="344529"/>
                  </a:lnTo>
                  <a:lnTo>
                    <a:pt x="7957" y="460641"/>
                  </a:lnTo>
                  <a:lnTo>
                    <a:pt x="8772" y="511105"/>
                  </a:lnTo>
                  <a:lnTo>
                    <a:pt x="9586" y="536742"/>
                  </a:lnTo>
                  <a:lnTo>
                    <a:pt x="10401" y="656393"/>
                  </a:lnTo>
                  <a:lnTo>
                    <a:pt x="11216" y="723141"/>
                  </a:lnTo>
                  <a:lnTo>
                    <a:pt x="12031" y="695674"/>
                  </a:lnTo>
                  <a:lnTo>
                    <a:pt x="12845" y="643049"/>
                  </a:lnTo>
                  <a:lnTo>
                    <a:pt x="13660" y="549560"/>
                  </a:lnTo>
                  <a:lnTo>
                    <a:pt x="14475" y="432044"/>
                  </a:lnTo>
                  <a:lnTo>
                    <a:pt x="15290" y="396767"/>
                  </a:lnTo>
                  <a:lnTo>
                    <a:pt x="16105" y="341884"/>
                  </a:lnTo>
                  <a:lnTo>
                    <a:pt x="16919" y="317905"/>
                  </a:lnTo>
                  <a:lnTo>
                    <a:pt x="17734" y="369320"/>
                  </a:lnTo>
                  <a:lnTo>
                    <a:pt x="18549" y="443189"/>
                  </a:lnTo>
                  <a:lnTo>
                    <a:pt x="19364" y="609769"/>
                  </a:lnTo>
                  <a:lnTo>
                    <a:pt x="20178" y="640285"/>
                  </a:lnTo>
                  <a:lnTo>
                    <a:pt x="20993" y="544819"/>
                  </a:lnTo>
                  <a:lnTo>
                    <a:pt x="21808" y="392733"/>
                  </a:lnTo>
                  <a:lnTo>
                    <a:pt x="22623" y="313369"/>
                  </a:lnTo>
                  <a:lnTo>
                    <a:pt x="23438" y="315068"/>
                  </a:lnTo>
                  <a:lnTo>
                    <a:pt x="24252" y="211454"/>
                  </a:lnTo>
                  <a:lnTo>
                    <a:pt x="25067" y="61842"/>
                  </a:lnTo>
                  <a:lnTo>
                    <a:pt x="25882" y="0"/>
                  </a:lnTo>
                  <a:lnTo>
                    <a:pt x="26697" y="44546"/>
                  </a:lnTo>
                  <a:lnTo>
                    <a:pt x="27511" y="58672"/>
                  </a:lnTo>
                  <a:lnTo>
                    <a:pt x="28326" y="38488"/>
                  </a:lnTo>
                  <a:lnTo>
                    <a:pt x="29141" y="54568"/>
                  </a:lnTo>
                  <a:lnTo>
                    <a:pt x="29956" y="48833"/>
                  </a:lnTo>
                  <a:lnTo>
                    <a:pt x="30771" y="122921"/>
                  </a:lnTo>
                  <a:lnTo>
                    <a:pt x="31585" y="164043"/>
                  </a:lnTo>
                  <a:lnTo>
                    <a:pt x="32400" y="184959"/>
                  </a:lnTo>
                  <a:lnTo>
                    <a:pt x="33215" y="245101"/>
                  </a:lnTo>
                  <a:lnTo>
                    <a:pt x="34030" y="395817"/>
                  </a:lnTo>
                  <a:lnTo>
                    <a:pt x="34844" y="630282"/>
                  </a:lnTo>
                  <a:lnTo>
                    <a:pt x="35659" y="749883"/>
                  </a:lnTo>
                  <a:lnTo>
                    <a:pt x="36474" y="828624"/>
                  </a:lnTo>
                  <a:lnTo>
                    <a:pt x="37289" y="872279"/>
                  </a:lnTo>
                  <a:lnTo>
                    <a:pt x="38104" y="854066"/>
                  </a:lnTo>
                  <a:lnTo>
                    <a:pt x="38918" y="767658"/>
                  </a:lnTo>
                  <a:lnTo>
                    <a:pt x="39733" y="709722"/>
                  </a:lnTo>
                  <a:lnTo>
                    <a:pt x="40548" y="641796"/>
                  </a:lnTo>
                  <a:lnTo>
                    <a:pt x="41363" y="637562"/>
                  </a:lnTo>
                  <a:lnTo>
                    <a:pt x="42177" y="633208"/>
                  </a:lnTo>
                  <a:lnTo>
                    <a:pt x="42992" y="667356"/>
                  </a:lnTo>
                  <a:lnTo>
                    <a:pt x="43807" y="747320"/>
                  </a:lnTo>
                  <a:lnTo>
                    <a:pt x="44622" y="811413"/>
                  </a:lnTo>
                  <a:lnTo>
                    <a:pt x="45437" y="881437"/>
                  </a:lnTo>
                  <a:lnTo>
                    <a:pt x="46251" y="839841"/>
                  </a:lnTo>
                  <a:lnTo>
                    <a:pt x="47066" y="785047"/>
                  </a:lnTo>
                  <a:lnTo>
                    <a:pt x="47881" y="763836"/>
                  </a:lnTo>
                  <a:lnTo>
                    <a:pt x="48696" y="655862"/>
                  </a:lnTo>
                  <a:lnTo>
                    <a:pt x="49511" y="525990"/>
                  </a:lnTo>
                  <a:lnTo>
                    <a:pt x="50325" y="546029"/>
                  </a:lnTo>
                  <a:lnTo>
                    <a:pt x="51140" y="603035"/>
                  </a:lnTo>
                  <a:lnTo>
                    <a:pt x="51955" y="581052"/>
                  </a:lnTo>
                  <a:lnTo>
                    <a:pt x="52770" y="540831"/>
                  </a:lnTo>
                  <a:lnTo>
                    <a:pt x="53584" y="614264"/>
                  </a:lnTo>
                  <a:lnTo>
                    <a:pt x="54399" y="686500"/>
                  </a:lnTo>
                  <a:lnTo>
                    <a:pt x="55214" y="573334"/>
                  </a:lnTo>
                  <a:lnTo>
                    <a:pt x="56029" y="463505"/>
                  </a:lnTo>
                  <a:lnTo>
                    <a:pt x="56844" y="478842"/>
                  </a:lnTo>
                  <a:lnTo>
                    <a:pt x="57658" y="483029"/>
                  </a:lnTo>
                  <a:lnTo>
                    <a:pt x="58473" y="441093"/>
                  </a:lnTo>
                  <a:lnTo>
                    <a:pt x="59288" y="315960"/>
                  </a:lnTo>
                  <a:lnTo>
                    <a:pt x="60103" y="347815"/>
                  </a:lnTo>
                  <a:lnTo>
                    <a:pt x="60917" y="497141"/>
                  </a:lnTo>
                  <a:lnTo>
                    <a:pt x="61732" y="540022"/>
                  </a:lnTo>
                  <a:lnTo>
                    <a:pt x="62547" y="509590"/>
                  </a:lnTo>
                  <a:lnTo>
                    <a:pt x="63362" y="524673"/>
                  </a:lnTo>
                  <a:lnTo>
                    <a:pt x="64177" y="657944"/>
                  </a:lnTo>
                  <a:lnTo>
                    <a:pt x="64991" y="709409"/>
                  </a:lnTo>
                  <a:lnTo>
                    <a:pt x="65806" y="679084"/>
                  </a:lnTo>
                  <a:lnTo>
                    <a:pt x="66621" y="620903"/>
                  </a:lnTo>
                  <a:lnTo>
                    <a:pt x="67436" y="619096"/>
                  </a:lnTo>
                  <a:lnTo>
                    <a:pt x="68250" y="611448"/>
                  </a:lnTo>
                  <a:lnTo>
                    <a:pt x="69065" y="567853"/>
                  </a:lnTo>
                  <a:lnTo>
                    <a:pt x="69880" y="532585"/>
                  </a:lnTo>
                  <a:lnTo>
                    <a:pt x="70695" y="508343"/>
                  </a:lnTo>
                  <a:lnTo>
                    <a:pt x="71510" y="587857"/>
                  </a:lnTo>
                  <a:lnTo>
                    <a:pt x="72324" y="721783"/>
                  </a:lnTo>
                  <a:lnTo>
                    <a:pt x="73139" y="824997"/>
                  </a:lnTo>
                  <a:lnTo>
                    <a:pt x="73954" y="898559"/>
                  </a:lnTo>
                  <a:lnTo>
                    <a:pt x="74769" y="958909"/>
                  </a:lnTo>
                  <a:lnTo>
                    <a:pt x="75583" y="930740"/>
                  </a:lnTo>
                  <a:lnTo>
                    <a:pt x="76398" y="870491"/>
                  </a:lnTo>
                  <a:lnTo>
                    <a:pt x="77213" y="833885"/>
                  </a:lnTo>
                  <a:lnTo>
                    <a:pt x="78028" y="752622"/>
                  </a:lnTo>
                  <a:lnTo>
                    <a:pt x="78843" y="593110"/>
                  </a:lnTo>
                  <a:lnTo>
                    <a:pt x="79657" y="464118"/>
                  </a:lnTo>
                  <a:lnTo>
                    <a:pt x="80472" y="422313"/>
                  </a:lnTo>
                  <a:lnTo>
                    <a:pt x="81287" y="335860"/>
                  </a:lnTo>
                  <a:lnTo>
                    <a:pt x="82102" y="195407"/>
                  </a:lnTo>
                  <a:lnTo>
                    <a:pt x="82916" y="201896"/>
                  </a:lnTo>
                  <a:lnTo>
                    <a:pt x="83731" y="348393"/>
                  </a:lnTo>
                  <a:lnTo>
                    <a:pt x="84546" y="402721"/>
                  </a:lnTo>
                  <a:lnTo>
                    <a:pt x="85361" y="394663"/>
                  </a:lnTo>
                  <a:lnTo>
                    <a:pt x="86176" y="536111"/>
                  </a:lnTo>
                  <a:lnTo>
                    <a:pt x="86990" y="726331"/>
                  </a:lnTo>
                  <a:lnTo>
                    <a:pt x="87805" y="784174"/>
                  </a:lnTo>
                  <a:lnTo>
                    <a:pt x="88620" y="772842"/>
                  </a:lnTo>
                  <a:lnTo>
                    <a:pt x="89435" y="760577"/>
                  </a:lnTo>
                  <a:lnTo>
                    <a:pt x="90250" y="776157"/>
                  </a:lnTo>
                  <a:lnTo>
                    <a:pt x="91064" y="736139"/>
                  </a:lnTo>
                  <a:lnTo>
                    <a:pt x="91879" y="698148"/>
                  </a:lnTo>
                  <a:lnTo>
                    <a:pt x="92694" y="594695"/>
                  </a:lnTo>
                  <a:lnTo>
                    <a:pt x="93509" y="520411"/>
                  </a:lnTo>
                  <a:lnTo>
                    <a:pt x="94323" y="645237"/>
                  </a:lnTo>
                  <a:lnTo>
                    <a:pt x="95138" y="783380"/>
                  </a:lnTo>
                  <a:lnTo>
                    <a:pt x="95953" y="784794"/>
                  </a:lnTo>
                  <a:lnTo>
                    <a:pt x="96768" y="784857"/>
                  </a:lnTo>
                  <a:lnTo>
                    <a:pt x="97583" y="907829"/>
                  </a:lnTo>
                  <a:lnTo>
                    <a:pt x="98397" y="1001467"/>
                  </a:lnTo>
                  <a:lnTo>
                    <a:pt x="99212" y="897090"/>
                  </a:lnTo>
                  <a:lnTo>
                    <a:pt x="100027" y="849049"/>
                  </a:lnTo>
                  <a:lnTo>
                    <a:pt x="100842" y="905548"/>
                  </a:lnTo>
                  <a:lnTo>
                    <a:pt x="101656" y="930312"/>
                  </a:lnTo>
                  <a:lnTo>
                    <a:pt x="102471" y="926646"/>
                  </a:lnTo>
                  <a:lnTo>
                    <a:pt x="103286" y="953488"/>
                  </a:lnTo>
                  <a:lnTo>
                    <a:pt x="104101" y="1042271"/>
                  </a:lnTo>
                  <a:lnTo>
                    <a:pt x="104916" y="995674"/>
                  </a:lnTo>
                  <a:lnTo>
                    <a:pt x="105730" y="862582"/>
                  </a:lnTo>
                  <a:lnTo>
                    <a:pt x="106545" y="819980"/>
                  </a:lnTo>
                  <a:lnTo>
                    <a:pt x="107360" y="784415"/>
                  </a:lnTo>
                  <a:lnTo>
                    <a:pt x="108175" y="809014"/>
                  </a:lnTo>
                  <a:lnTo>
                    <a:pt x="108989" y="863649"/>
                  </a:lnTo>
                  <a:lnTo>
                    <a:pt x="109804" y="944983"/>
                  </a:lnTo>
                  <a:lnTo>
                    <a:pt x="110619" y="1078073"/>
                  </a:lnTo>
                  <a:lnTo>
                    <a:pt x="111352" y="111637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7937798" y="1872333"/>
              <a:ext cx="143804" cy="1390144"/>
            </a:xfrm>
            <a:custGeom>
              <a:avLst/>
              <a:pathLst>
                <a:path w="143804" h="1390144">
                  <a:moveTo>
                    <a:pt x="0" y="1390144"/>
                  </a:moveTo>
                  <a:lnTo>
                    <a:pt x="667" y="1279062"/>
                  </a:lnTo>
                  <a:lnTo>
                    <a:pt x="1482" y="1027734"/>
                  </a:lnTo>
                  <a:lnTo>
                    <a:pt x="2297" y="831900"/>
                  </a:lnTo>
                  <a:lnTo>
                    <a:pt x="3112" y="712283"/>
                  </a:lnTo>
                  <a:lnTo>
                    <a:pt x="3927" y="656180"/>
                  </a:lnTo>
                  <a:lnTo>
                    <a:pt x="4741" y="732743"/>
                  </a:lnTo>
                  <a:lnTo>
                    <a:pt x="5556" y="885805"/>
                  </a:lnTo>
                  <a:lnTo>
                    <a:pt x="6371" y="1045496"/>
                  </a:lnTo>
                  <a:lnTo>
                    <a:pt x="7186" y="1101183"/>
                  </a:lnTo>
                  <a:lnTo>
                    <a:pt x="8000" y="1061217"/>
                  </a:lnTo>
                  <a:lnTo>
                    <a:pt x="8815" y="1031220"/>
                  </a:lnTo>
                  <a:lnTo>
                    <a:pt x="9630" y="843951"/>
                  </a:lnTo>
                  <a:lnTo>
                    <a:pt x="10445" y="720330"/>
                  </a:lnTo>
                  <a:lnTo>
                    <a:pt x="11260" y="682409"/>
                  </a:lnTo>
                  <a:lnTo>
                    <a:pt x="12074" y="681751"/>
                  </a:lnTo>
                  <a:lnTo>
                    <a:pt x="12889" y="727259"/>
                  </a:lnTo>
                  <a:lnTo>
                    <a:pt x="13704" y="711511"/>
                  </a:lnTo>
                  <a:lnTo>
                    <a:pt x="14519" y="719627"/>
                  </a:lnTo>
                  <a:lnTo>
                    <a:pt x="15333" y="643581"/>
                  </a:lnTo>
                  <a:lnTo>
                    <a:pt x="16148" y="582719"/>
                  </a:lnTo>
                  <a:lnTo>
                    <a:pt x="16963" y="601420"/>
                  </a:lnTo>
                  <a:lnTo>
                    <a:pt x="17778" y="658494"/>
                  </a:lnTo>
                  <a:lnTo>
                    <a:pt x="18593" y="649720"/>
                  </a:lnTo>
                  <a:lnTo>
                    <a:pt x="19407" y="603918"/>
                  </a:lnTo>
                  <a:lnTo>
                    <a:pt x="20222" y="745633"/>
                  </a:lnTo>
                  <a:lnTo>
                    <a:pt x="21037" y="855863"/>
                  </a:lnTo>
                  <a:lnTo>
                    <a:pt x="21852" y="831782"/>
                  </a:lnTo>
                  <a:lnTo>
                    <a:pt x="22666" y="689398"/>
                  </a:lnTo>
                  <a:lnTo>
                    <a:pt x="23481" y="612497"/>
                  </a:lnTo>
                  <a:lnTo>
                    <a:pt x="24296" y="694651"/>
                  </a:lnTo>
                  <a:lnTo>
                    <a:pt x="25111" y="710454"/>
                  </a:lnTo>
                  <a:lnTo>
                    <a:pt x="25926" y="741023"/>
                  </a:lnTo>
                  <a:lnTo>
                    <a:pt x="26740" y="751548"/>
                  </a:lnTo>
                  <a:lnTo>
                    <a:pt x="27555" y="764938"/>
                  </a:lnTo>
                  <a:lnTo>
                    <a:pt x="28370" y="855832"/>
                  </a:lnTo>
                  <a:lnTo>
                    <a:pt x="29185" y="766406"/>
                  </a:lnTo>
                  <a:lnTo>
                    <a:pt x="29999" y="614811"/>
                  </a:lnTo>
                  <a:lnTo>
                    <a:pt x="30814" y="534826"/>
                  </a:lnTo>
                  <a:lnTo>
                    <a:pt x="31629" y="570626"/>
                  </a:lnTo>
                  <a:lnTo>
                    <a:pt x="32444" y="673295"/>
                  </a:lnTo>
                  <a:lnTo>
                    <a:pt x="33259" y="718618"/>
                  </a:lnTo>
                  <a:lnTo>
                    <a:pt x="34073" y="844932"/>
                  </a:lnTo>
                  <a:lnTo>
                    <a:pt x="34888" y="923143"/>
                  </a:lnTo>
                  <a:lnTo>
                    <a:pt x="35703" y="971490"/>
                  </a:lnTo>
                  <a:lnTo>
                    <a:pt x="36518" y="1051992"/>
                  </a:lnTo>
                  <a:lnTo>
                    <a:pt x="37332" y="1036753"/>
                  </a:lnTo>
                  <a:lnTo>
                    <a:pt x="38147" y="849967"/>
                  </a:lnTo>
                  <a:lnTo>
                    <a:pt x="38962" y="670811"/>
                  </a:lnTo>
                  <a:lnTo>
                    <a:pt x="39777" y="583213"/>
                  </a:lnTo>
                  <a:lnTo>
                    <a:pt x="40592" y="508766"/>
                  </a:lnTo>
                  <a:lnTo>
                    <a:pt x="41406" y="490375"/>
                  </a:lnTo>
                  <a:lnTo>
                    <a:pt x="42221" y="478131"/>
                  </a:lnTo>
                  <a:lnTo>
                    <a:pt x="43036" y="535137"/>
                  </a:lnTo>
                  <a:lnTo>
                    <a:pt x="43851" y="623055"/>
                  </a:lnTo>
                  <a:lnTo>
                    <a:pt x="44666" y="660677"/>
                  </a:lnTo>
                  <a:lnTo>
                    <a:pt x="45480" y="588135"/>
                  </a:lnTo>
                  <a:lnTo>
                    <a:pt x="46295" y="452891"/>
                  </a:lnTo>
                  <a:lnTo>
                    <a:pt x="47110" y="487332"/>
                  </a:lnTo>
                  <a:lnTo>
                    <a:pt x="47925" y="631221"/>
                  </a:lnTo>
                  <a:lnTo>
                    <a:pt x="48739" y="752305"/>
                  </a:lnTo>
                  <a:lnTo>
                    <a:pt x="49554" y="874477"/>
                  </a:lnTo>
                  <a:lnTo>
                    <a:pt x="50369" y="973240"/>
                  </a:lnTo>
                  <a:lnTo>
                    <a:pt x="51184" y="1064656"/>
                  </a:lnTo>
                  <a:lnTo>
                    <a:pt x="51999" y="1179540"/>
                  </a:lnTo>
                  <a:lnTo>
                    <a:pt x="52813" y="1231708"/>
                  </a:lnTo>
                  <a:lnTo>
                    <a:pt x="53628" y="1156906"/>
                  </a:lnTo>
                  <a:lnTo>
                    <a:pt x="54443" y="1041702"/>
                  </a:lnTo>
                  <a:lnTo>
                    <a:pt x="55258" y="1068114"/>
                  </a:lnTo>
                  <a:lnTo>
                    <a:pt x="56072" y="1064465"/>
                  </a:lnTo>
                  <a:lnTo>
                    <a:pt x="56887" y="1012159"/>
                  </a:lnTo>
                  <a:lnTo>
                    <a:pt x="57702" y="933984"/>
                  </a:lnTo>
                  <a:lnTo>
                    <a:pt x="58517" y="860710"/>
                  </a:lnTo>
                  <a:lnTo>
                    <a:pt x="59332" y="707498"/>
                  </a:lnTo>
                  <a:lnTo>
                    <a:pt x="60146" y="521400"/>
                  </a:lnTo>
                  <a:lnTo>
                    <a:pt x="60961" y="439837"/>
                  </a:lnTo>
                  <a:lnTo>
                    <a:pt x="61776" y="384852"/>
                  </a:lnTo>
                  <a:lnTo>
                    <a:pt x="62591" y="399281"/>
                  </a:lnTo>
                  <a:lnTo>
                    <a:pt x="63405" y="531036"/>
                  </a:lnTo>
                  <a:lnTo>
                    <a:pt x="64220" y="666076"/>
                  </a:lnTo>
                  <a:lnTo>
                    <a:pt x="65035" y="768435"/>
                  </a:lnTo>
                  <a:lnTo>
                    <a:pt x="65850" y="818682"/>
                  </a:lnTo>
                  <a:lnTo>
                    <a:pt x="66665" y="781747"/>
                  </a:lnTo>
                  <a:lnTo>
                    <a:pt x="67479" y="695529"/>
                  </a:lnTo>
                  <a:lnTo>
                    <a:pt x="68294" y="576105"/>
                  </a:lnTo>
                  <a:lnTo>
                    <a:pt x="69109" y="604514"/>
                  </a:lnTo>
                  <a:lnTo>
                    <a:pt x="69924" y="641137"/>
                  </a:lnTo>
                  <a:lnTo>
                    <a:pt x="70738" y="678154"/>
                  </a:lnTo>
                  <a:lnTo>
                    <a:pt x="71553" y="781106"/>
                  </a:lnTo>
                  <a:lnTo>
                    <a:pt x="72368" y="901111"/>
                  </a:lnTo>
                  <a:lnTo>
                    <a:pt x="73183" y="936504"/>
                  </a:lnTo>
                  <a:lnTo>
                    <a:pt x="73998" y="843096"/>
                  </a:lnTo>
                  <a:lnTo>
                    <a:pt x="74812" y="826125"/>
                  </a:lnTo>
                  <a:lnTo>
                    <a:pt x="75627" y="868824"/>
                  </a:lnTo>
                  <a:lnTo>
                    <a:pt x="76442" y="751548"/>
                  </a:lnTo>
                  <a:lnTo>
                    <a:pt x="77257" y="642847"/>
                  </a:lnTo>
                  <a:lnTo>
                    <a:pt x="78071" y="621400"/>
                  </a:lnTo>
                  <a:lnTo>
                    <a:pt x="78886" y="663596"/>
                  </a:lnTo>
                  <a:lnTo>
                    <a:pt x="79701" y="529978"/>
                  </a:lnTo>
                  <a:lnTo>
                    <a:pt x="80516" y="279872"/>
                  </a:lnTo>
                  <a:lnTo>
                    <a:pt x="81331" y="176906"/>
                  </a:lnTo>
                  <a:lnTo>
                    <a:pt x="82145" y="84125"/>
                  </a:lnTo>
                  <a:lnTo>
                    <a:pt x="82960" y="37133"/>
                  </a:lnTo>
                  <a:lnTo>
                    <a:pt x="83775" y="27815"/>
                  </a:lnTo>
                  <a:lnTo>
                    <a:pt x="84590" y="68965"/>
                  </a:lnTo>
                  <a:lnTo>
                    <a:pt x="85405" y="108612"/>
                  </a:lnTo>
                  <a:lnTo>
                    <a:pt x="86219" y="81257"/>
                  </a:lnTo>
                  <a:lnTo>
                    <a:pt x="87034" y="110539"/>
                  </a:lnTo>
                  <a:lnTo>
                    <a:pt x="87849" y="116175"/>
                  </a:lnTo>
                  <a:lnTo>
                    <a:pt x="88664" y="84567"/>
                  </a:lnTo>
                  <a:lnTo>
                    <a:pt x="89478" y="41062"/>
                  </a:lnTo>
                  <a:lnTo>
                    <a:pt x="90293" y="0"/>
                  </a:lnTo>
                  <a:lnTo>
                    <a:pt x="91108" y="59530"/>
                  </a:lnTo>
                  <a:lnTo>
                    <a:pt x="91923" y="89010"/>
                  </a:lnTo>
                  <a:lnTo>
                    <a:pt x="92738" y="70152"/>
                  </a:lnTo>
                  <a:lnTo>
                    <a:pt x="93552" y="145801"/>
                  </a:lnTo>
                  <a:lnTo>
                    <a:pt x="94367" y="316166"/>
                  </a:lnTo>
                  <a:lnTo>
                    <a:pt x="95182" y="489494"/>
                  </a:lnTo>
                  <a:lnTo>
                    <a:pt x="95997" y="492952"/>
                  </a:lnTo>
                  <a:lnTo>
                    <a:pt x="96811" y="441652"/>
                  </a:lnTo>
                  <a:lnTo>
                    <a:pt x="97626" y="584641"/>
                  </a:lnTo>
                  <a:lnTo>
                    <a:pt x="98441" y="766509"/>
                  </a:lnTo>
                  <a:lnTo>
                    <a:pt x="99256" y="892663"/>
                  </a:lnTo>
                  <a:lnTo>
                    <a:pt x="100071" y="978126"/>
                  </a:lnTo>
                  <a:lnTo>
                    <a:pt x="100885" y="1182484"/>
                  </a:lnTo>
                  <a:lnTo>
                    <a:pt x="101700" y="1342723"/>
                  </a:lnTo>
                  <a:lnTo>
                    <a:pt x="102515" y="1255449"/>
                  </a:lnTo>
                  <a:lnTo>
                    <a:pt x="103330" y="1050614"/>
                  </a:lnTo>
                  <a:lnTo>
                    <a:pt x="104144" y="891053"/>
                  </a:lnTo>
                  <a:lnTo>
                    <a:pt x="104959" y="852616"/>
                  </a:lnTo>
                  <a:lnTo>
                    <a:pt x="105774" y="793356"/>
                  </a:lnTo>
                  <a:lnTo>
                    <a:pt x="106589" y="816065"/>
                  </a:lnTo>
                  <a:lnTo>
                    <a:pt x="107404" y="860735"/>
                  </a:lnTo>
                  <a:lnTo>
                    <a:pt x="108218" y="969671"/>
                  </a:lnTo>
                  <a:lnTo>
                    <a:pt x="109033" y="1081207"/>
                  </a:lnTo>
                  <a:lnTo>
                    <a:pt x="109848" y="1129840"/>
                  </a:lnTo>
                  <a:lnTo>
                    <a:pt x="110663" y="1172110"/>
                  </a:lnTo>
                  <a:lnTo>
                    <a:pt x="111477" y="1198164"/>
                  </a:lnTo>
                  <a:lnTo>
                    <a:pt x="112292" y="1294735"/>
                  </a:lnTo>
                  <a:lnTo>
                    <a:pt x="113107" y="1359239"/>
                  </a:lnTo>
                  <a:lnTo>
                    <a:pt x="113922" y="1390070"/>
                  </a:lnTo>
                  <a:lnTo>
                    <a:pt x="114737" y="1390068"/>
                  </a:lnTo>
                  <a:lnTo>
                    <a:pt x="115551" y="1389213"/>
                  </a:lnTo>
                  <a:lnTo>
                    <a:pt x="116366" y="1350089"/>
                  </a:lnTo>
                  <a:lnTo>
                    <a:pt x="117181" y="1282321"/>
                  </a:lnTo>
                  <a:lnTo>
                    <a:pt x="117996" y="1185895"/>
                  </a:lnTo>
                  <a:lnTo>
                    <a:pt x="118811" y="1065903"/>
                  </a:lnTo>
                  <a:lnTo>
                    <a:pt x="119625" y="924070"/>
                  </a:lnTo>
                  <a:lnTo>
                    <a:pt x="120440" y="739380"/>
                  </a:lnTo>
                  <a:lnTo>
                    <a:pt x="121255" y="649751"/>
                  </a:lnTo>
                  <a:lnTo>
                    <a:pt x="122070" y="571704"/>
                  </a:lnTo>
                  <a:lnTo>
                    <a:pt x="122884" y="557085"/>
                  </a:lnTo>
                  <a:lnTo>
                    <a:pt x="123699" y="533816"/>
                  </a:lnTo>
                  <a:lnTo>
                    <a:pt x="124514" y="542265"/>
                  </a:lnTo>
                  <a:lnTo>
                    <a:pt x="125329" y="694383"/>
                  </a:lnTo>
                  <a:lnTo>
                    <a:pt x="126144" y="839461"/>
                  </a:lnTo>
                  <a:lnTo>
                    <a:pt x="126958" y="985278"/>
                  </a:lnTo>
                  <a:lnTo>
                    <a:pt x="127773" y="1068499"/>
                  </a:lnTo>
                  <a:lnTo>
                    <a:pt x="128588" y="1180928"/>
                  </a:lnTo>
                  <a:lnTo>
                    <a:pt x="129403" y="1275066"/>
                  </a:lnTo>
                  <a:lnTo>
                    <a:pt x="130217" y="1216655"/>
                  </a:lnTo>
                  <a:lnTo>
                    <a:pt x="131032" y="1169438"/>
                  </a:lnTo>
                  <a:lnTo>
                    <a:pt x="131847" y="1130848"/>
                  </a:lnTo>
                  <a:lnTo>
                    <a:pt x="132662" y="1069853"/>
                  </a:lnTo>
                  <a:lnTo>
                    <a:pt x="133477" y="933595"/>
                  </a:lnTo>
                  <a:lnTo>
                    <a:pt x="134291" y="848387"/>
                  </a:lnTo>
                  <a:lnTo>
                    <a:pt x="135106" y="823522"/>
                  </a:lnTo>
                  <a:lnTo>
                    <a:pt x="135921" y="702023"/>
                  </a:lnTo>
                  <a:lnTo>
                    <a:pt x="136736" y="723619"/>
                  </a:lnTo>
                  <a:lnTo>
                    <a:pt x="137550" y="778466"/>
                  </a:lnTo>
                  <a:lnTo>
                    <a:pt x="138365" y="795805"/>
                  </a:lnTo>
                  <a:lnTo>
                    <a:pt x="139180" y="763717"/>
                  </a:lnTo>
                  <a:lnTo>
                    <a:pt x="139995" y="841358"/>
                  </a:lnTo>
                  <a:lnTo>
                    <a:pt x="140810" y="993752"/>
                  </a:lnTo>
                  <a:lnTo>
                    <a:pt x="141624" y="1035348"/>
                  </a:lnTo>
                  <a:lnTo>
                    <a:pt x="142439" y="1102512"/>
                  </a:lnTo>
                  <a:lnTo>
                    <a:pt x="143254" y="1269982"/>
                  </a:lnTo>
                  <a:lnTo>
                    <a:pt x="143804" y="139014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8082337" y="2234588"/>
              <a:ext cx="79777" cy="1027888"/>
            </a:xfrm>
            <a:custGeom>
              <a:avLst/>
              <a:pathLst>
                <a:path w="79777" h="1027888">
                  <a:moveTo>
                    <a:pt x="0" y="1027888"/>
                  </a:moveTo>
                  <a:lnTo>
                    <a:pt x="344" y="985511"/>
                  </a:lnTo>
                  <a:lnTo>
                    <a:pt x="1159" y="765996"/>
                  </a:lnTo>
                  <a:lnTo>
                    <a:pt x="1974" y="553086"/>
                  </a:lnTo>
                  <a:lnTo>
                    <a:pt x="2789" y="387915"/>
                  </a:lnTo>
                  <a:lnTo>
                    <a:pt x="3604" y="308612"/>
                  </a:lnTo>
                  <a:lnTo>
                    <a:pt x="4418" y="226279"/>
                  </a:lnTo>
                  <a:lnTo>
                    <a:pt x="5233" y="317616"/>
                  </a:lnTo>
                  <a:lnTo>
                    <a:pt x="6048" y="528822"/>
                  </a:lnTo>
                  <a:lnTo>
                    <a:pt x="6863" y="666564"/>
                  </a:lnTo>
                  <a:lnTo>
                    <a:pt x="7677" y="652701"/>
                  </a:lnTo>
                  <a:lnTo>
                    <a:pt x="8492" y="570147"/>
                  </a:lnTo>
                  <a:lnTo>
                    <a:pt x="9307" y="564509"/>
                  </a:lnTo>
                  <a:lnTo>
                    <a:pt x="10122" y="630510"/>
                  </a:lnTo>
                  <a:lnTo>
                    <a:pt x="10937" y="632913"/>
                  </a:lnTo>
                  <a:lnTo>
                    <a:pt x="11751" y="666462"/>
                  </a:lnTo>
                  <a:lnTo>
                    <a:pt x="12566" y="712430"/>
                  </a:lnTo>
                  <a:lnTo>
                    <a:pt x="13381" y="736535"/>
                  </a:lnTo>
                  <a:lnTo>
                    <a:pt x="14196" y="701936"/>
                  </a:lnTo>
                  <a:lnTo>
                    <a:pt x="15010" y="610919"/>
                  </a:lnTo>
                  <a:lnTo>
                    <a:pt x="15825" y="575864"/>
                  </a:lnTo>
                  <a:lnTo>
                    <a:pt x="16640" y="539490"/>
                  </a:lnTo>
                  <a:lnTo>
                    <a:pt x="17455" y="579248"/>
                  </a:lnTo>
                  <a:lnTo>
                    <a:pt x="18270" y="643178"/>
                  </a:lnTo>
                  <a:lnTo>
                    <a:pt x="19084" y="728276"/>
                  </a:lnTo>
                  <a:lnTo>
                    <a:pt x="19899" y="771573"/>
                  </a:lnTo>
                  <a:lnTo>
                    <a:pt x="20714" y="771560"/>
                  </a:lnTo>
                  <a:lnTo>
                    <a:pt x="21529" y="754240"/>
                  </a:lnTo>
                  <a:lnTo>
                    <a:pt x="22343" y="749651"/>
                  </a:lnTo>
                  <a:lnTo>
                    <a:pt x="23158" y="679607"/>
                  </a:lnTo>
                  <a:lnTo>
                    <a:pt x="23973" y="617609"/>
                  </a:lnTo>
                  <a:lnTo>
                    <a:pt x="24788" y="604664"/>
                  </a:lnTo>
                  <a:lnTo>
                    <a:pt x="25603" y="629536"/>
                  </a:lnTo>
                  <a:lnTo>
                    <a:pt x="26417" y="590237"/>
                  </a:lnTo>
                  <a:lnTo>
                    <a:pt x="27232" y="429386"/>
                  </a:lnTo>
                  <a:lnTo>
                    <a:pt x="28047" y="426197"/>
                  </a:lnTo>
                  <a:lnTo>
                    <a:pt x="28862" y="477665"/>
                  </a:lnTo>
                  <a:lnTo>
                    <a:pt x="29677" y="410192"/>
                  </a:lnTo>
                  <a:lnTo>
                    <a:pt x="30491" y="231790"/>
                  </a:lnTo>
                  <a:lnTo>
                    <a:pt x="31306" y="110204"/>
                  </a:lnTo>
                  <a:lnTo>
                    <a:pt x="32121" y="120611"/>
                  </a:lnTo>
                  <a:lnTo>
                    <a:pt x="32936" y="134098"/>
                  </a:lnTo>
                  <a:lnTo>
                    <a:pt x="33750" y="33711"/>
                  </a:lnTo>
                  <a:lnTo>
                    <a:pt x="34565" y="0"/>
                  </a:lnTo>
                  <a:lnTo>
                    <a:pt x="35380" y="35232"/>
                  </a:lnTo>
                  <a:lnTo>
                    <a:pt x="36195" y="135154"/>
                  </a:lnTo>
                  <a:lnTo>
                    <a:pt x="37010" y="265938"/>
                  </a:lnTo>
                  <a:lnTo>
                    <a:pt x="37824" y="267863"/>
                  </a:lnTo>
                  <a:lnTo>
                    <a:pt x="38639" y="310842"/>
                  </a:lnTo>
                  <a:lnTo>
                    <a:pt x="39454" y="372373"/>
                  </a:lnTo>
                  <a:lnTo>
                    <a:pt x="40269" y="454688"/>
                  </a:lnTo>
                  <a:lnTo>
                    <a:pt x="41083" y="544953"/>
                  </a:lnTo>
                  <a:lnTo>
                    <a:pt x="41898" y="532100"/>
                  </a:lnTo>
                  <a:lnTo>
                    <a:pt x="42713" y="625188"/>
                  </a:lnTo>
                  <a:lnTo>
                    <a:pt x="43528" y="684487"/>
                  </a:lnTo>
                  <a:lnTo>
                    <a:pt x="44343" y="613733"/>
                  </a:lnTo>
                  <a:lnTo>
                    <a:pt x="45157" y="507617"/>
                  </a:lnTo>
                  <a:lnTo>
                    <a:pt x="45972" y="465083"/>
                  </a:lnTo>
                  <a:lnTo>
                    <a:pt x="46787" y="498777"/>
                  </a:lnTo>
                  <a:lnTo>
                    <a:pt x="47602" y="408506"/>
                  </a:lnTo>
                  <a:lnTo>
                    <a:pt x="48416" y="371692"/>
                  </a:lnTo>
                  <a:lnTo>
                    <a:pt x="49231" y="408665"/>
                  </a:lnTo>
                  <a:lnTo>
                    <a:pt x="50046" y="446243"/>
                  </a:lnTo>
                  <a:lnTo>
                    <a:pt x="50861" y="378066"/>
                  </a:lnTo>
                  <a:lnTo>
                    <a:pt x="51676" y="289656"/>
                  </a:lnTo>
                  <a:lnTo>
                    <a:pt x="52490" y="299572"/>
                  </a:lnTo>
                  <a:lnTo>
                    <a:pt x="53305" y="366535"/>
                  </a:lnTo>
                  <a:lnTo>
                    <a:pt x="54120" y="476344"/>
                  </a:lnTo>
                  <a:lnTo>
                    <a:pt x="54935" y="549298"/>
                  </a:lnTo>
                  <a:lnTo>
                    <a:pt x="55749" y="591877"/>
                  </a:lnTo>
                  <a:lnTo>
                    <a:pt x="56564" y="563043"/>
                  </a:lnTo>
                  <a:lnTo>
                    <a:pt x="57379" y="448470"/>
                  </a:lnTo>
                  <a:lnTo>
                    <a:pt x="58194" y="315824"/>
                  </a:lnTo>
                  <a:lnTo>
                    <a:pt x="59009" y="328941"/>
                  </a:lnTo>
                  <a:lnTo>
                    <a:pt x="59823" y="382489"/>
                  </a:lnTo>
                  <a:lnTo>
                    <a:pt x="60638" y="437195"/>
                  </a:lnTo>
                  <a:lnTo>
                    <a:pt x="61453" y="565239"/>
                  </a:lnTo>
                  <a:lnTo>
                    <a:pt x="62268" y="708073"/>
                  </a:lnTo>
                  <a:lnTo>
                    <a:pt x="63082" y="777418"/>
                  </a:lnTo>
                  <a:lnTo>
                    <a:pt x="63897" y="687536"/>
                  </a:lnTo>
                  <a:lnTo>
                    <a:pt x="64712" y="580098"/>
                  </a:lnTo>
                  <a:lnTo>
                    <a:pt x="65527" y="554581"/>
                  </a:lnTo>
                  <a:lnTo>
                    <a:pt x="66342" y="608772"/>
                  </a:lnTo>
                  <a:lnTo>
                    <a:pt x="67156" y="689193"/>
                  </a:lnTo>
                  <a:lnTo>
                    <a:pt x="67971" y="755229"/>
                  </a:lnTo>
                  <a:lnTo>
                    <a:pt x="68786" y="809483"/>
                  </a:lnTo>
                  <a:lnTo>
                    <a:pt x="69601" y="906415"/>
                  </a:lnTo>
                  <a:lnTo>
                    <a:pt x="70416" y="868984"/>
                  </a:lnTo>
                  <a:lnTo>
                    <a:pt x="71230" y="621941"/>
                  </a:lnTo>
                  <a:lnTo>
                    <a:pt x="72045" y="394402"/>
                  </a:lnTo>
                  <a:lnTo>
                    <a:pt x="72860" y="252557"/>
                  </a:lnTo>
                  <a:lnTo>
                    <a:pt x="73675" y="148427"/>
                  </a:lnTo>
                  <a:lnTo>
                    <a:pt x="74489" y="45374"/>
                  </a:lnTo>
                  <a:lnTo>
                    <a:pt x="75304" y="26248"/>
                  </a:lnTo>
                  <a:lnTo>
                    <a:pt x="76119" y="210274"/>
                  </a:lnTo>
                  <a:lnTo>
                    <a:pt x="76934" y="440096"/>
                  </a:lnTo>
                  <a:lnTo>
                    <a:pt x="77749" y="647219"/>
                  </a:lnTo>
                  <a:lnTo>
                    <a:pt x="78563" y="828297"/>
                  </a:lnTo>
                  <a:lnTo>
                    <a:pt x="79378" y="960842"/>
                  </a:lnTo>
                  <a:lnTo>
                    <a:pt x="79777" y="102788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8164148" y="1782392"/>
              <a:ext cx="207422" cy="1480084"/>
            </a:xfrm>
            <a:custGeom>
              <a:avLst/>
              <a:pathLst>
                <a:path w="207422" h="1480084">
                  <a:moveTo>
                    <a:pt x="0" y="1480084"/>
                  </a:moveTo>
                  <a:lnTo>
                    <a:pt x="12" y="1478682"/>
                  </a:lnTo>
                  <a:lnTo>
                    <a:pt x="827" y="1340240"/>
                  </a:lnTo>
                  <a:lnTo>
                    <a:pt x="1642" y="1189027"/>
                  </a:lnTo>
                  <a:lnTo>
                    <a:pt x="2457" y="1080915"/>
                  </a:lnTo>
                  <a:lnTo>
                    <a:pt x="3271" y="927793"/>
                  </a:lnTo>
                  <a:lnTo>
                    <a:pt x="4086" y="840817"/>
                  </a:lnTo>
                  <a:lnTo>
                    <a:pt x="4901" y="775709"/>
                  </a:lnTo>
                  <a:lnTo>
                    <a:pt x="5716" y="712269"/>
                  </a:lnTo>
                  <a:lnTo>
                    <a:pt x="6530" y="688785"/>
                  </a:lnTo>
                  <a:lnTo>
                    <a:pt x="7345" y="653207"/>
                  </a:lnTo>
                  <a:lnTo>
                    <a:pt x="8160" y="664853"/>
                  </a:lnTo>
                  <a:lnTo>
                    <a:pt x="8975" y="650904"/>
                  </a:lnTo>
                  <a:lnTo>
                    <a:pt x="9790" y="696521"/>
                  </a:lnTo>
                  <a:lnTo>
                    <a:pt x="10604" y="796305"/>
                  </a:lnTo>
                  <a:lnTo>
                    <a:pt x="11419" y="816975"/>
                  </a:lnTo>
                  <a:lnTo>
                    <a:pt x="12234" y="711974"/>
                  </a:lnTo>
                  <a:lnTo>
                    <a:pt x="13049" y="580324"/>
                  </a:lnTo>
                  <a:lnTo>
                    <a:pt x="13863" y="557212"/>
                  </a:lnTo>
                  <a:lnTo>
                    <a:pt x="14678" y="557813"/>
                  </a:lnTo>
                  <a:lnTo>
                    <a:pt x="15493" y="481053"/>
                  </a:lnTo>
                  <a:lnTo>
                    <a:pt x="16308" y="449079"/>
                  </a:lnTo>
                  <a:lnTo>
                    <a:pt x="17123" y="540855"/>
                  </a:lnTo>
                  <a:lnTo>
                    <a:pt x="17937" y="689895"/>
                  </a:lnTo>
                  <a:lnTo>
                    <a:pt x="18752" y="682812"/>
                  </a:lnTo>
                  <a:lnTo>
                    <a:pt x="19567" y="565483"/>
                  </a:lnTo>
                  <a:lnTo>
                    <a:pt x="20382" y="564187"/>
                  </a:lnTo>
                  <a:lnTo>
                    <a:pt x="21196" y="603673"/>
                  </a:lnTo>
                  <a:lnTo>
                    <a:pt x="22011" y="578209"/>
                  </a:lnTo>
                  <a:lnTo>
                    <a:pt x="22826" y="478669"/>
                  </a:lnTo>
                  <a:lnTo>
                    <a:pt x="23641" y="463906"/>
                  </a:lnTo>
                  <a:lnTo>
                    <a:pt x="24456" y="508697"/>
                  </a:lnTo>
                  <a:lnTo>
                    <a:pt x="25270" y="449489"/>
                  </a:lnTo>
                  <a:lnTo>
                    <a:pt x="26085" y="398866"/>
                  </a:lnTo>
                  <a:lnTo>
                    <a:pt x="26900" y="438547"/>
                  </a:lnTo>
                  <a:lnTo>
                    <a:pt x="27715" y="476960"/>
                  </a:lnTo>
                  <a:lnTo>
                    <a:pt x="28529" y="458247"/>
                  </a:lnTo>
                  <a:lnTo>
                    <a:pt x="29344" y="477024"/>
                  </a:lnTo>
                  <a:lnTo>
                    <a:pt x="30159" y="556999"/>
                  </a:lnTo>
                  <a:lnTo>
                    <a:pt x="30974" y="698655"/>
                  </a:lnTo>
                  <a:lnTo>
                    <a:pt x="31789" y="841354"/>
                  </a:lnTo>
                  <a:lnTo>
                    <a:pt x="32603" y="1026569"/>
                  </a:lnTo>
                  <a:lnTo>
                    <a:pt x="33418" y="1164612"/>
                  </a:lnTo>
                  <a:lnTo>
                    <a:pt x="34233" y="1234249"/>
                  </a:lnTo>
                  <a:lnTo>
                    <a:pt x="35048" y="1260829"/>
                  </a:lnTo>
                  <a:lnTo>
                    <a:pt x="35862" y="1232007"/>
                  </a:lnTo>
                  <a:lnTo>
                    <a:pt x="36677" y="1250500"/>
                  </a:lnTo>
                  <a:lnTo>
                    <a:pt x="37492" y="1199612"/>
                  </a:lnTo>
                  <a:lnTo>
                    <a:pt x="38307" y="1140594"/>
                  </a:lnTo>
                  <a:lnTo>
                    <a:pt x="39122" y="1092623"/>
                  </a:lnTo>
                  <a:lnTo>
                    <a:pt x="39936" y="1040649"/>
                  </a:lnTo>
                  <a:lnTo>
                    <a:pt x="40751" y="1002198"/>
                  </a:lnTo>
                  <a:lnTo>
                    <a:pt x="41566" y="1004766"/>
                  </a:lnTo>
                  <a:lnTo>
                    <a:pt x="42381" y="983151"/>
                  </a:lnTo>
                  <a:lnTo>
                    <a:pt x="43196" y="1025275"/>
                  </a:lnTo>
                  <a:lnTo>
                    <a:pt x="44010" y="1118072"/>
                  </a:lnTo>
                  <a:lnTo>
                    <a:pt x="44825" y="1229440"/>
                  </a:lnTo>
                  <a:lnTo>
                    <a:pt x="45640" y="1303867"/>
                  </a:lnTo>
                  <a:lnTo>
                    <a:pt x="46455" y="1282809"/>
                  </a:lnTo>
                  <a:lnTo>
                    <a:pt x="47269" y="1355311"/>
                  </a:lnTo>
                  <a:lnTo>
                    <a:pt x="48084" y="1413529"/>
                  </a:lnTo>
                  <a:lnTo>
                    <a:pt x="48899" y="1403822"/>
                  </a:lnTo>
                  <a:lnTo>
                    <a:pt x="49714" y="1358236"/>
                  </a:lnTo>
                  <a:lnTo>
                    <a:pt x="50529" y="1326183"/>
                  </a:lnTo>
                  <a:lnTo>
                    <a:pt x="51343" y="1326184"/>
                  </a:lnTo>
                  <a:lnTo>
                    <a:pt x="52158" y="1321926"/>
                  </a:lnTo>
                  <a:lnTo>
                    <a:pt x="52973" y="1252900"/>
                  </a:lnTo>
                  <a:lnTo>
                    <a:pt x="53788" y="1147159"/>
                  </a:lnTo>
                  <a:lnTo>
                    <a:pt x="54602" y="1084234"/>
                  </a:lnTo>
                  <a:lnTo>
                    <a:pt x="55417" y="1002740"/>
                  </a:lnTo>
                  <a:lnTo>
                    <a:pt x="56232" y="824844"/>
                  </a:lnTo>
                  <a:lnTo>
                    <a:pt x="57047" y="579131"/>
                  </a:lnTo>
                  <a:lnTo>
                    <a:pt x="57862" y="397167"/>
                  </a:lnTo>
                  <a:lnTo>
                    <a:pt x="58676" y="315202"/>
                  </a:lnTo>
                  <a:lnTo>
                    <a:pt x="59491" y="287691"/>
                  </a:lnTo>
                  <a:lnTo>
                    <a:pt x="60306" y="345146"/>
                  </a:lnTo>
                  <a:lnTo>
                    <a:pt x="61121" y="428120"/>
                  </a:lnTo>
                  <a:lnTo>
                    <a:pt x="61935" y="652919"/>
                  </a:lnTo>
                  <a:lnTo>
                    <a:pt x="62750" y="866028"/>
                  </a:lnTo>
                  <a:lnTo>
                    <a:pt x="63565" y="927116"/>
                  </a:lnTo>
                  <a:lnTo>
                    <a:pt x="64380" y="889609"/>
                  </a:lnTo>
                  <a:lnTo>
                    <a:pt x="65195" y="787406"/>
                  </a:lnTo>
                  <a:lnTo>
                    <a:pt x="66009" y="774334"/>
                  </a:lnTo>
                  <a:lnTo>
                    <a:pt x="66824" y="708465"/>
                  </a:lnTo>
                  <a:lnTo>
                    <a:pt x="67639" y="637132"/>
                  </a:lnTo>
                  <a:lnTo>
                    <a:pt x="68454" y="738753"/>
                  </a:lnTo>
                  <a:lnTo>
                    <a:pt x="69268" y="903032"/>
                  </a:lnTo>
                  <a:lnTo>
                    <a:pt x="70083" y="1061324"/>
                  </a:lnTo>
                  <a:lnTo>
                    <a:pt x="70898" y="1169320"/>
                  </a:lnTo>
                  <a:lnTo>
                    <a:pt x="71713" y="1250854"/>
                  </a:lnTo>
                  <a:lnTo>
                    <a:pt x="72528" y="1304338"/>
                  </a:lnTo>
                  <a:lnTo>
                    <a:pt x="73342" y="1216083"/>
                  </a:lnTo>
                  <a:lnTo>
                    <a:pt x="74157" y="1079282"/>
                  </a:lnTo>
                  <a:lnTo>
                    <a:pt x="74972" y="945262"/>
                  </a:lnTo>
                  <a:lnTo>
                    <a:pt x="75787" y="807458"/>
                  </a:lnTo>
                  <a:lnTo>
                    <a:pt x="76601" y="659826"/>
                  </a:lnTo>
                  <a:lnTo>
                    <a:pt x="77416" y="646737"/>
                  </a:lnTo>
                  <a:lnTo>
                    <a:pt x="78231" y="664179"/>
                  </a:lnTo>
                  <a:lnTo>
                    <a:pt x="79046" y="621421"/>
                  </a:lnTo>
                  <a:lnTo>
                    <a:pt x="79861" y="512365"/>
                  </a:lnTo>
                  <a:lnTo>
                    <a:pt x="80675" y="435551"/>
                  </a:lnTo>
                  <a:lnTo>
                    <a:pt x="81490" y="440771"/>
                  </a:lnTo>
                  <a:lnTo>
                    <a:pt x="82305" y="306308"/>
                  </a:lnTo>
                  <a:lnTo>
                    <a:pt x="83120" y="226887"/>
                  </a:lnTo>
                  <a:lnTo>
                    <a:pt x="83935" y="310826"/>
                  </a:lnTo>
                  <a:lnTo>
                    <a:pt x="84749" y="452997"/>
                  </a:lnTo>
                  <a:lnTo>
                    <a:pt x="85564" y="473071"/>
                  </a:lnTo>
                  <a:lnTo>
                    <a:pt x="86379" y="396644"/>
                  </a:lnTo>
                  <a:lnTo>
                    <a:pt x="87194" y="381221"/>
                  </a:lnTo>
                  <a:lnTo>
                    <a:pt x="88008" y="322591"/>
                  </a:lnTo>
                  <a:lnTo>
                    <a:pt x="88823" y="312873"/>
                  </a:lnTo>
                  <a:lnTo>
                    <a:pt x="89638" y="114900"/>
                  </a:lnTo>
                  <a:lnTo>
                    <a:pt x="90453" y="0"/>
                  </a:lnTo>
                  <a:lnTo>
                    <a:pt x="91268" y="190981"/>
                  </a:lnTo>
                  <a:lnTo>
                    <a:pt x="92082" y="409684"/>
                  </a:lnTo>
                  <a:lnTo>
                    <a:pt x="92897" y="661076"/>
                  </a:lnTo>
                  <a:lnTo>
                    <a:pt x="93712" y="775664"/>
                  </a:lnTo>
                  <a:lnTo>
                    <a:pt x="94527" y="1074540"/>
                  </a:lnTo>
                  <a:lnTo>
                    <a:pt x="95341" y="1383983"/>
                  </a:lnTo>
                  <a:lnTo>
                    <a:pt x="96156" y="1421354"/>
                  </a:lnTo>
                  <a:lnTo>
                    <a:pt x="96971" y="1421354"/>
                  </a:lnTo>
                  <a:lnTo>
                    <a:pt x="97786" y="1421354"/>
                  </a:lnTo>
                  <a:lnTo>
                    <a:pt x="98601" y="1421354"/>
                  </a:lnTo>
                  <a:lnTo>
                    <a:pt x="99415" y="1421354"/>
                  </a:lnTo>
                  <a:lnTo>
                    <a:pt x="100230" y="1421354"/>
                  </a:lnTo>
                  <a:lnTo>
                    <a:pt x="101045" y="1421354"/>
                  </a:lnTo>
                  <a:lnTo>
                    <a:pt x="101860" y="1338701"/>
                  </a:lnTo>
                  <a:lnTo>
                    <a:pt x="102674" y="1141344"/>
                  </a:lnTo>
                  <a:lnTo>
                    <a:pt x="103489" y="963500"/>
                  </a:lnTo>
                  <a:lnTo>
                    <a:pt x="104304" y="854180"/>
                  </a:lnTo>
                  <a:lnTo>
                    <a:pt x="105119" y="600375"/>
                  </a:lnTo>
                  <a:lnTo>
                    <a:pt x="105934" y="235598"/>
                  </a:lnTo>
                  <a:lnTo>
                    <a:pt x="106748" y="35250"/>
                  </a:lnTo>
                  <a:lnTo>
                    <a:pt x="107563" y="70024"/>
                  </a:lnTo>
                  <a:lnTo>
                    <a:pt x="108378" y="115536"/>
                  </a:lnTo>
                  <a:lnTo>
                    <a:pt x="109193" y="119664"/>
                  </a:lnTo>
                  <a:lnTo>
                    <a:pt x="110007" y="307198"/>
                  </a:lnTo>
                  <a:lnTo>
                    <a:pt x="110822" y="566236"/>
                  </a:lnTo>
                  <a:lnTo>
                    <a:pt x="111637" y="730570"/>
                  </a:lnTo>
                  <a:lnTo>
                    <a:pt x="112452" y="806446"/>
                  </a:lnTo>
                  <a:lnTo>
                    <a:pt x="113267" y="928376"/>
                  </a:lnTo>
                  <a:lnTo>
                    <a:pt x="114081" y="1036604"/>
                  </a:lnTo>
                  <a:lnTo>
                    <a:pt x="114896" y="1024512"/>
                  </a:lnTo>
                  <a:lnTo>
                    <a:pt x="115711" y="1074467"/>
                  </a:lnTo>
                  <a:lnTo>
                    <a:pt x="116526" y="1130669"/>
                  </a:lnTo>
                  <a:lnTo>
                    <a:pt x="117340" y="1087607"/>
                  </a:lnTo>
                  <a:lnTo>
                    <a:pt x="118155" y="981755"/>
                  </a:lnTo>
                  <a:lnTo>
                    <a:pt x="118970" y="832543"/>
                  </a:lnTo>
                  <a:lnTo>
                    <a:pt x="119785" y="736840"/>
                  </a:lnTo>
                  <a:lnTo>
                    <a:pt x="120600" y="694806"/>
                  </a:lnTo>
                  <a:lnTo>
                    <a:pt x="121414" y="675282"/>
                  </a:lnTo>
                  <a:lnTo>
                    <a:pt x="122229" y="659724"/>
                  </a:lnTo>
                  <a:lnTo>
                    <a:pt x="123044" y="655512"/>
                  </a:lnTo>
                  <a:lnTo>
                    <a:pt x="123859" y="766365"/>
                  </a:lnTo>
                  <a:lnTo>
                    <a:pt x="124674" y="883004"/>
                  </a:lnTo>
                  <a:lnTo>
                    <a:pt x="125488" y="923092"/>
                  </a:lnTo>
                  <a:lnTo>
                    <a:pt x="126303" y="1010682"/>
                  </a:lnTo>
                  <a:lnTo>
                    <a:pt x="127118" y="1183987"/>
                  </a:lnTo>
                  <a:lnTo>
                    <a:pt x="127933" y="1220369"/>
                  </a:lnTo>
                  <a:lnTo>
                    <a:pt x="128747" y="1017524"/>
                  </a:lnTo>
                  <a:lnTo>
                    <a:pt x="129562" y="818857"/>
                  </a:lnTo>
                  <a:lnTo>
                    <a:pt x="130377" y="600912"/>
                  </a:lnTo>
                  <a:lnTo>
                    <a:pt x="131192" y="369283"/>
                  </a:lnTo>
                  <a:lnTo>
                    <a:pt x="132007" y="189500"/>
                  </a:lnTo>
                  <a:lnTo>
                    <a:pt x="132821" y="165268"/>
                  </a:lnTo>
                  <a:lnTo>
                    <a:pt x="133636" y="295839"/>
                  </a:lnTo>
                  <a:lnTo>
                    <a:pt x="134451" y="458895"/>
                  </a:lnTo>
                  <a:lnTo>
                    <a:pt x="135266" y="654438"/>
                  </a:lnTo>
                  <a:lnTo>
                    <a:pt x="136080" y="736923"/>
                  </a:lnTo>
                  <a:lnTo>
                    <a:pt x="136895" y="753563"/>
                  </a:lnTo>
                  <a:lnTo>
                    <a:pt x="137710" y="795313"/>
                  </a:lnTo>
                  <a:lnTo>
                    <a:pt x="138525" y="760359"/>
                  </a:lnTo>
                  <a:lnTo>
                    <a:pt x="139340" y="654630"/>
                  </a:lnTo>
                  <a:lnTo>
                    <a:pt x="140154" y="566412"/>
                  </a:lnTo>
                  <a:lnTo>
                    <a:pt x="140969" y="612568"/>
                  </a:lnTo>
                  <a:lnTo>
                    <a:pt x="141784" y="629441"/>
                  </a:lnTo>
                  <a:lnTo>
                    <a:pt x="142599" y="505197"/>
                  </a:lnTo>
                  <a:lnTo>
                    <a:pt x="143413" y="532866"/>
                  </a:lnTo>
                  <a:lnTo>
                    <a:pt x="144228" y="578238"/>
                  </a:lnTo>
                  <a:lnTo>
                    <a:pt x="145043" y="569887"/>
                  </a:lnTo>
                  <a:lnTo>
                    <a:pt x="145858" y="590182"/>
                  </a:lnTo>
                  <a:lnTo>
                    <a:pt x="146673" y="687382"/>
                  </a:lnTo>
                  <a:lnTo>
                    <a:pt x="147487" y="877503"/>
                  </a:lnTo>
                  <a:lnTo>
                    <a:pt x="148302" y="934832"/>
                  </a:lnTo>
                  <a:lnTo>
                    <a:pt x="149117" y="938305"/>
                  </a:lnTo>
                  <a:lnTo>
                    <a:pt x="149932" y="965924"/>
                  </a:lnTo>
                  <a:lnTo>
                    <a:pt x="150746" y="974295"/>
                  </a:lnTo>
                  <a:lnTo>
                    <a:pt x="151561" y="938044"/>
                  </a:lnTo>
                  <a:lnTo>
                    <a:pt x="152376" y="909336"/>
                  </a:lnTo>
                  <a:lnTo>
                    <a:pt x="153191" y="963014"/>
                  </a:lnTo>
                  <a:lnTo>
                    <a:pt x="154006" y="1001891"/>
                  </a:lnTo>
                  <a:lnTo>
                    <a:pt x="154820" y="952424"/>
                  </a:lnTo>
                  <a:lnTo>
                    <a:pt x="155635" y="875959"/>
                  </a:lnTo>
                  <a:lnTo>
                    <a:pt x="156450" y="836979"/>
                  </a:lnTo>
                  <a:lnTo>
                    <a:pt x="157265" y="758054"/>
                  </a:lnTo>
                  <a:lnTo>
                    <a:pt x="158079" y="686370"/>
                  </a:lnTo>
                  <a:lnTo>
                    <a:pt x="158894" y="754313"/>
                  </a:lnTo>
                  <a:lnTo>
                    <a:pt x="159709" y="921116"/>
                  </a:lnTo>
                  <a:lnTo>
                    <a:pt x="160524" y="1012062"/>
                  </a:lnTo>
                  <a:lnTo>
                    <a:pt x="161339" y="1092032"/>
                  </a:lnTo>
                  <a:lnTo>
                    <a:pt x="162153" y="1200355"/>
                  </a:lnTo>
                  <a:lnTo>
                    <a:pt x="162968" y="1275916"/>
                  </a:lnTo>
                  <a:lnTo>
                    <a:pt x="163783" y="1319016"/>
                  </a:lnTo>
                  <a:lnTo>
                    <a:pt x="164598" y="1304837"/>
                  </a:lnTo>
                  <a:lnTo>
                    <a:pt x="165413" y="1201894"/>
                  </a:lnTo>
                  <a:lnTo>
                    <a:pt x="166227" y="979559"/>
                  </a:lnTo>
                  <a:lnTo>
                    <a:pt x="167042" y="701388"/>
                  </a:lnTo>
                  <a:lnTo>
                    <a:pt x="167857" y="422879"/>
                  </a:lnTo>
                  <a:lnTo>
                    <a:pt x="168672" y="209430"/>
                  </a:lnTo>
                  <a:lnTo>
                    <a:pt x="169486" y="89779"/>
                  </a:lnTo>
                  <a:lnTo>
                    <a:pt x="170301" y="113800"/>
                  </a:lnTo>
                  <a:lnTo>
                    <a:pt x="171116" y="316870"/>
                  </a:lnTo>
                  <a:lnTo>
                    <a:pt x="171931" y="490145"/>
                  </a:lnTo>
                  <a:lnTo>
                    <a:pt x="172746" y="535757"/>
                  </a:lnTo>
                  <a:lnTo>
                    <a:pt x="173560" y="440288"/>
                  </a:lnTo>
                  <a:lnTo>
                    <a:pt x="174375" y="350773"/>
                  </a:lnTo>
                  <a:lnTo>
                    <a:pt x="175190" y="360221"/>
                  </a:lnTo>
                  <a:lnTo>
                    <a:pt x="176005" y="381755"/>
                  </a:lnTo>
                  <a:lnTo>
                    <a:pt x="176819" y="479903"/>
                  </a:lnTo>
                  <a:lnTo>
                    <a:pt x="177634" y="632834"/>
                  </a:lnTo>
                  <a:lnTo>
                    <a:pt x="178449" y="874998"/>
                  </a:lnTo>
                  <a:lnTo>
                    <a:pt x="179264" y="939181"/>
                  </a:lnTo>
                  <a:lnTo>
                    <a:pt x="180079" y="878122"/>
                  </a:lnTo>
                  <a:lnTo>
                    <a:pt x="180893" y="767727"/>
                  </a:lnTo>
                  <a:lnTo>
                    <a:pt x="181708" y="603941"/>
                  </a:lnTo>
                  <a:lnTo>
                    <a:pt x="182523" y="608768"/>
                  </a:lnTo>
                  <a:lnTo>
                    <a:pt x="183338" y="681122"/>
                  </a:lnTo>
                  <a:lnTo>
                    <a:pt x="184152" y="872027"/>
                  </a:lnTo>
                  <a:lnTo>
                    <a:pt x="184967" y="1056806"/>
                  </a:lnTo>
                  <a:lnTo>
                    <a:pt x="185782" y="1181285"/>
                  </a:lnTo>
                  <a:lnTo>
                    <a:pt x="186597" y="1351815"/>
                  </a:lnTo>
                  <a:lnTo>
                    <a:pt x="187412" y="1426956"/>
                  </a:lnTo>
                  <a:lnTo>
                    <a:pt x="188226" y="1343649"/>
                  </a:lnTo>
                  <a:lnTo>
                    <a:pt x="189041" y="1153360"/>
                  </a:lnTo>
                  <a:lnTo>
                    <a:pt x="189856" y="1003143"/>
                  </a:lnTo>
                  <a:lnTo>
                    <a:pt x="190671" y="982402"/>
                  </a:lnTo>
                  <a:lnTo>
                    <a:pt x="191485" y="934347"/>
                  </a:lnTo>
                  <a:lnTo>
                    <a:pt x="192300" y="854457"/>
                  </a:lnTo>
                  <a:lnTo>
                    <a:pt x="193115" y="905811"/>
                  </a:lnTo>
                  <a:lnTo>
                    <a:pt x="193930" y="1063902"/>
                  </a:lnTo>
                  <a:lnTo>
                    <a:pt x="194745" y="1085789"/>
                  </a:lnTo>
                  <a:lnTo>
                    <a:pt x="195559" y="949027"/>
                  </a:lnTo>
                  <a:lnTo>
                    <a:pt x="196374" y="889759"/>
                  </a:lnTo>
                  <a:lnTo>
                    <a:pt x="197189" y="872013"/>
                  </a:lnTo>
                  <a:lnTo>
                    <a:pt x="198004" y="795129"/>
                  </a:lnTo>
                  <a:lnTo>
                    <a:pt x="198819" y="702393"/>
                  </a:lnTo>
                  <a:lnTo>
                    <a:pt x="199633" y="709457"/>
                  </a:lnTo>
                  <a:lnTo>
                    <a:pt x="200448" y="838558"/>
                  </a:lnTo>
                  <a:lnTo>
                    <a:pt x="201263" y="900784"/>
                  </a:lnTo>
                  <a:lnTo>
                    <a:pt x="202078" y="947203"/>
                  </a:lnTo>
                  <a:lnTo>
                    <a:pt x="202892" y="966481"/>
                  </a:lnTo>
                  <a:lnTo>
                    <a:pt x="203707" y="1065332"/>
                  </a:lnTo>
                  <a:lnTo>
                    <a:pt x="204522" y="1199707"/>
                  </a:lnTo>
                  <a:lnTo>
                    <a:pt x="205337" y="1261508"/>
                  </a:lnTo>
                  <a:lnTo>
                    <a:pt x="206152" y="1332947"/>
                  </a:lnTo>
                  <a:lnTo>
                    <a:pt x="206966" y="1413013"/>
                  </a:lnTo>
                  <a:lnTo>
                    <a:pt x="207422" y="148008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8375496" y="2861927"/>
              <a:ext cx="11645" cy="400549"/>
            </a:xfrm>
            <a:custGeom>
              <a:avLst/>
              <a:pathLst>
                <a:path w="11645" h="400549">
                  <a:moveTo>
                    <a:pt x="0" y="400549"/>
                  </a:moveTo>
                  <a:lnTo>
                    <a:pt x="507" y="380247"/>
                  </a:lnTo>
                  <a:lnTo>
                    <a:pt x="1322" y="295852"/>
                  </a:lnTo>
                  <a:lnTo>
                    <a:pt x="2136" y="255177"/>
                  </a:lnTo>
                  <a:lnTo>
                    <a:pt x="2951" y="184846"/>
                  </a:lnTo>
                  <a:lnTo>
                    <a:pt x="3766" y="97259"/>
                  </a:lnTo>
                  <a:lnTo>
                    <a:pt x="4581" y="73112"/>
                  </a:lnTo>
                  <a:lnTo>
                    <a:pt x="5396" y="37524"/>
                  </a:lnTo>
                  <a:lnTo>
                    <a:pt x="6210" y="17460"/>
                  </a:lnTo>
                  <a:lnTo>
                    <a:pt x="7025" y="0"/>
                  </a:lnTo>
                  <a:lnTo>
                    <a:pt x="7840" y="80042"/>
                  </a:lnTo>
                  <a:lnTo>
                    <a:pt x="8655" y="170356"/>
                  </a:lnTo>
                  <a:lnTo>
                    <a:pt x="9469" y="193198"/>
                  </a:lnTo>
                  <a:lnTo>
                    <a:pt x="10284" y="224495"/>
                  </a:lnTo>
                  <a:lnTo>
                    <a:pt x="11099" y="324884"/>
                  </a:lnTo>
                  <a:lnTo>
                    <a:pt x="11645" y="40054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8388690" y="2804856"/>
              <a:ext cx="76718" cy="457621"/>
            </a:xfrm>
            <a:custGeom>
              <a:avLst/>
              <a:pathLst>
                <a:path w="76718" h="457621">
                  <a:moveTo>
                    <a:pt x="0" y="457621"/>
                  </a:moveTo>
                  <a:lnTo>
                    <a:pt x="349" y="435008"/>
                  </a:lnTo>
                  <a:lnTo>
                    <a:pt x="1164" y="417823"/>
                  </a:lnTo>
                  <a:lnTo>
                    <a:pt x="1979" y="425869"/>
                  </a:lnTo>
                  <a:lnTo>
                    <a:pt x="2794" y="394046"/>
                  </a:lnTo>
                  <a:lnTo>
                    <a:pt x="3609" y="333033"/>
                  </a:lnTo>
                  <a:lnTo>
                    <a:pt x="4423" y="330482"/>
                  </a:lnTo>
                  <a:lnTo>
                    <a:pt x="5238" y="380399"/>
                  </a:lnTo>
                  <a:lnTo>
                    <a:pt x="6053" y="398891"/>
                  </a:lnTo>
                  <a:lnTo>
                    <a:pt x="6868" y="398891"/>
                  </a:lnTo>
                  <a:lnTo>
                    <a:pt x="7682" y="398891"/>
                  </a:lnTo>
                  <a:lnTo>
                    <a:pt x="8497" y="398891"/>
                  </a:lnTo>
                  <a:lnTo>
                    <a:pt x="9312" y="398891"/>
                  </a:lnTo>
                  <a:lnTo>
                    <a:pt x="10127" y="398891"/>
                  </a:lnTo>
                  <a:lnTo>
                    <a:pt x="10942" y="398891"/>
                  </a:lnTo>
                  <a:lnTo>
                    <a:pt x="11756" y="398891"/>
                  </a:lnTo>
                  <a:lnTo>
                    <a:pt x="12571" y="351136"/>
                  </a:lnTo>
                  <a:lnTo>
                    <a:pt x="13386" y="307614"/>
                  </a:lnTo>
                  <a:lnTo>
                    <a:pt x="14201" y="307614"/>
                  </a:lnTo>
                  <a:lnTo>
                    <a:pt x="15016" y="307614"/>
                  </a:lnTo>
                  <a:lnTo>
                    <a:pt x="15830" y="307614"/>
                  </a:lnTo>
                  <a:lnTo>
                    <a:pt x="16645" y="307615"/>
                  </a:lnTo>
                  <a:lnTo>
                    <a:pt x="17460" y="355369"/>
                  </a:lnTo>
                  <a:lnTo>
                    <a:pt x="18275" y="398891"/>
                  </a:lnTo>
                  <a:lnTo>
                    <a:pt x="19089" y="363334"/>
                  </a:lnTo>
                  <a:lnTo>
                    <a:pt x="19904" y="315506"/>
                  </a:lnTo>
                  <a:lnTo>
                    <a:pt x="20719" y="269227"/>
                  </a:lnTo>
                  <a:lnTo>
                    <a:pt x="21534" y="278988"/>
                  </a:lnTo>
                  <a:lnTo>
                    <a:pt x="22349" y="306125"/>
                  </a:lnTo>
                  <a:lnTo>
                    <a:pt x="23163" y="337062"/>
                  </a:lnTo>
                  <a:lnTo>
                    <a:pt x="23978" y="400153"/>
                  </a:lnTo>
                  <a:lnTo>
                    <a:pt x="24793" y="436613"/>
                  </a:lnTo>
                  <a:lnTo>
                    <a:pt x="25608" y="386715"/>
                  </a:lnTo>
                  <a:lnTo>
                    <a:pt x="26422" y="276281"/>
                  </a:lnTo>
                  <a:lnTo>
                    <a:pt x="27237" y="221647"/>
                  </a:lnTo>
                  <a:lnTo>
                    <a:pt x="28052" y="118261"/>
                  </a:lnTo>
                  <a:lnTo>
                    <a:pt x="28867" y="19410"/>
                  </a:lnTo>
                  <a:lnTo>
                    <a:pt x="29682" y="0"/>
                  </a:lnTo>
                  <a:lnTo>
                    <a:pt x="30496" y="70238"/>
                  </a:lnTo>
                  <a:lnTo>
                    <a:pt x="31311" y="174830"/>
                  </a:lnTo>
                  <a:lnTo>
                    <a:pt x="32126" y="220166"/>
                  </a:lnTo>
                  <a:lnTo>
                    <a:pt x="32941" y="266248"/>
                  </a:lnTo>
                  <a:lnTo>
                    <a:pt x="33755" y="349314"/>
                  </a:lnTo>
                  <a:lnTo>
                    <a:pt x="34570" y="336185"/>
                  </a:lnTo>
                  <a:lnTo>
                    <a:pt x="35385" y="290238"/>
                  </a:lnTo>
                  <a:lnTo>
                    <a:pt x="36200" y="263231"/>
                  </a:lnTo>
                  <a:lnTo>
                    <a:pt x="37015" y="269081"/>
                  </a:lnTo>
                  <a:lnTo>
                    <a:pt x="37829" y="256172"/>
                  </a:lnTo>
                  <a:lnTo>
                    <a:pt x="38644" y="171562"/>
                  </a:lnTo>
                  <a:lnTo>
                    <a:pt x="39459" y="158401"/>
                  </a:lnTo>
                  <a:lnTo>
                    <a:pt x="40274" y="219942"/>
                  </a:lnTo>
                  <a:lnTo>
                    <a:pt x="41088" y="189472"/>
                  </a:lnTo>
                  <a:lnTo>
                    <a:pt x="41903" y="136395"/>
                  </a:lnTo>
                  <a:lnTo>
                    <a:pt x="42718" y="211567"/>
                  </a:lnTo>
                  <a:lnTo>
                    <a:pt x="43533" y="300792"/>
                  </a:lnTo>
                  <a:lnTo>
                    <a:pt x="44348" y="297155"/>
                  </a:lnTo>
                  <a:lnTo>
                    <a:pt x="45162" y="263586"/>
                  </a:lnTo>
                  <a:lnTo>
                    <a:pt x="45977" y="267478"/>
                  </a:lnTo>
                  <a:lnTo>
                    <a:pt x="46792" y="215036"/>
                  </a:lnTo>
                  <a:lnTo>
                    <a:pt x="47607" y="136581"/>
                  </a:lnTo>
                  <a:lnTo>
                    <a:pt x="48421" y="47548"/>
                  </a:lnTo>
                  <a:lnTo>
                    <a:pt x="49236" y="48144"/>
                  </a:lnTo>
                  <a:lnTo>
                    <a:pt x="50051" y="80224"/>
                  </a:lnTo>
                  <a:lnTo>
                    <a:pt x="50866" y="171898"/>
                  </a:lnTo>
                  <a:lnTo>
                    <a:pt x="51681" y="291561"/>
                  </a:lnTo>
                  <a:lnTo>
                    <a:pt x="52495" y="370940"/>
                  </a:lnTo>
                  <a:lnTo>
                    <a:pt x="53310" y="397669"/>
                  </a:lnTo>
                  <a:lnTo>
                    <a:pt x="54125" y="344016"/>
                  </a:lnTo>
                  <a:lnTo>
                    <a:pt x="54940" y="305263"/>
                  </a:lnTo>
                  <a:lnTo>
                    <a:pt x="55755" y="276725"/>
                  </a:lnTo>
                  <a:lnTo>
                    <a:pt x="56569" y="274783"/>
                  </a:lnTo>
                  <a:lnTo>
                    <a:pt x="57384" y="247259"/>
                  </a:lnTo>
                  <a:lnTo>
                    <a:pt x="58199" y="274476"/>
                  </a:lnTo>
                  <a:lnTo>
                    <a:pt x="59014" y="355200"/>
                  </a:lnTo>
                  <a:lnTo>
                    <a:pt x="59828" y="392762"/>
                  </a:lnTo>
                  <a:lnTo>
                    <a:pt x="60643" y="365419"/>
                  </a:lnTo>
                  <a:lnTo>
                    <a:pt x="61458" y="335672"/>
                  </a:lnTo>
                  <a:lnTo>
                    <a:pt x="62273" y="357958"/>
                  </a:lnTo>
                  <a:lnTo>
                    <a:pt x="63088" y="359643"/>
                  </a:lnTo>
                  <a:lnTo>
                    <a:pt x="63902" y="363233"/>
                  </a:lnTo>
                  <a:lnTo>
                    <a:pt x="64717" y="365364"/>
                  </a:lnTo>
                  <a:lnTo>
                    <a:pt x="65532" y="373533"/>
                  </a:lnTo>
                  <a:lnTo>
                    <a:pt x="66347" y="285463"/>
                  </a:lnTo>
                  <a:lnTo>
                    <a:pt x="67161" y="228355"/>
                  </a:lnTo>
                  <a:lnTo>
                    <a:pt x="67976" y="186506"/>
                  </a:lnTo>
                  <a:lnTo>
                    <a:pt x="68791" y="154360"/>
                  </a:lnTo>
                  <a:lnTo>
                    <a:pt x="69606" y="156784"/>
                  </a:lnTo>
                  <a:lnTo>
                    <a:pt x="70421" y="162493"/>
                  </a:lnTo>
                  <a:lnTo>
                    <a:pt x="71235" y="244418"/>
                  </a:lnTo>
                  <a:lnTo>
                    <a:pt x="72050" y="269944"/>
                  </a:lnTo>
                  <a:lnTo>
                    <a:pt x="72865" y="328822"/>
                  </a:lnTo>
                  <a:lnTo>
                    <a:pt x="73680" y="373385"/>
                  </a:lnTo>
                  <a:lnTo>
                    <a:pt x="74494" y="329584"/>
                  </a:lnTo>
                  <a:lnTo>
                    <a:pt x="75309" y="343364"/>
                  </a:lnTo>
                  <a:lnTo>
                    <a:pt x="76124" y="401949"/>
                  </a:lnTo>
                  <a:lnTo>
                    <a:pt x="76718" y="45762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8471499" y="3035287"/>
              <a:ext cx="7840" cy="227189"/>
            </a:xfrm>
            <a:custGeom>
              <a:avLst/>
              <a:pathLst>
                <a:path w="7840" h="227189">
                  <a:moveTo>
                    <a:pt x="0" y="227189"/>
                  </a:moveTo>
                  <a:lnTo>
                    <a:pt x="648" y="203835"/>
                  </a:lnTo>
                  <a:lnTo>
                    <a:pt x="1462" y="137322"/>
                  </a:lnTo>
                  <a:lnTo>
                    <a:pt x="2277" y="47396"/>
                  </a:lnTo>
                  <a:lnTo>
                    <a:pt x="3092" y="0"/>
                  </a:lnTo>
                  <a:lnTo>
                    <a:pt x="3907" y="35194"/>
                  </a:lnTo>
                  <a:lnTo>
                    <a:pt x="4722" y="40950"/>
                  </a:lnTo>
                  <a:lnTo>
                    <a:pt x="5536" y="16741"/>
                  </a:lnTo>
                  <a:lnTo>
                    <a:pt x="6351" y="50308"/>
                  </a:lnTo>
                  <a:lnTo>
                    <a:pt x="7166" y="163313"/>
                  </a:lnTo>
                  <a:lnTo>
                    <a:pt x="7840" y="22718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8483271" y="3016537"/>
              <a:ext cx="9928" cy="245939"/>
            </a:xfrm>
            <a:custGeom>
              <a:avLst/>
              <a:pathLst>
                <a:path w="9928" h="245939">
                  <a:moveTo>
                    <a:pt x="0" y="245939"/>
                  </a:moveTo>
                  <a:lnTo>
                    <a:pt x="282" y="216352"/>
                  </a:lnTo>
                  <a:lnTo>
                    <a:pt x="1097" y="166477"/>
                  </a:lnTo>
                  <a:lnTo>
                    <a:pt x="1912" y="151924"/>
                  </a:lnTo>
                  <a:lnTo>
                    <a:pt x="2727" y="152781"/>
                  </a:lnTo>
                  <a:lnTo>
                    <a:pt x="3541" y="189636"/>
                  </a:lnTo>
                  <a:lnTo>
                    <a:pt x="4356" y="175062"/>
                  </a:lnTo>
                  <a:lnTo>
                    <a:pt x="5171" y="103660"/>
                  </a:lnTo>
                  <a:lnTo>
                    <a:pt x="5986" y="50597"/>
                  </a:lnTo>
                  <a:lnTo>
                    <a:pt x="6801" y="83"/>
                  </a:lnTo>
                  <a:lnTo>
                    <a:pt x="7615" y="0"/>
                  </a:lnTo>
                  <a:lnTo>
                    <a:pt x="8430" y="50432"/>
                  </a:lnTo>
                  <a:lnTo>
                    <a:pt x="9245" y="116621"/>
                  </a:lnTo>
                  <a:lnTo>
                    <a:pt x="9928" y="24593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8495720" y="2692748"/>
              <a:ext cx="15067" cy="569728"/>
            </a:xfrm>
            <a:custGeom>
              <a:avLst/>
              <a:pathLst>
                <a:path w="15067" h="569728">
                  <a:moveTo>
                    <a:pt x="0" y="569728"/>
                  </a:moveTo>
                  <a:lnTo>
                    <a:pt x="56" y="561808"/>
                  </a:lnTo>
                  <a:lnTo>
                    <a:pt x="871" y="457688"/>
                  </a:lnTo>
                  <a:lnTo>
                    <a:pt x="1685" y="438896"/>
                  </a:lnTo>
                  <a:lnTo>
                    <a:pt x="2500" y="382979"/>
                  </a:lnTo>
                  <a:lnTo>
                    <a:pt x="3315" y="353514"/>
                  </a:lnTo>
                  <a:lnTo>
                    <a:pt x="4130" y="417477"/>
                  </a:lnTo>
                  <a:lnTo>
                    <a:pt x="4944" y="526174"/>
                  </a:lnTo>
                  <a:lnTo>
                    <a:pt x="5759" y="569280"/>
                  </a:lnTo>
                  <a:lnTo>
                    <a:pt x="6574" y="548022"/>
                  </a:lnTo>
                  <a:lnTo>
                    <a:pt x="7389" y="399312"/>
                  </a:lnTo>
                  <a:lnTo>
                    <a:pt x="8204" y="256625"/>
                  </a:lnTo>
                  <a:lnTo>
                    <a:pt x="9018" y="146969"/>
                  </a:lnTo>
                  <a:lnTo>
                    <a:pt x="9833" y="95300"/>
                  </a:lnTo>
                  <a:lnTo>
                    <a:pt x="10648" y="10204"/>
                  </a:lnTo>
                  <a:lnTo>
                    <a:pt x="11463" y="0"/>
                  </a:lnTo>
                  <a:lnTo>
                    <a:pt x="12277" y="120667"/>
                  </a:lnTo>
                  <a:lnTo>
                    <a:pt x="13092" y="294517"/>
                  </a:lnTo>
                  <a:lnTo>
                    <a:pt x="13907" y="432433"/>
                  </a:lnTo>
                  <a:lnTo>
                    <a:pt x="14722" y="514938"/>
                  </a:lnTo>
                  <a:lnTo>
                    <a:pt x="15067" y="56972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8518421" y="3253989"/>
              <a:ext cx="1054" cy="8487"/>
            </a:xfrm>
            <a:custGeom>
              <a:avLst/>
              <a:pathLst>
                <a:path w="1054" h="8487">
                  <a:moveTo>
                    <a:pt x="0" y="8487"/>
                  </a:moveTo>
                  <a:lnTo>
                    <a:pt x="168" y="0"/>
                  </a:lnTo>
                  <a:lnTo>
                    <a:pt x="983" y="5491"/>
                  </a:lnTo>
                  <a:lnTo>
                    <a:pt x="1054" y="848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8522870" y="2958574"/>
              <a:ext cx="5710" cy="303902"/>
            </a:xfrm>
            <a:custGeom>
              <a:avLst/>
              <a:pathLst>
                <a:path w="5710" h="303902">
                  <a:moveTo>
                    <a:pt x="0" y="303902"/>
                  </a:moveTo>
                  <a:lnTo>
                    <a:pt x="608" y="257653"/>
                  </a:lnTo>
                  <a:lnTo>
                    <a:pt x="1423" y="179847"/>
                  </a:lnTo>
                  <a:lnTo>
                    <a:pt x="2237" y="116855"/>
                  </a:lnTo>
                  <a:lnTo>
                    <a:pt x="3052" y="25093"/>
                  </a:lnTo>
                  <a:lnTo>
                    <a:pt x="3867" y="0"/>
                  </a:lnTo>
                  <a:lnTo>
                    <a:pt x="4682" y="147495"/>
                  </a:lnTo>
                  <a:lnTo>
                    <a:pt x="5496" y="274408"/>
                  </a:lnTo>
                  <a:lnTo>
                    <a:pt x="5710" y="30390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8534508" y="3251263"/>
              <a:ext cx="2071" cy="11213"/>
            </a:xfrm>
            <a:custGeom>
              <a:avLst/>
              <a:pathLst>
                <a:path w="2071" h="11213">
                  <a:moveTo>
                    <a:pt x="0" y="11213"/>
                  </a:moveTo>
                  <a:lnTo>
                    <a:pt x="377" y="588"/>
                  </a:lnTo>
                  <a:lnTo>
                    <a:pt x="1191" y="0"/>
                  </a:lnTo>
                  <a:lnTo>
                    <a:pt x="2006" y="10765"/>
                  </a:lnTo>
                  <a:lnTo>
                    <a:pt x="2071" y="1121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8539595" y="3250113"/>
              <a:ext cx="1854" cy="12363"/>
            </a:xfrm>
            <a:custGeom>
              <a:avLst/>
              <a:pathLst>
                <a:path w="1854" h="12363">
                  <a:moveTo>
                    <a:pt x="0" y="12363"/>
                  </a:moveTo>
                  <a:lnTo>
                    <a:pt x="178" y="0"/>
                  </a:lnTo>
                  <a:lnTo>
                    <a:pt x="993" y="2611"/>
                  </a:lnTo>
                  <a:lnTo>
                    <a:pt x="1808" y="9063"/>
                  </a:lnTo>
                  <a:lnTo>
                    <a:pt x="1854" y="1236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8546583" y="3185094"/>
              <a:ext cx="3313" cy="77382"/>
            </a:xfrm>
            <a:custGeom>
              <a:avLst/>
              <a:pathLst>
                <a:path w="3313" h="77382">
                  <a:moveTo>
                    <a:pt x="0" y="77382"/>
                  </a:moveTo>
                  <a:lnTo>
                    <a:pt x="524" y="37197"/>
                  </a:lnTo>
                  <a:lnTo>
                    <a:pt x="1338" y="0"/>
                  </a:lnTo>
                  <a:lnTo>
                    <a:pt x="2153" y="12677"/>
                  </a:lnTo>
                  <a:lnTo>
                    <a:pt x="2968" y="43442"/>
                  </a:lnTo>
                  <a:lnTo>
                    <a:pt x="3313" y="7738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8554544" y="2850939"/>
              <a:ext cx="8596" cy="411537"/>
            </a:xfrm>
            <a:custGeom>
              <a:avLst/>
              <a:pathLst>
                <a:path w="8596" h="411537">
                  <a:moveTo>
                    <a:pt x="0" y="411537"/>
                  </a:moveTo>
                  <a:lnTo>
                    <a:pt x="710" y="263039"/>
                  </a:lnTo>
                  <a:lnTo>
                    <a:pt x="1525" y="220330"/>
                  </a:lnTo>
                  <a:lnTo>
                    <a:pt x="2340" y="181060"/>
                  </a:lnTo>
                  <a:lnTo>
                    <a:pt x="3155" y="60464"/>
                  </a:lnTo>
                  <a:lnTo>
                    <a:pt x="3969" y="0"/>
                  </a:lnTo>
                  <a:lnTo>
                    <a:pt x="4784" y="63980"/>
                  </a:lnTo>
                  <a:lnTo>
                    <a:pt x="5599" y="157332"/>
                  </a:lnTo>
                  <a:lnTo>
                    <a:pt x="6414" y="176727"/>
                  </a:lnTo>
                  <a:lnTo>
                    <a:pt x="7229" y="214361"/>
                  </a:lnTo>
                  <a:lnTo>
                    <a:pt x="8043" y="340917"/>
                  </a:lnTo>
                  <a:lnTo>
                    <a:pt x="8596" y="41153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8567523" y="2985473"/>
              <a:ext cx="6486" cy="277003"/>
            </a:xfrm>
            <a:custGeom>
              <a:avLst/>
              <a:pathLst>
                <a:path w="6486" h="277003">
                  <a:moveTo>
                    <a:pt x="0" y="277003"/>
                  </a:moveTo>
                  <a:lnTo>
                    <a:pt x="768" y="227562"/>
                  </a:lnTo>
                  <a:lnTo>
                    <a:pt x="1582" y="158194"/>
                  </a:lnTo>
                  <a:lnTo>
                    <a:pt x="2397" y="41697"/>
                  </a:lnTo>
                  <a:lnTo>
                    <a:pt x="3212" y="0"/>
                  </a:lnTo>
                  <a:lnTo>
                    <a:pt x="4027" y="34916"/>
                  </a:lnTo>
                  <a:lnTo>
                    <a:pt x="4842" y="116423"/>
                  </a:lnTo>
                  <a:lnTo>
                    <a:pt x="5656" y="175918"/>
                  </a:lnTo>
                  <a:lnTo>
                    <a:pt x="6471" y="273630"/>
                  </a:lnTo>
                  <a:lnTo>
                    <a:pt x="6486" y="27700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8577692" y="2938253"/>
              <a:ext cx="13325" cy="324223"/>
            </a:xfrm>
            <a:custGeom>
              <a:avLst/>
              <a:pathLst>
                <a:path w="13325" h="324223">
                  <a:moveTo>
                    <a:pt x="0" y="324223"/>
                  </a:moveTo>
                  <a:lnTo>
                    <a:pt x="376" y="279727"/>
                  </a:lnTo>
                  <a:lnTo>
                    <a:pt x="1191" y="274371"/>
                  </a:lnTo>
                  <a:lnTo>
                    <a:pt x="2006" y="248992"/>
                  </a:lnTo>
                  <a:lnTo>
                    <a:pt x="2821" y="173261"/>
                  </a:lnTo>
                  <a:lnTo>
                    <a:pt x="3635" y="186620"/>
                  </a:lnTo>
                  <a:lnTo>
                    <a:pt x="4450" y="279980"/>
                  </a:lnTo>
                  <a:lnTo>
                    <a:pt x="5265" y="305590"/>
                  </a:lnTo>
                  <a:lnTo>
                    <a:pt x="6080" y="251875"/>
                  </a:lnTo>
                  <a:lnTo>
                    <a:pt x="6895" y="202202"/>
                  </a:lnTo>
                  <a:lnTo>
                    <a:pt x="7709" y="171872"/>
                  </a:lnTo>
                  <a:lnTo>
                    <a:pt x="8524" y="64680"/>
                  </a:lnTo>
                  <a:lnTo>
                    <a:pt x="9339" y="0"/>
                  </a:lnTo>
                  <a:lnTo>
                    <a:pt x="10154" y="17282"/>
                  </a:lnTo>
                  <a:lnTo>
                    <a:pt x="10969" y="85368"/>
                  </a:lnTo>
                  <a:lnTo>
                    <a:pt x="11783" y="139768"/>
                  </a:lnTo>
                  <a:lnTo>
                    <a:pt x="12598" y="220537"/>
                  </a:lnTo>
                  <a:lnTo>
                    <a:pt x="13325" y="32422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8592205" y="2809303"/>
              <a:ext cx="8677" cy="453173"/>
            </a:xfrm>
            <a:custGeom>
              <a:avLst/>
              <a:pathLst>
                <a:path w="8677" h="453173">
                  <a:moveTo>
                    <a:pt x="0" y="453173"/>
                  </a:moveTo>
                  <a:lnTo>
                    <a:pt x="530" y="399170"/>
                  </a:lnTo>
                  <a:lnTo>
                    <a:pt x="1344" y="331485"/>
                  </a:lnTo>
                  <a:lnTo>
                    <a:pt x="2159" y="237981"/>
                  </a:lnTo>
                  <a:lnTo>
                    <a:pt x="2974" y="98837"/>
                  </a:lnTo>
                  <a:lnTo>
                    <a:pt x="3789" y="0"/>
                  </a:lnTo>
                  <a:lnTo>
                    <a:pt x="4603" y="6781"/>
                  </a:lnTo>
                  <a:lnTo>
                    <a:pt x="5418" y="94843"/>
                  </a:lnTo>
                  <a:lnTo>
                    <a:pt x="6233" y="125169"/>
                  </a:lnTo>
                  <a:lnTo>
                    <a:pt x="7048" y="175634"/>
                  </a:lnTo>
                  <a:lnTo>
                    <a:pt x="7863" y="334306"/>
                  </a:lnTo>
                  <a:lnTo>
                    <a:pt x="8677" y="45317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8606793" y="3033341"/>
              <a:ext cx="23328" cy="229135"/>
            </a:xfrm>
            <a:custGeom>
              <a:avLst/>
              <a:pathLst>
                <a:path w="23328" h="229135">
                  <a:moveTo>
                    <a:pt x="0" y="229135"/>
                  </a:moveTo>
                  <a:lnTo>
                    <a:pt x="607" y="133863"/>
                  </a:lnTo>
                  <a:lnTo>
                    <a:pt x="1422" y="93667"/>
                  </a:lnTo>
                  <a:lnTo>
                    <a:pt x="2236" y="108453"/>
                  </a:lnTo>
                  <a:lnTo>
                    <a:pt x="3051" y="98729"/>
                  </a:lnTo>
                  <a:lnTo>
                    <a:pt x="3866" y="37132"/>
                  </a:lnTo>
                  <a:lnTo>
                    <a:pt x="4681" y="80615"/>
                  </a:lnTo>
                  <a:lnTo>
                    <a:pt x="5496" y="202828"/>
                  </a:lnTo>
                  <a:lnTo>
                    <a:pt x="6310" y="213739"/>
                  </a:lnTo>
                  <a:lnTo>
                    <a:pt x="7125" y="125199"/>
                  </a:lnTo>
                  <a:lnTo>
                    <a:pt x="7940" y="53338"/>
                  </a:lnTo>
                  <a:lnTo>
                    <a:pt x="8755" y="63564"/>
                  </a:lnTo>
                  <a:lnTo>
                    <a:pt x="9569" y="91286"/>
                  </a:lnTo>
                  <a:lnTo>
                    <a:pt x="10384" y="92969"/>
                  </a:lnTo>
                  <a:lnTo>
                    <a:pt x="11199" y="57988"/>
                  </a:lnTo>
                  <a:lnTo>
                    <a:pt x="12014" y="61157"/>
                  </a:lnTo>
                  <a:lnTo>
                    <a:pt x="12829" y="89768"/>
                  </a:lnTo>
                  <a:lnTo>
                    <a:pt x="13643" y="54859"/>
                  </a:lnTo>
                  <a:lnTo>
                    <a:pt x="14458" y="28178"/>
                  </a:lnTo>
                  <a:lnTo>
                    <a:pt x="15273" y="76024"/>
                  </a:lnTo>
                  <a:lnTo>
                    <a:pt x="16088" y="96618"/>
                  </a:lnTo>
                  <a:lnTo>
                    <a:pt x="16902" y="52009"/>
                  </a:lnTo>
                  <a:lnTo>
                    <a:pt x="17717" y="0"/>
                  </a:lnTo>
                  <a:lnTo>
                    <a:pt x="18532" y="49581"/>
                  </a:lnTo>
                  <a:lnTo>
                    <a:pt x="19347" y="77309"/>
                  </a:lnTo>
                  <a:lnTo>
                    <a:pt x="20162" y="44912"/>
                  </a:lnTo>
                  <a:lnTo>
                    <a:pt x="20976" y="48257"/>
                  </a:lnTo>
                  <a:lnTo>
                    <a:pt x="21791" y="95601"/>
                  </a:lnTo>
                  <a:lnTo>
                    <a:pt x="22606" y="165323"/>
                  </a:lnTo>
                  <a:lnTo>
                    <a:pt x="23328" y="22913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8631537" y="3260713"/>
              <a:ext cx="319" cy="1763"/>
            </a:xfrm>
            <a:custGeom>
              <a:avLst/>
              <a:pathLst>
                <a:path w="319" h="1763">
                  <a:moveTo>
                    <a:pt x="0" y="1763"/>
                  </a:moveTo>
                  <a:lnTo>
                    <a:pt x="307" y="0"/>
                  </a:lnTo>
                  <a:lnTo>
                    <a:pt x="319" y="176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8637183" y="2857334"/>
              <a:ext cx="30417" cy="405142"/>
            </a:xfrm>
            <a:custGeom>
              <a:avLst/>
              <a:pathLst>
                <a:path w="30417" h="405142">
                  <a:moveTo>
                    <a:pt x="0" y="405142"/>
                  </a:moveTo>
                  <a:lnTo>
                    <a:pt x="364" y="353584"/>
                  </a:lnTo>
                  <a:lnTo>
                    <a:pt x="1179" y="188816"/>
                  </a:lnTo>
                  <a:lnTo>
                    <a:pt x="1993" y="131995"/>
                  </a:lnTo>
                  <a:lnTo>
                    <a:pt x="2808" y="117622"/>
                  </a:lnTo>
                  <a:lnTo>
                    <a:pt x="3623" y="203567"/>
                  </a:lnTo>
                  <a:lnTo>
                    <a:pt x="4438" y="350857"/>
                  </a:lnTo>
                  <a:lnTo>
                    <a:pt x="5253" y="375713"/>
                  </a:lnTo>
                  <a:lnTo>
                    <a:pt x="6067" y="370853"/>
                  </a:lnTo>
                  <a:lnTo>
                    <a:pt x="6882" y="335564"/>
                  </a:lnTo>
                  <a:lnTo>
                    <a:pt x="7697" y="314323"/>
                  </a:lnTo>
                  <a:lnTo>
                    <a:pt x="8512" y="319265"/>
                  </a:lnTo>
                  <a:lnTo>
                    <a:pt x="9326" y="298545"/>
                  </a:lnTo>
                  <a:lnTo>
                    <a:pt x="10141" y="243594"/>
                  </a:lnTo>
                  <a:lnTo>
                    <a:pt x="10956" y="243993"/>
                  </a:lnTo>
                  <a:lnTo>
                    <a:pt x="11771" y="297130"/>
                  </a:lnTo>
                  <a:lnTo>
                    <a:pt x="12586" y="326581"/>
                  </a:lnTo>
                  <a:lnTo>
                    <a:pt x="13400" y="308971"/>
                  </a:lnTo>
                  <a:lnTo>
                    <a:pt x="14215" y="290712"/>
                  </a:lnTo>
                  <a:lnTo>
                    <a:pt x="15030" y="235263"/>
                  </a:lnTo>
                  <a:lnTo>
                    <a:pt x="15845" y="164184"/>
                  </a:lnTo>
                  <a:lnTo>
                    <a:pt x="16660" y="110795"/>
                  </a:lnTo>
                  <a:lnTo>
                    <a:pt x="17474" y="46888"/>
                  </a:lnTo>
                  <a:lnTo>
                    <a:pt x="18289" y="0"/>
                  </a:lnTo>
                  <a:lnTo>
                    <a:pt x="19104" y="26828"/>
                  </a:lnTo>
                  <a:lnTo>
                    <a:pt x="19919" y="146054"/>
                  </a:lnTo>
                  <a:lnTo>
                    <a:pt x="20733" y="195108"/>
                  </a:lnTo>
                  <a:lnTo>
                    <a:pt x="21548" y="243263"/>
                  </a:lnTo>
                  <a:lnTo>
                    <a:pt x="22363" y="293541"/>
                  </a:lnTo>
                  <a:lnTo>
                    <a:pt x="23178" y="289127"/>
                  </a:lnTo>
                  <a:lnTo>
                    <a:pt x="23993" y="236371"/>
                  </a:lnTo>
                  <a:lnTo>
                    <a:pt x="24807" y="214879"/>
                  </a:lnTo>
                  <a:lnTo>
                    <a:pt x="25622" y="247233"/>
                  </a:lnTo>
                  <a:lnTo>
                    <a:pt x="26437" y="279600"/>
                  </a:lnTo>
                  <a:lnTo>
                    <a:pt x="27252" y="327539"/>
                  </a:lnTo>
                  <a:lnTo>
                    <a:pt x="28066" y="365042"/>
                  </a:lnTo>
                  <a:lnTo>
                    <a:pt x="28881" y="347093"/>
                  </a:lnTo>
                  <a:lnTo>
                    <a:pt x="29696" y="375623"/>
                  </a:lnTo>
                  <a:lnTo>
                    <a:pt x="30417" y="40514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8667876" y="3005928"/>
              <a:ext cx="45006" cy="256548"/>
            </a:xfrm>
            <a:custGeom>
              <a:avLst/>
              <a:pathLst>
                <a:path w="45006" h="256548">
                  <a:moveTo>
                    <a:pt x="0" y="256548"/>
                  </a:moveTo>
                  <a:lnTo>
                    <a:pt x="632" y="243271"/>
                  </a:lnTo>
                  <a:lnTo>
                    <a:pt x="1447" y="181077"/>
                  </a:lnTo>
                  <a:lnTo>
                    <a:pt x="2262" y="194876"/>
                  </a:lnTo>
                  <a:lnTo>
                    <a:pt x="3077" y="241837"/>
                  </a:lnTo>
                  <a:lnTo>
                    <a:pt x="3891" y="213309"/>
                  </a:lnTo>
                  <a:lnTo>
                    <a:pt x="4706" y="179971"/>
                  </a:lnTo>
                  <a:lnTo>
                    <a:pt x="5521" y="169935"/>
                  </a:lnTo>
                  <a:lnTo>
                    <a:pt x="6336" y="197818"/>
                  </a:lnTo>
                  <a:lnTo>
                    <a:pt x="7151" y="197818"/>
                  </a:lnTo>
                  <a:lnTo>
                    <a:pt x="7965" y="232533"/>
                  </a:lnTo>
                  <a:lnTo>
                    <a:pt x="8780" y="256289"/>
                  </a:lnTo>
                  <a:lnTo>
                    <a:pt x="9595" y="235401"/>
                  </a:lnTo>
                  <a:lnTo>
                    <a:pt x="10410" y="198784"/>
                  </a:lnTo>
                  <a:lnTo>
                    <a:pt x="11224" y="197459"/>
                  </a:lnTo>
                  <a:lnTo>
                    <a:pt x="12039" y="192794"/>
                  </a:lnTo>
                  <a:lnTo>
                    <a:pt x="12854" y="170347"/>
                  </a:lnTo>
                  <a:lnTo>
                    <a:pt x="13669" y="109058"/>
                  </a:lnTo>
                  <a:lnTo>
                    <a:pt x="14484" y="87599"/>
                  </a:lnTo>
                  <a:lnTo>
                    <a:pt x="15298" y="89827"/>
                  </a:lnTo>
                  <a:lnTo>
                    <a:pt x="16113" y="58233"/>
                  </a:lnTo>
                  <a:lnTo>
                    <a:pt x="16928" y="53111"/>
                  </a:lnTo>
                  <a:lnTo>
                    <a:pt x="17743" y="40843"/>
                  </a:lnTo>
                  <a:lnTo>
                    <a:pt x="18557" y="78374"/>
                  </a:lnTo>
                  <a:lnTo>
                    <a:pt x="19372" y="120721"/>
                  </a:lnTo>
                  <a:lnTo>
                    <a:pt x="20187" y="151700"/>
                  </a:lnTo>
                  <a:lnTo>
                    <a:pt x="21002" y="135857"/>
                  </a:lnTo>
                  <a:lnTo>
                    <a:pt x="21817" y="142769"/>
                  </a:lnTo>
                  <a:lnTo>
                    <a:pt x="22631" y="160256"/>
                  </a:lnTo>
                  <a:lnTo>
                    <a:pt x="23446" y="112725"/>
                  </a:lnTo>
                  <a:lnTo>
                    <a:pt x="24261" y="88144"/>
                  </a:lnTo>
                  <a:lnTo>
                    <a:pt x="25076" y="61233"/>
                  </a:lnTo>
                  <a:lnTo>
                    <a:pt x="25890" y="145787"/>
                  </a:lnTo>
                  <a:lnTo>
                    <a:pt x="26705" y="120736"/>
                  </a:lnTo>
                  <a:lnTo>
                    <a:pt x="27520" y="69290"/>
                  </a:lnTo>
                  <a:lnTo>
                    <a:pt x="28335" y="101370"/>
                  </a:lnTo>
                  <a:lnTo>
                    <a:pt x="29150" y="140905"/>
                  </a:lnTo>
                  <a:lnTo>
                    <a:pt x="29964" y="194186"/>
                  </a:lnTo>
                  <a:lnTo>
                    <a:pt x="30779" y="158395"/>
                  </a:lnTo>
                  <a:lnTo>
                    <a:pt x="31594" y="179919"/>
                  </a:lnTo>
                  <a:lnTo>
                    <a:pt x="32409" y="122346"/>
                  </a:lnTo>
                  <a:lnTo>
                    <a:pt x="33223" y="81090"/>
                  </a:lnTo>
                  <a:lnTo>
                    <a:pt x="34038" y="102031"/>
                  </a:lnTo>
                  <a:lnTo>
                    <a:pt x="34853" y="83608"/>
                  </a:lnTo>
                  <a:lnTo>
                    <a:pt x="35668" y="26564"/>
                  </a:lnTo>
                  <a:lnTo>
                    <a:pt x="36483" y="3293"/>
                  </a:lnTo>
                  <a:lnTo>
                    <a:pt x="37297" y="81506"/>
                  </a:lnTo>
                  <a:lnTo>
                    <a:pt x="38112" y="89254"/>
                  </a:lnTo>
                  <a:lnTo>
                    <a:pt x="38927" y="4538"/>
                  </a:lnTo>
                  <a:lnTo>
                    <a:pt x="39742" y="0"/>
                  </a:lnTo>
                  <a:lnTo>
                    <a:pt x="40557" y="72825"/>
                  </a:lnTo>
                  <a:lnTo>
                    <a:pt x="41371" y="103973"/>
                  </a:lnTo>
                  <a:lnTo>
                    <a:pt x="42186" y="105743"/>
                  </a:lnTo>
                  <a:lnTo>
                    <a:pt x="43001" y="172172"/>
                  </a:lnTo>
                  <a:lnTo>
                    <a:pt x="43816" y="220994"/>
                  </a:lnTo>
                  <a:lnTo>
                    <a:pt x="44630" y="248230"/>
                  </a:lnTo>
                  <a:lnTo>
                    <a:pt x="45006" y="25654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8716651" y="3237580"/>
              <a:ext cx="1841" cy="24896"/>
            </a:xfrm>
            <a:custGeom>
              <a:avLst/>
              <a:pathLst>
                <a:path w="1841" h="24896">
                  <a:moveTo>
                    <a:pt x="0" y="24896"/>
                  </a:moveTo>
                  <a:lnTo>
                    <a:pt x="744" y="0"/>
                  </a:lnTo>
                  <a:lnTo>
                    <a:pt x="1559" y="16049"/>
                  </a:lnTo>
                  <a:lnTo>
                    <a:pt x="1841" y="2489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8722330" y="3189781"/>
              <a:ext cx="3668" cy="72695"/>
            </a:xfrm>
            <a:custGeom>
              <a:avLst/>
              <a:pathLst>
                <a:path w="3668" h="72695">
                  <a:moveTo>
                    <a:pt x="0" y="72695"/>
                  </a:moveTo>
                  <a:lnTo>
                    <a:pt x="769" y="25555"/>
                  </a:lnTo>
                  <a:lnTo>
                    <a:pt x="1584" y="0"/>
                  </a:lnTo>
                  <a:lnTo>
                    <a:pt x="2399" y="13965"/>
                  </a:lnTo>
                  <a:lnTo>
                    <a:pt x="3214" y="38900"/>
                  </a:lnTo>
                  <a:lnTo>
                    <a:pt x="3668" y="7269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8732063" y="3111570"/>
              <a:ext cx="3755" cy="150906"/>
            </a:xfrm>
            <a:custGeom>
              <a:avLst/>
              <a:pathLst>
                <a:path w="3755" h="150906">
                  <a:moveTo>
                    <a:pt x="0" y="150906"/>
                  </a:moveTo>
                  <a:lnTo>
                    <a:pt x="814" y="101619"/>
                  </a:lnTo>
                  <a:lnTo>
                    <a:pt x="1629" y="29761"/>
                  </a:lnTo>
                  <a:lnTo>
                    <a:pt x="2443" y="0"/>
                  </a:lnTo>
                  <a:lnTo>
                    <a:pt x="3258" y="79453"/>
                  </a:lnTo>
                  <a:lnTo>
                    <a:pt x="3755" y="15090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8737435" y="3253881"/>
              <a:ext cx="553" cy="8595"/>
            </a:xfrm>
            <a:custGeom>
              <a:avLst/>
              <a:pathLst>
                <a:path w="553" h="8595">
                  <a:moveTo>
                    <a:pt x="0" y="8595"/>
                  </a:moveTo>
                  <a:lnTo>
                    <a:pt x="330" y="0"/>
                  </a:lnTo>
                  <a:lnTo>
                    <a:pt x="553" y="859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8739774" y="3213707"/>
              <a:ext cx="1896" cy="48769"/>
            </a:xfrm>
            <a:custGeom>
              <a:avLst/>
              <a:pathLst>
                <a:path w="1896" h="48769">
                  <a:moveTo>
                    <a:pt x="0" y="48769"/>
                  </a:moveTo>
                  <a:lnTo>
                    <a:pt x="435" y="22544"/>
                  </a:lnTo>
                  <a:lnTo>
                    <a:pt x="1250" y="0"/>
                  </a:lnTo>
                  <a:lnTo>
                    <a:pt x="1896" y="4876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8742192" y="2925853"/>
              <a:ext cx="11416" cy="336623"/>
            </a:xfrm>
            <a:custGeom>
              <a:avLst/>
              <a:pathLst>
                <a:path w="11416" h="336623">
                  <a:moveTo>
                    <a:pt x="0" y="336623"/>
                  </a:moveTo>
                  <a:lnTo>
                    <a:pt x="462" y="319902"/>
                  </a:lnTo>
                  <a:lnTo>
                    <a:pt x="1276" y="196931"/>
                  </a:lnTo>
                  <a:lnTo>
                    <a:pt x="2091" y="162745"/>
                  </a:lnTo>
                  <a:lnTo>
                    <a:pt x="2906" y="132663"/>
                  </a:lnTo>
                  <a:lnTo>
                    <a:pt x="3721" y="59167"/>
                  </a:lnTo>
                  <a:lnTo>
                    <a:pt x="4536" y="0"/>
                  </a:lnTo>
                  <a:lnTo>
                    <a:pt x="5350" y="84367"/>
                  </a:lnTo>
                  <a:lnTo>
                    <a:pt x="6165" y="175025"/>
                  </a:lnTo>
                  <a:lnTo>
                    <a:pt x="6980" y="184726"/>
                  </a:lnTo>
                  <a:lnTo>
                    <a:pt x="7795" y="209319"/>
                  </a:lnTo>
                  <a:lnTo>
                    <a:pt x="8610" y="249742"/>
                  </a:lnTo>
                  <a:lnTo>
                    <a:pt x="9424" y="324368"/>
                  </a:lnTo>
                  <a:lnTo>
                    <a:pt x="10239" y="311277"/>
                  </a:lnTo>
                  <a:lnTo>
                    <a:pt x="11054" y="312172"/>
                  </a:lnTo>
                  <a:lnTo>
                    <a:pt x="11416" y="33662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8756141" y="3042639"/>
              <a:ext cx="6734" cy="219837"/>
            </a:xfrm>
            <a:custGeom>
              <a:avLst/>
              <a:pathLst>
                <a:path w="6734" h="219837">
                  <a:moveTo>
                    <a:pt x="0" y="219837"/>
                  </a:moveTo>
                  <a:lnTo>
                    <a:pt x="364" y="181668"/>
                  </a:lnTo>
                  <a:lnTo>
                    <a:pt x="1179" y="145921"/>
                  </a:lnTo>
                  <a:lnTo>
                    <a:pt x="1994" y="95187"/>
                  </a:lnTo>
                  <a:lnTo>
                    <a:pt x="2809" y="61052"/>
                  </a:lnTo>
                  <a:lnTo>
                    <a:pt x="3623" y="0"/>
                  </a:lnTo>
                  <a:lnTo>
                    <a:pt x="4438" y="41755"/>
                  </a:lnTo>
                  <a:lnTo>
                    <a:pt x="5253" y="122642"/>
                  </a:lnTo>
                  <a:lnTo>
                    <a:pt x="6068" y="165276"/>
                  </a:lnTo>
                  <a:lnTo>
                    <a:pt x="6734" y="21983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8767198" y="3136309"/>
              <a:ext cx="5510" cy="126167"/>
            </a:xfrm>
            <a:custGeom>
              <a:avLst/>
              <a:pathLst>
                <a:path w="5510" h="126167">
                  <a:moveTo>
                    <a:pt x="0" y="126167"/>
                  </a:moveTo>
                  <a:lnTo>
                    <a:pt x="714" y="112143"/>
                  </a:lnTo>
                  <a:lnTo>
                    <a:pt x="1529" y="76250"/>
                  </a:lnTo>
                  <a:lnTo>
                    <a:pt x="2344" y="67090"/>
                  </a:lnTo>
                  <a:lnTo>
                    <a:pt x="3158" y="13812"/>
                  </a:lnTo>
                  <a:lnTo>
                    <a:pt x="3973" y="0"/>
                  </a:lnTo>
                  <a:lnTo>
                    <a:pt x="4788" y="61179"/>
                  </a:lnTo>
                  <a:lnTo>
                    <a:pt x="5510" y="12616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8774004" y="3243313"/>
              <a:ext cx="1157" cy="19164"/>
            </a:xfrm>
            <a:custGeom>
              <a:avLst/>
              <a:pathLst>
                <a:path w="1157" h="19164">
                  <a:moveTo>
                    <a:pt x="0" y="19164"/>
                  </a:moveTo>
                  <a:lnTo>
                    <a:pt x="427" y="0"/>
                  </a:lnTo>
                  <a:lnTo>
                    <a:pt x="1157" y="1916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8777556" y="3249882"/>
              <a:ext cx="1107" cy="12595"/>
            </a:xfrm>
            <a:custGeom>
              <a:avLst/>
              <a:pathLst>
                <a:path w="1107" h="12595">
                  <a:moveTo>
                    <a:pt x="0" y="12595"/>
                  </a:moveTo>
                  <a:lnTo>
                    <a:pt x="133" y="6350"/>
                  </a:lnTo>
                  <a:lnTo>
                    <a:pt x="948" y="0"/>
                  </a:lnTo>
                  <a:lnTo>
                    <a:pt x="1107" y="1259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8785249" y="3033772"/>
              <a:ext cx="8238" cy="228704"/>
            </a:xfrm>
            <a:custGeom>
              <a:avLst/>
              <a:pathLst>
                <a:path w="8238" h="228704">
                  <a:moveTo>
                    <a:pt x="0" y="228704"/>
                  </a:moveTo>
                  <a:lnTo>
                    <a:pt x="588" y="216234"/>
                  </a:lnTo>
                  <a:lnTo>
                    <a:pt x="1403" y="161841"/>
                  </a:lnTo>
                  <a:lnTo>
                    <a:pt x="2217" y="145399"/>
                  </a:lnTo>
                  <a:lnTo>
                    <a:pt x="3032" y="70279"/>
                  </a:lnTo>
                  <a:lnTo>
                    <a:pt x="3847" y="0"/>
                  </a:lnTo>
                  <a:lnTo>
                    <a:pt x="4662" y="82234"/>
                  </a:lnTo>
                  <a:lnTo>
                    <a:pt x="5476" y="170769"/>
                  </a:lnTo>
                  <a:lnTo>
                    <a:pt x="6291" y="215805"/>
                  </a:lnTo>
                  <a:lnTo>
                    <a:pt x="7106" y="146807"/>
                  </a:lnTo>
                  <a:lnTo>
                    <a:pt x="7921" y="169633"/>
                  </a:lnTo>
                  <a:lnTo>
                    <a:pt x="8238" y="22870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8799524" y="3006023"/>
              <a:ext cx="7099" cy="256454"/>
            </a:xfrm>
            <a:custGeom>
              <a:avLst/>
              <a:pathLst>
                <a:path w="7099" h="256454">
                  <a:moveTo>
                    <a:pt x="0" y="256454"/>
                  </a:moveTo>
                  <a:lnTo>
                    <a:pt x="164" y="233092"/>
                  </a:lnTo>
                  <a:lnTo>
                    <a:pt x="979" y="174498"/>
                  </a:lnTo>
                  <a:lnTo>
                    <a:pt x="1794" y="108417"/>
                  </a:lnTo>
                  <a:lnTo>
                    <a:pt x="2609" y="38430"/>
                  </a:lnTo>
                  <a:lnTo>
                    <a:pt x="3423" y="23141"/>
                  </a:lnTo>
                  <a:lnTo>
                    <a:pt x="4238" y="0"/>
                  </a:lnTo>
                  <a:lnTo>
                    <a:pt x="5053" y="30551"/>
                  </a:lnTo>
                  <a:lnTo>
                    <a:pt x="5868" y="87184"/>
                  </a:lnTo>
                  <a:lnTo>
                    <a:pt x="6682" y="203237"/>
                  </a:lnTo>
                  <a:lnTo>
                    <a:pt x="7099" y="25645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8813818" y="2918511"/>
              <a:ext cx="52139" cy="343965"/>
            </a:xfrm>
            <a:custGeom>
              <a:avLst/>
              <a:pathLst>
                <a:path w="52139" h="343965">
                  <a:moveTo>
                    <a:pt x="0" y="343965"/>
                  </a:moveTo>
                  <a:lnTo>
                    <a:pt x="537" y="230984"/>
                  </a:lnTo>
                  <a:lnTo>
                    <a:pt x="1352" y="66220"/>
                  </a:lnTo>
                  <a:lnTo>
                    <a:pt x="2166" y="0"/>
                  </a:lnTo>
                  <a:lnTo>
                    <a:pt x="2981" y="25218"/>
                  </a:lnTo>
                  <a:lnTo>
                    <a:pt x="3796" y="25218"/>
                  </a:lnTo>
                  <a:lnTo>
                    <a:pt x="4611" y="25218"/>
                  </a:lnTo>
                  <a:lnTo>
                    <a:pt x="5425" y="81622"/>
                  </a:lnTo>
                  <a:lnTo>
                    <a:pt x="6240" y="79739"/>
                  </a:lnTo>
                  <a:lnTo>
                    <a:pt x="7055" y="62397"/>
                  </a:lnTo>
                  <a:lnTo>
                    <a:pt x="7870" y="41286"/>
                  </a:lnTo>
                  <a:lnTo>
                    <a:pt x="8685" y="82043"/>
                  </a:lnTo>
                  <a:lnTo>
                    <a:pt x="9499" y="36283"/>
                  </a:lnTo>
                  <a:lnTo>
                    <a:pt x="10314" y="43883"/>
                  </a:lnTo>
                  <a:lnTo>
                    <a:pt x="11129" y="174131"/>
                  </a:lnTo>
                  <a:lnTo>
                    <a:pt x="11944" y="284452"/>
                  </a:lnTo>
                  <a:lnTo>
                    <a:pt x="12759" y="323461"/>
                  </a:lnTo>
                  <a:lnTo>
                    <a:pt x="13573" y="320029"/>
                  </a:lnTo>
                  <a:lnTo>
                    <a:pt x="14388" y="335741"/>
                  </a:lnTo>
                  <a:lnTo>
                    <a:pt x="15203" y="235426"/>
                  </a:lnTo>
                  <a:lnTo>
                    <a:pt x="16018" y="192500"/>
                  </a:lnTo>
                  <a:lnTo>
                    <a:pt x="16832" y="183726"/>
                  </a:lnTo>
                  <a:lnTo>
                    <a:pt x="17647" y="116122"/>
                  </a:lnTo>
                  <a:lnTo>
                    <a:pt x="18462" y="33410"/>
                  </a:lnTo>
                  <a:lnTo>
                    <a:pt x="19277" y="16966"/>
                  </a:lnTo>
                  <a:lnTo>
                    <a:pt x="20092" y="136461"/>
                  </a:lnTo>
                  <a:lnTo>
                    <a:pt x="20906" y="164901"/>
                  </a:lnTo>
                  <a:lnTo>
                    <a:pt x="21721" y="171049"/>
                  </a:lnTo>
                  <a:lnTo>
                    <a:pt x="22536" y="203323"/>
                  </a:lnTo>
                  <a:lnTo>
                    <a:pt x="23351" y="199150"/>
                  </a:lnTo>
                  <a:lnTo>
                    <a:pt x="24165" y="180112"/>
                  </a:lnTo>
                  <a:lnTo>
                    <a:pt x="24980" y="125297"/>
                  </a:lnTo>
                  <a:lnTo>
                    <a:pt x="25795" y="75897"/>
                  </a:lnTo>
                  <a:lnTo>
                    <a:pt x="26610" y="13070"/>
                  </a:lnTo>
                  <a:lnTo>
                    <a:pt x="27425" y="41181"/>
                  </a:lnTo>
                  <a:lnTo>
                    <a:pt x="28239" y="137411"/>
                  </a:lnTo>
                  <a:lnTo>
                    <a:pt x="29054" y="179322"/>
                  </a:lnTo>
                  <a:lnTo>
                    <a:pt x="29869" y="240811"/>
                  </a:lnTo>
                  <a:lnTo>
                    <a:pt x="30684" y="285156"/>
                  </a:lnTo>
                  <a:lnTo>
                    <a:pt x="31498" y="342263"/>
                  </a:lnTo>
                  <a:lnTo>
                    <a:pt x="32313" y="262664"/>
                  </a:lnTo>
                  <a:lnTo>
                    <a:pt x="33128" y="175849"/>
                  </a:lnTo>
                  <a:lnTo>
                    <a:pt x="33943" y="191153"/>
                  </a:lnTo>
                  <a:lnTo>
                    <a:pt x="34758" y="153234"/>
                  </a:lnTo>
                  <a:lnTo>
                    <a:pt x="35572" y="189742"/>
                  </a:lnTo>
                  <a:lnTo>
                    <a:pt x="36387" y="207176"/>
                  </a:lnTo>
                  <a:lnTo>
                    <a:pt x="37202" y="250873"/>
                  </a:lnTo>
                  <a:lnTo>
                    <a:pt x="38017" y="291020"/>
                  </a:lnTo>
                  <a:lnTo>
                    <a:pt x="38831" y="299335"/>
                  </a:lnTo>
                  <a:lnTo>
                    <a:pt x="39646" y="328964"/>
                  </a:lnTo>
                  <a:lnTo>
                    <a:pt x="40461" y="251618"/>
                  </a:lnTo>
                  <a:lnTo>
                    <a:pt x="41276" y="193412"/>
                  </a:lnTo>
                  <a:lnTo>
                    <a:pt x="42091" y="193412"/>
                  </a:lnTo>
                  <a:lnTo>
                    <a:pt x="42905" y="193412"/>
                  </a:lnTo>
                  <a:lnTo>
                    <a:pt x="43720" y="193413"/>
                  </a:lnTo>
                  <a:lnTo>
                    <a:pt x="44535" y="167420"/>
                  </a:lnTo>
                  <a:lnTo>
                    <a:pt x="45350" y="170854"/>
                  </a:lnTo>
                  <a:lnTo>
                    <a:pt x="46164" y="160859"/>
                  </a:lnTo>
                  <a:lnTo>
                    <a:pt x="46979" y="121132"/>
                  </a:lnTo>
                  <a:lnTo>
                    <a:pt x="47794" y="140502"/>
                  </a:lnTo>
                  <a:lnTo>
                    <a:pt x="48609" y="157272"/>
                  </a:lnTo>
                  <a:lnTo>
                    <a:pt x="49424" y="192349"/>
                  </a:lnTo>
                  <a:lnTo>
                    <a:pt x="50238" y="249293"/>
                  </a:lnTo>
                  <a:lnTo>
                    <a:pt x="51053" y="281648"/>
                  </a:lnTo>
                  <a:lnTo>
                    <a:pt x="51868" y="324186"/>
                  </a:lnTo>
                  <a:lnTo>
                    <a:pt x="52139" y="34396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8868667" y="3126654"/>
              <a:ext cx="4720" cy="135823"/>
            </a:xfrm>
            <a:custGeom>
              <a:avLst/>
              <a:pathLst>
                <a:path w="4720" h="135823">
                  <a:moveTo>
                    <a:pt x="0" y="135823"/>
                  </a:moveTo>
                  <a:lnTo>
                    <a:pt x="278" y="108193"/>
                  </a:lnTo>
                  <a:lnTo>
                    <a:pt x="1093" y="57958"/>
                  </a:lnTo>
                  <a:lnTo>
                    <a:pt x="1907" y="86378"/>
                  </a:lnTo>
                  <a:lnTo>
                    <a:pt x="2722" y="43498"/>
                  </a:lnTo>
                  <a:lnTo>
                    <a:pt x="3537" y="0"/>
                  </a:lnTo>
                  <a:lnTo>
                    <a:pt x="4352" y="63747"/>
                  </a:lnTo>
                  <a:lnTo>
                    <a:pt x="4720" y="13582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8877336" y="2750427"/>
              <a:ext cx="19397" cy="512050"/>
            </a:xfrm>
            <a:custGeom>
              <a:avLst/>
              <a:pathLst>
                <a:path w="19397" h="512050">
                  <a:moveTo>
                    <a:pt x="0" y="512050"/>
                  </a:moveTo>
                  <a:lnTo>
                    <a:pt x="572" y="426108"/>
                  </a:lnTo>
                  <a:lnTo>
                    <a:pt x="1386" y="330724"/>
                  </a:lnTo>
                  <a:lnTo>
                    <a:pt x="2201" y="276282"/>
                  </a:lnTo>
                  <a:lnTo>
                    <a:pt x="3016" y="208747"/>
                  </a:lnTo>
                  <a:lnTo>
                    <a:pt x="3831" y="167736"/>
                  </a:lnTo>
                  <a:lnTo>
                    <a:pt x="4646" y="123767"/>
                  </a:lnTo>
                  <a:lnTo>
                    <a:pt x="5460" y="115918"/>
                  </a:lnTo>
                  <a:lnTo>
                    <a:pt x="6275" y="76620"/>
                  </a:lnTo>
                  <a:lnTo>
                    <a:pt x="7090" y="33149"/>
                  </a:lnTo>
                  <a:lnTo>
                    <a:pt x="7905" y="14238"/>
                  </a:lnTo>
                  <a:lnTo>
                    <a:pt x="8719" y="0"/>
                  </a:lnTo>
                  <a:lnTo>
                    <a:pt x="9534" y="92217"/>
                  </a:lnTo>
                  <a:lnTo>
                    <a:pt x="10349" y="230506"/>
                  </a:lnTo>
                  <a:lnTo>
                    <a:pt x="11164" y="320981"/>
                  </a:lnTo>
                  <a:lnTo>
                    <a:pt x="11979" y="412303"/>
                  </a:lnTo>
                  <a:lnTo>
                    <a:pt x="12793" y="473019"/>
                  </a:lnTo>
                  <a:lnTo>
                    <a:pt x="13608" y="476680"/>
                  </a:lnTo>
                  <a:lnTo>
                    <a:pt x="14423" y="361975"/>
                  </a:lnTo>
                  <a:lnTo>
                    <a:pt x="15238" y="250674"/>
                  </a:lnTo>
                  <a:lnTo>
                    <a:pt x="16052" y="243731"/>
                  </a:lnTo>
                  <a:lnTo>
                    <a:pt x="16867" y="253796"/>
                  </a:lnTo>
                  <a:lnTo>
                    <a:pt x="17682" y="298786"/>
                  </a:lnTo>
                  <a:lnTo>
                    <a:pt x="18497" y="386157"/>
                  </a:lnTo>
                  <a:lnTo>
                    <a:pt x="19312" y="502226"/>
                  </a:lnTo>
                  <a:lnTo>
                    <a:pt x="19397" y="51205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8905045" y="3113468"/>
              <a:ext cx="13664" cy="149009"/>
            </a:xfrm>
            <a:custGeom>
              <a:avLst/>
              <a:pathLst>
                <a:path w="13664" h="149009">
                  <a:moveTo>
                    <a:pt x="0" y="149009"/>
                  </a:moveTo>
                  <a:lnTo>
                    <a:pt x="564" y="117304"/>
                  </a:lnTo>
                  <a:lnTo>
                    <a:pt x="1379" y="90279"/>
                  </a:lnTo>
                  <a:lnTo>
                    <a:pt x="2194" y="101987"/>
                  </a:lnTo>
                  <a:lnTo>
                    <a:pt x="3009" y="114108"/>
                  </a:lnTo>
                  <a:lnTo>
                    <a:pt x="3824" y="112995"/>
                  </a:lnTo>
                  <a:lnTo>
                    <a:pt x="4638" y="111536"/>
                  </a:lnTo>
                  <a:lnTo>
                    <a:pt x="5453" y="53392"/>
                  </a:lnTo>
                  <a:lnTo>
                    <a:pt x="6268" y="21019"/>
                  </a:lnTo>
                  <a:lnTo>
                    <a:pt x="7083" y="9311"/>
                  </a:lnTo>
                  <a:lnTo>
                    <a:pt x="7897" y="0"/>
                  </a:lnTo>
                  <a:lnTo>
                    <a:pt x="8712" y="29126"/>
                  </a:lnTo>
                  <a:lnTo>
                    <a:pt x="9527" y="18839"/>
                  </a:lnTo>
                  <a:lnTo>
                    <a:pt x="10342" y="72394"/>
                  </a:lnTo>
                  <a:lnTo>
                    <a:pt x="11157" y="104768"/>
                  </a:lnTo>
                  <a:lnTo>
                    <a:pt x="11971" y="104769"/>
                  </a:lnTo>
                  <a:lnTo>
                    <a:pt x="12786" y="114844"/>
                  </a:lnTo>
                  <a:lnTo>
                    <a:pt x="13601" y="145413"/>
                  </a:lnTo>
                  <a:lnTo>
                    <a:pt x="13664" y="14900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8926802" y="2976782"/>
              <a:ext cx="14536" cy="285694"/>
            </a:xfrm>
            <a:custGeom>
              <a:avLst/>
              <a:pathLst>
                <a:path w="14536" h="285694">
                  <a:moveTo>
                    <a:pt x="0" y="285694"/>
                  </a:moveTo>
                  <a:lnTo>
                    <a:pt x="807" y="272155"/>
                  </a:lnTo>
                  <a:lnTo>
                    <a:pt x="1622" y="206285"/>
                  </a:lnTo>
                  <a:lnTo>
                    <a:pt x="2437" y="188985"/>
                  </a:lnTo>
                  <a:lnTo>
                    <a:pt x="3252" y="143078"/>
                  </a:lnTo>
                  <a:lnTo>
                    <a:pt x="4066" y="60761"/>
                  </a:lnTo>
                  <a:lnTo>
                    <a:pt x="4881" y="23844"/>
                  </a:lnTo>
                  <a:lnTo>
                    <a:pt x="5696" y="28366"/>
                  </a:lnTo>
                  <a:lnTo>
                    <a:pt x="6511" y="61085"/>
                  </a:lnTo>
                  <a:lnTo>
                    <a:pt x="7326" y="69760"/>
                  </a:lnTo>
                  <a:lnTo>
                    <a:pt x="8140" y="112085"/>
                  </a:lnTo>
                  <a:lnTo>
                    <a:pt x="8955" y="135364"/>
                  </a:lnTo>
                  <a:lnTo>
                    <a:pt x="9770" y="62877"/>
                  </a:lnTo>
                  <a:lnTo>
                    <a:pt x="10585" y="3411"/>
                  </a:lnTo>
                  <a:lnTo>
                    <a:pt x="11399" y="667"/>
                  </a:lnTo>
                  <a:lnTo>
                    <a:pt x="12214" y="0"/>
                  </a:lnTo>
                  <a:lnTo>
                    <a:pt x="13029" y="18911"/>
                  </a:lnTo>
                  <a:lnTo>
                    <a:pt x="13844" y="156678"/>
                  </a:lnTo>
                  <a:lnTo>
                    <a:pt x="14536" y="28569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8943180" y="3047111"/>
              <a:ext cx="15981" cy="215365"/>
            </a:xfrm>
            <a:custGeom>
              <a:avLst/>
              <a:pathLst>
                <a:path w="15981" h="215365">
                  <a:moveTo>
                    <a:pt x="0" y="215365"/>
                  </a:moveTo>
                  <a:lnTo>
                    <a:pt x="725" y="146029"/>
                  </a:lnTo>
                  <a:lnTo>
                    <a:pt x="1539" y="150253"/>
                  </a:lnTo>
                  <a:lnTo>
                    <a:pt x="2354" y="82035"/>
                  </a:lnTo>
                  <a:lnTo>
                    <a:pt x="3169" y="96325"/>
                  </a:lnTo>
                  <a:lnTo>
                    <a:pt x="3984" y="123115"/>
                  </a:lnTo>
                  <a:lnTo>
                    <a:pt x="4798" y="121628"/>
                  </a:lnTo>
                  <a:lnTo>
                    <a:pt x="5613" y="202860"/>
                  </a:lnTo>
                  <a:lnTo>
                    <a:pt x="6428" y="150425"/>
                  </a:lnTo>
                  <a:lnTo>
                    <a:pt x="7243" y="124507"/>
                  </a:lnTo>
                  <a:lnTo>
                    <a:pt x="8058" y="34611"/>
                  </a:lnTo>
                  <a:lnTo>
                    <a:pt x="8872" y="0"/>
                  </a:lnTo>
                  <a:lnTo>
                    <a:pt x="9687" y="64232"/>
                  </a:lnTo>
                  <a:lnTo>
                    <a:pt x="10502" y="60915"/>
                  </a:lnTo>
                  <a:lnTo>
                    <a:pt x="11317" y="93799"/>
                  </a:lnTo>
                  <a:lnTo>
                    <a:pt x="12131" y="109203"/>
                  </a:lnTo>
                  <a:lnTo>
                    <a:pt x="12946" y="142302"/>
                  </a:lnTo>
                  <a:lnTo>
                    <a:pt x="13761" y="160989"/>
                  </a:lnTo>
                  <a:lnTo>
                    <a:pt x="14576" y="172893"/>
                  </a:lnTo>
                  <a:lnTo>
                    <a:pt x="15391" y="208785"/>
                  </a:lnTo>
                  <a:lnTo>
                    <a:pt x="15981" y="21536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8960329" y="2854027"/>
              <a:ext cx="30502" cy="408449"/>
            </a:xfrm>
            <a:custGeom>
              <a:avLst/>
              <a:pathLst>
                <a:path w="30502" h="408449">
                  <a:moveTo>
                    <a:pt x="0" y="408449"/>
                  </a:moveTo>
                  <a:lnTo>
                    <a:pt x="686" y="395072"/>
                  </a:lnTo>
                  <a:lnTo>
                    <a:pt x="1501" y="336761"/>
                  </a:lnTo>
                  <a:lnTo>
                    <a:pt x="2316" y="301557"/>
                  </a:lnTo>
                  <a:lnTo>
                    <a:pt x="3130" y="265664"/>
                  </a:lnTo>
                  <a:lnTo>
                    <a:pt x="3945" y="269464"/>
                  </a:lnTo>
                  <a:lnTo>
                    <a:pt x="4760" y="261943"/>
                  </a:lnTo>
                  <a:lnTo>
                    <a:pt x="5575" y="234017"/>
                  </a:lnTo>
                  <a:lnTo>
                    <a:pt x="6390" y="269139"/>
                  </a:lnTo>
                  <a:lnTo>
                    <a:pt x="7204" y="282548"/>
                  </a:lnTo>
                  <a:lnTo>
                    <a:pt x="8019" y="203467"/>
                  </a:lnTo>
                  <a:lnTo>
                    <a:pt x="8834" y="117023"/>
                  </a:lnTo>
                  <a:lnTo>
                    <a:pt x="9649" y="101374"/>
                  </a:lnTo>
                  <a:lnTo>
                    <a:pt x="10463" y="119822"/>
                  </a:lnTo>
                  <a:lnTo>
                    <a:pt x="11278" y="154364"/>
                  </a:lnTo>
                  <a:lnTo>
                    <a:pt x="12093" y="165716"/>
                  </a:lnTo>
                  <a:lnTo>
                    <a:pt x="12908" y="244798"/>
                  </a:lnTo>
                  <a:lnTo>
                    <a:pt x="13723" y="282917"/>
                  </a:lnTo>
                  <a:lnTo>
                    <a:pt x="14537" y="234612"/>
                  </a:lnTo>
                  <a:lnTo>
                    <a:pt x="15352" y="201250"/>
                  </a:lnTo>
                  <a:lnTo>
                    <a:pt x="16167" y="174952"/>
                  </a:lnTo>
                  <a:lnTo>
                    <a:pt x="16982" y="145975"/>
                  </a:lnTo>
                  <a:lnTo>
                    <a:pt x="17797" y="104876"/>
                  </a:lnTo>
                  <a:lnTo>
                    <a:pt x="18611" y="108733"/>
                  </a:lnTo>
                  <a:lnTo>
                    <a:pt x="19426" y="180207"/>
                  </a:lnTo>
                  <a:lnTo>
                    <a:pt x="20241" y="238923"/>
                  </a:lnTo>
                  <a:lnTo>
                    <a:pt x="21056" y="252901"/>
                  </a:lnTo>
                  <a:lnTo>
                    <a:pt x="21870" y="180398"/>
                  </a:lnTo>
                  <a:lnTo>
                    <a:pt x="22685" y="115794"/>
                  </a:lnTo>
                  <a:lnTo>
                    <a:pt x="23500" y="42532"/>
                  </a:lnTo>
                  <a:lnTo>
                    <a:pt x="24315" y="21664"/>
                  </a:lnTo>
                  <a:lnTo>
                    <a:pt x="25130" y="36713"/>
                  </a:lnTo>
                  <a:lnTo>
                    <a:pt x="25944" y="0"/>
                  </a:lnTo>
                  <a:lnTo>
                    <a:pt x="26759" y="25390"/>
                  </a:lnTo>
                  <a:lnTo>
                    <a:pt x="27574" y="73366"/>
                  </a:lnTo>
                  <a:lnTo>
                    <a:pt x="28389" y="225107"/>
                  </a:lnTo>
                  <a:lnTo>
                    <a:pt x="29203" y="349901"/>
                  </a:lnTo>
                  <a:lnTo>
                    <a:pt x="30018" y="354251"/>
                  </a:lnTo>
                  <a:lnTo>
                    <a:pt x="30502" y="40844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8996518" y="3251989"/>
              <a:ext cx="506" cy="10487"/>
            </a:xfrm>
            <a:custGeom>
              <a:avLst/>
              <a:pathLst>
                <a:path w="506" h="10487">
                  <a:moveTo>
                    <a:pt x="0" y="10487"/>
                  </a:moveTo>
                  <a:lnTo>
                    <a:pt x="347" y="0"/>
                  </a:lnTo>
                  <a:lnTo>
                    <a:pt x="506" y="1048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8998254" y="3244231"/>
              <a:ext cx="241" cy="18245"/>
            </a:xfrm>
            <a:custGeom>
              <a:avLst/>
              <a:pathLst>
                <a:path w="241" h="18245">
                  <a:moveTo>
                    <a:pt x="0" y="18245"/>
                  </a:moveTo>
                  <a:lnTo>
                    <a:pt x="241" y="0"/>
                  </a:lnTo>
                  <a:lnTo>
                    <a:pt x="241" y="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444934" y="145504"/>
              <a:ext cx="8553560" cy="3116972"/>
            </a:xfrm>
            <a:custGeom>
              <a:avLst/>
              <a:pathLst>
                <a:path w="8553560" h="3116972">
                  <a:moveTo>
                    <a:pt x="0" y="2963321"/>
                  </a:moveTo>
                  <a:lnTo>
                    <a:pt x="814" y="2964840"/>
                  </a:lnTo>
                  <a:lnTo>
                    <a:pt x="1629" y="3026488"/>
                  </a:lnTo>
                  <a:lnTo>
                    <a:pt x="2444" y="3094472"/>
                  </a:lnTo>
                  <a:lnTo>
                    <a:pt x="3259" y="3047722"/>
                  </a:lnTo>
                  <a:lnTo>
                    <a:pt x="4073" y="3025581"/>
                  </a:lnTo>
                  <a:lnTo>
                    <a:pt x="4888" y="3009166"/>
                  </a:lnTo>
                  <a:lnTo>
                    <a:pt x="5703" y="3025734"/>
                  </a:lnTo>
                  <a:lnTo>
                    <a:pt x="6518" y="3010176"/>
                  </a:lnTo>
                  <a:lnTo>
                    <a:pt x="7333" y="2992902"/>
                  </a:lnTo>
                  <a:lnTo>
                    <a:pt x="8147" y="3058219"/>
                  </a:lnTo>
                  <a:lnTo>
                    <a:pt x="8962" y="3027281"/>
                  </a:lnTo>
                  <a:lnTo>
                    <a:pt x="9777" y="3014550"/>
                  </a:lnTo>
                  <a:lnTo>
                    <a:pt x="10592" y="3000582"/>
                  </a:lnTo>
                  <a:lnTo>
                    <a:pt x="11406" y="2996425"/>
                  </a:lnTo>
                  <a:lnTo>
                    <a:pt x="12221" y="2964203"/>
                  </a:lnTo>
                  <a:lnTo>
                    <a:pt x="13036" y="2942912"/>
                  </a:lnTo>
                  <a:lnTo>
                    <a:pt x="13851" y="2995995"/>
                  </a:lnTo>
                  <a:lnTo>
                    <a:pt x="14666" y="3025143"/>
                  </a:lnTo>
                  <a:lnTo>
                    <a:pt x="15480" y="3022543"/>
                  </a:lnTo>
                  <a:lnTo>
                    <a:pt x="16295" y="3015232"/>
                  </a:lnTo>
                  <a:lnTo>
                    <a:pt x="17110" y="3036837"/>
                  </a:lnTo>
                  <a:lnTo>
                    <a:pt x="17925" y="3009528"/>
                  </a:lnTo>
                  <a:lnTo>
                    <a:pt x="18739" y="2993178"/>
                  </a:lnTo>
                  <a:lnTo>
                    <a:pt x="19554" y="2953033"/>
                  </a:lnTo>
                  <a:lnTo>
                    <a:pt x="20369" y="2869411"/>
                  </a:lnTo>
                  <a:lnTo>
                    <a:pt x="21184" y="2818184"/>
                  </a:lnTo>
                  <a:lnTo>
                    <a:pt x="21999" y="2811692"/>
                  </a:lnTo>
                  <a:lnTo>
                    <a:pt x="22813" y="2855353"/>
                  </a:lnTo>
                  <a:lnTo>
                    <a:pt x="23628" y="2890409"/>
                  </a:lnTo>
                  <a:lnTo>
                    <a:pt x="24443" y="2880919"/>
                  </a:lnTo>
                  <a:lnTo>
                    <a:pt x="25258" y="2889575"/>
                  </a:lnTo>
                  <a:lnTo>
                    <a:pt x="26072" y="2894083"/>
                  </a:lnTo>
                  <a:lnTo>
                    <a:pt x="26887" y="2794231"/>
                  </a:lnTo>
                  <a:lnTo>
                    <a:pt x="27702" y="2707050"/>
                  </a:lnTo>
                  <a:lnTo>
                    <a:pt x="28517" y="2680516"/>
                  </a:lnTo>
                  <a:lnTo>
                    <a:pt x="29332" y="2711995"/>
                  </a:lnTo>
                  <a:lnTo>
                    <a:pt x="30146" y="2726584"/>
                  </a:lnTo>
                  <a:lnTo>
                    <a:pt x="30961" y="2759970"/>
                  </a:lnTo>
                  <a:lnTo>
                    <a:pt x="31776" y="2887836"/>
                  </a:lnTo>
                  <a:lnTo>
                    <a:pt x="32591" y="3010910"/>
                  </a:lnTo>
                  <a:lnTo>
                    <a:pt x="33405" y="3027442"/>
                  </a:lnTo>
                  <a:lnTo>
                    <a:pt x="34220" y="3045600"/>
                  </a:lnTo>
                  <a:lnTo>
                    <a:pt x="35035" y="3114234"/>
                  </a:lnTo>
                  <a:lnTo>
                    <a:pt x="35850" y="3116972"/>
                  </a:lnTo>
                  <a:lnTo>
                    <a:pt x="36665" y="3087864"/>
                  </a:lnTo>
                  <a:lnTo>
                    <a:pt x="37479" y="3053144"/>
                  </a:lnTo>
                  <a:lnTo>
                    <a:pt x="38294" y="3044436"/>
                  </a:lnTo>
                  <a:lnTo>
                    <a:pt x="39109" y="3027306"/>
                  </a:lnTo>
                  <a:lnTo>
                    <a:pt x="39924" y="2992154"/>
                  </a:lnTo>
                  <a:lnTo>
                    <a:pt x="40739" y="3010487"/>
                  </a:lnTo>
                  <a:lnTo>
                    <a:pt x="41553" y="3011314"/>
                  </a:lnTo>
                  <a:lnTo>
                    <a:pt x="42368" y="3002740"/>
                  </a:lnTo>
                  <a:lnTo>
                    <a:pt x="43183" y="3003829"/>
                  </a:lnTo>
                  <a:lnTo>
                    <a:pt x="43998" y="3033838"/>
                  </a:lnTo>
                  <a:lnTo>
                    <a:pt x="44812" y="3106377"/>
                  </a:lnTo>
                  <a:lnTo>
                    <a:pt x="45627" y="3116972"/>
                  </a:lnTo>
                  <a:lnTo>
                    <a:pt x="46442" y="3116972"/>
                  </a:lnTo>
                  <a:lnTo>
                    <a:pt x="47257" y="3116972"/>
                  </a:lnTo>
                  <a:lnTo>
                    <a:pt x="48072" y="3116972"/>
                  </a:lnTo>
                  <a:lnTo>
                    <a:pt x="48886" y="3116972"/>
                  </a:lnTo>
                  <a:lnTo>
                    <a:pt x="49701" y="3082361"/>
                  </a:lnTo>
                  <a:lnTo>
                    <a:pt x="50516" y="3049405"/>
                  </a:lnTo>
                  <a:lnTo>
                    <a:pt x="51331" y="3054428"/>
                  </a:lnTo>
                  <a:lnTo>
                    <a:pt x="52145" y="3076973"/>
                  </a:lnTo>
                  <a:lnTo>
                    <a:pt x="52960" y="3058242"/>
                  </a:lnTo>
                  <a:lnTo>
                    <a:pt x="53775" y="3049598"/>
                  </a:lnTo>
                  <a:lnTo>
                    <a:pt x="54590" y="3055184"/>
                  </a:lnTo>
                  <a:lnTo>
                    <a:pt x="55405" y="3028642"/>
                  </a:lnTo>
                  <a:lnTo>
                    <a:pt x="56219" y="3014003"/>
                  </a:lnTo>
                  <a:lnTo>
                    <a:pt x="57034" y="2977655"/>
                  </a:lnTo>
                  <a:lnTo>
                    <a:pt x="57849" y="2971621"/>
                  </a:lnTo>
                  <a:lnTo>
                    <a:pt x="58664" y="3012943"/>
                  </a:lnTo>
                  <a:lnTo>
                    <a:pt x="59478" y="3068369"/>
                  </a:lnTo>
                  <a:lnTo>
                    <a:pt x="60293" y="3116972"/>
                  </a:lnTo>
                  <a:lnTo>
                    <a:pt x="61108" y="3116972"/>
                  </a:lnTo>
                  <a:lnTo>
                    <a:pt x="61923" y="3116972"/>
                  </a:lnTo>
                  <a:lnTo>
                    <a:pt x="62738" y="3069430"/>
                  </a:lnTo>
                  <a:lnTo>
                    <a:pt x="63552" y="2979501"/>
                  </a:lnTo>
                  <a:lnTo>
                    <a:pt x="64367" y="2918488"/>
                  </a:lnTo>
                  <a:lnTo>
                    <a:pt x="65182" y="2891105"/>
                  </a:lnTo>
                  <a:lnTo>
                    <a:pt x="65997" y="2881834"/>
                  </a:lnTo>
                  <a:lnTo>
                    <a:pt x="66811" y="2939297"/>
                  </a:lnTo>
                  <a:lnTo>
                    <a:pt x="67626" y="3071546"/>
                  </a:lnTo>
                  <a:lnTo>
                    <a:pt x="68441" y="3116972"/>
                  </a:lnTo>
                  <a:lnTo>
                    <a:pt x="69256" y="3116972"/>
                  </a:lnTo>
                  <a:lnTo>
                    <a:pt x="70071" y="3116972"/>
                  </a:lnTo>
                  <a:lnTo>
                    <a:pt x="70885" y="3116972"/>
                  </a:lnTo>
                  <a:lnTo>
                    <a:pt x="71700" y="3116972"/>
                  </a:lnTo>
                  <a:lnTo>
                    <a:pt x="72515" y="3116972"/>
                  </a:lnTo>
                  <a:lnTo>
                    <a:pt x="73330" y="3116972"/>
                  </a:lnTo>
                  <a:lnTo>
                    <a:pt x="74144" y="3116972"/>
                  </a:lnTo>
                  <a:lnTo>
                    <a:pt x="74959" y="3116972"/>
                  </a:lnTo>
                  <a:lnTo>
                    <a:pt x="75774" y="3115992"/>
                  </a:lnTo>
                  <a:lnTo>
                    <a:pt x="76589" y="3036013"/>
                  </a:lnTo>
                  <a:lnTo>
                    <a:pt x="77404" y="2966651"/>
                  </a:lnTo>
                  <a:lnTo>
                    <a:pt x="78218" y="2894088"/>
                  </a:lnTo>
                  <a:lnTo>
                    <a:pt x="79033" y="2873420"/>
                  </a:lnTo>
                  <a:lnTo>
                    <a:pt x="79848" y="2840854"/>
                  </a:lnTo>
                  <a:lnTo>
                    <a:pt x="80663" y="2777090"/>
                  </a:lnTo>
                  <a:lnTo>
                    <a:pt x="81478" y="2753275"/>
                  </a:lnTo>
                  <a:lnTo>
                    <a:pt x="82292" y="2793271"/>
                  </a:lnTo>
                  <a:lnTo>
                    <a:pt x="83107" y="2888391"/>
                  </a:lnTo>
                  <a:lnTo>
                    <a:pt x="83922" y="2875877"/>
                  </a:lnTo>
                  <a:lnTo>
                    <a:pt x="84737" y="2879370"/>
                  </a:lnTo>
                  <a:lnTo>
                    <a:pt x="85551" y="2943136"/>
                  </a:lnTo>
                  <a:lnTo>
                    <a:pt x="86366" y="2997425"/>
                  </a:lnTo>
                  <a:lnTo>
                    <a:pt x="87181" y="3059875"/>
                  </a:lnTo>
                  <a:lnTo>
                    <a:pt x="87996" y="3059652"/>
                  </a:lnTo>
                  <a:lnTo>
                    <a:pt x="88811" y="3093700"/>
                  </a:lnTo>
                  <a:lnTo>
                    <a:pt x="89625" y="3115234"/>
                  </a:lnTo>
                  <a:lnTo>
                    <a:pt x="90440" y="3115235"/>
                  </a:lnTo>
                  <a:lnTo>
                    <a:pt x="91255" y="3115235"/>
                  </a:lnTo>
                  <a:lnTo>
                    <a:pt x="92070" y="3093453"/>
                  </a:lnTo>
                  <a:lnTo>
                    <a:pt x="92884" y="3097395"/>
                  </a:lnTo>
                  <a:lnTo>
                    <a:pt x="93699" y="3116972"/>
                  </a:lnTo>
                  <a:lnTo>
                    <a:pt x="94514" y="3116972"/>
                  </a:lnTo>
                  <a:lnTo>
                    <a:pt x="95329" y="3116972"/>
                  </a:lnTo>
                  <a:lnTo>
                    <a:pt x="96144" y="3116972"/>
                  </a:lnTo>
                  <a:lnTo>
                    <a:pt x="96958" y="3063578"/>
                  </a:lnTo>
                  <a:lnTo>
                    <a:pt x="97773" y="3028386"/>
                  </a:lnTo>
                  <a:lnTo>
                    <a:pt x="98588" y="3012792"/>
                  </a:lnTo>
                  <a:lnTo>
                    <a:pt x="99403" y="2987140"/>
                  </a:lnTo>
                  <a:lnTo>
                    <a:pt x="100217" y="2960540"/>
                  </a:lnTo>
                  <a:lnTo>
                    <a:pt x="101032" y="2982739"/>
                  </a:lnTo>
                  <a:lnTo>
                    <a:pt x="101847" y="2984531"/>
                  </a:lnTo>
                  <a:lnTo>
                    <a:pt x="102662" y="2970529"/>
                  </a:lnTo>
                  <a:lnTo>
                    <a:pt x="103477" y="2972906"/>
                  </a:lnTo>
                  <a:lnTo>
                    <a:pt x="104291" y="2910500"/>
                  </a:lnTo>
                  <a:lnTo>
                    <a:pt x="105106" y="2901947"/>
                  </a:lnTo>
                  <a:lnTo>
                    <a:pt x="105921" y="2930484"/>
                  </a:lnTo>
                  <a:lnTo>
                    <a:pt x="106736" y="2969179"/>
                  </a:lnTo>
                  <a:lnTo>
                    <a:pt x="107550" y="2985889"/>
                  </a:lnTo>
                  <a:lnTo>
                    <a:pt x="108365" y="3038022"/>
                  </a:lnTo>
                  <a:lnTo>
                    <a:pt x="109180" y="3116972"/>
                  </a:lnTo>
                  <a:lnTo>
                    <a:pt x="109995" y="3116972"/>
                  </a:lnTo>
                  <a:lnTo>
                    <a:pt x="110810" y="3116972"/>
                  </a:lnTo>
                  <a:lnTo>
                    <a:pt x="111624" y="3116972"/>
                  </a:lnTo>
                  <a:lnTo>
                    <a:pt x="112439" y="3116972"/>
                  </a:lnTo>
                  <a:lnTo>
                    <a:pt x="113254" y="3116972"/>
                  </a:lnTo>
                  <a:lnTo>
                    <a:pt x="114069" y="3094426"/>
                  </a:lnTo>
                  <a:lnTo>
                    <a:pt x="114883" y="3045187"/>
                  </a:lnTo>
                  <a:lnTo>
                    <a:pt x="115698" y="3036111"/>
                  </a:lnTo>
                  <a:lnTo>
                    <a:pt x="116513" y="3027110"/>
                  </a:lnTo>
                  <a:lnTo>
                    <a:pt x="117328" y="3099228"/>
                  </a:lnTo>
                  <a:lnTo>
                    <a:pt x="118143" y="3086313"/>
                  </a:lnTo>
                  <a:lnTo>
                    <a:pt x="118957" y="3018286"/>
                  </a:lnTo>
                  <a:lnTo>
                    <a:pt x="119772" y="3007260"/>
                  </a:lnTo>
                  <a:lnTo>
                    <a:pt x="120587" y="2976323"/>
                  </a:lnTo>
                  <a:lnTo>
                    <a:pt x="121402" y="2948977"/>
                  </a:lnTo>
                  <a:lnTo>
                    <a:pt x="122217" y="2948977"/>
                  </a:lnTo>
                  <a:lnTo>
                    <a:pt x="123031" y="2979189"/>
                  </a:lnTo>
                  <a:lnTo>
                    <a:pt x="123846" y="3047218"/>
                  </a:lnTo>
                  <a:lnTo>
                    <a:pt x="124661" y="3058242"/>
                  </a:lnTo>
                  <a:lnTo>
                    <a:pt x="125476" y="3043335"/>
                  </a:lnTo>
                  <a:lnTo>
                    <a:pt x="126290" y="2982957"/>
                  </a:lnTo>
                  <a:lnTo>
                    <a:pt x="127105" y="2966545"/>
                  </a:lnTo>
                  <a:lnTo>
                    <a:pt x="127920" y="2966545"/>
                  </a:lnTo>
                  <a:lnTo>
                    <a:pt x="128735" y="2966545"/>
                  </a:lnTo>
                  <a:lnTo>
                    <a:pt x="129550" y="2966546"/>
                  </a:lnTo>
                  <a:lnTo>
                    <a:pt x="130364" y="2944802"/>
                  </a:lnTo>
                  <a:lnTo>
                    <a:pt x="131179" y="2950416"/>
                  </a:lnTo>
                  <a:lnTo>
                    <a:pt x="131994" y="2966828"/>
                  </a:lnTo>
                  <a:lnTo>
                    <a:pt x="132809" y="2966829"/>
                  </a:lnTo>
                  <a:lnTo>
                    <a:pt x="133623" y="2966829"/>
                  </a:lnTo>
                  <a:lnTo>
                    <a:pt x="134438" y="2966829"/>
                  </a:lnTo>
                  <a:lnTo>
                    <a:pt x="135253" y="3003479"/>
                  </a:lnTo>
                  <a:lnTo>
                    <a:pt x="136068" y="3058242"/>
                  </a:lnTo>
                  <a:lnTo>
                    <a:pt x="136883" y="3058242"/>
                  </a:lnTo>
                  <a:lnTo>
                    <a:pt x="137697" y="3058242"/>
                  </a:lnTo>
                  <a:lnTo>
                    <a:pt x="138512" y="3058242"/>
                  </a:lnTo>
                  <a:lnTo>
                    <a:pt x="139327" y="3092656"/>
                  </a:lnTo>
                  <a:lnTo>
                    <a:pt x="140142" y="3116972"/>
                  </a:lnTo>
                  <a:lnTo>
                    <a:pt x="140956" y="3116972"/>
                  </a:lnTo>
                  <a:lnTo>
                    <a:pt x="141771" y="3116972"/>
                  </a:lnTo>
                  <a:lnTo>
                    <a:pt x="142586" y="3116972"/>
                  </a:lnTo>
                  <a:lnTo>
                    <a:pt x="143401" y="3116972"/>
                  </a:lnTo>
                  <a:lnTo>
                    <a:pt x="144216" y="3116972"/>
                  </a:lnTo>
                  <a:lnTo>
                    <a:pt x="145030" y="3116972"/>
                  </a:lnTo>
                  <a:lnTo>
                    <a:pt x="145845" y="3116972"/>
                  </a:lnTo>
                  <a:lnTo>
                    <a:pt x="146660" y="3081337"/>
                  </a:lnTo>
                  <a:lnTo>
                    <a:pt x="147475" y="3010777"/>
                  </a:lnTo>
                  <a:lnTo>
                    <a:pt x="148289" y="2959987"/>
                  </a:lnTo>
                  <a:lnTo>
                    <a:pt x="149104" y="2861709"/>
                  </a:lnTo>
                  <a:lnTo>
                    <a:pt x="149919" y="2859357"/>
                  </a:lnTo>
                  <a:lnTo>
                    <a:pt x="150734" y="2937958"/>
                  </a:lnTo>
                  <a:lnTo>
                    <a:pt x="151549" y="2966848"/>
                  </a:lnTo>
                  <a:lnTo>
                    <a:pt x="152363" y="3020702"/>
                  </a:lnTo>
                  <a:lnTo>
                    <a:pt x="153178" y="3058242"/>
                  </a:lnTo>
                  <a:lnTo>
                    <a:pt x="153993" y="3058541"/>
                  </a:lnTo>
                  <a:lnTo>
                    <a:pt x="154808" y="3030835"/>
                  </a:lnTo>
                  <a:lnTo>
                    <a:pt x="155622" y="2962234"/>
                  </a:lnTo>
                  <a:lnTo>
                    <a:pt x="156437" y="2933994"/>
                  </a:lnTo>
                  <a:lnTo>
                    <a:pt x="157252" y="2933996"/>
                  </a:lnTo>
                  <a:lnTo>
                    <a:pt x="158067" y="2939808"/>
                  </a:lnTo>
                  <a:lnTo>
                    <a:pt x="158882" y="2975402"/>
                  </a:lnTo>
                  <a:lnTo>
                    <a:pt x="159696" y="3019582"/>
                  </a:lnTo>
                  <a:lnTo>
                    <a:pt x="160511" y="3043308"/>
                  </a:lnTo>
                  <a:lnTo>
                    <a:pt x="161326" y="2968298"/>
                  </a:lnTo>
                  <a:lnTo>
                    <a:pt x="162141" y="2948985"/>
                  </a:lnTo>
                  <a:lnTo>
                    <a:pt x="162956" y="2916037"/>
                  </a:lnTo>
                  <a:lnTo>
                    <a:pt x="163770" y="2820297"/>
                  </a:lnTo>
                  <a:lnTo>
                    <a:pt x="164585" y="2799396"/>
                  </a:lnTo>
                  <a:lnTo>
                    <a:pt x="165400" y="2844270"/>
                  </a:lnTo>
                  <a:lnTo>
                    <a:pt x="166215" y="2947520"/>
                  </a:lnTo>
                  <a:lnTo>
                    <a:pt x="167029" y="2966834"/>
                  </a:lnTo>
                  <a:lnTo>
                    <a:pt x="167844" y="2993970"/>
                  </a:lnTo>
                  <a:lnTo>
                    <a:pt x="168659" y="3053817"/>
                  </a:lnTo>
                  <a:lnTo>
                    <a:pt x="169474" y="3058242"/>
                  </a:lnTo>
                  <a:lnTo>
                    <a:pt x="170289" y="3058242"/>
                  </a:lnTo>
                  <a:lnTo>
                    <a:pt x="171103" y="3058242"/>
                  </a:lnTo>
                  <a:lnTo>
                    <a:pt x="171918" y="3058242"/>
                  </a:lnTo>
                  <a:lnTo>
                    <a:pt x="172733" y="3089369"/>
                  </a:lnTo>
                  <a:lnTo>
                    <a:pt x="173548" y="3116714"/>
                  </a:lnTo>
                  <a:lnTo>
                    <a:pt x="174362" y="3114086"/>
                  </a:lnTo>
                  <a:lnTo>
                    <a:pt x="175177" y="3060116"/>
                  </a:lnTo>
                  <a:lnTo>
                    <a:pt x="175992" y="3082328"/>
                  </a:lnTo>
                  <a:lnTo>
                    <a:pt x="176807" y="3116972"/>
                  </a:lnTo>
                  <a:lnTo>
                    <a:pt x="177622" y="3116972"/>
                  </a:lnTo>
                  <a:lnTo>
                    <a:pt x="178436" y="3101021"/>
                  </a:lnTo>
                  <a:lnTo>
                    <a:pt x="179251" y="3116972"/>
                  </a:lnTo>
                  <a:lnTo>
                    <a:pt x="180066" y="3116972"/>
                  </a:lnTo>
                  <a:lnTo>
                    <a:pt x="180881" y="3116972"/>
                  </a:lnTo>
                  <a:lnTo>
                    <a:pt x="181695" y="3068265"/>
                  </a:lnTo>
                  <a:lnTo>
                    <a:pt x="182510" y="3062664"/>
                  </a:lnTo>
                  <a:lnTo>
                    <a:pt x="183325" y="3068266"/>
                  </a:lnTo>
                  <a:lnTo>
                    <a:pt x="184140" y="3087736"/>
                  </a:lnTo>
                  <a:lnTo>
                    <a:pt x="184955" y="3116972"/>
                  </a:lnTo>
                  <a:lnTo>
                    <a:pt x="185769" y="3116972"/>
                  </a:lnTo>
                  <a:lnTo>
                    <a:pt x="186584" y="3116972"/>
                  </a:lnTo>
                  <a:lnTo>
                    <a:pt x="187399" y="3116972"/>
                  </a:lnTo>
                  <a:lnTo>
                    <a:pt x="188214" y="3116972"/>
                  </a:lnTo>
                  <a:lnTo>
                    <a:pt x="189028" y="3038797"/>
                  </a:lnTo>
                  <a:lnTo>
                    <a:pt x="189843" y="2925637"/>
                  </a:lnTo>
                  <a:lnTo>
                    <a:pt x="190658" y="2829967"/>
                  </a:lnTo>
                  <a:lnTo>
                    <a:pt x="191473" y="2742200"/>
                  </a:lnTo>
                  <a:lnTo>
                    <a:pt x="192288" y="2791725"/>
                  </a:lnTo>
                  <a:lnTo>
                    <a:pt x="193102" y="2859538"/>
                  </a:lnTo>
                  <a:lnTo>
                    <a:pt x="193917" y="2951436"/>
                  </a:lnTo>
                  <a:lnTo>
                    <a:pt x="194732" y="3095669"/>
                  </a:lnTo>
                  <a:lnTo>
                    <a:pt x="195547" y="3116972"/>
                  </a:lnTo>
                  <a:lnTo>
                    <a:pt x="196361" y="3116972"/>
                  </a:lnTo>
                  <a:lnTo>
                    <a:pt x="197176" y="3116972"/>
                  </a:lnTo>
                  <a:lnTo>
                    <a:pt x="197991" y="3116972"/>
                  </a:lnTo>
                  <a:lnTo>
                    <a:pt x="198806" y="3116972"/>
                  </a:lnTo>
                  <a:lnTo>
                    <a:pt x="199621" y="3095360"/>
                  </a:lnTo>
                  <a:lnTo>
                    <a:pt x="200435" y="2987505"/>
                  </a:lnTo>
                  <a:lnTo>
                    <a:pt x="201250" y="2908133"/>
                  </a:lnTo>
                  <a:lnTo>
                    <a:pt x="202065" y="2889326"/>
                  </a:lnTo>
                  <a:lnTo>
                    <a:pt x="202880" y="2912945"/>
                  </a:lnTo>
                  <a:lnTo>
                    <a:pt x="203695" y="2948507"/>
                  </a:lnTo>
                  <a:lnTo>
                    <a:pt x="204509" y="3026457"/>
                  </a:lnTo>
                  <a:lnTo>
                    <a:pt x="205324" y="3098036"/>
                  </a:lnTo>
                  <a:lnTo>
                    <a:pt x="206139" y="3116972"/>
                  </a:lnTo>
                  <a:lnTo>
                    <a:pt x="206954" y="3116972"/>
                  </a:lnTo>
                  <a:lnTo>
                    <a:pt x="207768" y="3116972"/>
                  </a:lnTo>
                  <a:lnTo>
                    <a:pt x="208583" y="3116972"/>
                  </a:lnTo>
                  <a:lnTo>
                    <a:pt x="209398" y="3054121"/>
                  </a:lnTo>
                  <a:lnTo>
                    <a:pt x="210213" y="3098298"/>
                  </a:lnTo>
                  <a:lnTo>
                    <a:pt x="211028" y="3116972"/>
                  </a:lnTo>
                  <a:lnTo>
                    <a:pt x="211842" y="3116972"/>
                  </a:lnTo>
                  <a:lnTo>
                    <a:pt x="212657" y="3116972"/>
                  </a:lnTo>
                  <a:lnTo>
                    <a:pt x="213472" y="3116972"/>
                  </a:lnTo>
                  <a:lnTo>
                    <a:pt x="214287" y="3116972"/>
                  </a:lnTo>
                  <a:lnTo>
                    <a:pt x="215101" y="3103494"/>
                  </a:lnTo>
                  <a:lnTo>
                    <a:pt x="215916" y="3075657"/>
                  </a:lnTo>
                  <a:lnTo>
                    <a:pt x="216731" y="3039764"/>
                  </a:lnTo>
                  <a:lnTo>
                    <a:pt x="217546" y="3012752"/>
                  </a:lnTo>
                  <a:lnTo>
                    <a:pt x="218361" y="3042742"/>
                  </a:lnTo>
                  <a:lnTo>
                    <a:pt x="219175" y="3116972"/>
                  </a:lnTo>
                  <a:lnTo>
                    <a:pt x="219990" y="3116972"/>
                  </a:lnTo>
                  <a:lnTo>
                    <a:pt x="220805" y="3116972"/>
                  </a:lnTo>
                  <a:lnTo>
                    <a:pt x="221620" y="3086575"/>
                  </a:lnTo>
                  <a:lnTo>
                    <a:pt x="222434" y="3075311"/>
                  </a:lnTo>
                  <a:lnTo>
                    <a:pt x="223249" y="3069620"/>
                  </a:lnTo>
                  <a:lnTo>
                    <a:pt x="224064" y="3083824"/>
                  </a:lnTo>
                  <a:lnTo>
                    <a:pt x="224879" y="3116972"/>
                  </a:lnTo>
                  <a:lnTo>
                    <a:pt x="225694" y="3116972"/>
                  </a:lnTo>
                  <a:lnTo>
                    <a:pt x="226508" y="3116972"/>
                  </a:lnTo>
                  <a:lnTo>
                    <a:pt x="227323" y="3116972"/>
                  </a:lnTo>
                  <a:lnTo>
                    <a:pt x="228138" y="3116972"/>
                  </a:lnTo>
                  <a:lnTo>
                    <a:pt x="228953" y="3116972"/>
                  </a:lnTo>
                  <a:lnTo>
                    <a:pt x="229767" y="3116972"/>
                  </a:lnTo>
                  <a:lnTo>
                    <a:pt x="230582" y="3116972"/>
                  </a:lnTo>
                  <a:lnTo>
                    <a:pt x="231397" y="3116972"/>
                  </a:lnTo>
                  <a:lnTo>
                    <a:pt x="232212" y="3026759"/>
                  </a:lnTo>
                  <a:lnTo>
                    <a:pt x="233027" y="2996655"/>
                  </a:lnTo>
                  <a:lnTo>
                    <a:pt x="233841" y="3072399"/>
                  </a:lnTo>
                  <a:lnTo>
                    <a:pt x="234656" y="3116972"/>
                  </a:lnTo>
                  <a:lnTo>
                    <a:pt x="235471" y="3116972"/>
                  </a:lnTo>
                  <a:lnTo>
                    <a:pt x="236286" y="3116972"/>
                  </a:lnTo>
                  <a:lnTo>
                    <a:pt x="237100" y="3116972"/>
                  </a:lnTo>
                  <a:lnTo>
                    <a:pt x="237915" y="3116972"/>
                  </a:lnTo>
                  <a:lnTo>
                    <a:pt x="238730" y="3108226"/>
                  </a:lnTo>
                  <a:lnTo>
                    <a:pt x="239545" y="3106201"/>
                  </a:lnTo>
                  <a:lnTo>
                    <a:pt x="240360" y="3116972"/>
                  </a:lnTo>
                  <a:lnTo>
                    <a:pt x="241174" y="3116972"/>
                  </a:lnTo>
                  <a:lnTo>
                    <a:pt x="241989" y="3116972"/>
                  </a:lnTo>
                  <a:lnTo>
                    <a:pt x="242804" y="3116972"/>
                  </a:lnTo>
                  <a:lnTo>
                    <a:pt x="243619" y="3116972"/>
                  </a:lnTo>
                  <a:lnTo>
                    <a:pt x="244434" y="3116972"/>
                  </a:lnTo>
                  <a:lnTo>
                    <a:pt x="245248" y="3116972"/>
                  </a:lnTo>
                  <a:lnTo>
                    <a:pt x="246063" y="3116972"/>
                  </a:lnTo>
                  <a:lnTo>
                    <a:pt x="246878" y="3114226"/>
                  </a:lnTo>
                  <a:lnTo>
                    <a:pt x="247693" y="3087061"/>
                  </a:lnTo>
                  <a:lnTo>
                    <a:pt x="248507" y="3089344"/>
                  </a:lnTo>
                  <a:lnTo>
                    <a:pt x="249322" y="3083209"/>
                  </a:lnTo>
                  <a:lnTo>
                    <a:pt x="250137" y="3116972"/>
                  </a:lnTo>
                  <a:lnTo>
                    <a:pt x="250952" y="3116972"/>
                  </a:lnTo>
                  <a:lnTo>
                    <a:pt x="251767" y="3116972"/>
                  </a:lnTo>
                  <a:lnTo>
                    <a:pt x="252581" y="3116972"/>
                  </a:lnTo>
                  <a:lnTo>
                    <a:pt x="253396" y="3116972"/>
                  </a:lnTo>
                  <a:lnTo>
                    <a:pt x="254211" y="3116972"/>
                  </a:lnTo>
                  <a:lnTo>
                    <a:pt x="255026" y="3116972"/>
                  </a:lnTo>
                  <a:lnTo>
                    <a:pt x="255840" y="3116972"/>
                  </a:lnTo>
                  <a:lnTo>
                    <a:pt x="256655" y="3116972"/>
                  </a:lnTo>
                  <a:lnTo>
                    <a:pt x="257470" y="3116972"/>
                  </a:lnTo>
                  <a:lnTo>
                    <a:pt x="258285" y="3116972"/>
                  </a:lnTo>
                  <a:lnTo>
                    <a:pt x="259100" y="3116972"/>
                  </a:lnTo>
                  <a:lnTo>
                    <a:pt x="259914" y="3091883"/>
                  </a:lnTo>
                  <a:lnTo>
                    <a:pt x="260729" y="2999881"/>
                  </a:lnTo>
                  <a:lnTo>
                    <a:pt x="261544" y="2896788"/>
                  </a:lnTo>
                  <a:lnTo>
                    <a:pt x="262359" y="2849214"/>
                  </a:lnTo>
                  <a:lnTo>
                    <a:pt x="263173" y="2874487"/>
                  </a:lnTo>
                  <a:lnTo>
                    <a:pt x="263988" y="2920374"/>
                  </a:lnTo>
                  <a:lnTo>
                    <a:pt x="264803" y="2941069"/>
                  </a:lnTo>
                  <a:lnTo>
                    <a:pt x="265618" y="3023037"/>
                  </a:lnTo>
                  <a:lnTo>
                    <a:pt x="266433" y="3090950"/>
                  </a:lnTo>
                  <a:lnTo>
                    <a:pt x="267247" y="3110398"/>
                  </a:lnTo>
                  <a:lnTo>
                    <a:pt x="268062" y="3116972"/>
                  </a:lnTo>
                  <a:lnTo>
                    <a:pt x="268877" y="3116972"/>
                  </a:lnTo>
                  <a:lnTo>
                    <a:pt x="269692" y="3116972"/>
                  </a:lnTo>
                  <a:lnTo>
                    <a:pt x="270506" y="3085846"/>
                  </a:lnTo>
                  <a:lnTo>
                    <a:pt x="271321" y="3028194"/>
                  </a:lnTo>
                  <a:lnTo>
                    <a:pt x="272136" y="3028195"/>
                  </a:lnTo>
                  <a:lnTo>
                    <a:pt x="272951" y="3012142"/>
                  </a:lnTo>
                  <a:lnTo>
                    <a:pt x="273766" y="2916572"/>
                  </a:lnTo>
                  <a:lnTo>
                    <a:pt x="274580" y="2874850"/>
                  </a:lnTo>
                  <a:lnTo>
                    <a:pt x="275395" y="2928642"/>
                  </a:lnTo>
                  <a:lnTo>
                    <a:pt x="276210" y="2958343"/>
                  </a:lnTo>
                  <a:lnTo>
                    <a:pt x="277025" y="2899143"/>
                  </a:lnTo>
                  <a:lnTo>
                    <a:pt x="277839" y="2868752"/>
                  </a:lnTo>
                  <a:lnTo>
                    <a:pt x="278654" y="2960766"/>
                  </a:lnTo>
                  <a:lnTo>
                    <a:pt x="279469" y="2985272"/>
                  </a:lnTo>
                  <a:lnTo>
                    <a:pt x="280284" y="2963639"/>
                  </a:lnTo>
                  <a:lnTo>
                    <a:pt x="281099" y="2959551"/>
                  </a:lnTo>
                  <a:lnTo>
                    <a:pt x="281913" y="2974745"/>
                  </a:lnTo>
                  <a:lnTo>
                    <a:pt x="282728" y="2976451"/>
                  </a:lnTo>
                  <a:lnTo>
                    <a:pt x="283543" y="2930084"/>
                  </a:lnTo>
                  <a:lnTo>
                    <a:pt x="284358" y="2869408"/>
                  </a:lnTo>
                  <a:lnTo>
                    <a:pt x="285173" y="2846955"/>
                  </a:lnTo>
                  <a:lnTo>
                    <a:pt x="285987" y="2856988"/>
                  </a:lnTo>
                  <a:lnTo>
                    <a:pt x="286802" y="2882660"/>
                  </a:lnTo>
                  <a:lnTo>
                    <a:pt x="287617" y="2877704"/>
                  </a:lnTo>
                  <a:lnTo>
                    <a:pt x="288432" y="2880207"/>
                  </a:lnTo>
                  <a:lnTo>
                    <a:pt x="289246" y="2943769"/>
                  </a:lnTo>
                  <a:lnTo>
                    <a:pt x="290061" y="2987853"/>
                  </a:lnTo>
                  <a:lnTo>
                    <a:pt x="290876" y="2973000"/>
                  </a:lnTo>
                  <a:lnTo>
                    <a:pt x="291691" y="2924053"/>
                  </a:lnTo>
                  <a:lnTo>
                    <a:pt x="292506" y="2852596"/>
                  </a:lnTo>
                  <a:lnTo>
                    <a:pt x="293320" y="2820013"/>
                  </a:lnTo>
                  <a:lnTo>
                    <a:pt x="294135" y="2807322"/>
                  </a:lnTo>
                  <a:lnTo>
                    <a:pt x="294950" y="2753582"/>
                  </a:lnTo>
                  <a:lnTo>
                    <a:pt x="295765" y="2677905"/>
                  </a:lnTo>
                  <a:lnTo>
                    <a:pt x="296579" y="2705008"/>
                  </a:lnTo>
                  <a:lnTo>
                    <a:pt x="297394" y="2886527"/>
                  </a:lnTo>
                  <a:lnTo>
                    <a:pt x="298209" y="2958531"/>
                  </a:lnTo>
                  <a:lnTo>
                    <a:pt x="299024" y="2962115"/>
                  </a:lnTo>
                  <a:lnTo>
                    <a:pt x="299839" y="3015856"/>
                  </a:lnTo>
                  <a:lnTo>
                    <a:pt x="300653" y="3116972"/>
                  </a:lnTo>
                  <a:lnTo>
                    <a:pt x="301468" y="3116972"/>
                  </a:lnTo>
                  <a:lnTo>
                    <a:pt x="302283" y="3116972"/>
                  </a:lnTo>
                  <a:lnTo>
                    <a:pt x="303098" y="3116972"/>
                  </a:lnTo>
                  <a:lnTo>
                    <a:pt x="303912" y="3116972"/>
                  </a:lnTo>
                  <a:lnTo>
                    <a:pt x="304727" y="3116972"/>
                  </a:lnTo>
                  <a:lnTo>
                    <a:pt x="305542" y="3116972"/>
                  </a:lnTo>
                  <a:lnTo>
                    <a:pt x="306357" y="3116972"/>
                  </a:lnTo>
                  <a:lnTo>
                    <a:pt x="307172" y="3116972"/>
                  </a:lnTo>
                  <a:lnTo>
                    <a:pt x="307986" y="3116972"/>
                  </a:lnTo>
                  <a:lnTo>
                    <a:pt x="308801" y="3116972"/>
                  </a:lnTo>
                  <a:lnTo>
                    <a:pt x="309616" y="3116972"/>
                  </a:lnTo>
                  <a:lnTo>
                    <a:pt x="310431" y="3088857"/>
                  </a:lnTo>
                  <a:lnTo>
                    <a:pt x="311245" y="3058242"/>
                  </a:lnTo>
                  <a:lnTo>
                    <a:pt x="312060" y="3081790"/>
                  </a:lnTo>
                  <a:lnTo>
                    <a:pt x="312875" y="3065981"/>
                  </a:lnTo>
                  <a:lnTo>
                    <a:pt x="313690" y="2999802"/>
                  </a:lnTo>
                  <a:lnTo>
                    <a:pt x="314505" y="2972338"/>
                  </a:lnTo>
                  <a:lnTo>
                    <a:pt x="315319" y="2889496"/>
                  </a:lnTo>
                  <a:lnTo>
                    <a:pt x="316134" y="2872562"/>
                  </a:lnTo>
                  <a:lnTo>
                    <a:pt x="316949" y="2897676"/>
                  </a:lnTo>
                  <a:lnTo>
                    <a:pt x="317764" y="2948675"/>
                  </a:lnTo>
                  <a:lnTo>
                    <a:pt x="318578" y="3017453"/>
                  </a:lnTo>
                  <a:lnTo>
                    <a:pt x="319393" y="3065564"/>
                  </a:lnTo>
                  <a:lnTo>
                    <a:pt x="320208" y="3116972"/>
                  </a:lnTo>
                  <a:lnTo>
                    <a:pt x="321023" y="3116972"/>
                  </a:lnTo>
                  <a:lnTo>
                    <a:pt x="321838" y="3116972"/>
                  </a:lnTo>
                  <a:lnTo>
                    <a:pt x="322652" y="3116972"/>
                  </a:lnTo>
                  <a:lnTo>
                    <a:pt x="323467" y="3116972"/>
                  </a:lnTo>
                  <a:lnTo>
                    <a:pt x="324282" y="3116972"/>
                  </a:lnTo>
                  <a:lnTo>
                    <a:pt x="325097" y="3086410"/>
                  </a:lnTo>
                  <a:lnTo>
                    <a:pt x="325912" y="3068658"/>
                  </a:lnTo>
                  <a:lnTo>
                    <a:pt x="326726" y="3063542"/>
                  </a:lnTo>
                  <a:lnTo>
                    <a:pt x="327541" y="3058947"/>
                  </a:lnTo>
                  <a:lnTo>
                    <a:pt x="328356" y="3000116"/>
                  </a:lnTo>
                  <a:lnTo>
                    <a:pt x="329171" y="3052533"/>
                  </a:lnTo>
                  <a:lnTo>
                    <a:pt x="329985" y="3116972"/>
                  </a:lnTo>
                  <a:lnTo>
                    <a:pt x="330800" y="3116972"/>
                  </a:lnTo>
                  <a:lnTo>
                    <a:pt x="331615" y="3116972"/>
                  </a:lnTo>
                  <a:lnTo>
                    <a:pt x="332430" y="3116972"/>
                  </a:lnTo>
                  <a:lnTo>
                    <a:pt x="333245" y="3116972"/>
                  </a:lnTo>
                  <a:lnTo>
                    <a:pt x="334059" y="3116972"/>
                  </a:lnTo>
                  <a:lnTo>
                    <a:pt x="334874" y="3116972"/>
                  </a:lnTo>
                  <a:lnTo>
                    <a:pt x="335689" y="3116972"/>
                  </a:lnTo>
                  <a:lnTo>
                    <a:pt x="336504" y="3116972"/>
                  </a:lnTo>
                  <a:lnTo>
                    <a:pt x="337318" y="3116972"/>
                  </a:lnTo>
                  <a:lnTo>
                    <a:pt x="338133" y="3116972"/>
                  </a:lnTo>
                  <a:lnTo>
                    <a:pt x="338948" y="3116972"/>
                  </a:lnTo>
                  <a:lnTo>
                    <a:pt x="339763" y="3080823"/>
                  </a:lnTo>
                  <a:lnTo>
                    <a:pt x="340578" y="3116972"/>
                  </a:lnTo>
                  <a:lnTo>
                    <a:pt x="341392" y="3116972"/>
                  </a:lnTo>
                  <a:lnTo>
                    <a:pt x="342207" y="3116972"/>
                  </a:lnTo>
                  <a:lnTo>
                    <a:pt x="343022" y="3116972"/>
                  </a:lnTo>
                  <a:lnTo>
                    <a:pt x="343837" y="3116972"/>
                  </a:lnTo>
                  <a:lnTo>
                    <a:pt x="344651" y="3116972"/>
                  </a:lnTo>
                  <a:lnTo>
                    <a:pt x="345466" y="3116972"/>
                  </a:lnTo>
                  <a:lnTo>
                    <a:pt x="346281" y="3116972"/>
                  </a:lnTo>
                  <a:lnTo>
                    <a:pt x="347096" y="3058239"/>
                  </a:lnTo>
                  <a:lnTo>
                    <a:pt x="347911" y="3022735"/>
                  </a:lnTo>
                  <a:lnTo>
                    <a:pt x="348725" y="2998303"/>
                  </a:lnTo>
                  <a:lnTo>
                    <a:pt x="349540" y="3051258"/>
                  </a:lnTo>
                  <a:lnTo>
                    <a:pt x="350355" y="3116972"/>
                  </a:lnTo>
                  <a:lnTo>
                    <a:pt x="351170" y="3116972"/>
                  </a:lnTo>
                  <a:lnTo>
                    <a:pt x="351984" y="3116972"/>
                  </a:lnTo>
                  <a:lnTo>
                    <a:pt x="352799" y="3116972"/>
                  </a:lnTo>
                  <a:lnTo>
                    <a:pt x="353614" y="3116972"/>
                  </a:lnTo>
                  <a:lnTo>
                    <a:pt x="354429" y="3116972"/>
                  </a:lnTo>
                  <a:lnTo>
                    <a:pt x="355244" y="3116972"/>
                  </a:lnTo>
                  <a:lnTo>
                    <a:pt x="356058" y="3116972"/>
                  </a:lnTo>
                  <a:lnTo>
                    <a:pt x="356873" y="3116972"/>
                  </a:lnTo>
                  <a:lnTo>
                    <a:pt x="357688" y="3116972"/>
                  </a:lnTo>
                  <a:lnTo>
                    <a:pt x="358503" y="3116972"/>
                  </a:lnTo>
                  <a:lnTo>
                    <a:pt x="359318" y="3103327"/>
                  </a:lnTo>
                  <a:lnTo>
                    <a:pt x="360132" y="3067433"/>
                  </a:lnTo>
                  <a:lnTo>
                    <a:pt x="360947" y="3058242"/>
                  </a:lnTo>
                  <a:lnTo>
                    <a:pt x="361762" y="3058242"/>
                  </a:lnTo>
                  <a:lnTo>
                    <a:pt x="362577" y="3035744"/>
                  </a:lnTo>
                  <a:lnTo>
                    <a:pt x="363391" y="2984291"/>
                  </a:lnTo>
                  <a:lnTo>
                    <a:pt x="364206" y="2964022"/>
                  </a:lnTo>
                  <a:lnTo>
                    <a:pt x="365021" y="2964023"/>
                  </a:lnTo>
                  <a:lnTo>
                    <a:pt x="365836" y="2964024"/>
                  </a:lnTo>
                  <a:lnTo>
                    <a:pt x="366651" y="2964024"/>
                  </a:lnTo>
                  <a:lnTo>
                    <a:pt x="367465" y="2985331"/>
                  </a:lnTo>
                  <a:lnTo>
                    <a:pt x="368280" y="2996553"/>
                  </a:lnTo>
                  <a:lnTo>
                    <a:pt x="369095" y="2971394"/>
                  </a:lnTo>
                  <a:lnTo>
                    <a:pt x="369910" y="2964236"/>
                  </a:lnTo>
                  <a:lnTo>
                    <a:pt x="370724" y="2991530"/>
                  </a:lnTo>
                  <a:lnTo>
                    <a:pt x="371539" y="3066586"/>
                  </a:lnTo>
                  <a:lnTo>
                    <a:pt x="372354" y="3111288"/>
                  </a:lnTo>
                  <a:lnTo>
                    <a:pt x="373169" y="3116972"/>
                  </a:lnTo>
                  <a:lnTo>
                    <a:pt x="373984" y="3116972"/>
                  </a:lnTo>
                  <a:lnTo>
                    <a:pt x="374798" y="3116972"/>
                  </a:lnTo>
                  <a:lnTo>
                    <a:pt x="375613" y="3116972"/>
                  </a:lnTo>
                  <a:lnTo>
                    <a:pt x="376428" y="3072991"/>
                  </a:lnTo>
                  <a:lnTo>
                    <a:pt x="377243" y="3049074"/>
                  </a:lnTo>
                  <a:lnTo>
                    <a:pt x="378057" y="3054674"/>
                  </a:lnTo>
                  <a:lnTo>
                    <a:pt x="378872" y="3051967"/>
                  </a:lnTo>
                  <a:lnTo>
                    <a:pt x="379687" y="3029537"/>
                  </a:lnTo>
                  <a:lnTo>
                    <a:pt x="380502" y="3072871"/>
                  </a:lnTo>
                  <a:lnTo>
                    <a:pt x="381317" y="3116972"/>
                  </a:lnTo>
                  <a:lnTo>
                    <a:pt x="382131" y="3064305"/>
                  </a:lnTo>
                  <a:lnTo>
                    <a:pt x="382946" y="3022957"/>
                  </a:lnTo>
                  <a:lnTo>
                    <a:pt x="383761" y="3025596"/>
                  </a:lnTo>
                  <a:lnTo>
                    <a:pt x="384576" y="3013758"/>
                  </a:lnTo>
                  <a:lnTo>
                    <a:pt x="385390" y="2981109"/>
                  </a:lnTo>
                  <a:lnTo>
                    <a:pt x="386205" y="3029336"/>
                  </a:lnTo>
                  <a:lnTo>
                    <a:pt x="387020" y="3095414"/>
                  </a:lnTo>
                  <a:lnTo>
                    <a:pt x="387835" y="3116972"/>
                  </a:lnTo>
                  <a:lnTo>
                    <a:pt x="388650" y="3116972"/>
                  </a:lnTo>
                  <a:lnTo>
                    <a:pt x="389464" y="3067197"/>
                  </a:lnTo>
                  <a:lnTo>
                    <a:pt x="390279" y="3046504"/>
                  </a:lnTo>
                  <a:lnTo>
                    <a:pt x="391094" y="3010611"/>
                  </a:lnTo>
                  <a:lnTo>
                    <a:pt x="391909" y="2990766"/>
                  </a:lnTo>
                  <a:lnTo>
                    <a:pt x="392723" y="2969281"/>
                  </a:lnTo>
                  <a:lnTo>
                    <a:pt x="393538" y="3009297"/>
                  </a:lnTo>
                  <a:lnTo>
                    <a:pt x="394353" y="3084983"/>
                  </a:lnTo>
                  <a:lnTo>
                    <a:pt x="395168" y="3110679"/>
                  </a:lnTo>
                  <a:lnTo>
                    <a:pt x="395983" y="3061774"/>
                  </a:lnTo>
                  <a:lnTo>
                    <a:pt x="396797" y="3056408"/>
                  </a:lnTo>
                  <a:lnTo>
                    <a:pt x="397612" y="3084236"/>
                  </a:lnTo>
                  <a:lnTo>
                    <a:pt x="398427" y="3074947"/>
                  </a:lnTo>
                  <a:lnTo>
                    <a:pt x="399242" y="3069133"/>
                  </a:lnTo>
                  <a:lnTo>
                    <a:pt x="400057" y="3095302"/>
                  </a:lnTo>
                  <a:lnTo>
                    <a:pt x="400871" y="3116972"/>
                  </a:lnTo>
                  <a:lnTo>
                    <a:pt x="401686" y="3116972"/>
                  </a:lnTo>
                  <a:lnTo>
                    <a:pt x="402501" y="3116972"/>
                  </a:lnTo>
                  <a:lnTo>
                    <a:pt x="403316" y="3116972"/>
                  </a:lnTo>
                  <a:lnTo>
                    <a:pt x="404130" y="3116972"/>
                  </a:lnTo>
                  <a:lnTo>
                    <a:pt x="404945" y="3116972"/>
                  </a:lnTo>
                  <a:lnTo>
                    <a:pt x="405760" y="3116972"/>
                  </a:lnTo>
                  <a:lnTo>
                    <a:pt x="406575" y="3116972"/>
                  </a:lnTo>
                  <a:lnTo>
                    <a:pt x="407390" y="3116972"/>
                  </a:lnTo>
                  <a:lnTo>
                    <a:pt x="408204" y="3056398"/>
                  </a:lnTo>
                  <a:lnTo>
                    <a:pt x="409019" y="3044997"/>
                  </a:lnTo>
                  <a:lnTo>
                    <a:pt x="409834" y="3052051"/>
                  </a:lnTo>
                  <a:lnTo>
                    <a:pt x="410649" y="2965386"/>
                  </a:lnTo>
                  <a:lnTo>
                    <a:pt x="411463" y="2825405"/>
                  </a:lnTo>
                  <a:lnTo>
                    <a:pt x="412278" y="2885009"/>
                  </a:lnTo>
                  <a:lnTo>
                    <a:pt x="413093" y="3028591"/>
                  </a:lnTo>
                  <a:lnTo>
                    <a:pt x="413908" y="3034551"/>
                  </a:lnTo>
                  <a:lnTo>
                    <a:pt x="414723" y="3020629"/>
                  </a:lnTo>
                  <a:lnTo>
                    <a:pt x="415537" y="3052399"/>
                  </a:lnTo>
                  <a:lnTo>
                    <a:pt x="416352" y="3086054"/>
                  </a:lnTo>
                  <a:lnTo>
                    <a:pt x="417167" y="3030701"/>
                  </a:lnTo>
                  <a:lnTo>
                    <a:pt x="417982" y="3019090"/>
                  </a:lnTo>
                  <a:lnTo>
                    <a:pt x="418796" y="3053056"/>
                  </a:lnTo>
                  <a:lnTo>
                    <a:pt x="419611" y="3084825"/>
                  </a:lnTo>
                  <a:lnTo>
                    <a:pt x="420426" y="3111792"/>
                  </a:lnTo>
                  <a:lnTo>
                    <a:pt x="421241" y="3116972"/>
                  </a:lnTo>
                  <a:lnTo>
                    <a:pt x="422056" y="3116972"/>
                  </a:lnTo>
                  <a:lnTo>
                    <a:pt x="422870" y="3099306"/>
                  </a:lnTo>
                  <a:lnTo>
                    <a:pt x="423685" y="3045808"/>
                  </a:lnTo>
                  <a:lnTo>
                    <a:pt x="424500" y="2932796"/>
                  </a:lnTo>
                  <a:lnTo>
                    <a:pt x="425315" y="2844306"/>
                  </a:lnTo>
                  <a:lnTo>
                    <a:pt x="426129" y="2803868"/>
                  </a:lnTo>
                  <a:lnTo>
                    <a:pt x="426944" y="2802022"/>
                  </a:lnTo>
                  <a:lnTo>
                    <a:pt x="427759" y="2773861"/>
                  </a:lnTo>
                  <a:lnTo>
                    <a:pt x="428574" y="2790792"/>
                  </a:lnTo>
                  <a:lnTo>
                    <a:pt x="429389" y="2872034"/>
                  </a:lnTo>
                  <a:lnTo>
                    <a:pt x="430203" y="2948816"/>
                  </a:lnTo>
                  <a:lnTo>
                    <a:pt x="431018" y="2992339"/>
                  </a:lnTo>
                  <a:lnTo>
                    <a:pt x="431833" y="3057455"/>
                  </a:lnTo>
                  <a:lnTo>
                    <a:pt x="432648" y="3116972"/>
                  </a:lnTo>
                  <a:lnTo>
                    <a:pt x="433462" y="3116972"/>
                  </a:lnTo>
                  <a:lnTo>
                    <a:pt x="434277" y="3116972"/>
                  </a:lnTo>
                  <a:lnTo>
                    <a:pt x="435092" y="3116972"/>
                  </a:lnTo>
                  <a:lnTo>
                    <a:pt x="435907" y="3116972"/>
                  </a:lnTo>
                  <a:lnTo>
                    <a:pt x="436722" y="3116972"/>
                  </a:lnTo>
                  <a:lnTo>
                    <a:pt x="437536" y="3102364"/>
                  </a:lnTo>
                  <a:lnTo>
                    <a:pt x="438351" y="3003652"/>
                  </a:lnTo>
                  <a:lnTo>
                    <a:pt x="439166" y="2937232"/>
                  </a:lnTo>
                  <a:lnTo>
                    <a:pt x="439981" y="2891312"/>
                  </a:lnTo>
                  <a:lnTo>
                    <a:pt x="440796" y="2851649"/>
                  </a:lnTo>
                  <a:lnTo>
                    <a:pt x="441610" y="2799602"/>
                  </a:lnTo>
                  <a:lnTo>
                    <a:pt x="442425" y="2887008"/>
                  </a:lnTo>
                  <a:lnTo>
                    <a:pt x="443240" y="2904576"/>
                  </a:lnTo>
                  <a:lnTo>
                    <a:pt x="444055" y="2858972"/>
                  </a:lnTo>
                  <a:lnTo>
                    <a:pt x="444869" y="2787808"/>
                  </a:lnTo>
                  <a:lnTo>
                    <a:pt x="445684" y="2733970"/>
                  </a:lnTo>
                  <a:lnTo>
                    <a:pt x="446499" y="2773339"/>
                  </a:lnTo>
                  <a:lnTo>
                    <a:pt x="447314" y="2792663"/>
                  </a:lnTo>
                  <a:lnTo>
                    <a:pt x="448129" y="2907815"/>
                  </a:lnTo>
                  <a:lnTo>
                    <a:pt x="448943" y="2984084"/>
                  </a:lnTo>
                  <a:lnTo>
                    <a:pt x="449758" y="3061247"/>
                  </a:lnTo>
                  <a:lnTo>
                    <a:pt x="450573" y="3116972"/>
                  </a:lnTo>
                  <a:lnTo>
                    <a:pt x="451388" y="3116972"/>
                  </a:lnTo>
                  <a:lnTo>
                    <a:pt x="452202" y="3116972"/>
                  </a:lnTo>
                  <a:lnTo>
                    <a:pt x="453017" y="3116972"/>
                  </a:lnTo>
                  <a:lnTo>
                    <a:pt x="453832" y="3116972"/>
                  </a:lnTo>
                  <a:lnTo>
                    <a:pt x="454647" y="3116972"/>
                  </a:lnTo>
                  <a:lnTo>
                    <a:pt x="455462" y="3116972"/>
                  </a:lnTo>
                  <a:lnTo>
                    <a:pt x="456276" y="3108536"/>
                  </a:lnTo>
                  <a:lnTo>
                    <a:pt x="457091" y="2981626"/>
                  </a:lnTo>
                  <a:lnTo>
                    <a:pt x="457906" y="2845957"/>
                  </a:lnTo>
                  <a:lnTo>
                    <a:pt x="458721" y="2847612"/>
                  </a:lnTo>
                  <a:lnTo>
                    <a:pt x="459535" y="2830078"/>
                  </a:lnTo>
                  <a:lnTo>
                    <a:pt x="460350" y="2777722"/>
                  </a:lnTo>
                  <a:lnTo>
                    <a:pt x="461165" y="2730449"/>
                  </a:lnTo>
                  <a:lnTo>
                    <a:pt x="461980" y="2764879"/>
                  </a:lnTo>
                  <a:lnTo>
                    <a:pt x="462795" y="2857184"/>
                  </a:lnTo>
                  <a:lnTo>
                    <a:pt x="463609" y="2794054"/>
                  </a:lnTo>
                  <a:lnTo>
                    <a:pt x="464424" y="2757427"/>
                  </a:lnTo>
                  <a:lnTo>
                    <a:pt x="465239" y="2757433"/>
                  </a:lnTo>
                  <a:lnTo>
                    <a:pt x="466054" y="2769665"/>
                  </a:lnTo>
                  <a:lnTo>
                    <a:pt x="466868" y="2818167"/>
                  </a:lnTo>
                  <a:lnTo>
                    <a:pt x="467683" y="2826592"/>
                  </a:lnTo>
                  <a:lnTo>
                    <a:pt x="468498" y="2869066"/>
                  </a:lnTo>
                  <a:lnTo>
                    <a:pt x="469313" y="2935017"/>
                  </a:lnTo>
                  <a:lnTo>
                    <a:pt x="470128" y="2978259"/>
                  </a:lnTo>
                  <a:lnTo>
                    <a:pt x="470942" y="3031473"/>
                  </a:lnTo>
                  <a:lnTo>
                    <a:pt x="471757" y="3044175"/>
                  </a:lnTo>
                  <a:lnTo>
                    <a:pt x="472572" y="3043529"/>
                  </a:lnTo>
                  <a:lnTo>
                    <a:pt x="473387" y="3029982"/>
                  </a:lnTo>
                  <a:lnTo>
                    <a:pt x="474201" y="3018191"/>
                  </a:lnTo>
                  <a:lnTo>
                    <a:pt x="475016" y="3037863"/>
                  </a:lnTo>
                  <a:lnTo>
                    <a:pt x="475831" y="3042792"/>
                  </a:lnTo>
                  <a:lnTo>
                    <a:pt x="476646" y="2990195"/>
                  </a:lnTo>
                  <a:lnTo>
                    <a:pt x="477461" y="2962089"/>
                  </a:lnTo>
                  <a:lnTo>
                    <a:pt x="478275" y="2975170"/>
                  </a:lnTo>
                  <a:lnTo>
                    <a:pt x="479090" y="2987521"/>
                  </a:lnTo>
                  <a:lnTo>
                    <a:pt x="479905" y="2977797"/>
                  </a:lnTo>
                  <a:lnTo>
                    <a:pt x="480720" y="2987050"/>
                  </a:lnTo>
                  <a:lnTo>
                    <a:pt x="481535" y="3063645"/>
                  </a:lnTo>
                  <a:lnTo>
                    <a:pt x="482349" y="3116972"/>
                  </a:lnTo>
                  <a:lnTo>
                    <a:pt x="483164" y="3085654"/>
                  </a:lnTo>
                  <a:lnTo>
                    <a:pt x="483979" y="3007945"/>
                  </a:lnTo>
                  <a:lnTo>
                    <a:pt x="484794" y="2956728"/>
                  </a:lnTo>
                  <a:lnTo>
                    <a:pt x="485608" y="2915520"/>
                  </a:lnTo>
                  <a:lnTo>
                    <a:pt x="486423" y="2848012"/>
                  </a:lnTo>
                  <a:lnTo>
                    <a:pt x="487238" y="2829361"/>
                  </a:lnTo>
                  <a:lnTo>
                    <a:pt x="488053" y="2916427"/>
                  </a:lnTo>
                  <a:lnTo>
                    <a:pt x="488868" y="3022403"/>
                  </a:lnTo>
                  <a:lnTo>
                    <a:pt x="489682" y="3103303"/>
                  </a:lnTo>
                  <a:lnTo>
                    <a:pt x="490497" y="3116972"/>
                  </a:lnTo>
                  <a:lnTo>
                    <a:pt x="491312" y="3116972"/>
                  </a:lnTo>
                  <a:lnTo>
                    <a:pt x="492127" y="3116972"/>
                  </a:lnTo>
                  <a:lnTo>
                    <a:pt x="492941" y="3116972"/>
                  </a:lnTo>
                  <a:lnTo>
                    <a:pt x="493756" y="3078201"/>
                  </a:lnTo>
                  <a:lnTo>
                    <a:pt x="494571" y="3058242"/>
                  </a:lnTo>
                  <a:lnTo>
                    <a:pt x="495386" y="3058242"/>
                  </a:lnTo>
                  <a:lnTo>
                    <a:pt x="496201" y="3058242"/>
                  </a:lnTo>
                  <a:lnTo>
                    <a:pt x="497015" y="3081804"/>
                  </a:lnTo>
                  <a:lnTo>
                    <a:pt x="497830" y="3068557"/>
                  </a:lnTo>
                  <a:lnTo>
                    <a:pt x="498645" y="3028326"/>
                  </a:lnTo>
                  <a:lnTo>
                    <a:pt x="499460" y="3035273"/>
                  </a:lnTo>
                  <a:lnTo>
                    <a:pt x="500274" y="3071167"/>
                  </a:lnTo>
                  <a:lnTo>
                    <a:pt x="501089" y="3086757"/>
                  </a:lnTo>
                  <a:lnTo>
                    <a:pt x="501904" y="3084039"/>
                  </a:lnTo>
                  <a:lnTo>
                    <a:pt x="502719" y="3090788"/>
                  </a:lnTo>
                  <a:lnTo>
                    <a:pt x="503534" y="3116972"/>
                  </a:lnTo>
                  <a:lnTo>
                    <a:pt x="504348" y="3116972"/>
                  </a:lnTo>
                  <a:lnTo>
                    <a:pt x="505163" y="3116972"/>
                  </a:lnTo>
                  <a:lnTo>
                    <a:pt x="505978" y="3116972"/>
                  </a:lnTo>
                  <a:lnTo>
                    <a:pt x="506793" y="3116972"/>
                  </a:lnTo>
                  <a:lnTo>
                    <a:pt x="507607" y="3116972"/>
                  </a:lnTo>
                  <a:lnTo>
                    <a:pt x="508422" y="3087976"/>
                  </a:lnTo>
                  <a:lnTo>
                    <a:pt x="509237" y="2898596"/>
                  </a:lnTo>
                  <a:lnTo>
                    <a:pt x="510052" y="2862314"/>
                  </a:lnTo>
                  <a:lnTo>
                    <a:pt x="510867" y="2882380"/>
                  </a:lnTo>
                  <a:lnTo>
                    <a:pt x="511681" y="2887036"/>
                  </a:lnTo>
                  <a:lnTo>
                    <a:pt x="512496" y="2894493"/>
                  </a:lnTo>
                  <a:lnTo>
                    <a:pt x="513311" y="2972628"/>
                  </a:lnTo>
                  <a:lnTo>
                    <a:pt x="514126" y="3082677"/>
                  </a:lnTo>
                  <a:lnTo>
                    <a:pt x="514940" y="3116972"/>
                  </a:lnTo>
                  <a:lnTo>
                    <a:pt x="515755" y="3116972"/>
                  </a:lnTo>
                  <a:lnTo>
                    <a:pt x="516570" y="3116972"/>
                  </a:lnTo>
                  <a:lnTo>
                    <a:pt x="517385" y="3116972"/>
                  </a:lnTo>
                  <a:lnTo>
                    <a:pt x="518200" y="3116972"/>
                  </a:lnTo>
                  <a:lnTo>
                    <a:pt x="519014" y="3116972"/>
                  </a:lnTo>
                  <a:lnTo>
                    <a:pt x="519829" y="3116972"/>
                  </a:lnTo>
                  <a:lnTo>
                    <a:pt x="520644" y="3048527"/>
                  </a:lnTo>
                  <a:lnTo>
                    <a:pt x="521459" y="2995705"/>
                  </a:lnTo>
                  <a:lnTo>
                    <a:pt x="522274" y="2961502"/>
                  </a:lnTo>
                  <a:lnTo>
                    <a:pt x="523088" y="2948289"/>
                  </a:lnTo>
                  <a:lnTo>
                    <a:pt x="523903" y="2973405"/>
                  </a:lnTo>
                  <a:lnTo>
                    <a:pt x="524718" y="3039465"/>
                  </a:lnTo>
                  <a:lnTo>
                    <a:pt x="525533" y="3058242"/>
                  </a:lnTo>
                  <a:lnTo>
                    <a:pt x="526347" y="3058242"/>
                  </a:lnTo>
                  <a:lnTo>
                    <a:pt x="527162" y="3058242"/>
                  </a:lnTo>
                  <a:lnTo>
                    <a:pt x="527977" y="3058242"/>
                  </a:lnTo>
                  <a:lnTo>
                    <a:pt x="528792" y="3058242"/>
                  </a:lnTo>
                  <a:lnTo>
                    <a:pt x="529607" y="3046447"/>
                  </a:lnTo>
                  <a:lnTo>
                    <a:pt x="530421" y="3035466"/>
                  </a:lnTo>
                  <a:lnTo>
                    <a:pt x="531236" y="3024174"/>
                  </a:lnTo>
                  <a:lnTo>
                    <a:pt x="532051" y="3084982"/>
                  </a:lnTo>
                  <a:lnTo>
                    <a:pt x="532866" y="3116972"/>
                  </a:lnTo>
                  <a:lnTo>
                    <a:pt x="533680" y="3116972"/>
                  </a:lnTo>
                  <a:lnTo>
                    <a:pt x="534495" y="3116972"/>
                  </a:lnTo>
                  <a:lnTo>
                    <a:pt x="535310" y="3116972"/>
                  </a:lnTo>
                  <a:lnTo>
                    <a:pt x="536125" y="3116972"/>
                  </a:lnTo>
                  <a:lnTo>
                    <a:pt x="536940" y="3116972"/>
                  </a:lnTo>
                  <a:lnTo>
                    <a:pt x="537754" y="3116972"/>
                  </a:lnTo>
                  <a:lnTo>
                    <a:pt x="538569" y="3096844"/>
                  </a:lnTo>
                  <a:lnTo>
                    <a:pt x="539384" y="3116972"/>
                  </a:lnTo>
                  <a:lnTo>
                    <a:pt x="540199" y="3116972"/>
                  </a:lnTo>
                  <a:lnTo>
                    <a:pt x="541013" y="3116972"/>
                  </a:lnTo>
                  <a:lnTo>
                    <a:pt x="541828" y="3116972"/>
                  </a:lnTo>
                  <a:lnTo>
                    <a:pt x="542643" y="3116972"/>
                  </a:lnTo>
                  <a:lnTo>
                    <a:pt x="543458" y="3116972"/>
                  </a:lnTo>
                  <a:lnTo>
                    <a:pt x="544273" y="3116972"/>
                  </a:lnTo>
                  <a:lnTo>
                    <a:pt x="545087" y="3116972"/>
                  </a:lnTo>
                  <a:lnTo>
                    <a:pt x="545902" y="3116972"/>
                  </a:lnTo>
                  <a:lnTo>
                    <a:pt x="546717" y="3116972"/>
                  </a:lnTo>
                  <a:lnTo>
                    <a:pt x="547532" y="3092638"/>
                  </a:lnTo>
                  <a:lnTo>
                    <a:pt x="548346" y="3074448"/>
                  </a:lnTo>
                  <a:lnTo>
                    <a:pt x="549161" y="3074449"/>
                  </a:lnTo>
                  <a:lnTo>
                    <a:pt x="549976" y="3036339"/>
                  </a:lnTo>
                  <a:lnTo>
                    <a:pt x="550791" y="3018794"/>
                  </a:lnTo>
                  <a:lnTo>
                    <a:pt x="551606" y="3049613"/>
                  </a:lnTo>
                  <a:lnTo>
                    <a:pt x="552420" y="3089179"/>
                  </a:lnTo>
                  <a:lnTo>
                    <a:pt x="553235" y="3116714"/>
                  </a:lnTo>
                  <a:lnTo>
                    <a:pt x="554050" y="3116972"/>
                  </a:lnTo>
                  <a:lnTo>
                    <a:pt x="554865" y="3116972"/>
                  </a:lnTo>
                  <a:lnTo>
                    <a:pt x="555679" y="3116972"/>
                  </a:lnTo>
                  <a:lnTo>
                    <a:pt x="556494" y="3116972"/>
                  </a:lnTo>
                  <a:lnTo>
                    <a:pt x="557309" y="3116972"/>
                  </a:lnTo>
                  <a:lnTo>
                    <a:pt x="558124" y="3030251"/>
                  </a:lnTo>
                  <a:lnTo>
                    <a:pt x="558939" y="2984154"/>
                  </a:lnTo>
                  <a:lnTo>
                    <a:pt x="559753" y="2887498"/>
                  </a:lnTo>
                  <a:lnTo>
                    <a:pt x="560568" y="2816517"/>
                  </a:lnTo>
                  <a:lnTo>
                    <a:pt x="561383" y="2782928"/>
                  </a:lnTo>
                  <a:lnTo>
                    <a:pt x="562198" y="2793151"/>
                  </a:lnTo>
                  <a:lnTo>
                    <a:pt x="563013" y="2835653"/>
                  </a:lnTo>
                  <a:lnTo>
                    <a:pt x="563827" y="2817909"/>
                  </a:lnTo>
                  <a:lnTo>
                    <a:pt x="564642" y="2899455"/>
                  </a:lnTo>
                  <a:lnTo>
                    <a:pt x="565457" y="2974327"/>
                  </a:lnTo>
                  <a:lnTo>
                    <a:pt x="566272" y="3007916"/>
                  </a:lnTo>
                  <a:lnTo>
                    <a:pt x="567086" y="3021560"/>
                  </a:lnTo>
                  <a:lnTo>
                    <a:pt x="567901" y="3039436"/>
                  </a:lnTo>
                  <a:lnTo>
                    <a:pt x="568716" y="3078737"/>
                  </a:lnTo>
                  <a:lnTo>
                    <a:pt x="569531" y="3062131"/>
                  </a:lnTo>
                  <a:lnTo>
                    <a:pt x="570346" y="3039173"/>
                  </a:lnTo>
                  <a:lnTo>
                    <a:pt x="571160" y="3022165"/>
                  </a:lnTo>
                  <a:lnTo>
                    <a:pt x="571975" y="3065010"/>
                  </a:lnTo>
                  <a:lnTo>
                    <a:pt x="572790" y="3070822"/>
                  </a:lnTo>
                  <a:lnTo>
                    <a:pt x="573605" y="3070823"/>
                  </a:lnTo>
                  <a:lnTo>
                    <a:pt x="574419" y="3070823"/>
                  </a:lnTo>
                  <a:lnTo>
                    <a:pt x="575234" y="3089892"/>
                  </a:lnTo>
                  <a:lnTo>
                    <a:pt x="576049" y="3091177"/>
                  </a:lnTo>
                  <a:lnTo>
                    <a:pt x="576864" y="2984540"/>
                  </a:lnTo>
                  <a:lnTo>
                    <a:pt x="577679" y="2878041"/>
                  </a:lnTo>
                  <a:lnTo>
                    <a:pt x="578493" y="2830887"/>
                  </a:lnTo>
                  <a:lnTo>
                    <a:pt x="579308" y="2835203"/>
                  </a:lnTo>
                  <a:lnTo>
                    <a:pt x="580123" y="2826684"/>
                  </a:lnTo>
                  <a:lnTo>
                    <a:pt x="580938" y="2878302"/>
                  </a:lnTo>
                  <a:lnTo>
                    <a:pt x="581752" y="2955747"/>
                  </a:lnTo>
                  <a:lnTo>
                    <a:pt x="582567" y="3056435"/>
                  </a:lnTo>
                  <a:lnTo>
                    <a:pt x="583382" y="3116972"/>
                  </a:lnTo>
                  <a:lnTo>
                    <a:pt x="584197" y="3116972"/>
                  </a:lnTo>
                  <a:lnTo>
                    <a:pt x="585012" y="3116972"/>
                  </a:lnTo>
                  <a:lnTo>
                    <a:pt x="585826" y="3116972"/>
                  </a:lnTo>
                  <a:lnTo>
                    <a:pt x="586641" y="3086933"/>
                  </a:lnTo>
                  <a:lnTo>
                    <a:pt x="587456" y="3070089"/>
                  </a:lnTo>
                  <a:lnTo>
                    <a:pt x="588271" y="2997845"/>
                  </a:lnTo>
                  <a:lnTo>
                    <a:pt x="589085" y="2959956"/>
                  </a:lnTo>
                  <a:lnTo>
                    <a:pt x="589900" y="3014479"/>
                  </a:lnTo>
                  <a:lnTo>
                    <a:pt x="590715" y="3077785"/>
                  </a:lnTo>
                  <a:lnTo>
                    <a:pt x="591530" y="3105923"/>
                  </a:lnTo>
                  <a:lnTo>
                    <a:pt x="592345" y="3116972"/>
                  </a:lnTo>
                  <a:lnTo>
                    <a:pt x="593159" y="3116972"/>
                  </a:lnTo>
                  <a:lnTo>
                    <a:pt x="593974" y="3116972"/>
                  </a:lnTo>
                  <a:lnTo>
                    <a:pt x="594789" y="3116972"/>
                  </a:lnTo>
                  <a:lnTo>
                    <a:pt x="595604" y="3116972"/>
                  </a:lnTo>
                  <a:lnTo>
                    <a:pt x="596418" y="3116972"/>
                  </a:lnTo>
                  <a:lnTo>
                    <a:pt x="597233" y="3116972"/>
                  </a:lnTo>
                  <a:lnTo>
                    <a:pt x="598048" y="3116972"/>
                  </a:lnTo>
                  <a:lnTo>
                    <a:pt x="598863" y="3116972"/>
                  </a:lnTo>
                  <a:lnTo>
                    <a:pt x="599678" y="3116972"/>
                  </a:lnTo>
                  <a:lnTo>
                    <a:pt x="600492" y="3116972"/>
                  </a:lnTo>
                  <a:lnTo>
                    <a:pt x="601307" y="3116972"/>
                  </a:lnTo>
                  <a:lnTo>
                    <a:pt x="602122" y="3116972"/>
                  </a:lnTo>
                  <a:lnTo>
                    <a:pt x="602937" y="3116972"/>
                  </a:lnTo>
                  <a:lnTo>
                    <a:pt x="603752" y="3101604"/>
                  </a:lnTo>
                  <a:lnTo>
                    <a:pt x="604566" y="3044889"/>
                  </a:lnTo>
                  <a:lnTo>
                    <a:pt x="605381" y="3021386"/>
                  </a:lnTo>
                  <a:lnTo>
                    <a:pt x="606196" y="3055811"/>
                  </a:lnTo>
                  <a:lnTo>
                    <a:pt x="607011" y="3077338"/>
                  </a:lnTo>
                  <a:lnTo>
                    <a:pt x="607825" y="3042033"/>
                  </a:lnTo>
                  <a:lnTo>
                    <a:pt x="608640" y="3000496"/>
                  </a:lnTo>
                  <a:lnTo>
                    <a:pt x="609455" y="3004256"/>
                  </a:lnTo>
                  <a:lnTo>
                    <a:pt x="610270" y="3018126"/>
                  </a:lnTo>
                  <a:lnTo>
                    <a:pt x="611085" y="2966813"/>
                  </a:lnTo>
                  <a:lnTo>
                    <a:pt x="611899" y="2951019"/>
                  </a:lnTo>
                  <a:lnTo>
                    <a:pt x="612714" y="2988947"/>
                  </a:lnTo>
                  <a:lnTo>
                    <a:pt x="613529" y="3081342"/>
                  </a:lnTo>
                  <a:lnTo>
                    <a:pt x="614344" y="3116972"/>
                  </a:lnTo>
                  <a:lnTo>
                    <a:pt x="615158" y="3116972"/>
                  </a:lnTo>
                  <a:lnTo>
                    <a:pt x="615973" y="3116972"/>
                  </a:lnTo>
                  <a:lnTo>
                    <a:pt x="616788" y="3116972"/>
                  </a:lnTo>
                  <a:lnTo>
                    <a:pt x="617603" y="3116972"/>
                  </a:lnTo>
                  <a:lnTo>
                    <a:pt x="618418" y="3060578"/>
                  </a:lnTo>
                  <a:lnTo>
                    <a:pt x="619232" y="2999782"/>
                  </a:lnTo>
                  <a:lnTo>
                    <a:pt x="620047" y="2964519"/>
                  </a:lnTo>
                  <a:lnTo>
                    <a:pt x="620862" y="2953858"/>
                  </a:lnTo>
                  <a:lnTo>
                    <a:pt x="621677" y="2921700"/>
                  </a:lnTo>
                  <a:lnTo>
                    <a:pt x="622491" y="2902832"/>
                  </a:lnTo>
                  <a:lnTo>
                    <a:pt x="623306" y="2947421"/>
                  </a:lnTo>
                  <a:lnTo>
                    <a:pt x="624121" y="2947739"/>
                  </a:lnTo>
                  <a:lnTo>
                    <a:pt x="624936" y="2936166"/>
                  </a:lnTo>
                  <a:lnTo>
                    <a:pt x="625751" y="2894312"/>
                  </a:lnTo>
                  <a:lnTo>
                    <a:pt x="626565" y="2937608"/>
                  </a:lnTo>
                  <a:lnTo>
                    <a:pt x="627380" y="2961446"/>
                  </a:lnTo>
                  <a:lnTo>
                    <a:pt x="628195" y="2961447"/>
                  </a:lnTo>
                  <a:lnTo>
                    <a:pt x="629010" y="3001986"/>
                  </a:lnTo>
                  <a:lnTo>
                    <a:pt x="629824" y="3073405"/>
                  </a:lnTo>
                  <a:lnTo>
                    <a:pt x="630639" y="3116972"/>
                  </a:lnTo>
                  <a:lnTo>
                    <a:pt x="631454" y="3116972"/>
                  </a:lnTo>
                  <a:lnTo>
                    <a:pt x="632269" y="3116972"/>
                  </a:lnTo>
                  <a:lnTo>
                    <a:pt x="633084" y="3116972"/>
                  </a:lnTo>
                  <a:lnTo>
                    <a:pt x="633898" y="3106916"/>
                  </a:lnTo>
                  <a:lnTo>
                    <a:pt x="634713" y="3080319"/>
                  </a:lnTo>
                  <a:lnTo>
                    <a:pt x="635528" y="3052045"/>
                  </a:lnTo>
                  <a:lnTo>
                    <a:pt x="636343" y="2968788"/>
                  </a:lnTo>
                  <a:lnTo>
                    <a:pt x="637157" y="2939735"/>
                  </a:lnTo>
                  <a:lnTo>
                    <a:pt x="637972" y="2923385"/>
                  </a:lnTo>
                  <a:lnTo>
                    <a:pt x="638787" y="2923386"/>
                  </a:lnTo>
                  <a:lnTo>
                    <a:pt x="639602" y="2914090"/>
                  </a:lnTo>
                  <a:lnTo>
                    <a:pt x="640417" y="2866754"/>
                  </a:lnTo>
                  <a:lnTo>
                    <a:pt x="641231" y="2882312"/>
                  </a:lnTo>
                  <a:lnTo>
                    <a:pt x="642046" y="2879008"/>
                  </a:lnTo>
                  <a:lnTo>
                    <a:pt x="642861" y="2879184"/>
                  </a:lnTo>
                  <a:lnTo>
                    <a:pt x="643676" y="2879186"/>
                  </a:lnTo>
                  <a:lnTo>
                    <a:pt x="644491" y="2879188"/>
                  </a:lnTo>
                  <a:lnTo>
                    <a:pt x="645305" y="2942019"/>
                  </a:lnTo>
                  <a:lnTo>
                    <a:pt x="646120" y="3009713"/>
                  </a:lnTo>
                  <a:lnTo>
                    <a:pt x="646935" y="3042066"/>
                  </a:lnTo>
                  <a:lnTo>
                    <a:pt x="647750" y="3060796"/>
                  </a:lnTo>
                  <a:lnTo>
                    <a:pt x="648564" y="3040751"/>
                  </a:lnTo>
                  <a:lnTo>
                    <a:pt x="649379" y="3025028"/>
                  </a:lnTo>
                  <a:lnTo>
                    <a:pt x="650194" y="3029404"/>
                  </a:lnTo>
                  <a:lnTo>
                    <a:pt x="651009" y="3019760"/>
                  </a:lnTo>
                  <a:lnTo>
                    <a:pt x="651824" y="2983050"/>
                  </a:lnTo>
                  <a:lnTo>
                    <a:pt x="652638" y="2919346"/>
                  </a:lnTo>
                  <a:lnTo>
                    <a:pt x="653453" y="2918102"/>
                  </a:lnTo>
                  <a:lnTo>
                    <a:pt x="654268" y="2933824"/>
                  </a:lnTo>
                  <a:lnTo>
                    <a:pt x="655083" y="2929448"/>
                  </a:lnTo>
                  <a:lnTo>
                    <a:pt x="655897" y="2939094"/>
                  </a:lnTo>
                  <a:lnTo>
                    <a:pt x="656712" y="2975803"/>
                  </a:lnTo>
                  <a:lnTo>
                    <a:pt x="657527" y="3039554"/>
                  </a:lnTo>
                  <a:lnTo>
                    <a:pt x="658342" y="3095558"/>
                  </a:lnTo>
                  <a:lnTo>
                    <a:pt x="659157" y="3116972"/>
                  </a:lnTo>
                  <a:lnTo>
                    <a:pt x="659971" y="3116972"/>
                  </a:lnTo>
                  <a:lnTo>
                    <a:pt x="660786" y="3116972"/>
                  </a:lnTo>
                  <a:lnTo>
                    <a:pt x="661601" y="3116972"/>
                  </a:lnTo>
                  <a:lnTo>
                    <a:pt x="662416" y="3116972"/>
                  </a:lnTo>
                  <a:lnTo>
                    <a:pt x="663230" y="3116972"/>
                  </a:lnTo>
                  <a:lnTo>
                    <a:pt x="664045" y="3116972"/>
                  </a:lnTo>
                  <a:lnTo>
                    <a:pt x="664860" y="3116972"/>
                  </a:lnTo>
                  <a:lnTo>
                    <a:pt x="665675" y="3116972"/>
                  </a:lnTo>
                  <a:lnTo>
                    <a:pt x="666490" y="3116972"/>
                  </a:lnTo>
                  <a:lnTo>
                    <a:pt x="667304" y="3116972"/>
                  </a:lnTo>
                  <a:lnTo>
                    <a:pt x="668119" y="3116972"/>
                  </a:lnTo>
                  <a:lnTo>
                    <a:pt x="668934" y="3116972"/>
                  </a:lnTo>
                  <a:lnTo>
                    <a:pt x="669749" y="3116972"/>
                  </a:lnTo>
                  <a:lnTo>
                    <a:pt x="670563" y="3114305"/>
                  </a:lnTo>
                  <a:lnTo>
                    <a:pt x="671378" y="3100537"/>
                  </a:lnTo>
                  <a:lnTo>
                    <a:pt x="672193" y="3064643"/>
                  </a:lnTo>
                  <a:lnTo>
                    <a:pt x="673008" y="3058242"/>
                  </a:lnTo>
                  <a:lnTo>
                    <a:pt x="673823" y="3058242"/>
                  </a:lnTo>
                  <a:lnTo>
                    <a:pt x="674637" y="3061054"/>
                  </a:lnTo>
                  <a:lnTo>
                    <a:pt x="675452" y="3096358"/>
                  </a:lnTo>
                  <a:lnTo>
                    <a:pt x="676267" y="3116524"/>
                  </a:lnTo>
                  <a:lnTo>
                    <a:pt x="677082" y="3116524"/>
                  </a:lnTo>
                  <a:lnTo>
                    <a:pt x="677897" y="3116526"/>
                  </a:lnTo>
                  <a:lnTo>
                    <a:pt x="678711" y="3116528"/>
                  </a:lnTo>
                  <a:lnTo>
                    <a:pt x="679526" y="3113717"/>
                  </a:lnTo>
                  <a:lnTo>
                    <a:pt x="680341" y="3081412"/>
                  </a:lnTo>
                  <a:lnTo>
                    <a:pt x="681156" y="3116972"/>
                  </a:lnTo>
                  <a:lnTo>
                    <a:pt x="681970" y="3116972"/>
                  </a:lnTo>
                  <a:lnTo>
                    <a:pt x="682785" y="3116972"/>
                  </a:lnTo>
                  <a:lnTo>
                    <a:pt x="683600" y="3102034"/>
                  </a:lnTo>
                  <a:lnTo>
                    <a:pt x="684415" y="3116972"/>
                  </a:lnTo>
                  <a:lnTo>
                    <a:pt x="685230" y="3116972"/>
                  </a:lnTo>
                  <a:lnTo>
                    <a:pt x="686044" y="3116972"/>
                  </a:lnTo>
                  <a:lnTo>
                    <a:pt x="686859" y="3116972"/>
                  </a:lnTo>
                  <a:lnTo>
                    <a:pt x="687674" y="3116972"/>
                  </a:lnTo>
                  <a:lnTo>
                    <a:pt x="688489" y="3116972"/>
                  </a:lnTo>
                  <a:lnTo>
                    <a:pt x="689303" y="3101409"/>
                  </a:lnTo>
                  <a:lnTo>
                    <a:pt x="690118" y="2930724"/>
                  </a:lnTo>
                  <a:lnTo>
                    <a:pt x="690933" y="2914732"/>
                  </a:lnTo>
                  <a:lnTo>
                    <a:pt x="691748" y="2872915"/>
                  </a:lnTo>
                  <a:lnTo>
                    <a:pt x="692563" y="2813065"/>
                  </a:lnTo>
                  <a:lnTo>
                    <a:pt x="693377" y="2851318"/>
                  </a:lnTo>
                  <a:lnTo>
                    <a:pt x="694192" y="2948481"/>
                  </a:lnTo>
                  <a:lnTo>
                    <a:pt x="695007" y="3071000"/>
                  </a:lnTo>
                  <a:lnTo>
                    <a:pt x="695822" y="3110271"/>
                  </a:lnTo>
                  <a:lnTo>
                    <a:pt x="696636" y="3116972"/>
                  </a:lnTo>
                  <a:lnTo>
                    <a:pt x="697451" y="3116972"/>
                  </a:lnTo>
                  <a:lnTo>
                    <a:pt x="698266" y="3116972"/>
                  </a:lnTo>
                  <a:lnTo>
                    <a:pt x="699081" y="3116972"/>
                  </a:lnTo>
                  <a:lnTo>
                    <a:pt x="699896" y="3116972"/>
                  </a:lnTo>
                  <a:lnTo>
                    <a:pt x="700710" y="3045404"/>
                  </a:lnTo>
                  <a:lnTo>
                    <a:pt x="701525" y="2961879"/>
                  </a:lnTo>
                  <a:lnTo>
                    <a:pt x="702340" y="2904960"/>
                  </a:lnTo>
                  <a:lnTo>
                    <a:pt x="703155" y="2863853"/>
                  </a:lnTo>
                  <a:lnTo>
                    <a:pt x="703969" y="2824559"/>
                  </a:lnTo>
                  <a:lnTo>
                    <a:pt x="704784" y="2889218"/>
                  </a:lnTo>
                  <a:lnTo>
                    <a:pt x="705599" y="2920204"/>
                  </a:lnTo>
                  <a:lnTo>
                    <a:pt x="706414" y="3002069"/>
                  </a:lnTo>
                  <a:lnTo>
                    <a:pt x="707229" y="2989825"/>
                  </a:lnTo>
                  <a:lnTo>
                    <a:pt x="708043" y="2919787"/>
                  </a:lnTo>
                  <a:lnTo>
                    <a:pt x="708858" y="2806740"/>
                  </a:lnTo>
                  <a:lnTo>
                    <a:pt x="709673" y="2809776"/>
                  </a:lnTo>
                  <a:lnTo>
                    <a:pt x="710488" y="2895586"/>
                  </a:lnTo>
                  <a:lnTo>
                    <a:pt x="711302" y="2950974"/>
                  </a:lnTo>
                  <a:lnTo>
                    <a:pt x="712117" y="3006200"/>
                  </a:lnTo>
                  <a:lnTo>
                    <a:pt x="712932" y="2983984"/>
                  </a:lnTo>
                  <a:lnTo>
                    <a:pt x="713747" y="3049260"/>
                  </a:lnTo>
                  <a:lnTo>
                    <a:pt x="714562" y="3076999"/>
                  </a:lnTo>
                  <a:lnTo>
                    <a:pt x="715376" y="3032607"/>
                  </a:lnTo>
                  <a:lnTo>
                    <a:pt x="716191" y="2978880"/>
                  </a:lnTo>
                  <a:lnTo>
                    <a:pt x="717006" y="2976004"/>
                  </a:lnTo>
                  <a:lnTo>
                    <a:pt x="717821" y="3024605"/>
                  </a:lnTo>
                  <a:lnTo>
                    <a:pt x="718636" y="2978487"/>
                  </a:lnTo>
                  <a:lnTo>
                    <a:pt x="719450" y="2871621"/>
                  </a:lnTo>
                  <a:lnTo>
                    <a:pt x="720265" y="2845865"/>
                  </a:lnTo>
                  <a:lnTo>
                    <a:pt x="721080" y="2877935"/>
                  </a:lnTo>
                  <a:lnTo>
                    <a:pt x="721895" y="2778534"/>
                  </a:lnTo>
                  <a:lnTo>
                    <a:pt x="722709" y="2670492"/>
                  </a:lnTo>
                  <a:lnTo>
                    <a:pt x="723524" y="2721388"/>
                  </a:lnTo>
                  <a:lnTo>
                    <a:pt x="724339" y="2815076"/>
                  </a:lnTo>
                  <a:lnTo>
                    <a:pt x="725154" y="2743279"/>
                  </a:lnTo>
                  <a:lnTo>
                    <a:pt x="725969" y="2654021"/>
                  </a:lnTo>
                  <a:lnTo>
                    <a:pt x="726783" y="2745295"/>
                  </a:lnTo>
                  <a:lnTo>
                    <a:pt x="727598" y="2850405"/>
                  </a:lnTo>
                  <a:lnTo>
                    <a:pt x="728413" y="2831756"/>
                  </a:lnTo>
                  <a:lnTo>
                    <a:pt x="729228" y="2803311"/>
                  </a:lnTo>
                  <a:lnTo>
                    <a:pt x="730042" y="2848870"/>
                  </a:lnTo>
                  <a:lnTo>
                    <a:pt x="730857" y="2964224"/>
                  </a:lnTo>
                  <a:lnTo>
                    <a:pt x="731672" y="3025232"/>
                  </a:lnTo>
                  <a:lnTo>
                    <a:pt x="732487" y="2990687"/>
                  </a:lnTo>
                  <a:lnTo>
                    <a:pt x="733302" y="2972738"/>
                  </a:lnTo>
                  <a:lnTo>
                    <a:pt x="734116" y="2964211"/>
                  </a:lnTo>
                  <a:lnTo>
                    <a:pt x="734931" y="2953802"/>
                  </a:lnTo>
                  <a:lnTo>
                    <a:pt x="735746" y="2830966"/>
                  </a:lnTo>
                  <a:lnTo>
                    <a:pt x="736561" y="2749440"/>
                  </a:lnTo>
                  <a:lnTo>
                    <a:pt x="737375" y="2792206"/>
                  </a:lnTo>
                  <a:lnTo>
                    <a:pt x="738190" y="2855588"/>
                  </a:lnTo>
                  <a:lnTo>
                    <a:pt x="739005" y="2892812"/>
                  </a:lnTo>
                  <a:lnTo>
                    <a:pt x="739820" y="2943408"/>
                  </a:lnTo>
                  <a:lnTo>
                    <a:pt x="740635" y="3033637"/>
                  </a:lnTo>
                  <a:lnTo>
                    <a:pt x="741449" y="3008652"/>
                  </a:lnTo>
                  <a:lnTo>
                    <a:pt x="742264" y="2968835"/>
                  </a:lnTo>
                  <a:lnTo>
                    <a:pt x="743079" y="2993645"/>
                  </a:lnTo>
                  <a:lnTo>
                    <a:pt x="743894" y="3040107"/>
                  </a:lnTo>
                  <a:lnTo>
                    <a:pt x="744708" y="3094971"/>
                  </a:lnTo>
                  <a:lnTo>
                    <a:pt x="745523" y="3096649"/>
                  </a:lnTo>
                  <a:lnTo>
                    <a:pt x="746338" y="3116972"/>
                  </a:lnTo>
                  <a:lnTo>
                    <a:pt x="747153" y="3116972"/>
                  </a:lnTo>
                  <a:lnTo>
                    <a:pt x="747968" y="3116972"/>
                  </a:lnTo>
                  <a:lnTo>
                    <a:pt x="748782" y="3116972"/>
                  </a:lnTo>
                  <a:lnTo>
                    <a:pt x="749597" y="3116972"/>
                  </a:lnTo>
                  <a:lnTo>
                    <a:pt x="750412" y="3116972"/>
                  </a:lnTo>
                  <a:lnTo>
                    <a:pt x="751227" y="3116972"/>
                  </a:lnTo>
                  <a:lnTo>
                    <a:pt x="752041" y="3116972"/>
                  </a:lnTo>
                  <a:lnTo>
                    <a:pt x="752856" y="3116972"/>
                  </a:lnTo>
                  <a:lnTo>
                    <a:pt x="753671" y="2972898"/>
                  </a:lnTo>
                  <a:lnTo>
                    <a:pt x="754486" y="2812896"/>
                  </a:lnTo>
                  <a:lnTo>
                    <a:pt x="755301" y="2747743"/>
                  </a:lnTo>
                  <a:lnTo>
                    <a:pt x="756115" y="2768859"/>
                  </a:lnTo>
                  <a:lnTo>
                    <a:pt x="756930" y="2867704"/>
                  </a:lnTo>
                  <a:lnTo>
                    <a:pt x="757745" y="2977594"/>
                  </a:lnTo>
                  <a:lnTo>
                    <a:pt x="758560" y="3031166"/>
                  </a:lnTo>
                  <a:lnTo>
                    <a:pt x="759375" y="3106072"/>
                  </a:lnTo>
                  <a:lnTo>
                    <a:pt x="760189" y="3069570"/>
                  </a:lnTo>
                  <a:lnTo>
                    <a:pt x="761004" y="3024361"/>
                  </a:lnTo>
                  <a:lnTo>
                    <a:pt x="761819" y="2960034"/>
                  </a:lnTo>
                  <a:lnTo>
                    <a:pt x="762634" y="2969160"/>
                  </a:lnTo>
                  <a:lnTo>
                    <a:pt x="763448" y="2983489"/>
                  </a:lnTo>
                  <a:lnTo>
                    <a:pt x="764263" y="3027229"/>
                  </a:lnTo>
                  <a:lnTo>
                    <a:pt x="765078" y="3116972"/>
                  </a:lnTo>
                  <a:lnTo>
                    <a:pt x="765893" y="3116972"/>
                  </a:lnTo>
                  <a:lnTo>
                    <a:pt x="766708" y="3116451"/>
                  </a:lnTo>
                  <a:lnTo>
                    <a:pt x="767522" y="3076197"/>
                  </a:lnTo>
                  <a:lnTo>
                    <a:pt x="768337" y="3116972"/>
                  </a:lnTo>
                  <a:lnTo>
                    <a:pt x="769152" y="3116972"/>
                  </a:lnTo>
                  <a:lnTo>
                    <a:pt x="769967" y="3116972"/>
                  </a:lnTo>
                  <a:lnTo>
                    <a:pt x="770781" y="3116972"/>
                  </a:lnTo>
                  <a:lnTo>
                    <a:pt x="771596" y="3116972"/>
                  </a:lnTo>
                  <a:lnTo>
                    <a:pt x="772411" y="3116972"/>
                  </a:lnTo>
                  <a:lnTo>
                    <a:pt x="773226" y="3116972"/>
                  </a:lnTo>
                  <a:lnTo>
                    <a:pt x="774041" y="3116972"/>
                  </a:lnTo>
                  <a:lnTo>
                    <a:pt x="774855" y="3116972"/>
                  </a:lnTo>
                  <a:lnTo>
                    <a:pt x="775670" y="3112138"/>
                  </a:lnTo>
                  <a:lnTo>
                    <a:pt x="776485" y="3061377"/>
                  </a:lnTo>
                  <a:lnTo>
                    <a:pt x="777300" y="3027683"/>
                  </a:lnTo>
                  <a:lnTo>
                    <a:pt x="778114" y="2982172"/>
                  </a:lnTo>
                  <a:lnTo>
                    <a:pt x="778929" y="3010782"/>
                  </a:lnTo>
                  <a:lnTo>
                    <a:pt x="779744" y="3116972"/>
                  </a:lnTo>
                  <a:lnTo>
                    <a:pt x="780559" y="3116972"/>
                  </a:lnTo>
                  <a:lnTo>
                    <a:pt x="781374" y="3116972"/>
                  </a:lnTo>
                  <a:lnTo>
                    <a:pt x="782188" y="3116972"/>
                  </a:lnTo>
                  <a:lnTo>
                    <a:pt x="783003" y="3116972"/>
                  </a:lnTo>
                  <a:lnTo>
                    <a:pt x="783818" y="3116972"/>
                  </a:lnTo>
                  <a:lnTo>
                    <a:pt x="784633" y="3079504"/>
                  </a:lnTo>
                  <a:lnTo>
                    <a:pt x="785447" y="3058242"/>
                  </a:lnTo>
                  <a:lnTo>
                    <a:pt x="786262" y="3044036"/>
                  </a:lnTo>
                  <a:lnTo>
                    <a:pt x="787077" y="3057658"/>
                  </a:lnTo>
                  <a:lnTo>
                    <a:pt x="787892" y="3065604"/>
                  </a:lnTo>
                  <a:lnTo>
                    <a:pt x="788707" y="3065605"/>
                  </a:lnTo>
                  <a:lnTo>
                    <a:pt x="789521" y="3021901"/>
                  </a:lnTo>
                  <a:lnTo>
                    <a:pt x="790336" y="2932778"/>
                  </a:lnTo>
                  <a:lnTo>
                    <a:pt x="791151" y="2904740"/>
                  </a:lnTo>
                  <a:lnTo>
                    <a:pt x="791966" y="2885715"/>
                  </a:lnTo>
                  <a:lnTo>
                    <a:pt x="792780" y="2865094"/>
                  </a:lnTo>
                  <a:lnTo>
                    <a:pt x="793595" y="2864832"/>
                  </a:lnTo>
                  <a:lnTo>
                    <a:pt x="794410" y="2876614"/>
                  </a:lnTo>
                  <a:lnTo>
                    <a:pt x="795225" y="2916570"/>
                  </a:lnTo>
                  <a:lnTo>
                    <a:pt x="796040" y="2955462"/>
                  </a:lnTo>
                  <a:lnTo>
                    <a:pt x="796854" y="2996758"/>
                  </a:lnTo>
                  <a:lnTo>
                    <a:pt x="797669" y="3022318"/>
                  </a:lnTo>
                  <a:lnTo>
                    <a:pt x="798484" y="3022581"/>
                  </a:lnTo>
                  <a:lnTo>
                    <a:pt x="799299" y="3059353"/>
                  </a:lnTo>
                  <a:lnTo>
                    <a:pt x="800114" y="3079742"/>
                  </a:lnTo>
                  <a:lnTo>
                    <a:pt x="800928" y="3046097"/>
                  </a:lnTo>
                  <a:lnTo>
                    <a:pt x="801743" y="2979859"/>
                  </a:lnTo>
                  <a:lnTo>
                    <a:pt x="802558" y="2918368"/>
                  </a:lnTo>
                  <a:lnTo>
                    <a:pt x="803373" y="2918371"/>
                  </a:lnTo>
                  <a:lnTo>
                    <a:pt x="804187" y="2913520"/>
                  </a:lnTo>
                  <a:lnTo>
                    <a:pt x="805002" y="2942301"/>
                  </a:lnTo>
                  <a:lnTo>
                    <a:pt x="805817" y="2979295"/>
                  </a:lnTo>
                  <a:lnTo>
                    <a:pt x="806632" y="3009639"/>
                  </a:lnTo>
                  <a:lnTo>
                    <a:pt x="807447" y="3030150"/>
                  </a:lnTo>
                  <a:lnTo>
                    <a:pt x="808261" y="3002703"/>
                  </a:lnTo>
                  <a:lnTo>
                    <a:pt x="809076" y="2988481"/>
                  </a:lnTo>
                  <a:lnTo>
                    <a:pt x="809891" y="3003481"/>
                  </a:lnTo>
                  <a:lnTo>
                    <a:pt x="810706" y="3025476"/>
                  </a:lnTo>
                  <a:lnTo>
                    <a:pt x="811520" y="3064248"/>
                  </a:lnTo>
                  <a:lnTo>
                    <a:pt x="812335" y="3106255"/>
                  </a:lnTo>
                  <a:lnTo>
                    <a:pt x="813150" y="3116972"/>
                  </a:lnTo>
                  <a:lnTo>
                    <a:pt x="813965" y="3116972"/>
                  </a:lnTo>
                  <a:lnTo>
                    <a:pt x="814780" y="3084099"/>
                  </a:lnTo>
                  <a:lnTo>
                    <a:pt x="815594" y="3083894"/>
                  </a:lnTo>
                  <a:lnTo>
                    <a:pt x="816409" y="3065481"/>
                  </a:lnTo>
                  <a:lnTo>
                    <a:pt x="817224" y="3051567"/>
                  </a:lnTo>
                  <a:lnTo>
                    <a:pt x="818039" y="3064936"/>
                  </a:lnTo>
                  <a:lnTo>
                    <a:pt x="818853" y="3113262"/>
                  </a:lnTo>
                  <a:lnTo>
                    <a:pt x="819668" y="3116972"/>
                  </a:lnTo>
                  <a:lnTo>
                    <a:pt x="820483" y="3116972"/>
                  </a:lnTo>
                  <a:lnTo>
                    <a:pt x="821298" y="3116972"/>
                  </a:lnTo>
                  <a:lnTo>
                    <a:pt x="822113" y="3116972"/>
                  </a:lnTo>
                  <a:lnTo>
                    <a:pt x="822927" y="3109403"/>
                  </a:lnTo>
                  <a:lnTo>
                    <a:pt x="823742" y="3051108"/>
                  </a:lnTo>
                  <a:lnTo>
                    <a:pt x="824557" y="3000500"/>
                  </a:lnTo>
                  <a:lnTo>
                    <a:pt x="825372" y="2966099"/>
                  </a:lnTo>
                  <a:lnTo>
                    <a:pt x="826186" y="2893560"/>
                  </a:lnTo>
                  <a:lnTo>
                    <a:pt x="827001" y="2789839"/>
                  </a:lnTo>
                  <a:lnTo>
                    <a:pt x="827816" y="2854666"/>
                  </a:lnTo>
                  <a:lnTo>
                    <a:pt x="828631" y="2965367"/>
                  </a:lnTo>
                  <a:lnTo>
                    <a:pt x="829446" y="3028153"/>
                  </a:lnTo>
                  <a:lnTo>
                    <a:pt x="830260" y="3037033"/>
                  </a:lnTo>
                  <a:lnTo>
                    <a:pt x="831075" y="3116972"/>
                  </a:lnTo>
                  <a:lnTo>
                    <a:pt x="831890" y="3116972"/>
                  </a:lnTo>
                  <a:lnTo>
                    <a:pt x="832705" y="3116972"/>
                  </a:lnTo>
                  <a:lnTo>
                    <a:pt x="833519" y="3116972"/>
                  </a:lnTo>
                  <a:lnTo>
                    <a:pt x="834334" y="3116972"/>
                  </a:lnTo>
                  <a:lnTo>
                    <a:pt x="835149" y="3116972"/>
                  </a:lnTo>
                  <a:lnTo>
                    <a:pt x="835964" y="3116972"/>
                  </a:lnTo>
                  <a:lnTo>
                    <a:pt x="836779" y="3116972"/>
                  </a:lnTo>
                  <a:lnTo>
                    <a:pt x="837593" y="3116972"/>
                  </a:lnTo>
                  <a:lnTo>
                    <a:pt x="838408" y="2987126"/>
                  </a:lnTo>
                  <a:lnTo>
                    <a:pt x="839223" y="2913107"/>
                  </a:lnTo>
                  <a:lnTo>
                    <a:pt x="840038" y="2869609"/>
                  </a:lnTo>
                  <a:lnTo>
                    <a:pt x="840853" y="2775343"/>
                  </a:lnTo>
                  <a:lnTo>
                    <a:pt x="841667" y="2684156"/>
                  </a:lnTo>
                  <a:lnTo>
                    <a:pt x="842482" y="2764044"/>
                  </a:lnTo>
                  <a:lnTo>
                    <a:pt x="843297" y="2873770"/>
                  </a:lnTo>
                  <a:lnTo>
                    <a:pt x="844112" y="2851270"/>
                  </a:lnTo>
                  <a:lnTo>
                    <a:pt x="844926" y="2856577"/>
                  </a:lnTo>
                  <a:lnTo>
                    <a:pt x="845741" y="2824278"/>
                  </a:lnTo>
                  <a:lnTo>
                    <a:pt x="846556" y="2765171"/>
                  </a:lnTo>
                  <a:lnTo>
                    <a:pt x="847371" y="2762181"/>
                  </a:lnTo>
                  <a:lnTo>
                    <a:pt x="848186" y="2768700"/>
                  </a:lnTo>
                  <a:lnTo>
                    <a:pt x="849000" y="2801053"/>
                  </a:lnTo>
                  <a:lnTo>
                    <a:pt x="849815" y="2827643"/>
                  </a:lnTo>
                  <a:lnTo>
                    <a:pt x="850630" y="2939210"/>
                  </a:lnTo>
                  <a:lnTo>
                    <a:pt x="851445" y="3059688"/>
                  </a:lnTo>
                  <a:lnTo>
                    <a:pt x="852259" y="3064243"/>
                  </a:lnTo>
                  <a:lnTo>
                    <a:pt x="853074" y="3058242"/>
                  </a:lnTo>
                  <a:lnTo>
                    <a:pt x="853889" y="3058242"/>
                  </a:lnTo>
                  <a:lnTo>
                    <a:pt x="854704" y="3082001"/>
                  </a:lnTo>
                  <a:lnTo>
                    <a:pt x="855519" y="3116526"/>
                  </a:lnTo>
                  <a:lnTo>
                    <a:pt x="856333" y="3116524"/>
                  </a:lnTo>
                  <a:lnTo>
                    <a:pt x="857148" y="3116972"/>
                  </a:lnTo>
                  <a:lnTo>
                    <a:pt x="857963" y="3116972"/>
                  </a:lnTo>
                  <a:lnTo>
                    <a:pt x="858778" y="3116972"/>
                  </a:lnTo>
                  <a:lnTo>
                    <a:pt x="859592" y="3116972"/>
                  </a:lnTo>
                  <a:lnTo>
                    <a:pt x="860407" y="3116972"/>
                  </a:lnTo>
                  <a:lnTo>
                    <a:pt x="861222" y="3116972"/>
                  </a:lnTo>
                  <a:lnTo>
                    <a:pt x="862037" y="3116972"/>
                  </a:lnTo>
                  <a:lnTo>
                    <a:pt x="862852" y="3091277"/>
                  </a:lnTo>
                  <a:lnTo>
                    <a:pt x="863666" y="2995003"/>
                  </a:lnTo>
                  <a:lnTo>
                    <a:pt x="864481" y="2942748"/>
                  </a:lnTo>
                  <a:lnTo>
                    <a:pt x="865296" y="2907281"/>
                  </a:lnTo>
                  <a:lnTo>
                    <a:pt x="866111" y="2918240"/>
                  </a:lnTo>
                  <a:lnTo>
                    <a:pt x="866925" y="2935190"/>
                  </a:lnTo>
                  <a:lnTo>
                    <a:pt x="867740" y="2956341"/>
                  </a:lnTo>
                  <a:lnTo>
                    <a:pt x="868555" y="3025703"/>
                  </a:lnTo>
                  <a:lnTo>
                    <a:pt x="869370" y="3077957"/>
                  </a:lnTo>
                  <a:lnTo>
                    <a:pt x="870185" y="3116972"/>
                  </a:lnTo>
                  <a:lnTo>
                    <a:pt x="870999" y="3115699"/>
                  </a:lnTo>
                  <a:lnTo>
                    <a:pt x="871814" y="3034592"/>
                  </a:lnTo>
                  <a:lnTo>
                    <a:pt x="872629" y="3009005"/>
                  </a:lnTo>
                  <a:lnTo>
                    <a:pt x="873444" y="3036241"/>
                  </a:lnTo>
                  <a:lnTo>
                    <a:pt x="874258" y="3013335"/>
                  </a:lnTo>
                  <a:lnTo>
                    <a:pt x="875073" y="3027484"/>
                  </a:lnTo>
                  <a:lnTo>
                    <a:pt x="875888" y="2977339"/>
                  </a:lnTo>
                  <a:lnTo>
                    <a:pt x="876703" y="3045216"/>
                  </a:lnTo>
                  <a:lnTo>
                    <a:pt x="877518" y="3063284"/>
                  </a:lnTo>
                  <a:lnTo>
                    <a:pt x="878332" y="3014249"/>
                  </a:lnTo>
                  <a:lnTo>
                    <a:pt x="879147" y="3089163"/>
                  </a:lnTo>
                  <a:lnTo>
                    <a:pt x="879962" y="2976788"/>
                  </a:lnTo>
                  <a:lnTo>
                    <a:pt x="880777" y="2931978"/>
                  </a:lnTo>
                  <a:lnTo>
                    <a:pt x="881592" y="2873000"/>
                  </a:lnTo>
                  <a:lnTo>
                    <a:pt x="882406" y="2908279"/>
                  </a:lnTo>
                  <a:lnTo>
                    <a:pt x="883221" y="2971682"/>
                  </a:lnTo>
                  <a:lnTo>
                    <a:pt x="884036" y="2894038"/>
                  </a:lnTo>
                  <a:lnTo>
                    <a:pt x="884851" y="2865708"/>
                  </a:lnTo>
                  <a:lnTo>
                    <a:pt x="885665" y="2873559"/>
                  </a:lnTo>
                  <a:lnTo>
                    <a:pt x="886480" y="2960926"/>
                  </a:lnTo>
                  <a:lnTo>
                    <a:pt x="887295" y="2962588"/>
                  </a:lnTo>
                  <a:lnTo>
                    <a:pt x="888110" y="2849364"/>
                  </a:lnTo>
                  <a:lnTo>
                    <a:pt x="888925" y="2795992"/>
                  </a:lnTo>
                  <a:lnTo>
                    <a:pt x="889739" y="2867503"/>
                  </a:lnTo>
                  <a:lnTo>
                    <a:pt x="890554" y="2952547"/>
                  </a:lnTo>
                  <a:lnTo>
                    <a:pt x="891369" y="2946477"/>
                  </a:lnTo>
                  <a:lnTo>
                    <a:pt x="892184" y="2927862"/>
                  </a:lnTo>
                  <a:lnTo>
                    <a:pt x="892998" y="3013636"/>
                  </a:lnTo>
                  <a:lnTo>
                    <a:pt x="893813" y="3116972"/>
                  </a:lnTo>
                  <a:lnTo>
                    <a:pt x="894628" y="3116972"/>
                  </a:lnTo>
                  <a:lnTo>
                    <a:pt x="895443" y="3116972"/>
                  </a:lnTo>
                  <a:lnTo>
                    <a:pt x="896258" y="3116972"/>
                  </a:lnTo>
                  <a:lnTo>
                    <a:pt x="897072" y="3116972"/>
                  </a:lnTo>
                  <a:lnTo>
                    <a:pt x="897887" y="3116972"/>
                  </a:lnTo>
                  <a:lnTo>
                    <a:pt x="898702" y="3116972"/>
                  </a:lnTo>
                  <a:lnTo>
                    <a:pt x="899517" y="3086607"/>
                  </a:lnTo>
                  <a:lnTo>
                    <a:pt x="900331" y="3004484"/>
                  </a:lnTo>
                  <a:lnTo>
                    <a:pt x="901146" y="2969681"/>
                  </a:lnTo>
                  <a:lnTo>
                    <a:pt x="901961" y="3006858"/>
                  </a:lnTo>
                  <a:lnTo>
                    <a:pt x="902776" y="3045426"/>
                  </a:lnTo>
                  <a:lnTo>
                    <a:pt x="903591" y="3087836"/>
                  </a:lnTo>
                  <a:lnTo>
                    <a:pt x="904405" y="3116972"/>
                  </a:lnTo>
                  <a:lnTo>
                    <a:pt x="905220" y="3116972"/>
                  </a:lnTo>
                  <a:lnTo>
                    <a:pt x="906035" y="3116972"/>
                  </a:lnTo>
                  <a:lnTo>
                    <a:pt x="906850" y="3116972"/>
                  </a:lnTo>
                  <a:lnTo>
                    <a:pt x="907664" y="3116972"/>
                  </a:lnTo>
                  <a:lnTo>
                    <a:pt x="908479" y="3116972"/>
                  </a:lnTo>
                  <a:lnTo>
                    <a:pt x="909294" y="3116972"/>
                  </a:lnTo>
                  <a:lnTo>
                    <a:pt x="910109" y="3079710"/>
                  </a:lnTo>
                  <a:lnTo>
                    <a:pt x="910924" y="3108973"/>
                  </a:lnTo>
                  <a:lnTo>
                    <a:pt x="911738" y="3106168"/>
                  </a:lnTo>
                  <a:lnTo>
                    <a:pt x="912553" y="3073085"/>
                  </a:lnTo>
                  <a:lnTo>
                    <a:pt x="913368" y="3050961"/>
                  </a:lnTo>
                  <a:lnTo>
                    <a:pt x="914183" y="3087726"/>
                  </a:lnTo>
                  <a:lnTo>
                    <a:pt x="914997" y="3018442"/>
                  </a:lnTo>
                  <a:lnTo>
                    <a:pt x="915812" y="2887586"/>
                  </a:lnTo>
                  <a:lnTo>
                    <a:pt x="916627" y="2810842"/>
                  </a:lnTo>
                  <a:lnTo>
                    <a:pt x="917442" y="2849599"/>
                  </a:lnTo>
                  <a:lnTo>
                    <a:pt x="918257" y="2935246"/>
                  </a:lnTo>
                  <a:lnTo>
                    <a:pt x="919071" y="2968242"/>
                  </a:lnTo>
                  <a:lnTo>
                    <a:pt x="919886" y="2989891"/>
                  </a:lnTo>
                  <a:lnTo>
                    <a:pt x="920701" y="3006522"/>
                  </a:lnTo>
                  <a:lnTo>
                    <a:pt x="921516" y="3025403"/>
                  </a:lnTo>
                  <a:lnTo>
                    <a:pt x="922331" y="3012467"/>
                  </a:lnTo>
                  <a:lnTo>
                    <a:pt x="923145" y="2921158"/>
                  </a:lnTo>
                  <a:lnTo>
                    <a:pt x="923960" y="2843342"/>
                  </a:lnTo>
                  <a:lnTo>
                    <a:pt x="924775" y="2923873"/>
                  </a:lnTo>
                  <a:lnTo>
                    <a:pt x="925590" y="2962782"/>
                  </a:lnTo>
                  <a:lnTo>
                    <a:pt x="926404" y="2910626"/>
                  </a:lnTo>
                  <a:lnTo>
                    <a:pt x="927219" y="2834438"/>
                  </a:lnTo>
                  <a:lnTo>
                    <a:pt x="928034" y="2823441"/>
                  </a:lnTo>
                  <a:lnTo>
                    <a:pt x="928849" y="2805797"/>
                  </a:lnTo>
                  <a:lnTo>
                    <a:pt x="929664" y="2699757"/>
                  </a:lnTo>
                  <a:lnTo>
                    <a:pt x="930478" y="2623096"/>
                  </a:lnTo>
                  <a:lnTo>
                    <a:pt x="931293" y="2683858"/>
                  </a:lnTo>
                  <a:lnTo>
                    <a:pt x="932108" y="2764502"/>
                  </a:lnTo>
                  <a:lnTo>
                    <a:pt x="932923" y="2795036"/>
                  </a:lnTo>
                  <a:lnTo>
                    <a:pt x="933737" y="2872472"/>
                  </a:lnTo>
                  <a:lnTo>
                    <a:pt x="934552" y="2904684"/>
                  </a:lnTo>
                  <a:lnTo>
                    <a:pt x="935367" y="2948994"/>
                  </a:lnTo>
                  <a:lnTo>
                    <a:pt x="936182" y="2963301"/>
                  </a:lnTo>
                  <a:lnTo>
                    <a:pt x="936997" y="2963104"/>
                  </a:lnTo>
                  <a:lnTo>
                    <a:pt x="937811" y="2932555"/>
                  </a:lnTo>
                  <a:lnTo>
                    <a:pt x="938626" y="2807387"/>
                  </a:lnTo>
                  <a:lnTo>
                    <a:pt x="939441" y="2711137"/>
                  </a:lnTo>
                  <a:lnTo>
                    <a:pt x="940256" y="2670919"/>
                  </a:lnTo>
                  <a:lnTo>
                    <a:pt x="941070" y="2635527"/>
                  </a:lnTo>
                  <a:lnTo>
                    <a:pt x="941885" y="2538392"/>
                  </a:lnTo>
                  <a:lnTo>
                    <a:pt x="942700" y="2533436"/>
                  </a:lnTo>
                  <a:lnTo>
                    <a:pt x="943515" y="2612133"/>
                  </a:lnTo>
                  <a:lnTo>
                    <a:pt x="944330" y="2715899"/>
                  </a:lnTo>
                  <a:lnTo>
                    <a:pt x="945144" y="2811390"/>
                  </a:lnTo>
                  <a:lnTo>
                    <a:pt x="945959" y="2859890"/>
                  </a:lnTo>
                  <a:lnTo>
                    <a:pt x="946774" y="2872530"/>
                  </a:lnTo>
                  <a:lnTo>
                    <a:pt x="947589" y="2776299"/>
                  </a:lnTo>
                  <a:lnTo>
                    <a:pt x="948403" y="2728949"/>
                  </a:lnTo>
                  <a:lnTo>
                    <a:pt x="949218" y="2734437"/>
                  </a:lnTo>
                  <a:lnTo>
                    <a:pt x="950033" y="2607067"/>
                  </a:lnTo>
                  <a:lnTo>
                    <a:pt x="950848" y="2418485"/>
                  </a:lnTo>
                  <a:lnTo>
                    <a:pt x="951663" y="2431517"/>
                  </a:lnTo>
                  <a:lnTo>
                    <a:pt x="952477" y="2565088"/>
                  </a:lnTo>
                  <a:lnTo>
                    <a:pt x="953292" y="2602860"/>
                  </a:lnTo>
                  <a:lnTo>
                    <a:pt x="954107" y="2552217"/>
                  </a:lnTo>
                  <a:lnTo>
                    <a:pt x="954922" y="2538125"/>
                  </a:lnTo>
                  <a:lnTo>
                    <a:pt x="955736" y="2645574"/>
                  </a:lnTo>
                  <a:lnTo>
                    <a:pt x="956551" y="2701516"/>
                  </a:lnTo>
                  <a:lnTo>
                    <a:pt x="957366" y="2753765"/>
                  </a:lnTo>
                  <a:lnTo>
                    <a:pt x="958181" y="2710373"/>
                  </a:lnTo>
                  <a:lnTo>
                    <a:pt x="958996" y="2621464"/>
                  </a:lnTo>
                  <a:lnTo>
                    <a:pt x="959810" y="2544970"/>
                  </a:lnTo>
                  <a:lnTo>
                    <a:pt x="960625" y="2486990"/>
                  </a:lnTo>
                  <a:lnTo>
                    <a:pt x="961440" y="2478013"/>
                  </a:lnTo>
                  <a:lnTo>
                    <a:pt x="962255" y="2471793"/>
                  </a:lnTo>
                  <a:lnTo>
                    <a:pt x="963070" y="2551175"/>
                  </a:lnTo>
                  <a:lnTo>
                    <a:pt x="963884" y="2635665"/>
                  </a:lnTo>
                  <a:lnTo>
                    <a:pt x="964699" y="2643464"/>
                  </a:lnTo>
                  <a:lnTo>
                    <a:pt x="965514" y="2448282"/>
                  </a:lnTo>
                  <a:lnTo>
                    <a:pt x="966329" y="2189431"/>
                  </a:lnTo>
                  <a:lnTo>
                    <a:pt x="967143" y="2036215"/>
                  </a:lnTo>
                  <a:lnTo>
                    <a:pt x="967958" y="1996022"/>
                  </a:lnTo>
                  <a:lnTo>
                    <a:pt x="968773" y="2001325"/>
                  </a:lnTo>
                  <a:lnTo>
                    <a:pt x="969588" y="2086900"/>
                  </a:lnTo>
                  <a:lnTo>
                    <a:pt x="970403" y="2290909"/>
                  </a:lnTo>
                  <a:lnTo>
                    <a:pt x="971217" y="2443666"/>
                  </a:lnTo>
                  <a:lnTo>
                    <a:pt x="972032" y="2418835"/>
                  </a:lnTo>
                  <a:lnTo>
                    <a:pt x="972847" y="2371198"/>
                  </a:lnTo>
                  <a:lnTo>
                    <a:pt x="973662" y="2387283"/>
                  </a:lnTo>
                  <a:lnTo>
                    <a:pt x="974476" y="2486163"/>
                  </a:lnTo>
                  <a:lnTo>
                    <a:pt x="975291" y="2558490"/>
                  </a:lnTo>
                  <a:lnTo>
                    <a:pt x="976106" y="2599461"/>
                  </a:lnTo>
                  <a:lnTo>
                    <a:pt x="976921" y="2711113"/>
                  </a:lnTo>
                  <a:lnTo>
                    <a:pt x="977736" y="2831273"/>
                  </a:lnTo>
                  <a:lnTo>
                    <a:pt x="978550" y="2892012"/>
                  </a:lnTo>
                  <a:lnTo>
                    <a:pt x="979365" y="2826937"/>
                  </a:lnTo>
                  <a:lnTo>
                    <a:pt x="980180" y="2754354"/>
                  </a:lnTo>
                  <a:lnTo>
                    <a:pt x="980995" y="2700571"/>
                  </a:lnTo>
                  <a:lnTo>
                    <a:pt x="981809" y="2668788"/>
                  </a:lnTo>
                  <a:lnTo>
                    <a:pt x="982624" y="2597243"/>
                  </a:lnTo>
                  <a:lnTo>
                    <a:pt x="983439" y="2542526"/>
                  </a:lnTo>
                  <a:lnTo>
                    <a:pt x="984254" y="2509459"/>
                  </a:lnTo>
                  <a:lnTo>
                    <a:pt x="985069" y="2427047"/>
                  </a:lnTo>
                  <a:lnTo>
                    <a:pt x="985883" y="2407246"/>
                  </a:lnTo>
                  <a:lnTo>
                    <a:pt x="986698" y="2341753"/>
                  </a:lnTo>
                  <a:lnTo>
                    <a:pt x="987513" y="2253815"/>
                  </a:lnTo>
                  <a:lnTo>
                    <a:pt x="988328" y="2189485"/>
                  </a:lnTo>
                  <a:lnTo>
                    <a:pt x="989142" y="2140051"/>
                  </a:lnTo>
                  <a:lnTo>
                    <a:pt x="989957" y="2089722"/>
                  </a:lnTo>
                  <a:lnTo>
                    <a:pt x="990772" y="2009853"/>
                  </a:lnTo>
                  <a:lnTo>
                    <a:pt x="991587" y="1972440"/>
                  </a:lnTo>
                  <a:lnTo>
                    <a:pt x="992402" y="1887843"/>
                  </a:lnTo>
                  <a:lnTo>
                    <a:pt x="993216" y="1733766"/>
                  </a:lnTo>
                  <a:lnTo>
                    <a:pt x="994031" y="1642499"/>
                  </a:lnTo>
                  <a:lnTo>
                    <a:pt x="994846" y="1748477"/>
                  </a:lnTo>
                  <a:lnTo>
                    <a:pt x="995661" y="1938446"/>
                  </a:lnTo>
                  <a:lnTo>
                    <a:pt x="996476" y="2088251"/>
                  </a:lnTo>
                  <a:lnTo>
                    <a:pt x="997290" y="2193990"/>
                  </a:lnTo>
                  <a:lnTo>
                    <a:pt x="998105" y="2371759"/>
                  </a:lnTo>
                  <a:lnTo>
                    <a:pt x="998920" y="2477061"/>
                  </a:lnTo>
                  <a:lnTo>
                    <a:pt x="999735" y="2475713"/>
                  </a:lnTo>
                  <a:lnTo>
                    <a:pt x="1000549" y="2407340"/>
                  </a:lnTo>
                  <a:lnTo>
                    <a:pt x="1001364" y="2308171"/>
                  </a:lnTo>
                  <a:lnTo>
                    <a:pt x="1002179" y="2299025"/>
                  </a:lnTo>
                  <a:lnTo>
                    <a:pt x="1002994" y="2376380"/>
                  </a:lnTo>
                  <a:lnTo>
                    <a:pt x="1003809" y="2458070"/>
                  </a:lnTo>
                  <a:lnTo>
                    <a:pt x="1004623" y="2462880"/>
                  </a:lnTo>
                  <a:lnTo>
                    <a:pt x="1005438" y="2521028"/>
                  </a:lnTo>
                  <a:lnTo>
                    <a:pt x="1006253" y="2625642"/>
                  </a:lnTo>
                  <a:lnTo>
                    <a:pt x="1007068" y="2679323"/>
                  </a:lnTo>
                  <a:lnTo>
                    <a:pt x="1007882" y="2609507"/>
                  </a:lnTo>
                  <a:lnTo>
                    <a:pt x="1008697" y="2524665"/>
                  </a:lnTo>
                  <a:lnTo>
                    <a:pt x="1009512" y="2530573"/>
                  </a:lnTo>
                  <a:lnTo>
                    <a:pt x="1010327" y="2573431"/>
                  </a:lnTo>
                  <a:lnTo>
                    <a:pt x="1011142" y="2572805"/>
                  </a:lnTo>
                  <a:lnTo>
                    <a:pt x="1011956" y="2616762"/>
                  </a:lnTo>
                  <a:lnTo>
                    <a:pt x="1012771" y="2711618"/>
                  </a:lnTo>
                  <a:lnTo>
                    <a:pt x="1013586" y="2886810"/>
                  </a:lnTo>
                  <a:lnTo>
                    <a:pt x="1014401" y="2959696"/>
                  </a:lnTo>
                  <a:lnTo>
                    <a:pt x="1015215" y="2918637"/>
                  </a:lnTo>
                  <a:lnTo>
                    <a:pt x="1016030" y="2799582"/>
                  </a:lnTo>
                  <a:lnTo>
                    <a:pt x="1016845" y="2666879"/>
                  </a:lnTo>
                  <a:lnTo>
                    <a:pt x="1017660" y="2698753"/>
                  </a:lnTo>
                  <a:lnTo>
                    <a:pt x="1018475" y="2696458"/>
                  </a:lnTo>
                  <a:lnTo>
                    <a:pt x="1019289" y="2771380"/>
                  </a:lnTo>
                  <a:lnTo>
                    <a:pt x="1020104" y="2867212"/>
                  </a:lnTo>
                  <a:lnTo>
                    <a:pt x="1020919" y="3057330"/>
                  </a:lnTo>
                  <a:lnTo>
                    <a:pt x="1021734" y="3116972"/>
                  </a:lnTo>
                  <a:lnTo>
                    <a:pt x="1022548" y="3098760"/>
                  </a:lnTo>
                  <a:lnTo>
                    <a:pt x="1023363" y="3008946"/>
                  </a:lnTo>
                  <a:lnTo>
                    <a:pt x="1024178" y="2940698"/>
                  </a:lnTo>
                  <a:lnTo>
                    <a:pt x="1024993" y="2905880"/>
                  </a:lnTo>
                  <a:lnTo>
                    <a:pt x="1025808" y="2875046"/>
                  </a:lnTo>
                  <a:lnTo>
                    <a:pt x="1026622" y="2899535"/>
                  </a:lnTo>
                  <a:lnTo>
                    <a:pt x="1027437" y="2951126"/>
                  </a:lnTo>
                  <a:lnTo>
                    <a:pt x="1028252" y="2962841"/>
                  </a:lnTo>
                  <a:lnTo>
                    <a:pt x="1029067" y="2981143"/>
                  </a:lnTo>
                  <a:lnTo>
                    <a:pt x="1029881" y="2917847"/>
                  </a:lnTo>
                  <a:lnTo>
                    <a:pt x="1030696" y="2814649"/>
                  </a:lnTo>
                  <a:lnTo>
                    <a:pt x="1031511" y="2725447"/>
                  </a:lnTo>
                  <a:lnTo>
                    <a:pt x="1032326" y="2711009"/>
                  </a:lnTo>
                  <a:lnTo>
                    <a:pt x="1033141" y="2762835"/>
                  </a:lnTo>
                  <a:lnTo>
                    <a:pt x="1033955" y="2756659"/>
                  </a:lnTo>
                  <a:lnTo>
                    <a:pt x="1034770" y="2800035"/>
                  </a:lnTo>
                  <a:lnTo>
                    <a:pt x="1035585" y="2873673"/>
                  </a:lnTo>
                  <a:lnTo>
                    <a:pt x="1036400" y="2823647"/>
                  </a:lnTo>
                  <a:lnTo>
                    <a:pt x="1037215" y="2727011"/>
                  </a:lnTo>
                  <a:lnTo>
                    <a:pt x="1038029" y="2604013"/>
                  </a:lnTo>
                  <a:lnTo>
                    <a:pt x="1038844" y="2461756"/>
                  </a:lnTo>
                  <a:lnTo>
                    <a:pt x="1039659" y="2313032"/>
                  </a:lnTo>
                  <a:lnTo>
                    <a:pt x="1040474" y="2188749"/>
                  </a:lnTo>
                  <a:lnTo>
                    <a:pt x="1041288" y="2278209"/>
                  </a:lnTo>
                  <a:lnTo>
                    <a:pt x="1042103" y="2396104"/>
                  </a:lnTo>
                  <a:lnTo>
                    <a:pt x="1042918" y="2458886"/>
                  </a:lnTo>
                  <a:lnTo>
                    <a:pt x="1043733" y="2576360"/>
                  </a:lnTo>
                  <a:lnTo>
                    <a:pt x="1044548" y="2725193"/>
                  </a:lnTo>
                  <a:lnTo>
                    <a:pt x="1045362" y="2857510"/>
                  </a:lnTo>
                  <a:lnTo>
                    <a:pt x="1046177" y="2833345"/>
                  </a:lnTo>
                  <a:lnTo>
                    <a:pt x="1046992" y="2730043"/>
                  </a:lnTo>
                  <a:lnTo>
                    <a:pt x="1047807" y="2712871"/>
                  </a:lnTo>
                  <a:lnTo>
                    <a:pt x="1048621" y="2700571"/>
                  </a:lnTo>
                  <a:lnTo>
                    <a:pt x="1049436" y="2719055"/>
                  </a:lnTo>
                  <a:lnTo>
                    <a:pt x="1050251" y="2658335"/>
                  </a:lnTo>
                  <a:lnTo>
                    <a:pt x="1051066" y="2601391"/>
                  </a:lnTo>
                  <a:lnTo>
                    <a:pt x="1051881" y="2691206"/>
                  </a:lnTo>
                  <a:lnTo>
                    <a:pt x="1052695" y="2685623"/>
                  </a:lnTo>
                  <a:lnTo>
                    <a:pt x="1053510" y="2636858"/>
                  </a:lnTo>
                  <a:lnTo>
                    <a:pt x="1054325" y="2568816"/>
                  </a:lnTo>
                  <a:lnTo>
                    <a:pt x="1055140" y="2559221"/>
                  </a:lnTo>
                  <a:lnTo>
                    <a:pt x="1055954" y="2623298"/>
                  </a:lnTo>
                  <a:lnTo>
                    <a:pt x="1056769" y="2586366"/>
                  </a:lnTo>
                  <a:lnTo>
                    <a:pt x="1057584" y="2626455"/>
                  </a:lnTo>
                  <a:lnTo>
                    <a:pt x="1058399" y="2690641"/>
                  </a:lnTo>
                  <a:lnTo>
                    <a:pt x="1059214" y="2715024"/>
                  </a:lnTo>
                  <a:lnTo>
                    <a:pt x="1060028" y="2769955"/>
                  </a:lnTo>
                  <a:lnTo>
                    <a:pt x="1060843" y="2800157"/>
                  </a:lnTo>
                  <a:lnTo>
                    <a:pt x="1061658" y="2866945"/>
                  </a:lnTo>
                  <a:lnTo>
                    <a:pt x="1062473" y="2900493"/>
                  </a:lnTo>
                  <a:lnTo>
                    <a:pt x="1063287" y="2879932"/>
                  </a:lnTo>
                  <a:lnTo>
                    <a:pt x="1064102" y="2924242"/>
                  </a:lnTo>
                  <a:lnTo>
                    <a:pt x="1064917" y="2971978"/>
                  </a:lnTo>
                  <a:lnTo>
                    <a:pt x="1065732" y="3058943"/>
                  </a:lnTo>
                  <a:lnTo>
                    <a:pt x="1066547" y="3115781"/>
                  </a:lnTo>
                  <a:lnTo>
                    <a:pt x="1067361" y="3116972"/>
                  </a:lnTo>
                  <a:lnTo>
                    <a:pt x="1068176" y="3116972"/>
                  </a:lnTo>
                  <a:lnTo>
                    <a:pt x="1068991" y="3116972"/>
                  </a:lnTo>
                  <a:lnTo>
                    <a:pt x="1069806" y="3116972"/>
                  </a:lnTo>
                  <a:lnTo>
                    <a:pt x="1070620" y="3116972"/>
                  </a:lnTo>
                  <a:lnTo>
                    <a:pt x="1071435" y="3116972"/>
                  </a:lnTo>
                  <a:lnTo>
                    <a:pt x="1072250" y="3116972"/>
                  </a:lnTo>
                  <a:lnTo>
                    <a:pt x="1073065" y="3116972"/>
                  </a:lnTo>
                  <a:lnTo>
                    <a:pt x="1073880" y="3116972"/>
                  </a:lnTo>
                  <a:lnTo>
                    <a:pt x="1074694" y="3079434"/>
                  </a:lnTo>
                  <a:lnTo>
                    <a:pt x="1075509" y="3058242"/>
                  </a:lnTo>
                  <a:lnTo>
                    <a:pt x="1076324" y="3058242"/>
                  </a:lnTo>
                  <a:lnTo>
                    <a:pt x="1077139" y="3057034"/>
                  </a:lnTo>
                  <a:lnTo>
                    <a:pt x="1077954" y="3011885"/>
                  </a:lnTo>
                  <a:lnTo>
                    <a:pt x="1078768" y="2986030"/>
                  </a:lnTo>
                  <a:lnTo>
                    <a:pt x="1079583" y="2982447"/>
                  </a:lnTo>
                  <a:lnTo>
                    <a:pt x="1080398" y="2923992"/>
                  </a:lnTo>
                  <a:lnTo>
                    <a:pt x="1081213" y="2889964"/>
                  </a:lnTo>
                  <a:lnTo>
                    <a:pt x="1082027" y="2853063"/>
                  </a:lnTo>
                  <a:lnTo>
                    <a:pt x="1082842" y="2855724"/>
                  </a:lnTo>
                  <a:lnTo>
                    <a:pt x="1083657" y="2863082"/>
                  </a:lnTo>
                  <a:lnTo>
                    <a:pt x="1084472" y="2807089"/>
                  </a:lnTo>
                  <a:lnTo>
                    <a:pt x="1085287" y="2893944"/>
                  </a:lnTo>
                  <a:lnTo>
                    <a:pt x="1086101" y="2976861"/>
                  </a:lnTo>
                  <a:lnTo>
                    <a:pt x="1086916" y="3014967"/>
                  </a:lnTo>
                  <a:lnTo>
                    <a:pt x="1087731" y="3057454"/>
                  </a:lnTo>
                  <a:lnTo>
                    <a:pt x="1088546" y="3075952"/>
                  </a:lnTo>
                  <a:lnTo>
                    <a:pt x="1089360" y="3100903"/>
                  </a:lnTo>
                  <a:lnTo>
                    <a:pt x="1090175" y="3026137"/>
                  </a:lnTo>
                  <a:lnTo>
                    <a:pt x="1090990" y="2963622"/>
                  </a:lnTo>
                  <a:lnTo>
                    <a:pt x="1091805" y="2963623"/>
                  </a:lnTo>
                  <a:lnTo>
                    <a:pt x="1092620" y="2963623"/>
                  </a:lnTo>
                  <a:lnTo>
                    <a:pt x="1093434" y="2963624"/>
                  </a:lnTo>
                  <a:lnTo>
                    <a:pt x="1094249" y="2998248"/>
                  </a:lnTo>
                  <a:lnTo>
                    <a:pt x="1095064" y="3044613"/>
                  </a:lnTo>
                  <a:lnTo>
                    <a:pt x="1095879" y="3058242"/>
                  </a:lnTo>
                  <a:lnTo>
                    <a:pt x="1096693" y="3058242"/>
                  </a:lnTo>
                  <a:lnTo>
                    <a:pt x="1097508" y="3058242"/>
                  </a:lnTo>
                  <a:lnTo>
                    <a:pt x="1098323" y="3077129"/>
                  </a:lnTo>
                  <a:lnTo>
                    <a:pt x="1099138" y="3072930"/>
                  </a:lnTo>
                  <a:lnTo>
                    <a:pt x="1099953" y="3011385"/>
                  </a:lnTo>
                  <a:lnTo>
                    <a:pt x="1100767" y="3011449"/>
                  </a:lnTo>
                  <a:lnTo>
                    <a:pt x="1101582" y="3001437"/>
                  </a:lnTo>
                  <a:lnTo>
                    <a:pt x="1102397" y="3021931"/>
                  </a:lnTo>
                  <a:lnTo>
                    <a:pt x="1103212" y="3043084"/>
                  </a:lnTo>
                  <a:lnTo>
                    <a:pt x="1104026" y="3078090"/>
                  </a:lnTo>
                  <a:lnTo>
                    <a:pt x="1104841" y="3116972"/>
                  </a:lnTo>
                  <a:lnTo>
                    <a:pt x="1105656" y="3116972"/>
                  </a:lnTo>
                  <a:lnTo>
                    <a:pt x="1106471" y="3111906"/>
                  </a:lnTo>
                  <a:lnTo>
                    <a:pt x="1107286" y="3017641"/>
                  </a:lnTo>
                  <a:lnTo>
                    <a:pt x="1108100" y="2921013"/>
                  </a:lnTo>
                  <a:lnTo>
                    <a:pt x="1108915" y="2878187"/>
                  </a:lnTo>
                  <a:lnTo>
                    <a:pt x="1109730" y="2878188"/>
                  </a:lnTo>
                  <a:lnTo>
                    <a:pt x="1110545" y="2878189"/>
                  </a:lnTo>
                  <a:lnTo>
                    <a:pt x="1111359" y="2887981"/>
                  </a:lnTo>
                  <a:lnTo>
                    <a:pt x="1112174" y="2911816"/>
                  </a:lnTo>
                  <a:lnTo>
                    <a:pt x="1112989" y="2895167"/>
                  </a:lnTo>
                  <a:lnTo>
                    <a:pt x="1113804" y="2810333"/>
                  </a:lnTo>
                  <a:lnTo>
                    <a:pt x="1114619" y="2708676"/>
                  </a:lnTo>
                  <a:lnTo>
                    <a:pt x="1115433" y="2645735"/>
                  </a:lnTo>
                  <a:lnTo>
                    <a:pt x="1116248" y="2655440"/>
                  </a:lnTo>
                  <a:lnTo>
                    <a:pt x="1117063" y="2705380"/>
                  </a:lnTo>
                  <a:lnTo>
                    <a:pt x="1117878" y="2787692"/>
                  </a:lnTo>
                  <a:lnTo>
                    <a:pt x="1118693" y="2960162"/>
                  </a:lnTo>
                  <a:lnTo>
                    <a:pt x="1119507" y="3116972"/>
                  </a:lnTo>
                  <a:lnTo>
                    <a:pt x="1120322" y="3116972"/>
                  </a:lnTo>
                  <a:lnTo>
                    <a:pt x="1121137" y="3116357"/>
                  </a:lnTo>
                  <a:lnTo>
                    <a:pt x="1121952" y="3067817"/>
                  </a:lnTo>
                  <a:lnTo>
                    <a:pt x="1122766" y="3050270"/>
                  </a:lnTo>
                  <a:lnTo>
                    <a:pt x="1123581" y="2965101"/>
                  </a:lnTo>
                  <a:lnTo>
                    <a:pt x="1124396" y="2848412"/>
                  </a:lnTo>
                  <a:lnTo>
                    <a:pt x="1125211" y="2819128"/>
                  </a:lnTo>
                  <a:lnTo>
                    <a:pt x="1126026" y="2820914"/>
                  </a:lnTo>
                  <a:lnTo>
                    <a:pt x="1126840" y="2791633"/>
                  </a:lnTo>
                  <a:lnTo>
                    <a:pt x="1127655" y="2800104"/>
                  </a:lnTo>
                  <a:lnTo>
                    <a:pt x="1128470" y="2809660"/>
                  </a:lnTo>
                  <a:lnTo>
                    <a:pt x="1129285" y="2866494"/>
                  </a:lnTo>
                  <a:lnTo>
                    <a:pt x="1130099" y="2883559"/>
                  </a:lnTo>
                  <a:lnTo>
                    <a:pt x="1130914" y="2856978"/>
                  </a:lnTo>
                  <a:lnTo>
                    <a:pt x="1131729" y="2875454"/>
                  </a:lnTo>
                  <a:lnTo>
                    <a:pt x="1132544" y="2866825"/>
                  </a:lnTo>
                  <a:lnTo>
                    <a:pt x="1133359" y="2866827"/>
                  </a:lnTo>
                  <a:lnTo>
                    <a:pt x="1134173" y="2854001"/>
                  </a:lnTo>
                  <a:lnTo>
                    <a:pt x="1134988" y="2875045"/>
                  </a:lnTo>
                  <a:lnTo>
                    <a:pt x="1135803" y="2990272"/>
                  </a:lnTo>
                  <a:lnTo>
                    <a:pt x="1136618" y="3041142"/>
                  </a:lnTo>
                  <a:lnTo>
                    <a:pt x="1137432" y="3006738"/>
                  </a:lnTo>
                  <a:lnTo>
                    <a:pt x="1138247" y="2967613"/>
                  </a:lnTo>
                  <a:lnTo>
                    <a:pt x="1139062" y="2953466"/>
                  </a:lnTo>
                  <a:lnTo>
                    <a:pt x="1139877" y="2896477"/>
                  </a:lnTo>
                  <a:lnTo>
                    <a:pt x="1140692" y="2807421"/>
                  </a:lnTo>
                  <a:lnTo>
                    <a:pt x="1141506" y="2760603"/>
                  </a:lnTo>
                  <a:lnTo>
                    <a:pt x="1142321" y="2723002"/>
                  </a:lnTo>
                  <a:lnTo>
                    <a:pt x="1143136" y="2693160"/>
                  </a:lnTo>
                  <a:lnTo>
                    <a:pt x="1143951" y="2582707"/>
                  </a:lnTo>
                  <a:lnTo>
                    <a:pt x="1144765" y="2488627"/>
                  </a:lnTo>
                  <a:lnTo>
                    <a:pt x="1145580" y="2454417"/>
                  </a:lnTo>
                  <a:lnTo>
                    <a:pt x="1146395" y="2440271"/>
                  </a:lnTo>
                  <a:lnTo>
                    <a:pt x="1147210" y="2488547"/>
                  </a:lnTo>
                  <a:lnTo>
                    <a:pt x="1148025" y="2508953"/>
                  </a:lnTo>
                  <a:lnTo>
                    <a:pt x="1148839" y="2540195"/>
                  </a:lnTo>
                  <a:lnTo>
                    <a:pt x="1149654" y="2582352"/>
                  </a:lnTo>
                  <a:lnTo>
                    <a:pt x="1150469" y="2580296"/>
                  </a:lnTo>
                  <a:lnTo>
                    <a:pt x="1151284" y="2512055"/>
                  </a:lnTo>
                  <a:lnTo>
                    <a:pt x="1152098" y="2504598"/>
                  </a:lnTo>
                  <a:lnTo>
                    <a:pt x="1152913" y="2560381"/>
                  </a:lnTo>
                  <a:lnTo>
                    <a:pt x="1153728" y="2627370"/>
                  </a:lnTo>
                  <a:lnTo>
                    <a:pt x="1154543" y="2593007"/>
                  </a:lnTo>
                  <a:lnTo>
                    <a:pt x="1155358" y="2618060"/>
                  </a:lnTo>
                  <a:lnTo>
                    <a:pt x="1156172" y="2652659"/>
                  </a:lnTo>
                  <a:lnTo>
                    <a:pt x="1156987" y="2525007"/>
                  </a:lnTo>
                  <a:lnTo>
                    <a:pt x="1157802" y="2379704"/>
                  </a:lnTo>
                  <a:lnTo>
                    <a:pt x="1158617" y="2307224"/>
                  </a:lnTo>
                  <a:lnTo>
                    <a:pt x="1159432" y="2426228"/>
                  </a:lnTo>
                  <a:lnTo>
                    <a:pt x="1160246" y="2477721"/>
                  </a:lnTo>
                  <a:lnTo>
                    <a:pt x="1161061" y="2501032"/>
                  </a:lnTo>
                  <a:lnTo>
                    <a:pt x="1161876" y="2553623"/>
                  </a:lnTo>
                  <a:lnTo>
                    <a:pt x="1162691" y="2647434"/>
                  </a:lnTo>
                  <a:lnTo>
                    <a:pt x="1163505" y="2714645"/>
                  </a:lnTo>
                  <a:lnTo>
                    <a:pt x="1164320" y="2688538"/>
                  </a:lnTo>
                  <a:lnTo>
                    <a:pt x="1165135" y="2677722"/>
                  </a:lnTo>
                  <a:lnTo>
                    <a:pt x="1165950" y="2745632"/>
                  </a:lnTo>
                  <a:lnTo>
                    <a:pt x="1166765" y="2893332"/>
                  </a:lnTo>
                  <a:lnTo>
                    <a:pt x="1167579" y="2909977"/>
                  </a:lnTo>
                  <a:lnTo>
                    <a:pt x="1168394" y="2880203"/>
                  </a:lnTo>
                  <a:lnTo>
                    <a:pt x="1169209" y="2864779"/>
                  </a:lnTo>
                  <a:lnTo>
                    <a:pt x="1170024" y="2881798"/>
                  </a:lnTo>
                  <a:lnTo>
                    <a:pt x="1170838" y="2881420"/>
                  </a:lnTo>
                  <a:lnTo>
                    <a:pt x="1171653" y="2769827"/>
                  </a:lnTo>
                  <a:lnTo>
                    <a:pt x="1172468" y="2650347"/>
                  </a:lnTo>
                  <a:lnTo>
                    <a:pt x="1173283" y="2577411"/>
                  </a:lnTo>
                  <a:lnTo>
                    <a:pt x="1174098" y="2579765"/>
                  </a:lnTo>
                  <a:lnTo>
                    <a:pt x="1174912" y="2529863"/>
                  </a:lnTo>
                  <a:lnTo>
                    <a:pt x="1175727" y="2450462"/>
                  </a:lnTo>
                  <a:lnTo>
                    <a:pt x="1176542" y="2510871"/>
                  </a:lnTo>
                  <a:lnTo>
                    <a:pt x="1177357" y="2614772"/>
                  </a:lnTo>
                  <a:lnTo>
                    <a:pt x="1178171" y="2623005"/>
                  </a:lnTo>
                  <a:lnTo>
                    <a:pt x="1178986" y="2501949"/>
                  </a:lnTo>
                  <a:lnTo>
                    <a:pt x="1179801" y="2406111"/>
                  </a:lnTo>
                  <a:lnTo>
                    <a:pt x="1180616" y="2385986"/>
                  </a:lnTo>
                  <a:lnTo>
                    <a:pt x="1181431" y="2347607"/>
                  </a:lnTo>
                  <a:lnTo>
                    <a:pt x="1182245" y="2253446"/>
                  </a:lnTo>
                  <a:lnTo>
                    <a:pt x="1183060" y="2256507"/>
                  </a:lnTo>
                  <a:lnTo>
                    <a:pt x="1183875" y="2276943"/>
                  </a:lnTo>
                  <a:lnTo>
                    <a:pt x="1184690" y="2335303"/>
                  </a:lnTo>
                  <a:lnTo>
                    <a:pt x="1185504" y="2399876"/>
                  </a:lnTo>
                  <a:lnTo>
                    <a:pt x="1186319" y="2444064"/>
                  </a:lnTo>
                  <a:lnTo>
                    <a:pt x="1187134" y="2505474"/>
                  </a:lnTo>
                  <a:lnTo>
                    <a:pt x="1187949" y="2506459"/>
                  </a:lnTo>
                  <a:lnTo>
                    <a:pt x="1188764" y="2584483"/>
                  </a:lnTo>
                  <a:lnTo>
                    <a:pt x="1189578" y="2603242"/>
                  </a:lnTo>
                  <a:lnTo>
                    <a:pt x="1190393" y="2550884"/>
                  </a:lnTo>
                  <a:lnTo>
                    <a:pt x="1191208" y="2495915"/>
                  </a:lnTo>
                  <a:lnTo>
                    <a:pt x="1192023" y="2536288"/>
                  </a:lnTo>
                  <a:lnTo>
                    <a:pt x="1192837" y="2519351"/>
                  </a:lnTo>
                  <a:lnTo>
                    <a:pt x="1193652" y="2425251"/>
                  </a:lnTo>
                  <a:lnTo>
                    <a:pt x="1194467" y="2419808"/>
                  </a:lnTo>
                  <a:lnTo>
                    <a:pt x="1195282" y="2395992"/>
                  </a:lnTo>
                  <a:lnTo>
                    <a:pt x="1196097" y="2246059"/>
                  </a:lnTo>
                  <a:lnTo>
                    <a:pt x="1196911" y="2045380"/>
                  </a:lnTo>
                  <a:lnTo>
                    <a:pt x="1197726" y="1946462"/>
                  </a:lnTo>
                  <a:lnTo>
                    <a:pt x="1198541" y="1941327"/>
                  </a:lnTo>
                  <a:lnTo>
                    <a:pt x="1199356" y="1853292"/>
                  </a:lnTo>
                  <a:lnTo>
                    <a:pt x="1200171" y="1843161"/>
                  </a:lnTo>
                  <a:lnTo>
                    <a:pt x="1200985" y="2003043"/>
                  </a:lnTo>
                  <a:lnTo>
                    <a:pt x="1201800" y="2171115"/>
                  </a:lnTo>
                  <a:lnTo>
                    <a:pt x="1202615" y="2274783"/>
                  </a:lnTo>
                  <a:lnTo>
                    <a:pt x="1203430" y="2252436"/>
                  </a:lnTo>
                  <a:lnTo>
                    <a:pt x="1204244" y="2307077"/>
                  </a:lnTo>
                  <a:lnTo>
                    <a:pt x="1205059" y="2336806"/>
                  </a:lnTo>
                  <a:lnTo>
                    <a:pt x="1205874" y="2355847"/>
                  </a:lnTo>
                  <a:lnTo>
                    <a:pt x="1206689" y="2344861"/>
                  </a:lnTo>
                  <a:lnTo>
                    <a:pt x="1207504" y="2301723"/>
                  </a:lnTo>
                  <a:lnTo>
                    <a:pt x="1208318" y="2326777"/>
                  </a:lnTo>
                  <a:lnTo>
                    <a:pt x="1209133" y="2338937"/>
                  </a:lnTo>
                  <a:lnTo>
                    <a:pt x="1209948" y="2349856"/>
                  </a:lnTo>
                  <a:lnTo>
                    <a:pt x="1210763" y="2321880"/>
                  </a:lnTo>
                  <a:lnTo>
                    <a:pt x="1211577" y="2353044"/>
                  </a:lnTo>
                  <a:lnTo>
                    <a:pt x="1212392" y="2536125"/>
                  </a:lnTo>
                  <a:lnTo>
                    <a:pt x="1213207" y="2696320"/>
                  </a:lnTo>
                  <a:lnTo>
                    <a:pt x="1214022" y="2794464"/>
                  </a:lnTo>
                  <a:lnTo>
                    <a:pt x="1214837" y="2772816"/>
                  </a:lnTo>
                  <a:lnTo>
                    <a:pt x="1215651" y="2577678"/>
                  </a:lnTo>
                  <a:lnTo>
                    <a:pt x="1216466" y="2343828"/>
                  </a:lnTo>
                  <a:lnTo>
                    <a:pt x="1217281" y="2159505"/>
                  </a:lnTo>
                  <a:lnTo>
                    <a:pt x="1218096" y="2081304"/>
                  </a:lnTo>
                  <a:lnTo>
                    <a:pt x="1218910" y="2057060"/>
                  </a:lnTo>
                  <a:lnTo>
                    <a:pt x="1219725" y="2142152"/>
                  </a:lnTo>
                  <a:lnTo>
                    <a:pt x="1220540" y="2389384"/>
                  </a:lnTo>
                  <a:lnTo>
                    <a:pt x="1221355" y="2637615"/>
                  </a:lnTo>
                  <a:lnTo>
                    <a:pt x="1222170" y="2776707"/>
                  </a:lnTo>
                  <a:lnTo>
                    <a:pt x="1222984" y="2847752"/>
                  </a:lnTo>
                  <a:lnTo>
                    <a:pt x="1223799" y="2836744"/>
                  </a:lnTo>
                  <a:lnTo>
                    <a:pt x="1224614" y="2769687"/>
                  </a:lnTo>
                  <a:lnTo>
                    <a:pt x="1225429" y="2742950"/>
                  </a:lnTo>
                  <a:lnTo>
                    <a:pt x="1226243" y="2753636"/>
                  </a:lnTo>
                  <a:lnTo>
                    <a:pt x="1227058" y="2778597"/>
                  </a:lnTo>
                  <a:lnTo>
                    <a:pt x="1227873" y="2824390"/>
                  </a:lnTo>
                  <a:lnTo>
                    <a:pt x="1228688" y="2828893"/>
                  </a:lnTo>
                  <a:lnTo>
                    <a:pt x="1229503" y="2896767"/>
                  </a:lnTo>
                  <a:lnTo>
                    <a:pt x="1230317" y="2856134"/>
                  </a:lnTo>
                  <a:lnTo>
                    <a:pt x="1231132" y="2817337"/>
                  </a:lnTo>
                  <a:lnTo>
                    <a:pt x="1231947" y="2847509"/>
                  </a:lnTo>
                  <a:lnTo>
                    <a:pt x="1232762" y="2853226"/>
                  </a:lnTo>
                  <a:lnTo>
                    <a:pt x="1233576" y="2774105"/>
                  </a:lnTo>
                  <a:lnTo>
                    <a:pt x="1234391" y="2504157"/>
                  </a:lnTo>
                  <a:lnTo>
                    <a:pt x="1235206" y="2342744"/>
                  </a:lnTo>
                  <a:lnTo>
                    <a:pt x="1236021" y="2197211"/>
                  </a:lnTo>
                  <a:lnTo>
                    <a:pt x="1236836" y="1950141"/>
                  </a:lnTo>
                  <a:lnTo>
                    <a:pt x="1237650" y="1798757"/>
                  </a:lnTo>
                  <a:lnTo>
                    <a:pt x="1238465" y="1930091"/>
                  </a:lnTo>
                  <a:lnTo>
                    <a:pt x="1239280" y="2228625"/>
                  </a:lnTo>
                  <a:lnTo>
                    <a:pt x="1240095" y="2471822"/>
                  </a:lnTo>
                  <a:lnTo>
                    <a:pt x="1240910" y="2679089"/>
                  </a:lnTo>
                  <a:lnTo>
                    <a:pt x="1241724" y="2909383"/>
                  </a:lnTo>
                  <a:lnTo>
                    <a:pt x="1242539" y="3030001"/>
                  </a:lnTo>
                  <a:lnTo>
                    <a:pt x="1243354" y="3024239"/>
                  </a:lnTo>
                  <a:lnTo>
                    <a:pt x="1244169" y="3024072"/>
                  </a:lnTo>
                  <a:lnTo>
                    <a:pt x="1244983" y="2981311"/>
                  </a:lnTo>
                  <a:lnTo>
                    <a:pt x="1245798" y="2944019"/>
                  </a:lnTo>
                  <a:lnTo>
                    <a:pt x="1246613" y="2940952"/>
                  </a:lnTo>
                  <a:lnTo>
                    <a:pt x="1247428" y="2909295"/>
                  </a:lnTo>
                  <a:lnTo>
                    <a:pt x="1248243" y="2883808"/>
                  </a:lnTo>
                  <a:lnTo>
                    <a:pt x="1249057" y="2803592"/>
                  </a:lnTo>
                  <a:lnTo>
                    <a:pt x="1249872" y="2745615"/>
                  </a:lnTo>
                  <a:lnTo>
                    <a:pt x="1250687" y="2672095"/>
                  </a:lnTo>
                  <a:lnTo>
                    <a:pt x="1251502" y="2568124"/>
                  </a:lnTo>
                  <a:lnTo>
                    <a:pt x="1252316" y="2524646"/>
                  </a:lnTo>
                  <a:lnTo>
                    <a:pt x="1253131" y="2520631"/>
                  </a:lnTo>
                  <a:lnTo>
                    <a:pt x="1253946" y="2528762"/>
                  </a:lnTo>
                  <a:lnTo>
                    <a:pt x="1254761" y="2565384"/>
                  </a:lnTo>
                  <a:lnTo>
                    <a:pt x="1255576" y="2649965"/>
                  </a:lnTo>
                  <a:lnTo>
                    <a:pt x="1256390" y="2758200"/>
                  </a:lnTo>
                  <a:lnTo>
                    <a:pt x="1257205" y="2842125"/>
                  </a:lnTo>
                  <a:lnTo>
                    <a:pt x="1258020" y="2875322"/>
                  </a:lnTo>
                  <a:lnTo>
                    <a:pt x="1258835" y="2887192"/>
                  </a:lnTo>
                  <a:lnTo>
                    <a:pt x="1259649" y="2940346"/>
                  </a:lnTo>
                  <a:lnTo>
                    <a:pt x="1260464" y="2966575"/>
                  </a:lnTo>
                  <a:lnTo>
                    <a:pt x="1261279" y="2907077"/>
                  </a:lnTo>
                  <a:lnTo>
                    <a:pt x="1262094" y="2822215"/>
                  </a:lnTo>
                  <a:lnTo>
                    <a:pt x="1262909" y="2811117"/>
                  </a:lnTo>
                  <a:lnTo>
                    <a:pt x="1263723" y="2826749"/>
                  </a:lnTo>
                  <a:lnTo>
                    <a:pt x="1264538" y="2741983"/>
                  </a:lnTo>
                  <a:lnTo>
                    <a:pt x="1265353" y="2711061"/>
                  </a:lnTo>
                  <a:lnTo>
                    <a:pt x="1266168" y="2716096"/>
                  </a:lnTo>
                  <a:lnTo>
                    <a:pt x="1266982" y="2695937"/>
                  </a:lnTo>
                  <a:lnTo>
                    <a:pt x="1267797" y="2705980"/>
                  </a:lnTo>
                  <a:lnTo>
                    <a:pt x="1268612" y="2824700"/>
                  </a:lnTo>
                  <a:lnTo>
                    <a:pt x="1269427" y="2956412"/>
                  </a:lnTo>
                  <a:lnTo>
                    <a:pt x="1270242" y="2988371"/>
                  </a:lnTo>
                  <a:lnTo>
                    <a:pt x="1271056" y="2971525"/>
                  </a:lnTo>
                  <a:lnTo>
                    <a:pt x="1271871" y="3016465"/>
                  </a:lnTo>
                  <a:lnTo>
                    <a:pt x="1272686" y="3021320"/>
                  </a:lnTo>
                  <a:lnTo>
                    <a:pt x="1273501" y="2947346"/>
                  </a:lnTo>
                  <a:lnTo>
                    <a:pt x="1274315" y="2911368"/>
                  </a:lnTo>
                  <a:lnTo>
                    <a:pt x="1275130" y="2910331"/>
                  </a:lnTo>
                  <a:lnTo>
                    <a:pt x="1275945" y="2981641"/>
                  </a:lnTo>
                  <a:lnTo>
                    <a:pt x="1276760" y="3041719"/>
                  </a:lnTo>
                  <a:lnTo>
                    <a:pt x="1277575" y="3058242"/>
                  </a:lnTo>
                  <a:lnTo>
                    <a:pt x="1278389" y="3037149"/>
                  </a:lnTo>
                  <a:lnTo>
                    <a:pt x="1279204" y="2966180"/>
                  </a:lnTo>
                  <a:lnTo>
                    <a:pt x="1280019" y="2849486"/>
                  </a:lnTo>
                  <a:lnTo>
                    <a:pt x="1280834" y="2664413"/>
                  </a:lnTo>
                  <a:lnTo>
                    <a:pt x="1281649" y="2524129"/>
                  </a:lnTo>
                  <a:lnTo>
                    <a:pt x="1282463" y="2390667"/>
                  </a:lnTo>
                  <a:lnTo>
                    <a:pt x="1283278" y="2374411"/>
                  </a:lnTo>
                  <a:lnTo>
                    <a:pt x="1284093" y="2370778"/>
                  </a:lnTo>
                  <a:lnTo>
                    <a:pt x="1284908" y="2437571"/>
                  </a:lnTo>
                  <a:lnTo>
                    <a:pt x="1285722" y="2601427"/>
                  </a:lnTo>
                  <a:lnTo>
                    <a:pt x="1286537" y="2688986"/>
                  </a:lnTo>
                  <a:lnTo>
                    <a:pt x="1287352" y="2745902"/>
                  </a:lnTo>
                  <a:lnTo>
                    <a:pt x="1288167" y="2684879"/>
                  </a:lnTo>
                  <a:lnTo>
                    <a:pt x="1288982" y="2703167"/>
                  </a:lnTo>
                  <a:lnTo>
                    <a:pt x="1289796" y="2710948"/>
                  </a:lnTo>
                  <a:lnTo>
                    <a:pt x="1290611" y="2609217"/>
                  </a:lnTo>
                  <a:lnTo>
                    <a:pt x="1291426" y="2571634"/>
                  </a:lnTo>
                  <a:lnTo>
                    <a:pt x="1292241" y="2562827"/>
                  </a:lnTo>
                  <a:lnTo>
                    <a:pt x="1293055" y="2562111"/>
                  </a:lnTo>
                  <a:lnTo>
                    <a:pt x="1293870" y="2587678"/>
                  </a:lnTo>
                  <a:lnTo>
                    <a:pt x="1294685" y="2622465"/>
                  </a:lnTo>
                  <a:lnTo>
                    <a:pt x="1295500" y="2705669"/>
                  </a:lnTo>
                  <a:lnTo>
                    <a:pt x="1296315" y="2743202"/>
                  </a:lnTo>
                  <a:lnTo>
                    <a:pt x="1297129" y="2815387"/>
                  </a:lnTo>
                  <a:lnTo>
                    <a:pt x="1297944" y="2914474"/>
                  </a:lnTo>
                  <a:lnTo>
                    <a:pt x="1298759" y="2945221"/>
                  </a:lnTo>
                  <a:lnTo>
                    <a:pt x="1299574" y="2952553"/>
                  </a:lnTo>
                  <a:lnTo>
                    <a:pt x="1300388" y="3005602"/>
                  </a:lnTo>
                  <a:lnTo>
                    <a:pt x="1301203" y="3006871"/>
                  </a:lnTo>
                  <a:lnTo>
                    <a:pt x="1302018" y="2865581"/>
                  </a:lnTo>
                  <a:lnTo>
                    <a:pt x="1302833" y="2704352"/>
                  </a:lnTo>
                  <a:lnTo>
                    <a:pt x="1303648" y="2600324"/>
                  </a:lnTo>
                  <a:lnTo>
                    <a:pt x="1304462" y="2452343"/>
                  </a:lnTo>
                  <a:lnTo>
                    <a:pt x="1305277" y="2274713"/>
                  </a:lnTo>
                  <a:lnTo>
                    <a:pt x="1306092" y="2168021"/>
                  </a:lnTo>
                  <a:lnTo>
                    <a:pt x="1306907" y="2231004"/>
                  </a:lnTo>
                  <a:lnTo>
                    <a:pt x="1307721" y="2236261"/>
                  </a:lnTo>
                  <a:lnTo>
                    <a:pt x="1308536" y="2178121"/>
                  </a:lnTo>
                  <a:lnTo>
                    <a:pt x="1309351" y="2270141"/>
                  </a:lnTo>
                  <a:lnTo>
                    <a:pt x="1310166" y="2402111"/>
                  </a:lnTo>
                  <a:lnTo>
                    <a:pt x="1310981" y="2547977"/>
                  </a:lnTo>
                  <a:lnTo>
                    <a:pt x="1311795" y="2602988"/>
                  </a:lnTo>
                  <a:lnTo>
                    <a:pt x="1312610" y="2649510"/>
                  </a:lnTo>
                  <a:lnTo>
                    <a:pt x="1313425" y="2685441"/>
                  </a:lnTo>
                  <a:lnTo>
                    <a:pt x="1314240" y="2651985"/>
                  </a:lnTo>
                  <a:lnTo>
                    <a:pt x="1315055" y="2583884"/>
                  </a:lnTo>
                  <a:lnTo>
                    <a:pt x="1315869" y="2534129"/>
                  </a:lnTo>
                  <a:lnTo>
                    <a:pt x="1316684" y="2507916"/>
                  </a:lnTo>
                  <a:lnTo>
                    <a:pt x="1317499" y="2481957"/>
                  </a:lnTo>
                  <a:lnTo>
                    <a:pt x="1318314" y="2440915"/>
                  </a:lnTo>
                  <a:lnTo>
                    <a:pt x="1319128" y="2387584"/>
                  </a:lnTo>
                  <a:lnTo>
                    <a:pt x="1319943" y="2354156"/>
                  </a:lnTo>
                  <a:lnTo>
                    <a:pt x="1320758" y="2214341"/>
                  </a:lnTo>
                  <a:lnTo>
                    <a:pt x="1321573" y="2110204"/>
                  </a:lnTo>
                  <a:lnTo>
                    <a:pt x="1322388" y="2149225"/>
                  </a:lnTo>
                  <a:lnTo>
                    <a:pt x="1323202" y="2255762"/>
                  </a:lnTo>
                  <a:lnTo>
                    <a:pt x="1324017" y="2306537"/>
                  </a:lnTo>
                  <a:lnTo>
                    <a:pt x="1324832" y="2400888"/>
                  </a:lnTo>
                  <a:lnTo>
                    <a:pt x="1325647" y="2569904"/>
                  </a:lnTo>
                  <a:lnTo>
                    <a:pt x="1326461" y="2647690"/>
                  </a:lnTo>
                  <a:lnTo>
                    <a:pt x="1327276" y="2721241"/>
                  </a:lnTo>
                  <a:lnTo>
                    <a:pt x="1328091" y="2781293"/>
                  </a:lnTo>
                  <a:lnTo>
                    <a:pt x="1328906" y="2772031"/>
                  </a:lnTo>
                  <a:lnTo>
                    <a:pt x="1329721" y="2666031"/>
                  </a:lnTo>
                  <a:lnTo>
                    <a:pt x="1330535" y="2601245"/>
                  </a:lnTo>
                  <a:lnTo>
                    <a:pt x="1331350" y="2602769"/>
                  </a:lnTo>
                  <a:lnTo>
                    <a:pt x="1332165" y="2540273"/>
                  </a:lnTo>
                  <a:lnTo>
                    <a:pt x="1332980" y="2456082"/>
                  </a:lnTo>
                  <a:lnTo>
                    <a:pt x="1333794" y="2517219"/>
                  </a:lnTo>
                  <a:lnTo>
                    <a:pt x="1334609" y="2592409"/>
                  </a:lnTo>
                  <a:lnTo>
                    <a:pt x="1335424" y="2568511"/>
                  </a:lnTo>
                  <a:lnTo>
                    <a:pt x="1336239" y="2553894"/>
                  </a:lnTo>
                  <a:lnTo>
                    <a:pt x="1337054" y="2593425"/>
                  </a:lnTo>
                  <a:lnTo>
                    <a:pt x="1337868" y="2617927"/>
                  </a:lnTo>
                  <a:lnTo>
                    <a:pt x="1338683" y="2649589"/>
                  </a:lnTo>
                  <a:lnTo>
                    <a:pt x="1339498" y="2719928"/>
                  </a:lnTo>
                  <a:lnTo>
                    <a:pt x="1340313" y="2822543"/>
                  </a:lnTo>
                  <a:lnTo>
                    <a:pt x="1341127" y="2850759"/>
                  </a:lnTo>
                  <a:lnTo>
                    <a:pt x="1341942" y="2828193"/>
                  </a:lnTo>
                  <a:lnTo>
                    <a:pt x="1342757" y="2832977"/>
                  </a:lnTo>
                  <a:lnTo>
                    <a:pt x="1343572" y="2725804"/>
                  </a:lnTo>
                  <a:lnTo>
                    <a:pt x="1344387" y="2664698"/>
                  </a:lnTo>
                  <a:lnTo>
                    <a:pt x="1345201" y="2723659"/>
                  </a:lnTo>
                  <a:lnTo>
                    <a:pt x="1346016" y="2832906"/>
                  </a:lnTo>
                  <a:lnTo>
                    <a:pt x="1346831" y="2901273"/>
                  </a:lnTo>
                  <a:lnTo>
                    <a:pt x="1347646" y="2936265"/>
                  </a:lnTo>
                  <a:lnTo>
                    <a:pt x="1348460" y="3005403"/>
                  </a:lnTo>
                  <a:lnTo>
                    <a:pt x="1349275" y="2997933"/>
                  </a:lnTo>
                  <a:lnTo>
                    <a:pt x="1350090" y="2865995"/>
                  </a:lnTo>
                  <a:lnTo>
                    <a:pt x="1350905" y="2769926"/>
                  </a:lnTo>
                  <a:lnTo>
                    <a:pt x="1351720" y="2696220"/>
                  </a:lnTo>
                  <a:lnTo>
                    <a:pt x="1352534" y="2627173"/>
                  </a:lnTo>
                  <a:lnTo>
                    <a:pt x="1353349" y="2647129"/>
                  </a:lnTo>
                  <a:lnTo>
                    <a:pt x="1354164" y="2715706"/>
                  </a:lnTo>
                  <a:lnTo>
                    <a:pt x="1354979" y="2787573"/>
                  </a:lnTo>
                  <a:lnTo>
                    <a:pt x="1355794" y="2822272"/>
                  </a:lnTo>
                  <a:lnTo>
                    <a:pt x="1356608" y="2893158"/>
                  </a:lnTo>
                  <a:lnTo>
                    <a:pt x="1357423" y="2936964"/>
                  </a:lnTo>
                  <a:lnTo>
                    <a:pt x="1358238" y="2951062"/>
                  </a:lnTo>
                  <a:lnTo>
                    <a:pt x="1359053" y="2985485"/>
                  </a:lnTo>
                  <a:lnTo>
                    <a:pt x="1359867" y="2989045"/>
                  </a:lnTo>
                  <a:lnTo>
                    <a:pt x="1360682" y="2959240"/>
                  </a:lnTo>
                  <a:lnTo>
                    <a:pt x="1361497" y="2945165"/>
                  </a:lnTo>
                  <a:lnTo>
                    <a:pt x="1362312" y="2986273"/>
                  </a:lnTo>
                  <a:lnTo>
                    <a:pt x="1363127" y="2945731"/>
                  </a:lnTo>
                  <a:lnTo>
                    <a:pt x="1363941" y="2852195"/>
                  </a:lnTo>
                  <a:lnTo>
                    <a:pt x="1364756" y="2820096"/>
                  </a:lnTo>
                  <a:lnTo>
                    <a:pt x="1365571" y="2859790"/>
                  </a:lnTo>
                  <a:lnTo>
                    <a:pt x="1366386" y="2864659"/>
                  </a:lnTo>
                  <a:lnTo>
                    <a:pt x="1367200" y="2789684"/>
                  </a:lnTo>
                  <a:lnTo>
                    <a:pt x="1368015" y="2777165"/>
                  </a:lnTo>
                  <a:lnTo>
                    <a:pt x="1368830" y="2817015"/>
                  </a:lnTo>
                  <a:lnTo>
                    <a:pt x="1369645" y="2865622"/>
                  </a:lnTo>
                  <a:lnTo>
                    <a:pt x="1370460" y="2864071"/>
                  </a:lnTo>
                  <a:lnTo>
                    <a:pt x="1371274" y="2753446"/>
                  </a:lnTo>
                  <a:lnTo>
                    <a:pt x="1372089" y="2598937"/>
                  </a:lnTo>
                  <a:lnTo>
                    <a:pt x="1372904" y="2439096"/>
                  </a:lnTo>
                  <a:lnTo>
                    <a:pt x="1373719" y="2356354"/>
                  </a:lnTo>
                  <a:lnTo>
                    <a:pt x="1374533" y="2341573"/>
                  </a:lnTo>
                  <a:lnTo>
                    <a:pt x="1375348" y="2359270"/>
                  </a:lnTo>
                  <a:lnTo>
                    <a:pt x="1376163" y="2441145"/>
                  </a:lnTo>
                  <a:lnTo>
                    <a:pt x="1376978" y="2647558"/>
                  </a:lnTo>
                  <a:lnTo>
                    <a:pt x="1377793" y="2811166"/>
                  </a:lnTo>
                  <a:lnTo>
                    <a:pt x="1378607" y="2734335"/>
                  </a:lnTo>
                  <a:lnTo>
                    <a:pt x="1379422" y="2618442"/>
                  </a:lnTo>
                  <a:lnTo>
                    <a:pt x="1380237" y="2557785"/>
                  </a:lnTo>
                  <a:lnTo>
                    <a:pt x="1381052" y="2555447"/>
                  </a:lnTo>
                  <a:lnTo>
                    <a:pt x="1381866" y="2481272"/>
                  </a:lnTo>
                  <a:lnTo>
                    <a:pt x="1382681" y="2329026"/>
                  </a:lnTo>
                  <a:lnTo>
                    <a:pt x="1383496" y="2380337"/>
                  </a:lnTo>
                  <a:lnTo>
                    <a:pt x="1384311" y="2454997"/>
                  </a:lnTo>
                  <a:lnTo>
                    <a:pt x="1385126" y="2402596"/>
                  </a:lnTo>
                  <a:lnTo>
                    <a:pt x="1385940" y="2345171"/>
                  </a:lnTo>
                  <a:lnTo>
                    <a:pt x="1386755" y="2324673"/>
                  </a:lnTo>
                  <a:lnTo>
                    <a:pt x="1387570" y="2402504"/>
                  </a:lnTo>
                  <a:lnTo>
                    <a:pt x="1388385" y="2303132"/>
                  </a:lnTo>
                  <a:lnTo>
                    <a:pt x="1389199" y="2119220"/>
                  </a:lnTo>
                  <a:lnTo>
                    <a:pt x="1390014" y="2077924"/>
                  </a:lnTo>
                  <a:lnTo>
                    <a:pt x="1390829" y="1993967"/>
                  </a:lnTo>
                  <a:lnTo>
                    <a:pt x="1391644" y="1996883"/>
                  </a:lnTo>
                  <a:lnTo>
                    <a:pt x="1392459" y="2086518"/>
                  </a:lnTo>
                  <a:lnTo>
                    <a:pt x="1393273" y="2236201"/>
                  </a:lnTo>
                  <a:lnTo>
                    <a:pt x="1394088" y="2325638"/>
                  </a:lnTo>
                  <a:lnTo>
                    <a:pt x="1394903" y="2365242"/>
                  </a:lnTo>
                  <a:lnTo>
                    <a:pt x="1395718" y="2475027"/>
                  </a:lnTo>
                  <a:lnTo>
                    <a:pt x="1396533" y="2433533"/>
                  </a:lnTo>
                  <a:lnTo>
                    <a:pt x="1397347" y="2322349"/>
                  </a:lnTo>
                  <a:lnTo>
                    <a:pt x="1398162" y="2300726"/>
                  </a:lnTo>
                  <a:lnTo>
                    <a:pt x="1398977" y="2351560"/>
                  </a:lnTo>
                  <a:lnTo>
                    <a:pt x="1399792" y="2381268"/>
                  </a:lnTo>
                  <a:lnTo>
                    <a:pt x="1400606" y="2367229"/>
                  </a:lnTo>
                  <a:lnTo>
                    <a:pt x="1401421" y="2459214"/>
                  </a:lnTo>
                  <a:lnTo>
                    <a:pt x="1402236" y="2607181"/>
                  </a:lnTo>
                  <a:lnTo>
                    <a:pt x="1403051" y="2694976"/>
                  </a:lnTo>
                  <a:lnTo>
                    <a:pt x="1403866" y="2713972"/>
                  </a:lnTo>
                  <a:lnTo>
                    <a:pt x="1404680" y="2650016"/>
                  </a:lnTo>
                  <a:lnTo>
                    <a:pt x="1405495" y="2609604"/>
                  </a:lnTo>
                  <a:lnTo>
                    <a:pt x="1406310" y="2516352"/>
                  </a:lnTo>
                  <a:lnTo>
                    <a:pt x="1407125" y="2337892"/>
                  </a:lnTo>
                  <a:lnTo>
                    <a:pt x="1407939" y="2247924"/>
                  </a:lnTo>
                  <a:lnTo>
                    <a:pt x="1408754" y="2329637"/>
                  </a:lnTo>
                  <a:lnTo>
                    <a:pt x="1409569" y="2443776"/>
                  </a:lnTo>
                  <a:lnTo>
                    <a:pt x="1410384" y="2517042"/>
                  </a:lnTo>
                  <a:lnTo>
                    <a:pt x="1411199" y="2659264"/>
                  </a:lnTo>
                  <a:lnTo>
                    <a:pt x="1412013" y="2847434"/>
                  </a:lnTo>
                  <a:lnTo>
                    <a:pt x="1412828" y="2948444"/>
                  </a:lnTo>
                  <a:lnTo>
                    <a:pt x="1413643" y="2947393"/>
                  </a:lnTo>
                  <a:lnTo>
                    <a:pt x="1414458" y="2982253"/>
                  </a:lnTo>
                  <a:lnTo>
                    <a:pt x="1415272" y="3024176"/>
                  </a:lnTo>
                  <a:lnTo>
                    <a:pt x="1416087" y="2998174"/>
                  </a:lnTo>
                  <a:lnTo>
                    <a:pt x="1416902" y="2982960"/>
                  </a:lnTo>
                  <a:lnTo>
                    <a:pt x="1417717" y="2958478"/>
                  </a:lnTo>
                  <a:lnTo>
                    <a:pt x="1418532" y="2947986"/>
                  </a:lnTo>
                  <a:lnTo>
                    <a:pt x="1419346" y="2947986"/>
                  </a:lnTo>
                  <a:lnTo>
                    <a:pt x="1420161" y="2961951"/>
                  </a:lnTo>
                  <a:lnTo>
                    <a:pt x="1420976" y="3004131"/>
                  </a:lnTo>
                  <a:lnTo>
                    <a:pt x="1421791" y="2960180"/>
                  </a:lnTo>
                  <a:lnTo>
                    <a:pt x="1422605" y="2956290"/>
                  </a:lnTo>
                  <a:lnTo>
                    <a:pt x="1423420" y="2966782"/>
                  </a:lnTo>
                  <a:lnTo>
                    <a:pt x="1424235" y="2966783"/>
                  </a:lnTo>
                  <a:lnTo>
                    <a:pt x="1425050" y="2966783"/>
                  </a:lnTo>
                  <a:lnTo>
                    <a:pt x="1425865" y="2967678"/>
                  </a:lnTo>
                  <a:lnTo>
                    <a:pt x="1426679" y="2997311"/>
                  </a:lnTo>
                  <a:lnTo>
                    <a:pt x="1427494" y="3025684"/>
                  </a:lnTo>
                  <a:lnTo>
                    <a:pt x="1428309" y="3025685"/>
                  </a:lnTo>
                  <a:lnTo>
                    <a:pt x="1429124" y="3035752"/>
                  </a:lnTo>
                  <a:lnTo>
                    <a:pt x="1429938" y="3071645"/>
                  </a:lnTo>
                  <a:lnTo>
                    <a:pt x="1430753" y="3087451"/>
                  </a:lnTo>
                  <a:lnTo>
                    <a:pt x="1431568" y="3116972"/>
                  </a:lnTo>
                  <a:lnTo>
                    <a:pt x="1432383" y="3116972"/>
                  </a:lnTo>
                  <a:lnTo>
                    <a:pt x="1433198" y="3116972"/>
                  </a:lnTo>
                  <a:lnTo>
                    <a:pt x="1434012" y="3106916"/>
                  </a:lnTo>
                  <a:lnTo>
                    <a:pt x="1434827" y="3071023"/>
                  </a:lnTo>
                  <a:lnTo>
                    <a:pt x="1435642" y="3058242"/>
                  </a:lnTo>
                  <a:lnTo>
                    <a:pt x="1436457" y="3058242"/>
                  </a:lnTo>
                  <a:lnTo>
                    <a:pt x="1437272" y="3058242"/>
                  </a:lnTo>
                  <a:lnTo>
                    <a:pt x="1438086" y="2987344"/>
                  </a:lnTo>
                  <a:lnTo>
                    <a:pt x="1438901" y="2891343"/>
                  </a:lnTo>
                  <a:lnTo>
                    <a:pt x="1439716" y="2846758"/>
                  </a:lnTo>
                  <a:lnTo>
                    <a:pt x="1440531" y="2774009"/>
                  </a:lnTo>
                  <a:lnTo>
                    <a:pt x="1441345" y="2728968"/>
                  </a:lnTo>
                  <a:lnTo>
                    <a:pt x="1442160" y="2693102"/>
                  </a:lnTo>
                  <a:lnTo>
                    <a:pt x="1442975" y="2764003"/>
                  </a:lnTo>
                  <a:lnTo>
                    <a:pt x="1443790" y="2860004"/>
                  </a:lnTo>
                  <a:lnTo>
                    <a:pt x="1444605" y="2879632"/>
                  </a:lnTo>
                  <a:lnTo>
                    <a:pt x="1445419" y="2892005"/>
                  </a:lnTo>
                  <a:lnTo>
                    <a:pt x="1446234" y="2931105"/>
                  </a:lnTo>
                  <a:lnTo>
                    <a:pt x="1447049" y="2966970"/>
                  </a:lnTo>
                  <a:lnTo>
                    <a:pt x="1447864" y="2966970"/>
                  </a:lnTo>
                  <a:lnTo>
                    <a:pt x="1448678" y="2966970"/>
                  </a:lnTo>
                  <a:lnTo>
                    <a:pt x="1449493" y="2991925"/>
                  </a:lnTo>
                  <a:lnTo>
                    <a:pt x="1450308" y="3033966"/>
                  </a:lnTo>
                  <a:lnTo>
                    <a:pt x="1451123" y="2941543"/>
                  </a:lnTo>
                  <a:lnTo>
                    <a:pt x="1451938" y="2818029"/>
                  </a:lnTo>
                  <a:lnTo>
                    <a:pt x="1452752" y="2792314"/>
                  </a:lnTo>
                  <a:lnTo>
                    <a:pt x="1453567" y="2801799"/>
                  </a:lnTo>
                  <a:lnTo>
                    <a:pt x="1454382" y="2757157"/>
                  </a:lnTo>
                  <a:lnTo>
                    <a:pt x="1455197" y="2728442"/>
                  </a:lnTo>
                  <a:lnTo>
                    <a:pt x="1456011" y="2856938"/>
                  </a:lnTo>
                  <a:lnTo>
                    <a:pt x="1456826" y="3014065"/>
                  </a:lnTo>
                  <a:lnTo>
                    <a:pt x="1457641" y="3059255"/>
                  </a:lnTo>
                  <a:lnTo>
                    <a:pt x="1458456" y="3085551"/>
                  </a:lnTo>
                  <a:lnTo>
                    <a:pt x="1459271" y="3113464"/>
                  </a:lnTo>
                  <a:lnTo>
                    <a:pt x="1460085" y="3116972"/>
                  </a:lnTo>
                  <a:lnTo>
                    <a:pt x="1460900" y="3116972"/>
                  </a:lnTo>
                  <a:lnTo>
                    <a:pt x="1461715" y="3091058"/>
                  </a:lnTo>
                  <a:lnTo>
                    <a:pt x="1462530" y="3106586"/>
                  </a:lnTo>
                  <a:lnTo>
                    <a:pt x="1463344" y="3078637"/>
                  </a:lnTo>
                  <a:lnTo>
                    <a:pt x="1464159" y="3062580"/>
                  </a:lnTo>
                  <a:lnTo>
                    <a:pt x="1464974" y="3091587"/>
                  </a:lnTo>
                  <a:lnTo>
                    <a:pt x="1465789" y="3091543"/>
                  </a:lnTo>
                  <a:lnTo>
                    <a:pt x="1466604" y="3116972"/>
                  </a:lnTo>
                  <a:lnTo>
                    <a:pt x="1467418" y="3100480"/>
                  </a:lnTo>
                  <a:lnTo>
                    <a:pt x="1468233" y="3032268"/>
                  </a:lnTo>
                  <a:lnTo>
                    <a:pt x="1469048" y="3043787"/>
                  </a:lnTo>
                  <a:lnTo>
                    <a:pt x="1469863" y="3034906"/>
                  </a:lnTo>
                  <a:lnTo>
                    <a:pt x="1470677" y="3058652"/>
                  </a:lnTo>
                  <a:lnTo>
                    <a:pt x="1471492" y="3063136"/>
                  </a:lnTo>
                  <a:lnTo>
                    <a:pt x="1472307" y="3084882"/>
                  </a:lnTo>
                  <a:lnTo>
                    <a:pt x="1473122" y="3116972"/>
                  </a:lnTo>
                  <a:lnTo>
                    <a:pt x="1473937" y="3114763"/>
                  </a:lnTo>
                  <a:lnTo>
                    <a:pt x="1474751" y="3103881"/>
                  </a:lnTo>
                  <a:lnTo>
                    <a:pt x="1475566" y="3079482"/>
                  </a:lnTo>
                  <a:lnTo>
                    <a:pt x="1476381" y="3062844"/>
                  </a:lnTo>
                  <a:lnTo>
                    <a:pt x="1477196" y="3072163"/>
                  </a:lnTo>
                  <a:lnTo>
                    <a:pt x="1478011" y="3087432"/>
                  </a:lnTo>
                  <a:lnTo>
                    <a:pt x="1478825" y="3090505"/>
                  </a:lnTo>
                  <a:lnTo>
                    <a:pt x="1479640" y="3054924"/>
                  </a:lnTo>
                  <a:lnTo>
                    <a:pt x="1480455" y="3025843"/>
                  </a:lnTo>
                  <a:lnTo>
                    <a:pt x="1481270" y="2996794"/>
                  </a:lnTo>
                  <a:lnTo>
                    <a:pt x="1482084" y="2922413"/>
                  </a:lnTo>
                  <a:lnTo>
                    <a:pt x="1482899" y="2869467"/>
                  </a:lnTo>
                  <a:lnTo>
                    <a:pt x="1483714" y="2902576"/>
                  </a:lnTo>
                  <a:lnTo>
                    <a:pt x="1484529" y="2941153"/>
                  </a:lnTo>
                  <a:lnTo>
                    <a:pt x="1485344" y="2896112"/>
                  </a:lnTo>
                  <a:lnTo>
                    <a:pt x="1486158" y="2834166"/>
                  </a:lnTo>
                  <a:lnTo>
                    <a:pt x="1486973" y="2831769"/>
                  </a:lnTo>
                  <a:lnTo>
                    <a:pt x="1487788" y="2878479"/>
                  </a:lnTo>
                  <a:lnTo>
                    <a:pt x="1488603" y="2900439"/>
                  </a:lnTo>
                  <a:lnTo>
                    <a:pt x="1489417" y="2938338"/>
                  </a:lnTo>
                  <a:lnTo>
                    <a:pt x="1490232" y="3073428"/>
                  </a:lnTo>
                  <a:lnTo>
                    <a:pt x="1491047" y="3116972"/>
                  </a:lnTo>
                  <a:lnTo>
                    <a:pt x="1491862" y="3116972"/>
                  </a:lnTo>
                  <a:lnTo>
                    <a:pt x="1492677" y="3116972"/>
                  </a:lnTo>
                  <a:lnTo>
                    <a:pt x="1493491" y="3116972"/>
                  </a:lnTo>
                  <a:lnTo>
                    <a:pt x="1494306" y="3116972"/>
                  </a:lnTo>
                  <a:lnTo>
                    <a:pt x="1495121" y="3116972"/>
                  </a:lnTo>
                  <a:lnTo>
                    <a:pt x="1495936" y="3011651"/>
                  </a:lnTo>
                  <a:lnTo>
                    <a:pt x="1496750" y="2889497"/>
                  </a:lnTo>
                  <a:lnTo>
                    <a:pt x="1497565" y="2856987"/>
                  </a:lnTo>
                  <a:lnTo>
                    <a:pt x="1498380" y="2892881"/>
                  </a:lnTo>
                  <a:lnTo>
                    <a:pt x="1499195" y="2898589"/>
                  </a:lnTo>
                  <a:lnTo>
                    <a:pt x="1500010" y="2919983"/>
                  </a:lnTo>
                  <a:lnTo>
                    <a:pt x="1500824" y="2937093"/>
                  </a:lnTo>
                  <a:lnTo>
                    <a:pt x="1501639" y="2954562"/>
                  </a:lnTo>
                  <a:lnTo>
                    <a:pt x="1502454" y="2949173"/>
                  </a:lnTo>
                  <a:lnTo>
                    <a:pt x="1503269" y="2904969"/>
                  </a:lnTo>
                  <a:lnTo>
                    <a:pt x="1504083" y="2850225"/>
                  </a:lnTo>
                  <a:lnTo>
                    <a:pt x="1504898" y="2842981"/>
                  </a:lnTo>
                  <a:lnTo>
                    <a:pt x="1505713" y="2961950"/>
                  </a:lnTo>
                  <a:lnTo>
                    <a:pt x="1506528" y="3056471"/>
                  </a:lnTo>
                  <a:lnTo>
                    <a:pt x="1507343" y="3022572"/>
                  </a:lnTo>
                  <a:lnTo>
                    <a:pt x="1508157" y="2994994"/>
                  </a:lnTo>
                  <a:lnTo>
                    <a:pt x="1508972" y="3045946"/>
                  </a:lnTo>
                  <a:lnTo>
                    <a:pt x="1509787" y="3082152"/>
                  </a:lnTo>
                  <a:lnTo>
                    <a:pt x="1510602" y="3035366"/>
                  </a:lnTo>
                  <a:lnTo>
                    <a:pt x="1511416" y="2952626"/>
                  </a:lnTo>
                  <a:lnTo>
                    <a:pt x="1512231" y="2924985"/>
                  </a:lnTo>
                  <a:lnTo>
                    <a:pt x="1513046" y="2966612"/>
                  </a:lnTo>
                  <a:lnTo>
                    <a:pt x="1513861" y="2986974"/>
                  </a:lnTo>
                  <a:lnTo>
                    <a:pt x="1514676" y="2919982"/>
                  </a:lnTo>
                  <a:lnTo>
                    <a:pt x="1515490" y="2780658"/>
                  </a:lnTo>
                  <a:lnTo>
                    <a:pt x="1516305" y="2735692"/>
                  </a:lnTo>
                  <a:lnTo>
                    <a:pt x="1517120" y="2765435"/>
                  </a:lnTo>
                  <a:lnTo>
                    <a:pt x="1517935" y="2759698"/>
                  </a:lnTo>
                  <a:lnTo>
                    <a:pt x="1518750" y="2756441"/>
                  </a:lnTo>
                  <a:lnTo>
                    <a:pt x="1519564" y="2851880"/>
                  </a:lnTo>
                  <a:lnTo>
                    <a:pt x="1520379" y="3006458"/>
                  </a:lnTo>
                  <a:lnTo>
                    <a:pt x="1521194" y="3116972"/>
                  </a:lnTo>
                  <a:lnTo>
                    <a:pt x="1522009" y="3116972"/>
                  </a:lnTo>
                  <a:lnTo>
                    <a:pt x="1522823" y="3116972"/>
                  </a:lnTo>
                  <a:lnTo>
                    <a:pt x="1523638" y="3116972"/>
                  </a:lnTo>
                  <a:lnTo>
                    <a:pt x="1524453" y="3116972"/>
                  </a:lnTo>
                  <a:lnTo>
                    <a:pt x="1525268" y="3100697"/>
                  </a:lnTo>
                  <a:lnTo>
                    <a:pt x="1526083" y="3003694"/>
                  </a:lnTo>
                  <a:lnTo>
                    <a:pt x="1526897" y="2965841"/>
                  </a:lnTo>
                  <a:lnTo>
                    <a:pt x="1527712" y="2908957"/>
                  </a:lnTo>
                  <a:lnTo>
                    <a:pt x="1528527" y="2808551"/>
                  </a:lnTo>
                  <a:lnTo>
                    <a:pt x="1529342" y="2735032"/>
                  </a:lnTo>
                  <a:lnTo>
                    <a:pt x="1530156" y="2723942"/>
                  </a:lnTo>
                  <a:lnTo>
                    <a:pt x="1530971" y="2732620"/>
                  </a:lnTo>
                  <a:lnTo>
                    <a:pt x="1531786" y="2754685"/>
                  </a:lnTo>
                  <a:lnTo>
                    <a:pt x="1532601" y="2775257"/>
                  </a:lnTo>
                  <a:lnTo>
                    <a:pt x="1533416" y="2782097"/>
                  </a:lnTo>
                  <a:lnTo>
                    <a:pt x="1534230" y="2800390"/>
                  </a:lnTo>
                  <a:lnTo>
                    <a:pt x="1535045" y="2792903"/>
                  </a:lnTo>
                  <a:lnTo>
                    <a:pt x="1535860" y="2768913"/>
                  </a:lnTo>
                  <a:lnTo>
                    <a:pt x="1536675" y="2779117"/>
                  </a:lnTo>
                  <a:lnTo>
                    <a:pt x="1537489" y="2826287"/>
                  </a:lnTo>
                  <a:lnTo>
                    <a:pt x="1538304" y="2924791"/>
                  </a:lnTo>
                  <a:lnTo>
                    <a:pt x="1539119" y="2978889"/>
                  </a:lnTo>
                  <a:lnTo>
                    <a:pt x="1539934" y="2975082"/>
                  </a:lnTo>
                  <a:lnTo>
                    <a:pt x="1540749" y="3018411"/>
                  </a:lnTo>
                  <a:lnTo>
                    <a:pt x="1541563" y="3006600"/>
                  </a:lnTo>
                  <a:lnTo>
                    <a:pt x="1542378" y="3034466"/>
                  </a:lnTo>
                  <a:lnTo>
                    <a:pt x="1543193" y="3026593"/>
                  </a:lnTo>
                  <a:lnTo>
                    <a:pt x="1544008" y="3015717"/>
                  </a:lnTo>
                  <a:lnTo>
                    <a:pt x="1544822" y="3070310"/>
                  </a:lnTo>
                  <a:lnTo>
                    <a:pt x="1545637" y="3090930"/>
                  </a:lnTo>
                  <a:lnTo>
                    <a:pt x="1546452" y="3109062"/>
                  </a:lnTo>
                  <a:lnTo>
                    <a:pt x="1547267" y="3081196"/>
                  </a:lnTo>
                  <a:lnTo>
                    <a:pt x="1548082" y="3058242"/>
                  </a:lnTo>
                  <a:lnTo>
                    <a:pt x="1548896" y="3064432"/>
                  </a:lnTo>
                  <a:lnTo>
                    <a:pt x="1549711" y="3116972"/>
                  </a:lnTo>
                  <a:lnTo>
                    <a:pt x="1550526" y="3116972"/>
                  </a:lnTo>
                  <a:lnTo>
                    <a:pt x="1551341" y="3116972"/>
                  </a:lnTo>
                  <a:lnTo>
                    <a:pt x="1552155" y="3116972"/>
                  </a:lnTo>
                  <a:lnTo>
                    <a:pt x="1552970" y="3116972"/>
                  </a:lnTo>
                  <a:lnTo>
                    <a:pt x="1553785" y="3116972"/>
                  </a:lnTo>
                  <a:lnTo>
                    <a:pt x="1554600" y="3116972"/>
                  </a:lnTo>
                  <a:lnTo>
                    <a:pt x="1555415" y="3116972"/>
                  </a:lnTo>
                  <a:lnTo>
                    <a:pt x="1556229" y="3116972"/>
                  </a:lnTo>
                  <a:lnTo>
                    <a:pt x="1557044" y="3116972"/>
                  </a:lnTo>
                  <a:lnTo>
                    <a:pt x="1557859" y="3116972"/>
                  </a:lnTo>
                  <a:lnTo>
                    <a:pt x="1558674" y="3116972"/>
                  </a:lnTo>
                  <a:lnTo>
                    <a:pt x="1559489" y="3116972"/>
                  </a:lnTo>
                  <a:lnTo>
                    <a:pt x="1560303" y="3116972"/>
                  </a:lnTo>
                  <a:lnTo>
                    <a:pt x="1561118" y="3116972"/>
                  </a:lnTo>
                  <a:lnTo>
                    <a:pt x="1561933" y="3116972"/>
                  </a:lnTo>
                  <a:lnTo>
                    <a:pt x="1562748" y="3116972"/>
                  </a:lnTo>
                  <a:lnTo>
                    <a:pt x="1563562" y="3089024"/>
                  </a:lnTo>
                  <a:lnTo>
                    <a:pt x="1564377" y="2961492"/>
                  </a:lnTo>
                  <a:lnTo>
                    <a:pt x="1565192" y="2903723"/>
                  </a:lnTo>
                  <a:lnTo>
                    <a:pt x="1566007" y="2864419"/>
                  </a:lnTo>
                  <a:lnTo>
                    <a:pt x="1566822" y="2785398"/>
                  </a:lnTo>
                  <a:lnTo>
                    <a:pt x="1567636" y="2785398"/>
                  </a:lnTo>
                  <a:lnTo>
                    <a:pt x="1568451" y="2761858"/>
                  </a:lnTo>
                  <a:lnTo>
                    <a:pt x="1569266" y="2816823"/>
                  </a:lnTo>
                  <a:lnTo>
                    <a:pt x="1570081" y="2894168"/>
                  </a:lnTo>
                  <a:lnTo>
                    <a:pt x="1570895" y="2943997"/>
                  </a:lnTo>
                  <a:lnTo>
                    <a:pt x="1571710" y="3043189"/>
                  </a:lnTo>
                  <a:lnTo>
                    <a:pt x="1572525" y="3088871"/>
                  </a:lnTo>
                  <a:lnTo>
                    <a:pt x="1573340" y="3116972"/>
                  </a:lnTo>
                  <a:lnTo>
                    <a:pt x="1574155" y="3116972"/>
                  </a:lnTo>
                  <a:lnTo>
                    <a:pt x="1574969" y="3116972"/>
                  </a:lnTo>
                  <a:lnTo>
                    <a:pt x="1575784" y="3116972"/>
                  </a:lnTo>
                  <a:lnTo>
                    <a:pt x="1576599" y="3116972"/>
                  </a:lnTo>
                  <a:lnTo>
                    <a:pt x="1577414" y="3116972"/>
                  </a:lnTo>
                  <a:lnTo>
                    <a:pt x="1578228" y="3116972"/>
                  </a:lnTo>
                  <a:lnTo>
                    <a:pt x="1579043" y="3116972"/>
                  </a:lnTo>
                  <a:lnTo>
                    <a:pt x="1579858" y="3116972"/>
                  </a:lnTo>
                  <a:lnTo>
                    <a:pt x="1580673" y="3067433"/>
                  </a:lnTo>
                  <a:lnTo>
                    <a:pt x="1581488" y="3058242"/>
                  </a:lnTo>
                  <a:lnTo>
                    <a:pt x="1582302" y="3058242"/>
                  </a:lnTo>
                  <a:lnTo>
                    <a:pt x="1583117" y="3058242"/>
                  </a:lnTo>
                  <a:lnTo>
                    <a:pt x="1583932" y="3058242"/>
                  </a:lnTo>
                  <a:lnTo>
                    <a:pt x="1584747" y="3058242"/>
                  </a:lnTo>
                  <a:lnTo>
                    <a:pt x="1585561" y="3058242"/>
                  </a:lnTo>
                  <a:lnTo>
                    <a:pt x="1586376" y="3045300"/>
                  </a:lnTo>
                  <a:lnTo>
                    <a:pt x="1587191" y="2990401"/>
                  </a:lnTo>
                  <a:lnTo>
                    <a:pt x="1588006" y="2910719"/>
                  </a:lnTo>
                  <a:lnTo>
                    <a:pt x="1588821" y="2843097"/>
                  </a:lnTo>
                  <a:lnTo>
                    <a:pt x="1589635" y="2699729"/>
                  </a:lnTo>
                  <a:lnTo>
                    <a:pt x="1590450" y="2531172"/>
                  </a:lnTo>
                  <a:lnTo>
                    <a:pt x="1591265" y="2397056"/>
                  </a:lnTo>
                  <a:lnTo>
                    <a:pt x="1592080" y="2362357"/>
                  </a:lnTo>
                  <a:lnTo>
                    <a:pt x="1592894" y="2426469"/>
                  </a:lnTo>
                  <a:lnTo>
                    <a:pt x="1593709" y="2474659"/>
                  </a:lnTo>
                  <a:lnTo>
                    <a:pt x="1594524" y="2490316"/>
                  </a:lnTo>
                  <a:lnTo>
                    <a:pt x="1595339" y="2546379"/>
                  </a:lnTo>
                  <a:lnTo>
                    <a:pt x="1596154" y="2641660"/>
                  </a:lnTo>
                  <a:lnTo>
                    <a:pt x="1596968" y="2681300"/>
                  </a:lnTo>
                  <a:lnTo>
                    <a:pt x="1597783" y="2586378"/>
                  </a:lnTo>
                  <a:lnTo>
                    <a:pt x="1598598" y="2499424"/>
                  </a:lnTo>
                  <a:lnTo>
                    <a:pt x="1599413" y="2532039"/>
                  </a:lnTo>
                  <a:lnTo>
                    <a:pt x="1600228" y="2520125"/>
                  </a:lnTo>
                  <a:lnTo>
                    <a:pt x="1601042" y="2532008"/>
                  </a:lnTo>
                  <a:lnTo>
                    <a:pt x="1601857" y="2617685"/>
                  </a:lnTo>
                  <a:lnTo>
                    <a:pt x="1602672" y="2666804"/>
                  </a:lnTo>
                  <a:lnTo>
                    <a:pt x="1603487" y="2686130"/>
                  </a:lnTo>
                  <a:lnTo>
                    <a:pt x="1604301" y="2764694"/>
                  </a:lnTo>
                  <a:lnTo>
                    <a:pt x="1605116" y="2877081"/>
                  </a:lnTo>
                  <a:lnTo>
                    <a:pt x="1605931" y="2885679"/>
                  </a:lnTo>
                  <a:lnTo>
                    <a:pt x="1606746" y="2851533"/>
                  </a:lnTo>
                  <a:lnTo>
                    <a:pt x="1607561" y="2891042"/>
                  </a:lnTo>
                  <a:lnTo>
                    <a:pt x="1608375" y="2891863"/>
                  </a:lnTo>
                  <a:lnTo>
                    <a:pt x="1609190" y="2819670"/>
                  </a:lnTo>
                  <a:lnTo>
                    <a:pt x="1610005" y="2728314"/>
                  </a:lnTo>
                  <a:lnTo>
                    <a:pt x="1610820" y="2723753"/>
                  </a:lnTo>
                  <a:lnTo>
                    <a:pt x="1611634" y="2711282"/>
                  </a:lnTo>
                  <a:lnTo>
                    <a:pt x="1612449" y="2696127"/>
                  </a:lnTo>
                  <a:lnTo>
                    <a:pt x="1613264" y="2737399"/>
                  </a:lnTo>
                  <a:lnTo>
                    <a:pt x="1614079" y="2775187"/>
                  </a:lnTo>
                  <a:lnTo>
                    <a:pt x="1614894" y="2869725"/>
                  </a:lnTo>
                  <a:lnTo>
                    <a:pt x="1615708" y="2825850"/>
                  </a:lnTo>
                  <a:lnTo>
                    <a:pt x="1616523" y="2746244"/>
                  </a:lnTo>
                  <a:lnTo>
                    <a:pt x="1617338" y="2714535"/>
                  </a:lnTo>
                  <a:lnTo>
                    <a:pt x="1618153" y="2746865"/>
                  </a:lnTo>
                  <a:lnTo>
                    <a:pt x="1618967" y="2797802"/>
                  </a:lnTo>
                  <a:lnTo>
                    <a:pt x="1619782" y="2800781"/>
                  </a:lnTo>
                  <a:lnTo>
                    <a:pt x="1620597" y="2848157"/>
                  </a:lnTo>
                  <a:lnTo>
                    <a:pt x="1621412" y="2945315"/>
                  </a:lnTo>
                  <a:lnTo>
                    <a:pt x="1622227" y="3040056"/>
                  </a:lnTo>
                  <a:lnTo>
                    <a:pt x="1623041" y="3071160"/>
                  </a:lnTo>
                  <a:lnTo>
                    <a:pt x="1623856" y="3025192"/>
                  </a:lnTo>
                  <a:lnTo>
                    <a:pt x="1624671" y="2990824"/>
                  </a:lnTo>
                  <a:lnTo>
                    <a:pt x="1625486" y="2968133"/>
                  </a:lnTo>
                  <a:lnTo>
                    <a:pt x="1626300" y="2856875"/>
                  </a:lnTo>
                  <a:lnTo>
                    <a:pt x="1627115" y="2776066"/>
                  </a:lnTo>
                  <a:lnTo>
                    <a:pt x="1627930" y="2683433"/>
                  </a:lnTo>
                  <a:lnTo>
                    <a:pt x="1628745" y="2652055"/>
                  </a:lnTo>
                  <a:lnTo>
                    <a:pt x="1629560" y="2625043"/>
                  </a:lnTo>
                  <a:lnTo>
                    <a:pt x="1630374" y="2604268"/>
                  </a:lnTo>
                  <a:lnTo>
                    <a:pt x="1631189" y="2682340"/>
                  </a:lnTo>
                  <a:lnTo>
                    <a:pt x="1632004" y="2731271"/>
                  </a:lnTo>
                  <a:lnTo>
                    <a:pt x="1632819" y="2787255"/>
                  </a:lnTo>
                  <a:lnTo>
                    <a:pt x="1633634" y="2773126"/>
                  </a:lnTo>
                  <a:lnTo>
                    <a:pt x="1634448" y="2721243"/>
                  </a:lnTo>
                  <a:lnTo>
                    <a:pt x="1635263" y="2696753"/>
                  </a:lnTo>
                  <a:lnTo>
                    <a:pt x="1636078" y="2658572"/>
                  </a:lnTo>
                  <a:lnTo>
                    <a:pt x="1636893" y="2587399"/>
                  </a:lnTo>
                  <a:lnTo>
                    <a:pt x="1637707" y="2505961"/>
                  </a:lnTo>
                  <a:lnTo>
                    <a:pt x="1638522" y="2514154"/>
                  </a:lnTo>
                  <a:lnTo>
                    <a:pt x="1639337" y="2558520"/>
                  </a:lnTo>
                  <a:lnTo>
                    <a:pt x="1640152" y="2554594"/>
                  </a:lnTo>
                  <a:lnTo>
                    <a:pt x="1640967" y="2546389"/>
                  </a:lnTo>
                  <a:lnTo>
                    <a:pt x="1641781" y="2563049"/>
                  </a:lnTo>
                  <a:lnTo>
                    <a:pt x="1642596" y="2681787"/>
                  </a:lnTo>
                  <a:lnTo>
                    <a:pt x="1643411" y="2752719"/>
                  </a:lnTo>
                  <a:lnTo>
                    <a:pt x="1644226" y="2635825"/>
                  </a:lnTo>
                  <a:lnTo>
                    <a:pt x="1645040" y="2578459"/>
                  </a:lnTo>
                  <a:lnTo>
                    <a:pt x="1645855" y="2595154"/>
                  </a:lnTo>
                  <a:lnTo>
                    <a:pt x="1646670" y="2578328"/>
                  </a:lnTo>
                  <a:lnTo>
                    <a:pt x="1647485" y="2482232"/>
                  </a:lnTo>
                  <a:lnTo>
                    <a:pt x="1648300" y="2446846"/>
                  </a:lnTo>
                  <a:lnTo>
                    <a:pt x="1649114" y="2630675"/>
                  </a:lnTo>
                  <a:lnTo>
                    <a:pt x="1649929" y="2776933"/>
                  </a:lnTo>
                  <a:lnTo>
                    <a:pt x="1650744" y="2677713"/>
                  </a:lnTo>
                  <a:lnTo>
                    <a:pt x="1651559" y="2572148"/>
                  </a:lnTo>
                  <a:lnTo>
                    <a:pt x="1652373" y="2600909"/>
                  </a:lnTo>
                  <a:lnTo>
                    <a:pt x="1653188" y="2583660"/>
                  </a:lnTo>
                  <a:lnTo>
                    <a:pt x="1654003" y="2422879"/>
                  </a:lnTo>
                  <a:lnTo>
                    <a:pt x="1654818" y="2327072"/>
                  </a:lnTo>
                  <a:lnTo>
                    <a:pt x="1655633" y="2327821"/>
                  </a:lnTo>
                  <a:lnTo>
                    <a:pt x="1656447" y="2393077"/>
                  </a:lnTo>
                  <a:lnTo>
                    <a:pt x="1657262" y="2383980"/>
                  </a:lnTo>
                  <a:lnTo>
                    <a:pt x="1658077" y="2346421"/>
                  </a:lnTo>
                  <a:lnTo>
                    <a:pt x="1658892" y="2343185"/>
                  </a:lnTo>
                  <a:lnTo>
                    <a:pt x="1659706" y="2315979"/>
                  </a:lnTo>
                  <a:lnTo>
                    <a:pt x="1660521" y="2346342"/>
                  </a:lnTo>
                  <a:lnTo>
                    <a:pt x="1661336" y="2383662"/>
                  </a:lnTo>
                  <a:lnTo>
                    <a:pt x="1662151" y="2424271"/>
                  </a:lnTo>
                  <a:lnTo>
                    <a:pt x="1662966" y="2504652"/>
                  </a:lnTo>
                  <a:lnTo>
                    <a:pt x="1663780" y="2553092"/>
                  </a:lnTo>
                  <a:lnTo>
                    <a:pt x="1664595" y="2533120"/>
                  </a:lnTo>
                  <a:lnTo>
                    <a:pt x="1665410" y="2587908"/>
                  </a:lnTo>
                  <a:lnTo>
                    <a:pt x="1666225" y="2668800"/>
                  </a:lnTo>
                  <a:lnTo>
                    <a:pt x="1667039" y="2617578"/>
                  </a:lnTo>
                  <a:lnTo>
                    <a:pt x="1667854" y="2551237"/>
                  </a:lnTo>
                  <a:lnTo>
                    <a:pt x="1668669" y="2673952"/>
                  </a:lnTo>
                  <a:lnTo>
                    <a:pt x="1669484" y="2832284"/>
                  </a:lnTo>
                  <a:lnTo>
                    <a:pt x="1670299" y="2901824"/>
                  </a:lnTo>
                  <a:lnTo>
                    <a:pt x="1671113" y="2901124"/>
                  </a:lnTo>
                  <a:lnTo>
                    <a:pt x="1671928" y="2955084"/>
                  </a:lnTo>
                  <a:lnTo>
                    <a:pt x="1672743" y="2996566"/>
                  </a:lnTo>
                  <a:lnTo>
                    <a:pt x="1673558" y="2982189"/>
                  </a:lnTo>
                  <a:lnTo>
                    <a:pt x="1674373" y="2962359"/>
                  </a:lnTo>
                  <a:lnTo>
                    <a:pt x="1675187" y="2879968"/>
                  </a:lnTo>
                  <a:lnTo>
                    <a:pt x="1676002" y="2734657"/>
                  </a:lnTo>
                  <a:lnTo>
                    <a:pt x="1676817" y="2592306"/>
                  </a:lnTo>
                  <a:lnTo>
                    <a:pt x="1677632" y="2568690"/>
                  </a:lnTo>
                  <a:lnTo>
                    <a:pt x="1678446" y="2504677"/>
                  </a:lnTo>
                  <a:lnTo>
                    <a:pt x="1679261" y="2498201"/>
                  </a:lnTo>
                  <a:lnTo>
                    <a:pt x="1680076" y="2488102"/>
                  </a:lnTo>
                  <a:lnTo>
                    <a:pt x="1680891" y="2504378"/>
                  </a:lnTo>
                  <a:lnTo>
                    <a:pt x="1681706" y="2651104"/>
                  </a:lnTo>
                  <a:lnTo>
                    <a:pt x="1682520" y="2675344"/>
                  </a:lnTo>
                  <a:lnTo>
                    <a:pt x="1683335" y="2653689"/>
                  </a:lnTo>
                  <a:lnTo>
                    <a:pt x="1684150" y="2607110"/>
                  </a:lnTo>
                  <a:lnTo>
                    <a:pt x="1684965" y="2613085"/>
                  </a:lnTo>
                  <a:lnTo>
                    <a:pt x="1685779" y="2748412"/>
                  </a:lnTo>
                  <a:lnTo>
                    <a:pt x="1686594" y="2793898"/>
                  </a:lnTo>
                  <a:lnTo>
                    <a:pt x="1687409" y="2853764"/>
                  </a:lnTo>
                  <a:lnTo>
                    <a:pt x="1688224" y="2954495"/>
                  </a:lnTo>
                  <a:lnTo>
                    <a:pt x="1689039" y="3027381"/>
                  </a:lnTo>
                  <a:lnTo>
                    <a:pt x="1689853" y="3113896"/>
                  </a:lnTo>
                  <a:lnTo>
                    <a:pt x="1690668" y="3107604"/>
                  </a:lnTo>
                  <a:lnTo>
                    <a:pt x="1691483" y="3071710"/>
                  </a:lnTo>
                  <a:lnTo>
                    <a:pt x="1692298" y="3048361"/>
                  </a:lnTo>
                  <a:lnTo>
                    <a:pt x="1693112" y="3001846"/>
                  </a:lnTo>
                  <a:lnTo>
                    <a:pt x="1693927" y="2964169"/>
                  </a:lnTo>
                  <a:lnTo>
                    <a:pt x="1694742" y="2953440"/>
                  </a:lnTo>
                  <a:lnTo>
                    <a:pt x="1695557" y="2905670"/>
                  </a:lnTo>
                  <a:lnTo>
                    <a:pt x="1696372" y="2758201"/>
                  </a:lnTo>
                  <a:lnTo>
                    <a:pt x="1697186" y="2555780"/>
                  </a:lnTo>
                  <a:lnTo>
                    <a:pt x="1698001" y="2394552"/>
                  </a:lnTo>
                  <a:lnTo>
                    <a:pt x="1698816" y="2301414"/>
                  </a:lnTo>
                  <a:lnTo>
                    <a:pt x="1699631" y="2354945"/>
                  </a:lnTo>
                  <a:lnTo>
                    <a:pt x="1700445" y="2456939"/>
                  </a:lnTo>
                  <a:lnTo>
                    <a:pt x="1701260" y="2548160"/>
                  </a:lnTo>
                  <a:lnTo>
                    <a:pt x="1702075" y="2672914"/>
                  </a:lnTo>
                  <a:lnTo>
                    <a:pt x="1702890" y="2774332"/>
                  </a:lnTo>
                  <a:lnTo>
                    <a:pt x="1703705" y="2795662"/>
                  </a:lnTo>
                  <a:lnTo>
                    <a:pt x="1704519" y="2695534"/>
                  </a:lnTo>
                  <a:lnTo>
                    <a:pt x="1705334" y="2617931"/>
                  </a:lnTo>
                  <a:lnTo>
                    <a:pt x="1706149" y="2624190"/>
                  </a:lnTo>
                  <a:lnTo>
                    <a:pt x="1706964" y="2586364"/>
                  </a:lnTo>
                  <a:lnTo>
                    <a:pt x="1707778" y="2574913"/>
                  </a:lnTo>
                  <a:lnTo>
                    <a:pt x="1708593" y="2558126"/>
                  </a:lnTo>
                  <a:lnTo>
                    <a:pt x="1709408" y="2481769"/>
                  </a:lnTo>
                  <a:lnTo>
                    <a:pt x="1710223" y="2382881"/>
                  </a:lnTo>
                  <a:lnTo>
                    <a:pt x="1711038" y="2368001"/>
                  </a:lnTo>
                  <a:lnTo>
                    <a:pt x="1711852" y="2511564"/>
                  </a:lnTo>
                  <a:lnTo>
                    <a:pt x="1712667" y="2665123"/>
                  </a:lnTo>
                  <a:lnTo>
                    <a:pt x="1713482" y="2746152"/>
                  </a:lnTo>
                  <a:lnTo>
                    <a:pt x="1714297" y="2758869"/>
                  </a:lnTo>
                  <a:lnTo>
                    <a:pt x="1715112" y="2778414"/>
                  </a:lnTo>
                  <a:lnTo>
                    <a:pt x="1715926" y="2630309"/>
                  </a:lnTo>
                  <a:lnTo>
                    <a:pt x="1716741" y="2402598"/>
                  </a:lnTo>
                  <a:lnTo>
                    <a:pt x="1717556" y="2207084"/>
                  </a:lnTo>
                  <a:lnTo>
                    <a:pt x="1718371" y="2091659"/>
                  </a:lnTo>
                  <a:lnTo>
                    <a:pt x="1719185" y="2098008"/>
                  </a:lnTo>
                  <a:lnTo>
                    <a:pt x="1720000" y="2109599"/>
                  </a:lnTo>
                  <a:lnTo>
                    <a:pt x="1720815" y="2183742"/>
                  </a:lnTo>
                  <a:lnTo>
                    <a:pt x="1721630" y="2277508"/>
                  </a:lnTo>
                  <a:lnTo>
                    <a:pt x="1722445" y="2301383"/>
                  </a:lnTo>
                  <a:lnTo>
                    <a:pt x="1723259" y="2294126"/>
                  </a:lnTo>
                  <a:lnTo>
                    <a:pt x="1724074" y="2353339"/>
                  </a:lnTo>
                  <a:lnTo>
                    <a:pt x="1724889" y="2298494"/>
                  </a:lnTo>
                  <a:lnTo>
                    <a:pt x="1725704" y="2266738"/>
                  </a:lnTo>
                  <a:lnTo>
                    <a:pt x="1726518" y="2230959"/>
                  </a:lnTo>
                  <a:lnTo>
                    <a:pt x="1727333" y="2195383"/>
                  </a:lnTo>
                  <a:lnTo>
                    <a:pt x="1728148" y="2131857"/>
                  </a:lnTo>
                  <a:lnTo>
                    <a:pt x="1728963" y="2030701"/>
                  </a:lnTo>
                  <a:lnTo>
                    <a:pt x="1729778" y="1981057"/>
                  </a:lnTo>
                  <a:lnTo>
                    <a:pt x="1730592" y="1829173"/>
                  </a:lnTo>
                  <a:lnTo>
                    <a:pt x="1731407" y="1712878"/>
                  </a:lnTo>
                  <a:lnTo>
                    <a:pt x="1732222" y="1801913"/>
                  </a:lnTo>
                  <a:lnTo>
                    <a:pt x="1733037" y="1966750"/>
                  </a:lnTo>
                  <a:lnTo>
                    <a:pt x="1733851" y="1970868"/>
                  </a:lnTo>
                  <a:lnTo>
                    <a:pt x="1734666" y="1984629"/>
                  </a:lnTo>
                  <a:lnTo>
                    <a:pt x="1735481" y="2111127"/>
                  </a:lnTo>
                  <a:lnTo>
                    <a:pt x="1736296" y="2131388"/>
                  </a:lnTo>
                  <a:lnTo>
                    <a:pt x="1737111" y="2009538"/>
                  </a:lnTo>
                  <a:lnTo>
                    <a:pt x="1737925" y="1980270"/>
                  </a:lnTo>
                  <a:lnTo>
                    <a:pt x="1738740" y="2065901"/>
                  </a:lnTo>
                  <a:lnTo>
                    <a:pt x="1739555" y="2155591"/>
                  </a:lnTo>
                  <a:lnTo>
                    <a:pt x="1740370" y="2214976"/>
                  </a:lnTo>
                  <a:lnTo>
                    <a:pt x="1741184" y="2274248"/>
                  </a:lnTo>
                  <a:lnTo>
                    <a:pt x="1741999" y="2317007"/>
                  </a:lnTo>
                  <a:lnTo>
                    <a:pt x="1742814" y="2237562"/>
                  </a:lnTo>
                  <a:lnTo>
                    <a:pt x="1743629" y="2215941"/>
                  </a:lnTo>
                  <a:lnTo>
                    <a:pt x="1744444" y="2278910"/>
                  </a:lnTo>
                  <a:lnTo>
                    <a:pt x="1745258" y="2401488"/>
                  </a:lnTo>
                  <a:lnTo>
                    <a:pt x="1746073" y="2537100"/>
                  </a:lnTo>
                  <a:lnTo>
                    <a:pt x="1746888" y="2552450"/>
                  </a:lnTo>
                  <a:lnTo>
                    <a:pt x="1747703" y="2491812"/>
                  </a:lnTo>
                  <a:lnTo>
                    <a:pt x="1748517" y="2366903"/>
                  </a:lnTo>
                  <a:lnTo>
                    <a:pt x="1749332" y="2215849"/>
                  </a:lnTo>
                  <a:lnTo>
                    <a:pt x="1750147" y="2101137"/>
                  </a:lnTo>
                  <a:lnTo>
                    <a:pt x="1750962" y="2036075"/>
                  </a:lnTo>
                  <a:lnTo>
                    <a:pt x="1751777" y="2064991"/>
                  </a:lnTo>
                  <a:lnTo>
                    <a:pt x="1752591" y="2191685"/>
                  </a:lnTo>
                  <a:lnTo>
                    <a:pt x="1753406" y="2391229"/>
                  </a:lnTo>
                  <a:lnTo>
                    <a:pt x="1754221" y="2553467"/>
                  </a:lnTo>
                  <a:lnTo>
                    <a:pt x="1755036" y="2623077"/>
                  </a:lnTo>
                  <a:lnTo>
                    <a:pt x="1755851" y="2677095"/>
                  </a:lnTo>
                  <a:lnTo>
                    <a:pt x="1756665" y="2791052"/>
                  </a:lnTo>
                  <a:lnTo>
                    <a:pt x="1757480" y="2891654"/>
                  </a:lnTo>
                  <a:lnTo>
                    <a:pt x="1758295" y="2850726"/>
                  </a:lnTo>
                  <a:lnTo>
                    <a:pt x="1759110" y="2854107"/>
                  </a:lnTo>
                  <a:lnTo>
                    <a:pt x="1759924" y="2929042"/>
                  </a:lnTo>
                  <a:lnTo>
                    <a:pt x="1760739" y="2959866"/>
                  </a:lnTo>
                  <a:lnTo>
                    <a:pt x="1761554" y="2928840"/>
                  </a:lnTo>
                  <a:lnTo>
                    <a:pt x="1762369" y="2888403"/>
                  </a:lnTo>
                  <a:lnTo>
                    <a:pt x="1763184" y="2897209"/>
                  </a:lnTo>
                  <a:lnTo>
                    <a:pt x="1763998" y="2862464"/>
                  </a:lnTo>
                  <a:lnTo>
                    <a:pt x="1764813" y="2728428"/>
                  </a:lnTo>
                  <a:lnTo>
                    <a:pt x="1765628" y="2528139"/>
                  </a:lnTo>
                  <a:lnTo>
                    <a:pt x="1766443" y="2277084"/>
                  </a:lnTo>
                  <a:lnTo>
                    <a:pt x="1767257" y="2148327"/>
                  </a:lnTo>
                  <a:lnTo>
                    <a:pt x="1768072" y="2165575"/>
                  </a:lnTo>
                  <a:lnTo>
                    <a:pt x="1768887" y="2214958"/>
                  </a:lnTo>
                  <a:lnTo>
                    <a:pt x="1769702" y="2333175"/>
                  </a:lnTo>
                  <a:lnTo>
                    <a:pt x="1770517" y="2540699"/>
                  </a:lnTo>
                  <a:lnTo>
                    <a:pt x="1771331" y="2756144"/>
                  </a:lnTo>
                  <a:lnTo>
                    <a:pt x="1772146" y="2840570"/>
                  </a:lnTo>
                  <a:lnTo>
                    <a:pt x="1772961" y="2806146"/>
                  </a:lnTo>
                  <a:lnTo>
                    <a:pt x="1773776" y="2789104"/>
                  </a:lnTo>
                  <a:lnTo>
                    <a:pt x="1774590" y="2722059"/>
                  </a:lnTo>
                  <a:lnTo>
                    <a:pt x="1775405" y="2643789"/>
                  </a:lnTo>
                  <a:lnTo>
                    <a:pt x="1776220" y="2646895"/>
                  </a:lnTo>
                  <a:lnTo>
                    <a:pt x="1777035" y="2707183"/>
                  </a:lnTo>
                  <a:lnTo>
                    <a:pt x="1777850" y="2656165"/>
                  </a:lnTo>
                  <a:lnTo>
                    <a:pt x="1778664" y="2481568"/>
                  </a:lnTo>
                  <a:lnTo>
                    <a:pt x="1779479" y="2429393"/>
                  </a:lnTo>
                  <a:lnTo>
                    <a:pt x="1780294" y="2382916"/>
                  </a:lnTo>
                  <a:lnTo>
                    <a:pt x="1781109" y="2215938"/>
                  </a:lnTo>
                  <a:lnTo>
                    <a:pt x="1781923" y="2018634"/>
                  </a:lnTo>
                  <a:lnTo>
                    <a:pt x="1782738" y="1971421"/>
                  </a:lnTo>
                  <a:lnTo>
                    <a:pt x="1783553" y="2062916"/>
                  </a:lnTo>
                  <a:lnTo>
                    <a:pt x="1784368" y="2123167"/>
                  </a:lnTo>
                  <a:lnTo>
                    <a:pt x="1785183" y="2243838"/>
                  </a:lnTo>
                  <a:lnTo>
                    <a:pt x="1785997" y="2376682"/>
                  </a:lnTo>
                  <a:lnTo>
                    <a:pt x="1786812" y="2474380"/>
                  </a:lnTo>
                  <a:lnTo>
                    <a:pt x="1787627" y="2512216"/>
                  </a:lnTo>
                  <a:lnTo>
                    <a:pt x="1788442" y="2497273"/>
                  </a:lnTo>
                  <a:lnTo>
                    <a:pt x="1789256" y="2383780"/>
                  </a:lnTo>
                  <a:lnTo>
                    <a:pt x="1790071" y="2264755"/>
                  </a:lnTo>
                  <a:lnTo>
                    <a:pt x="1790886" y="2236047"/>
                  </a:lnTo>
                  <a:lnTo>
                    <a:pt x="1791701" y="2250145"/>
                  </a:lnTo>
                  <a:lnTo>
                    <a:pt x="1792516" y="2326003"/>
                  </a:lnTo>
                  <a:lnTo>
                    <a:pt x="1793330" y="2302583"/>
                  </a:lnTo>
                  <a:lnTo>
                    <a:pt x="1794145" y="2275676"/>
                  </a:lnTo>
                  <a:lnTo>
                    <a:pt x="1794960" y="2262358"/>
                  </a:lnTo>
                  <a:lnTo>
                    <a:pt x="1795775" y="2206033"/>
                  </a:lnTo>
                  <a:lnTo>
                    <a:pt x="1796590" y="2218561"/>
                  </a:lnTo>
                  <a:lnTo>
                    <a:pt x="1797404" y="2248821"/>
                  </a:lnTo>
                  <a:lnTo>
                    <a:pt x="1798219" y="2365602"/>
                  </a:lnTo>
                  <a:lnTo>
                    <a:pt x="1799034" y="2510813"/>
                  </a:lnTo>
                  <a:lnTo>
                    <a:pt x="1799849" y="2637738"/>
                  </a:lnTo>
                  <a:lnTo>
                    <a:pt x="1800663" y="2684986"/>
                  </a:lnTo>
                  <a:lnTo>
                    <a:pt x="1801478" y="2590232"/>
                  </a:lnTo>
                  <a:lnTo>
                    <a:pt x="1802293" y="2384047"/>
                  </a:lnTo>
                  <a:lnTo>
                    <a:pt x="1803108" y="2225436"/>
                  </a:lnTo>
                  <a:lnTo>
                    <a:pt x="1803923" y="2173411"/>
                  </a:lnTo>
                  <a:lnTo>
                    <a:pt x="1804737" y="2155657"/>
                  </a:lnTo>
                  <a:lnTo>
                    <a:pt x="1805552" y="2251563"/>
                  </a:lnTo>
                  <a:lnTo>
                    <a:pt x="1806367" y="2383048"/>
                  </a:lnTo>
                  <a:lnTo>
                    <a:pt x="1807182" y="2481120"/>
                  </a:lnTo>
                  <a:lnTo>
                    <a:pt x="1807996" y="2501636"/>
                  </a:lnTo>
                  <a:lnTo>
                    <a:pt x="1808811" y="2438914"/>
                  </a:lnTo>
                  <a:lnTo>
                    <a:pt x="1809626" y="2462494"/>
                  </a:lnTo>
                  <a:lnTo>
                    <a:pt x="1810441" y="2500066"/>
                  </a:lnTo>
                  <a:lnTo>
                    <a:pt x="1811256" y="2510434"/>
                  </a:lnTo>
                  <a:lnTo>
                    <a:pt x="1812070" y="2569496"/>
                  </a:lnTo>
                  <a:lnTo>
                    <a:pt x="1812885" y="2565114"/>
                  </a:lnTo>
                  <a:lnTo>
                    <a:pt x="1813700" y="2545341"/>
                  </a:lnTo>
                  <a:lnTo>
                    <a:pt x="1814515" y="2421399"/>
                  </a:lnTo>
                  <a:lnTo>
                    <a:pt x="1815329" y="2271661"/>
                  </a:lnTo>
                  <a:lnTo>
                    <a:pt x="1816144" y="2093732"/>
                  </a:lnTo>
                  <a:lnTo>
                    <a:pt x="1816959" y="1948757"/>
                  </a:lnTo>
                  <a:lnTo>
                    <a:pt x="1817774" y="1912592"/>
                  </a:lnTo>
                  <a:lnTo>
                    <a:pt x="1818589" y="1943937"/>
                  </a:lnTo>
                  <a:lnTo>
                    <a:pt x="1819403" y="1944374"/>
                  </a:lnTo>
                  <a:lnTo>
                    <a:pt x="1820218" y="1920621"/>
                  </a:lnTo>
                  <a:lnTo>
                    <a:pt x="1821033" y="1974298"/>
                  </a:lnTo>
                  <a:lnTo>
                    <a:pt x="1821848" y="2009637"/>
                  </a:lnTo>
                  <a:lnTo>
                    <a:pt x="1822662" y="2089555"/>
                  </a:lnTo>
                  <a:lnTo>
                    <a:pt x="1823477" y="2138405"/>
                  </a:lnTo>
                  <a:lnTo>
                    <a:pt x="1824292" y="2208743"/>
                  </a:lnTo>
                  <a:lnTo>
                    <a:pt x="1825107" y="2378841"/>
                  </a:lnTo>
                  <a:lnTo>
                    <a:pt x="1825922" y="2521355"/>
                  </a:lnTo>
                  <a:lnTo>
                    <a:pt x="1826736" y="2658429"/>
                  </a:lnTo>
                  <a:lnTo>
                    <a:pt x="1827551" y="2761984"/>
                  </a:lnTo>
                  <a:lnTo>
                    <a:pt x="1828366" y="2737540"/>
                  </a:lnTo>
                  <a:lnTo>
                    <a:pt x="1829181" y="2603431"/>
                  </a:lnTo>
                  <a:lnTo>
                    <a:pt x="1829995" y="2437290"/>
                  </a:lnTo>
                  <a:lnTo>
                    <a:pt x="1830810" y="2389249"/>
                  </a:lnTo>
                  <a:lnTo>
                    <a:pt x="1831625" y="2352006"/>
                  </a:lnTo>
                  <a:lnTo>
                    <a:pt x="1832440" y="2247786"/>
                  </a:lnTo>
                  <a:lnTo>
                    <a:pt x="1833255" y="2319098"/>
                  </a:lnTo>
                  <a:lnTo>
                    <a:pt x="1834069" y="2524166"/>
                  </a:lnTo>
                  <a:lnTo>
                    <a:pt x="1834884" y="2597488"/>
                  </a:lnTo>
                  <a:lnTo>
                    <a:pt x="1835699" y="2343251"/>
                  </a:lnTo>
                  <a:lnTo>
                    <a:pt x="1836514" y="2065454"/>
                  </a:lnTo>
                  <a:lnTo>
                    <a:pt x="1837329" y="1898083"/>
                  </a:lnTo>
                  <a:lnTo>
                    <a:pt x="1838143" y="1597341"/>
                  </a:lnTo>
                  <a:lnTo>
                    <a:pt x="1838958" y="1144480"/>
                  </a:lnTo>
                  <a:lnTo>
                    <a:pt x="1839773" y="788815"/>
                  </a:lnTo>
                  <a:lnTo>
                    <a:pt x="1840588" y="703083"/>
                  </a:lnTo>
                  <a:lnTo>
                    <a:pt x="1841402" y="687985"/>
                  </a:lnTo>
                  <a:lnTo>
                    <a:pt x="1842217" y="767093"/>
                  </a:lnTo>
                  <a:lnTo>
                    <a:pt x="1843032" y="1008011"/>
                  </a:lnTo>
                  <a:lnTo>
                    <a:pt x="1843847" y="1392013"/>
                  </a:lnTo>
                  <a:lnTo>
                    <a:pt x="1844662" y="1707479"/>
                  </a:lnTo>
                  <a:lnTo>
                    <a:pt x="1845476" y="1888994"/>
                  </a:lnTo>
                  <a:lnTo>
                    <a:pt x="1846291" y="1932190"/>
                  </a:lnTo>
                  <a:lnTo>
                    <a:pt x="1847106" y="1992484"/>
                  </a:lnTo>
                  <a:lnTo>
                    <a:pt x="1847921" y="1982332"/>
                  </a:lnTo>
                  <a:lnTo>
                    <a:pt x="1848735" y="1855875"/>
                  </a:lnTo>
                  <a:lnTo>
                    <a:pt x="1849550" y="1835893"/>
                  </a:lnTo>
                  <a:lnTo>
                    <a:pt x="1850365" y="1998135"/>
                  </a:lnTo>
                  <a:lnTo>
                    <a:pt x="1851180" y="2239915"/>
                  </a:lnTo>
                  <a:lnTo>
                    <a:pt x="1851995" y="2250935"/>
                  </a:lnTo>
                  <a:lnTo>
                    <a:pt x="1852809" y="2053591"/>
                  </a:lnTo>
                  <a:lnTo>
                    <a:pt x="1853624" y="1910408"/>
                  </a:lnTo>
                  <a:lnTo>
                    <a:pt x="1854439" y="1831441"/>
                  </a:lnTo>
                  <a:lnTo>
                    <a:pt x="1855254" y="1728709"/>
                  </a:lnTo>
                  <a:lnTo>
                    <a:pt x="1856068" y="1627832"/>
                  </a:lnTo>
                  <a:lnTo>
                    <a:pt x="1856883" y="1578376"/>
                  </a:lnTo>
                  <a:lnTo>
                    <a:pt x="1857698" y="1684906"/>
                  </a:lnTo>
                  <a:lnTo>
                    <a:pt x="1858513" y="1827171"/>
                  </a:lnTo>
                  <a:lnTo>
                    <a:pt x="1859328" y="1954866"/>
                  </a:lnTo>
                  <a:lnTo>
                    <a:pt x="1860142" y="2076911"/>
                  </a:lnTo>
                  <a:lnTo>
                    <a:pt x="1860957" y="1971103"/>
                  </a:lnTo>
                  <a:lnTo>
                    <a:pt x="1861772" y="1805589"/>
                  </a:lnTo>
                  <a:lnTo>
                    <a:pt x="1862587" y="1670281"/>
                  </a:lnTo>
                  <a:lnTo>
                    <a:pt x="1863401" y="1492349"/>
                  </a:lnTo>
                  <a:lnTo>
                    <a:pt x="1864216" y="1259055"/>
                  </a:lnTo>
                  <a:lnTo>
                    <a:pt x="1865031" y="954854"/>
                  </a:lnTo>
                  <a:lnTo>
                    <a:pt x="1865846" y="886365"/>
                  </a:lnTo>
                  <a:lnTo>
                    <a:pt x="1866661" y="935440"/>
                  </a:lnTo>
                  <a:lnTo>
                    <a:pt x="1867475" y="940671"/>
                  </a:lnTo>
                  <a:lnTo>
                    <a:pt x="1868290" y="944559"/>
                  </a:lnTo>
                  <a:lnTo>
                    <a:pt x="1869105" y="860499"/>
                  </a:lnTo>
                  <a:lnTo>
                    <a:pt x="1869920" y="768639"/>
                  </a:lnTo>
                  <a:lnTo>
                    <a:pt x="1870734" y="679361"/>
                  </a:lnTo>
                  <a:lnTo>
                    <a:pt x="1871549" y="568138"/>
                  </a:lnTo>
                  <a:lnTo>
                    <a:pt x="1872364" y="561042"/>
                  </a:lnTo>
                  <a:lnTo>
                    <a:pt x="1873179" y="620668"/>
                  </a:lnTo>
                  <a:lnTo>
                    <a:pt x="1873994" y="731010"/>
                  </a:lnTo>
                  <a:lnTo>
                    <a:pt x="1874808" y="739071"/>
                  </a:lnTo>
                  <a:lnTo>
                    <a:pt x="1875623" y="695596"/>
                  </a:lnTo>
                  <a:lnTo>
                    <a:pt x="1876438" y="635772"/>
                  </a:lnTo>
                  <a:lnTo>
                    <a:pt x="1877253" y="567720"/>
                  </a:lnTo>
                  <a:lnTo>
                    <a:pt x="1878068" y="481690"/>
                  </a:lnTo>
                  <a:lnTo>
                    <a:pt x="1878882" y="302896"/>
                  </a:lnTo>
                  <a:lnTo>
                    <a:pt x="1879697" y="229619"/>
                  </a:lnTo>
                  <a:lnTo>
                    <a:pt x="1880512" y="223848"/>
                  </a:lnTo>
                  <a:lnTo>
                    <a:pt x="1881327" y="184594"/>
                  </a:lnTo>
                  <a:lnTo>
                    <a:pt x="1882141" y="103784"/>
                  </a:lnTo>
                  <a:lnTo>
                    <a:pt x="1882956" y="49335"/>
                  </a:lnTo>
                  <a:lnTo>
                    <a:pt x="1883771" y="131894"/>
                  </a:lnTo>
                  <a:lnTo>
                    <a:pt x="1884586" y="478384"/>
                  </a:lnTo>
                  <a:lnTo>
                    <a:pt x="1885401" y="969757"/>
                  </a:lnTo>
                  <a:lnTo>
                    <a:pt x="1886215" y="1365379"/>
                  </a:lnTo>
                  <a:lnTo>
                    <a:pt x="1887030" y="1694019"/>
                  </a:lnTo>
                  <a:lnTo>
                    <a:pt x="1887845" y="1879838"/>
                  </a:lnTo>
                  <a:lnTo>
                    <a:pt x="1888660" y="1944572"/>
                  </a:lnTo>
                  <a:lnTo>
                    <a:pt x="1889474" y="1733891"/>
                  </a:lnTo>
                  <a:lnTo>
                    <a:pt x="1890289" y="1405079"/>
                  </a:lnTo>
                  <a:lnTo>
                    <a:pt x="1891104" y="1281921"/>
                  </a:lnTo>
                  <a:lnTo>
                    <a:pt x="1891919" y="1340204"/>
                  </a:lnTo>
                  <a:lnTo>
                    <a:pt x="1892734" y="1417315"/>
                  </a:lnTo>
                  <a:lnTo>
                    <a:pt x="1893548" y="1430250"/>
                  </a:lnTo>
                  <a:lnTo>
                    <a:pt x="1894363" y="1453401"/>
                  </a:lnTo>
                  <a:lnTo>
                    <a:pt x="1895178" y="1453289"/>
                  </a:lnTo>
                  <a:lnTo>
                    <a:pt x="1895993" y="1432336"/>
                  </a:lnTo>
                  <a:lnTo>
                    <a:pt x="1896807" y="1273767"/>
                  </a:lnTo>
                  <a:lnTo>
                    <a:pt x="1897622" y="1177693"/>
                  </a:lnTo>
                  <a:lnTo>
                    <a:pt x="1898437" y="1198745"/>
                  </a:lnTo>
                  <a:lnTo>
                    <a:pt x="1899252" y="1178037"/>
                  </a:lnTo>
                  <a:lnTo>
                    <a:pt x="1900067" y="1133904"/>
                  </a:lnTo>
                  <a:lnTo>
                    <a:pt x="1900881" y="1166677"/>
                  </a:lnTo>
                  <a:lnTo>
                    <a:pt x="1901696" y="1419962"/>
                  </a:lnTo>
                  <a:lnTo>
                    <a:pt x="1902511" y="1638613"/>
                  </a:lnTo>
                  <a:lnTo>
                    <a:pt x="1903326" y="1819863"/>
                  </a:lnTo>
                  <a:lnTo>
                    <a:pt x="1904140" y="2052397"/>
                  </a:lnTo>
                  <a:lnTo>
                    <a:pt x="1904955" y="2290477"/>
                  </a:lnTo>
                  <a:lnTo>
                    <a:pt x="1905770" y="2372570"/>
                  </a:lnTo>
                  <a:lnTo>
                    <a:pt x="1906585" y="2303855"/>
                  </a:lnTo>
                  <a:lnTo>
                    <a:pt x="1907400" y="2352127"/>
                  </a:lnTo>
                  <a:lnTo>
                    <a:pt x="1908214" y="2416985"/>
                  </a:lnTo>
                  <a:lnTo>
                    <a:pt x="1909029" y="2564037"/>
                  </a:lnTo>
                  <a:lnTo>
                    <a:pt x="1909844" y="2695093"/>
                  </a:lnTo>
                  <a:lnTo>
                    <a:pt x="1910659" y="2782599"/>
                  </a:lnTo>
                  <a:lnTo>
                    <a:pt x="1911473" y="2856864"/>
                  </a:lnTo>
                  <a:lnTo>
                    <a:pt x="1912288" y="2885762"/>
                  </a:lnTo>
                  <a:lnTo>
                    <a:pt x="1913103" y="2956561"/>
                  </a:lnTo>
                  <a:lnTo>
                    <a:pt x="1913918" y="2855759"/>
                  </a:lnTo>
                  <a:lnTo>
                    <a:pt x="1914733" y="2643080"/>
                  </a:lnTo>
                  <a:lnTo>
                    <a:pt x="1915547" y="2526033"/>
                  </a:lnTo>
                  <a:lnTo>
                    <a:pt x="1916362" y="2234697"/>
                  </a:lnTo>
                  <a:lnTo>
                    <a:pt x="1917177" y="1896849"/>
                  </a:lnTo>
                  <a:lnTo>
                    <a:pt x="1917992" y="1638526"/>
                  </a:lnTo>
                  <a:lnTo>
                    <a:pt x="1918807" y="1499116"/>
                  </a:lnTo>
                  <a:lnTo>
                    <a:pt x="1919621" y="1524215"/>
                  </a:lnTo>
                  <a:lnTo>
                    <a:pt x="1920436" y="1603753"/>
                  </a:lnTo>
                  <a:lnTo>
                    <a:pt x="1921251" y="1876504"/>
                  </a:lnTo>
                  <a:lnTo>
                    <a:pt x="1922066" y="2143892"/>
                  </a:lnTo>
                  <a:lnTo>
                    <a:pt x="1922880" y="2283742"/>
                  </a:lnTo>
                  <a:lnTo>
                    <a:pt x="1923695" y="2457904"/>
                  </a:lnTo>
                  <a:lnTo>
                    <a:pt x="1924510" y="2503116"/>
                  </a:lnTo>
                  <a:lnTo>
                    <a:pt x="1925325" y="2424134"/>
                  </a:lnTo>
                  <a:lnTo>
                    <a:pt x="1926140" y="2371951"/>
                  </a:lnTo>
                  <a:lnTo>
                    <a:pt x="1926954" y="2383325"/>
                  </a:lnTo>
                  <a:lnTo>
                    <a:pt x="1927769" y="2333218"/>
                  </a:lnTo>
                  <a:lnTo>
                    <a:pt x="1928584" y="2172101"/>
                  </a:lnTo>
                  <a:lnTo>
                    <a:pt x="1929399" y="2136730"/>
                  </a:lnTo>
                  <a:lnTo>
                    <a:pt x="1930213" y="2187573"/>
                  </a:lnTo>
                  <a:lnTo>
                    <a:pt x="1931028" y="2146681"/>
                  </a:lnTo>
                  <a:lnTo>
                    <a:pt x="1931843" y="2062139"/>
                  </a:lnTo>
                  <a:lnTo>
                    <a:pt x="1932658" y="2058304"/>
                  </a:lnTo>
                  <a:lnTo>
                    <a:pt x="1933473" y="2113309"/>
                  </a:lnTo>
                  <a:lnTo>
                    <a:pt x="1934287" y="2179771"/>
                  </a:lnTo>
                  <a:lnTo>
                    <a:pt x="1935102" y="2180394"/>
                  </a:lnTo>
                  <a:lnTo>
                    <a:pt x="1935917" y="2157149"/>
                  </a:lnTo>
                  <a:lnTo>
                    <a:pt x="1936732" y="2053340"/>
                  </a:lnTo>
                  <a:lnTo>
                    <a:pt x="1937546" y="2079462"/>
                  </a:lnTo>
                  <a:lnTo>
                    <a:pt x="1938361" y="2173388"/>
                  </a:lnTo>
                  <a:lnTo>
                    <a:pt x="1939176" y="2204774"/>
                  </a:lnTo>
                  <a:lnTo>
                    <a:pt x="1939991" y="2288391"/>
                  </a:lnTo>
                  <a:lnTo>
                    <a:pt x="1940806" y="2384313"/>
                  </a:lnTo>
                  <a:lnTo>
                    <a:pt x="1941620" y="2559279"/>
                  </a:lnTo>
                  <a:lnTo>
                    <a:pt x="1942435" y="2706092"/>
                  </a:lnTo>
                  <a:lnTo>
                    <a:pt x="1943250" y="2802871"/>
                  </a:lnTo>
                  <a:lnTo>
                    <a:pt x="1944065" y="2929048"/>
                  </a:lnTo>
                  <a:lnTo>
                    <a:pt x="1944879" y="2972597"/>
                  </a:lnTo>
                  <a:lnTo>
                    <a:pt x="1945694" y="3010761"/>
                  </a:lnTo>
                  <a:lnTo>
                    <a:pt x="1946509" y="3044275"/>
                  </a:lnTo>
                  <a:lnTo>
                    <a:pt x="1947324" y="2993678"/>
                  </a:lnTo>
                  <a:lnTo>
                    <a:pt x="1948139" y="2928275"/>
                  </a:lnTo>
                  <a:lnTo>
                    <a:pt x="1948953" y="2862105"/>
                  </a:lnTo>
                  <a:lnTo>
                    <a:pt x="1949768" y="2860339"/>
                  </a:lnTo>
                  <a:lnTo>
                    <a:pt x="1950583" y="2884385"/>
                  </a:lnTo>
                  <a:lnTo>
                    <a:pt x="1951398" y="2921562"/>
                  </a:lnTo>
                  <a:lnTo>
                    <a:pt x="1952213" y="2946555"/>
                  </a:lnTo>
                  <a:lnTo>
                    <a:pt x="1953027" y="2957940"/>
                  </a:lnTo>
                  <a:lnTo>
                    <a:pt x="1953842" y="2913612"/>
                  </a:lnTo>
                  <a:lnTo>
                    <a:pt x="1954657" y="2889357"/>
                  </a:lnTo>
                  <a:lnTo>
                    <a:pt x="1955472" y="2919875"/>
                  </a:lnTo>
                  <a:lnTo>
                    <a:pt x="1956286" y="2911880"/>
                  </a:lnTo>
                  <a:lnTo>
                    <a:pt x="1957101" y="2929057"/>
                  </a:lnTo>
                  <a:lnTo>
                    <a:pt x="1957916" y="2944852"/>
                  </a:lnTo>
                  <a:lnTo>
                    <a:pt x="1958731" y="2990571"/>
                  </a:lnTo>
                  <a:lnTo>
                    <a:pt x="1959546" y="2884624"/>
                  </a:lnTo>
                  <a:lnTo>
                    <a:pt x="1960360" y="2736827"/>
                  </a:lnTo>
                  <a:lnTo>
                    <a:pt x="1961175" y="2658669"/>
                  </a:lnTo>
                  <a:lnTo>
                    <a:pt x="1961990" y="2597368"/>
                  </a:lnTo>
                  <a:lnTo>
                    <a:pt x="1962805" y="2520035"/>
                  </a:lnTo>
                  <a:lnTo>
                    <a:pt x="1963619" y="2439590"/>
                  </a:lnTo>
                  <a:lnTo>
                    <a:pt x="1964434" y="2507555"/>
                  </a:lnTo>
                  <a:lnTo>
                    <a:pt x="1965249" y="2544111"/>
                  </a:lnTo>
                  <a:lnTo>
                    <a:pt x="1966064" y="2549988"/>
                  </a:lnTo>
                  <a:lnTo>
                    <a:pt x="1966879" y="2495606"/>
                  </a:lnTo>
                  <a:lnTo>
                    <a:pt x="1967693" y="2495318"/>
                  </a:lnTo>
                  <a:lnTo>
                    <a:pt x="1968508" y="2557532"/>
                  </a:lnTo>
                  <a:lnTo>
                    <a:pt x="1969323" y="2619766"/>
                  </a:lnTo>
                  <a:lnTo>
                    <a:pt x="1970138" y="2698514"/>
                  </a:lnTo>
                  <a:lnTo>
                    <a:pt x="1970952" y="2780572"/>
                  </a:lnTo>
                  <a:lnTo>
                    <a:pt x="1971767" y="2861880"/>
                  </a:lnTo>
                  <a:lnTo>
                    <a:pt x="1972582" y="2833149"/>
                  </a:lnTo>
                  <a:lnTo>
                    <a:pt x="1973397" y="2765863"/>
                  </a:lnTo>
                  <a:lnTo>
                    <a:pt x="1974212" y="2746904"/>
                  </a:lnTo>
                  <a:lnTo>
                    <a:pt x="1975026" y="2746906"/>
                  </a:lnTo>
                  <a:lnTo>
                    <a:pt x="1975841" y="2726975"/>
                  </a:lnTo>
                  <a:lnTo>
                    <a:pt x="1976656" y="2720271"/>
                  </a:lnTo>
                  <a:lnTo>
                    <a:pt x="1977471" y="2830326"/>
                  </a:lnTo>
                  <a:lnTo>
                    <a:pt x="1978285" y="2911259"/>
                  </a:lnTo>
                  <a:lnTo>
                    <a:pt x="1979100" y="2867320"/>
                  </a:lnTo>
                  <a:lnTo>
                    <a:pt x="1979915" y="2817787"/>
                  </a:lnTo>
                  <a:lnTo>
                    <a:pt x="1980730" y="2800290"/>
                  </a:lnTo>
                  <a:lnTo>
                    <a:pt x="1981545" y="2848774"/>
                  </a:lnTo>
                  <a:lnTo>
                    <a:pt x="1982359" y="2873894"/>
                  </a:lnTo>
                  <a:lnTo>
                    <a:pt x="1983174" y="2907363"/>
                  </a:lnTo>
                  <a:lnTo>
                    <a:pt x="1983989" y="2970261"/>
                  </a:lnTo>
                  <a:lnTo>
                    <a:pt x="1984804" y="3036561"/>
                  </a:lnTo>
                  <a:lnTo>
                    <a:pt x="1985618" y="3109880"/>
                  </a:lnTo>
                  <a:lnTo>
                    <a:pt x="1986433" y="3116713"/>
                  </a:lnTo>
                  <a:lnTo>
                    <a:pt x="1987248" y="3116714"/>
                  </a:lnTo>
                  <a:lnTo>
                    <a:pt x="1988063" y="3116716"/>
                  </a:lnTo>
                  <a:lnTo>
                    <a:pt x="1988878" y="3107160"/>
                  </a:lnTo>
                  <a:lnTo>
                    <a:pt x="1989692" y="3042439"/>
                  </a:lnTo>
                  <a:lnTo>
                    <a:pt x="1990507" y="2976074"/>
                  </a:lnTo>
                  <a:lnTo>
                    <a:pt x="1991322" y="2954682"/>
                  </a:lnTo>
                  <a:lnTo>
                    <a:pt x="1992137" y="2895779"/>
                  </a:lnTo>
                  <a:lnTo>
                    <a:pt x="1992952" y="2897863"/>
                  </a:lnTo>
                  <a:lnTo>
                    <a:pt x="1993766" y="2937535"/>
                  </a:lnTo>
                  <a:lnTo>
                    <a:pt x="1994581" y="2953134"/>
                  </a:lnTo>
                  <a:lnTo>
                    <a:pt x="1995396" y="2972547"/>
                  </a:lnTo>
                  <a:lnTo>
                    <a:pt x="1996211" y="2988128"/>
                  </a:lnTo>
                  <a:lnTo>
                    <a:pt x="1997025" y="3020086"/>
                  </a:lnTo>
                  <a:lnTo>
                    <a:pt x="1997840" y="2991040"/>
                  </a:lnTo>
                  <a:lnTo>
                    <a:pt x="1998655" y="2946329"/>
                  </a:lnTo>
                  <a:lnTo>
                    <a:pt x="1999470" y="2958246"/>
                  </a:lnTo>
                  <a:lnTo>
                    <a:pt x="2000285" y="2901303"/>
                  </a:lnTo>
                  <a:lnTo>
                    <a:pt x="2001099" y="2806614"/>
                  </a:lnTo>
                  <a:lnTo>
                    <a:pt x="2001914" y="2723323"/>
                  </a:lnTo>
                  <a:lnTo>
                    <a:pt x="2002729" y="2655023"/>
                  </a:lnTo>
                  <a:lnTo>
                    <a:pt x="2003544" y="2518832"/>
                  </a:lnTo>
                  <a:lnTo>
                    <a:pt x="2004358" y="2401036"/>
                  </a:lnTo>
                  <a:lnTo>
                    <a:pt x="2005173" y="2444538"/>
                  </a:lnTo>
                  <a:lnTo>
                    <a:pt x="2005988" y="2575122"/>
                  </a:lnTo>
                  <a:lnTo>
                    <a:pt x="2006803" y="2725588"/>
                  </a:lnTo>
                  <a:lnTo>
                    <a:pt x="2007618" y="2854786"/>
                  </a:lnTo>
                  <a:lnTo>
                    <a:pt x="2008432" y="2982399"/>
                  </a:lnTo>
                  <a:lnTo>
                    <a:pt x="2009247" y="3074526"/>
                  </a:lnTo>
                  <a:lnTo>
                    <a:pt x="2010062" y="3112316"/>
                  </a:lnTo>
                  <a:lnTo>
                    <a:pt x="2010877" y="3096381"/>
                  </a:lnTo>
                  <a:lnTo>
                    <a:pt x="2011691" y="3028105"/>
                  </a:lnTo>
                  <a:lnTo>
                    <a:pt x="2012506" y="2926204"/>
                  </a:lnTo>
                  <a:lnTo>
                    <a:pt x="2013321" y="2853842"/>
                  </a:lnTo>
                  <a:lnTo>
                    <a:pt x="2014136" y="2797737"/>
                  </a:lnTo>
                  <a:lnTo>
                    <a:pt x="2014951" y="2686939"/>
                  </a:lnTo>
                  <a:lnTo>
                    <a:pt x="2015765" y="2637122"/>
                  </a:lnTo>
                  <a:lnTo>
                    <a:pt x="2016580" y="2665166"/>
                  </a:lnTo>
                  <a:lnTo>
                    <a:pt x="2017395" y="2660529"/>
                  </a:lnTo>
                  <a:lnTo>
                    <a:pt x="2018210" y="2597422"/>
                  </a:lnTo>
                  <a:lnTo>
                    <a:pt x="2019024" y="2495642"/>
                  </a:lnTo>
                  <a:lnTo>
                    <a:pt x="2019839" y="2428684"/>
                  </a:lnTo>
                  <a:lnTo>
                    <a:pt x="2020654" y="2336680"/>
                  </a:lnTo>
                  <a:lnTo>
                    <a:pt x="2021469" y="2208759"/>
                  </a:lnTo>
                  <a:lnTo>
                    <a:pt x="2022284" y="2109721"/>
                  </a:lnTo>
                  <a:lnTo>
                    <a:pt x="2023098" y="2140105"/>
                  </a:lnTo>
                  <a:lnTo>
                    <a:pt x="2023913" y="2331442"/>
                  </a:lnTo>
                  <a:lnTo>
                    <a:pt x="2024728" y="2456121"/>
                  </a:lnTo>
                  <a:lnTo>
                    <a:pt x="2025543" y="2507731"/>
                  </a:lnTo>
                  <a:lnTo>
                    <a:pt x="2026357" y="2586138"/>
                  </a:lnTo>
                  <a:lnTo>
                    <a:pt x="2027172" y="2738535"/>
                  </a:lnTo>
                  <a:lnTo>
                    <a:pt x="2027987" y="2859127"/>
                  </a:lnTo>
                  <a:lnTo>
                    <a:pt x="2028802" y="2813210"/>
                  </a:lnTo>
                  <a:lnTo>
                    <a:pt x="2029617" y="2770330"/>
                  </a:lnTo>
                  <a:lnTo>
                    <a:pt x="2030431" y="2754535"/>
                  </a:lnTo>
                  <a:lnTo>
                    <a:pt x="2031246" y="2723152"/>
                  </a:lnTo>
                  <a:lnTo>
                    <a:pt x="2032061" y="2623995"/>
                  </a:lnTo>
                  <a:lnTo>
                    <a:pt x="2032876" y="2468528"/>
                  </a:lnTo>
                  <a:lnTo>
                    <a:pt x="2033691" y="2424927"/>
                  </a:lnTo>
                  <a:lnTo>
                    <a:pt x="2034505" y="2467163"/>
                  </a:lnTo>
                  <a:lnTo>
                    <a:pt x="2035320" y="2441042"/>
                  </a:lnTo>
                  <a:lnTo>
                    <a:pt x="2036135" y="2362892"/>
                  </a:lnTo>
                  <a:lnTo>
                    <a:pt x="2036950" y="2358186"/>
                  </a:lnTo>
                  <a:lnTo>
                    <a:pt x="2037764" y="2478305"/>
                  </a:lnTo>
                  <a:lnTo>
                    <a:pt x="2038579" y="2568637"/>
                  </a:lnTo>
                  <a:lnTo>
                    <a:pt x="2039394" y="2506513"/>
                  </a:lnTo>
                  <a:lnTo>
                    <a:pt x="2040209" y="2444439"/>
                  </a:lnTo>
                  <a:lnTo>
                    <a:pt x="2041024" y="2419302"/>
                  </a:lnTo>
                  <a:lnTo>
                    <a:pt x="2041838" y="2304754"/>
                  </a:lnTo>
                  <a:lnTo>
                    <a:pt x="2042653" y="2060147"/>
                  </a:lnTo>
                  <a:lnTo>
                    <a:pt x="2043468" y="1837056"/>
                  </a:lnTo>
                  <a:lnTo>
                    <a:pt x="2044283" y="1752677"/>
                  </a:lnTo>
                  <a:lnTo>
                    <a:pt x="2045097" y="1773854"/>
                  </a:lnTo>
                  <a:lnTo>
                    <a:pt x="2045912" y="1800681"/>
                  </a:lnTo>
                  <a:lnTo>
                    <a:pt x="2046727" y="1860864"/>
                  </a:lnTo>
                  <a:lnTo>
                    <a:pt x="2047542" y="2061788"/>
                  </a:lnTo>
                  <a:lnTo>
                    <a:pt x="2048357" y="2123563"/>
                  </a:lnTo>
                  <a:lnTo>
                    <a:pt x="2049171" y="2017105"/>
                  </a:lnTo>
                  <a:lnTo>
                    <a:pt x="2049986" y="2000977"/>
                  </a:lnTo>
                  <a:lnTo>
                    <a:pt x="2050801" y="2034997"/>
                  </a:lnTo>
                  <a:lnTo>
                    <a:pt x="2051616" y="2082224"/>
                  </a:lnTo>
                  <a:lnTo>
                    <a:pt x="2052430" y="2118899"/>
                  </a:lnTo>
                  <a:lnTo>
                    <a:pt x="2053245" y="2249847"/>
                  </a:lnTo>
                  <a:lnTo>
                    <a:pt x="2054060" y="2455831"/>
                  </a:lnTo>
                  <a:lnTo>
                    <a:pt x="2054875" y="2588037"/>
                  </a:lnTo>
                  <a:lnTo>
                    <a:pt x="2055690" y="2689486"/>
                  </a:lnTo>
                  <a:lnTo>
                    <a:pt x="2056504" y="2762430"/>
                  </a:lnTo>
                  <a:lnTo>
                    <a:pt x="2057319" y="2728889"/>
                  </a:lnTo>
                  <a:lnTo>
                    <a:pt x="2058134" y="2787169"/>
                  </a:lnTo>
                  <a:lnTo>
                    <a:pt x="2058949" y="2805028"/>
                  </a:lnTo>
                  <a:lnTo>
                    <a:pt x="2059763" y="2711928"/>
                  </a:lnTo>
                  <a:lnTo>
                    <a:pt x="2060578" y="2748640"/>
                  </a:lnTo>
                  <a:lnTo>
                    <a:pt x="2061393" y="2824640"/>
                  </a:lnTo>
                  <a:lnTo>
                    <a:pt x="2062208" y="2836958"/>
                  </a:lnTo>
                  <a:lnTo>
                    <a:pt x="2063023" y="2690890"/>
                  </a:lnTo>
                  <a:lnTo>
                    <a:pt x="2063837" y="2563231"/>
                  </a:lnTo>
                  <a:lnTo>
                    <a:pt x="2064652" y="2500317"/>
                  </a:lnTo>
                  <a:lnTo>
                    <a:pt x="2065467" y="2314378"/>
                  </a:lnTo>
                  <a:lnTo>
                    <a:pt x="2066282" y="2161180"/>
                  </a:lnTo>
                  <a:lnTo>
                    <a:pt x="2067096" y="2126294"/>
                  </a:lnTo>
                  <a:lnTo>
                    <a:pt x="2067911" y="2179945"/>
                  </a:lnTo>
                  <a:lnTo>
                    <a:pt x="2068726" y="2303841"/>
                  </a:lnTo>
                  <a:lnTo>
                    <a:pt x="2069541" y="2476489"/>
                  </a:lnTo>
                  <a:lnTo>
                    <a:pt x="2070356" y="2601715"/>
                  </a:lnTo>
                  <a:lnTo>
                    <a:pt x="2071170" y="2667830"/>
                  </a:lnTo>
                  <a:lnTo>
                    <a:pt x="2071985" y="2684098"/>
                  </a:lnTo>
                  <a:lnTo>
                    <a:pt x="2072800" y="2668733"/>
                  </a:lnTo>
                  <a:lnTo>
                    <a:pt x="2073615" y="2603262"/>
                  </a:lnTo>
                  <a:lnTo>
                    <a:pt x="2074430" y="2500975"/>
                  </a:lnTo>
                  <a:lnTo>
                    <a:pt x="2075244" y="2475441"/>
                  </a:lnTo>
                  <a:lnTo>
                    <a:pt x="2076059" y="2476959"/>
                  </a:lnTo>
                  <a:lnTo>
                    <a:pt x="2076874" y="2522160"/>
                  </a:lnTo>
                  <a:lnTo>
                    <a:pt x="2077689" y="2610867"/>
                  </a:lnTo>
                  <a:lnTo>
                    <a:pt x="2078503" y="2683142"/>
                  </a:lnTo>
                  <a:lnTo>
                    <a:pt x="2079318" y="2619445"/>
                  </a:lnTo>
                  <a:lnTo>
                    <a:pt x="2080133" y="2509374"/>
                  </a:lnTo>
                  <a:lnTo>
                    <a:pt x="2080948" y="2419047"/>
                  </a:lnTo>
                  <a:lnTo>
                    <a:pt x="2081763" y="2251374"/>
                  </a:lnTo>
                  <a:lnTo>
                    <a:pt x="2082577" y="2025749"/>
                  </a:lnTo>
                  <a:lnTo>
                    <a:pt x="2083392" y="1942280"/>
                  </a:lnTo>
                  <a:lnTo>
                    <a:pt x="2084207" y="2069432"/>
                  </a:lnTo>
                  <a:lnTo>
                    <a:pt x="2085022" y="2152587"/>
                  </a:lnTo>
                  <a:lnTo>
                    <a:pt x="2085836" y="2143471"/>
                  </a:lnTo>
                  <a:lnTo>
                    <a:pt x="2086651" y="2194340"/>
                  </a:lnTo>
                  <a:lnTo>
                    <a:pt x="2087466" y="2251777"/>
                  </a:lnTo>
                  <a:lnTo>
                    <a:pt x="2088281" y="2167533"/>
                  </a:lnTo>
                  <a:lnTo>
                    <a:pt x="2089096" y="2075976"/>
                  </a:lnTo>
                  <a:lnTo>
                    <a:pt x="2089910" y="2103958"/>
                  </a:lnTo>
                  <a:lnTo>
                    <a:pt x="2090725" y="2099075"/>
                  </a:lnTo>
                  <a:lnTo>
                    <a:pt x="2091540" y="2073208"/>
                  </a:lnTo>
                  <a:lnTo>
                    <a:pt x="2092355" y="2038794"/>
                  </a:lnTo>
                  <a:lnTo>
                    <a:pt x="2093169" y="2058996"/>
                  </a:lnTo>
                  <a:lnTo>
                    <a:pt x="2093984" y="1988496"/>
                  </a:lnTo>
                  <a:lnTo>
                    <a:pt x="2094799" y="1817386"/>
                  </a:lnTo>
                  <a:lnTo>
                    <a:pt x="2095614" y="1717519"/>
                  </a:lnTo>
                  <a:lnTo>
                    <a:pt x="2096429" y="1710585"/>
                  </a:lnTo>
                  <a:lnTo>
                    <a:pt x="2097243" y="1691812"/>
                  </a:lnTo>
                  <a:lnTo>
                    <a:pt x="2098058" y="1616246"/>
                  </a:lnTo>
                  <a:lnTo>
                    <a:pt x="2098873" y="1512971"/>
                  </a:lnTo>
                  <a:lnTo>
                    <a:pt x="2099688" y="1422559"/>
                  </a:lnTo>
                  <a:lnTo>
                    <a:pt x="2100502" y="1311194"/>
                  </a:lnTo>
                  <a:lnTo>
                    <a:pt x="2101317" y="1077735"/>
                  </a:lnTo>
                  <a:lnTo>
                    <a:pt x="2102132" y="927559"/>
                  </a:lnTo>
                  <a:lnTo>
                    <a:pt x="2102947" y="818396"/>
                  </a:lnTo>
                  <a:lnTo>
                    <a:pt x="2103762" y="831387"/>
                  </a:lnTo>
                  <a:lnTo>
                    <a:pt x="2104576" y="939804"/>
                  </a:lnTo>
                  <a:lnTo>
                    <a:pt x="2105391" y="1000740"/>
                  </a:lnTo>
                  <a:lnTo>
                    <a:pt x="2106206" y="1137694"/>
                  </a:lnTo>
                  <a:lnTo>
                    <a:pt x="2107021" y="1283875"/>
                  </a:lnTo>
                  <a:lnTo>
                    <a:pt x="2107835" y="1354236"/>
                  </a:lnTo>
                  <a:lnTo>
                    <a:pt x="2108650" y="1374142"/>
                  </a:lnTo>
                  <a:lnTo>
                    <a:pt x="2109465" y="1412165"/>
                  </a:lnTo>
                  <a:lnTo>
                    <a:pt x="2110280" y="1586145"/>
                  </a:lnTo>
                  <a:lnTo>
                    <a:pt x="2111095" y="1774056"/>
                  </a:lnTo>
                  <a:lnTo>
                    <a:pt x="2111909" y="1793039"/>
                  </a:lnTo>
                  <a:lnTo>
                    <a:pt x="2112724" y="1900334"/>
                  </a:lnTo>
                  <a:lnTo>
                    <a:pt x="2113539" y="1981030"/>
                  </a:lnTo>
                  <a:lnTo>
                    <a:pt x="2114354" y="1926171"/>
                  </a:lnTo>
                  <a:lnTo>
                    <a:pt x="2115169" y="1903601"/>
                  </a:lnTo>
                  <a:lnTo>
                    <a:pt x="2115983" y="1862417"/>
                  </a:lnTo>
                  <a:lnTo>
                    <a:pt x="2116798" y="1899579"/>
                  </a:lnTo>
                  <a:lnTo>
                    <a:pt x="2117613" y="1936972"/>
                  </a:lnTo>
                  <a:lnTo>
                    <a:pt x="2118428" y="1900881"/>
                  </a:lnTo>
                  <a:lnTo>
                    <a:pt x="2119242" y="1889517"/>
                  </a:lnTo>
                  <a:lnTo>
                    <a:pt x="2120057" y="1835776"/>
                  </a:lnTo>
                  <a:lnTo>
                    <a:pt x="2120872" y="1839623"/>
                  </a:lnTo>
                  <a:lnTo>
                    <a:pt x="2121687" y="1845411"/>
                  </a:lnTo>
                  <a:lnTo>
                    <a:pt x="2122502" y="1876093"/>
                  </a:lnTo>
                  <a:lnTo>
                    <a:pt x="2123316" y="2023012"/>
                  </a:lnTo>
                  <a:lnTo>
                    <a:pt x="2124131" y="2225466"/>
                  </a:lnTo>
                  <a:lnTo>
                    <a:pt x="2124946" y="2383707"/>
                  </a:lnTo>
                  <a:lnTo>
                    <a:pt x="2125761" y="2411357"/>
                  </a:lnTo>
                  <a:lnTo>
                    <a:pt x="2126575" y="2505533"/>
                  </a:lnTo>
                  <a:lnTo>
                    <a:pt x="2127390" y="2569621"/>
                  </a:lnTo>
                  <a:lnTo>
                    <a:pt x="2128205" y="2510666"/>
                  </a:lnTo>
                  <a:lnTo>
                    <a:pt x="2129020" y="2454052"/>
                  </a:lnTo>
                  <a:lnTo>
                    <a:pt x="2129835" y="2507450"/>
                  </a:lnTo>
                  <a:lnTo>
                    <a:pt x="2130649" y="2610588"/>
                  </a:lnTo>
                  <a:lnTo>
                    <a:pt x="2131464" y="2617240"/>
                  </a:lnTo>
                  <a:lnTo>
                    <a:pt x="2132279" y="2661436"/>
                  </a:lnTo>
                  <a:lnTo>
                    <a:pt x="2133094" y="2813296"/>
                  </a:lnTo>
                  <a:lnTo>
                    <a:pt x="2133908" y="2786664"/>
                  </a:lnTo>
                  <a:lnTo>
                    <a:pt x="2134723" y="2549933"/>
                  </a:lnTo>
                  <a:lnTo>
                    <a:pt x="2135538" y="2295529"/>
                  </a:lnTo>
                  <a:lnTo>
                    <a:pt x="2136353" y="2174332"/>
                  </a:lnTo>
                  <a:lnTo>
                    <a:pt x="2137168" y="2149076"/>
                  </a:lnTo>
                  <a:lnTo>
                    <a:pt x="2137982" y="2089028"/>
                  </a:lnTo>
                  <a:lnTo>
                    <a:pt x="2138797" y="2113455"/>
                  </a:lnTo>
                  <a:lnTo>
                    <a:pt x="2139612" y="2295984"/>
                  </a:lnTo>
                  <a:lnTo>
                    <a:pt x="2140427" y="2361959"/>
                  </a:lnTo>
                  <a:lnTo>
                    <a:pt x="2141241" y="2275434"/>
                  </a:lnTo>
                  <a:lnTo>
                    <a:pt x="2142056" y="2084895"/>
                  </a:lnTo>
                  <a:lnTo>
                    <a:pt x="2142871" y="1962232"/>
                  </a:lnTo>
                  <a:lnTo>
                    <a:pt x="2143686" y="1930680"/>
                  </a:lnTo>
                  <a:lnTo>
                    <a:pt x="2144501" y="1836703"/>
                  </a:lnTo>
                  <a:lnTo>
                    <a:pt x="2145315" y="1884834"/>
                  </a:lnTo>
                  <a:lnTo>
                    <a:pt x="2146130" y="2004655"/>
                  </a:lnTo>
                  <a:lnTo>
                    <a:pt x="2146945" y="2133982"/>
                  </a:lnTo>
                  <a:lnTo>
                    <a:pt x="2147760" y="2296105"/>
                  </a:lnTo>
                  <a:lnTo>
                    <a:pt x="2148574" y="2435686"/>
                  </a:lnTo>
                  <a:lnTo>
                    <a:pt x="2149389" y="2555059"/>
                  </a:lnTo>
                  <a:lnTo>
                    <a:pt x="2150204" y="2636976"/>
                  </a:lnTo>
                  <a:lnTo>
                    <a:pt x="2151019" y="2722845"/>
                  </a:lnTo>
                  <a:lnTo>
                    <a:pt x="2151834" y="2750877"/>
                  </a:lnTo>
                  <a:lnTo>
                    <a:pt x="2152648" y="2768469"/>
                  </a:lnTo>
                  <a:lnTo>
                    <a:pt x="2153463" y="2745704"/>
                  </a:lnTo>
                  <a:lnTo>
                    <a:pt x="2154278" y="2707227"/>
                  </a:lnTo>
                  <a:lnTo>
                    <a:pt x="2155093" y="2692844"/>
                  </a:lnTo>
                  <a:lnTo>
                    <a:pt x="2155908" y="2610830"/>
                  </a:lnTo>
                  <a:lnTo>
                    <a:pt x="2156722" y="2604652"/>
                  </a:lnTo>
                  <a:lnTo>
                    <a:pt x="2157537" y="2540508"/>
                  </a:lnTo>
                  <a:lnTo>
                    <a:pt x="2158352" y="2493029"/>
                  </a:lnTo>
                  <a:lnTo>
                    <a:pt x="2159167" y="2516658"/>
                  </a:lnTo>
                  <a:lnTo>
                    <a:pt x="2159981" y="2517924"/>
                  </a:lnTo>
                  <a:lnTo>
                    <a:pt x="2160796" y="2519695"/>
                  </a:lnTo>
                  <a:lnTo>
                    <a:pt x="2161611" y="2382251"/>
                  </a:lnTo>
                  <a:lnTo>
                    <a:pt x="2162426" y="2143263"/>
                  </a:lnTo>
                  <a:lnTo>
                    <a:pt x="2163241" y="1987181"/>
                  </a:lnTo>
                  <a:lnTo>
                    <a:pt x="2164055" y="1899567"/>
                  </a:lnTo>
                  <a:lnTo>
                    <a:pt x="2164870" y="1780888"/>
                  </a:lnTo>
                  <a:lnTo>
                    <a:pt x="2165685" y="1681442"/>
                  </a:lnTo>
                  <a:lnTo>
                    <a:pt x="2166500" y="1789024"/>
                  </a:lnTo>
                  <a:lnTo>
                    <a:pt x="2167314" y="1915782"/>
                  </a:lnTo>
                  <a:lnTo>
                    <a:pt x="2168129" y="1884559"/>
                  </a:lnTo>
                  <a:lnTo>
                    <a:pt x="2168944" y="1794936"/>
                  </a:lnTo>
                  <a:lnTo>
                    <a:pt x="2169759" y="1866962"/>
                  </a:lnTo>
                  <a:lnTo>
                    <a:pt x="2170574" y="1991763"/>
                  </a:lnTo>
                  <a:lnTo>
                    <a:pt x="2171388" y="2025315"/>
                  </a:lnTo>
                  <a:lnTo>
                    <a:pt x="2172203" y="2103173"/>
                  </a:lnTo>
                  <a:lnTo>
                    <a:pt x="2173018" y="2189107"/>
                  </a:lnTo>
                  <a:lnTo>
                    <a:pt x="2173833" y="2209852"/>
                  </a:lnTo>
                  <a:lnTo>
                    <a:pt x="2174647" y="2139596"/>
                  </a:lnTo>
                  <a:lnTo>
                    <a:pt x="2175462" y="2155944"/>
                  </a:lnTo>
                  <a:lnTo>
                    <a:pt x="2176277" y="2212125"/>
                  </a:lnTo>
                  <a:lnTo>
                    <a:pt x="2177092" y="2219936"/>
                  </a:lnTo>
                  <a:lnTo>
                    <a:pt x="2177907" y="2248630"/>
                  </a:lnTo>
                  <a:lnTo>
                    <a:pt x="2178721" y="2275150"/>
                  </a:lnTo>
                  <a:lnTo>
                    <a:pt x="2179536" y="2388500"/>
                  </a:lnTo>
                  <a:lnTo>
                    <a:pt x="2180351" y="2398372"/>
                  </a:lnTo>
                  <a:lnTo>
                    <a:pt x="2181166" y="2318539"/>
                  </a:lnTo>
                  <a:lnTo>
                    <a:pt x="2181980" y="2239575"/>
                  </a:lnTo>
                  <a:lnTo>
                    <a:pt x="2182795" y="2208539"/>
                  </a:lnTo>
                  <a:lnTo>
                    <a:pt x="2183610" y="2212071"/>
                  </a:lnTo>
                  <a:lnTo>
                    <a:pt x="2184425" y="2138382"/>
                  </a:lnTo>
                  <a:lnTo>
                    <a:pt x="2185240" y="2085453"/>
                  </a:lnTo>
                  <a:lnTo>
                    <a:pt x="2186054" y="2053617"/>
                  </a:lnTo>
                  <a:lnTo>
                    <a:pt x="2186869" y="2036471"/>
                  </a:lnTo>
                  <a:lnTo>
                    <a:pt x="2187684" y="2022870"/>
                  </a:lnTo>
                  <a:lnTo>
                    <a:pt x="2188499" y="2098867"/>
                  </a:lnTo>
                  <a:lnTo>
                    <a:pt x="2189313" y="2092512"/>
                  </a:lnTo>
                  <a:lnTo>
                    <a:pt x="2190128" y="2106352"/>
                  </a:lnTo>
                  <a:lnTo>
                    <a:pt x="2190943" y="2128716"/>
                  </a:lnTo>
                  <a:lnTo>
                    <a:pt x="2191758" y="2199858"/>
                  </a:lnTo>
                  <a:lnTo>
                    <a:pt x="2192573" y="2296151"/>
                  </a:lnTo>
                  <a:lnTo>
                    <a:pt x="2193387" y="2235051"/>
                  </a:lnTo>
                  <a:lnTo>
                    <a:pt x="2194202" y="2182234"/>
                  </a:lnTo>
                  <a:lnTo>
                    <a:pt x="2195017" y="2045382"/>
                  </a:lnTo>
                  <a:lnTo>
                    <a:pt x="2195832" y="1971890"/>
                  </a:lnTo>
                  <a:lnTo>
                    <a:pt x="2196647" y="1862291"/>
                  </a:lnTo>
                  <a:lnTo>
                    <a:pt x="2197461" y="1859071"/>
                  </a:lnTo>
                  <a:lnTo>
                    <a:pt x="2198276" y="2007217"/>
                  </a:lnTo>
                  <a:lnTo>
                    <a:pt x="2199091" y="2130444"/>
                  </a:lnTo>
                  <a:lnTo>
                    <a:pt x="2199906" y="2296677"/>
                  </a:lnTo>
                  <a:lnTo>
                    <a:pt x="2200720" y="2442492"/>
                  </a:lnTo>
                  <a:lnTo>
                    <a:pt x="2201535" y="2623826"/>
                  </a:lnTo>
                  <a:lnTo>
                    <a:pt x="2202350" y="2580075"/>
                  </a:lnTo>
                  <a:lnTo>
                    <a:pt x="2203165" y="2512753"/>
                  </a:lnTo>
                  <a:lnTo>
                    <a:pt x="2203980" y="2526625"/>
                  </a:lnTo>
                  <a:lnTo>
                    <a:pt x="2204794" y="2560907"/>
                  </a:lnTo>
                  <a:lnTo>
                    <a:pt x="2205609" y="2636771"/>
                  </a:lnTo>
                  <a:lnTo>
                    <a:pt x="2206424" y="2666780"/>
                  </a:lnTo>
                  <a:lnTo>
                    <a:pt x="2207239" y="2774253"/>
                  </a:lnTo>
                  <a:lnTo>
                    <a:pt x="2208053" y="2736693"/>
                  </a:lnTo>
                  <a:lnTo>
                    <a:pt x="2208868" y="2653863"/>
                  </a:lnTo>
                  <a:lnTo>
                    <a:pt x="2209683" y="2563414"/>
                  </a:lnTo>
                  <a:lnTo>
                    <a:pt x="2210498" y="2454495"/>
                  </a:lnTo>
                  <a:lnTo>
                    <a:pt x="2211313" y="2465962"/>
                  </a:lnTo>
                  <a:lnTo>
                    <a:pt x="2212127" y="2447701"/>
                  </a:lnTo>
                  <a:lnTo>
                    <a:pt x="2212942" y="2481931"/>
                  </a:lnTo>
                  <a:lnTo>
                    <a:pt x="2213757" y="2608973"/>
                  </a:lnTo>
                  <a:lnTo>
                    <a:pt x="2214572" y="2771158"/>
                  </a:lnTo>
                  <a:lnTo>
                    <a:pt x="2215386" y="2870677"/>
                  </a:lnTo>
                  <a:lnTo>
                    <a:pt x="2216201" y="2883317"/>
                  </a:lnTo>
                  <a:lnTo>
                    <a:pt x="2217016" y="2932346"/>
                  </a:lnTo>
                  <a:lnTo>
                    <a:pt x="2217831" y="2988317"/>
                  </a:lnTo>
                  <a:lnTo>
                    <a:pt x="2218646" y="2923854"/>
                  </a:lnTo>
                  <a:lnTo>
                    <a:pt x="2219460" y="2749270"/>
                  </a:lnTo>
                  <a:lnTo>
                    <a:pt x="2220275" y="2623717"/>
                  </a:lnTo>
                  <a:lnTo>
                    <a:pt x="2221090" y="2510784"/>
                  </a:lnTo>
                  <a:lnTo>
                    <a:pt x="2221905" y="2325060"/>
                  </a:lnTo>
                  <a:lnTo>
                    <a:pt x="2222719" y="2207464"/>
                  </a:lnTo>
                  <a:lnTo>
                    <a:pt x="2223534" y="2213655"/>
                  </a:lnTo>
                  <a:lnTo>
                    <a:pt x="2224349" y="2342616"/>
                  </a:lnTo>
                  <a:lnTo>
                    <a:pt x="2225164" y="2417403"/>
                  </a:lnTo>
                  <a:lnTo>
                    <a:pt x="2225979" y="2512481"/>
                  </a:lnTo>
                  <a:lnTo>
                    <a:pt x="2226793" y="2698207"/>
                  </a:lnTo>
                  <a:lnTo>
                    <a:pt x="2227608" y="2858318"/>
                  </a:lnTo>
                  <a:lnTo>
                    <a:pt x="2228423" y="2951504"/>
                  </a:lnTo>
                  <a:lnTo>
                    <a:pt x="2229238" y="2980782"/>
                  </a:lnTo>
                  <a:lnTo>
                    <a:pt x="2230052" y="3019060"/>
                  </a:lnTo>
                  <a:lnTo>
                    <a:pt x="2230867" y="3005573"/>
                  </a:lnTo>
                  <a:lnTo>
                    <a:pt x="2231682" y="2922069"/>
                  </a:lnTo>
                  <a:lnTo>
                    <a:pt x="2232497" y="2867163"/>
                  </a:lnTo>
                  <a:lnTo>
                    <a:pt x="2233312" y="2841216"/>
                  </a:lnTo>
                  <a:lnTo>
                    <a:pt x="2234126" y="2774488"/>
                  </a:lnTo>
                  <a:lnTo>
                    <a:pt x="2234941" y="2743244"/>
                  </a:lnTo>
                  <a:lnTo>
                    <a:pt x="2235756" y="2712623"/>
                  </a:lnTo>
                  <a:lnTo>
                    <a:pt x="2236571" y="2740463"/>
                  </a:lnTo>
                  <a:lnTo>
                    <a:pt x="2237386" y="2722508"/>
                  </a:lnTo>
                  <a:lnTo>
                    <a:pt x="2238200" y="2715227"/>
                  </a:lnTo>
                  <a:lnTo>
                    <a:pt x="2239015" y="2835276"/>
                  </a:lnTo>
                  <a:lnTo>
                    <a:pt x="2239830" y="2908911"/>
                  </a:lnTo>
                  <a:lnTo>
                    <a:pt x="2240645" y="2956665"/>
                  </a:lnTo>
                  <a:lnTo>
                    <a:pt x="2241459" y="3046364"/>
                  </a:lnTo>
                  <a:lnTo>
                    <a:pt x="2242274" y="3116972"/>
                  </a:lnTo>
                  <a:lnTo>
                    <a:pt x="2243089" y="3116972"/>
                  </a:lnTo>
                  <a:lnTo>
                    <a:pt x="2243904" y="3089704"/>
                  </a:lnTo>
                  <a:lnTo>
                    <a:pt x="2244719" y="3059797"/>
                  </a:lnTo>
                  <a:lnTo>
                    <a:pt x="2245533" y="3074008"/>
                  </a:lnTo>
                  <a:lnTo>
                    <a:pt x="2246348" y="3039978"/>
                  </a:lnTo>
                  <a:lnTo>
                    <a:pt x="2247163" y="2984365"/>
                  </a:lnTo>
                  <a:lnTo>
                    <a:pt x="2247978" y="2906873"/>
                  </a:lnTo>
                  <a:lnTo>
                    <a:pt x="2248792" y="2816247"/>
                  </a:lnTo>
                  <a:lnTo>
                    <a:pt x="2249607" y="2809776"/>
                  </a:lnTo>
                  <a:lnTo>
                    <a:pt x="2250422" y="2809778"/>
                  </a:lnTo>
                  <a:lnTo>
                    <a:pt x="2251237" y="2809780"/>
                  </a:lnTo>
                  <a:lnTo>
                    <a:pt x="2252052" y="2849205"/>
                  </a:lnTo>
                  <a:lnTo>
                    <a:pt x="2252866" y="2953989"/>
                  </a:lnTo>
                  <a:lnTo>
                    <a:pt x="2253681" y="3051773"/>
                  </a:lnTo>
                  <a:lnTo>
                    <a:pt x="2254496" y="3040380"/>
                  </a:lnTo>
                  <a:lnTo>
                    <a:pt x="2255311" y="2980400"/>
                  </a:lnTo>
                  <a:lnTo>
                    <a:pt x="2256125" y="2965458"/>
                  </a:lnTo>
                  <a:lnTo>
                    <a:pt x="2256940" y="2965458"/>
                  </a:lnTo>
                  <a:lnTo>
                    <a:pt x="2257755" y="2965459"/>
                  </a:lnTo>
                  <a:lnTo>
                    <a:pt x="2258570" y="2965459"/>
                  </a:lnTo>
                  <a:lnTo>
                    <a:pt x="2259385" y="2978731"/>
                  </a:lnTo>
                  <a:lnTo>
                    <a:pt x="2260199" y="2973891"/>
                  </a:lnTo>
                  <a:lnTo>
                    <a:pt x="2261014" y="2903753"/>
                  </a:lnTo>
                  <a:lnTo>
                    <a:pt x="2261829" y="2884687"/>
                  </a:lnTo>
                  <a:lnTo>
                    <a:pt x="2262644" y="2884688"/>
                  </a:lnTo>
                  <a:lnTo>
                    <a:pt x="2263458" y="2884689"/>
                  </a:lnTo>
                  <a:lnTo>
                    <a:pt x="2264273" y="2889280"/>
                  </a:lnTo>
                  <a:lnTo>
                    <a:pt x="2265088" y="2903650"/>
                  </a:lnTo>
                  <a:lnTo>
                    <a:pt x="2265903" y="2918771"/>
                  </a:lnTo>
                  <a:lnTo>
                    <a:pt x="2266718" y="2889332"/>
                  </a:lnTo>
                  <a:lnTo>
                    <a:pt x="2267532" y="2877468"/>
                  </a:lnTo>
                  <a:lnTo>
                    <a:pt x="2268347" y="2869158"/>
                  </a:lnTo>
                  <a:lnTo>
                    <a:pt x="2269162" y="2833293"/>
                  </a:lnTo>
                  <a:lnTo>
                    <a:pt x="2269977" y="2871791"/>
                  </a:lnTo>
                  <a:lnTo>
                    <a:pt x="2270792" y="2883972"/>
                  </a:lnTo>
                  <a:lnTo>
                    <a:pt x="2271606" y="2924149"/>
                  </a:lnTo>
                  <a:lnTo>
                    <a:pt x="2272421" y="2933542"/>
                  </a:lnTo>
                  <a:lnTo>
                    <a:pt x="2273236" y="2885437"/>
                  </a:lnTo>
                  <a:lnTo>
                    <a:pt x="2274051" y="2834983"/>
                  </a:lnTo>
                  <a:lnTo>
                    <a:pt x="2274865" y="2807279"/>
                  </a:lnTo>
                  <a:lnTo>
                    <a:pt x="2275680" y="2878155"/>
                  </a:lnTo>
                  <a:lnTo>
                    <a:pt x="2276495" y="2911897"/>
                  </a:lnTo>
                  <a:lnTo>
                    <a:pt x="2277310" y="2926924"/>
                  </a:lnTo>
                  <a:lnTo>
                    <a:pt x="2278125" y="2966324"/>
                  </a:lnTo>
                  <a:lnTo>
                    <a:pt x="2278939" y="2978236"/>
                  </a:lnTo>
                  <a:lnTo>
                    <a:pt x="2279754" y="2891992"/>
                  </a:lnTo>
                  <a:lnTo>
                    <a:pt x="2280569" y="2816911"/>
                  </a:lnTo>
                  <a:lnTo>
                    <a:pt x="2281384" y="2668241"/>
                  </a:lnTo>
                  <a:lnTo>
                    <a:pt x="2282198" y="2490032"/>
                  </a:lnTo>
                  <a:lnTo>
                    <a:pt x="2283013" y="2361004"/>
                  </a:lnTo>
                  <a:lnTo>
                    <a:pt x="2283828" y="2408849"/>
                  </a:lnTo>
                  <a:lnTo>
                    <a:pt x="2284643" y="2531025"/>
                  </a:lnTo>
                  <a:lnTo>
                    <a:pt x="2285458" y="2568848"/>
                  </a:lnTo>
                  <a:lnTo>
                    <a:pt x="2286272" y="2648762"/>
                  </a:lnTo>
                  <a:lnTo>
                    <a:pt x="2287087" y="2774771"/>
                  </a:lnTo>
                  <a:lnTo>
                    <a:pt x="2287902" y="2850668"/>
                  </a:lnTo>
                  <a:lnTo>
                    <a:pt x="2288717" y="2831818"/>
                  </a:lnTo>
                  <a:lnTo>
                    <a:pt x="2289531" y="2815264"/>
                  </a:lnTo>
                  <a:lnTo>
                    <a:pt x="2290346" y="2802798"/>
                  </a:lnTo>
                  <a:lnTo>
                    <a:pt x="2291161" y="2813785"/>
                  </a:lnTo>
                  <a:lnTo>
                    <a:pt x="2291976" y="2824522"/>
                  </a:lnTo>
                  <a:lnTo>
                    <a:pt x="2292791" y="2807249"/>
                  </a:lnTo>
                  <a:lnTo>
                    <a:pt x="2293605" y="2717364"/>
                  </a:lnTo>
                  <a:lnTo>
                    <a:pt x="2294420" y="2672618"/>
                  </a:lnTo>
                  <a:lnTo>
                    <a:pt x="2295235" y="2676591"/>
                  </a:lnTo>
                  <a:lnTo>
                    <a:pt x="2296050" y="2659685"/>
                  </a:lnTo>
                  <a:lnTo>
                    <a:pt x="2296864" y="2661191"/>
                  </a:lnTo>
                  <a:lnTo>
                    <a:pt x="2297679" y="2738222"/>
                  </a:lnTo>
                  <a:lnTo>
                    <a:pt x="2298494" y="2768671"/>
                  </a:lnTo>
                  <a:lnTo>
                    <a:pt x="2299309" y="2731857"/>
                  </a:lnTo>
                  <a:lnTo>
                    <a:pt x="2300124" y="2682876"/>
                  </a:lnTo>
                  <a:lnTo>
                    <a:pt x="2300938" y="2618546"/>
                  </a:lnTo>
                  <a:lnTo>
                    <a:pt x="2301753" y="2559554"/>
                  </a:lnTo>
                  <a:lnTo>
                    <a:pt x="2302568" y="2466066"/>
                  </a:lnTo>
                  <a:lnTo>
                    <a:pt x="2303383" y="2452822"/>
                  </a:lnTo>
                  <a:lnTo>
                    <a:pt x="2304197" y="2389623"/>
                  </a:lnTo>
                  <a:lnTo>
                    <a:pt x="2305012" y="2308234"/>
                  </a:lnTo>
                  <a:lnTo>
                    <a:pt x="2305827" y="2228579"/>
                  </a:lnTo>
                  <a:lnTo>
                    <a:pt x="2306642" y="2128507"/>
                  </a:lnTo>
                  <a:lnTo>
                    <a:pt x="2307457" y="2064812"/>
                  </a:lnTo>
                  <a:lnTo>
                    <a:pt x="2308271" y="1974750"/>
                  </a:lnTo>
                  <a:lnTo>
                    <a:pt x="2309086" y="2048352"/>
                  </a:lnTo>
                  <a:lnTo>
                    <a:pt x="2309901" y="2079274"/>
                  </a:lnTo>
                  <a:lnTo>
                    <a:pt x="2310716" y="2149558"/>
                  </a:lnTo>
                  <a:lnTo>
                    <a:pt x="2311531" y="2216154"/>
                  </a:lnTo>
                  <a:lnTo>
                    <a:pt x="2312345" y="2257874"/>
                  </a:lnTo>
                  <a:lnTo>
                    <a:pt x="2313160" y="2395820"/>
                  </a:lnTo>
                  <a:lnTo>
                    <a:pt x="2313975" y="2429541"/>
                  </a:lnTo>
                  <a:lnTo>
                    <a:pt x="2314790" y="2452482"/>
                  </a:lnTo>
                  <a:lnTo>
                    <a:pt x="2315604" y="2528315"/>
                  </a:lnTo>
                  <a:lnTo>
                    <a:pt x="2316419" y="2601152"/>
                  </a:lnTo>
                  <a:lnTo>
                    <a:pt x="2317234" y="2670493"/>
                  </a:lnTo>
                  <a:lnTo>
                    <a:pt x="2318049" y="2664364"/>
                  </a:lnTo>
                  <a:lnTo>
                    <a:pt x="2318864" y="2604764"/>
                  </a:lnTo>
                  <a:lnTo>
                    <a:pt x="2319678" y="2551589"/>
                  </a:lnTo>
                  <a:lnTo>
                    <a:pt x="2320493" y="2459147"/>
                  </a:lnTo>
                  <a:lnTo>
                    <a:pt x="2321308" y="2435005"/>
                  </a:lnTo>
                  <a:lnTo>
                    <a:pt x="2322123" y="2417868"/>
                  </a:lnTo>
                  <a:lnTo>
                    <a:pt x="2322937" y="2483473"/>
                  </a:lnTo>
                  <a:lnTo>
                    <a:pt x="2323752" y="2600783"/>
                  </a:lnTo>
                  <a:lnTo>
                    <a:pt x="2324567" y="2745256"/>
                  </a:lnTo>
                  <a:lnTo>
                    <a:pt x="2325382" y="2798357"/>
                  </a:lnTo>
                  <a:lnTo>
                    <a:pt x="2326197" y="2728593"/>
                  </a:lnTo>
                  <a:lnTo>
                    <a:pt x="2327011" y="2752469"/>
                  </a:lnTo>
                  <a:lnTo>
                    <a:pt x="2327826" y="2770845"/>
                  </a:lnTo>
                  <a:lnTo>
                    <a:pt x="2328641" y="2814078"/>
                  </a:lnTo>
                  <a:lnTo>
                    <a:pt x="2329456" y="2835715"/>
                  </a:lnTo>
                  <a:lnTo>
                    <a:pt x="2330270" y="2890747"/>
                  </a:lnTo>
                  <a:lnTo>
                    <a:pt x="2331085" y="3025070"/>
                  </a:lnTo>
                  <a:lnTo>
                    <a:pt x="2331900" y="3067777"/>
                  </a:lnTo>
                  <a:lnTo>
                    <a:pt x="2332715" y="2973803"/>
                  </a:lnTo>
                  <a:lnTo>
                    <a:pt x="2333530" y="2806576"/>
                  </a:lnTo>
                  <a:lnTo>
                    <a:pt x="2334344" y="2680255"/>
                  </a:lnTo>
                  <a:lnTo>
                    <a:pt x="2335159" y="2719630"/>
                  </a:lnTo>
                  <a:lnTo>
                    <a:pt x="2335974" y="2714578"/>
                  </a:lnTo>
                  <a:lnTo>
                    <a:pt x="2336789" y="2563567"/>
                  </a:lnTo>
                  <a:lnTo>
                    <a:pt x="2337603" y="2457104"/>
                  </a:lnTo>
                  <a:lnTo>
                    <a:pt x="2338418" y="2427810"/>
                  </a:lnTo>
                  <a:lnTo>
                    <a:pt x="2339233" y="2389187"/>
                  </a:lnTo>
                  <a:lnTo>
                    <a:pt x="2340048" y="2386480"/>
                  </a:lnTo>
                  <a:lnTo>
                    <a:pt x="2340863" y="2416003"/>
                  </a:lnTo>
                  <a:lnTo>
                    <a:pt x="2341677" y="2496006"/>
                  </a:lnTo>
                  <a:lnTo>
                    <a:pt x="2342492" y="2604004"/>
                  </a:lnTo>
                  <a:lnTo>
                    <a:pt x="2343307" y="2647929"/>
                  </a:lnTo>
                  <a:lnTo>
                    <a:pt x="2344122" y="2811002"/>
                  </a:lnTo>
                  <a:lnTo>
                    <a:pt x="2344936" y="2779252"/>
                  </a:lnTo>
                  <a:lnTo>
                    <a:pt x="2345751" y="2676271"/>
                  </a:lnTo>
                  <a:lnTo>
                    <a:pt x="2346566" y="2593816"/>
                  </a:lnTo>
                  <a:lnTo>
                    <a:pt x="2347381" y="2485815"/>
                  </a:lnTo>
                  <a:lnTo>
                    <a:pt x="2348196" y="2522510"/>
                  </a:lnTo>
                  <a:lnTo>
                    <a:pt x="2349010" y="2520598"/>
                  </a:lnTo>
                  <a:lnTo>
                    <a:pt x="2349825" y="2547126"/>
                  </a:lnTo>
                  <a:lnTo>
                    <a:pt x="2350640" y="2632253"/>
                  </a:lnTo>
                  <a:lnTo>
                    <a:pt x="2351455" y="2745188"/>
                  </a:lnTo>
                  <a:lnTo>
                    <a:pt x="2352270" y="2894324"/>
                  </a:lnTo>
                  <a:lnTo>
                    <a:pt x="2353084" y="2966991"/>
                  </a:lnTo>
                  <a:lnTo>
                    <a:pt x="2353899" y="2895266"/>
                  </a:lnTo>
                  <a:lnTo>
                    <a:pt x="2354714" y="2778159"/>
                  </a:lnTo>
                  <a:lnTo>
                    <a:pt x="2355529" y="2707510"/>
                  </a:lnTo>
                  <a:lnTo>
                    <a:pt x="2356343" y="2628154"/>
                  </a:lnTo>
                  <a:lnTo>
                    <a:pt x="2357158" y="2536125"/>
                  </a:lnTo>
                  <a:lnTo>
                    <a:pt x="2357973" y="2508934"/>
                  </a:lnTo>
                  <a:lnTo>
                    <a:pt x="2358788" y="2580660"/>
                  </a:lnTo>
                  <a:lnTo>
                    <a:pt x="2359603" y="2697767"/>
                  </a:lnTo>
                  <a:lnTo>
                    <a:pt x="2360417" y="2768415"/>
                  </a:lnTo>
                  <a:lnTo>
                    <a:pt x="2361232" y="2893204"/>
                  </a:lnTo>
                  <a:lnTo>
                    <a:pt x="2362047" y="2978617"/>
                  </a:lnTo>
                  <a:lnTo>
                    <a:pt x="2362862" y="2927917"/>
                  </a:lnTo>
                  <a:lnTo>
                    <a:pt x="2363676" y="2891832"/>
                  </a:lnTo>
                  <a:lnTo>
                    <a:pt x="2364491" y="2752410"/>
                  </a:lnTo>
                  <a:lnTo>
                    <a:pt x="2365306" y="2566117"/>
                  </a:lnTo>
                  <a:lnTo>
                    <a:pt x="2366121" y="2524330"/>
                  </a:lnTo>
                  <a:lnTo>
                    <a:pt x="2366936" y="2558233"/>
                  </a:lnTo>
                  <a:lnTo>
                    <a:pt x="2367750" y="2634101"/>
                  </a:lnTo>
                  <a:lnTo>
                    <a:pt x="2368565" y="2668661"/>
                  </a:lnTo>
                  <a:lnTo>
                    <a:pt x="2369380" y="2815412"/>
                  </a:lnTo>
                  <a:lnTo>
                    <a:pt x="2370195" y="2949126"/>
                  </a:lnTo>
                  <a:lnTo>
                    <a:pt x="2371009" y="2876740"/>
                  </a:lnTo>
                  <a:lnTo>
                    <a:pt x="2371824" y="2817627"/>
                  </a:lnTo>
                  <a:lnTo>
                    <a:pt x="2372639" y="2715379"/>
                  </a:lnTo>
                  <a:lnTo>
                    <a:pt x="2373454" y="2666763"/>
                  </a:lnTo>
                  <a:lnTo>
                    <a:pt x="2374269" y="2650185"/>
                  </a:lnTo>
                  <a:lnTo>
                    <a:pt x="2375083" y="2619484"/>
                  </a:lnTo>
                  <a:lnTo>
                    <a:pt x="2375898" y="2532709"/>
                  </a:lnTo>
                  <a:lnTo>
                    <a:pt x="2376713" y="2418713"/>
                  </a:lnTo>
                  <a:lnTo>
                    <a:pt x="2377528" y="2288713"/>
                  </a:lnTo>
                  <a:lnTo>
                    <a:pt x="2378342" y="2085418"/>
                  </a:lnTo>
                  <a:lnTo>
                    <a:pt x="2379157" y="1792836"/>
                  </a:lnTo>
                  <a:lnTo>
                    <a:pt x="2379972" y="1551062"/>
                  </a:lnTo>
                  <a:lnTo>
                    <a:pt x="2380787" y="1425342"/>
                  </a:lnTo>
                  <a:lnTo>
                    <a:pt x="2381602" y="1293927"/>
                  </a:lnTo>
                  <a:lnTo>
                    <a:pt x="2382416" y="1271040"/>
                  </a:lnTo>
                  <a:lnTo>
                    <a:pt x="2383231" y="1265021"/>
                  </a:lnTo>
                  <a:lnTo>
                    <a:pt x="2384046" y="1243563"/>
                  </a:lnTo>
                  <a:lnTo>
                    <a:pt x="2384861" y="1270112"/>
                  </a:lnTo>
                  <a:lnTo>
                    <a:pt x="2385675" y="1276754"/>
                  </a:lnTo>
                  <a:lnTo>
                    <a:pt x="2386490" y="1258065"/>
                  </a:lnTo>
                  <a:lnTo>
                    <a:pt x="2387305" y="1274519"/>
                  </a:lnTo>
                  <a:lnTo>
                    <a:pt x="2388120" y="1314551"/>
                  </a:lnTo>
                  <a:lnTo>
                    <a:pt x="2388935" y="1333834"/>
                  </a:lnTo>
                  <a:lnTo>
                    <a:pt x="2389749" y="1338192"/>
                  </a:lnTo>
                  <a:lnTo>
                    <a:pt x="2390564" y="1413190"/>
                  </a:lnTo>
                  <a:lnTo>
                    <a:pt x="2391379" y="1462308"/>
                  </a:lnTo>
                  <a:lnTo>
                    <a:pt x="2392194" y="1376170"/>
                  </a:lnTo>
                  <a:lnTo>
                    <a:pt x="2393009" y="1231284"/>
                  </a:lnTo>
                  <a:lnTo>
                    <a:pt x="2393823" y="1121783"/>
                  </a:lnTo>
                  <a:lnTo>
                    <a:pt x="2394638" y="900821"/>
                  </a:lnTo>
                  <a:lnTo>
                    <a:pt x="2395453" y="617050"/>
                  </a:lnTo>
                  <a:lnTo>
                    <a:pt x="2396268" y="395934"/>
                  </a:lnTo>
                  <a:lnTo>
                    <a:pt x="2397082" y="209286"/>
                  </a:lnTo>
                  <a:lnTo>
                    <a:pt x="2397897" y="57565"/>
                  </a:lnTo>
                  <a:lnTo>
                    <a:pt x="2398712" y="0"/>
                  </a:lnTo>
                  <a:lnTo>
                    <a:pt x="2399527" y="42688"/>
                  </a:lnTo>
                  <a:lnTo>
                    <a:pt x="2400342" y="65293"/>
                  </a:lnTo>
                  <a:lnTo>
                    <a:pt x="2401156" y="59350"/>
                  </a:lnTo>
                  <a:lnTo>
                    <a:pt x="2401971" y="103945"/>
                  </a:lnTo>
                  <a:lnTo>
                    <a:pt x="2402786" y="216361"/>
                  </a:lnTo>
                  <a:lnTo>
                    <a:pt x="2403601" y="335053"/>
                  </a:lnTo>
                  <a:lnTo>
                    <a:pt x="2404415" y="553691"/>
                  </a:lnTo>
                  <a:lnTo>
                    <a:pt x="2405230" y="825142"/>
                  </a:lnTo>
                  <a:lnTo>
                    <a:pt x="2406045" y="1122776"/>
                  </a:lnTo>
                  <a:lnTo>
                    <a:pt x="2406860" y="1501809"/>
                  </a:lnTo>
                  <a:lnTo>
                    <a:pt x="2407675" y="1760883"/>
                  </a:lnTo>
                  <a:lnTo>
                    <a:pt x="2408489" y="1852243"/>
                  </a:lnTo>
                  <a:lnTo>
                    <a:pt x="2409304" y="1857784"/>
                  </a:lnTo>
                  <a:lnTo>
                    <a:pt x="2410119" y="1950928"/>
                  </a:lnTo>
                  <a:lnTo>
                    <a:pt x="2410934" y="2099524"/>
                  </a:lnTo>
                  <a:lnTo>
                    <a:pt x="2411748" y="2024031"/>
                  </a:lnTo>
                  <a:lnTo>
                    <a:pt x="2412563" y="1883627"/>
                  </a:lnTo>
                  <a:lnTo>
                    <a:pt x="2413378" y="1847584"/>
                  </a:lnTo>
                  <a:lnTo>
                    <a:pt x="2414193" y="1833522"/>
                  </a:lnTo>
                  <a:lnTo>
                    <a:pt x="2415008" y="1769787"/>
                  </a:lnTo>
                  <a:lnTo>
                    <a:pt x="2415822" y="1612257"/>
                  </a:lnTo>
                  <a:lnTo>
                    <a:pt x="2416637" y="1576967"/>
                  </a:lnTo>
                  <a:lnTo>
                    <a:pt x="2417452" y="1792987"/>
                  </a:lnTo>
                  <a:lnTo>
                    <a:pt x="2418267" y="1967410"/>
                  </a:lnTo>
                  <a:lnTo>
                    <a:pt x="2419081" y="2046040"/>
                  </a:lnTo>
                  <a:lnTo>
                    <a:pt x="2419896" y="2142217"/>
                  </a:lnTo>
                  <a:lnTo>
                    <a:pt x="2420711" y="2282979"/>
                  </a:lnTo>
                  <a:lnTo>
                    <a:pt x="2421526" y="2335608"/>
                  </a:lnTo>
                  <a:lnTo>
                    <a:pt x="2422341" y="2190458"/>
                  </a:lnTo>
                  <a:lnTo>
                    <a:pt x="2423155" y="2103359"/>
                  </a:lnTo>
                  <a:lnTo>
                    <a:pt x="2423970" y="2129650"/>
                  </a:lnTo>
                  <a:lnTo>
                    <a:pt x="2424785" y="2078829"/>
                  </a:lnTo>
                  <a:lnTo>
                    <a:pt x="2425600" y="1981745"/>
                  </a:lnTo>
                  <a:lnTo>
                    <a:pt x="2426414" y="2003292"/>
                  </a:lnTo>
                  <a:lnTo>
                    <a:pt x="2427229" y="1983102"/>
                  </a:lnTo>
                  <a:lnTo>
                    <a:pt x="2428044" y="1874637"/>
                  </a:lnTo>
                  <a:lnTo>
                    <a:pt x="2428859" y="1761117"/>
                  </a:lnTo>
                  <a:lnTo>
                    <a:pt x="2429674" y="1681272"/>
                  </a:lnTo>
                  <a:lnTo>
                    <a:pt x="2430488" y="1662767"/>
                  </a:lnTo>
                  <a:lnTo>
                    <a:pt x="2431303" y="1636497"/>
                  </a:lnTo>
                  <a:lnTo>
                    <a:pt x="2432118" y="1722988"/>
                  </a:lnTo>
                  <a:lnTo>
                    <a:pt x="2432933" y="1893899"/>
                  </a:lnTo>
                  <a:lnTo>
                    <a:pt x="2433748" y="1996339"/>
                  </a:lnTo>
                  <a:lnTo>
                    <a:pt x="2434562" y="1960175"/>
                  </a:lnTo>
                  <a:lnTo>
                    <a:pt x="2435377" y="1835324"/>
                  </a:lnTo>
                  <a:lnTo>
                    <a:pt x="2436192" y="1661998"/>
                  </a:lnTo>
                  <a:lnTo>
                    <a:pt x="2437007" y="1486536"/>
                  </a:lnTo>
                  <a:lnTo>
                    <a:pt x="2437821" y="1350579"/>
                  </a:lnTo>
                  <a:lnTo>
                    <a:pt x="2438636" y="1320990"/>
                  </a:lnTo>
                  <a:lnTo>
                    <a:pt x="2439451" y="1377203"/>
                  </a:lnTo>
                  <a:lnTo>
                    <a:pt x="2440266" y="1436733"/>
                  </a:lnTo>
                  <a:lnTo>
                    <a:pt x="2441081" y="1490405"/>
                  </a:lnTo>
                  <a:lnTo>
                    <a:pt x="2441895" y="1516468"/>
                  </a:lnTo>
                  <a:lnTo>
                    <a:pt x="2442710" y="1590897"/>
                  </a:lnTo>
                  <a:lnTo>
                    <a:pt x="2443525" y="1597553"/>
                  </a:lnTo>
                  <a:lnTo>
                    <a:pt x="2444340" y="1596942"/>
                  </a:lnTo>
                  <a:lnTo>
                    <a:pt x="2445154" y="1565461"/>
                  </a:lnTo>
                  <a:lnTo>
                    <a:pt x="2445969" y="1557710"/>
                  </a:lnTo>
                  <a:lnTo>
                    <a:pt x="2446784" y="1581360"/>
                  </a:lnTo>
                  <a:lnTo>
                    <a:pt x="2447599" y="1589923"/>
                  </a:lnTo>
                  <a:lnTo>
                    <a:pt x="2448414" y="1616823"/>
                  </a:lnTo>
                  <a:lnTo>
                    <a:pt x="2449228" y="1715228"/>
                  </a:lnTo>
                  <a:lnTo>
                    <a:pt x="2450043" y="1779468"/>
                  </a:lnTo>
                  <a:lnTo>
                    <a:pt x="2450858" y="1789751"/>
                  </a:lnTo>
                  <a:lnTo>
                    <a:pt x="2451673" y="1904822"/>
                  </a:lnTo>
                  <a:lnTo>
                    <a:pt x="2452487" y="2002191"/>
                  </a:lnTo>
                  <a:lnTo>
                    <a:pt x="2453302" y="2018688"/>
                  </a:lnTo>
                  <a:lnTo>
                    <a:pt x="2454117" y="2046265"/>
                  </a:lnTo>
                  <a:lnTo>
                    <a:pt x="2454932" y="2284748"/>
                  </a:lnTo>
                  <a:lnTo>
                    <a:pt x="2455747" y="2515641"/>
                  </a:lnTo>
                  <a:lnTo>
                    <a:pt x="2456561" y="2634593"/>
                  </a:lnTo>
                  <a:lnTo>
                    <a:pt x="2457376" y="2764742"/>
                  </a:lnTo>
                  <a:lnTo>
                    <a:pt x="2458191" y="2907346"/>
                  </a:lnTo>
                  <a:lnTo>
                    <a:pt x="2459006" y="2967860"/>
                  </a:lnTo>
                  <a:lnTo>
                    <a:pt x="2459820" y="2879593"/>
                  </a:lnTo>
                  <a:lnTo>
                    <a:pt x="2460635" y="2793360"/>
                  </a:lnTo>
                  <a:lnTo>
                    <a:pt x="2461450" y="2690569"/>
                  </a:lnTo>
                  <a:lnTo>
                    <a:pt x="2462265" y="2534145"/>
                  </a:lnTo>
                  <a:lnTo>
                    <a:pt x="2463080" y="2442954"/>
                  </a:lnTo>
                  <a:lnTo>
                    <a:pt x="2463894" y="2334162"/>
                  </a:lnTo>
                  <a:lnTo>
                    <a:pt x="2464709" y="2202837"/>
                  </a:lnTo>
                  <a:lnTo>
                    <a:pt x="2465524" y="2146699"/>
                  </a:lnTo>
                  <a:lnTo>
                    <a:pt x="2466339" y="2112157"/>
                  </a:lnTo>
                  <a:lnTo>
                    <a:pt x="2467153" y="2119167"/>
                  </a:lnTo>
                  <a:lnTo>
                    <a:pt x="2467968" y="2030469"/>
                  </a:lnTo>
                  <a:lnTo>
                    <a:pt x="2468783" y="1983033"/>
                  </a:lnTo>
                  <a:lnTo>
                    <a:pt x="2469598" y="2066908"/>
                  </a:lnTo>
                  <a:lnTo>
                    <a:pt x="2470413" y="2139848"/>
                  </a:lnTo>
                  <a:lnTo>
                    <a:pt x="2471227" y="2205703"/>
                  </a:lnTo>
                  <a:lnTo>
                    <a:pt x="2472042" y="2246807"/>
                  </a:lnTo>
                  <a:lnTo>
                    <a:pt x="2472857" y="2352886"/>
                  </a:lnTo>
                  <a:lnTo>
                    <a:pt x="2473672" y="2424766"/>
                  </a:lnTo>
                  <a:lnTo>
                    <a:pt x="2474487" y="2422849"/>
                  </a:lnTo>
                  <a:lnTo>
                    <a:pt x="2475301" y="2494795"/>
                  </a:lnTo>
                  <a:lnTo>
                    <a:pt x="2476116" y="2567813"/>
                  </a:lnTo>
                  <a:lnTo>
                    <a:pt x="2476931" y="2604468"/>
                  </a:lnTo>
                  <a:lnTo>
                    <a:pt x="2477746" y="2585891"/>
                  </a:lnTo>
                  <a:lnTo>
                    <a:pt x="2478560" y="2629812"/>
                  </a:lnTo>
                  <a:lnTo>
                    <a:pt x="2479375" y="2672918"/>
                  </a:lnTo>
                  <a:lnTo>
                    <a:pt x="2480190" y="2680234"/>
                  </a:lnTo>
                  <a:lnTo>
                    <a:pt x="2481005" y="2684250"/>
                  </a:lnTo>
                  <a:lnTo>
                    <a:pt x="2481820" y="2682820"/>
                  </a:lnTo>
                  <a:lnTo>
                    <a:pt x="2482634" y="2765452"/>
                  </a:lnTo>
                  <a:lnTo>
                    <a:pt x="2483449" y="2817230"/>
                  </a:lnTo>
                  <a:lnTo>
                    <a:pt x="2484264" y="2871619"/>
                  </a:lnTo>
                  <a:lnTo>
                    <a:pt x="2485079" y="2777418"/>
                  </a:lnTo>
                  <a:lnTo>
                    <a:pt x="2485893" y="2662961"/>
                  </a:lnTo>
                  <a:lnTo>
                    <a:pt x="2486708" y="2645058"/>
                  </a:lnTo>
                  <a:lnTo>
                    <a:pt x="2487523" y="2694811"/>
                  </a:lnTo>
                  <a:lnTo>
                    <a:pt x="2488338" y="2787121"/>
                  </a:lnTo>
                  <a:lnTo>
                    <a:pt x="2489153" y="2881728"/>
                  </a:lnTo>
                  <a:lnTo>
                    <a:pt x="2489967" y="3074949"/>
                  </a:lnTo>
                  <a:lnTo>
                    <a:pt x="2490782" y="3116972"/>
                  </a:lnTo>
                  <a:lnTo>
                    <a:pt x="2491597" y="3116972"/>
                  </a:lnTo>
                  <a:lnTo>
                    <a:pt x="2492412" y="3116972"/>
                  </a:lnTo>
                  <a:lnTo>
                    <a:pt x="2493226" y="3025425"/>
                  </a:lnTo>
                  <a:lnTo>
                    <a:pt x="2494041" y="2946733"/>
                  </a:lnTo>
                  <a:lnTo>
                    <a:pt x="2494856" y="2829379"/>
                  </a:lnTo>
                  <a:lnTo>
                    <a:pt x="2495671" y="2803083"/>
                  </a:lnTo>
                  <a:lnTo>
                    <a:pt x="2496486" y="2842277"/>
                  </a:lnTo>
                  <a:lnTo>
                    <a:pt x="2497300" y="2830384"/>
                  </a:lnTo>
                  <a:lnTo>
                    <a:pt x="2498115" y="2820593"/>
                  </a:lnTo>
                  <a:lnTo>
                    <a:pt x="2498930" y="2788834"/>
                  </a:lnTo>
                  <a:lnTo>
                    <a:pt x="2499745" y="2748190"/>
                  </a:lnTo>
                  <a:lnTo>
                    <a:pt x="2500559" y="2759085"/>
                  </a:lnTo>
                  <a:lnTo>
                    <a:pt x="2501374" y="2729407"/>
                  </a:lnTo>
                  <a:lnTo>
                    <a:pt x="2502189" y="2668280"/>
                  </a:lnTo>
                  <a:lnTo>
                    <a:pt x="2503004" y="2589329"/>
                  </a:lnTo>
                  <a:lnTo>
                    <a:pt x="2503819" y="2559107"/>
                  </a:lnTo>
                  <a:lnTo>
                    <a:pt x="2504633" y="2594612"/>
                  </a:lnTo>
                  <a:lnTo>
                    <a:pt x="2505448" y="2624867"/>
                  </a:lnTo>
                  <a:lnTo>
                    <a:pt x="2506263" y="2615697"/>
                  </a:lnTo>
                  <a:lnTo>
                    <a:pt x="2507078" y="2631005"/>
                  </a:lnTo>
                  <a:lnTo>
                    <a:pt x="2507892" y="2695288"/>
                  </a:lnTo>
                  <a:lnTo>
                    <a:pt x="2508707" y="2719235"/>
                  </a:lnTo>
                  <a:lnTo>
                    <a:pt x="2509522" y="2667340"/>
                  </a:lnTo>
                  <a:lnTo>
                    <a:pt x="2510337" y="2597621"/>
                  </a:lnTo>
                  <a:lnTo>
                    <a:pt x="2511152" y="2615867"/>
                  </a:lnTo>
                  <a:lnTo>
                    <a:pt x="2511966" y="2617193"/>
                  </a:lnTo>
                  <a:lnTo>
                    <a:pt x="2512781" y="2557960"/>
                  </a:lnTo>
                  <a:lnTo>
                    <a:pt x="2513596" y="2534872"/>
                  </a:lnTo>
                  <a:lnTo>
                    <a:pt x="2514411" y="2556805"/>
                  </a:lnTo>
                  <a:lnTo>
                    <a:pt x="2515226" y="2584349"/>
                  </a:lnTo>
                  <a:lnTo>
                    <a:pt x="2516040" y="2587868"/>
                  </a:lnTo>
                  <a:lnTo>
                    <a:pt x="2516855" y="2639348"/>
                  </a:lnTo>
                  <a:lnTo>
                    <a:pt x="2517670" y="2778141"/>
                  </a:lnTo>
                  <a:lnTo>
                    <a:pt x="2518485" y="2744198"/>
                  </a:lnTo>
                  <a:lnTo>
                    <a:pt x="2519299" y="2742565"/>
                  </a:lnTo>
                  <a:lnTo>
                    <a:pt x="2520114" y="2763370"/>
                  </a:lnTo>
                  <a:lnTo>
                    <a:pt x="2520929" y="2699640"/>
                  </a:lnTo>
                  <a:lnTo>
                    <a:pt x="2521744" y="2640056"/>
                  </a:lnTo>
                  <a:lnTo>
                    <a:pt x="2522559" y="2588969"/>
                  </a:lnTo>
                  <a:lnTo>
                    <a:pt x="2523373" y="2701752"/>
                  </a:lnTo>
                  <a:lnTo>
                    <a:pt x="2524188" y="2817176"/>
                  </a:lnTo>
                  <a:lnTo>
                    <a:pt x="2525003" y="2867446"/>
                  </a:lnTo>
                  <a:lnTo>
                    <a:pt x="2525818" y="2904549"/>
                  </a:lnTo>
                  <a:lnTo>
                    <a:pt x="2526632" y="2884546"/>
                  </a:lnTo>
                  <a:lnTo>
                    <a:pt x="2527447" y="2777582"/>
                  </a:lnTo>
                  <a:lnTo>
                    <a:pt x="2528262" y="2679110"/>
                  </a:lnTo>
                  <a:lnTo>
                    <a:pt x="2529077" y="2611361"/>
                  </a:lnTo>
                  <a:lnTo>
                    <a:pt x="2529892" y="2583369"/>
                  </a:lnTo>
                  <a:lnTo>
                    <a:pt x="2530706" y="2659657"/>
                  </a:lnTo>
                  <a:lnTo>
                    <a:pt x="2531521" y="2802276"/>
                  </a:lnTo>
                  <a:lnTo>
                    <a:pt x="2532336" y="2954479"/>
                  </a:lnTo>
                  <a:lnTo>
                    <a:pt x="2533151" y="3022445"/>
                  </a:lnTo>
                  <a:lnTo>
                    <a:pt x="2533965" y="2990553"/>
                  </a:lnTo>
                  <a:lnTo>
                    <a:pt x="2534780" y="2940460"/>
                  </a:lnTo>
                  <a:lnTo>
                    <a:pt x="2535595" y="2810546"/>
                  </a:lnTo>
                  <a:lnTo>
                    <a:pt x="2536410" y="2692407"/>
                  </a:lnTo>
                  <a:lnTo>
                    <a:pt x="2537225" y="2554729"/>
                  </a:lnTo>
                  <a:lnTo>
                    <a:pt x="2538039" y="2498417"/>
                  </a:lnTo>
                  <a:lnTo>
                    <a:pt x="2538854" y="2549454"/>
                  </a:lnTo>
                  <a:lnTo>
                    <a:pt x="2539669" y="2594414"/>
                  </a:lnTo>
                  <a:lnTo>
                    <a:pt x="2540484" y="2635422"/>
                  </a:lnTo>
                  <a:lnTo>
                    <a:pt x="2541298" y="2638309"/>
                  </a:lnTo>
                  <a:lnTo>
                    <a:pt x="2542113" y="2745373"/>
                  </a:lnTo>
                  <a:lnTo>
                    <a:pt x="2542928" y="2830719"/>
                  </a:lnTo>
                  <a:lnTo>
                    <a:pt x="2543743" y="2792475"/>
                  </a:lnTo>
                  <a:lnTo>
                    <a:pt x="2544558" y="2722784"/>
                  </a:lnTo>
                  <a:lnTo>
                    <a:pt x="2545372" y="2747786"/>
                  </a:lnTo>
                  <a:lnTo>
                    <a:pt x="2546187" y="2839731"/>
                  </a:lnTo>
                  <a:lnTo>
                    <a:pt x="2547002" y="2814681"/>
                  </a:lnTo>
                  <a:lnTo>
                    <a:pt x="2547817" y="2806864"/>
                  </a:lnTo>
                  <a:lnTo>
                    <a:pt x="2548631" y="2858906"/>
                  </a:lnTo>
                  <a:lnTo>
                    <a:pt x="2549446" y="2916386"/>
                  </a:lnTo>
                  <a:lnTo>
                    <a:pt x="2550261" y="2882953"/>
                  </a:lnTo>
                  <a:lnTo>
                    <a:pt x="2551076" y="2815027"/>
                  </a:lnTo>
                  <a:lnTo>
                    <a:pt x="2551891" y="2857062"/>
                  </a:lnTo>
                  <a:lnTo>
                    <a:pt x="2552705" y="2850038"/>
                  </a:lnTo>
                  <a:lnTo>
                    <a:pt x="2553520" y="2849807"/>
                  </a:lnTo>
                  <a:lnTo>
                    <a:pt x="2554335" y="2772848"/>
                  </a:lnTo>
                  <a:lnTo>
                    <a:pt x="2555150" y="2699051"/>
                  </a:lnTo>
                  <a:lnTo>
                    <a:pt x="2555965" y="2733434"/>
                  </a:lnTo>
                  <a:lnTo>
                    <a:pt x="2556779" y="2654138"/>
                  </a:lnTo>
                  <a:lnTo>
                    <a:pt x="2557594" y="2596098"/>
                  </a:lnTo>
                  <a:lnTo>
                    <a:pt x="2558409" y="2518897"/>
                  </a:lnTo>
                  <a:lnTo>
                    <a:pt x="2559224" y="2525602"/>
                  </a:lnTo>
                  <a:lnTo>
                    <a:pt x="2560038" y="2589579"/>
                  </a:lnTo>
                  <a:lnTo>
                    <a:pt x="2560853" y="2552625"/>
                  </a:lnTo>
                  <a:lnTo>
                    <a:pt x="2561668" y="2555917"/>
                  </a:lnTo>
                  <a:lnTo>
                    <a:pt x="2562483" y="2536197"/>
                  </a:lnTo>
                  <a:lnTo>
                    <a:pt x="2563298" y="2533476"/>
                  </a:lnTo>
                  <a:lnTo>
                    <a:pt x="2564112" y="2636222"/>
                  </a:lnTo>
                  <a:lnTo>
                    <a:pt x="2564927" y="2673602"/>
                  </a:lnTo>
                  <a:lnTo>
                    <a:pt x="2565742" y="2643343"/>
                  </a:lnTo>
                  <a:lnTo>
                    <a:pt x="2566557" y="2671974"/>
                  </a:lnTo>
                  <a:lnTo>
                    <a:pt x="2567371" y="2696832"/>
                  </a:lnTo>
                  <a:lnTo>
                    <a:pt x="2568186" y="2721774"/>
                  </a:lnTo>
                  <a:lnTo>
                    <a:pt x="2569001" y="2666053"/>
                  </a:lnTo>
                  <a:lnTo>
                    <a:pt x="2569816" y="2545007"/>
                  </a:lnTo>
                  <a:lnTo>
                    <a:pt x="2570631" y="2491486"/>
                  </a:lnTo>
                  <a:lnTo>
                    <a:pt x="2571445" y="2406582"/>
                  </a:lnTo>
                  <a:lnTo>
                    <a:pt x="2572260" y="2329300"/>
                  </a:lnTo>
                  <a:lnTo>
                    <a:pt x="2573075" y="2338863"/>
                  </a:lnTo>
                  <a:lnTo>
                    <a:pt x="2573890" y="2391295"/>
                  </a:lnTo>
                  <a:lnTo>
                    <a:pt x="2574704" y="2485872"/>
                  </a:lnTo>
                  <a:lnTo>
                    <a:pt x="2575519" y="2520162"/>
                  </a:lnTo>
                  <a:lnTo>
                    <a:pt x="2576334" y="2537643"/>
                  </a:lnTo>
                  <a:lnTo>
                    <a:pt x="2577149" y="2624866"/>
                  </a:lnTo>
                  <a:lnTo>
                    <a:pt x="2577964" y="2572526"/>
                  </a:lnTo>
                  <a:lnTo>
                    <a:pt x="2578778" y="2498511"/>
                  </a:lnTo>
                  <a:lnTo>
                    <a:pt x="2579593" y="2552519"/>
                  </a:lnTo>
                  <a:lnTo>
                    <a:pt x="2580408" y="2663155"/>
                  </a:lnTo>
                  <a:lnTo>
                    <a:pt x="2581223" y="2796297"/>
                  </a:lnTo>
                  <a:lnTo>
                    <a:pt x="2582037" y="2815000"/>
                  </a:lnTo>
                  <a:lnTo>
                    <a:pt x="2582852" y="2781016"/>
                  </a:lnTo>
                  <a:lnTo>
                    <a:pt x="2583667" y="2751362"/>
                  </a:lnTo>
                  <a:lnTo>
                    <a:pt x="2584482" y="2746562"/>
                  </a:lnTo>
                  <a:lnTo>
                    <a:pt x="2585297" y="2746563"/>
                  </a:lnTo>
                  <a:lnTo>
                    <a:pt x="2586111" y="2746564"/>
                  </a:lnTo>
                  <a:lnTo>
                    <a:pt x="2586926" y="2791365"/>
                  </a:lnTo>
                  <a:lnTo>
                    <a:pt x="2587741" y="2926917"/>
                  </a:lnTo>
                  <a:lnTo>
                    <a:pt x="2588556" y="3042141"/>
                  </a:lnTo>
                  <a:lnTo>
                    <a:pt x="2589371" y="3067643"/>
                  </a:lnTo>
                  <a:lnTo>
                    <a:pt x="2590185" y="3104302"/>
                  </a:lnTo>
                  <a:lnTo>
                    <a:pt x="2591000" y="3116972"/>
                  </a:lnTo>
                  <a:lnTo>
                    <a:pt x="2591815" y="3116972"/>
                  </a:lnTo>
                  <a:lnTo>
                    <a:pt x="2592630" y="3015934"/>
                  </a:lnTo>
                  <a:lnTo>
                    <a:pt x="2593444" y="2904555"/>
                  </a:lnTo>
                  <a:lnTo>
                    <a:pt x="2594259" y="2873051"/>
                  </a:lnTo>
                  <a:lnTo>
                    <a:pt x="2595074" y="2775485"/>
                  </a:lnTo>
                  <a:lnTo>
                    <a:pt x="2595889" y="2688623"/>
                  </a:lnTo>
                  <a:lnTo>
                    <a:pt x="2596704" y="2683668"/>
                  </a:lnTo>
                  <a:lnTo>
                    <a:pt x="2597518" y="2802955"/>
                  </a:lnTo>
                  <a:lnTo>
                    <a:pt x="2598333" y="2843005"/>
                  </a:lnTo>
                  <a:lnTo>
                    <a:pt x="2599148" y="2849940"/>
                  </a:lnTo>
                  <a:lnTo>
                    <a:pt x="2599963" y="2902586"/>
                  </a:lnTo>
                  <a:lnTo>
                    <a:pt x="2600777" y="2924444"/>
                  </a:lnTo>
                  <a:lnTo>
                    <a:pt x="2601592" y="2929954"/>
                  </a:lnTo>
                  <a:lnTo>
                    <a:pt x="2602407" y="2925631"/>
                  </a:lnTo>
                  <a:lnTo>
                    <a:pt x="2603222" y="2981167"/>
                  </a:lnTo>
                  <a:lnTo>
                    <a:pt x="2604037" y="2969375"/>
                  </a:lnTo>
                  <a:lnTo>
                    <a:pt x="2604851" y="2870008"/>
                  </a:lnTo>
                  <a:lnTo>
                    <a:pt x="2605666" y="2826176"/>
                  </a:lnTo>
                  <a:lnTo>
                    <a:pt x="2606481" y="2829218"/>
                  </a:lnTo>
                  <a:lnTo>
                    <a:pt x="2607296" y="2824243"/>
                  </a:lnTo>
                  <a:lnTo>
                    <a:pt x="2608110" y="2807790"/>
                  </a:lnTo>
                  <a:lnTo>
                    <a:pt x="2608925" y="2749165"/>
                  </a:lnTo>
                  <a:lnTo>
                    <a:pt x="2609740" y="2726974"/>
                  </a:lnTo>
                  <a:lnTo>
                    <a:pt x="2610555" y="2660650"/>
                  </a:lnTo>
                  <a:lnTo>
                    <a:pt x="2611370" y="2520273"/>
                  </a:lnTo>
                  <a:lnTo>
                    <a:pt x="2612184" y="2410220"/>
                  </a:lnTo>
                  <a:lnTo>
                    <a:pt x="2612999" y="2274713"/>
                  </a:lnTo>
                  <a:lnTo>
                    <a:pt x="2613814" y="2110301"/>
                  </a:lnTo>
                  <a:lnTo>
                    <a:pt x="2614629" y="2000561"/>
                  </a:lnTo>
                  <a:lnTo>
                    <a:pt x="2615443" y="1939857"/>
                  </a:lnTo>
                  <a:lnTo>
                    <a:pt x="2616258" y="1933447"/>
                  </a:lnTo>
                  <a:lnTo>
                    <a:pt x="2617073" y="2023041"/>
                  </a:lnTo>
                  <a:lnTo>
                    <a:pt x="2617888" y="2187701"/>
                  </a:lnTo>
                  <a:lnTo>
                    <a:pt x="2618703" y="2398757"/>
                  </a:lnTo>
                  <a:lnTo>
                    <a:pt x="2619517" y="2569991"/>
                  </a:lnTo>
                  <a:lnTo>
                    <a:pt x="2620332" y="2682120"/>
                  </a:lnTo>
                  <a:lnTo>
                    <a:pt x="2621147" y="2711217"/>
                  </a:lnTo>
                  <a:lnTo>
                    <a:pt x="2621962" y="2682413"/>
                  </a:lnTo>
                  <a:lnTo>
                    <a:pt x="2622776" y="2677020"/>
                  </a:lnTo>
                  <a:lnTo>
                    <a:pt x="2623591" y="2742201"/>
                  </a:lnTo>
                  <a:lnTo>
                    <a:pt x="2624406" y="2764051"/>
                  </a:lnTo>
                  <a:lnTo>
                    <a:pt x="2625221" y="2796810"/>
                  </a:lnTo>
                  <a:lnTo>
                    <a:pt x="2626036" y="2923639"/>
                  </a:lnTo>
                  <a:lnTo>
                    <a:pt x="2626850" y="2900220"/>
                  </a:lnTo>
                  <a:lnTo>
                    <a:pt x="2627665" y="2776452"/>
                  </a:lnTo>
                  <a:lnTo>
                    <a:pt x="2628480" y="2600844"/>
                  </a:lnTo>
                  <a:lnTo>
                    <a:pt x="2629295" y="2556764"/>
                  </a:lnTo>
                  <a:lnTo>
                    <a:pt x="2630110" y="2576559"/>
                  </a:lnTo>
                  <a:lnTo>
                    <a:pt x="2630924" y="2455959"/>
                  </a:lnTo>
                  <a:lnTo>
                    <a:pt x="2631739" y="2406856"/>
                  </a:lnTo>
                  <a:lnTo>
                    <a:pt x="2632554" y="2435384"/>
                  </a:lnTo>
                  <a:lnTo>
                    <a:pt x="2633369" y="2460722"/>
                  </a:lnTo>
                  <a:lnTo>
                    <a:pt x="2634183" y="2474917"/>
                  </a:lnTo>
                  <a:lnTo>
                    <a:pt x="2634998" y="2431081"/>
                  </a:lnTo>
                  <a:lnTo>
                    <a:pt x="2635813" y="2381519"/>
                  </a:lnTo>
                  <a:lnTo>
                    <a:pt x="2636628" y="2267470"/>
                  </a:lnTo>
                  <a:lnTo>
                    <a:pt x="2637443" y="2173053"/>
                  </a:lnTo>
                  <a:lnTo>
                    <a:pt x="2638257" y="2083964"/>
                  </a:lnTo>
                  <a:lnTo>
                    <a:pt x="2639072" y="1982923"/>
                  </a:lnTo>
                  <a:lnTo>
                    <a:pt x="2639887" y="1911598"/>
                  </a:lnTo>
                  <a:lnTo>
                    <a:pt x="2640702" y="1979369"/>
                  </a:lnTo>
                  <a:lnTo>
                    <a:pt x="2641516" y="2180236"/>
                  </a:lnTo>
                  <a:lnTo>
                    <a:pt x="2642331" y="2336154"/>
                  </a:lnTo>
                  <a:lnTo>
                    <a:pt x="2643146" y="2450498"/>
                  </a:lnTo>
                  <a:lnTo>
                    <a:pt x="2643961" y="2495380"/>
                  </a:lnTo>
                  <a:lnTo>
                    <a:pt x="2644776" y="2633893"/>
                  </a:lnTo>
                  <a:lnTo>
                    <a:pt x="2645590" y="2724960"/>
                  </a:lnTo>
                  <a:lnTo>
                    <a:pt x="2646405" y="2773056"/>
                  </a:lnTo>
                  <a:lnTo>
                    <a:pt x="2647220" y="2809430"/>
                  </a:lnTo>
                  <a:lnTo>
                    <a:pt x="2648035" y="2850637"/>
                  </a:lnTo>
                  <a:lnTo>
                    <a:pt x="2648849" y="2938079"/>
                  </a:lnTo>
                  <a:lnTo>
                    <a:pt x="2649664" y="2857715"/>
                  </a:lnTo>
                  <a:lnTo>
                    <a:pt x="2650479" y="2751876"/>
                  </a:lnTo>
                  <a:lnTo>
                    <a:pt x="2651294" y="2666886"/>
                  </a:lnTo>
                  <a:lnTo>
                    <a:pt x="2652109" y="2609516"/>
                  </a:lnTo>
                  <a:lnTo>
                    <a:pt x="2652923" y="2603409"/>
                  </a:lnTo>
                  <a:lnTo>
                    <a:pt x="2653738" y="2552921"/>
                  </a:lnTo>
                  <a:lnTo>
                    <a:pt x="2654553" y="2551078"/>
                  </a:lnTo>
                  <a:lnTo>
                    <a:pt x="2655368" y="2586359"/>
                  </a:lnTo>
                  <a:lnTo>
                    <a:pt x="2656182" y="2637740"/>
                  </a:lnTo>
                  <a:lnTo>
                    <a:pt x="2656997" y="2547285"/>
                  </a:lnTo>
                  <a:lnTo>
                    <a:pt x="2657812" y="2377603"/>
                  </a:lnTo>
                  <a:lnTo>
                    <a:pt x="2658627" y="2248557"/>
                  </a:lnTo>
                  <a:lnTo>
                    <a:pt x="2659442" y="2116639"/>
                  </a:lnTo>
                  <a:lnTo>
                    <a:pt x="2660256" y="2013033"/>
                  </a:lnTo>
                  <a:lnTo>
                    <a:pt x="2661071" y="1918983"/>
                  </a:lnTo>
                  <a:lnTo>
                    <a:pt x="2661886" y="2099358"/>
                  </a:lnTo>
                  <a:lnTo>
                    <a:pt x="2662701" y="2355080"/>
                  </a:lnTo>
                  <a:lnTo>
                    <a:pt x="2663515" y="2585240"/>
                  </a:lnTo>
                  <a:lnTo>
                    <a:pt x="2664330" y="2759738"/>
                  </a:lnTo>
                  <a:lnTo>
                    <a:pt x="2665145" y="2871894"/>
                  </a:lnTo>
                  <a:lnTo>
                    <a:pt x="2665960" y="2910813"/>
                  </a:lnTo>
                  <a:lnTo>
                    <a:pt x="2666775" y="2764477"/>
                  </a:lnTo>
                  <a:lnTo>
                    <a:pt x="2667589" y="2590684"/>
                  </a:lnTo>
                  <a:lnTo>
                    <a:pt x="2668404" y="2442010"/>
                  </a:lnTo>
                  <a:lnTo>
                    <a:pt x="2669219" y="2427909"/>
                  </a:lnTo>
                  <a:lnTo>
                    <a:pt x="2670034" y="2495164"/>
                  </a:lnTo>
                  <a:lnTo>
                    <a:pt x="2670849" y="2583908"/>
                  </a:lnTo>
                  <a:lnTo>
                    <a:pt x="2671663" y="2703541"/>
                  </a:lnTo>
                  <a:lnTo>
                    <a:pt x="2672478" y="2840975"/>
                  </a:lnTo>
                  <a:lnTo>
                    <a:pt x="2673293" y="2919555"/>
                  </a:lnTo>
                  <a:lnTo>
                    <a:pt x="2674108" y="2879095"/>
                  </a:lnTo>
                  <a:lnTo>
                    <a:pt x="2674922" y="2735445"/>
                  </a:lnTo>
                  <a:lnTo>
                    <a:pt x="2675737" y="2589436"/>
                  </a:lnTo>
                  <a:lnTo>
                    <a:pt x="2676552" y="2472209"/>
                  </a:lnTo>
                  <a:lnTo>
                    <a:pt x="2677367" y="2373965"/>
                  </a:lnTo>
                  <a:lnTo>
                    <a:pt x="2678182" y="2353887"/>
                  </a:lnTo>
                  <a:lnTo>
                    <a:pt x="2678996" y="2383254"/>
                  </a:lnTo>
                  <a:lnTo>
                    <a:pt x="2679811" y="2438406"/>
                  </a:lnTo>
                  <a:lnTo>
                    <a:pt x="2680626" y="2427496"/>
                  </a:lnTo>
                  <a:lnTo>
                    <a:pt x="2681441" y="2340110"/>
                  </a:lnTo>
                  <a:lnTo>
                    <a:pt x="2682255" y="2337804"/>
                  </a:lnTo>
                  <a:lnTo>
                    <a:pt x="2683070" y="2345548"/>
                  </a:lnTo>
                  <a:lnTo>
                    <a:pt x="2683885" y="2331449"/>
                  </a:lnTo>
                  <a:lnTo>
                    <a:pt x="2684700" y="2300167"/>
                  </a:lnTo>
                  <a:lnTo>
                    <a:pt x="2685515" y="2323101"/>
                  </a:lnTo>
                  <a:lnTo>
                    <a:pt x="2686329" y="2411923"/>
                  </a:lnTo>
                  <a:lnTo>
                    <a:pt x="2687144" y="2399321"/>
                  </a:lnTo>
                  <a:lnTo>
                    <a:pt x="2687959" y="2358895"/>
                  </a:lnTo>
                  <a:lnTo>
                    <a:pt x="2688774" y="2294346"/>
                  </a:lnTo>
                  <a:lnTo>
                    <a:pt x="2689588" y="2279423"/>
                  </a:lnTo>
                  <a:lnTo>
                    <a:pt x="2690403" y="2307822"/>
                  </a:lnTo>
                  <a:lnTo>
                    <a:pt x="2691218" y="2323928"/>
                  </a:lnTo>
                  <a:lnTo>
                    <a:pt x="2692033" y="2306160"/>
                  </a:lnTo>
                  <a:lnTo>
                    <a:pt x="2692848" y="2290080"/>
                  </a:lnTo>
                  <a:lnTo>
                    <a:pt x="2693662" y="2302977"/>
                  </a:lnTo>
                  <a:lnTo>
                    <a:pt x="2694477" y="2252015"/>
                  </a:lnTo>
                  <a:lnTo>
                    <a:pt x="2695292" y="2154997"/>
                  </a:lnTo>
                  <a:lnTo>
                    <a:pt x="2696107" y="2014670"/>
                  </a:lnTo>
                  <a:lnTo>
                    <a:pt x="2696921" y="1892738"/>
                  </a:lnTo>
                  <a:lnTo>
                    <a:pt x="2697736" y="1779540"/>
                  </a:lnTo>
                  <a:lnTo>
                    <a:pt x="2698551" y="1718873"/>
                  </a:lnTo>
                  <a:lnTo>
                    <a:pt x="2699366" y="1739445"/>
                  </a:lnTo>
                  <a:lnTo>
                    <a:pt x="2700181" y="1831644"/>
                  </a:lnTo>
                  <a:lnTo>
                    <a:pt x="2700995" y="1964812"/>
                  </a:lnTo>
                  <a:lnTo>
                    <a:pt x="2701810" y="2085450"/>
                  </a:lnTo>
                  <a:lnTo>
                    <a:pt x="2702625" y="2138375"/>
                  </a:lnTo>
                  <a:lnTo>
                    <a:pt x="2703440" y="2133163"/>
                  </a:lnTo>
                  <a:lnTo>
                    <a:pt x="2704254" y="2223707"/>
                  </a:lnTo>
                  <a:lnTo>
                    <a:pt x="2705069" y="2219691"/>
                  </a:lnTo>
                  <a:lnTo>
                    <a:pt x="2705884" y="2183680"/>
                  </a:lnTo>
                  <a:lnTo>
                    <a:pt x="2706699" y="2306009"/>
                  </a:lnTo>
                  <a:lnTo>
                    <a:pt x="2707514" y="2489988"/>
                  </a:lnTo>
                  <a:lnTo>
                    <a:pt x="2708328" y="2630619"/>
                  </a:lnTo>
                  <a:lnTo>
                    <a:pt x="2709143" y="2587472"/>
                  </a:lnTo>
                  <a:lnTo>
                    <a:pt x="2709958" y="2549455"/>
                  </a:lnTo>
                  <a:lnTo>
                    <a:pt x="2710773" y="2565870"/>
                  </a:lnTo>
                  <a:lnTo>
                    <a:pt x="2711588" y="2523721"/>
                  </a:lnTo>
                  <a:lnTo>
                    <a:pt x="2712402" y="2376965"/>
                  </a:lnTo>
                  <a:lnTo>
                    <a:pt x="2713217" y="2319312"/>
                  </a:lnTo>
                  <a:lnTo>
                    <a:pt x="2714032" y="2423100"/>
                  </a:lnTo>
                  <a:lnTo>
                    <a:pt x="2714847" y="2529704"/>
                  </a:lnTo>
                  <a:lnTo>
                    <a:pt x="2715661" y="2592845"/>
                  </a:lnTo>
                  <a:lnTo>
                    <a:pt x="2716476" y="2620580"/>
                  </a:lnTo>
                  <a:lnTo>
                    <a:pt x="2717291" y="2722629"/>
                  </a:lnTo>
                  <a:lnTo>
                    <a:pt x="2718106" y="2790535"/>
                  </a:lnTo>
                  <a:lnTo>
                    <a:pt x="2718921" y="2790817"/>
                  </a:lnTo>
                  <a:lnTo>
                    <a:pt x="2719735" y="2746473"/>
                  </a:lnTo>
                  <a:lnTo>
                    <a:pt x="2720550" y="2645447"/>
                  </a:lnTo>
                  <a:lnTo>
                    <a:pt x="2721365" y="2547313"/>
                  </a:lnTo>
                  <a:lnTo>
                    <a:pt x="2722180" y="2516677"/>
                  </a:lnTo>
                  <a:lnTo>
                    <a:pt x="2722994" y="2543709"/>
                  </a:lnTo>
                  <a:lnTo>
                    <a:pt x="2723809" y="2510492"/>
                  </a:lnTo>
                  <a:lnTo>
                    <a:pt x="2724624" y="2492395"/>
                  </a:lnTo>
                  <a:lnTo>
                    <a:pt x="2725439" y="2454567"/>
                  </a:lnTo>
                  <a:lnTo>
                    <a:pt x="2726254" y="2457717"/>
                  </a:lnTo>
                  <a:lnTo>
                    <a:pt x="2727068" y="2458119"/>
                  </a:lnTo>
                  <a:lnTo>
                    <a:pt x="2727883" y="2362024"/>
                  </a:lnTo>
                  <a:lnTo>
                    <a:pt x="2728698" y="2310890"/>
                  </a:lnTo>
                  <a:lnTo>
                    <a:pt x="2729513" y="2385578"/>
                  </a:lnTo>
                  <a:lnTo>
                    <a:pt x="2730327" y="2445382"/>
                  </a:lnTo>
                  <a:lnTo>
                    <a:pt x="2731142" y="2397612"/>
                  </a:lnTo>
                  <a:lnTo>
                    <a:pt x="2731957" y="2266077"/>
                  </a:lnTo>
                  <a:lnTo>
                    <a:pt x="2732772" y="2245193"/>
                  </a:lnTo>
                  <a:lnTo>
                    <a:pt x="2733587" y="2309344"/>
                  </a:lnTo>
                  <a:lnTo>
                    <a:pt x="2734401" y="2142134"/>
                  </a:lnTo>
                  <a:lnTo>
                    <a:pt x="2735216" y="2026263"/>
                  </a:lnTo>
                  <a:lnTo>
                    <a:pt x="2736031" y="1952824"/>
                  </a:lnTo>
                  <a:lnTo>
                    <a:pt x="2736846" y="1901651"/>
                  </a:lnTo>
                  <a:lnTo>
                    <a:pt x="2737660" y="1879409"/>
                  </a:lnTo>
                  <a:lnTo>
                    <a:pt x="2738475" y="1872279"/>
                  </a:lnTo>
                  <a:lnTo>
                    <a:pt x="2739290" y="2073080"/>
                  </a:lnTo>
                  <a:lnTo>
                    <a:pt x="2740105" y="2331301"/>
                  </a:lnTo>
                  <a:lnTo>
                    <a:pt x="2740920" y="2571791"/>
                  </a:lnTo>
                  <a:lnTo>
                    <a:pt x="2741734" y="2728164"/>
                  </a:lnTo>
                  <a:lnTo>
                    <a:pt x="2742549" y="2690838"/>
                  </a:lnTo>
                  <a:lnTo>
                    <a:pt x="2743364" y="2507291"/>
                  </a:lnTo>
                  <a:lnTo>
                    <a:pt x="2744179" y="2410271"/>
                  </a:lnTo>
                  <a:lnTo>
                    <a:pt x="2744993" y="2459513"/>
                  </a:lnTo>
                  <a:lnTo>
                    <a:pt x="2745808" y="2378036"/>
                  </a:lnTo>
                  <a:lnTo>
                    <a:pt x="2746623" y="2317013"/>
                  </a:lnTo>
                  <a:lnTo>
                    <a:pt x="2747438" y="2439216"/>
                  </a:lnTo>
                  <a:lnTo>
                    <a:pt x="2748253" y="2669123"/>
                  </a:lnTo>
                  <a:lnTo>
                    <a:pt x="2749067" y="2708853"/>
                  </a:lnTo>
                  <a:lnTo>
                    <a:pt x="2749882" y="2613818"/>
                  </a:lnTo>
                  <a:lnTo>
                    <a:pt x="2750697" y="2685026"/>
                  </a:lnTo>
                  <a:lnTo>
                    <a:pt x="2751512" y="2715639"/>
                  </a:lnTo>
                  <a:lnTo>
                    <a:pt x="2752327" y="2583592"/>
                  </a:lnTo>
                  <a:lnTo>
                    <a:pt x="2753141" y="2408472"/>
                  </a:lnTo>
                  <a:lnTo>
                    <a:pt x="2753956" y="2333674"/>
                  </a:lnTo>
                  <a:lnTo>
                    <a:pt x="2754771" y="2242741"/>
                  </a:lnTo>
                  <a:lnTo>
                    <a:pt x="2755586" y="2154209"/>
                  </a:lnTo>
                  <a:lnTo>
                    <a:pt x="2756400" y="2110331"/>
                  </a:lnTo>
                  <a:lnTo>
                    <a:pt x="2757215" y="2138687"/>
                  </a:lnTo>
                  <a:lnTo>
                    <a:pt x="2758030" y="2163922"/>
                  </a:lnTo>
                  <a:lnTo>
                    <a:pt x="2758845" y="2129018"/>
                  </a:lnTo>
                  <a:lnTo>
                    <a:pt x="2759660" y="2104517"/>
                  </a:lnTo>
                  <a:lnTo>
                    <a:pt x="2760474" y="2113105"/>
                  </a:lnTo>
                  <a:lnTo>
                    <a:pt x="2761289" y="2215126"/>
                  </a:lnTo>
                  <a:lnTo>
                    <a:pt x="2762104" y="2361106"/>
                  </a:lnTo>
                  <a:lnTo>
                    <a:pt x="2762919" y="2456425"/>
                  </a:lnTo>
                  <a:lnTo>
                    <a:pt x="2763733" y="2432044"/>
                  </a:lnTo>
                  <a:lnTo>
                    <a:pt x="2764548" y="2371385"/>
                  </a:lnTo>
                  <a:lnTo>
                    <a:pt x="2765363" y="2316786"/>
                  </a:lnTo>
                  <a:lnTo>
                    <a:pt x="2766178" y="2302317"/>
                  </a:lnTo>
                  <a:lnTo>
                    <a:pt x="2766993" y="2288305"/>
                  </a:lnTo>
                  <a:lnTo>
                    <a:pt x="2767807" y="2243166"/>
                  </a:lnTo>
                  <a:lnTo>
                    <a:pt x="2768622" y="2289967"/>
                  </a:lnTo>
                  <a:lnTo>
                    <a:pt x="2769437" y="2341612"/>
                  </a:lnTo>
                  <a:lnTo>
                    <a:pt x="2770252" y="2380214"/>
                  </a:lnTo>
                  <a:lnTo>
                    <a:pt x="2771066" y="2406498"/>
                  </a:lnTo>
                  <a:lnTo>
                    <a:pt x="2771881" y="2354693"/>
                  </a:lnTo>
                  <a:lnTo>
                    <a:pt x="2772696" y="2355979"/>
                  </a:lnTo>
                  <a:lnTo>
                    <a:pt x="2773511" y="2475439"/>
                  </a:lnTo>
                  <a:lnTo>
                    <a:pt x="2774326" y="2611798"/>
                  </a:lnTo>
                  <a:lnTo>
                    <a:pt x="2775140" y="2612491"/>
                  </a:lnTo>
                  <a:lnTo>
                    <a:pt x="2775955" y="2492269"/>
                  </a:lnTo>
                  <a:lnTo>
                    <a:pt x="2776770" y="2391643"/>
                  </a:lnTo>
                  <a:lnTo>
                    <a:pt x="2777585" y="2281971"/>
                  </a:lnTo>
                  <a:lnTo>
                    <a:pt x="2778399" y="2117740"/>
                  </a:lnTo>
                  <a:lnTo>
                    <a:pt x="2779214" y="1934441"/>
                  </a:lnTo>
                  <a:lnTo>
                    <a:pt x="2780029" y="1906974"/>
                  </a:lnTo>
                  <a:lnTo>
                    <a:pt x="2780844" y="2052492"/>
                  </a:lnTo>
                  <a:lnTo>
                    <a:pt x="2781659" y="2235648"/>
                  </a:lnTo>
                  <a:lnTo>
                    <a:pt x="2782473" y="2354989"/>
                  </a:lnTo>
                  <a:lnTo>
                    <a:pt x="2783288" y="2376666"/>
                  </a:lnTo>
                  <a:lnTo>
                    <a:pt x="2784103" y="2371167"/>
                  </a:lnTo>
                  <a:lnTo>
                    <a:pt x="2784918" y="2281474"/>
                  </a:lnTo>
                  <a:lnTo>
                    <a:pt x="2785732" y="2139069"/>
                  </a:lnTo>
                  <a:lnTo>
                    <a:pt x="2786547" y="1995617"/>
                  </a:lnTo>
                  <a:lnTo>
                    <a:pt x="2787362" y="1881637"/>
                  </a:lnTo>
                  <a:lnTo>
                    <a:pt x="2788177" y="1946134"/>
                  </a:lnTo>
                  <a:lnTo>
                    <a:pt x="2788992" y="2115967"/>
                  </a:lnTo>
                  <a:lnTo>
                    <a:pt x="2789806" y="2243810"/>
                  </a:lnTo>
                  <a:lnTo>
                    <a:pt x="2790621" y="2225257"/>
                  </a:lnTo>
                  <a:lnTo>
                    <a:pt x="2791436" y="2156256"/>
                  </a:lnTo>
                  <a:lnTo>
                    <a:pt x="2792251" y="2068745"/>
                  </a:lnTo>
                  <a:lnTo>
                    <a:pt x="2793066" y="1964023"/>
                  </a:lnTo>
                  <a:lnTo>
                    <a:pt x="2793880" y="1932274"/>
                  </a:lnTo>
                  <a:lnTo>
                    <a:pt x="2794695" y="1963016"/>
                  </a:lnTo>
                  <a:lnTo>
                    <a:pt x="2795510" y="2077775"/>
                  </a:lnTo>
                  <a:lnTo>
                    <a:pt x="2796325" y="2210387"/>
                  </a:lnTo>
                  <a:lnTo>
                    <a:pt x="2797139" y="2349252"/>
                  </a:lnTo>
                  <a:lnTo>
                    <a:pt x="2797954" y="2436917"/>
                  </a:lnTo>
                  <a:lnTo>
                    <a:pt x="2798769" y="2415010"/>
                  </a:lnTo>
                  <a:lnTo>
                    <a:pt x="2799584" y="2398392"/>
                  </a:lnTo>
                  <a:lnTo>
                    <a:pt x="2800399" y="2404529"/>
                  </a:lnTo>
                  <a:lnTo>
                    <a:pt x="2801213" y="2373716"/>
                  </a:lnTo>
                  <a:lnTo>
                    <a:pt x="2802028" y="2405585"/>
                  </a:lnTo>
                  <a:lnTo>
                    <a:pt x="2802843" y="2482873"/>
                  </a:lnTo>
                  <a:lnTo>
                    <a:pt x="2803658" y="2523515"/>
                  </a:lnTo>
                  <a:lnTo>
                    <a:pt x="2804472" y="2566393"/>
                  </a:lnTo>
                  <a:lnTo>
                    <a:pt x="2805287" y="2531853"/>
                  </a:lnTo>
                  <a:lnTo>
                    <a:pt x="2806102" y="2567420"/>
                  </a:lnTo>
                  <a:lnTo>
                    <a:pt x="2806917" y="2620260"/>
                  </a:lnTo>
                  <a:lnTo>
                    <a:pt x="2807732" y="2593342"/>
                  </a:lnTo>
                  <a:lnTo>
                    <a:pt x="2808546" y="2642714"/>
                  </a:lnTo>
                  <a:lnTo>
                    <a:pt x="2809361" y="2632458"/>
                  </a:lnTo>
                  <a:lnTo>
                    <a:pt x="2810176" y="2602176"/>
                  </a:lnTo>
                  <a:lnTo>
                    <a:pt x="2810991" y="2533781"/>
                  </a:lnTo>
                  <a:lnTo>
                    <a:pt x="2811805" y="2461629"/>
                  </a:lnTo>
                  <a:lnTo>
                    <a:pt x="2812620" y="2389348"/>
                  </a:lnTo>
                  <a:lnTo>
                    <a:pt x="2813435" y="2270109"/>
                  </a:lnTo>
                  <a:lnTo>
                    <a:pt x="2814250" y="2217730"/>
                  </a:lnTo>
                  <a:lnTo>
                    <a:pt x="2815065" y="2222932"/>
                  </a:lnTo>
                  <a:lnTo>
                    <a:pt x="2815879" y="2249035"/>
                  </a:lnTo>
                  <a:lnTo>
                    <a:pt x="2816694" y="2287608"/>
                  </a:lnTo>
                  <a:lnTo>
                    <a:pt x="2817509" y="2301696"/>
                  </a:lnTo>
                  <a:lnTo>
                    <a:pt x="2818324" y="2380750"/>
                  </a:lnTo>
                  <a:lnTo>
                    <a:pt x="2819138" y="2452542"/>
                  </a:lnTo>
                  <a:lnTo>
                    <a:pt x="2819953" y="2513418"/>
                  </a:lnTo>
                  <a:lnTo>
                    <a:pt x="2820768" y="2477344"/>
                  </a:lnTo>
                  <a:lnTo>
                    <a:pt x="2821583" y="2353541"/>
                  </a:lnTo>
                  <a:lnTo>
                    <a:pt x="2822398" y="2260049"/>
                  </a:lnTo>
                  <a:lnTo>
                    <a:pt x="2823212" y="2142661"/>
                  </a:lnTo>
                  <a:lnTo>
                    <a:pt x="2824027" y="2059751"/>
                  </a:lnTo>
                  <a:lnTo>
                    <a:pt x="2824842" y="1973356"/>
                  </a:lnTo>
                  <a:lnTo>
                    <a:pt x="2825657" y="1986940"/>
                  </a:lnTo>
                  <a:lnTo>
                    <a:pt x="2826471" y="2056328"/>
                  </a:lnTo>
                  <a:lnTo>
                    <a:pt x="2827286" y="2101303"/>
                  </a:lnTo>
                  <a:lnTo>
                    <a:pt x="2828101" y="2147602"/>
                  </a:lnTo>
                  <a:lnTo>
                    <a:pt x="2828916" y="2103646"/>
                  </a:lnTo>
                  <a:lnTo>
                    <a:pt x="2829731" y="2165636"/>
                  </a:lnTo>
                  <a:lnTo>
                    <a:pt x="2830545" y="2260195"/>
                  </a:lnTo>
                  <a:lnTo>
                    <a:pt x="2831360" y="2278284"/>
                  </a:lnTo>
                  <a:lnTo>
                    <a:pt x="2832175" y="2258848"/>
                  </a:lnTo>
                  <a:lnTo>
                    <a:pt x="2832990" y="2249935"/>
                  </a:lnTo>
                  <a:lnTo>
                    <a:pt x="2833805" y="2341706"/>
                  </a:lnTo>
                  <a:lnTo>
                    <a:pt x="2834619" y="2424758"/>
                  </a:lnTo>
                  <a:lnTo>
                    <a:pt x="2835434" y="2510662"/>
                  </a:lnTo>
                  <a:lnTo>
                    <a:pt x="2836249" y="2580112"/>
                  </a:lnTo>
                  <a:lnTo>
                    <a:pt x="2837064" y="2716255"/>
                  </a:lnTo>
                  <a:lnTo>
                    <a:pt x="2837878" y="2824948"/>
                  </a:lnTo>
                  <a:lnTo>
                    <a:pt x="2838693" y="2817035"/>
                  </a:lnTo>
                  <a:lnTo>
                    <a:pt x="2839508" y="2676872"/>
                  </a:lnTo>
                  <a:lnTo>
                    <a:pt x="2840323" y="2590445"/>
                  </a:lnTo>
                  <a:lnTo>
                    <a:pt x="2841138" y="2532066"/>
                  </a:lnTo>
                  <a:lnTo>
                    <a:pt x="2841952" y="2458927"/>
                  </a:lnTo>
                  <a:lnTo>
                    <a:pt x="2842767" y="2450514"/>
                  </a:lnTo>
                  <a:lnTo>
                    <a:pt x="2843582" y="2504677"/>
                  </a:lnTo>
                  <a:lnTo>
                    <a:pt x="2844397" y="2540862"/>
                  </a:lnTo>
                  <a:lnTo>
                    <a:pt x="2845211" y="2450461"/>
                  </a:lnTo>
                  <a:lnTo>
                    <a:pt x="2846026" y="2427887"/>
                  </a:lnTo>
                  <a:lnTo>
                    <a:pt x="2846841" y="2503723"/>
                  </a:lnTo>
                  <a:lnTo>
                    <a:pt x="2847656" y="2439765"/>
                  </a:lnTo>
                  <a:lnTo>
                    <a:pt x="2848471" y="2322193"/>
                  </a:lnTo>
                  <a:lnTo>
                    <a:pt x="2849285" y="2220863"/>
                  </a:lnTo>
                  <a:lnTo>
                    <a:pt x="2850100" y="2140012"/>
                  </a:lnTo>
                  <a:lnTo>
                    <a:pt x="2850915" y="2019240"/>
                  </a:lnTo>
                  <a:lnTo>
                    <a:pt x="2851730" y="1855061"/>
                  </a:lnTo>
                  <a:lnTo>
                    <a:pt x="2852544" y="1740594"/>
                  </a:lnTo>
                  <a:lnTo>
                    <a:pt x="2853359" y="1632552"/>
                  </a:lnTo>
                  <a:lnTo>
                    <a:pt x="2854174" y="1553585"/>
                  </a:lnTo>
                  <a:lnTo>
                    <a:pt x="2854989" y="1487156"/>
                  </a:lnTo>
                  <a:lnTo>
                    <a:pt x="2855804" y="1470281"/>
                  </a:lnTo>
                  <a:lnTo>
                    <a:pt x="2856618" y="1480100"/>
                  </a:lnTo>
                  <a:lnTo>
                    <a:pt x="2857433" y="1524496"/>
                  </a:lnTo>
                  <a:lnTo>
                    <a:pt x="2858248" y="1645901"/>
                  </a:lnTo>
                  <a:lnTo>
                    <a:pt x="2859063" y="1776157"/>
                  </a:lnTo>
                  <a:lnTo>
                    <a:pt x="2859877" y="1876572"/>
                  </a:lnTo>
                  <a:lnTo>
                    <a:pt x="2860692" y="1917946"/>
                  </a:lnTo>
                  <a:lnTo>
                    <a:pt x="2861507" y="1889421"/>
                  </a:lnTo>
                  <a:lnTo>
                    <a:pt x="2862322" y="1802658"/>
                  </a:lnTo>
                  <a:lnTo>
                    <a:pt x="2863137" y="1731997"/>
                  </a:lnTo>
                  <a:lnTo>
                    <a:pt x="2863951" y="1674035"/>
                  </a:lnTo>
                  <a:lnTo>
                    <a:pt x="2864766" y="1598556"/>
                  </a:lnTo>
                  <a:lnTo>
                    <a:pt x="2865581" y="1576508"/>
                  </a:lnTo>
                  <a:lnTo>
                    <a:pt x="2866396" y="1533563"/>
                  </a:lnTo>
                  <a:lnTo>
                    <a:pt x="2867210" y="1625572"/>
                  </a:lnTo>
                  <a:lnTo>
                    <a:pt x="2868025" y="1781776"/>
                  </a:lnTo>
                  <a:lnTo>
                    <a:pt x="2868840" y="1912930"/>
                  </a:lnTo>
                  <a:lnTo>
                    <a:pt x="2869655" y="2062100"/>
                  </a:lnTo>
                  <a:lnTo>
                    <a:pt x="2870470" y="2215363"/>
                  </a:lnTo>
                  <a:lnTo>
                    <a:pt x="2871284" y="2282956"/>
                  </a:lnTo>
                  <a:lnTo>
                    <a:pt x="2872099" y="2333513"/>
                  </a:lnTo>
                  <a:lnTo>
                    <a:pt x="2872914" y="2328837"/>
                  </a:lnTo>
                  <a:lnTo>
                    <a:pt x="2873729" y="2260010"/>
                  </a:lnTo>
                  <a:lnTo>
                    <a:pt x="2874544" y="2188410"/>
                  </a:lnTo>
                  <a:lnTo>
                    <a:pt x="2875358" y="2110324"/>
                  </a:lnTo>
                  <a:lnTo>
                    <a:pt x="2876173" y="2113312"/>
                  </a:lnTo>
                  <a:lnTo>
                    <a:pt x="2876988" y="2125164"/>
                  </a:lnTo>
                  <a:lnTo>
                    <a:pt x="2877803" y="2168829"/>
                  </a:lnTo>
                  <a:lnTo>
                    <a:pt x="2878617" y="2259398"/>
                  </a:lnTo>
                  <a:lnTo>
                    <a:pt x="2879432" y="2250619"/>
                  </a:lnTo>
                  <a:lnTo>
                    <a:pt x="2880247" y="2191962"/>
                  </a:lnTo>
                  <a:lnTo>
                    <a:pt x="2881062" y="2265629"/>
                  </a:lnTo>
                  <a:lnTo>
                    <a:pt x="2881877" y="2303619"/>
                  </a:lnTo>
                  <a:lnTo>
                    <a:pt x="2882691" y="2212094"/>
                  </a:lnTo>
                  <a:lnTo>
                    <a:pt x="2883506" y="2178657"/>
                  </a:lnTo>
                  <a:lnTo>
                    <a:pt x="2884321" y="2343346"/>
                  </a:lnTo>
                  <a:lnTo>
                    <a:pt x="2885136" y="2477135"/>
                  </a:lnTo>
                  <a:lnTo>
                    <a:pt x="2885950" y="2435216"/>
                  </a:lnTo>
                  <a:lnTo>
                    <a:pt x="2886765" y="2289697"/>
                  </a:lnTo>
                  <a:lnTo>
                    <a:pt x="2887580" y="2188409"/>
                  </a:lnTo>
                  <a:lnTo>
                    <a:pt x="2888395" y="2130941"/>
                  </a:lnTo>
                  <a:lnTo>
                    <a:pt x="2889210" y="2050000"/>
                  </a:lnTo>
                  <a:lnTo>
                    <a:pt x="2890024" y="2104076"/>
                  </a:lnTo>
                  <a:lnTo>
                    <a:pt x="2890839" y="2176834"/>
                  </a:lnTo>
                  <a:lnTo>
                    <a:pt x="2891654" y="2293094"/>
                  </a:lnTo>
                  <a:lnTo>
                    <a:pt x="2892469" y="2427786"/>
                  </a:lnTo>
                  <a:lnTo>
                    <a:pt x="2893283" y="2478961"/>
                  </a:lnTo>
                  <a:lnTo>
                    <a:pt x="2894098" y="2482194"/>
                  </a:lnTo>
                  <a:lnTo>
                    <a:pt x="2894913" y="2424187"/>
                  </a:lnTo>
                  <a:lnTo>
                    <a:pt x="2895728" y="2456996"/>
                  </a:lnTo>
                  <a:lnTo>
                    <a:pt x="2896543" y="2418956"/>
                  </a:lnTo>
                  <a:lnTo>
                    <a:pt x="2897357" y="2338318"/>
                  </a:lnTo>
                  <a:lnTo>
                    <a:pt x="2898172" y="2292693"/>
                  </a:lnTo>
                  <a:lnTo>
                    <a:pt x="2898987" y="2251918"/>
                  </a:lnTo>
                  <a:lnTo>
                    <a:pt x="2899802" y="2201968"/>
                  </a:lnTo>
                  <a:lnTo>
                    <a:pt x="2900616" y="2130871"/>
                  </a:lnTo>
                  <a:lnTo>
                    <a:pt x="2901431" y="2167941"/>
                  </a:lnTo>
                  <a:lnTo>
                    <a:pt x="2902246" y="2214307"/>
                  </a:lnTo>
                  <a:lnTo>
                    <a:pt x="2903061" y="2393430"/>
                  </a:lnTo>
                  <a:lnTo>
                    <a:pt x="2903876" y="2592856"/>
                  </a:lnTo>
                  <a:lnTo>
                    <a:pt x="2904690" y="2752173"/>
                  </a:lnTo>
                  <a:lnTo>
                    <a:pt x="2905505" y="2891831"/>
                  </a:lnTo>
                  <a:lnTo>
                    <a:pt x="2906320" y="2918801"/>
                  </a:lnTo>
                  <a:lnTo>
                    <a:pt x="2907135" y="2961900"/>
                  </a:lnTo>
                  <a:lnTo>
                    <a:pt x="2907950" y="2881673"/>
                  </a:lnTo>
                  <a:lnTo>
                    <a:pt x="2908764" y="2745429"/>
                  </a:lnTo>
                  <a:lnTo>
                    <a:pt x="2909579" y="2580650"/>
                  </a:lnTo>
                  <a:lnTo>
                    <a:pt x="2910394" y="2449909"/>
                  </a:lnTo>
                  <a:lnTo>
                    <a:pt x="2911209" y="2498988"/>
                  </a:lnTo>
                  <a:lnTo>
                    <a:pt x="2912023" y="2573008"/>
                  </a:lnTo>
                  <a:lnTo>
                    <a:pt x="2912838" y="2570780"/>
                  </a:lnTo>
                  <a:lnTo>
                    <a:pt x="2913653" y="2589141"/>
                  </a:lnTo>
                  <a:lnTo>
                    <a:pt x="2914468" y="2683319"/>
                  </a:lnTo>
                  <a:lnTo>
                    <a:pt x="2915283" y="2672636"/>
                  </a:lnTo>
                  <a:lnTo>
                    <a:pt x="2916097" y="2543760"/>
                  </a:lnTo>
                  <a:lnTo>
                    <a:pt x="2916912" y="2394787"/>
                  </a:lnTo>
                  <a:lnTo>
                    <a:pt x="2917727" y="2273691"/>
                  </a:lnTo>
                  <a:lnTo>
                    <a:pt x="2918542" y="2109635"/>
                  </a:lnTo>
                  <a:lnTo>
                    <a:pt x="2919356" y="1994882"/>
                  </a:lnTo>
                  <a:lnTo>
                    <a:pt x="2920171" y="1901405"/>
                  </a:lnTo>
                  <a:lnTo>
                    <a:pt x="2920986" y="1754485"/>
                  </a:lnTo>
                  <a:lnTo>
                    <a:pt x="2921801" y="1680396"/>
                  </a:lnTo>
                  <a:lnTo>
                    <a:pt x="2922616" y="1793010"/>
                  </a:lnTo>
                  <a:lnTo>
                    <a:pt x="2923430" y="1955478"/>
                  </a:lnTo>
                  <a:lnTo>
                    <a:pt x="2924245" y="2010290"/>
                  </a:lnTo>
                  <a:lnTo>
                    <a:pt x="2925060" y="2137636"/>
                  </a:lnTo>
                  <a:lnTo>
                    <a:pt x="2925875" y="2330578"/>
                  </a:lnTo>
                  <a:lnTo>
                    <a:pt x="2926689" y="2397050"/>
                  </a:lnTo>
                  <a:lnTo>
                    <a:pt x="2927504" y="2239391"/>
                  </a:lnTo>
                  <a:lnTo>
                    <a:pt x="2928319" y="2047024"/>
                  </a:lnTo>
                  <a:lnTo>
                    <a:pt x="2929134" y="2074970"/>
                  </a:lnTo>
                  <a:lnTo>
                    <a:pt x="2929949" y="2138366"/>
                  </a:lnTo>
                  <a:lnTo>
                    <a:pt x="2930763" y="2166929"/>
                  </a:lnTo>
                  <a:lnTo>
                    <a:pt x="2931578" y="2192060"/>
                  </a:lnTo>
                  <a:lnTo>
                    <a:pt x="2932393" y="2270342"/>
                  </a:lnTo>
                  <a:lnTo>
                    <a:pt x="2933208" y="2380544"/>
                  </a:lnTo>
                  <a:lnTo>
                    <a:pt x="2934022" y="2374561"/>
                  </a:lnTo>
                  <a:lnTo>
                    <a:pt x="2934837" y="2307340"/>
                  </a:lnTo>
                  <a:lnTo>
                    <a:pt x="2935652" y="2184637"/>
                  </a:lnTo>
                  <a:lnTo>
                    <a:pt x="2936467" y="2162406"/>
                  </a:lnTo>
                  <a:lnTo>
                    <a:pt x="2937282" y="2175768"/>
                  </a:lnTo>
                  <a:lnTo>
                    <a:pt x="2938096" y="2242950"/>
                  </a:lnTo>
                  <a:lnTo>
                    <a:pt x="2938911" y="2304276"/>
                  </a:lnTo>
                  <a:lnTo>
                    <a:pt x="2939726" y="2293441"/>
                  </a:lnTo>
                  <a:lnTo>
                    <a:pt x="2940541" y="2296416"/>
                  </a:lnTo>
                  <a:lnTo>
                    <a:pt x="2941355" y="2223689"/>
                  </a:lnTo>
                  <a:lnTo>
                    <a:pt x="2942170" y="2196489"/>
                  </a:lnTo>
                  <a:lnTo>
                    <a:pt x="2942985" y="2206437"/>
                  </a:lnTo>
                  <a:lnTo>
                    <a:pt x="2943800" y="2235834"/>
                  </a:lnTo>
                  <a:lnTo>
                    <a:pt x="2944615" y="2351229"/>
                  </a:lnTo>
                  <a:lnTo>
                    <a:pt x="2945429" y="2485365"/>
                  </a:lnTo>
                  <a:lnTo>
                    <a:pt x="2946244" y="2681772"/>
                  </a:lnTo>
                  <a:lnTo>
                    <a:pt x="2947059" y="2770308"/>
                  </a:lnTo>
                  <a:lnTo>
                    <a:pt x="2947874" y="2685898"/>
                  </a:lnTo>
                  <a:lnTo>
                    <a:pt x="2948689" y="2581668"/>
                  </a:lnTo>
                  <a:lnTo>
                    <a:pt x="2949503" y="2536712"/>
                  </a:lnTo>
                  <a:lnTo>
                    <a:pt x="2950318" y="2588709"/>
                  </a:lnTo>
                  <a:lnTo>
                    <a:pt x="2951133" y="2611132"/>
                  </a:lnTo>
                  <a:lnTo>
                    <a:pt x="2951948" y="2635186"/>
                  </a:lnTo>
                  <a:lnTo>
                    <a:pt x="2952762" y="2722653"/>
                  </a:lnTo>
                  <a:lnTo>
                    <a:pt x="2953577" y="2820873"/>
                  </a:lnTo>
                  <a:lnTo>
                    <a:pt x="2954392" y="2784346"/>
                  </a:lnTo>
                  <a:lnTo>
                    <a:pt x="2955207" y="2691272"/>
                  </a:lnTo>
                  <a:lnTo>
                    <a:pt x="2956022" y="2591276"/>
                  </a:lnTo>
                  <a:lnTo>
                    <a:pt x="2956836" y="2629656"/>
                  </a:lnTo>
                  <a:lnTo>
                    <a:pt x="2957651" y="2639170"/>
                  </a:lnTo>
                  <a:lnTo>
                    <a:pt x="2958466" y="2602890"/>
                  </a:lnTo>
                  <a:lnTo>
                    <a:pt x="2959281" y="2601839"/>
                  </a:lnTo>
                  <a:lnTo>
                    <a:pt x="2960095" y="2562730"/>
                  </a:lnTo>
                  <a:lnTo>
                    <a:pt x="2960910" y="2607454"/>
                  </a:lnTo>
                  <a:lnTo>
                    <a:pt x="2961725" y="2627614"/>
                  </a:lnTo>
                  <a:lnTo>
                    <a:pt x="2962540" y="2709256"/>
                  </a:lnTo>
                  <a:lnTo>
                    <a:pt x="2963355" y="2741677"/>
                  </a:lnTo>
                  <a:lnTo>
                    <a:pt x="2964169" y="2766042"/>
                  </a:lnTo>
                  <a:lnTo>
                    <a:pt x="2964984" y="2812811"/>
                  </a:lnTo>
                  <a:lnTo>
                    <a:pt x="2965799" y="2736610"/>
                  </a:lnTo>
                  <a:lnTo>
                    <a:pt x="2966614" y="2687487"/>
                  </a:lnTo>
                  <a:lnTo>
                    <a:pt x="2967428" y="2616206"/>
                  </a:lnTo>
                  <a:lnTo>
                    <a:pt x="2968243" y="2505574"/>
                  </a:lnTo>
                  <a:lnTo>
                    <a:pt x="2969058" y="2483469"/>
                  </a:lnTo>
                  <a:lnTo>
                    <a:pt x="2969873" y="2461920"/>
                  </a:lnTo>
                  <a:lnTo>
                    <a:pt x="2970688" y="2529703"/>
                  </a:lnTo>
                  <a:lnTo>
                    <a:pt x="2971502" y="2526728"/>
                  </a:lnTo>
                  <a:lnTo>
                    <a:pt x="2972317" y="2603577"/>
                  </a:lnTo>
                  <a:lnTo>
                    <a:pt x="2973132" y="2748614"/>
                  </a:lnTo>
                  <a:lnTo>
                    <a:pt x="2973947" y="2741515"/>
                  </a:lnTo>
                  <a:lnTo>
                    <a:pt x="2974761" y="2809056"/>
                  </a:lnTo>
                  <a:lnTo>
                    <a:pt x="2975576" y="2848322"/>
                  </a:lnTo>
                  <a:lnTo>
                    <a:pt x="2976391" y="2873509"/>
                  </a:lnTo>
                  <a:lnTo>
                    <a:pt x="2977206" y="2876170"/>
                  </a:lnTo>
                  <a:lnTo>
                    <a:pt x="2978021" y="2909243"/>
                  </a:lnTo>
                  <a:lnTo>
                    <a:pt x="2978835" y="3076925"/>
                  </a:lnTo>
                  <a:lnTo>
                    <a:pt x="2979650" y="3116972"/>
                  </a:lnTo>
                  <a:lnTo>
                    <a:pt x="2980465" y="3116972"/>
                  </a:lnTo>
                  <a:lnTo>
                    <a:pt x="2981280" y="3116972"/>
                  </a:lnTo>
                  <a:lnTo>
                    <a:pt x="2982094" y="3116972"/>
                  </a:lnTo>
                  <a:lnTo>
                    <a:pt x="2982909" y="3116972"/>
                  </a:lnTo>
                  <a:lnTo>
                    <a:pt x="2983724" y="3116972"/>
                  </a:lnTo>
                  <a:lnTo>
                    <a:pt x="2984539" y="3116972"/>
                  </a:lnTo>
                  <a:lnTo>
                    <a:pt x="2985354" y="3116972"/>
                  </a:lnTo>
                  <a:lnTo>
                    <a:pt x="2986168" y="3116972"/>
                  </a:lnTo>
                  <a:lnTo>
                    <a:pt x="2986983" y="3116972"/>
                  </a:lnTo>
                  <a:lnTo>
                    <a:pt x="2987798" y="3116972"/>
                  </a:lnTo>
                  <a:lnTo>
                    <a:pt x="2988613" y="3116972"/>
                  </a:lnTo>
                  <a:lnTo>
                    <a:pt x="2989428" y="3116972"/>
                  </a:lnTo>
                  <a:lnTo>
                    <a:pt x="2990242" y="3116972"/>
                  </a:lnTo>
                  <a:lnTo>
                    <a:pt x="2991057" y="3116972"/>
                  </a:lnTo>
                  <a:lnTo>
                    <a:pt x="2991872" y="3116972"/>
                  </a:lnTo>
                  <a:lnTo>
                    <a:pt x="2992687" y="3116972"/>
                  </a:lnTo>
                  <a:lnTo>
                    <a:pt x="2993501" y="3116972"/>
                  </a:lnTo>
                  <a:lnTo>
                    <a:pt x="2994316" y="3116972"/>
                  </a:lnTo>
                  <a:lnTo>
                    <a:pt x="2995131" y="3116972"/>
                  </a:lnTo>
                  <a:lnTo>
                    <a:pt x="2995946" y="3116972"/>
                  </a:lnTo>
                  <a:lnTo>
                    <a:pt x="2996761" y="3116972"/>
                  </a:lnTo>
                  <a:lnTo>
                    <a:pt x="2997575" y="3116972"/>
                  </a:lnTo>
                  <a:lnTo>
                    <a:pt x="2998390" y="3116972"/>
                  </a:lnTo>
                  <a:lnTo>
                    <a:pt x="2999205" y="2954478"/>
                  </a:lnTo>
                  <a:lnTo>
                    <a:pt x="3000020" y="2849198"/>
                  </a:lnTo>
                  <a:lnTo>
                    <a:pt x="3000834" y="2830981"/>
                  </a:lnTo>
                  <a:lnTo>
                    <a:pt x="3001649" y="2893954"/>
                  </a:lnTo>
                  <a:lnTo>
                    <a:pt x="3002464" y="3035315"/>
                  </a:lnTo>
                  <a:lnTo>
                    <a:pt x="3003279" y="3116972"/>
                  </a:lnTo>
                  <a:lnTo>
                    <a:pt x="3004094" y="3116972"/>
                  </a:lnTo>
                  <a:lnTo>
                    <a:pt x="3004908" y="3116972"/>
                  </a:lnTo>
                  <a:lnTo>
                    <a:pt x="3005723" y="3116972"/>
                  </a:lnTo>
                  <a:lnTo>
                    <a:pt x="3006538" y="3116972"/>
                  </a:lnTo>
                  <a:lnTo>
                    <a:pt x="3007353" y="3116972"/>
                  </a:lnTo>
                  <a:lnTo>
                    <a:pt x="3008167" y="3116972"/>
                  </a:lnTo>
                  <a:lnTo>
                    <a:pt x="3008982" y="3116972"/>
                  </a:lnTo>
                  <a:lnTo>
                    <a:pt x="3009797" y="3116972"/>
                  </a:lnTo>
                  <a:lnTo>
                    <a:pt x="3010612" y="3116972"/>
                  </a:lnTo>
                  <a:lnTo>
                    <a:pt x="3011427" y="3116972"/>
                  </a:lnTo>
                  <a:lnTo>
                    <a:pt x="3012241" y="3116972"/>
                  </a:lnTo>
                  <a:lnTo>
                    <a:pt x="3013056" y="3116972"/>
                  </a:lnTo>
                  <a:lnTo>
                    <a:pt x="3013871" y="3116972"/>
                  </a:lnTo>
                  <a:lnTo>
                    <a:pt x="3014686" y="3116972"/>
                  </a:lnTo>
                  <a:lnTo>
                    <a:pt x="3015500" y="3049422"/>
                  </a:lnTo>
                  <a:lnTo>
                    <a:pt x="3016315" y="3014365"/>
                  </a:lnTo>
                  <a:lnTo>
                    <a:pt x="3017130" y="3066197"/>
                  </a:lnTo>
                  <a:lnTo>
                    <a:pt x="3017945" y="3111826"/>
                  </a:lnTo>
                  <a:lnTo>
                    <a:pt x="3018760" y="3114534"/>
                  </a:lnTo>
                  <a:lnTo>
                    <a:pt x="3019574" y="3116972"/>
                  </a:lnTo>
                  <a:lnTo>
                    <a:pt x="3020389" y="3116972"/>
                  </a:lnTo>
                  <a:lnTo>
                    <a:pt x="3021204" y="3116972"/>
                  </a:lnTo>
                  <a:lnTo>
                    <a:pt x="3022019" y="3116972"/>
                  </a:lnTo>
                  <a:lnTo>
                    <a:pt x="3022833" y="3116972"/>
                  </a:lnTo>
                  <a:lnTo>
                    <a:pt x="3023648" y="3116972"/>
                  </a:lnTo>
                  <a:lnTo>
                    <a:pt x="3024463" y="3116972"/>
                  </a:lnTo>
                  <a:lnTo>
                    <a:pt x="3025278" y="3116972"/>
                  </a:lnTo>
                  <a:lnTo>
                    <a:pt x="3026093" y="3067590"/>
                  </a:lnTo>
                  <a:lnTo>
                    <a:pt x="3026907" y="3058242"/>
                  </a:lnTo>
                  <a:lnTo>
                    <a:pt x="3027722" y="3058242"/>
                  </a:lnTo>
                  <a:lnTo>
                    <a:pt x="3028537" y="3058242"/>
                  </a:lnTo>
                  <a:lnTo>
                    <a:pt x="3029352" y="3069844"/>
                  </a:lnTo>
                  <a:lnTo>
                    <a:pt x="3030167" y="3105737"/>
                  </a:lnTo>
                  <a:lnTo>
                    <a:pt x="3030981" y="3116972"/>
                  </a:lnTo>
                  <a:lnTo>
                    <a:pt x="3031796" y="3116972"/>
                  </a:lnTo>
                  <a:lnTo>
                    <a:pt x="3032611" y="3116972"/>
                  </a:lnTo>
                  <a:lnTo>
                    <a:pt x="3033426" y="3116972"/>
                  </a:lnTo>
                  <a:lnTo>
                    <a:pt x="3034240" y="3116972"/>
                  </a:lnTo>
                  <a:lnTo>
                    <a:pt x="3035055" y="3116972"/>
                  </a:lnTo>
                  <a:lnTo>
                    <a:pt x="3035870" y="3116972"/>
                  </a:lnTo>
                  <a:lnTo>
                    <a:pt x="3036685" y="3116972"/>
                  </a:lnTo>
                  <a:lnTo>
                    <a:pt x="3037500" y="3116972"/>
                  </a:lnTo>
                  <a:lnTo>
                    <a:pt x="3038314" y="3116972"/>
                  </a:lnTo>
                  <a:lnTo>
                    <a:pt x="3039129" y="3116972"/>
                  </a:lnTo>
                  <a:lnTo>
                    <a:pt x="3039944" y="3084202"/>
                  </a:lnTo>
                  <a:lnTo>
                    <a:pt x="3040759" y="3058242"/>
                  </a:lnTo>
                  <a:lnTo>
                    <a:pt x="3041573" y="3048188"/>
                  </a:lnTo>
                  <a:lnTo>
                    <a:pt x="3042388" y="3006982"/>
                  </a:lnTo>
                  <a:lnTo>
                    <a:pt x="3043203" y="2981578"/>
                  </a:lnTo>
                  <a:lnTo>
                    <a:pt x="3044018" y="3011456"/>
                  </a:lnTo>
                  <a:lnTo>
                    <a:pt x="3044833" y="3026753"/>
                  </a:lnTo>
                  <a:lnTo>
                    <a:pt x="3045647" y="3026753"/>
                  </a:lnTo>
                  <a:lnTo>
                    <a:pt x="3046462" y="3036807"/>
                  </a:lnTo>
                  <a:lnTo>
                    <a:pt x="3047277" y="3071025"/>
                  </a:lnTo>
                  <a:lnTo>
                    <a:pt x="3048092" y="3042458"/>
                  </a:lnTo>
                  <a:lnTo>
                    <a:pt x="3048906" y="2980898"/>
                  </a:lnTo>
                  <a:lnTo>
                    <a:pt x="3049721" y="2951970"/>
                  </a:lnTo>
                  <a:lnTo>
                    <a:pt x="3050536" y="2919616"/>
                  </a:lnTo>
                  <a:lnTo>
                    <a:pt x="3051351" y="2899957"/>
                  </a:lnTo>
                  <a:lnTo>
                    <a:pt x="3052166" y="2875355"/>
                  </a:lnTo>
                  <a:lnTo>
                    <a:pt x="3052980" y="2929329"/>
                  </a:lnTo>
                  <a:lnTo>
                    <a:pt x="3053795" y="2961010"/>
                  </a:lnTo>
                  <a:lnTo>
                    <a:pt x="3054610" y="2974640"/>
                  </a:lnTo>
                  <a:lnTo>
                    <a:pt x="3055425" y="2984170"/>
                  </a:lnTo>
                  <a:lnTo>
                    <a:pt x="3056239" y="2949189"/>
                  </a:lnTo>
                  <a:lnTo>
                    <a:pt x="3057054" y="2964601"/>
                  </a:lnTo>
                  <a:lnTo>
                    <a:pt x="3057869" y="2964603"/>
                  </a:lnTo>
                  <a:lnTo>
                    <a:pt x="3058684" y="2964603"/>
                  </a:lnTo>
                  <a:lnTo>
                    <a:pt x="3059499" y="2964604"/>
                  </a:lnTo>
                  <a:lnTo>
                    <a:pt x="3060313" y="2987425"/>
                  </a:lnTo>
                  <a:lnTo>
                    <a:pt x="3061128" y="3042066"/>
                  </a:lnTo>
                  <a:lnTo>
                    <a:pt x="3061943" y="3058242"/>
                  </a:lnTo>
                  <a:lnTo>
                    <a:pt x="3062758" y="3058242"/>
                  </a:lnTo>
                  <a:lnTo>
                    <a:pt x="3063572" y="3058242"/>
                  </a:lnTo>
                  <a:lnTo>
                    <a:pt x="3064387" y="3058242"/>
                  </a:lnTo>
                  <a:lnTo>
                    <a:pt x="3065202" y="3061777"/>
                  </a:lnTo>
                  <a:lnTo>
                    <a:pt x="3066017" y="3045519"/>
                  </a:lnTo>
                  <a:lnTo>
                    <a:pt x="3066832" y="3021192"/>
                  </a:lnTo>
                  <a:lnTo>
                    <a:pt x="3067646" y="3021193"/>
                  </a:lnTo>
                  <a:lnTo>
                    <a:pt x="3068461" y="3039195"/>
                  </a:lnTo>
                  <a:lnTo>
                    <a:pt x="3069276" y="3072622"/>
                  </a:lnTo>
                  <a:lnTo>
                    <a:pt x="3070091" y="3104603"/>
                  </a:lnTo>
                  <a:lnTo>
                    <a:pt x="3070906" y="3116972"/>
                  </a:lnTo>
                  <a:lnTo>
                    <a:pt x="3071720" y="3116972"/>
                  </a:lnTo>
                  <a:lnTo>
                    <a:pt x="3072535" y="3116972"/>
                  </a:lnTo>
                  <a:lnTo>
                    <a:pt x="3073350" y="3116972"/>
                  </a:lnTo>
                  <a:lnTo>
                    <a:pt x="3074165" y="3116972"/>
                  </a:lnTo>
                  <a:lnTo>
                    <a:pt x="3074979" y="3116972"/>
                  </a:lnTo>
                  <a:lnTo>
                    <a:pt x="3075794" y="3116972"/>
                  </a:lnTo>
                  <a:lnTo>
                    <a:pt x="3076609" y="3116972"/>
                  </a:lnTo>
                  <a:lnTo>
                    <a:pt x="3077424" y="3018818"/>
                  </a:lnTo>
                  <a:lnTo>
                    <a:pt x="3078239" y="2947558"/>
                  </a:lnTo>
                  <a:lnTo>
                    <a:pt x="3079053" y="2892175"/>
                  </a:lnTo>
                  <a:lnTo>
                    <a:pt x="3079868" y="2878676"/>
                  </a:lnTo>
                  <a:lnTo>
                    <a:pt x="3080683" y="2913422"/>
                  </a:lnTo>
                  <a:lnTo>
                    <a:pt x="3081498" y="2962011"/>
                  </a:lnTo>
                  <a:lnTo>
                    <a:pt x="3082312" y="3012627"/>
                  </a:lnTo>
                  <a:lnTo>
                    <a:pt x="3083127" y="3039585"/>
                  </a:lnTo>
                  <a:lnTo>
                    <a:pt x="3083942" y="3116972"/>
                  </a:lnTo>
                  <a:lnTo>
                    <a:pt x="3084757" y="3116972"/>
                  </a:lnTo>
                  <a:lnTo>
                    <a:pt x="3085572" y="3116972"/>
                  </a:lnTo>
                  <a:lnTo>
                    <a:pt x="3086386" y="3116972"/>
                  </a:lnTo>
                  <a:lnTo>
                    <a:pt x="3087201" y="3116972"/>
                  </a:lnTo>
                  <a:lnTo>
                    <a:pt x="3088016" y="3116972"/>
                  </a:lnTo>
                  <a:lnTo>
                    <a:pt x="3088831" y="3116972"/>
                  </a:lnTo>
                  <a:lnTo>
                    <a:pt x="3089645" y="3034379"/>
                  </a:lnTo>
                  <a:lnTo>
                    <a:pt x="3090460" y="2887265"/>
                  </a:lnTo>
                  <a:lnTo>
                    <a:pt x="3091275" y="2843970"/>
                  </a:lnTo>
                  <a:lnTo>
                    <a:pt x="3092090" y="2850479"/>
                  </a:lnTo>
                  <a:lnTo>
                    <a:pt x="3092905" y="2867183"/>
                  </a:lnTo>
                  <a:lnTo>
                    <a:pt x="3093719" y="2876811"/>
                  </a:lnTo>
                  <a:lnTo>
                    <a:pt x="3094534" y="2925807"/>
                  </a:lnTo>
                  <a:lnTo>
                    <a:pt x="3095349" y="3017550"/>
                  </a:lnTo>
                  <a:lnTo>
                    <a:pt x="3096164" y="3058242"/>
                  </a:lnTo>
                  <a:lnTo>
                    <a:pt x="3096978" y="3057895"/>
                  </a:lnTo>
                  <a:lnTo>
                    <a:pt x="3097793" y="3000320"/>
                  </a:lnTo>
                  <a:lnTo>
                    <a:pt x="3098608" y="2967159"/>
                  </a:lnTo>
                  <a:lnTo>
                    <a:pt x="3099423" y="2967159"/>
                  </a:lnTo>
                  <a:lnTo>
                    <a:pt x="3100238" y="2967159"/>
                  </a:lnTo>
                  <a:lnTo>
                    <a:pt x="3101052" y="2967160"/>
                  </a:lnTo>
                  <a:lnTo>
                    <a:pt x="3101867" y="2991161"/>
                  </a:lnTo>
                  <a:lnTo>
                    <a:pt x="3102682" y="3074706"/>
                  </a:lnTo>
                  <a:lnTo>
                    <a:pt x="3103497" y="3081443"/>
                  </a:lnTo>
                  <a:lnTo>
                    <a:pt x="3104311" y="3090058"/>
                  </a:lnTo>
                  <a:lnTo>
                    <a:pt x="3105126" y="3116972"/>
                  </a:lnTo>
                  <a:lnTo>
                    <a:pt x="3105941" y="3116972"/>
                  </a:lnTo>
                  <a:lnTo>
                    <a:pt x="3106756" y="3116972"/>
                  </a:lnTo>
                  <a:lnTo>
                    <a:pt x="3107571" y="3116972"/>
                  </a:lnTo>
                  <a:lnTo>
                    <a:pt x="3108385" y="3116972"/>
                  </a:lnTo>
                  <a:lnTo>
                    <a:pt x="3109200" y="3116972"/>
                  </a:lnTo>
                  <a:lnTo>
                    <a:pt x="3110015" y="3116972"/>
                  </a:lnTo>
                  <a:lnTo>
                    <a:pt x="3110830" y="3116972"/>
                  </a:lnTo>
                  <a:lnTo>
                    <a:pt x="3111645" y="3116972"/>
                  </a:lnTo>
                  <a:lnTo>
                    <a:pt x="3112459" y="3116972"/>
                  </a:lnTo>
                  <a:lnTo>
                    <a:pt x="3113274" y="3064243"/>
                  </a:lnTo>
                  <a:lnTo>
                    <a:pt x="3114089" y="3080507"/>
                  </a:lnTo>
                  <a:lnTo>
                    <a:pt x="3114904" y="3095855"/>
                  </a:lnTo>
                  <a:lnTo>
                    <a:pt x="3115718" y="3099512"/>
                  </a:lnTo>
                  <a:lnTo>
                    <a:pt x="3116533" y="3115318"/>
                  </a:lnTo>
                  <a:lnTo>
                    <a:pt x="3117348" y="3094324"/>
                  </a:lnTo>
                  <a:lnTo>
                    <a:pt x="3118163" y="3095613"/>
                  </a:lnTo>
                  <a:lnTo>
                    <a:pt x="3118978" y="3050515"/>
                  </a:lnTo>
                  <a:lnTo>
                    <a:pt x="3119792" y="2908451"/>
                  </a:lnTo>
                  <a:lnTo>
                    <a:pt x="3120607" y="2843951"/>
                  </a:lnTo>
                  <a:lnTo>
                    <a:pt x="3121422" y="2739295"/>
                  </a:lnTo>
                  <a:lnTo>
                    <a:pt x="3122237" y="2724443"/>
                  </a:lnTo>
                  <a:lnTo>
                    <a:pt x="3123051" y="2705677"/>
                  </a:lnTo>
                  <a:lnTo>
                    <a:pt x="3123866" y="2712572"/>
                  </a:lnTo>
                  <a:lnTo>
                    <a:pt x="3124681" y="2830190"/>
                  </a:lnTo>
                  <a:lnTo>
                    <a:pt x="3125496" y="2840274"/>
                  </a:lnTo>
                  <a:lnTo>
                    <a:pt x="3126311" y="2799411"/>
                  </a:lnTo>
                  <a:lnTo>
                    <a:pt x="3127125" y="2613277"/>
                  </a:lnTo>
                  <a:lnTo>
                    <a:pt x="3127940" y="2433015"/>
                  </a:lnTo>
                  <a:lnTo>
                    <a:pt x="3128755" y="2348053"/>
                  </a:lnTo>
                  <a:lnTo>
                    <a:pt x="3129570" y="2226345"/>
                  </a:lnTo>
                  <a:lnTo>
                    <a:pt x="3130384" y="2123495"/>
                  </a:lnTo>
                  <a:lnTo>
                    <a:pt x="3131199" y="2148820"/>
                  </a:lnTo>
                  <a:lnTo>
                    <a:pt x="3132014" y="2221204"/>
                  </a:lnTo>
                  <a:lnTo>
                    <a:pt x="3132829" y="2235302"/>
                  </a:lnTo>
                  <a:lnTo>
                    <a:pt x="3133644" y="2249311"/>
                  </a:lnTo>
                  <a:lnTo>
                    <a:pt x="3134458" y="2380116"/>
                  </a:lnTo>
                  <a:lnTo>
                    <a:pt x="3135273" y="2489629"/>
                  </a:lnTo>
                  <a:lnTo>
                    <a:pt x="3136088" y="2557533"/>
                  </a:lnTo>
                  <a:lnTo>
                    <a:pt x="3136903" y="2663889"/>
                  </a:lnTo>
                  <a:lnTo>
                    <a:pt x="3137717" y="2785975"/>
                  </a:lnTo>
                  <a:lnTo>
                    <a:pt x="3138532" y="2870553"/>
                  </a:lnTo>
                  <a:lnTo>
                    <a:pt x="3139347" y="2866801"/>
                  </a:lnTo>
                  <a:lnTo>
                    <a:pt x="3140162" y="2878875"/>
                  </a:lnTo>
                  <a:lnTo>
                    <a:pt x="3140977" y="2872118"/>
                  </a:lnTo>
                  <a:lnTo>
                    <a:pt x="3141791" y="2788621"/>
                  </a:lnTo>
                  <a:lnTo>
                    <a:pt x="3142606" y="2713798"/>
                  </a:lnTo>
                  <a:lnTo>
                    <a:pt x="3143421" y="2604393"/>
                  </a:lnTo>
                  <a:lnTo>
                    <a:pt x="3144236" y="2547475"/>
                  </a:lnTo>
                  <a:lnTo>
                    <a:pt x="3145050" y="2550370"/>
                  </a:lnTo>
                  <a:lnTo>
                    <a:pt x="3145865" y="2550311"/>
                  </a:lnTo>
                  <a:lnTo>
                    <a:pt x="3146680" y="2608874"/>
                  </a:lnTo>
                  <a:lnTo>
                    <a:pt x="3147495" y="2640286"/>
                  </a:lnTo>
                  <a:lnTo>
                    <a:pt x="3148310" y="2630193"/>
                  </a:lnTo>
                  <a:lnTo>
                    <a:pt x="3149124" y="2533898"/>
                  </a:lnTo>
                  <a:lnTo>
                    <a:pt x="3149939" y="2370002"/>
                  </a:lnTo>
                  <a:lnTo>
                    <a:pt x="3150754" y="2272097"/>
                  </a:lnTo>
                  <a:lnTo>
                    <a:pt x="3151569" y="2337036"/>
                  </a:lnTo>
                  <a:lnTo>
                    <a:pt x="3152384" y="2442000"/>
                  </a:lnTo>
                  <a:lnTo>
                    <a:pt x="3153198" y="2542872"/>
                  </a:lnTo>
                  <a:lnTo>
                    <a:pt x="3154013" y="2559279"/>
                  </a:lnTo>
                  <a:lnTo>
                    <a:pt x="3154828" y="2639128"/>
                  </a:lnTo>
                  <a:lnTo>
                    <a:pt x="3155643" y="2698953"/>
                  </a:lnTo>
                  <a:lnTo>
                    <a:pt x="3156457" y="2582007"/>
                  </a:lnTo>
                  <a:lnTo>
                    <a:pt x="3157272" y="2501904"/>
                  </a:lnTo>
                  <a:lnTo>
                    <a:pt x="3158087" y="2457502"/>
                  </a:lnTo>
                  <a:lnTo>
                    <a:pt x="3158902" y="2625307"/>
                  </a:lnTo>
                  <a:lnTo>
                    <a:pt x="3159717" y="2810075"/>
                  </a:lnTo>
                  <a:lnTo>
                    <a:pt x="3160531" y="2909514"/>
                  </a:lnTo>
                  <a:lnTo>
                    <a:pt x="3161346" y="2988175"/>
                  </a:lnTo>
                  <a:lnTo>
                    <a:pt x="3162161" y="2995807"/>
                  </a:lnTo>
                  <a:lnTo>
                    <a:pt x="3162976" y="3011026"/>
                  </a:lnTo>
                  <a:lnTo>
                    <a:pt x="3163790" y="2940010"/>
                  </a:lnTo>
                  <a:lnTo>
                    <a:pt x="3164605" y="2728049"/>
                  </a:lnTo>
                  <a:lnTo>
                    <a:pt x="3165420" y="2622328"/>
                  </a:lnTo>
                  <a:lnTo>
                    <a:pt x="3166235" y="2620462"/>
                  </a:lnTo>
                  <a:lnTo>
                    <a:pt x="3167050" y="2644418"/>
                  </a:lnTo>
                  <a:lnTo>
                    <a:pt x="3167864" y="2694546"/>
                  </a:lnTo>
                  <a:lnTo>
                    <a:pt x="3168679" y="2738318"/>
                  </a:lnTo>
                  <a:lnTo>
                    <a:pt x="3169494" y="2878680"/>
                  </a:lnTo>
                  <a:lnTo>
                    <a:pt x="3170309" y="2966342"/>
                  </a:lnTo>
                  <a:lnTo>
                    <a:pt x="3171123" y="3009727"/>
                  </a:lnTo>
                  <a:lnTo>
                    <a:pt x="3171938" y="3058242"/>
                  </a:lnTo>
                  <a:lnTo>
                    <a:pt x="3172753" y="3058242"/>
                  </a:lnTo>
                  <a:lnTo>
                    <a:pt x="3173568" y="3058242"/>
                  </a:lnTo>
                  <a:lnTo>
                    <a:pt x="3174383" y="3058242"/>
                  </a:lnTo>
                  <a:lnTo>
                    <a:pt x="3175197" y="3058242"/>
                  </a:lnTo>
                  <a:lnTo>
                    <a:pt x="3176012" y="3058242"/>
                  </a:lnTo>
                  <a:lnTo>
                    <a:pt x="3176827" y="3058242"/>
                  </a:lnTo>
                  <a:lnTo>
                    <a:pt x="3177642" y="3058242"/>
                  </a:lnTo>
                  <a:lnTo>
                    <a:pt x="3178456" y="3058242"/>
                  </a:lnTo>
                  <a:lnTo>
                    <a:pt x="3179271" y="3058242"/>
                  </a:lnTo>
                  <a:lnTo>
                    <a:pt x="3180086" y="3058242"/>
                  </a:lnTo>
                  <a:lnTo>
                    <a:pt x="3180901" y="3058242"/>
                  </a:lnTo>
                  <a:lnTo>
                    <a:pt x="3181716" y="3058242"/>
                  </a:lnTo>
                  <a:lnTo>
                    <a:pt x="3182530" y="3058242"/>
                  </a:lnTo>
                  <a:lnTo>
                    <a:pt x="3183345" y="3058242"/>
                  </a:lnTo>
                  <a:lnTo>
                    <a:pt x="3184160" y="3058242"/>
                  </a:lnTo>
                  <a:lnTo>
                    <a:pt x="3184975" y="3058242"/>
                  </a:lnTo>
                  <a:lnTo>
                    <a:pt x="3185789" y="3058242"/>
                  </a:lnTo>
                  <a:lnTo>
                    <a:pt x="3186604" y="3058242"/>
                  </a:lnTo>
                  <a:lnTo>
                    <a:pt x="3187419" y="3058242"/>
                  </a:lnTo>
                  <a:lnTo>
                    <a:pt x="3188234" y="3058242"/>
                  </a:lnTo>
                  <a:lnTo>
                    <a:pt x="3189049" y="3058242"/>
                  </a:lnTo>
                  <a:lnTo>
                    <a:pt x="3189863" y="3058242"/>
                  </a:lnTo>
                  <a:lnTo>
                    <a:pt x="3190678" y="3058242"/>
                  </a:lnTo>
                  <a:lnTo>
                    <a:pt x="3191493" y="3058242"/>
                  </a:lnTo>
                  <a:lnTo>
                    <a:pt x="3192308" y="3058242"/>
                  </a:lnTo>
                  <a:lnTo>
                    <a:pt x="3193123" y="3058242"/>
                  </a:lnTo>
                  <a:lnTo>
                    <a:pt x="3193937" y="3058242"/>
                  </a:lnTo>
                  <a:lnTo>
                    <a:pt x="3194752" y="3044443"/>
                  </a:lnTo>
                  <a:lnTo>
                    <a:pt x="3195567" y="3000582"/>
                  </a:lnTo>
                  <a:lnTo>
                    <a:pt x="3196382" y="2974673"/>
                  </a:lnTo>
                  <a:lnTo>
                    <a:pt x="3197196" y="2936794"/>
                  </a:lnTo>
                  <a:lnTo>
                    <a:pt x="3198011" y="2863453"/>
                  </a:lnTo>
                  <a:lnTo>
                    <a:pt x="3198826" y="2843238"/>
                  </a:lnTo>
                  <a:lnTo>
                    <a:pt x="3199641" y="2810838"/>
                  </a:lnTo>
                  <a:lnTo>
                    <a:pt x="3200456" y="2870384"/>
                  </a:lnTo>
                  <a:lnTo>
                    <a:pt x="3201270" y="2872194"/>
                  </a:lnTo>
                  <a:lnTo>
                    <a:pt x="3202085" y="2850650"/>
                  </a:lnTo>
                  <a:lnTo>
                    <a:pt x="3202900" y="2911751"/>
                  </a:lnTo>
                  <a:lnTo>
                    <a:pt x="3203715" y="2919840"/>
                  </a:lnTo>
                  <a:lnTo>
                    <a:pt x="3204529" y="2969663"/>
                  </a:lnTo>
                  <a:lnTo>
                    <a:pt x="3205344" y="2974349"/>
                  </a:lnTo>
                  <a:lnTo>
                    <a:pt x="3206159" y="3016923"/>
                  </a:lnTo>
                  <a:lnTo>
                    <a:pt x="3206974" y="3044388"/>
                  </a:lnTo>
                  <a:lnTo>
                    <a:pt x="3207789" y="2952628"/>
                  </a:lnTo>
                  <a:lnTo>
                    <a:pt x="3208603" y="2841972"/>
                  </a:lnTo>
                  <a:lnTo>
                    <a:pt x="3209418" y="2802647"/>
                  </a:lnTo>
                  <a:lnTo>
                    <a:pt x="3210233" y="2752662"/>
                  </a:lnTo>
                  <a:lnTo>
                    <a:pt x="3211048" y="2650906"/>
                  </a:lnTo>
                  <a:lnTo>
                    <a:pt x="3211862" y="2573417"/>
                  </a:lnTo>
                  <a:lnTo>
                    <a:pt x="3212677" y="2650667"/>
                  </a:lnTo>
                  <a:lnTo>
                    <a:pt x="3213492" y="2800248"/>
                  </a:lnTo>
                  <a:lnTo>
                    <a:pt x="3214307" y="2812029"/>
                  </a:lnTo>
                  <a:lnTo>
                    <a:pt x="3215122" y="2803091"/>
                  </a:lnTo>
                  <a:lnTo>
                    <a:pt x="3215936" y="2906583"/>
                  </a:lnTo>
                  <a:lnTo>
                    <a:pt x="3216751" y="2987103"/>
                  </a:lnTo>
                  <a:lnTo>
                    <a:pt x="3217566" y="2873573"/>
                  </a:lnTo>
                  <a:lnTo>
                    <a:pt x="3218381" y="2803713"/>
                  </a:lnTo>
                  <a:lnTo>
                    <a:pt x="3219195" y="2873542"/>
                  </a:lnTo>
                  <a:lnTo>
                    <a:pt x="3220010" y="2874904"/>
                  </a:lnTo>
                  <a:lnTo>
                    <a:pt x="3220825" y="2763270"/>
                  </a:lnTo>
                  <a:lnTo>
                    <a:pt x="3221640" y="2713678"/>
                  </a:lnTo>
                  <a:lnTo>
                    <a:pt x="3222455" y="2802124"/>
                  </a:lnTo>
                  <a:lnTo>
                    <a:pt x="3223269" y="2789969"/>
                  </a:lnTo>
                  <a:lnTo>
                    <a:pt x="3224084" y="2727286"/>
                  </a:lnTo>
                  <a:lnTo>
                    <a:pt x="3224899" y="2704100"/>
                  </a:lnTo>
                  <a:lnTo>
                    <a:pt x="3225714" y="2770031"/>
                  </a:lnTo>
                  <a:lnTo>
                    <a:pt x="3226529" y="2803259"/>
                  </a:lnTo>
                  <a:lnTo>
                    <a:pt x="3227343" y="2824970"/>
                  </a:lnTo>
                  <a:lnTo>
                    <a:pt x="3228158" y="2908838"/>
                  </a:lnTo>
                  <a:lnTo>
                    <a:pt x="3228973" y="2956679"/>
                  </a:lnTo>
                  <a:lnTo>
                    <a:pt x="3229788" y="3034659"/>
                  </a:lnTo>
                  <a:lnTo>
                    <a:pt x="3230602" y="3054518"/>
                  </a:lnTo>
                  <a:lnTo>
                    <a:pt x="3231417" y="3056410"/>
                  </a:lnTo>
                  <a:lnTo>
                    <a:pt x="3232232" y="3017236"/>
                  </a:lnTo>
                  <a:lnTo>
                    <a:pt x="3233047" y="2943296"/>
                  </a:lnTo>
                  <a:lnTo>
                    <a:pt x="3233862" y="2872403"/>
                  </a:lnTo>
                  <a:lnTo>
                    <a:pt x="3234676" y="2845951"/>
                  </a:lnTo>
                  <a:lnTo>
                    <a:pt x="3235491" y="2838547"/>
                  </a:lnTo>
                  <a:lnTo>
                    <a:pt x="3236306" y="2836253"/>
                  </a:lnTo>
                  <a:lnTo>
                    <a:pt x="3237121" y="2806519"/>
                  </a:lnTo>
                  <a:lnTo>
                    <a:pt x="3237935" y="2713853"/>
                  </a:lnTo>
                  <a:lnTo>
                    <a:pt x="3238750" y="2641993"/>
                  </a:lnTo>
                  <a:lnTo>
                    <a:pt x="3239565" y="2594082"/>
                  </a:lnTo>
                  <a:lnTo>
                    <a:pt x="3240380" y="2556502"/>
                  </a:lnTo>
                  <a:lnTo>
                    <a:pt x="3241195" y="2588065"/>
                  </a:lnTo>
                  <a:lnTo>
                    <a:pt x="3242009" y="2721120"/>
                  </a:lnTo>
                  <a:lnTo>
                    <a:pt x="3242824" y="2847920"/>
                  </a:lnTo>
                  <a:lnTo>
                    <a:pt x="3243639" y="2863910"/>
                  </a:lnTo>
                  <a:lnTo>
                    <a:pt x="3244454" y="2815449"/>
                  </a:lnTo>
                  <a:lnTo>
                    <a:pt x="3245268" y="2786688"/>
                  </a:lnTo>
                  <a:lnTo>
                    <a:pt x="3246083" y="2758614"/>
                  </a:lnTo>
                  <a:lnTo>
                    <a:pt x="3246898" y="2673519"/>
                  </a:lnTo>
                  <a:lnTo>
                    <a:pt x="3247713" y="2638976"/>
                  </a:lnTo>
                  <a:lnTo>
                    <a:pt x="3248528" y="2722804"/>
                  </a:lnTo>
                  <a:lnTo>
                    <a:pt x="3249342" y="2826835"/>
                  </a:lnTo>
                  <a:lnTo>
                    <a:pt x="3250157" y="2835974"/>
                  </a:lnTo>
                  <a:lnTo>
                    <a:pt x="3250972" y="2781685"/>
                  </a:lnTo>
                  <a:lnTo>
                    <a:pt x="3251787" y="2776621"/>
                  </a:lnTo>
                  <a:lnTo>
                    <a:pt x="3252601" y="2856220"/>
                  </a:lnTo>
                  <a:lnTo>
                    <a:pt x="3253416" y="2879080"/>
                  </a:lnTo>
                  <a:lnTo>
                    <a:pt x="3254231" y="2828900"/>
                  </a:lnTo>
                  <a:lnTo>
                    <a:pt x="3255046" y="2762962"/>
                  </a:lnTo>
                  <a:lnTo>
                    <a:pt x="3255861" y="2692612"/>
                  </a:lnTo>
                  <a:lnTo>
                    <a:pt x="3256675" y="2565563"/>
                  </a:lnTo>
                  <a:lnTo>
                    <a:pt x="3257490" y="2413467"/>
                  </a:lnTo>
                  <a:lnTo>
                    <a:pt x="3258305" y="2303329"/>
                  </a:lnTo>
                  <a:lnTo>
                    <a:pt x="3259120" y="2195133"/>
                  </a:lnTo>
                  <a:lnTo>
                    <a:pt x="3259934" y="2208610"/>
                  </a:lnTo>
                  <a:lnTo>
                    <a:pt x="3260749" y="2325154"/>
                  </a:lnTo>
                  <a:lnTo>
                    <a:pt x="3261564" y="2471078"/>
                  </a:lnTo>
                  <a:lnTo>
                    <a:pt x="3262379" y="2529345"/>
                  </a:lnTo>
                  <a:lnTo>
                    <a:pt x="3263194" y="2542176"/>
                  </a:lnTo>
                  <a:lnTo>
                    <a:pt x="3264008" y="2639264"/>
                  </a:lnTo>
                  <a:lnTo>
                    <a:pt x="3264823" y="2738965"/>
                  </a:lnTo>
                  <a:lnTo>
                    <a:pt x="3265638" y="2779328"/>
                  </a:lnTo>
                  <a:lnTo>
                    <a:pt x="3266453" y="2756212"/>
                  </a:lnTo>
                  <a:lnTo>
                    <a:pt x="3267268" y="2795341"/>
                  </a:lnTo>
                  <a:lnTo>
                    <a:pt x="3268082" y="2881650"/>
                  </a:lnTo>
                  <a:lnTo>
                    <a:pt x="3268897" y="2944129"/>
                  </a:lnTo>
                  <a:lnTo>
                    <a:pt x="3269712" y="2966098"/>
                  </a:lnTo>
                  <a:lnTo>
                    <a:pt x="3270527" y="2915398"/>
                  </a:lnTo>
                  <a:lnTo>
                    <a:pt x="3271341" y="2831494"/>
                  </a:lnTo>
                  <a:lnTo>
                    <a:pt x="3272156" y="2756737"/>
                  </a:lnTo>
                  <a:lnTo>
                    <a:pt x="3272971" y="2775843"/>
                  </a:lnTo>
                  <a:lnTo>
                    <a:pt x="3273786" y="2753367"/>
                  </a:lnTo>
                  <a:lnTo>
                    <a:pt x="3274601" y="2660981"/>
                  </a:lnTo>
                  <a:lnTo>
                    <a:pt x="3275415" y="2662718"/>
                  </a:lnTo>
                  <a:lnTo>
                    <a:pt x="3276230" y="2755094"/>
                  </a:lnTo>
                  <a:lnTo>
                    <a:pt x="3277045" y="2782036"/>
                  </a:lnTo>
                  <a:lnTo>
                    <a:pt x="3277860" y="2643449"/>
                  </a:lnTo>
                  <a:lnTo>
                    <a:pt x="3278674" y="2554934"/>
                  </a:lnTo>
                  <a:lnTo>
                    <a:pt x="3279489" y="2636936"/>
                  </a:lnTo>
                  <a:lnTo>
                    <a:pt x="3280304" y="2695839"/>
                  </a:lnTo>
                  <a:lnTo>
                    <a:pt x="3281119" y="2743652"/>
                  </a:lnTo>
                  <a:lnTo>
                    <a:pt x="3281934" y="2761097"/>
                  </a:lnTo>
                  <a:lnTo>
                    <a:pt x="3282748" y="2760821"/>
                  </a:lnTo>
                  <a:lnTo>
                    <a:pt x="3283563" y="2790244"/>
                  </a:lnTo>
                  <a:lnTo>
                    <a:pt x="3284378" y="2753422"/>
                  </a:lnTo>
                  <a:lnTo>
                    <a:pt x="3285193" y="2720311"/>
                  </a:lnTo>
                  <a:lnTo>
                    <a:pt x="3286007" y="2724407"/>
                  </a:lnTo>
                  <a:lnTo>
                    <a:pt x="3286822" y="2775578"/>
                  </a:lnTo>
                  <a:lnTo>
                    <a:pt x="3287637" y="2857388"/>
                  </a:lnTo>
                  <a:lnTo>
                    <a:pt x="3288452" y="2825147"/>
                  </a:lnTo>
                  <a:lnTo>
                    <a:pt x="3289267" y="2696982"/>
                  </a:lnTo>
                  <a:lnTo>
                    <a:pt x="3290081" y="2627240"/>
                  </a:lnTo>
                  <a:lnTo>
                    <a:pt x="3290896" y="2631449"/>
                  </a:lnTo>
                  <a:lnTo>
                    <a:pt x="3291711" y="2646132"/>
                  </a:lnTo>
                  <a:lnTo>
                    <a:pt x="3292526" y="2665960"/>
                  </a:lnTo>
                  <a:lnTo>
                    <a:pt x="3293340" y="2678806"/>
                  </a:lnTo>
                  <a:lnTo>
                    <a:pt x="3294155" y="2683300"/>
                  </a:lnTo>
                  <a:lnTo>
                    <a:pt x="3294970" y="2639698"/>
                  </a:lnTo>
                  <a:lnTo>
                    <a:pt x="3295785" y="2536297"/>
                  </a:lnTo>
                  <a:lnTo>
                    <a:pt x="3296600" y="2426529"/>
                  </a:lnTo>
                  <a:lnTo>
                    <a:pt x="3297414" y="2338277"/>
                  </a:lnTo>
                  <a:lnTo>
                    <a:pt x="3298229" y="2328482"/>
                  </a:lnTo>
                  <a:lnTo>
                    <a:pt x="3299044" y="2329626"/>
                  </a:lnTo>
                  <a:lnTo>
                    <a:pt x="3299859" y="2367452"/>
                  </a:lnTo>
                  <a:lnTo>
                    <a:pt x="3300673" y="2391992"/>
                  </a:lnTo>
                  <a:lnTo>
                    <a:pt x="3301488" y="2421492"/>
                  </a:lnTo>
                  <a:lnTo>
                    <a:pt x="3302303" y="2518780"/>
                  </a:lnTo>
                  <a:lnTo>
                    <a:pt x="3303118" y="2529571"/>
                  </a:lnTo>
                  <a:lnTo>
                    <a:pt x="3303933" y="2520064"/>
                  </a:lnTo>
                  <a:lnTo>
                    <a:pt x="3304747" y="2505403"/>
                  </a:lnTo>
                  <a:lnTo>
                    <a:pt x="3305562" y="2539672"/>
                  </a:lnTo>
                  <a:lnTo>
                    <a:pt x="3306377" y="2627079"/>
                  </a:lnTo>
                  <a:lnTo>
                    <a:pt x="3307192" y="2557357"/>
                  </a:lnTo>
                  <a:lnTo>
                    <a:pt x="3308007" y="2529573"/>
                  </a:lnTo>
                  <a:lnTo>
                    <a:pt x="3308821" y="2559953"/>
                  </a:lnTo>
                  <a:lnTo>
                    <a:pt x="3309636" y="2595554"/>
                  </a:lnTo>
                  <a:lnTo>
                    <a:pt x="3310451" y="2647644"/>
                  </a:lnTo>
                  <a:lnTo>
                    <a:pt x="3311266" y="2649172"/>
                  </a:lnTo>
                  <a:lnTo>
                    <a:pt x="3312080" y="2689270"/>
                  </a:lnTo>
                  <a:lnTo>
                    <a:pt x="3312895" y="2775391"/>
                  </a:lnTo>
                  <a:lnTo>
                    <a:pt x="3313710" y="2869193"/>
                  </a:lnTo>
                  <a:lnTo>
                    <a:pt x="3314525" y="2941941"/>
                  </a:lnTo>
                  <a:lnTo>
                    <a:pt x="3315340" y="2930233"/>
                  </a:lnTo>
                  <a:lnTo>
                    <a:pt x="3316154" y="2906883"/>
                  </a:lnTo>
                  <a:lnTo>
                    <a:pt x="3316969" y="2897218"/>
                  </a:lnTo>
                  <a:lnTo>
                    <a:pt x="3317784" y="2857256"/>
                  </a:lnTo>
                  <a:lnTo>
                    <a:pt x="3318599" y="2877586"/>
                  </a:lnTo>
                  <a:lnTo>
                    <a:pt x="3319413" y="2867859"/>
                  </a:lnTo>
                  <a:lnTo>
                    <a:pt x="3320228" y="2820590"/>
                  </a:lnTo>
                  <a:lnTo>
                    <a:pt x="3321043" y="2787220"/>
                  </a:lnTo>
                  <a:lnTo>
                    <a:pt x="3321858" y="2812247"/>
                  </a:lnTo>
                  <a:lnTo>
                    <a:pt x="3322673" y="2836061"/>
                  </a:lnTo>
                  <a:lnTo>
                    <a:pt x="3323487" y="2841894"/>
                  </a:lnTo>
                  <a:lnTo>
                    <a:pt x="3324302" y="2756713"/>
                  </a:lnTo>
                  <a:lnTo>
                    <a:pt x="3325117" y="2726542"/>
                  </a:lnTo>
                  <a:lnTo>
                    <a:pt x="3325932" y="2757437"/>
                  </a:lnTo>
                  <a:lnTo>
                    <a:pt x="3326746" y="2750252"/>
                  </a:lnTo>
                  <a:lnTo>
                    <a:pt x="3327561" y="2790173"/>
                  </a:lnTo>
                  <a:lnTo>
                    <a:pt x="3328376" y="2790754"/>
                  </a:lnTo>
                  <a:lnTo>
                    <a:pt x="3329191" y="2888513"/>
                  </a:lnTo>
                  <a:lnTo>
                    <a:pt x="3330006" y="2902454"/>
                  </a:lnTo>
                  <a:lnTo>
                    <a:pt x="3330820" y="2866410"/>
                  </a:lnTo>
                  <a:lnTo>
                    <a:pt x="3331635" y="2850119"/>
                  </a:lnTo>
                  <a:lnTo>
                    <a:pt x="3332450" y="2786256"/>
                  </a:lnTo>
                  <a:lnTo>
                    <a:pt x="3333265" y="2768754"/>
                  </a:lnTo>
                  <a:lnTo>
                    <a:pt x="3334079" y="2736981"/>
                  </a:lnTo>
                  <a:lnTo>
                    <a:pt x="3334894" y="2782094"/>
                  </a:lnTo>
                  <a:lnTo>
                    <a:pt x="3335709" y="2833627"/>
                  </a:lnTo>
                  <a:lnTo>
                    <a:pt x="3336524" y="2859603"/>
                  </a:lnTo>
                  <a:lnTo>
                    <a:pt x="3337339" y="2899409"/>
                  </a:lnTo>
                  <a:lnTo>
                    <a:pt x="3338153" y="2881296"/>
                  </a:lnTo>
                  <a:lnTo>
                    <a:pt x="3338968" y="2879899"/>
                  </a:lnTo>
                  <a:lnTo>
                    <a:pt x="3339783" y="2860367"/>
                  </a:lnTo>
                  <a:lnTo>
                    <a:pt x="3340598" y="2818950"/>
                  </a:lnTo>
                  <a:lnTo>
                    <a:pt x="3341412" y="2684814"/>
                  </a:lnTo>
                  <a:lnTo>
                    <a:pt x="3342227" y="2504507"/>
                  </a:lnTo>
                  <a:lnTo>
                    <a:pt x="3343042" y="2403565"/>
                  </a:lnTo>
                  <a:lnTo>
                    <a:pt x="3343857" y="2354503"/>
                  </a:lnTo>
                  <a:lnTo>
                    <a:pt x="3344672" y="2271513"/>
                  </a:lnTo>
                  <a:lnTo>
                    <a:pt x="3345486" y="2143363"/>
                  </a:lnTo>
                  <a:lnTo>
                    <a:pt x="3346301" y="2075853"/>
                  </a:lnTo>
                  <a:lnTo>
                    <a:pt x="3347116" y="2020346"/>
                  </a:lnTo>
                  <a:lnTo>
                    <a:pt x="3347931" y="1867650"/>
                  </a:lnTo>
                  <a:lnTo>
                    <a:pt x="3348746" y="1674899"/>
                  </a:lnTo>
                  <a:lnTo>
                    <a:pt x="3349560" y="1577290"/>
                  </a:lnTo>
                  <a:lnTo>
                    <a:pt x="3350375" y="1584927"/>
                  </a:lnTo>
                  <a:lnTo>
                    <a:pt x="3351190" y="1640064"/>
                  </a:lnTo>
                  <a:lnTo>
                    <a:pt x="3352005" y="1793516"/>
                  </a:lnTo>
                  <a:lnTo>
                    <a:pt x="3352819" y="1990028"/>
                  </a:lnTo>
                  <a:lnTo>
                    <a:pt x="3353634" y="2124530"/>
                  </a:lnTo>
                  <a:lnTo>
                    <a:pt x="3354449" y="2144912"/>
                  </a:lnTo>
                  <a:lnTo>
                    <a:pt x="3355264" y="1997851"/>
                  </a:lnTo>
                  <a:lnTo>
                    <a:pt x="3356079" y="1934114"/>
                  </a:lnTo>
                  <a:lnTo>
                    <a:pt x="3356893" y="1886696"/>
                  </a:lnTo>
                  <a:lnTo>
                    <a:pt x="3357708" y="1885091"/>
                  </a:lnTo>
                  <a:lnTo>
                    <a:pt x="3358523" y="1958141"/>
                  </a:lnTo>
                  <a:lnTo>
                    <a:pt x="3359338" y="2084733"/>
                  </a:lnTo>
                  <a:lnTo>
                    <a:pt x="3360152" y="2344962"/>
                  </a:lnTo>
                  <a:lnTo>
                    <a:pt x="3360967" y="2527079"/>
                  </a:lnTo>
                  <a:lnTo>
                    <a:pt x="3361782" y="2653775"/>
                  </a:lnTo>
                  <a:lnTo>
                    <a:pt x="3362597" y="2723487"/>
                  </a:lnTo>
                  <a:lnTo>
                    <a:pt x="3363412" y="2736319"/>
                  </a:lnTo>
                  <a:lnTo>
                    <a:pt x="3364226" y="2743326"/>
                  </a:lnTo>
                  <a:lnTo>
                    <a:pt x="3365041" y="2792341"/>
                  </a:lnTo>
                  <a:lnTo>
                    <a:pt x="3365856" y="2868447"/>
                  </a:lnTo>
                  <a:lnTo>
                    <a:pt x="3366671" y="2913443"/>
                  </a:lnTo>
                  <a:lnTo>
                    <a:pt x="3367485" y="2967409"/>
                  </a:lnTo>
                  <a:lnTo>
                    <a:pt x="3368300" y="3034102"/>
                  </a:lnTo>
                  <a:lnTo>
                    <a:pt x="3369115" y="3098645"/>
                  </a:lnTo>
                  <a:lnTo>
                    <a:pt x="3369930" y="3085374"/>
                  </a:lnTo>
                  <a:lnTo>
                    <a:pt x="3370745" y="3036513"/>
                  </a:lnTo>
                  <a:lnTo>
                    <a:pt x="3371559" y="2936601"/>
                  </a:lnTo>
                  <a:lnTo>
                    <a:pt x="3372374" y="2830996"/>
                  </a:lnTo>
                  <a:lnTo>
                    <a:pt x="3373189" y="2812347"/>
                  </a:lnTo>
                  <a:lnTo>
                    <a:pt x="3374004" y="2812349"/>
                  </a:lnTo>
                  <a:lnTo>
                    <a:pt x="3374818" y="2812350"/>
                  </a:lnTo>
                  <a:lnTo>
                    <a:pt x="3375633" y="2864430"/>
                  </a:lnTo>
                  <a:lnTo>
                    <a:pt x="3376448" y="3025396"/>
                  </a:lnTo>
                  <a:lnTo>
                    <a:pt x="3377263" y="3116972"/>
                  </a:lnTo>
                  <a:lnTo>
                    <a:pt x="3378078" y="3116972"/>
                  </a:lnTo>
                  <a:lnTo>
                    <a:pt x="3378892" y="3034398"/>
                  </a:lnTo>
                  <a:lnTo>
                    <a:pt x="3379707" y="2987258"/>
                  </a:lnTo>
                  <a:lnTo>
                    <a:pt x="3380522" y="2956907"/>
                  </a:lnTo>
                  <a:lnTo>
                    <a:pt x="3381337" y="2920201"/>
                  </a:lnTo>
                  <a:lnTo>
                    <a:pt x="3382151" y="2936662"/>
                  </a:lnTo>
                  <a:lnTo>
                    <a:pt x="3382966" y="2855283"/>
                  </a:lnTo>
                  <a:lnTo>
                    <a:pt x="3383781" y="2787391"/>
                  </a:lnTo>
                  <a:lnTo>
                    <a:pt x="3384596" y="2797793"/>
                  </a:lnTo>
                  <a:lnTo>
                    <a:pt x="3385411" y="2810671"/>
                  </a:lnTo>
                  <a:lnTo>
                    <a:pt x="3386225" y="2743510"/>
                  </a:lnTo>
                  <a:lnTo>
                    <a:pt x="3387040" y="2637710"/>
                  </a:lnTo>
                  <a:lnTo>
                    <a:pt x="3387855" y="2652256"/>
                  </a:lnTo>
                  <a:lnTo>
                    <a:pt x="3388670" y="2774794"/>
                  </a:lnTo>
                  <a:lnTo>
                    <a:pt x="3389485" y="2811535"/>
                  </a:lnTo>
                  <a:lnTo>
                    <a:pt x="3390299" y="2726673"/>
                  </a:lnTo>
                  <a:lnTo>
                    <a:pt x="3391114" y="2694569"/>
                  </a:lnTo>
                  <a:lnTo>
                    <a:pt x="3391929" y="2747818"/>
                  </a:lnTo>
                  <a:lnTo>
                    <a:pt x="3392744" y="2794280"/>
                  </a:lnTo>
                  <a:lnTo>
                    <a:pt x="3393558" y="2776363"/>
                  </a:lnTo>
                  <a:lnTo>
                    <a:pt x="3394373" y="2735384"/>
                  </a:lnTo>
                  <a:lnTo>
                    <a:pt x="3395188" y="2807370"/>
                  </a:lnTo>
                  <a:lnTo>
                    <a:pt x="3396003" y="2882285"/>
                  </a:lnTo>
                  <a:lnTo>
                    <a:pt x="3396818" y="2909136"/>
                  </a:lnTo>
                  <a:lnTo>
                    <a:pt x="3397632" y="2955017"/>
                  </a:lnTo>
                  <a:lnTo>
                    <a:pt x="3398447" y="2947295"/>
                  </a:lnTo>
                  <a:lnTo>
                    <a:pt x="3399262" y="2910547"/>
                  </a:lnTo>
                  <a:lnTo>
                    <a:pt x="3400077" y="2880874"/>
                  </a:lnTo>
                  <a:lnTo>
                    <a:pt x="3400891" y="2837489"/>
                  </a:lnTo>
                  <a:lnTo>
                    <a:pt x="3401706" y="2788468"/>
                  </a:lnTo>
                  <a:lnTo>
                    <a:pt x="3402521" y="2759813"/>
                  </a:lnTo>
                  <a:lnTo>
                    <a:pt x="3403336" y="2761887"/>
                  </a:lnTo>
                  <a:lnTo>
                    <a:pt x="3404151" y="2821277"/>
                  </a:lnTo>
                  <a:lnTo>
                    <a:pt x="3404965" y="2850949"/>
                  </a:lnTo>
                  <a:lnTo>
                    <a:pt x="3405780" y="2894337"/>
                  </a:lnTo>
                  <a:lnTo>
                    <a:pt x="3406595" y="2941201"/>
                  </a:lnTo>
                  <a:lnTo>
                    <a:pt x="3407410" y="2913570"/>
                  </a:lnTo>
                  <a:lnTo>
                    <a:pt x="3408224" y="2935081"/>
                  </a:lnTo>
                  <a:lnTo>
                    <a:pt x="3409039" y="2936611"/>
                  </a:lnTo>
                  <a:lnTo>
                    <a:pt x="3409854" y="2936611"/>
                  </a:lnTo>
                  <a:lnTo>
                    <a:pt x="3410669" y="2943090"/>
                  </a:lnTo>
                  <a:lnTo>
                    <a:pt x="3411484" y="2969755"/>
                  </a:lnTo>
                  <a:lnTo>
                    <a:pt x="3412298" y="2962366"/>
                  </a:lnTo>
                  <a:lnTo>
                    <a:pt x="3413113" y="2830034"/>
                  </a:lnTo>
                  <a:lnTo>
                    <a:pt x="3413928" y="2708885"/>
                  </a:lnTo>
                  <a:lnTo>
                    <a:pt x="3414743" y="2619218"/>
                  </a:lnTo>
                  <a:lnTo>
                    <a:pt x="3415557" y="2574368"/>
                  </a:lnTo>
                  <a:lnTo>
                    <a:pt x="3416372" y="2536251"/>
                  </a:lnTo>
                  <a:lnTo>
                    <a:pt x="3417187" y="2543640"/>
                  </a:lnTo>
                  <a:lnTo>
                    <a:pt x="3418002" y="2675698"/>
                  </a:lnTo>
                  <a:lnTo>
                    <a:pt x="3418817" y="2793028"/>
                  </a:lnTo>
                  <a:lnTo>
                    <a:pt x="3419631" y="2832528"/>
                  </a:lnTo>
                  <a:lnTo>
                    <a:pt x="3420446" y="2744757"/>
                  </a:lnTo>
                  <a:lnTo>
                    <a:pt x="3421261" y="2728583"/>
                  </a:lnTo>
                  <a:lnTo>
                    <a:pt x="3422076" y="2807119"/>
                  </a:lnTo>
                  <a:lnTo>
                    <a:pt x="3422890" y="2844382"/>
                  </a:lnTo>
                  <a:lnTo>
                    <a:pt x="3423705" y="2827634"/>
                  </a:lnTo>
                  <a:lnTo>
                    <a:pt x="3424520" y="2801290"/>
                  </a:lnTo>
                  <a:lnTo>
                    <a:pt x="3425335" y="2897863"/>
                  </a:lnTo>
                  <a:lnTo>
                    <a:pt x="3426150" y="2898910"/>
                  </a:lnTo>
                  <a:lnTo>
                    <a:pt x="3426964" y="2820863"/>
                  </a:lnTo>
                  <a:lnTo>
                    <a:pt x="3427779" y="2792598"/>
                  </a:lnTo>
                  <a:lnTo>
                    <a:pt x="3428594" y="2805154"/>
                  </a:lnTo>
                  <a:lnTo>
                    <a:pt x="3429409" y="2866595"/>
                  </a:lnTo>
                  <a:lnTo>
                    <a:pt x="3430224" y="2817918"/>
                  </a:lnTo>
                  <a:lnTo>
                    <a:pt x="3431038" y="2752503"/>
                  </a:lnTo>
                  <a:lnTo>
                    <a:pt x="3431853" y="2759556"/>
                  </a:lnTo>
                  <a:lnTo>
                    <a:pt x="3432668" y="2728321"/>
                  </a:lnTo>
                  <a:lnTo>
                    <a:pt x="3433483" y="2669416"/>
                  </a:lnTo>
                  <a:lnTo>
                    <a:pt x="3434297" y="2561659"/>
                  </a:lnTo>
                  <a:lnTo>
                    <a:pt x="3435112" y="2617159"/>
                  </a:lnTo>
                  <a:lnTo>
                    <a:pt x="3435927" y="2636984"/>
                  </a:lnTo>
                  <a:lnTo>
                    <a:pt x="3436742" y="2664170"/>
                  </a:lnTo>
                  <a:lnTo>
                    <a:pt x="3437557" y="2749267"/>
                  </a:lnTo>
                  <a:lnTo>
                    <a:pt x="3438371" y="2822451"/>
                  </a:lnTo>
                  <a:lnTo>
                    <a:pt x="3439186" y="2968830"/>
                  </a:lnTo>
                  <a:lnTo>
                    <a:pt x="3440001" y="2998567"/>
                  </a:lnTo>
                  <a:lnTo>
                    <a:pt x="3440816" y="3048455"/>
                  </a:lnTo>
                  <a:lnTo>
                    <a:pt x="3441630" y="2981219"/>
                  </a:lnTo>
                  <a:lnTo>
                    <a:pt x="3442445" y="2850099"/>
                  </a:lnTo>
                  <a:lnTo>
                    <a:pt x="3443260" y="2780005"/>
                  </a:lnTo>
                  <a:lnTo>
                    <a:pt x="3444075" y="2745418"/>
                  </a:lnTo>
                  <a:lnTo>
                    <a:pt x="3444890" y="2749190"/>
                  </a:lnTo>
                  <a:lnTo>
                    <a:pt x="3445704" y="2722229"/>
                  </a:lnTo>
                  <a:lnTo>
                    <a:pt x="3446519" y="2718868"/>
                  </a:lnTo>
                  <a:lnTo>
                    <a:pt x="3447334" y="2764670"/>
                  </a:lnTo>
                  <a:lnTo>
                    <a:pt x="3448149" y="2771405"/>
                  </a:lnTo>
                  <a:lnTo>
                    <a:pt x="3448963" y="2739065"/>
                  </a:lnTo>
                  <a:lnTo>
                    <a:pt x="3449778" y="2615396"/>
                  </a:lnTo>
                  <a:lnTo>
                    <a:pt x="3450593" y="2559800"/>
                  </a:lnTo>
                  <a:lnTo>
                    <a:pt x="3451408" y="2654859"/>
                  </a:lnTo>
                  <a:lnTo>
                    <a:pt x="3452223" y="2721195"/>
                  </a:lnTo>
                  <a:lnTo>
                    <a:pt x="3453037" y="2747599"/>
                  </a:lnTo>
                  <a:lnTo>
                    <a:pt x="3453852" y="2663227"/>
                  </a:lnTo>
                  <a:lnTo>
                    <a:pt x="3454667" y="2687666"/>
                  </a:lnTo>
                  <a:lnTo>
                    <a:pt x="3455482" y="2745130"/>
                  </a:lnTo>
                  <a:lnTo>
                    <a:pt x="3456296" y="2706773"/>
                  </a:lnTo>
                  <a:lnTo>
                    <a:pt x="3457111" y="2704430"/>
                  </a:lnTo>
                  <a:lnTo>
                    <a:pt x="3457926" y="2751927"/>
                  </a:lnTo>
                  <a:lnTo>
                    <a:pt x="3458741" y="2873498"/>
                  </a:lnTo>
                  <a:lnTo>
                    <a:pt x="3459556" y="2881326"/>
                  </a:lnTo>
                  <a:lnTo>
                    <a:pt x="3460370" y="2828683"/>
                  </a:lnTo>
                  <a:lnTo>
                    <a:pt x="3461185" y="2724096"/>
                  </a:lnTo>
                  <a:lnTo>
                    <a:pt x="3462000" y="2562776"/>
                  </a:lnTo>
                  <a:lnTo>
                    <a:pt x="3462815" y="2519518"/>
                  </a:lnTo>
                  <a:lnTo>
                    <a:pt x="3463629" y="2512937"/>
                  </a:lnTo>
                  <a:lnTo>
                    <a:pt x="3464444" y="2585098"/>
                  </a:lnTo>
                  <a:lnTo>
                    <a:pt x="3465259" y="2637193"/>
                  </a:lnTo>
                  <a:lnTo>
                    <a:pt x="3466074" y="2732828"/>
                  </a:lnTo>
                  <a:lnTo>
                    <a:pt x="3466889" y="2801178"/>
                  </a:lnTo>
                  <a:lnTo>
                    <a:pt x="3467703" y="2779326"/>
                  </a:lnTo>
                  <a:lnTo>
                    <a:pt x="3468518" y="2747952"/>
                  </a:lnTo>
                  <a:lnTo>
                    <a:pt x="3469333" y="2678571"/>
                  </a:lnTo>
                  <a:lnTo>
                    <a:pt x="3470148" y="2604465"/>
                  </a:lnTo>
                  <a:lnTo>
                    <a:pt x="3470963" y="2571161"/>
                  </a:lnTo>
                  <a:lnTo>
                    <a:pt x="3471777" y="2612344"/>
                  </a:lnTo>
                  <a:lnTo>
                    <a:pt x="3472592" y="2668061"/>
                  </a:lnTo>
                  <a:lnTo>
                    <a:pt x="3473407" y="2682776"/>
                  </a:lnTo>
                  <a:lnTo>
                    <a:pt x="3474222" y="2598346"/>
                  </a:lnTo>
                  <a:lnTo>
                    <a:pt x="3475036" y="2604890"/>
                  </a:lnTo>
                  <a:lnTo>
                    <a:pt x="3475851" y="2667779"/>
                  </a:lnTo>
                  <a:lnTo>
                    <a:pt x="3476666" y="2673618"/>
                  </a:lnTo>
                  <a:lnTo>
                    <a:pt x="3477481" y="2637710"/>
                  </a:lnTo>
                  <a:lnTo>
                    <a:pt x="3478296" y="2626219"/>
                  </a:lnTo>
                  <a:lnTo>
                    <a:pt x="3479110" y="2802042"/>
                  </a:lnTo>
                  <a:lnTo>
                    <a:pt x="3479925" y="2969375"/>
                  </a:lnTo>
                  <a:lnTo>
                    <a:pt x="3480740" y="2990211"/>
                  </a:lnTo>
                  <a:lnTo>
                    <a:pt x="3481555" y="2975904"/>
                  </a:lnTo>
                  <a:lnTo>
                    <a:pt x="3482369" y="2973439"/>
                  </a:lnTo>
                  <a:lnTo>
                    <a:pt x="3483184" y="2901633"/>
                  </a:lnTo>
                  <a:lnTo>
                    <a:pt x="3483999" y="2800698"/>
                  </a:lnTo>
                  <a:lnTo>
                    <a:pt x="3484814" y="2635195"/>
                  </a:lnTo>
                  <a:lnTo>
                    <a:pt x="3485629" y="2459942"/>
                  </a:lnTo>
                  <a:lnTo>
                    <a:pt x="3486443" y="2447140"/>
                  </a:lnTo>
                  <a:lnTo>
                    <a:pt x="3487258" y="2480369"/>
                  </a:lnTo>
                  <a:lnTo>
                    <a:pt x="3488073" y="2512458"/>
                  </a:lnTo>
                  <a:lnTo>
                    <a:pt x="3488888" y="2524172"/>
                  </a:lnTo>
                  <a:lnTo>
                    <a:pt x="3489702" y="2611907"/>
                  </a:lnTo>
                  <a:lnTo>
                    <a:pt x="3490517" y="2710135"/>
                  </a:lnTo>
                  <a:lnTo>
                    <a:pt x="3491332" y="2692409"/>
                  </a:lnTo>
                  <a:lnTo>
                    <a:pt x="3492147" y="2619391"/>
                  </a:lnTo>
                  <a:lnTo>
                    <a:pt x="3492962" y="2614662"/>
                  </a:lnTo>
                  <a:lnTo>
                    <a:pt x="3493776" y="2527244"/>
                  </a:lnTo>
                  <a:lnTo>
                    <a:pt x="3494591" y="2420389"/>
                  </a:lnTo>
                  <a:lnTo>
                    <a:pt x="3495406" y="2365475"/>
                  </a:lnTo>
                  <a:lnTo>
                    <a:pt x="3496221" y="2263010"/>
                  </a:lnTo>
                  <a:lnTo>
                    <a:pt x="3497035" y="2216629"/>
                  </a:lnTo>
                  <a:lnTo>
                    <a:pt x="3497850" y="2275435"/>
                  </a:lnTo>
                  <a:lnTo>
                    <a:pt x="3498665" y="2445220"/>
                  </a:lnTo>
                  <a:lnTo>
                    <a:pt x="3499480" y="2585369"/>
                  </a:lnTo>
                  <a:lnTo>
                    <a:pt x="3500295" y="2686388"/>
                  </a:lnTo>
                  <a:lnTo>
                    <a:pt x="3501109" y="2749063"/>
                  </a:lnTo>
                  <a:lnTo>
                    <a:pt x="3501924" y="2712969"/>
                  </a:lnTo>
                  <a:lnTo>
                    <a:pt x="3502739" y="2638089"/>
                  </a:lnTo>
                  <a:lnTo>
                    <a:pt x="3503554" y="2631378"/>
                  </a:lnTo>
                  <a:lnTo>
                    <a:pt x="3504368" y="2501209"/>
                  </a:lnTo>
                  <a:lnTo>
                    <a:pt x="3505183" y="2341908"/>
                  </a:lnTo>
                  <a:lnTo>
                    <a:pt x="3505998" y="2326333"/>
                  </a:lnTo>
                  <a:lnTo>
                    <a:pt x="3506813" y="2424472"/>
                  </a:lnTo>
                  <a:lnTo>
                    <a:pt x="3507628" y="2525904"/>
                  </a:lnTo>
                  <a:lnTo>
                    <a:pt x="3508442" y="2525938"/>
                  </a:lnTo>
                  <a:lnTo>
                    <a:pt x="3509257" y="2622069"/>
                  </a:lnTo>
                  <a:lnTo>
                    <a:pt x="3510072" y="2701382"/>
                  </a:lnTo>
                  <a:lnTo>
                    <a:pt x="3510887" y="2739422"/>
                  </a:lnTo>
                  <a:lnTo>
                    <a:pt x="3511702" y="2774858"/>
                  </a:lnTo>
                  <a:lnTo>
                    <a:pt x="3512516" y="2743865"/>
                  </a:lnTo>
                  <a:lnTo>
                    <a:pt x="3513331" y="2675394"/>
                  </a:lnTo>
                  <a:lnTo>
                    <a:pt x="3514146" y="2586296"/>
                  </a:lnTo>
                  <a:lnTo>
                    <a:pt x="3514961" y="2578105"/>
                  </a:lnTo>
                  <a:lnTo>
                    <a:pt x="3515775" y="2603152"/>
                  </a:lnTo>
                  <a:lnTo>
                    <a:pt x="3516590" y="2555171"/>
                  </a:lnTo>
                  <a:lnTo>
                    <a:pt x="3517405" y="2483562"/>
                  </a:lnTo>
                  <a:lnTo>
                    <a:pt x="3518220" y="2417500"/>
                  </a:lnTo>
                  <a:lnTo>
                    <a:pt x="3519035" y="2325795"/>
                  </a:lnTo>
                  <a:lnTo>
                    <a:pt x="3519849" y="2141292"/>
                  </a:lnTo>
                  <a:lnTo>
                    <a:pt x="3520664" y="1921303"/>
                  </a:lnTo>
                  <a:lnTo>
                    <a:pt x="3521479" y="1813747"/>
                  </a:lnTo>
                  <a:lnTo>
                    <a:pt x="3522294" y="1754895"/>
                  </a:lnTo>
                  <a:lnTo>
                    <a:pt x="3523108" y="1698948"/>
                  </a:lnTo>
                  <a:lnTo>
                    <a:pt x="3523923" y="1721574"/>
                  </a:lnTo>
                  <a:lnTo>
                    <a:pt x="3524738" y="1851876"/>
                  </a:lnTo>
                  <a:lnTo>
                    <a:pt x="3525553" y="2004976"/>
                  </a:lnTo>
                  <a:lnTo>
                    <a:pt x="3526368" y="2082819"/>
                  </a:lnTo>
                  <a:lnTo>
                    <a:pt x="3527182" y="2135192"/>
                  </a:lnTo>
                  <a:lnTo>
                    <a:pt x="3527997" y="2162999"/>
                  </a:lnTo>
                  <a:lnTo>
                    <a:pt x="3528812" y="2161126"/>
                  </a:lnTo>
                  <a:lnTo>
                    <a:pt x="3529627" y="2121526"/>
                  </a:lnTo>
                  <a:lnTo>
                    <a:pt x="3530441" y="2136278"/>
                  </a:lnTo>
                  <a:lnTo>
                    <a:pt x="3531256" y="2190715"/>
                  </a:lnTo>
                  <a:lnTo>
                    <a:pt x="3532071" y="2219191"/>
                  </a:lnTo>
                  <a:lnTo>
                    <a:pt x="3532886" y="2258577"/>
                  </a:lnTo>
                  <a:lnTo>
                    <a:pt x="3533701" y="2335084"/>
                  </a:lnTo>
                  <a:lnTo>
                    <a:pt x="3534515" y="2472434"/>
                  </a:lnTo>
                  <a:lnTo>
                    <a:pt x="3535330" y="2562536"/>
                  </a:lnTo>
                  <a:lnTo>
                    <a:pt x="3536145" y="2622250"/>
                  </a:lnTo>
                  <a:lnTo>
                    <a:pt x="3536960" y="2702855"/>
                  </a:lnTo>
                  <a:lnTo>
                    <a:pt x="3537774" y="2849690"/>
                  </a:lnTo>
                  <a:lnTo>
                    <a:pt x="3538589" y="2997238"/>
                  </a:lnTo>
                  <a:lnTo>
                    <a:pt x="3539404" y="3000562"/>
                  </a:lnTo>
                  <a:lnTo>
                    <a:pt x="3540219" y="2965551"/>
                  </a:lnTo>
                  <a:lnTo>
                    <a:pt x="3541034" y="2945623"/>
                  </a:lnTo>
                  <a:lnTo>
                    <a:pt x="3541848" y="2945625"/>
                  </a:lnTo>
                  <a:lnTo>
                    <a:pt x="3542663" y="2922079"/>
                  </a:lnTo>
                  <a:lnTo>
                    <a:pt x="3543478" y="2886886"/>
                  </a:lnTo>
                  <a:lnTo>
                    <a:pt x="3544293" y="2957187"/>
                  </a:lnTo>
                  <a:lnTo>
                    <a:pt x="3545108" y="3038313"/>
                  </a:lnTo>
                  <a:lnTo>
                    <a:pt x="3545922" y="3054150"/>
                  </a:lnTo>
                  <a:lnTo>
                    <a:pt x="3546737" y="2979194"/>
                  </a:lnTo>
                  <a:lnTo>
                    <a:pt x="3547552" y="2813949"/>
                  </a:lnTo>
                  <a:lnTo>
                    <a:pt x="3548367" y="2691167"/>
                  </a:lnTo>
                  <a:lnTo>
                    <a:pt x="3549181" y="2612578"/>
                  </a:lnTo>
                  <a:lnTo>
                    <a:pt x="3549996" y="2539942"/>
                  </a:lnTo>
                  <a:lnTo>
                    <a:pt x="3550811" y="2507276"/>
                  </a:lnTo>
                  <a:lnTo>
                    <a:pt x="3551626" y="2501213"/>
                  </a:lnTo>
                  <a:lnTo>
                    <a:pt x="3552441" y="2599697"/>
                  </a:lnTo>
                  <a:lnTo>
                    <a:pt x="3553255" y="2605775"/>
                  </a:lnTo>
                  <a:lnTo>
                    <a:pt x="3554070" y="2636919"/>
                  </a:lnTo>
                  <a:lnTo>
                    <a:pt x="3554885" y="2605569"/>
                  </a:lnTo>
                  <a:lnTo>
                    <a:pt x="3555700" y="2511188"/>
                  </a:lnTo>
                  <a:lnTo>
                    <a:pt x="3556514" y="2437217"/>
                  </a:lnTo>
                  <a:lnTo>
                    <a:pt x="3557329" y="2394277"/>
                  </a:lnTo>
                  <a:lnTo>
                    <a:pt x="3558144" y="2437551"/>
                  </a:lnTo>
                  <a:lnTo>
                    <a:pt x="3558959" y="2378945"/>
                  </a:lnTo>
                  <a:lnTo>
                    <a:pt x="3559774" y="2387115"/>
                  </a:lnTo>
                  <a:lnTo>
                    <a:pt x="3560588" y="2539171"/>
                  </a:lnTo>
                  <a:lnTo>
                    <a:pt x="3561403" y="2710528"/>
                  </a:lnTo>
                  <a:lnTo>
                    <a:pt x="3562218" y="2820228"/>
                  </a:lnTo>
                  <a:lnTo>
                    <a:pt x="3563033" y="2861250"/>
                  </a:lnTo>
                  <a:lnTo>
                    <a:pt x="3563847" y="2953835"/>
                  </a:lnTo>
                  <a:lnTo>
                    <a:pt x="3564662" y="3062161"/>
                  </a:lnTo>
                  <a:lnTo>
                    <a:pt x="3565477" y="3012396"/>
                  </a:lnTo>
                  <a:lnTo>
                    <a:pt x="3566292" y="2945694"/>
                  </a:lnTo>
                  <a:lnTo>
                    <a:pt x="3567107" y="2914445"/>
                  </a:lnTo>
                  <a:lnTo>
                    <a:pt x="3567921" y="2833803"/>
                  </a:lnTo>
                  <a:lnTo>
                    <a:pt x="3568736" y="2661386"/>
                  </a:lnTo>
                  <a:lnTo>
                    <a:pt x="3569551" y="2512901"/>
                  </a:lnTo>
                  <a:lnTo>
                    <a:pt x="3570366" y="2494605"/>
                  </a:lnTo>
                  <a:lnTo>
                    <a:pt x="3571180" y="2539073"/>
                  </a:lnTo>
                  <a:lnTo>
                    <a:pt x="3571995" y="2580252"/>
                  </a:lnTo>
                  <a:lnTo>
                    <a:pt x="3572810" y="2680079"/>
                  </a:lnTo>
                  <a:lnTo>
                    <a:pt x="3573625" y="2781127"/>
                  </a:lnTo>
                  <a:lnTo>
                    <a:pt x="3574440" y="2804718"/>
                  </a:lnTo>
                  <a:lnTo>
                    <a:pt x="3575254" y="2825276"/>
                  </a:lnTo>
                  <a:lnTo>
                    <a:pt x="3576069" y="2831148"/>
                  </a:lnTo>
                  <a:lnTo>
                    <a:pt x="3576884" y="2823434"/>
                  </a:lnTo>
                  <a:lnTo>
                    <a:pt x="3577699" y="2780479"/>
                  </a:lnTo>
                  <a:lnTo>
                    <a:pt x="3578513" y="2762021"/>
                  </a:lnTo>
                  <a:lnTo>
                    <a:pt x="3579328" y="2821366"/>
                  </a:lnTo>
                  <a:lnTo>
                    <a:pt x="3580143" y="2812865"/>
                  </a:lnTo>
                  <a:lnTo>
                    <a:pt x="3580958" y="2807913"/>
                  </a:lnTo>
                  <a:lnTo>
                    <a:pt x="3581773" y="2766545"/>
                  </a:lnTo>
                  <a:lnTo>
                    <a:pt x="3582587" y="2796490"/>
                  </a:lnTo>
                  <a:lnTo>
                    <a:pt x="3583402" y="2910090"/>
                  </a:lnTo>
                  <a:lnTo>
                    <a:pt x="3584217" y="2957233"/>
                  </a:lnTo>
                  <a:lnTo>
                    <a:pt x="3585032" y="2973082"/>
                  </a:lnTo>
                  <a:lnTo>
                    <a:pt x="3585847" y="2889563"/>
                  </a:lnTo>
                  <a:lnTo>
                    <a:pt x="3586661" y="2766756"/>
                  </a:lnTo>
                  <a:lnTo>
                    <a:pt x="3587476" y="2662874"/>
                  </a:lnTo>
                  <a:lnTo>
                    <a:pt x="3588291" y="2511915"/>
                  </a:lnTo>
                  <a:lnTo>
                    <a:pt x="3589106" y="2405373"/>
                  </a:lnTo>
                  <a:lnTo>
                    <a:pt x="3589920" y="2368652"/>
                  </a:lnTo>
                  <a:lnTo>
                    <a:pt x="3590735" y="2376777"/>
                  </a:lnTo>
                  <a:lnTo>
                    <a:pt x="3591550" y="2345252"/>
                  </a:lnTo>
                  <a:lnTo>
                    <a:pt x="3592365" y="2221191"/>
                  </a:lnTo>
                  <a:lnTo>
                    <a:pt x="3593180" y="2220583"/>
                  </a:lnTo>
                  <a:lnTo>
                    <a:pt x="3593994" y="2213774"/>
                  </a:lnTo>
                  <a:lnTo>
                    <a:pt x="3594809" y="2068505"/>
                  </a:lnTo>
                  <a:lnTo>
                    <a:pt x="3595624" y="1952970"/>
                  </a:lnTo>
                  <a:lnTo>
                    <a:pt x="3596439" y="2002993"/>
                  </a:lnTo>
                  <a:lnTo>
                    <a:pt x="3597253" y="2144530"/>
                  </a:lnTo>
                  <a:lnTo>
                    <a:pt x="3598068" y="2166740"/>
                  </a:lnTo>
                  <a:lnTo>
                    <a:pt x="3598883" y="2152745"/>
                  </a:lnTo>
                  <a:lnTo>
                    <a:pt x="3599698" y="2274888"/>
                  </a:lnTo>
                  <a:lnTo>
                    <a:pt x="3600513" y="2416385"/>
                  </a:lnTo>
                  <a:lnTo>
                    <a:pt x="3601327" y="2493678"/>
                  </a:lnTo>
                  <a:lnTo>
                    <a:pt x="3602142" y="2490969"/>
                  </a:lnTo>
                  <a:lnTo>
                    <a:pt x="3602957" y="2527476"/>
                  </a:lnTo>
                  <a:lnTo>
                    <a:pt x="3603772" y="2541491"/>
                  </a:lnTo>
                  <a:lnTo>
                    <a:pt x="3604586" y="2449658"/>
                  </a:lnTo>
                  <a:lnTo>
                    <a:pt x="3605401" y="2246127"/>
                  </a:lnTo>
                  <a:lnTo>
                    <a:pt x="3606216" y="2066879"/>
                  </a:lnTo>
                  <a:lnTo>
                    <a:pt x="3607031" y="2020278"/>
                  </a:lnTo>
                  <a:lnTo>
                    <a:pt x="3607846" y="1941694"/>
                  </a:lnTo>
                  <a:lnTo>
                    <a:pt x="3608660" y="1839112"/>
                  </a:lnTo>
                  <a:lnTo>
                    <a:pt x="3609475" y="1731451"/>
                  </a:lnTo>
                  <a:lnTo>
                    <a:pt x="3610290" y="1719225"/>
                  </a:lnTo>
                  <a:lnTo>
                    <a:pt x="3611105" y="1774469"/>
                  </a:lnTo>
                  <a:lnTo>
                    <a:pt x="3611919" y="1792952"/>
                  </a:lnTo>
                  <a:lnTo>
                    <a:pt x="3612734" y="1780217"/>
                  </a:lnTo>
                  <a:lnTo>
                    <a:pt x="3613549" y="1927180"/>
                  </a:lnTo>
                  <a:lnTo>
                    <a:pt x="3614364" y="2086101"/>
                  </a:lnTo>
                  <a:lnTo>
                    <a:pt x="3615179" y="2262382"/>
                  </a:lnTo>
                  <a:lnTo>
                    <a:pt x="3615993" y="2347882"/>
                  </a:lnTo>
                  <a:lnTo>
                    <a:pt x="3616808" y="2328025"/>
                  </a:lnTo>
                  <a:lnTo>
                    <a:pt x="3617623" y="2298140"/>
                  </a:lnTo>
                  <a:lnTo>
                    <a:pt x="3618438" y="2155031"/>
                  </a:lnTo>
                  <a:lnTo>
                    <a:pt x="3619252" y="2050767"/>
                  </a:lnTo>
                  <a:lnTo>
                    <a:pt x="3620067" y="1980676"/>
                  </a:lnTo>
                  <a:lnTo>
                    <a:pt x="3620882" y="1945786"/>
                  </a:lnTo>
                  <a:lnTo>
                    <a:pt x="3621697" y="1968714"/>
                  </a:lnTo>
                  <a:lnTo>
                    <a:pt x="3622512" y="1885446"/>
                  </a:lnTo>
                  <a:lnTo>
                    <a:pt x="3623326" y="1857197"/>
                  </a:lnTo>
                  <a:lnTo>
                    <a:pt x="3624141" y="1881142"/>
                  </a:lnTo>
                  <a:lnTo>
                    <a:pt x="3624956" y="1871476"/>
                  </a:lnTo>
                  <a:lnTo>
                    <a:pt x="3625771" y="1840540"/>
                  </a:lnTo>
                  <a:lnTo>
                    <a:pt x="3626586" y="1739302"/>
                  </a:lnTo>
                  <a:lnTo>
                    <a:pt x="3627400" y="1781643"/>
                  </a:lnTo>
                  <a:lnTo>
                    <a:pt x="3628215" y="1864770"/>
                  </a:lnTo>
                  <a:lnTo>
                    <a:pt x="3629030" y="2023539"/>
                  </a:lnTo>
                  <a:lnTo>
                    <a:pt x="3629845" y="2095824"/>
                  </a:lnTo>
                  <a:lnTo>
                    <a:pt x="3630659" y="2085245"/>
                  </a:lnTo>
                  <a:lnTo>
                    <a:pt x="3631474" y="2177553"/>
                  </a:lnTo>
                  <a:lnTo>
                    <a:pt x="3632289" y="2380514"/>
                  </a:lnTo>
                  <a:lnTo>
                    <a:pt x="3633104" y="2409421"/>
                  </a:lnTo>
                  <a:lnTo>
                    <a:pt x="3633919" y="2178057"/>
                  </a:lnTo>
                  <a:lnTo>
                    <a:pt x="3634733" y="2034635"/>
                  </a:lnTo>
                  <a:lnTo>
                    <a:pt x="3635548" y="2055432"/>
                  </a:lnTo>
                  <a:lnTo>
                    <a:pt x="3636363" y="2015729"/>
                  </a:lnTo>
                  <a:lnTo>
                    <a:pt x="3637178" y="1770239"/>
                  </a:lnTo>
                  <a:lnTo>
                    <a:pt x="3637992" y="1652762"/>
                  </a:lnTo>
                  <a:lnTo>
                    <a:pt x="3638807" y="1734979"/>
                  </a:lnTo>
                  <a:lnTo>
                    <a:pt x="3639622" y="1728028"/>
                  </a:lnTo>
                  <a:lnTo>
                    <a:pt x="3640437" y="1579658"/>
                  </a:lnTo>
                  <a:lnTo>
                    <a:pt x="3641252" y="1420261"/>
                  </a:lnTo>
                  <a:lnTo>
                    <a:pt x="3642066" y="1484263"/>
                  </a:lnTo>
                  <a:lnTo>
                    <a:pt x="3642881" y="1654136"/>
                  </a:lnTo>
                  <a:lnTo>
                    <a:pt x="3643696" y="1792149"/>
                  </a:lnTo>
                  <a:lnTo>
                    <a:pt x="3644511" y="1931232"/>
                  </a:lnTo>
                  <a:lnTo>
                    <a:pt x="3645325" y="2059703"/>
                  </a:lnTo>
                  <a:lnTo>
                    <a:pt x="3646140" y="2288286"/>
                  </a:lnTo>
                  <a:lnTo>
                    <a:pt x="3646955" y="2374613"/>
                  </a:lnTo>
                  <a:lnTo>
                    <a:pt x="3647770" y="2230996"/>
                  </a:lnTo>
                  <a:lnTo>
                    <a:pt x="3648585" y="2172405"/>
                  </a:lnTo>
                  <a:lnTo>
                    <a:pt x="3649399" y="2151924"/>
                  </a:lnTo>
                  <a:lnTo>
                    <a:pt x="3650214" y="2136171"/>
                  </a:lnTo>
                  <a:lnTo>
                    <a:pt x="3651029" y="2175258"/>
                  </a:lnTo>
                  <a:lnTo>
                    <a:pt x="3651844" y="2261777"/>
                  </a:lnTo>
                  <a:lnTo>
                    <a:pt x="3652658" y="2361981"/>
                  </a:lnTo>
                  <a:lnTo>
                    <a:pt x="3653473" y="2277600"/>
                  </a:lnTo>
                  <a:lnTo>
                    <a:pt x="3654288" y="2198068"/>
                  </a:lnTo>
                  <a:lnTo>
                    <a:pt x="3655103" y="2227681"/>
                  </a:lnTo>
                  <a:lnTo>
                    <a:pt x="3655918" y="2140177"/>
                  </a:lnTo>
                  <a:lnTo>
                    <a:pt x="3656732" y="1928149"/>
                  </a:lnTo>
                  <a:lnTo>
                    <a:pt x="3657547" y="1757406"/>
                  </a:lnTo>
                  <a:lnTo>
                    <a:pt x="3658362" y="1721559"/>
                  </a:lnTo>
                  <a:lnTo>
                    <a:pt x="3659177" y="1673747"/>
                  </a:lnTo>
                  <a:lnTo>
                    <a:pt x="3659991" y="1536317"/>
                  </a:lnTo>
                  <a:lnTo>
                    <a:pt x="3660806" y="1462631"/>
                  </a:lnTo>
                  <a:lnTo>
                    <a:pt x="3661621" y="1546881"/>
                  </a:lnTo>
                  <a:lnTo>
                    <a:pt x="3662436" y="1697515"/>
                  </a:lnTo>
                  <a:lnTo>
                    <a:pt x="3663251" y="1770047"/>
                  </a:lnTo>
                  <a:lnTo>
                    <a:pt x="3664065" y="1780902"/>
                  </a:lnTo>
                  <a:lnTo>
                    <a:pt x="3664880" y="1771246"/>
                  </a:lnTo>
                  <a:lnTo>
                    <a:pt x="3665695" y="1669392"/>
                  </a:lnTo>
                  <a:lnTo>
                    <a:pt x="3666510" y="1540001"/>
                  </a:lnTo>
                  <a:lnTo>
                    <a:pt x="3667325" y="1472164"/>
                  </a:lnTo>
                  <a:lnTo>
                    <a:pt x="3668139" y="1592889"/>
                  </a:lnTo>
                  <a:lnTo>
                    <a:pt x="3668954" y="1631836"/>
                  </a:lnTo>
                  <a:lnTo>
                    <a:pt x="3669769" y="1645451"/>
                  </a:lnTo>
                  <a:lnTo>
                    <a:pt x="3670584" y="1761891"/>
                  </a:lnTo>
                  <a:lnTo>
                    <a:pt x="3671398" y="1885733"/>
                  </a:lnTo>
                  <a:lnTo>
                    <a:pt x="3672213" y="1808769"/>
                  </a:lnTo>
                  <a:lnTo>
                    <a:pt x="3673028" y="1477830"/>
                  </a:lnTo>
                  <a:lnTo>
                    <a:pt x="3673843" y="1321859"/>
                  </a:lnTo>
                  <a:lnTo>
                    <a:pt x="3674658" y="1250951"/>
                  </a:lnTo>
                  <a:lnTo>
                    <a:pt x="3675472" y="1193728"/>
                  </a:lnTo>
                  <a:lnTo>
                    <a:pt x="3676287" y="1080609"/>
                  </a:lnTo>
                  <a:lnTo>
                    <a:pt x="3677102" y="1044681"/>
                  </a:lnTo>
                  <a:lnTo>
                    <a:pt x="3677917" y="1206166"/>
                  </a:lnTo>
                  <a:lnTo>
                    <a:pt x="3678731" y="1475092"/>
                  </a:lnTo>
                  <a:lnTo>
                    <a:pt x="3679546" y="1791561"/>
                  </a:lnTo>
                  <a:lnTo>
                    <a:pt x="3680361" y="1919842"/>
                  </a:lnTo>
                  <a:lnTo>
                    <a:pt x="3681176" y="1947335"/>
                  </a:lnTo>
                  <a:lnTo>
                    <a:pt x="3681991" y="1993993"/>
                  </a:lnTo>
                  <a:lnTo>
                    <a:pt x="3682805" y="1941848"/>
                  </a:lnTo>
                  <a:lnTo>
                    <a:pt x="3683620" y="1743789"/>
                  </a:lnTo>
                  <a:lnTo>
                    <a:pt x="3684435" y="1531904"/>
                  </a:lnTo>
                  <a:lnTo>
                    <a:pt x="3685250" y="1416415"/>
                  </a:lnTo>
                  <a:lnTo>
                    <a:pt x="3686064" y="1441633"/>
                  </a:lnTo>
                  <a:lnTo>
                    <a:pt x="3686879" y="1491275"/>
                  </a:lnTo>
                  <a:lnTo>
                    <a:pt x="3687694" y="1622788"/>
                  </a:lnTo>
                  <a:lnTo>
                    <a:pt x="3688509" y="1739163"/>
                  </a:lnTo>
                  <a:lnTo>
                    <a:pt x="3689324" y="1802377"/>
                  </a:lnTo>
                  <a:lnTo>
                    <a:pt x="3690138" y="1859262"/>
                  </a:lnTo>
                  <a:lnTo>
                    <a:pt x="3690953" y="1937558"/>
                  </a:lnTo>
                  <a:lnTo>
                    <a:pt x="3691768" y="2046111"/>
                  </a:lnTo>
                  <a:lnTo>
                    <a:pt x="3692583" y="2020862"/>
                  </a:lnTo>
                  <a:lnTo>
                    <a:pt x="3693397" y="1997522"/>
                  </a:lnTo>
                  <a:lnTo>
                    <a:pt x="3694212" y="1965510"/>
                  </a:lnTo>
                  <a:lnTo>
                    <a:pt x="3695027" y="1986257"/>
                  </a:lnTo>
                  <a:lnTo>
                    <a:pt x="3695842" y="1979277"/>
                  </a:lnTo>
                  <a:lnTo>
                    <a:pt x="3696657" y="1884171"/>
                  </a:lnTo>
                  <a:lnTo>
                    <a:pt x="3697471" y="1827651"/>
                  </a:lnTo>
                  <a:lnTo>
                    <a:pt x="3698286" y="1829695"/>
                  </a:lnTo>
                  <a:lnTo>
                    <a:pt x="3699101" y="1867442"/>
                  </a:lnTo>
                  <a:lnTo>
                    <a:pt x="3699916" y="1828140"/>
                  </a:lnTo>
                  <a:lnTo>
                    <a:pt x="3700730" y="1751747"/>
                  </a:lnTo>
                  <a:lnTo>
                    <a:pt x="3701545" y="1758649"/>
                  </a:lnTo>
                  <a:lnTo>
                    <a:pt x="3702360" y="1797612"/>
                  </a:lnTo>
                  <a:lnTo>
                    <a:pt x="3703175" y="1880076"/>
                  </a:lnTo>
                  <a:lnTo>
                    <a:pt x="3703990" y="1952286"/>
                  </a:lnTo>
                  <a:lnTo>
                    <a:pt x="3704804" y="1932753"/>
                  </a:lnTo>
                  <a:lnTo>
                    <a:pt x="3705619" y="1849606"/>
                  </a:lnTo>
                  <a:lnTo>
                    <a:pt x="3706434" y="1797830"/>
                  </a:lnTo>
                  <a:lnTo>
                    <a:pt x="3707249" y="1768981"/>
                  </a:lnTo>
                  <a:lnTo>
                    <a:pt x="3708064" y="1644726"/>
                  </a:lnTo>
                  <a:lnTo>
                    <a:pt x="3708878" y="1582207"/>
                  </a:lnTo>
                  <a:lnTo>
                    <a:pt x="3709693" y="1740547"/>
                  </a:lnTo>
                  <a:lnTo>
                    <a:pt x="3710508" y="2001934"/>
                  </a:lnTo>
                  <a:lnTo>
                    <a:pt x="3711323" y="2228262"/>
                  </a:lnTo>
                  <a:lnTo>
                    <a:pt x="3712137" y="2304525"/>
                  </a:lnTo>
                  <a:lnTo>
                    <a:pt x="3712952" y="2389448"/>
                  </a:lnTo>
                  <a:lnTo>
                    <a:pt x="3713767" y="2403136"/>
                  </a:lnTo>
                  <a:lnTo>
                    <a:pt x="3714582" y="2324885"/>
                  </a:lnTo>
                  <a:lnTo>
                    <a:pt x="3715397" y="2251819"/>
                  </a:lnTo>
                  <a:lnTo>
                    <a:pt x="3716211" y="2203649"/>
                  </a:lnTo>
                  <a:lnTo>
                    <a:pt x="3717026" y="2264657"/>
                  </a:lnTo>
                  <a:lnTo>
                    <a:pt x="3717841" y="2385228"/>
                  </a:lnTo>
                  <a:lnTo>
                    <a:pt x="3718656" y="2410683"/>
                  </a:lnTo>
                  <a:lnTo>
                    <a:pt x="3719470" y="2384844"/>
                  </a:lnTo>
                  <a:lnTo>
                    <a:pt x="3720285" y="2335304"/>
                  </a:lnTo>
                  <a:lnTo>
                    <a:pt x="3721100" y="2182145"/>
                  </a:lnTo>
                  <a:lnTo>
                    <a:pt x="3721915" y="1989098"/>
                  </a:lnTo>
                  <a:lnTo>
                    <a:pt x="3722730" y="1793527"/>
                  </a:lnTo>
                  <a:lnTo>
                    <a:pt x="3723544" y="1747996"/>
                  </a:lnTo>
                  <a:lnTo>
                    <a:pt x="3724359" y="1767951"/>
                  </a:lnTo>
                  <a:lnTo>
                    <a:pt x="3725174" y="1882326"/>
                  </a:lnTo>
                  <a:lnTo>
                    <a:pt x="3725989" y="2070453"/>
                  </a:lnTo>
                  <a:lnTo>
                    <a:pt x="3726803" y="2276827"/>
                  </a:lnTo>
                  <a:lnTo>
                    <a:pt x="3727618" y="2390872"/>
                  </a:lnTo>
                  <a:lnTo>
                    <a:pt x="3728433" y="2512556"/>
                  </a:lnTo>
                  <a:lnTo>
                    <a:pt x="3729248" y="2617282"/>
                  </a:lnTo>
                  <a:lnTo>
                    <a:pt x="3730063" y="2614532"/>
                  </a:lnTo>
                  <a:lnTo>
                    <a:pt x="3730877" y="2604324"/>
                  </a:lnTo>
                  <a:lnTo>
                    <a:pt x="3731692" y="2581286"/>
                  </a:lnTo>
                  <a:lnTo>
                    <a:pt x="3732507" y="2570902"/>
                  </a:lnTo>
                  <a:lnTo>
                    <a:pt x="3733322" y="2479237"/>
                  </a:lnTo>
                  <a:lnTo>
                    <a:pt x="3734136" y="2351574"/>
                  </a:lnTo>
                  <a:lnTo>
                    <a:pt x="3734951" y="2254586"/>
                  </a:lnTo>
                  <a:lnTo>
                    <a:pt x="3735766" y="2141680"/>
                  </a:lnTo>
                  <a:lnTo>
                    <a:pt x="3736581" y="2050083"/>
                  </a:lnTo>
                  <a:lnTo>
                    <a:pt x="3737396" y="2023079"/>
                  </a:lnTo>
                  <a:lnTo>
                    <a:pt x="3738210" y="2046725"/>
                  </a:lnTo>
                  <a:lnTo>
                    <a:pt x="3739025" y="2099034"/>
                  </a:lnTo>
                  <a:lnTo>
                    <a:pt x="3739840" y="2055820"/>
                  </a:lnTo>
                  <a:lnTo>
                    <a:pt x="3740655" y="1997339"/>
                  </a:lnTo>
                  <a:lnTo>
                    <a:pt x="3741469" y="2065608"/>
                  </a:lnTo>
                  <a:lnTo>
                    <a:pt x="3742284" y="2126262"/>
                  </a:lnTo>
                  <a:lnTo>
                    <a:pt x="3743099" y="2206875"/>
                  </a:lnTo>
                  <a:lnTo>
                    <a:pt x="3743914" y="2309035"/>
                  </a:lnTo>
                  <a:lnTo>
                    <a:pt x="3744729" y="2517858"/>
                  </a:lnTo>
                  <a:lnTo>
                    <a:pt x="3745543" y="2729229"/>
                  </a:lnTo>
                  <a:lnTo>
                    <a:pt x="3746358" y="2741194"/>
                  </a:lnTo>
                  <a:lnTo>
                    <a:pt x="3747173" y="2756285"/>
                  </a:lnTo>
                  <a:lnTo>
                    <a:pt x="3747988" y="2831521"/>
                  </a:lnTo>
                  <a:lnTo>
                    <a:pt x="3748803" y="2919768"/>
                  </a:lnTo>
                  <a:lnTo>
                    <a:pt x="3749617" y="2974056"/>
                  </a:lnTo>
                  <a:lnTo>
                    <a:pt x="3750432" y="2920343"/>
                  </a:lnTo>
                  <a:lnTo>
                    <a:pt x="3751247" y="2796522"/>
                  </a:lnTo>
                  <a:lnTo>
                    <a:pt x="3752062" y="2623850"/>
                  </a:lnTo>
                  <a:lnTo>
                    <a:pt x="3752876" y="2495009"/>
                  </a:lnTo>
                  <a:lnTo>
                    <a:pt x="3753691" y="2398089"/>
                  </a:lnTo>
                  <a:lnTo>
                    <a:pt x="3754506" y="2238220"/>
                  </a:lnTo>
                  <a:lnTo>
                    <a:pt x="3755321" y="2206007"/>
                  </a:lnTo>
                  <a:lnTo>
                    <a:pt x="3756136" y="2274189"/>
                  </a:lnTo>
                  <a:lnTo>
                    <a:pt x="3756950" y="2409836"/>
                  </a:lnTo>
                  <a:lnTo>
                    <a:pt x="3757765" y="2475531"/>
                  </a:lnTo>
                  <a:lnTo>
                    <a:pt x="3758580" y="2507518"/>
                  </a:lnTo>
                  <a:lnTo>
                    <a:pt x="3759395" y="2489534"/>
                  </a:lnTo>
                  <a:lnTo>
                    <a:pt x="3760209" y="2408154"/>
                  </a:lnTo>
                  <a:lnTo>
                    <a:pt x="3761024" y="2301317"/>
                  </a:lnTo>
                  <a:lnTo>
                    <a:pt x="3761839" y="2187455"/>
                  </a:lnTo>
                  <a:lnTo>
                    <a:pt x="3762654" y="2093325"/>
                  </a:lnTo>
                  <a:lnTo>
                    <a:pt x="3763469" y="2047824"/>
                  </a:lnTo>
                  <a:lnTo>
                    <a:pt x="3764283" y="2034167"/>
                  </a:lnTo>
                  <a:lnTo>
                    <a:pt x="3765098" y="2076801"/>
                  </a:lnTo>
                  <a:lnTo>
                    <a:pt x="3765913" y="2247944"/>
                  </a:lnTo>
                  <a:lnTo>
                    <a:pt x="3766728" y="2391085"/>
                  </a:lnTo>
                  <a:lnTo>
                    <a:pt x="3767542" y="2496401"/>
                  </a:lnTo>
                  <a:lnTo>
                    <a:pt x="3768357" y="2496384"/>
                  </a:lnTo>
                  <a:lnTo>
                    <a:pt x="3769172" y="2436094"/>
                  </a:lnTo>
                  <a:lnTo>
                    <a:pt x="3769987" y="2400969"/>
                  </a:lnTo>
                  <a:lnTo>
                    <a:pt x="3770802" y="2448204"/>
                  </a:lnTo>
                  <a:lnTo>
                    <a:pt x="3771616" y="2491982"/>
                  </a:lnTo>
                  <a:lnTo>
                    <a:pt x="3772431" y="2472202"/>
                  </a:lnTo>
                  <a:lnTo>
                    <a:pt x="3773246" y="2475969"/>
                  </a:lnTo>
                  <a:lnTo>
                    <a:pt x="3774061" y="2675764"/>
                  </a:lnTo>
                  <a:lnTo>
                    <a:pt x="3774875" y="2786309"/>
                  </a:lnTo>
                  <a:lnTo>
                    <a:pt x="3775690" y="2756611"/>
                  </a:lnTo>
                  <a:lnTo>
                    <a:pt x="3776505" y="2730194"/>
                  </a:lnTo>
                  <a:lnTo>
                    <a:pt x="3777320" y="2719332"/>
                  </a:lnTo>
                  <a:lnTo>
                    <a:pt x="3778135" y="2663418"/>
                  </a:lnTo>
                  <a:lnTo>
                    <a:pt x="3778949" y="2623980"/>
                  </a:lnTo>
                  <a:lnTo>
                    <a:pt x="3779764" y="2669219"/>
                  </a:lnTo>
                  <a:lnTo>
                    <a:pt x="3780579" y="2663339"/>
                  </a:lnTo>
                  <a:lnTo>
                    <a:pt x="3781394" y="2632049"/>
                  </a:lnTo>
                  <a:lnTo>
                    <a:pt x="3782208" y="2563728"/>
                  </a:lnTo>
                  <a:lnTo>
                    <a:pt x="3783023" y="2596223"/>
                  </a:lnTo>
                  <a:lnTo>
                    <a:pt x="3783838" y="2616290"/>
                  </a:lnTo>
                  <a:lnTo>
                    <a:pt x="3784653" y="2538940"/>
                  </a:lnTo>
                  <a:lnTo>
                    <a:pt x="3785468" y="2510298"/>
                  </a:lnTo>
                  <a:lnTo>
                    <a:pt x="3786282" y="2495046"/>
                  </a:lnTo>
                  <a:lnTo>
                    <a:pt x="3787097" y="2553045"/>
                  </a:lnTo>
                  <a:lnTo>
                    <a:pt x="3787912" y="2529974"/>
                  </a:lnTo>
                  <a:lnTo>
                    <a:pt x="3788727" y="2442070"/>
                  </a:lnTo>
                  <a:lnTo>
                    <a:pt x="3789542" y="2408616"/>
                  </a:lnTo>
                  <a:lnTo>
                    <a:pt x="3790356" y="2387660"/>
                  </a:lnTo>
                  <a:lnTo>
                    <a:pt x="3791171" y="2415178"/>
                  </a:lnTo>
                  <a:lnTo>
                    <a:pt x="3791986" y="2354886"/>
                  </a:lnTo>
                  <a:lnTo>
                    <a:pt x="3792801" y="2352245"/>
                  </a:lnTo>
                  <a:lnTo>
                    <a:pt x="3793615" y="2378042"/>
                  </a:lnTo>
                  <a:lnTo>
                    <a:pt x="3794430" y="2376470"/>
                  </a:lnTo>
                  <a:lnTo>
                    <a:pt x="3795245" y="2388160"/>
                  </a:lnTo>
                  <a:lnTo>
                    <a:pt x="3796060" y="2423123"/>
                  </a:lnTo>
                  <a:lnTo>
                    <a:pt x="3796875" y="2554489"/>
                  </a:lnTo>
                  <a:lnTo>
                    <a:pt x="3797689" y="2702041"/>
                  </a:lnTo>
                  <a:lnTo>
                    <a:pt x="3798504" y="2774871"/>
                  </a:lnTo>
                  <a:lnTo>
                    <a:pt x="3799319" y="2932767"/>
                  </a:lnTo>
                  <a:lnTo>
                    <a:pt x="3800134" y="3061047"/>
                  </a:lnTo>
                  <a:lnTo>
                    <a:pt x="3800948" y="3115632"/>
                  </a:lnTo>
                  <a:lnTo>
                    <a:pt x="3801763" y="3116972"/>
                  </a:lnTo>
                  <a:lnTo>
                    <a:pt x="3802578" y="3046202"/>
                  </a:lnTo>
                  <a:lnTo>
                    <a:pt x="3803393" y="2897241"/>
                  </a:lnTo>
                  <a:lnTo>
                    <a:pt x="3804208" y="2650405"/>
                  </a:lnTo>
                  <a:lnTo>
                    <a:pt x="3805022" y="2491126"/>
                  </a:lnTo>
                  <a:lnTo>
                    <a:pt x="3805837" y="2417210"/>
                  </a:lnTo>
                  <a:lnTo>
                    <a:pt x="3806652" y="2323092"/>
                  </a:lnTo>
                  <a:lnTo>
                    <a:pt x="3807467" y="2211875"/>
                  </a:lnTo>
                  <a:lnTo>
                    <a:pt x="3808281" y="2256555"/>
                  </a:lnTo>
                  <a:lnTo>
                    <a:pt x="3809096" y="2375921"/>
                  </a:lnTo>
                  <a:lnTo>
                    <a:pt x="3809911" y="2426612"/>
                  </a:lnTo>
                  <a:lnTo>
                    <a:pt x="3810726" y="2367519"/>
                  </a:lnTo>
                  <a:lnTo>
                    <a:pt x="3811541" y="2200806"/>
                  </a:lnTo>
                  <a:lnTo>
                    <a:pt x="3812355" y="2114066"/>
                  </a:lnTo>
                  <a:lnTo>
                    <a:pt x="3813170" y="2003999"/>
                  </a:lnTo>
                  <a:lnTo>
                    <a:pt x="3813985" y="1921143"/>
                  </a:lnTo>
                  <a:lnTo>
                    <a:pt x="3814800" y="1884924"/>
                  </a:lnTo>
                  <a:lnTo>
                    <a:pt x="3815614" y="1951686"/>
                  </a:lnTo>
                  <a:lnTo>
                    <a:pt x="3816429" y="2082691"/>
                  </a:lnTo>
                  <a:lnTo>
                    <a:pt x="3817244" y="2097927"/>
                  </a:lnTo>
                  <a:lnTo>
                    <a:pt x="3818059" y="2190752"/>
                  </a:lnTo>
                  <a:lnTo>
                    <a:pt x="3818874" y="2282452"/>
                  </a:lnTo>
                  <a:lnTo>
                    <a:pt x="3819688" y="2224476"/>
                  </a:lnTo>
                  <a:lnTo>
                    <a:pt x="3820503" y="2152201"/>
                  </a:lnTo>
                  <a:lnTo>
                    <a:pt x="3821318" y="2133381"/>
                  </a:lnTo>
                  <a:lnTo>
                    <a:pt x="3822133" y="2190804"/>
                  </a:lnTo>
                  <a:lnTo>
                    <a:pt x="3822947" y="2189712"/>
                  </a:lnTo>
                  <a:lnTo>
                    <a:pt x="3823762" y="2139905"/>
                  </a:lnTo>
                  <a:lnTo>
                    <a:pt x="3824577" y="2115359"/>
                  </a:lnTo>
                  <a:lnTo>
                    <a:pt x="3825392" y="2108446"/>
                  </a:lnTo>
                  <a:lnTo>
                    <a:pt x="3826207" y="2179598"/>
                  </a:lnTo>
                  <a:lnTo>
                    <a:pt x="3827021" y="2228169"/>
                  </a:lnTo>
                  <a:lnTo>
                    <a:pt x="3827836" y="2258284"/>
                  </a:lnTo>
                  <a:lnTo>
                    <a:pt x="3828651" y="2302784"/>
                  </a:lnTo>
                  <a:lnTo>
                    <a:pt x="3829466" y="2384630"/>
                  </a:lnTo>
                  <a:lnTo>
                    <a:pt x="3830281" y="2442640"/>
                  </a:lnTo>
                  <a:lnTo>
                    <a:pt x="3831095" y="2472295"/>
                  </a:lnTo>
                  <a:lnTo>
                    <a:pt x="3831910" y="2536264"/>
                  </a:lnTo>
                  <a:lnTo>
                    <a:pt x="3832725" y="2552956"/>
                  </a:lnTo>
                  <a:lnTo>
                    <a:pt x="3833540" y="2501822"/>
                  </a:lnTo>
                  <a:lnTo>
                    <a:pt x="3834354" y="2504962"/>
                  </a:lnTo>
                  <a:lnTo>
                    <a:pt x="3835169" y="2430957"/>
                  </a:lnTo>
                  <a:lnTo>
                    <a:pt x="3835984" y="2446137"/>
                  </a:lnTo>
                  <a:lnTo>
                    <a:pt x="3836799" y="2498141"/>
                  </a:lnTo>
                  <a:lnTo>
                    <a:pt x="3837614" y="2628605"/>
                  </a:lnTo>
                  <a:lnTo>
                    <a:pt x="3838428" y="2804065"/>
                  </a:lnTo>
                  <a:lnTo>
                    <a:pt x="3839243" y="2919163"/>
                  </a:lnTo>
                  <a:lnTo>
                    <a:pt x="3840058" y="3066460"/>
                  </a:lnTo>
                  <a:lnTo>
                    <a:pt x="3840873" y="3049350"/>
                  </a:lnTo>
                  <a:lnTo>
                    <a:pt x="3841687" y="3023158"/>
                  </a:lnTo>
                  <a:lnTo>
                    <a:pt x="3842502" y="2959918"/>
                  </a:lnTo>
                  <a:lnTo>
                    <a:pt x="3843317" y="2877100"/>
                  </a:lnTo>
                  <a:lnTo>
                    <a:pt x="3844132" y="2873009"/>
                  </a:lnTo>
                  <a:lnTo>
                    <a:pt x="3844947" y="2887140"/>
                  </a:lnTo>
                  <a:lnTo>
                    <a:pt x="3845761" y="2974392"/>
                  </a:lnTo>
                  <a:lnTo>
                    <a:pt x="3846576" y="3027817"/>
                  </a:lnTo>
                  <a:lnTo>
                    <a:pt x="3847391" y="3046336"/>
                  </a:lnTo>
                  <a:lnTo>
                    <a:pt x="3848206" y="3009346"/>
                  </a:lnTo>
                  <a:lnTo>
                    <a:pt x="3849020" y="2951252"/>
                  </a:lnTo>
                  <a:lnTo>
                    <a:pt x="3849835" y="2951252"/>
                  </a:lnTo>
                  <a:lnTo>
                    <a:pt x="3850650" y="2926127"/>
                  </a:lnTo>
                  <a:lnTo>
                    <a:pt x="3851465" y="2913754"/>
                  </a:lnTo>
                  <a:lnTo>
                    <a:pt x="3852280" y="2887191"/>
                  </a:lnTo>
                  <a:lnTo>
                    <a:pt x="3853094" y="2939092"/>
                  </a:lnTo>
                  <a:lnTo>
                    <a:pt x="3853909" y="2958778"/>
                  </a:lnTo>
                  <a:lnTo>
                    <a:pt x="3854724" y="2889322"/>
                  </a:lnTo>
                  <a:lnTo>
                    <a:pt x="3855539" y="2841411"/>
                  </a:lnTo>
                  <a:lnTo>
                    <a:pt x="3856353" y="2801265"/>
                  </a:lnTo>
                  <a:lnTo>
                    <a:pt x="3857168" y="2795711"/>
                  </a:lnTo>
                  <a:lnTo>
                    <a:pt x="3857983" y="2746181"/>
                  </a:lnTo>
                  <a:lnTo>
                    <a:pt x="3858798" y="2723272"/>
                  </a:lnTo>
                  <a:lnTo>
                    <a:pt x="3859613" y="2762445"/>
                  </a:lnTo>
                  <a:lnTo>
                    <a:pt x="3860427" y="2767274"/>
                  </a:lnTo>
                  <a:lnTo>
                    <a:pt x="3861242" y="2670639"/>
                  </a:lnTo>
                  <a:lnTo>
                    <a:pt x="3862057" y="2643097"/>
                  </a:lnTo>
                  <a:lnTo>
                    <a:pt x="3862872" y="2734409"/>
                  </a:lnTo>
                  <a:lnTo>
                    <a:pt x="3863686" y="2759199"/>
                  </a:lnTo>
                  <a:lnTo>
                    <a:pt x="3864501" y="2702851"/>
                  </a:lnTo>
                  <a:lnTo>
                    <a:pt x="3865316" y="2649586"/>
                  </a:lnTo>
                  <a:lnTo>
                    <a:pt x="3866131" y="2727292"/>
                  </a:lnTo>
                  <a:lnTo>
                    <a:pt x="3866946" y="2796668"/>
                  </a:lnTo>
                  <a:lnTo>
                    <a:pt x="3867760" y="2803836"/>
                  </a:lnTo>
                  <a:lnTo>
                    <a:pt x="3868575" y="2758708"/>
                  </a:lnTo>
                  <a:lnTo>
                    <a:pt x="3869390" y="2746141"/>
                  </a:lnTo>
                  <a:lnTo>
                    <a:pt x="3870205" y="2794810"/>
                  </a:lnTo>
                  <a:lnTo>
                    <a:pt x="3871020" y="2752697"/>
                  </a:lnTo>
                  <a:lnTo>
                    <a:pt x="3871834" y="2603964"/>
                  </a:lnTo>
                  <a:lnTo>
                    <a:pt x="3872649" y="2459923"/>
                  </a:lnTo>
                  <a:lnTo>
                    <a:pt x="3873464" y="2435039"/>
                  </a:lnTo>
                  <a:lnTo>
                    <a:pt x="3874279" y="2470131"/>
                  </a:lnTo>
                  <a:lnTo>
                    <a:pt x="3875093" y="2453603"/>
                  </a:lnTo>
                  <a:lnTo>
                    <a:pt x="3875908" y="2539929"/>
                  </a:lnTo>
                  <a:lnTo>
                    <a:pt x="3876723" y="2667090"/>
                  </a:lnTo>
                  <a:lnTo>
                    <a:pt x="3877538" y="2765150"/>
                  </a:lnTo>
                  <a:lnTo>
                    <a:pt x="3878353" y="2884687"/>
                  </a:lnTo>
                  <a:lnTo>
                    <a:pt x="3879167" y="2928340"/>
                  </a:lnTo>
                  <a:lnTo>
                    <a:pt x="3879982" y="2878188"/>
                  </a:lnTo>
                  <a:lnTo>
                    <a:pt x="3880797" y="2749118"/>
                  </a:lnTo>
                  <a:lnTo>
                    <a:pt x="3881612" y="2726208"/>
                  </a:lnTo>
                  <a:lnTo>
                    <a:pt x="3882426" y="2754828"/>
                  </a:lnTo>
                  <a:lnTo>
                    <a:pt x="3883241" y="2656320"/>
                  </a:lnTo>
                  <a:lnTo>
                    <a:pt x="3884056" y="2642104"/>
                  </a:lnTo>
                  <a:lnTo>
                    <a:pt x="3884871" y="2701684"/>
                  </a:lnTo>
                  <a:lnTo>
                    <a:pt x="3885686" y="2739339"/>
                  </a:lnTo>
                  <a:lnTo>
                    <a:pt x="3886500" y="2725021"/>
                  </a:lnTo>
                  <a:lnTo>
                    <a:pt x="3887315" y="2762171"/>
                  </a:lnTo>
                  <a:lnTo>
                    <a:pt x="3888130" y="2910359"/>
                  </a:lnTo>
                  <a:lnTo>
                    <a:pt x="3888945" y="2950737"/>
                  </a:lnTo>
                  <a:lnTo>
                    <a:pt x="3889759" y="2996804"/>
                  </a:lnTo>
                  <a:lnTo>
                    <a:pt x="3890574" y="3088220"/>
                  </a:lnTo>
                  <a:lnTo>
                    <a:pt x="3891389" y="3116972"/>
                  </a:lnTo>
                  <a:lnTo>
                    <a:pt x="3892204" y="3116972"/>
                  </a:lnTo>
                  <a:lnTo>
                    <a:pt x="3893019" y="3023688"/>
                  </a:lnTo>
                  <a:lnTo>
                    <a:pt x="3893833" y="2926586"/>
                  </a:lnTo>
                  <a:lnTo>
                    <a:pt x="3894648" y="2874494"/>
                  </a:lnTo>
                  <a:lnTo>
                    <a:pt x="3895463" y="2778038"/>
                  </a:lnTo>
                  <a:lnTo>
                    <a:pt x="3896278" y="2682638"/>
                  </a:lnTo>
                  <a:lnTo>
                    <a:pt x="3897092" y="2622928"/>
                  </a:lnTo>
                  <a:lnTo>
                    <a:pt x="3897907" y="2660105"/>
                  </a:lnTo>
                  <a:lnTo>
                    <a:pt x="3898722" y="2751498"/>
                  </a:lnTo>
                  <a:lnTo>
                    <a:pt x="3899537" y="2803591"/>
                  </a:lnTo>
                  <a:lnTo>
                    <a:pt x="3900352" y="2900047"/>
                  </a:lnTo>
                  <a:lnTo>
                    <a:pt x="3901166" y="2995099"/>
                  </a:lnTo>
                  <a:lnTo>
                    <a:pt x="3901981" y="2999888"/>
                  </a:lnTo>
                  <a:lnTo>
                    <a:pt x="3902796" y="2966727"/>
                  </a:lnTo>
                  <a:lnTo>
                    <a:pt x="3903611" y="2966727"/>
                  </a:lnTo>
                  <a:lnTo>
                    <a:pt x="3904426" y="2966727"/>
                  </a:lnTo>
                  <a:lnTo>
                    <a:pt x="3905240" y="2966728"/>
                  </a:lnTo>
                  <a:lnTo>
                    <a:pt x="3906055" y="2967075"/>
                  </a:lnTo>
                  <a:lnTo>
                    <a:pt x="3906870" y="3021997"/>
                  </a:lnTo>
                  <a:lnTo>
                    <a:pt x="3907685" y="3024581"/>
                  </a:lnTo>
                  <a:lnTo>
                    <a:pt x="3908499" y="2940443"/>
                  </a:lnTo>
                  <a:lnTo>
                    <a:pt x="3909314" y="2921153"/>
                  </a:lnTo>
                  <a:lnTo>
                    <a:pt x="3910129" y="2884609"/>
                  </a:lnTo>
                  <a:lnTo>
                    <a:pt x="3910944" y="2756563"/>
                  </a:lnTo>
                  <a:lnTo>
                    <a:pt x="3911759" y="2679209"/>
                  </a:lnTo>
                  <a:lnTo>
                    <a:pt x="3912573" y="2709116"/>
                  </a:lnTo>
                  <a:lnTo>
                    <a:pt x="3913388" y="2793255"/>
                  </a:lnTo>
                  <a:lnTo>
                    <a:pt x="3914203" y="2812543"/>
                  </a:lnTo>
                  <a:lnTo>
                    <a:pt x="3915018" y="2849088"/>
                  </a:lnTo>
                  <a:lnTo>
                    <a:pt x="3915832" y="3008148"/>
                  </a:lnTo>
                  <a:lnTo>
                    <a:pt x="3916647" y="3115638"/>
                  </a:lnTo>
                  <a:lnTo>
                    <a:pt x="3917462" y="3116972"/>
                  </a:lnTo>
                  <a:lnTo>
                    <a:pt x="3918277" y="3116972"/>
                  </a:lnTo>
                  <a:lnTo>
                    <a:pt x="3919092" y="3116972"/>
                  </a:lnTo>
                  <a:lnTo>
                    <a:pt x="3919906" y="3116972"/>
                  </a:lnTo>
                  <a:lnTo>
                    <a:pt x="3920721" y="3088380"/>
                  </a:lnTo>
                  <a:lnTo>
                    <a:pt x="3921536" y="3057385"/>
                  </a:lnTo>
                  <a:lnTo>
                    <a:pt x="3922351" y="3013151"/>
                  </a:lnTo>
                  <a:lnTo>
                    <a:pt x="3923165" y="2924224"/>
                  </a:lnTo>
                  <a:lnTo>
                    <a:pt x="3923980" y="2840853"/>
                  </a:lnTo>
                  <a:lnTo>
                    <a:pt x="3924795" y="2774288"/>
                  </a:lnTo>
                  <a:lnTo>
                    <a:pt x="3925610" y="2776543"/>
                  </a:lnTo>
                  <a:lnTo>
                    <a:pt x="3926425" y="2819939"/>
                  </a:lnTo>
                  <a:lnTo>
                    <a:pt x="3927239" y="2821672"/>
                  </a:lnTo>
                  <a:lnTo>
                    <a:pt x="3928054" y="2856089"/>
                  </a:lnTo>
                  <a:lnTo>
                    <a:pt x="3928869" y="2872495"/>
                  </a:lnTo>
                  <a:lnTo>
                    <a:pt x="3929684" y="2828672"/>
                  </a:lnTo>
                  <a:lnTo>
                    <a:pt x="3930498" y="2706509"/>
                  </a:lnTo>
                  <a:lnTo>
                    <a:pt x="3931313" y="2486420"/>
                  </a:lnTo>
                  <a:lnTo>
                    <a:pt x="3932128" y="2415832"/>
                  </a:lnTo>
                  <a:lnTo>
                    <a:pt x="3932943" y="2375286"/>
                  </a:lnTo>
                  <a:lnTo>
                    <a:pt x="3933758" y="2415099"/>
                  </a:lnTo>
                  <a:lnTo>
                    <a:pt x="3934572" y="2545067"/>
                  </a:lnTo>
                  <a:lnTo>
                    <a:pt x="3935387" y="2700283"/>
                  </a:lnTo>
                  <a:lnTo>
                    <a:pt x="3936202" y="2864033"/>
                  </a:lnTo>
                  <a:lnTo>
                    <a:pt x="3937017" y="2947358"/>
                  </a:lnTo>
                  <a:lnTo>
                    <a:pt x="3937831" y="3040714"/>
                  </a:lnTo>
                  <a:lnTo>
                    <a:pt x="3938646" y="3019023"/>
                  </a:lnTo>
                  <a:lnTo>
                    <a:pt x="3939461" y="2949698"/>
                  </a:lnTo>
                  <a:lnTo>
                    <a:pt x="3940276" y="2901549"/>
                  </a:lnTo>
                  <a:lnTo>
                    <a:pt x="3941091" y="2856582"/>
                  </a:lnTo>
                  <a:lnTo>
                    <a:pt x="3941905" y="2819702"/>
                  </a:lnTo>
                  <a:lnTo>
                    <a:pt x="3942720" y="2776200"/>
                  </a:lnTo>
                  <a:lnTo>
                    <a:pt x="3943535" y="2801776"/>
                  </a:lnTo>
                  <a:lnTo>
                    <a:pt x="3944350" y="2878355"/>
                  </a:lnTo>
                  <a:lnTo>
                    <a:pt x="3945165" y="2926507"/>
                  </a:lnTo>
                  <a:lnTo>
                    <a:pt x="3945979" y="2980087"/>
                  </a:lnTo>
                  <a:lnTo>
                    <a:pt x="3946794" y="3000033"/>
                  </a:lnTo>
                  <a:lnTo>
                    <a:pt x="3947609" y="2973907"/>
                  </a:lnTo>
                  <a:lnTo>
                    <a:pt x="3948424" y="3001080"/>
                  </a:lnTo>
                  <a:lnTo>
                    <a:pt x="3949238" y="3012307"/>
                  </a:lnTo>
                  <a:lnTo>
                    <a:pt x="3950053" y="2956210"/>
                  </a:lnTo>
                  <a:lnTo>
                    <a:pt x="3950868" y="2893805"/>
                  </a:lnTo>
                  <a:lnTo>
                    <a:pt x="3951683" y="2935345"/>
                  </a:lnTo>
                  <a:lnTo>
                    <a:pt x="3952498" y="3012677"/>
                  </a:lnTo>
                  <a:lnTo>
                    <a:pt x="3953312" y="3021189"/>
                  </a:lnTo>
                  <a:lnTo>
                    <a:pt x="3954127" y="2869431"/>
                  </a:lnTo>
                  <a:lnTo>
                    <a:pt x="3954942" y="2693221"/>
                  </a:lnTo>
                  <a:lnTo>
                    <a:pt x="3955757" y="2607635"/>
                  </a:lnTo>
                  <a:lnTo>
                    <a:pt x="3956571" y="2524258"/>
                  </a:lnTo>
                  <a:lnTo>
                    <a:pt x="3957386" y="2505266"/>
                  </a:lnTo>
                  <a:lnTo>
                    <a:pt x="3958201" y="2507370"/>
                  </a:lnTo>
                  <a:lnTo>
                    <a:pt x="3959016" y="2569845"/>
                  </a:lnTo>
                  <a:lnTo>
                    <a:pt x="3959831" y="2699160"/>
                  </a:lnTo>
                  <a:lnTo>
                    <a:pt x="3960645" y="2835078"/>
                  </a:lnTo>
                  <a:lnTo>
                    <a:pt x="3961460" y="2923617"/>
                  </a:lnTo>
                  <a:lnTo>
                    <a:pt x="3962275" y="2866627"/>
                  </a:lnTo>
                  <a:lnTo>
                    <a:pt x="3963090" y="2714994"/>
                  </a:lnTo>
                  <a:lnTo>
                    <a:pt x="3963904" y="2629662"/>
                  </a:lnTo>
                  <a:lnTo>
                    <a:pt x="3964719" y="2642443"/>
                  </a:lnTo>
                  <a:lnTo>
                    <a:pt x="3965534" y="2624534"/>
                  </a:lnTo>
                  <a:lnTo>
                    <a:pt x="3966349" y="2550314"/>
                  </a:lnTo>
                  <a:lnTo>
                    <a:pt x="3967164" y="2575267"/>
                  </a:lnTo>
                  <a:lnTo>
                    <a:pt x="3967978" y="2686831"/>
                  </a:lnTo>
                  <a:lnTo>
                    <a:pt x="3968793" y="2839677"/>
                  </a:lnTo>
                  <a:lnTo>
                    <a:pt x="3969608" y="2904052"/>
                  </a:lnTo>
                  <a:lnTo>
                    <a:pt x="3970423" y="2932263"/>
                  </a:lnTo>
                  <a:lnTo>
                    <a:pt x="3971237" y="2934431"/>
                  </a:lnTo>
                  <a:lnTo>
                    <a:pt x="3972052" y="2969323"/>
                  </a:lnTo>
                  <a:lnTo>
                    <a:pt x="3972867" y="2996561"/>
                  </a:lnTo>
                  <a:lnTo>
                    <a:pt x="3973682" y="2980268"/>
                  </a:lnTo>
                  <a:lnTo>
                    <a:pt x="3974497" y="2970797"/>
                  </a:lnTo>
                  <a:lnTo>
                    <a:pt x="3975311" y="2977746"/>
                  </a:lnTo>
                  <a:lnTo>
                    <a:pt x="3976126" y="3049800"/>
                  </a:lnTo>
                  <a:lnTo>
                    <a:pt x="3976941" y="3018582"/>
                  </a:lnTo>
                  <a:lnTo>
                    <a:pt x="3977756" y="2970523"/>
                  </a:lnTo>
                  <a:lnTo>
                    <a:pt x="3978570" y="2932472"/>
                  </a:lnTo>
                  <a:lnTo>
                    <a:pt x="3979385" y="2875238"/>
                  </a:lnTo>
                  <a:lnTo>
                    <a:pt x="3980200" y="2819275"/>
                  </a:lnTo>
                  <a:lnTo>
                    <a:pt x="3981015" y="2733854"/>
                  </a:lnTo>
                  <a:lnTo>
                    <a:pt x="3981830" y="2684349"/>
                  </a:lnTo>
                  <a:lnTo>
                    <a:pt x="3982644" y="2702173"/>
                  </a:lnTo>
                  <a:lnTo>
                    <a:pt x="3983459" y="2740224"/>
                  </a:lnTo>
                  <a:lnTo>
                    <a:pt x="3984274" y="2774812"/>
                  </a:lnTo>
                  <a:lnTo>
                    <a:pt x="3985089" y="2779744"/>
                  </a:lnTo>
                  <a:lnTo>
                    <a:pt x="3985904" y="2806538"/>
                  </a:lnTo>
                  <a:lnTo>
                    <a:pt x="3986718" y="2846727"/>
                  </a:lnTo>
                  <a:lnTo>
                    <a:pt x="3987533" y="2844412"/>
                  </a:lnTo>
                  <a:lnTo>
                    <a:pt x="3988348" y="2795320"/>
                  </a:lnTo>
                  <a:lnTo>
                    <a:pt x="3989163" y="2752540"/>
                  </a:lnTo>
                  <a:lnTo>
                    <a:pt x="3989977" y="2780117"/>
                  </a:lnTo>
                  <a:lnTo>
                    <a:pt x="3990792" y="2823291"/>
                  </a:lnTo>
                  <a:lnTo>
                    <a:pt x="3991607" y="2798269"/>
                  </a:lnTo>
                  <a:lnTo>
                    <a:pt x="3992422" y="2769187"/>
                  </a:lnTo>
                  <a:lnTo>
                    <a:pt x="3993237" y="2805947"/>
                  </a:lnTo>
                  <a:lnTo>
                    <a:pt x="3994051" y="2871375"/>
                  </a:lnTo>
                  <a:lnTo>
                    <a:pt x="3994866" y="2891076"/>
                  </a:lnTo>
                  <a:lnTo>
                    <a:pt x="3995681" y="2873439"/>
                  </a:lnTo>
                  <a:lnTo>
                    <a:pt x="3996496" y="2900549"/>
                  </a:lnTo>
                  <a:lnTo>
                    <a:pt x="3997310" y="2881999"/>
                  </a:lnTo>
                  <a:lnTo>
                    <a:pt x="3998125" y="2829399"/>
                  </a:lnTo>
                  <a:lnTo>
                    <a:pt x="3998940" y="2766104"/>
                  </a:lnTo>
                  <a:lnTo>
                    <a:pt x="3999755" y="2684216"/>
                  </a:lnTo>
                  <a:lnTo>
                    <a:pt x="4000570" y="2650687"/>
                  </a:lnTo>
                  <a:lnTo>
                    <a:pt x="4001384" y="2688003"/>
                  </a:lnTo>
                  <a:lnTo>
                    <a:pt x="4002199" y="2690543"/>
                  </a:lnTo>
                  <a:lnTo>
                    <a:pt x="4003014" y="2663652"/>
                  </a:lnTo>
                  <a:lnTo>
                    <a:pt x="4003829" y="2716227"/>
                  </a:lnTo>
                  <a:lnTo>
                    <a:pt x="4004643" y="2774310"/>
                  </a:lnTo>
                  <a:lnTo>
                    <a:pt x="4005458" y="2784569"/>
                  </a:lnTo>
                  <a:lnTo>
                    <a:pt x="4006273" y="2795145"/>
                  </a:lnTo>
                  <a:lnTo>
                    <a:pt x="4007088" y="2860192"/>
                  </a:lnTo>
                  <a:lnTo>
                    <a:pt x="4007903" y="2830875"/>
                  </a:lnTo>
                  <a:lnTo>
                    <a:pt x="4008717" y="2711918"/>
                  </a:lnTo>
                  <a:lnTo>
                    <a:pt x="4009532" y="2695015"/>
                  </a:lnTo>
                  <a:lnTo>
                    <a:pt x="4010347" y="2751376"/>
                  </a:lnTo>
                  <a:lnTo>
                    <a:pt x="4011162" y="2752065"/>
                  </a:lnTo>
                  <a:lnTo>
                    <a:pt x="4011976" y="2756149"/>
                  </a:lnTo>
                  <a:lnTo>
                    <a:pt x="4012791" y="2835785"/>
                  </a:lnTo>
                  <a:lnTo>
                    <a:pt x="4013606" y="2882319"/>
                  </a:lnTo>
                  <a:lnTo>
                    <a:pt x="4014421" y="2791919"/>
                  </a:lnTo>
                  <a:lnTo>
                    <a:pt x="4015236" y="2609943"/>
                  </a:lnTo>
                  <a:lnTo>
                    <a:pt x="4016050" y="2472646"/>
                  </a:lnTo>
                  <a:lnTo>
                    <a:pt x="4016865" y="2422672"/>
                  </a:lnTo>
                  <a:lnTo>
                    <a:pt x="4017680" y="2383136"/>
                  </a:lnTo>
                  <a:lnTo>
                    <a:pt x="4018495" y="2394756"/>
                  </a:lnTo>
                  <a:lnTo>
                    <a:pt x="4019309" y="2474951"/>
                  </a:lnTo>
                  <a:lnTo>
                    <a:pt x="4020124" y="2605982"/>
                  </a:lnTo>
                  <a:lnTo>
                    <a:pt x="4020939" y="2710626"/>
                  </a:lnTo>
                  <a:lnTo>
                    <a:pt x="4021754" y="2715846"/>
                  </a:lnTo>
                  <a:lnTo>
                    <a:pt x="4022569" y="2762539"/>
                  </a:lnTo>
                  <a:lnTo>
                    <a:pt x="4023383" y="2819090"/>
                  </a:lnTo>
                  <a:lnTo>
                    <a:pt x="4024198" y="2856466"/>
                  </a:lnTo>
                  <a:lnTo>
                    <a:pt x="4025013" y="2886584"/>
                  </a:lnTo>
                  <a:lnTo>
                    <a:pt x="4025828" y="2904602"/>
                  </a:lnTo>
                  <a:lnTo>
                    <a:pt x="4026643" y="2981792"/>
                  </a:lnTo>
                  <a:lnTo>
                    <a:pt x="4027457" y="3036434"/>
                  </a:lnTo>
                  <a:lnTo>
                    <a:pt x="4028272" y="3019945"/>
                  </a:lnTo>
                  <a:lnTo>
                    <a:pt x="4029087" y="2987475"/>
                  </a:lnTo>
                  <a:lnTo>
                    <a:pt x="4029902" y="2995513"/>
                  </a:lnTo>
                  <a:lnTo>
                    <a:pt x="4030716" y="3010146"/>
                  </a:lnTo>
                  <a:lnTo>
                    <a:pt x="4031531" y="2982688"/>
                  </a:lnTo>
                  <a:lnTo>
                    <a:pt x="4032346" y="2922225"/>
                  </a:lnTo>
                  <a:lnTo>
                    <a:pt x="4033161" y="2897334"/>
                  </a:lnTo>
                  <a:lnTo>
                    <a:pt x="4033976" y="2930188"/>
                  </a:lnTo>
                  <a:lnTo>
                    <a:pt x="4034790" y="2946421"/>
                  </a:lnTo>
                  <a:lnTo>
                    <a:pt x="4035605" y="2946423"/>
                  </a:lnTo>
                  <a:lnTo>
                    <a:pt x="4036420" y="2971920"/>
                  </a:lnTo>
                  <a:lnTo>
                    <a:pt x="4037235" y="2983370"/>
                  </a:lnTo>
                  <a:lnTo>
                    <a:pt x="4038049" y="2926095"/>
                  </a:lnTo>
                  <a:lnTo>
                    <a:pt x="4038864" y="2850106"/>
                  </a:lnTo>
                  <a:lnTo>
                    <a:pt x="4039679" y="2748247"/>
                  </a:lnTo>
                  <a:lnTo>
                    <a:pt x="4040494" y="2692732"/>
                  </a:lnTo>
                  <a:lnTo>
                    <a:pt x="4041309" y="2607962"/>
                  </a:lnTo>
                  <a:lnTo>
                    <a:pt x="4042123" y="2557160"/>
                  </a:lnTo>
                  <a:lnTo>
                    <a:pt x="4042938" y="2611035"/>
                  </a:lnTo>
                  <a:lnTo>
                    <a:pt x="4043753" y="2697500"/>
                  </a:lnTo>
                  <a:lnTo>
                    <a:pt x="4044568" y="2795918"/>
                  </a:lnTo>
                  <a:lnTo>
                    <a:pt x="4045382" y="2851435"/>
                  </a:lnTo>
                  <a:lnTo>
                    <a:pt x="4046197" y="2912551"/>
                  </a:lnTo>
                  <a:lnTo>
                    <a:pt x="4047012" y="2986511"/>
                  </a:lnTo>
                  <a:lnTo>
                    <a:pt x="4047827" y="3024767"/>
                  </a:lnTo>
                  <a:lnTo>
                    <a:pt x="4048642" y="2978400"/>
                  </a:lnTo>
                  <a:lnTo>
                    <a:pt x="4049456" y="2913471"/>
                  </a:lnTo>
                  <a:lnTo>
                    <a:pt x="4050271" y="2908744"/>
                  </a:lnTo>
                  <a:lnTo>
                    <a:pt x="4051086" y="2893373"/>
                  </a:lnTo>
                  <a:lnTo>
                    <a:pt x="4051901" y="2891632"/>
                  </a:lnTo>
                  <a:lnTo>
                    <a:pt x="4052715" y="2852751"/>
                  </a:lnTo>
                  <a:lnTo>
                    <a:pt x="4053530" y="2821347"/>
                  </a:lnTo>
                  <a:lnTo>
                    <a:pt x="4054345" y="2807179"/>
                  </a:lnTo>
                  <a:lnTo>
                    <a:pt x="4055160" y="2858573"/>
                  </a:lnTo>
                  <a:lnTo>
                    <a:pt x="4055975" y="2942839"/>
                  </a:lnTo>
                  <a:lnTo>
                    <a:pt x="4056789" y="2895886"/>
                  </a:lnTo>
                  <a:lnTo>
                    <a:pt x="4057604" y="2926546"/>
                  </a:lnTo>
                  <a:lnTo>
                    <a:pt x="4058419" y="3047037"/>
                  </a:lnTo>
                  <a:lnTo>
                    <a:pt x="4059234" y="3116972"/>
                  </a:lnTo>
                  <a:lnTo>
                    <a:pt x="4060048" y="3116972"/>
                  </a:lnTo>
                  <a:lnTo>
                    <a:pt x="4060863" y="3116972"/>
                  </a:lnTo>
                  <a:lnTo>
                    <a:pt x="4061678" y="3116972"/>
                  </a:lnTo>
                  <a:lnTo>
                    <a:pt x="4062493" y="3116972"/>
                  </a:lnTo>
                  <a:lnTo>
                    <a:pt x="4063308" y="3116972"/>
                  </a:lnTo>
                  <a:lnTo>
                    <a:pt x="4064122" y="3114538"/>
                  </a:lnTo>
                  <a:lnTo>
                    <a:pt x="4064937" y="2875726"/>
                  </a:lnTo>
                  <a:lnTo>
                    <a:pt x="4065752" y="2786272"/>
                  </a:lnTo>
                  <a:lnTo>
                    <a:pt x="4066567" y="2826814"/>
                  </a:lnTo>
                  <a:lnTo>
                    <a:pt x="4067382" y="2779710"/>
                  </a:lnTo>
                  <a:lnTo>
                    <a:pt x="4068196" y="2789189"/>
                  </a:lnTo>
                  <a:lnTo>
                    <a:pt x="4069011" y="2858305"/>
                  </a:lnTo>
                  <a:lnTo>
                    <a:pt x="4069826" y="2921558"/>
                  </a:lnTo>
                  <a:lnTo>
                    <a:pt x="4070641" y="2892367"/>
                  </a:lnTo>
                  <a:lnTo>
                    <a:pt x="4071455" y="2856788"/>
                  </a:lnTo>
                  <a:lnTo>
                    <a:pt x="4072270" y="2863008"/>
                  </a:lnTo>
                  <a:lnTo>
                    <a:pt x="4073085" y="2850381"/>
                  </a:lnTo>
                  <a:lnTo>
                    <a:pt x="4073900" y="2845266"/>
                  </a:lnTo>
                  <a:lnTo>
                    <a:pt x="4074715" y="2793733"/>
                  </a:lnTo>
                  <a:lnTo>
                    <a:pt x="4075529" y="2834086"/>
                  </a:lnTo>
                  <a:lnTo>
                    <a:pt x="4076344" y="2879370"/>
                  </a:lnTo>
                  <a:lnTo>
                    <a:pt x="4077159" y="2915635"/>
                  </a:lnTo>
                  <a:lnTo>
                    <a:pt x="4077974" y="2966220"/>
                  </a:lnTo>
                  <a:lnTo>
                    <a:pt x="4078788" y="2975927"/>
                  </a:lnTo>
                  <a:lnTo>
                    <a:pt x="4079603" y="3035773"/>
                  </a:lnTo>
                  <a:lnTo>
                    <a:pt x="4080418" y="3058242"/>
                  </a:lnTo>
                  <a:lnTo>
                    <a:pt x="4081233" y="3039736"/>
                  </a:lnTo>
                  <a:lnTo>
                    <a:pt x="4082048" y="3010907"/>
                  </a:lnTo>
                  <a:lnTo>
                    <a:pt x="4082862" y="2933990"/>
                  </a:lnTo>
                  <a:lnTo>
                    <a:pt x="4083677" y="2797611"/>
                  </a:lnTo>
                  <a:lnTo>
                    <a:pt x="4084492" y="2758005"/>
                  </a:lnTo>
                  <a:lnTo>
                    <a:pt x="4085307" y="2738437"/>
                  </a:lnTo>
                  <a:lnTo>
                    <a:pt x="4086121" y="2707266"/>
                  </a:lnTo>
                  <a:lnTo>
                    <a:pt x="4086936" y="2667912"/>
                  </a:lnTo>
                  <a:lnTo>
                    <a:pt x="4087751" y="2713483"/>
                  </a:lnTo>
                  <a:lnTo>
                    <a:pt x="4088566" y="2849862"/>
                  </a:lnTo>
                  <a:lnTo>
                    <a:pt x="4089381" y="2848750"/>
                  </a:lnTo>
                  <a:lnTo>
                    <a:pt x="4090195" y="2833898"/>
                  </a:lnTo>
                  <a:lnTo>
                    <a:pt x="4091010" y="2918781"/>
                  </a:lnTo>
                  <a:lnTo>
                    <a:pt x="4091825" y="2993444"/>
                  </a:lnTo>
                  <a:lnTo>
                    <a:pt x="4092640" y="3024787"/>
                  </a:lnTo>
                  <a:lnTo>
                    <a:pt x="4093454" y="3024789"/>
                  </a:lnTo>
                  <a:lnTo>
                    <a:pt x="4094269" y="3036539"/>
                  </a:lnTo>
                  <a:lnTo>
                    <a:pt x="4095084" y="3026079"/>
                  </a:lnTo>
                  <a:lnTo>
                    <a:pt x="4095899" y="2969460"/>
                  </a:lnTo>
                  <a:lnTo>
                    <a:pt x="4096714" y="2962984"/>
                  </a:lnTo>
                  <a:lnTo>
                    <a:pt x="4097528" y="2962984"/>
                  </a:lnTo>
                  <a:lnTo>
                    <a:pt x="4098343" y="2940504"/>
                  </a:lnTo>
                  <a:lnTo>
                    <a:pt x="4099158" y="2909093"/>
                  </a:lnTo>
                  <a:lnTo>
                    <a:pt x="4099973" y="2945068"/>
                  </a:lnTo>
                  <a:lnTo>
                    <a:pt x="4100787" y="2966480"/>
                  </a:lnTo>
                  <a:lnTo>
                    <a:pt x="4101602" y="2944286"/>
                  </a:lnTo>
                  <a:lnTo>
                    <a:pt x="4102417" y="2864134"/>
                  </a:lnTo>
                  <a:lnTo>
                    <a:pt x="4103232" y="2790721"/>
                  </a:lnTo>
                  <a:lnTo>
                    <a:pt x="4104047" y="2794105"/>
                  </a:lnTo>
                  <a:lnTo>
                    <a:pt x="4104861" y="2793270"/>
                  </a:lnTo>
                  <a:lnTo>
                    <a:pt x="4105676" y="2738893"/>
                  </a:lnTo>
                  <a:lnTo>
                    <a:pt x="4106491" y="2723112"/>
                  </a:lnTo>
                  <a:lnTo>
                    <a:pt x="4107306" y="2781391"/>
                  </a:lnTo>
                  <a:lnTo>
                    <a:pt x="4108121" y="2851493"/>
                  </a:lnTo>
                  <a:lnTo>
                    <a:pt x="4108935" y="2865808"/>
                  </a:lnTo>
                  <a:lnTo>
                    <a:pt x="4109750" y="2785916"/>
                  </a:lnTo>
                  <a:lnTo>
                    <a:pt x="4110565" y="2799054"/>
                  </a:lnTo>
                  <a:lnTo>
                    <a:pt x="4111380" y="2867854"/>
                  </a:lnTo>
                  <a:lnTo>
                    <a:pt x="4112194" y="2919973"/>
                  </a:lnTo>
                  <a:lnTo>
                    <a:pt x="4113009" y="2945762"/>
                  </a:lnTo>
                  <a:lnTo>
                    <a:pt x="4113824" y="2988442"/>
                  </a:lnTo>
                  <a:lnTo>
                    <a:pt x="4114639" y="3078074"/>
                  </a:lnTo>
                  <a:lnTo>
                    <a:pt x="4115454" y="3090574"/>
                  </a:lnTo>
                  <a:lnTo>
                    <a:pt x="4116268" y="2932434"/>
                  </a:lnTo>
                  <a:lnTo>
                    <a:pt x="4117083" y="2827165"/>
                  </a:lnTo>
                  <a:lnTo>
                    <a:pt x="4117898" y="2819324"/>
                  </a:lnTo>
                  <a:lnTo>
                    <a:pt x="4118713" y="2823996"/>
                  </a:lnTo>
                  <a:lnTo>
                    <a:pt x="4119527" y="2834557"/>
                  </a:lnTo>
                  <a:lnTo>
                    <a:pt x="4120342" y="2799740"/>
                  </a:lnTo>
                  <a:lnTo>
                    <a:pt x="4121157" y="2820333"/>
                  </a:lnTo>
                  <a:lnTo>
                    <a:pt x="4121972" y="2789593"/>
                  </a:lnTo>
                  <a:lnTo>
                    <a:pt x="4122787" y="2726450"/>
                  </a:lnTo>
                  <a:lnTo>
                    <a:pt x="4123601" y="2605551"/>
                  </a:lnTo>
                  <a:lnTo>
                    <a:pt x="4124416" y="2434626"/>
                  </a:lnTo>
                  <a:lnTo>
                    <a:pt x="4125231" y="2384212"/>
                  </a:lnTo>
                  <a:lnTo>
                    <a:pt x="4126046" y="2444832"/>
                  </a:lnTo>
                  <a:lnTo>
                    <a:pt x="4126860" y="2549570"/>
                  </a:lnTo>
                  <a:lnTo>
                    <a:pt x="4127675" y="2620557"/>
                  </a:lnTo>
                  <a:lnTo>
                    <a:pt x="4128490" y="2736782"/>
                  </a:lnTo>
                  <a:lnTo>
                    <a:pt x="4129305" y="2927344"/>
                  </a:lnTo>
                  <a:lnTo>
                    <a:pt x="4130120" y="3101737"/>
                  </a:lnTo>
                  <a:lnTo>
                    <a:pt x="4130934" y="3116972"/>
                  </a:lnTo>
                  <a:lnTo>
                    <a:pt x="4131749" y="3116972"/>
                  </a:lnTo>
                  <a:lnTo>
                    <a:pt x="4132564" y="3116647"/>
                  </a:lnTo>
                  <a:lnTo>
                    <a:pt x="4133379" y="3046177"/>
                  </a:lnTo>
                  <a:lnTo>
                    <a:pt x="4134193" y="2969392"/>
                  </a:lnTo>
                  <a:lnTo>
                    <a:pt x="4135008" y="2887712"/>
                  </a:lnTo>
                  <a:lnTo>
                    <a:pt x="4135823" y="2777327"/>
                  </a:lnTo>
                  <a:lnTo>
                    <a:pt x="4136638" y="2632364"/>
                  </a:lnTo>
                  <a:lnTo>
                    <a:pt x="4137453" y="2628742"/>
                  </a:lnTo>
                  <a:lnTo>
                    <a:pt x="4138267" y="2732501"/>
                  </a:lnTo>
                  <a:lnTo>
                    <a:pt x="4139082" y="2827330"/>
                  </a:lnTo>
                  <a:lnTo>
                    <a:pt x="4139897" y="2872124"/>
                  </a:lnTo>
                  <a:lnTo>
                    <a:pt x="4140712" y="2977609"/>
                  </a:lnTo>
                  <a:lnTo>
                    <a:pt x="4141526" y="3116972"/>
                  </a:lnTo>
                  <a:lnTo>
                    <a:pt x="4142341" y="3116972"/>
                  </a:lnTo>
                  <a:lnTo>
                    <a:pt x="4143156" y="3116972"/>
                  </a:lnTo>
                  <a:lnTo>
                    <a:pt x="4143971" y="3116972"/>
                  </a:lnTo>
                  <a:lnTo>
                    <a:pt x="4144786" y="3116972"/>
                  </a:lnTo>
                  <a:lnTo>
                    <a:pt x="4145600" y="3116972"/>
                  </a:lnTo>
                  <a:lnTo>
                    <a:pt x="4146415" y="3116972"/>
                  </a:lnTo>
                  <a:lnTo>
                    <a:pt x="4147230" y="3065327"/>
                  </a:lnTo>
                  <a:lnTo>
                    <a:pt x="4148045" y="3116972"/>
                  </a:lnTo>
                  <a:lnTo>
                    <a:pt x="4148860" y="3116972"/>
                  </a:lnTo>
                  <a:lnTo>
                    <a:pt x="4149674" y="3116972"/>
                  </a:lnTo>
                  <a:lnTo>
                    <a:pt x="4150489" y="3116972"/>
                  </a:lnTo>
                  <a:lnTo>
                    <a:pt x="4151304" y="3095486"/>
                  </a:lnTo>
                  <a:lnTo>
                    <a:pt x="4152119" y="3085813"/>
                  </a:lnTo>
                  <a:lnTo>
                    <a:pt x="4152933" y="3070138"/>
                  </a:lnTo>
                  <a:lnTo>
                    <a:pt x="4153748" y="2976112"/>
                  </a:lnTo>
                  <a:lnTo>
                    <a:pt x="4154563" y="2884596"/>
                  </a:lnTo>
                  <a:lnTo>
                    <a:pt x="4155378" y="2811112"/>
                  </a:lnTo>
                  <a:lnTo>
                    <a:pt x="4156193" y="2667326"/>
                  </a:lnTo>
                  <a:lnTo>
                    <a:pt x="4157007" y="2529326"/>
                  </a:lnTo>
                  <a:lnTo>
                    <a:pt x="4157822" y="2377633"/>
                  </a:lnTo>
                  <a:lnTo>
                    <a:pt x="4158637" y="2413356"/>
                  </a:lnTo>
                  <a:lnTo>
                    <a:pt x="4159452" y="2510624"/>
                  </a:lnTo>
                  <a:lnTo>
                    <a:pt x="4160266" y="2558963"/>
                  </a:lnTo>
                  <a:lnTo>
                    <a:pt x="4161081" y="2646806"/>
                  </a:lnTo>
                  <a:lnTo>
                    <a:pt x="4161896" y="2704009"/>
                  </a:lnTo>
                  <a:lnTo>
                    <a:pt x="4162711" y="2839310"/>
                  </a:lnTo>
                  <a:lnTo>
                    <a:pt x="4163526" y="2898028"/>
                  </a:lnTo>
                  <a:lnTo>
                    <a:pt x="4164340" y="2885849"/>
                  </a:lnTo>
                  <a:lnTo>
                    <a:pt x="4165155" y="2826011"/>
                  </a:lnTo>
                  <a:lnTo>
                    <a:pt x="4165970" y="2800108"/>
                  </a:lnTo>
                  <a:lnTo>
                    <a:pt x="4166785" y="2811286"/>
                  </a:lnTo>
                  <a:lnTo>
                    <a:pt x="4167599" y="2753365"/>
                  </a:lnTo>
                  <a:lnTo>
                    <a:pt x="4168414" y="2702994"/>
                  </a:lnTo>
                  <a:lnTo>
                    <a:pt x="4169229" y="2701373"/>
                  </a:lnTo>
                  <a:lnTo>
                    <a:pt x="4170044" y="2793938"/>
                  </a:lnTo>
                  <a:lnTo>
                    <a:pt x="4170859" y="2875787"/>
                  </a:lnTo>
                  <a:lnTo>
                    <a:pt x="4171673" y="2953176"/>
                  </a:lnTo>
                  <a:lnTo>
                    <a:pt x="4172488" y="3049919"/>
                  </a:lnTo>
                  <a:lnTo>
                    <a:pt x="4173303" y="3103289"/>
                  </a:lnTo>
                  <a:lnTo>
                    <a:pt x="4174118" y="3116972"/>
                  </a:lnTo>
                  <a:lnTo>
                    <a:pt x="4174932" y="3116972"/>
                  </a:lnTo>
                  <a:lnTo>
                    <a:pt x="4175747" y="3116972"/>
                  </a:lnTo>
                  <a:lnTo>
                    <a:pt x="4176562" y="3053405"/>
                  </a:lnTo>
                  <a:lnTo>
                    <a:pt x="4177377" y="2921394"/>
                  </a:lnTo>
                  <a:lnTo>
                    <a:pt x="4178192" y="2852767"/>
                  </a:lnTo>
                  <a:lnTo>
                    <a:pt x="4179006" y="2828873"/>
                  </a:lnTo>
                  <a:lnTo>
                    <a:pt x="4179821" y="2756534"/>
                  </a:lnTo>
                  <a:lnTo>
                    <a:pt x="4180636" y="2660276"/>
                  </a:lnTo>
                  <a:lnTo>
                    <a:pt x="4181451" y="2662380"/>
                  </a:lnTo>
                  <a:lnTo>
                    <a:pt x="4182265" y="2768737"/>
                  </a:lnTo>
                  <a:lnTo>
                    <a:pt x="4183080" y="2805509"/>
                  </a:lnTo>
                  <a:lnTo>
                    <a:pt x="4183895" y="2746015"/>
                  </a:lnTo>
                  <a:lnTo>
                    <a:pt x="4184710" y="2683080"/>
                  </a:lnTo>
                  <a:lnTo>
                    <a:pt x="4185525" y="2692922"/>
                  </a:lnTo>
                  <a:lnTo>
                    <a:pt x="4186339" y="2691512"/>
                  </a:lnTo>
                  <a:lnTo>
                    <a:pt x="4187154" y="2705439"/>
                  </a:lnTo>
                  <a:lnTo>
                    <a:pt x="4187969" y="2789359"/>
                  </a:lnTo>
                  <a:lnTo>
                    <a:pt x="4188784" y="2860410"/>
                  </a:lnTo>
                  <a:lnTo>
                    <a:pt x="4189599" y="2900282"/>
                  </a:lnTo>
                  <a:lnTo>
                    <a:pt x="4190413" y="2895611"/>
                  </a:lnTo>
                  <a:lnTo>
                    <a:pt x="4191228" y="2886950"/>
                  </a:lnTo>
                  <a:lnTo>
                    <a:pt x="4192043" y="2819614"/>
                  </a:lnTo>
                  <a:lnTo>
                    <a:pt x="4192858" y="2717772"/>
                  </a:lnTo>
                  <a:lnTo>
                    <a:pt x="4193672" y="2726358"/>
                  </a:lnTo>
                  <a:lnTo>
                    <a:pt x="4194487" y="2821763"/>
                  </a:lnTo>
                  <a:lnTo>
                    <a:pt x="4195302" y="2887668"/>
                  </a:lnTo>
                  <a:lnTo>
                    <a:pt x="4196117" y="2834511"/>
                  </a:lnTo>
                  <a:lnTo>
                    <a:pt x="4196932" y="2758207"/>
                  </a:lnTo>
                  <a:lnTo>
                    <a:pt x="4197746" y="2759813"/>
                  </a:lnTo>
                  <a:lnTo>
                    <a:pt x="4198561" y="2731212"/>
                  </a:lnTo>
                  <a:lnTo>
                    <a:pt x="4199376" y="2728899"/>
                  </a:lnTo>
                  <a:lnTo>
                    <a:pt x="4200191" y="2724144"/>
                  </a:lnTo>
                  <a:lnTo>
                    <a:pt x="4201005" y="2806920"/>
                  </a:lnTo>
                  <a:lnTo>
                    <a:pt x="4201820" y="2845566"/>
                  </a:lnTo>
                  <a:lnTo>
                    <a:pt x="4202635" y="2810381"/>
                  </a:lnTo>
                  <a:lnTo>
                    <a:pt x="4203450" y="2837819"/>
                  </a:lnTo>
                  <a:lnTo>
                    <a:pt x="4204265" y="2840136"/>
                  </a:lnTo>
                  <a:lnTo>
                    <a:pt x="4205079" y="2829794"/>
                  </a:lnTo>
                  <a:lnTo>
                    <a:pt x="4205894" y="2823076"/>
                  </a:lnTo>
                  <a:lnTo>
                    <a:pt x="4206709" y="2899677"/>
                  </a:lnTo>
                  <a:lnTo>
                    <a:pt x="4207524" y="2914241"/>
                  </a:lnTo>
                  <a:lnTo>
                    <a:pt x="4208338" y="2863972"/>
                  </a:lnTo>
                  <a:lnTo>
                    <a:pt x="4209153" y="2883241"/>
                  </a:lnTo>
                  <a:lnTo>
                    <a:pt x="4209968" y="2853542"/>
                  </a:lnTo>
                  <a:lnTo>
                    <a:pt x="4210783" y="2689077"/>
                  </a:lnTo>
                  <a:lnTo>
                    <a:pt x="4211598" y="2498337"/>
                  </a:lnTo>
                  <a:lnTo>
                    <a:pt x="4212412" y="2442826"/>
                  </a:lnTo>
                  <a:lnTo>
                    <a:pt x="4213227" y="2382697"/>
                  </a:lnTo>
                  <a:lnTo>
                    <a:pt x="4214042" y="2266842"/>
                  </a:lnTo>
                  <a:lnTo>
                    <a:pt x="4214857" y="2208637"/>
                  </a:lnTo>
                  <a:lnTo>
                    <a:pt x="4215671" y="2305307"/>
                  </a:lnTo>
                  <a:lnTo>
                    <a:pt x="4216486" y="2398443"/>
                  </a:lnTo>
                  <a:lnTo>
                    <a:pt x="4217301" y="2262018"/>
                  </a:lnTo>
                  <a:lnTo>
                    <a:pt x="4218116" y="2120982"/>
                  </a:lnTo>
                  <a:lnTo>
                    <a:pt x="4218931" y="1966608"/>
                  </a:lnTo>
                  <a:lnTo>
                    <a:pt x="4219745" y="1865014"/>
                  </a:lnTo>
                  <a:lnTo>
                    <a:pt x="4220560" y="1797996"/>
                  </a:lnTo>
                  <a:lnTo>
                    <a:pt x="4221375" y="1697651"/>
                  </a:lnTo>
                  <a:lnTo>
                    <a:pt x="4222190" y="1783862"/>
                  </a:lnTo>
                  <a:lnTo>
                    <a:pt x="4223005" y="1906196"/>
                  </a:lnTo>
                  <a:lnTo>
                    <a:pt x="4223819" y="2069687"/>
                  </a:lnTo>
                  <a:lnTo>
                    <a:pt x="4224634" y="2202268"/>
                  </a:lnTo>
                  <a:lnTo>
                    <a:pt x="4225449" y="2202963"/>
                  </a:lnTo>
                  <a:lnTo>
                    <a:pt x="4226264" y="2291226"/>
                  </a:lnTo>
                  <a:lnTo>
                    <a:pt x="4227078" y="2408855"/>
                  </a:lnTo>
                  <a:lnTo>
                    <a:pt x="4227893" y="2490739"/>
                  </a:lnTo>
                  <a:lnTo>
                    <a:pt x="4228708" y="2494226"/>
                  </a:lnTo>
                  <a:lnTo>
                    <a:pt x="4229523" y="2549882"/>
                  </a:lnTo>
                  <a:lnTo>
                    <a:pt x="4230338" y="2657961"/>
                  </a:lnTo>
                  <a:lnTo>
                    <a:pt x="4231152" y="2705916"/>
                  </a:lnTo>
                  <a:lnTo>
                    <a:pt x="4231967" y="2686277"/>
                  </a:lnTo>
                  <a:lnTo>
                    <a:pt x="4232782" y="2656838"/>
                  </a:lnTo>
                  <a:lnTo>
                    <a:pt x="4233597" y="2675814"/>
                  </a:lnTo>
                  <a:lnTo>
                    <a:pt x="4234411" y="2710470"/>
                  </a:lnTo>
                  <a:lnTo>
                    <a:pt x="4235226" y="2740427"/>
                  </a:lnTo>
                  <a:lnTo>
                    <a:pt x="4236041" y="2784914"/>
                  </a:lnTo>
                  <a:lnTo>
                    <a:pt x="4236856" y="2771434"/>
                  </a:lnTo>
                  <a:lnTo>
                    <a:pt x="4237671" y="2810733"/>
                  </a:lnTo>
                  <a:lnTo>
                    <a:pt x="4238485" y="2832460"/>
                  </a:lnTo>
                  <a:lnTo>
                    <a:pt x="4239300" y="2824238"/>
                  </a:lnTo>
                  <a:lnTo>
                    <a:pt x="4240115" y="2852594"/>
                  </a:lnTo>
                  <a:lnTo>
                    <a:pt x="4240930" y="2879261"/>
                  </a:lnTo>
                  <a:lnTo>
                    <a:pt x="4241744" y="2874668"/>
                  </a:lnTo>
                  <a:lnTo>
                    <a:pt x="4242559" y="2815437"/>
                  </a:lnTo>
                  <a:lnTo>
                    <a:pt x="4243374" y="2788683"/>
                  </a:lnTo>
                  <a:lnTo>
                    <a:pt x="4244189" y="2715663"/>
                  </a:lnTo>
                  <a:lnTo>
                    <a:pt x="4245004" y="2704454"/>
                  </a:lnTo>
                  <a:lnTo>
                    <a:pt x="4245818" y="2693544"/>
                  </a:lnTo>
                  <a:lnTo>
                    <a:pt x="4246633" y="2728455"/>
                  </a:lnTo>
                  <a:lnTo>
                    <a:pt x="4247448" y="2756140"/>
                  </a:lnTo>
                  <a:lnTo>
                    <a:pt x="4248263" y="2718911"/>
                  </a:lnTo>
                  <a:lnTo>
                    <a:pt x="4249077" y="2659970"/>
                  </a:lnTo>
                  <a:lnTo>
                    <a:pt x="4249892" y="2601116"/>
                  </a:lnTo>
                  <a:lnTo>
                    <a:pt x="4250707" y="2596273"/>
                  </a:lnTo>
                  <a:lnTo>
                    <a:pt x="4251522" y="2541035"/>
                  </a:lnTo>
                  <a:lnTo>
                    <a:pt x="4252337" y="2499012"/>
                  </a:lnTo>
                  <a:lnTo>
                    <a:pt x="4253151" y="2554670"/>
                  </a:lnTo>
                  <a:lnTo>
                    <a:pt x="4253966" y="2635893"/>
                  </a:lnTo>
                  <a:lnTo>
                    <a:pt x="4254781" y="2679286"/>
                  </a:lnTo>
                  <a:lnTo>
                    <a:pt x="4255596" y="2659576"/>
                  </a:lnTo>
                  <a:lnTo>
                    <a:pt x="4256410" y="2728078"/>
                  </a:lnTo>
                  <a:lnTo>
                    <a:pt x="4257225" y="2786180"/>
                  </a:lnTo>
                  <a:lnTo>
                    <a:pt x="4258040" y="2707949"/>
                  </a:lnTo>
                  <a:lnTo>
                    <a:pt x="4258855" y="2753103"/>
                  </a:lnTo>
                  <a:lnTo>
                    <a:pt x="4259670" y="2772016"/>
                  </a:lnTo>
                  <a:lnTo>
                    <a:pt x="4260484" y="2686693"/>
                  </a:lnTo>
                  <a:lnTo>
                    <a:pt x="4261299" y="2507133"/>
                  </a:lnTo>
                  <a:lnTo>
                    <a:pt x="4262114" y="2395642"/>
                  </a:lnTo>
                  <a:lnTo>
                    <a:pt x="4262929" y="2459528"/>
                  </a:lnTo>
                  <a:lnTo>
                    <a:pt x="4263744" y="2452796"/>
                  </a:lnTo>
                  <a:lnTo>
                    <a:pt x="4264558" y="2460553"/>
                  </a:lnTo>
                  <a:lnTo>
                    <a:pt x="4265373" y="2539909"/>
                  </a:lnTo>
                  <a:lnTo>
                    <a:pt x="4266188" y="2655924"/>
                  </a:lnTo>
                  <a:lnTo>
                    <a:pt x="4267003" y="2714712"/>
                  </a:lnTo>
                  <a:lnTo>
                    <a:pt x="4267817" y="2708840"/>
                  </a:lnTo>
                  <a:lnTo>
                    <a:pt x="4268632" y="2732767"/>
                  </a:lnTo>
                  <a:lnTo>
                    <a:pt x="4269447" y="2697024"/>
                  </a:lnTo>
                  <a:lnTo>
                    <a:pt x="4270262" y="2581609"/>
                  </a:lnTo>
                  <a:lnTo>
                    <a:pt x="4271077" y="2520519"/>
                  </a:lnTo>
                  <a:lnTo>
                    <a:pt x="4271891" y="2449172"/>
                  </a:lnTo>
                  <a:lnTo>
                    <a:pt x="4272706" y="2360286"/>
                  </a:lnTo>
                  <a:lnTo>
                    <a:pt x="4273521" y="2253348"/>
                  </a:lnTo>
                  <a:lnTo>
                    <a:pt x="4274336" y="2179797"/>
                  </a:lnTo>
                  <a:lnTo>
                    <a:pt x="4275150" y="2219703"/>
                  </a:lnTo>
                  <a:lnTo>
                    <a:pt x="4275965" y="2278528"/>
                  </a:lnTo>
                  <a:lnTo>
                    <a:pt x="4276780" y="2380654"/>
                  </a:lnTo>
                  <a:lnTo>
                    <a:pt x="4277595" y="2515846"/>
                  </a:lnTo>
                  <a:lnTo>
                    <a:pt x="4278410" y="2602809"/>
                  </a:lnTo>
                  <a:lnTo>
                    <a:pt x="4279224" y="2561042"/>
                  </a:lnTo>
                  <a:lnTo>
                    <a:pt x="4280039" y="2499681"/>
                  </a:lnTo>
                  <a:lnTo>
                    <a:pt x="4280854" y="2554120"/>
                  </a:lnTo>
                  <a:lnTo>
                    <a:pt x="4281669" y="2588248"/>
                  </a:lnTo>
                  <a:lnTo>
                    <a:pt x="4282483" y="2495633"/>
                  </a:lnTo>
                  <a:lnTo>
                    <a:pt x="4283298" y="2405131"/>
                  </a:lnTo>
                  <a:lnTo>
                    <a:pt x="4284113" y="2481564"/>
                  </a:lnTo>
                  <a:lnTo>
                    <a:pt x="4284928" y="2644444"/>
                  </a:lnTo>
                  <a:lnTo>
                    <a:pt x="4285743" y="2666664"/>
                  </a:lnTo>
                  <a:lnTo>
                    <a:pt x="4286557" y="2606767"/>
                  </a:lnTo>
                  <a:lnTo>
                    <a:pt x="4287372" y="2543259"/>
                  </a:lnTo>
                  <a:lnTo>
                    <a:pt x="4288187" y="2551627"/>
                  </a:lnTo>
                  <a:lnTo>
                    <a:pt x="4289002" y="2581805"/>
                  </a:lnTo>
                  <a:lnTo>
                    <a:pt x="4289816" y="2509641"/>
                  </a:lnTo>
                  <a:lnTo>
                    <a:pt x="4290631" y="2345693"/>
                  </a:lnTo>
                  <a:lnTo>
                    <a:pt x="4291446" y="2250516"/>
                  </a:lnTo>
                  <a:lnTo>
                    <a:pt x="4292261" y="2287477"/>
                  </a:lnTo>
                  <a:lnTo>
                    <a:pt x="4293076" y="2274629"/>
                  </a:lnTo>
                  <a:lnTo>
                    <a:pt x="4293890" y="2157544"/>
                  </a:lnTo>
                  <a:lnTo>
                    <a:pt x="4294705" y="2072035"/>
                  </a:lnTo>
                  <a:lnTo>
                    <a:pt x="4295520" y="2109842"/>
                  </a:lnTo>
                  <a:lnTo>
                    <a:pt x="4296335" y="2167134"/>
                  </a:lnTo>
                  <a:lnTo>
                    <a:pt x="4297149" y="2182924"/>
                  </a:lnTo>
                  <a:lnTo>
                    <a:pt x="4297964" y="2218861"/>
                  </a:lnTo>
                  <a:lnTo>
                    <a:pt x="4298779" y="2238168"/>
                  </a:lnTo>
                  <a:lnTo>
                    <a:pt x="4299594" y="2234149"/>
                  </a:lnTo>
                  <a:lnTo>
                    <a:pt x="4300409" y="2207937"/>
                  </a:lnTo>
                  <a:lnTo>
                    <a:pt x="4301223" y="2214425"/>
                  </a:lnTo>
                  <a:lnTo>
                    <a:pt x="4302038" y="2255442"/>
                  </a:lnTo>
                  <a:lnTo>
                    <a:pt x="4302853" y="2267405"/>
                  </a:lnTo>
                  <a:lnTo>
                    <a:pt x="4303668" y="2316872"/>
                  </a:lnTo>
                  <a:lnTo>
                    <a:pt x="4304483" y="2337578"/>
                  </a:lnTo>
                  <a:lnTo>
                    <a:pt x="4305297" y="2446561"/>
                  </a:lnTo>
                  <a:lnTo>
                    <a:pt x="4306112" y="2550367"/>
                  </a:lnTo>
                  <a:lnTo>
                    <a:pt x="4306927" y="2562585"/>
                  </a:lnTo>
                  <a:lnTo>
                    <a:pt x="4307742" y="2496219"/>
                  </a:lnTo>
                  <a:lnTo>
                    <a:pt x="4308556" y="2367304"/>
                  </a:lnTo>
                  <a:lnTo>
                    <a:pt x="4309371" y="2243544"/>
                  </a:lnTo>
                  <a:lnTo>
                    <a:pt x="4310186" y="1968962"/>
                  </a:lnTo>
                  <a:lnTo>
                    <a:pt x="4311001" y="1695575"/>
                  </a:lnTo>
                  <a:lnTo>
                    <a:pt x="4311816" y="1573607"/>
                  </a:lnTo>
                  <a:lnTo>
                    <a:pt x="4312630" y="1666187"/>
                  </a:lnTo>
                  <a:lnTo>
                    <a:pt x="4313445" y="1846377"/>
                  </a:lnTo>
                  <a:lnTo>
                    <a:pt x="4314260" y="2024673"/>
                  </a:lnTo>
                  <a:lnTo>
                    <a:pt x="4315075" y="2187443"/>
                  </a:lnTo>
                  <a:lnTo>
                    <a:pt x="4315889" y="2434747"/>
                  </a:lnTo>
                  <a:lnTo>
                    <a:pt x="4316704" y="2603220"/>
                  </a:lnTo>
                  <a:lnTo>
                    <a:pt x="4317519" y="2566649"/>
                  </a:lnTo>
                  <a:lnTo>
                    <a:pt x="4318334" y="2529051"/>
                  </a:lnTo>
                  <a:lnTo>
                    <a:pt x="4319149" y="2542430"/>
                  </a:lnTo>
                  <a:lnTo>
                    <a:pt x="4319963" y="2726409"/>
                  </a:lnTo>
                  <a:lnTo>
                    <a:pt x="4320778" y="2780922"/>
                  </a:lnTo>
                  <a:lnTo>
                    <a:pt x="4321593" y="2810063"/>
                  </a:lnTo>
                  <a:lnTo>
                    <a:pt x="4322408" y="2911365"/>
                  </a:lnTo>
                  <a:lnTo>
                    <a:pt x="4323222" y="2958315"/>
                  </a:lnTo>
                  <a:lnTo>
                    <a:pt x="4324037" y="2986231"/>
                  </a:lnTo>
                  <a:lnTo>
                    <a:pt x="4324852" y="2930620"/>
                  </a:lnTo>
                  <a:lnTo>
                    <a:pt x="4325667" y="2884599"/>
                  </a:lnTo>
                  <a:lnTo>
                    <a:pt x="4326482" y="2786077"/>
                  </a:lnTo>
                  <a:lnTo>
                    <a:pt x="4327296" y="2729224"/>
                  </a:lnTo>
                  <a:lnTo>
                    <a:pt x="4328111" y="2760761"/>
                  </a:lnTo>
                  <a:lnTo>
                    <a:pt x="4328926" y="2807798"/>
                  </a:lnTo>
                  <a:lnTo>
                    <a:pt x="4329741" y="2791780"/>
                  </a:lnTo>
                  <a:lnTo>
                    <a:pt x="4330555" y="2774224"/>
                  </a:lnTo>
                  <a:lnTo>
                    <a:pt x="4331370" y="2834108"/>
                  </a:lnTo>
                  <a:lnTo>
                    <a:pt x="4332185" y="2747367"/>
                  </a:lnTo>
                  <a:lnTo>
                    <a:pt x="4333000" y="2582013"/>
                  </a:lnTo>
                  <a:lnTo>
                    <a:pt x="4333815" y="2436644"/>
                  </a:lnTo>
                  <a:lnTo>
                    <a:pt x="4334629" y="2338724"/>
                  </a:lnTo>
                  <a:lnTo>
                    <a:pt x="4335444" y="2208539"/>
                  </a:lnTo>
                  <a:lnTo>
                    <a:pt x="4336259" y="2045158"/>
                  </a:lnTo>
                  <a:lnTo>
                    <a:pt x="4337074" y="2051698"/>
                  </a:lnTo>
                  <a:lnTo>
                    <a:pt x="4337888" y="2128280"/>
                  </a:lnTo>
                  <a:lnTo>
                    <a:pt x="4338703" y="2186168"/>
                  </a:lnTo>
                  <a:lnTo>
                    <a:pt x="4339518" y="2198972"/>
                  </a:lnTo>
                  <a:lnTo>
                    <a:pt x="4340333" y="2235526"/>
                  </a:lnTo>
                  <a:lnTo>
                    <a:pt x="4341148" y="2247782"/>
                  </a:lnTo>
                  <a:lnTo>
                    <a:pt x="4341962" y="2180370"/>
                  </a:lnTo>
                  <a:lnTo>
                    <a:pt x="4342777" y="2133606"/>
                  </a:lnTo>
                  <a:lnTo>
                    <a:pt x="4343592" y="2061914"/>
                  </a:lnTo>
                  <a:lnTo>
                    <a:pt x="4344407" y="2018901"/>
                  </a:lnTo>
                  <a:lnTo>
                    <a:pt x="4345222" y="2019670"/>
                  </a:lnTo>
                  <a:lnTo>
                    <a:pt x="4346036" y="2176844"/>
                  </a:lnTo>
                  <a:lnTo>
                    <a:pt x="4346851" y="2333521"/>
                  </a:lnTo>
                  <a:lnTo>
                    <a:pt x="4347666" y="2383792"/>
                  </a:lnTo>
                  <a:lnTo>
                    <a:pt x="4348481" y="2434689"/>
                  </a:lnTo>
                  <a:lnTo>
                    <a:pt x="4349295" y="2535754"/>
                  </a:lnTo>
                  <a:lnTo>
                    <a:pt x="4350110" y="2547552"/>
                  </a:lnTo>
                  <a:lnTo>
                    <a:pt x="4350925" y="2526078"/>
                  </a:lnTo>
                  <a:lnTo>
                    <a:pt x="4351740" y="2561764"/>
                  </a:lnTo>
                  <a:lnTo>
                    <a:pt x="4352555" y="2597726"/>
                  </a:lnTo>
                  <a:lnTo>
                    <a:pt x="4353369" y="2721277"/>
                  </a:lnTo>
                  <a:lnTo>
                    <a:pt x="4354184" y="2847069"/>
                  </a:lnTo>
                  <a:lnTo>
                    <a:pt x="4354999" y="2873448"/>
                  </a:lnTo>
                  <a:lnTo>
                    <a:pt x="4355814" y="2733405"/>
                  </a:lnTo>
                  <a:lnTo>
                    <a:pt x="4356628" y="2615954"/>
                  </a:lnTo>
                  <a:lnTo>
                    <a:pt x="4357443" y="2628379"/>
                  </a:lnTo>
                  <a:lnTo>
                    <a:pt x="4358258" y="2523883"/>
                  </a:lnTo>
                  <a:lnTo>
                    <a:pt x="4359073" y="2365811"/>
                  </a:lnTo>
                  <a:lnTo>
                    <a:pt x="4359888" y="2448106"/>
                  </a:lnTo>
                  <a:lnTo>
                    <a:pt x="4360702" y="2604359"/>
                  </a:lnTo>
                  <a:lnTo>
                    <a:pt x="4361517" y="2618007"/>
                  </a:lnTo>
                  <a:lnTo>
                    <a:pt x="4362332" y="2618897"/>
                  </a:lnTo>
                  <a:lnTo>
                    <a:pt x="4363147" y="2596761"/>
                  </a:lnTo>
                  <a:lnTo>
                    <a:pt x="4363961" y="2652517"/>
                  </a:lnTo>
                  <a:lnTo>
                    <a:pt x="4364776" y="2666373"/>
                  </a:lnTo>
                  <a:lnTo>
                    <a:pt x="4365591" y="2639517"/>
                  </a:lnTo>
                  <a:lnTo>
                    <a:pt x="4366406" y="2701997"/>
                  </a:lnTo>
                  <a:lnTo>
                    <a:pt x="4367221" y="2747199"/>
                  </a:lnTo>
                  <a:lnTo>
                    <a:pt x="4368035" y="2780157"/>
                  </a:lnTo>
                  <a:lnTo>
                    <a:pt x="4368850" y="2677603"/>
                  </a:lnTo>
                  <a:lnTo>
                    <a:pt x="4369665" y="2505731"/>
                  </a:lnTo>
                  <a:lnTo>
                    <a:pt x="4370480" y="2358419"/>
                  </a:lnTo>
                  <a:lnTo>
                    <a:pt x="4371294" y="2243301"/>
                  </a:lnTo>
                  <a:lnTo>
                    <a:pt x="4372109" y="2167324"/>
                  </a:lnTo>
                  <a:lnTo>
                    <a:pt x="4372924" y="2253191"/>
                  </a:lnTo>
                  <a:lnTo>
                    <a:pt x="4373739" y="2384043"/>
                  </a:lnTo>
                  <a:lnTo>
                    <a:pt x="4374554" y="2393233"/>
                  </a:lnTo>
                  <a:lnTo>
                    <a:pt x="4375368" y="2409998"/>
                  </a:lnTo>
                  <a:lnTo>
                    <a:pt x="4376183" y="2433639"/>
                  </a:lnTo>
                  <a:lnTo>
                    <a:pt x="4376998" y="2368936"/>
                  </a:lnTo>
                  <a:lnTo>
                    <a:pt x="4377813" y="2170997"/>
                  </a:lnTo>
                  <a:lnTo>
                    <a:pt x="4378627" y="2043519"/>
                  </a:lnTo>
                  <a:lnTo>
                    <a:pt x="4379442" y="2103859"/>
                  </a:lnTo>
                  <a:lnTo>
                    <a:pt x="4380257" y="2189885"/>
                  </a:lnTo>
                  <a:lnTo>
                    <a:pt x="4381072" y="2160164"/>
                  </a:lnTo>
                  <a:lnTo>
                    <a:pt x="4381887" y="2162497"/>
                  </a:lnTo>
                  <a:lnTo>
                    <a:pt x="4382701" y="2313739"/>
                  </a:lnTo>
                  <a:lnTo>
                    <a:pt x="4383516" y="2467851"/>
                  </a:lnTo>
                  <a:lnTo>
                    <a:pt x="4384331" y="2530900"/>
                  </a:lnTo>
                  <a:lnTo>
                    <a:pt x="4385146" y="2524913"/>
                  </a:lnTo>
                  <a:lnTo>
                    <a:pt x="4385961" y="2523688"/>
                  </a:lnTo>
                  <a:lnTo>
                    <a:pt x="4386775" y="2486931"/>
                  </a:lnTo>
                  <a:lnTo>
                    <a:pt x="4387590" y="2482715"/>
                  </a:lnTo>
                  <a:lnTo>
                    <a:pt x="4388405" y="2380914"/>
                  </a:lnTo>
                  <a:lnTo>
                    <a:pt x="4389220" y="2338156"/>
                  </a:lnTo>
                  <a:lnTo>
                    <a:pt x="4390034" y="2412252"/>
                  </a:lnTo>
                  <a:lnTo>
                    <a:pt x="4390849" y="2503299"/>
                  </a:lnTo>
                  <a:lnTo>
                    <a:pt x="4391664" y="2617423"/>
                  </a:lnTo>
                  <a:lnTo>
                    <a:pt x="4392479" y="2604011"/>
                  </a:lnTo>
                  <a:lnTo>
                    <a:pt x="4393294" y="2653306"/>
                  </a:lnTo>
                  <a:lnTo>
                    <a:pt x="4394108" y="2681995"/>
                  </a:lnTo>
                  <a:lnTo>
                    <a:pt x="4394923" y="2697663"/>
                  </a:lnTo>
                  <a:lnTo>
                    <a:pt x="4395738" y="2734713"/>
                  </a:lnTo>
                  <a:lnTo>
                    <a:pt x="4396553" y="2710300"/>
                  </a:lnTo>
                  <a:lnTo>
                    <a:pt x="4397367" y="2655236"/>
                  </a:lnTo>
                  <a:lnTo>
                    <a:pt x="4398182" y="2662154"/>
                  </a:lnTo>
                  <a:lnTo>
                    <a:pt x="4398997" y="2694104"/>
                  </a:lnTo>
                  <a:lnTo>
                    <a:pt x="4399812" y="2693823"/>
                  </a:lnTo>
                  <a:lnTo>
                    <a:pt x="4400627" y="2721186"/>
                  </a:lnTo>
                  <a:lnTo>
                    <a:pt x="4401441" y="2797966"/>
                  </a:lnTo>
                  <a:lnTo>
                    <a:pt x="4402256" y="2918234"/>
                  </a:lnTo>
                  <a:lnTo>
                    <a:pt x="4403071" y="2993602"/>
                  </a:lnTo>
                  <a:lnTo>
                    <a:pt x="4403886" y="3034511"/>
                  </a:lnTo>
                  <a:lnTo>
                    <a:pt x="4404700" y="3034930"/>
                  </a:lnTo>
                  <a:lnTo>
                    <a:pt x="4405515" y="3063993"/>
                  </a:lnTo>
                  <a:lnTo>
                    <a:pt x="4406330" y="3116972"/>
                  </a:lnTo>
                  <a:lnTo>
                    <a:pt x="4407145" y="3116972"/>
                  </a:lnTo>
                  <a:lnTo>
                    <a:pt x="4407960" y="3116972"/>
                  </a:lnTo>
                  <a:lnTo>
                    <a:pt x="4408774" y="3116972"/>
                  </a:lnTo>
                  <a:lnTo>
                    <a:pt x="4409589" y="3116972"/>
                  </a:lnTo>
                  <a:lnTo>
                    <a:pt x="4410404" y="3116972"/>
                  </a:lnTo>
                  <a:lnTo>
                    <a:pt x="4411219" y="3116972"/>
                  </a:lnTo>
                  <a:lnTo>
                    <a:pt x="4412033" y="3109169"/>
                  </a:lnTo>
                  <a:lnTo>
                    <a:pt x="4412848" y="3098011"/>
                  </a:lnTo>
                  <a:lnTo>
                    <a:pt x="4413663" y="3089474"/>
                  </a:lnTo>
                  <a:lnTo>
                    <a:pt x="4414478" y="3077585"/>
                  </a:lnTo>
                  <a:lnTo>
                    <a:pt x="4415293" y="3056125"/>
                  </a:lnTo>
                  <a:lnTo>
                    <a:pt x="4416107" y="2967283"/>
                  </a:lnTo>
                  <a:lnTo>
                    <a:pt x="4416922" y="2892040"/>
                  </a:lnTo>
                  <a:lnTo>
                    <a:pt x="4417737" y="2863187"/>
                  </a:lnTo>
                  <a:lnTo>
                    <a:pt x="4418552" y="2832341"/>
                  </a:lnTo>
                  <a:lnTo>
                    <a:pt x="4419366" y="2890586"/>
                  </a:lnTo>
                  <a:lnTo>
                    <a:pt x="4420181" y="2963731"/>
                  </a:lnTo>
                  <a:lnTo>
                    <a:pt x="4420996" y="3001953"/>
                  </a:lnTo>
                  <a:lnTo>
                    <a:pt x="4421811" y="3100332"/>
                  </a:lnTo>
                  <a:lnTo>
                    <a:pt x="4422626" y="3116972"/>
                  </a:lnTo>
                  <a:lnTo>
                    <a:pt x="4423440" y="3116972"/>
                  </a:lnTo>
                  <a:lnTo>
                    <a:pt x="4424255" y="3049763"/>
                  </a:lnTo>
                  <a:lnTo>
                    <a:pt x="4425070" y="2920857"/>
                  </a:lnTo>
                  <a:lnTo>
                    <a:pt x="4425885" y="2794708"/>
                  </a:lnTo>
                  <a:lnTo>
                    <a:pt x="4426700" y="2669470"/>
                  </a:lnTo>
                  <a:lnTo>
                    <a:pt x="4427514" y="2581155"/>
                  </a:lnTo>
                  <a:lnTo>
                    <a:pt x="4428329" y="2468004"/>
                  </a:lnTo>
                  <a:lnTo>
                    <a:pt x="4429144" y="2430865"/>
                  </a:lnTo>
                  <a:lnTo>
                    <a:pt x="4429959" y="2482448"/>
                  </a:lnTo>
                  <a:lnTo>
                    <a:pt x="4430773" y="2614316"/>
                  </a:lnTo>
                  <a:lnTo>
                    <a:pt x="4431588" y="2671013"/>
                  </a:lnTo>
                  <a:lnTo>
                    <a:pt x="4432403" y="2629704"/>
                  </a:lnTo>
                  <a:lnTo>
                    <a:pt x="4433218" y="2680667"/>
                  </a:lnTo>
                  <a:lnTo>
                    <a:pt x="4434033" y="2755458"/>
                  </a:lnTo>
                  <a:lnTo>
                    <a:pt x="4434847" y="2739040"/>
                  </a:lnTo>
                  <a:lnTo>
                    <a:pt x="4435662" y="2627406"/>
                  </a:lnTo>
                  <a:lnTo>
                    <a:pt x="4436477" y="2542603"/>
                  </a:lnTo>
                  <a:lnTo>
                    <a:pt x="4437292" y="2564269"/>
                  </a:lnTo>
                  <a:lnTo>
                    <a:pt x="4438106" y="2666818"/>
                  </a:lnTo>
                  <a:lnTo>
                    <a:pt x="4438921" y="2705256"/>
                  </a:lnTo>
                  <a:lnTo>
                    <a:pt x="4439736" y="2677483"/>
                  </a:lnTo>
                  <a:lnTo>
                    <a:pt x="4440551" y="2717793"/>
                  </a:lnTo>
                  <a:lnTo>
                    <a:pt x="4441366" y="2841930"/>
                  </a:lnTo>
                  <a:lnTo>
                    <a:pt x="4442180" y="2837645"/>
                  </a:lnTo>
                  <a:lnTo>
                    <a:pt x="4442995" y="2717169"/>
                  </a:lnTo>
                  <a:lnTo>
                    <a:pt x="4443810" y="2678289"/>
                  </a:lnTo>
                  <a:lnTo>
                    <a:pt x="4444625" y="2796191"/>
                  </a:lnTo>
                  <a:lnTo>
                    <a:pt x="4445439" y="2875901"/>
                  </a:lnTo>
                  <a:lnTo>
                    <a:pt x="4446254" y="2806232"/>
                  </a:lnTo>
                  <a:lnTo>
                    <a:pt x="4447069" y="2814450"/>
                  </a:lnTo>
                  <a:lnTo>
                    <a:pt x="4447884" y="2811465"/>
                  </a:lnTo>
                  <a:lnTo>
                    <a:pt x="4448699" y="2759559"/>
                  </a:lnTo>
                  <a:lnTo>
                    <a:pt x="4449513" y="2601972"/>
                  </a:lnTo>
                  <a:lnTo>
                    <a:pt x="4450328" y="2498610"/>
                  </a:lnTo>
                  <a:lnTo>
                    <a:pt x="4451143" y="2546321"/>
                  </a:lnTo>
                  <a:lnTo>
                    <a:pt x="4451958" y="2575270"/>
                  </a:lnTo>
                  <a:lnTo>
                    <a:pt x="4452772" y="2518857"/>
                  </a:lnTo>
                  <a:lnTo>
                    <a:pt x="4453587" y="2423659"/>
                  </a:lnTo>
                  <a:lnTo>
                    <a:pt x="4454402" y="2393542"/>
                  </a:lnTo>
                  <a:lnTo>
                    <a:pt x="4455217" y="2292931"/>
                  </a:lnTo>
                  <a:lnTo>
                    <a:pt x="4456032" y="2155521"/>
                  </a:lnTo>
                  <a:lnTo>
                    <a:pt x="4456846" y="2089618"/>
                  </a:lnTo>
                  <a:lnTo>
                    <a:pt x="4457661" y="2220123"/>
                  </a:lnTo>
                  <a:lnTo>
                    <a:pt x="4458476" y="2437330"/>
                  </a:lnTo>
                  <a:lnTo>
                    <a:pt x="4459291" y="2582537"/>
                  </a:lnTo>
                  <a:lnTo>
                    <a:pt x="4460105" y="2780126"/>
                  </a:lnTo>
                  <a:lnTo>
                    <a:pt x="4460920" y="2952266"/>
                  </a:lnTo>
                  <a:lnTo>
                    <a:pt x="4461735" y="3015566"/>
                  </a:lnTo>
                  <a:lnTo>
                    <a:pt x="4462550" y="2962421"/>
                  </a:lnTo>
                  <a:lnTo>
                    <a:pt x="4463365" y="2869643"/>
                  </a:lnTo>
                  <a:lnTo>
                    <a:pt x="4464179" y="2766819"/>
                  </a:lnTo>
                  <a:lnTo>
                    <a:pt x="4464994" y="2746375"/>
                  </a:lnTo>
                  <a:lnTo>
                    <a:pt x="4465809" y="2710289"/>
                  </a:lnTo>
                  <a:lnTo>
                    <a:pt x="4466624" y="2668066"/>
                  </a:lnTo>
                  <a:lnTo>
                    <a:pt x="4467439" y="2653004"/>
                  </a:lnTo>
                  <a:lnTo>
                    <a:pt x="4468253" y="2622655"/>
                  </a:lnTo>
                  <a:lnTo>
                    <a:pt x="4469068" y="2623554"/>
                  </a:lnTo>
                  <a:lnTo>
                    <a:pt x="4469883" y="2628763"/>
                  </a:lnTo>
                  <a:lnTo>
                    <a:pt x="4470698" y="2662039"/>
                  </a:lnTo>
                  <a:lnTo>
                    <a:pt x="4471512" y="2710741"/>
                  </a:lnTo>
                  <a:lnTo>
                    <a:pt x="4472327" y="2715460"/>
                  </a:lnTo>
                  <a:lnTo>
                    <a:pt x="4473142" y="2777364"/>
                  </a:lnTo>
                  <a:lnTo>
                    <a:pt x="4473957" y="2904428"/>
                  </a:lnTo>
                  <a:lnTo>
                    <a:pt x="4474772" y="2980101"/>
                  </a:lnTo>
                  <a:lnTo>
                    <a:pt x="4475586" y="2997980"/>
                  </a:lnTo>
                  <a:lnTo>
                    <a:pt x="4476401" y="2974787"/>
                  </a:lnTo>
                  <a:lnTo>
                    <a:pt x="4477216" y="3010521"/>
                  </a:lnTo>
                  <a:lnTo>
                    <a:pt x="4478031" y="3015724"/>
                  </a:lnTo>
                  <a:lnTo>
                    <a:pt x="4478845" y="2946229"/>
                  </a:lnTo>
                  <a:lnTo>
                    <a:pt x="4479660" y="2841269"/>
                  </a:lnTo>
                  <a:lnTo>
                    <a:pt x="4480475" y="2734390"/>
                  </a:lnTo>
                  <a:lnTo>
                    <a:pt x="4481290" y="2675052"/>
                  </a:lnTo>
                  <a:lnTo>
                    <a:pt x="4482105" y="2576966"/>
                  </a:lnTo>
                  <a:lnTo>
                    <a:pt x="4482919" y="2489481"/>
                  </a:lnTo>
                  <a:lnTo>
                    <a:pt x="4483734" y="2408499"/>
                  </a:lnTo>
                  <a:lnTo>
                    <a:pt x="4484549" y="2385446"/>
                  </a:lnTo>
                  <a:lnTo>
                    <a:pt x="4485364" y="2374316"/>
                  </a:lnTo>
                  <a:lnTo>
                    <a:pt x="4486178" y="2310486"/>
                  </a:lnTo>
                  <a:lnTo>
                    <a:pt x="4486993" y="2282431"/>
                  </a:lnTo>
                  <a:lnTo>
                    <a:pt x="4487808" y="2266996"/>
                  </a:lnTo>
                  <a:lnTo>
                    <a:pt x="4488623" y="2334472"/>
                  </a:lnTo>
                  <a:lnTo>
                    <a:pt x="4489438" y="2355517"/>
                  </a:lnTo>
                  <a:lnTo>
                    <a:pt x="4490252" y="2448491"/>
                  </a:lnTo>
                  <a:lnTo>
                    <a:pt x="4491067" y="2622528"/>
                  </a:lnTo>
                  <a:lnTo>
                    <a:pt x="4491882" y="2805242"/>
                  </a:lnTo>
                  <a:lnTo>
                    <a:pt x="4492697" y="2925845"/>
                  </a:lnTo>
                  <a:lnTo>
                    <a:pt x="4493511" y="2861568"/>
                  </a:lnTo>
                  <a:lnTo>
                    <a:pt x="4494326" y="2794683"/>
                  </a:lnTo>
                  <a:lnTo>
                    <a:pt x="4495141" y="2698454"/>
                  </a:lnTo>
                  <a:lnTo>
                    <a:pt x="4495956" y="2658446"/>
                  </a:lnTo>
                  <a:lnTo>
                    <a:pt x="4496771" y="2658448"/>
                  </a:lnTo>
                  <a:lnTo>
                    <a:pt x="4497585" y="2696785"/>
                  </a:lnTo>
                  <a:lnTo>
                    <a:pt x="4498400" y="2750941"/>
                  </a:lnTo>
                  <a:lnTo>
                    <a:pt x="4499215" y="2708998"/>
                  </a:lnTo>
                  <a:lnTo>
                    <a:pt x="4500030" y="2731290"/>
                  </a:lnTo>
                  <a:lnTo>
                    <a:pt x="4500844" y="2714098"/>
                  </a:lnTo>
                  <a:lnTo>
                    <a:pt x="4501659" y="2648081"/>
                  </a:lnTo>
                  <a:lnTo>
                    <a:pt x="4502474" y="2636475"/>
                  </a:lnTo>
                  <a:lnTo>
                    <a:pt x="4503289" y="2704455"/>
                  </a:lnTo>
                  <a:lnTo>
                    <a:pt x="4504104" y="2859812"/>
                  </a:lnTo>
                  <a:lnTo>
                    <a:pt x="4504918" y="2940906"/>
                  </a:lnTo>
                  <a:lnTo>
                    <a:pt x="4505733" y="2986775"/>
                  </a:lnTo>
                  <a:lnTo>
                    <a:pt x="4506548" y="3072872"/>
                  </a:lnTo>
                  <a:lnTo>
                    <a:pt x="4507363" y="3091571"/>
                  </a:lnTo>
                  <a:lnTo>
                    <a:pt x="4508178" y="3055534"/>
                  </a:lnTo>
                  <a:lnTo>
                    <a:pt x="4508992" y="3001963"/>
                  </a:lnTo>
                  <a:lnTo>
                    <a:pt x="4509807" y="2972394"/>
                  </a:lnTo>
                  <a:lnTo>
                    <a:pt x="4510622" y="2993182"/>
                  </a:lnTo>
                  <a:lnTo>
                    <a:pt x="4511437" y="3007521"/>
                  </a:lnTo>
                  <a:lnTo>
                    <a:pt x="4512251" y="3014368"/>
                  </a:lnTo>
                  <a:lnTo>
                    <a:pt x="4513066" y="3037583"/>
                  </a:lnTo>
                  <a:lnTo>
                    <a:pt x="4513881" y="2966747"/>
                  </a:lnTo>
                  <a:lnTo>
                    <a:pt x="4514696" y="2901944"/>
                  </a:lnTo>
                  <a:lnTo>
                    <a:pt x="4515511" y="2709655"/>
                  </a:lnTo>
                  <a:lnTo>
                    <a:pt x="4516325" y="2553281"/>
                  </a:lnTo>
                  <a:lnTo>
                    <a:pt x="4517140" y="2531410"/>
                  </a:lnTo>
                  <a:lnTo>
                    <a:pt x="4517955" y="2472937"/>
                  </a:lnTo>
                  <a:lnTo>
                    <a:pt x="4518770" y="2574972"/>
                  </a:lnTo>
                  <a:lnTo>
                    <a:pt x="4519584" y="2695485"/>
                  </a:lnTo>
                  <a:lnTo>
                    <a:pt x="4520399" y="2867321"/>
                  </a:lnTo>
                  <a:lnTo>
                    <a:pt x="4521214" y="2967036"/>
                  </a:lnTo>
                  <a:lnTo>
                    <a:pt x="4522029" y="2892947"/>
                  </a:lnTo>
                  <a:lnTo>
                    <a:pt x="4522844" y="2817943"/>
                  </a:lnTo>
                  <a:lnTo>
                    <a:pt x="4523658" y="2750990"/>
                  </a:lnTo>
                  <a:lnTo>
                    <a:pt x="4524473" y="2713302"/>
                  </a:lnTo>
                  <a:lnTo>
                    <a:pt x="4525288" y="2683478"/>
                  </a:lnTo>
                  <a:lnTo>
                    <a:pt x="4526103" y="2653395"/>
                  </a:lnTo>
                  <a:lnTo>
                    <a:pt x="4526917" y="2744055"/>
                  </a:lnTo>
                  <a:lnTo>
                    <a:pt x="4527732" y="2924662"/>
                  </a:lnTo>
                  <a:lnTo>
                    <a:pt x="4528547" y="3013988"/>
                  </a:lnTo>
                  <a:lnTo>
                    <a:pt x="4529362" y="3010039"/>
                  </a:lnTo>
                  <a:lnTo>
                    <a:pt x="4530177" y="2957385"/>
                  </a:lnTo>
                  <a:lnTo>
                    <a:pt x="4530991" y="2894021"/>
                  </a:lnTo>
                  <a:lnTo>
                    <a:pt x="4531806" y="2832832"/>
                  </a:lnTo>
                  <a:lnTo>
                    <a:pt x="4532621" y="2778187"/>
                  </a:lnTo>
                  <a:lnTo>
                    <a:pt x="4533436" y="2702591"/>
                  </a:lnTo>
                  <a:lnTo>
                    <a:pt x="4534250" y="2649766"/>
                  </a:lnTo>
                  <a:lnTo>
                    <a:pt x="4535065" y="2690937"/>
                  </a:lnTo>
                  <a:lnTo>
                    <a:pt x="4535880" y="2741486"/>
                  </a:lnTo>
                  <a:lnTo>
                    <a:pt x="4536695" y="2765347"/>
                  </a:lnTo>
                  <a:lnTo>
                    <a:pt x="4537510" y="2701397"/>
                  </a:lnTo>
                  <a:lnTo>
                    <a:pt x="4538324" y="2719230"/>
                  </a:lnTo>
                  <a:lnTo>
                    <a:pt x="4539139" y="2779852"/>
                  </a:lnTo>
                  <a:lnTo>
                    <a:pt x="4539954" y="2814671"/>
                  </a:lnTo>
                  <a:lnTo>
                    <a:pt x="4540769" y="2842267"/>
                  </a:lnTo>
                  <a:lnTo>
                    <a:pt x="4541584" y="2779393"/>
                  </a:lnTo>
                  <a:lnTo>
                    <a:pt x="4542398" y="2767932"/>
                  </a:lnTo>
                  <a:lnTo>
                    <a:pt x="4543213" y="2696881"/>
                  </a:lnTo>
                  <a:lnTo>
                    <a:pt x="4544028" y="2486457"/>
                  </a:lnTo>
                  <a:lnTo>
                    <a:pt x="4544843" y="2290470"/>
                  </a:lnTo>
                  <a:lnTo>
                    <a:pt x="4545657" y="2195656"/>
                  </a:lnTo>
                  <a:lnTo>
                    <a:pt x="4546472" y="2219959"/>
                  </a:lnTo>
                  <a:lnTo>
                    <a:pt x="4547287" y="2281720"/>
                  </a:lnTo>
                  <a:lnTo>
                    <a:pt x="4548102" y="2377395"/>
                  </a:lnTo>
                  <a:lnTo>
                    <a:pt x="4548917" y="2575680"/>
                  </a:lnTo>
                  <a:lnTo>
                    <a:pt x="4549731" y="2690933"/>
                  </a:lnTo>
                  <a:lnTo>
                    <a:pt x="4550546" y="2673417"/>
                  </a:lnTo>
                  <a:lnTo>
                    <a:pt x="4551361" y="2628619"/>
                  </a:lnTo>
                  <a:lnTo>
                    <a:pt x="4552176" y="2653550"/>
                  </a:lnTo>
                  <a:lnTo>
                    <a:pt x="4552990" y="2701457"/>
                  </a:lnTo>
                  <a:lnTo>
                    <a:pt x="4553805" y="2647406"/>
                  </a:lnTo>
                  <a:lnTo>
                    <a:pt x="4554620" y="2648469"/>
                  </a:lnTo>
                  <a:lnTo>
                    <a:pt x="4555435" y="2787611"/>
                  </a:lnTo>
                  <a:lnTo>
                    <a:pt x="4556250" y="2894301"/>
                  </a:lnTo>
                  <a:lnTo>
                    <a:pt x="4557064" y="2814683"/>
                  </a:lnTo>
                  <a:lnTo>
                    <a:pt x="4557879" y="2730426"/>
                  </a:lnTo>
                  <a:lnTo>
                    <a:pt x="4558694" y="2743559"/>
                  </a:lnTo>
                  <a:lnTo>
                    <a:pt x="4559509" y="2676749"/>
                  </a:lnTo>
                  <a:lnTo>
                    <a:pt x="4560323" y="2547971"/>
                  </a:lnTo>
                  <a:lnTo>
                    <a:pt x="4561138" y="2397983"/>
                  </a:lnTo>
                  <a:lnTo>
                    <a:pt x="4561953" y="2355685"/>
                  </a:lnTo>
                  <a:lnTo>
                    <a:pt x="4562768" y="2310291"/>
                  </a:lnTo>
                  <a:lnTo>
                    <a:pt x="4563583" y="2320497"/>
                  </a:lnTo>
                  <a:lnTo>
                    <a:pt x="4564397" y="2406015"/>
                  </a:lnTo>
                  <a:lnTo>
                    <a:pt x="4565212" y="2419561"/>
                  </a:lnTo>
                  <a:lnTo>
                    <a:pt x="4566027" y="2430487"/>
                  </a:lnTo>
                  <a:lnTo>
                    <a:pt x="4566842" y="2430979"/>
                  </a:lnTo>
                  <a:lnTo>
                    <a:pt x="4567656" y="2397186"/>
                  </a:lnTo>
                  <a:lnTo>
                    <a:pt x="4568471" y="2265265"/>
                  </a:lnTo>
                  <a:lnTo>
                    <a:pt x="4569286" y="2209093"/>
                  </a:lnTo>
                  <a:lnTo>
                    <a:pt x="4570101" y="2221153"/>
                  </a:lnTo>
                  <a:lnTo>
                    <a:pt x="4570916" y="2201883"/>
                  </a:lnTo>
                  <a:lnTo>
                    <a:pt x="4571730" y="2224143"/>
                  </a:lnTo>
                  <a:lnTo>
                    <a:pt x="4572545" y="2259377"/>
                  </a:lnTo>
                  <a:lnTo>
                    <a:pt x="4573360" y="2350439"/>
                  </a:lnTo>
                  <a:lnTo>
                    <a:pt x="4574175" y="2327573"/>
                  </a:lnTo>
                  <a:lnTo>
                    <a:pt x="4574989" y="2309836"/>
                  </a:lnTo>
                  <a:lnTo>
                    <a:pt x="4575804" y="2338717"/>
                  </a:lnTo>
                  <a:lnTo>
                    <a:pt x="4576619" y="2288541"/>
                  </a:lnTo>
                  <a:lnTo>
                    <a:pt x="4577434" y="2314698"/>
                  </a:lnTo>
                  <a:lnTo>
                    <a:pt x="4578249" y="2390714"/>
                  </a:lnTo>
                  <a:lnTo>
                    <a:pt x="4579063" y="2530720"/>
                  </a:lnTo>
                  <a:lnTo>
                    <a:pt x="4579878" y="2648906"/>
                  </a:lnTo>
                  <a:lnTo>
                    <a:pt x="4580693" y="2722884"/>
                  </a:lnTo>
                  <a:lnTo>
                    <a:pt x="4581508" y="2826187"/>
                  </a:lnTo>
                  <a:lnTo>
                    <a:pt x="4582323" y="2875709"/>
                  </a:lnTo>
                  <a:lnTo>
                    <a:pt x="4583137" y="2789937"/>
                  </a:lnTo>
                  <a:lnTo>
                    <a:pt x="4583952" y="2683957"/>
                  </a:lnTo>
                  <a:lnTo>
                    <a:pt x="4584767" y="2661669"/>
                  </a:lnTo>
                  <a:lnTo>
                    <a:pt x="4585582" y="2671437"/>
                  </a:lnTo>
                  <a:lnTo>
                    <a:pt x="4586396" y="2670622"/>
                  </a:lnTo>
                  <a:lnTo>
                    <a:pt x="4587211" y="2631797"/>
                  </a:lnTo>
                  <a:lnTo>
                    <a:pt x="4588026" y="2657017"/>
                  </a:lnTo>
                  <a:lnTo>
                    <a:pt x="4588841" y="2737005"/>
                  </a:lnTo>
                  <a:lnTo>
                    <a:pt x="4589656" y="2772745"/>
                  </a:lnTo>
                  <a:lnTo>
                    <a:pt x="4590470" y="2823822"/>
                  </a:lnTo>
                  <a:lnTo>
                    <a:pt x="4591285" y="2853439"/>
                  </a:lnTo>
                  <a:lnTo>
                    <a:pt x="4592100" y="2869647"/>
                  </a:lnTo>
                  <a:lnTo>
                    <a:pt x="4592915" y="2943739"/>
                  </a:lnTo>
                  <a:lnTo>
                    <a:pt x="4593729" y="3005036"/>
                  </a:lnTo>
                  <a:lnTo>
                    <a:pt x="4594544" y="2972841"/>
                  </a:lnTo>
                  <a:lnTo>
                    <a:pt x="4595359" y="2887907"/>
                  </a:lnTo>
                  <a:lnTo>
                    <a:pt x="4596174" y="2892923"/>
                  </a:lnTo>
                  <a:lnTo>
                    <a:pt x="4596989" y="2928526"/>
                  </a:lnTo>
                  <a:lnTo>
                    <a:pt x="4597803" y="2902160"/>
                  </a:lnTo>
                  <a:lnTo>
                    <a:pt x="4598618" y="2810359"/>
                  </a:lnTo>
                  <a:lnTo>
                    <a:pt x="4599433" y="2800107"/>
                  </a:lnTo>
                  <a:lnTo>
                    <a:pt x="4600248" y="2824664"/>
                  </a:lnTo>
                  <a:lnTo>
                    <a:pt x="4601062" y="2823840"/>
                  </a:lnTo>
                  <a:lnTo>
                    <a:pt x="4601877" y="2842474"/>
                  </a:lnTo>
                  <a:lnTo>
                    <a:pt x="4602692" y="2847881"/>
                  </a:lnTo>
                  <a:lnTo>
                    <a:pt x="4603507" y="2733261"/>
                  </a:lnTo>
                  <a:lnTo>
                    <a:pt x="4604322" y="2507743"/>
                  </a:lnTo>
                  <a:lnTo>
                    <a:pt x="4605136" y="2372831"/>
                  </a:lnTo>
                  <a:lnTo>
                    <a:pt x="4605951" y="2200205"/>
                  </a:lnTo>
                  <a:lnTo>
                    <a:pt x="4606766" y="2101433"/>
                  </a:lnTo>
                  <a:lnTo>
                    <a:pt x="4607581" y="2098487"/>
                  </a:lnTo>
                  <a:lnTo>
                    <a:pt x="4608395" y="2128939"/>
                  </a:lnTo>
                  <a:lnTo>
                    <a:pt x="4609210" y="2163692"/>
                  </a:lnTo>
                  <a:lnTo>
                    <a:pt x="4610025" y="2108545"/>
                  </a:lnTo>
                  <a:lnTo>
                    <a:pt x="4610840" y="2089561"/>
                  </a:lnTo>
                  <a:lnTo>
                    <a:pt x="4611655" y="1983511"/>
                  </a:lnTo>
                  <a:lnTo>
                    <a:pt x="4612469" y="1880179"/>
                  </a:lnTo>
                  <a:lnTo>
                    <a:pt x="4613284" y="1928946"/>
                  </a:lnTo>
                  <a:lnTo>
                    <a:pt x="4614099" y="2025321"/>
                  </a:lnTo>
                  <a:lnTo>
                    <a:pt x="4614914" y="2101449"/>
                  </a:lnTo>
                  <a:lnTo>
                    <a:pt x="4615728" y="2226643"/>
                  </a:lnTo>
                  <a:lnTo>
                    <a:pt x="4616543" y="2305083"/>
                  </a:lnTo>
                  <a:lnTo>
                    <a:pt x="4617358" y="2204517"/>
                  </a:lnTo>
                  <a:lnTo>
                    <a:pt x="4618173" y="2115482"/>
                  </a:lnTo>
                  <a:lnTo>
                    <a:pt x="4618988" y="2199531"/>
                  </a:lnTo>
                  <a:lnTo>
                    <a:pt x="4619802" y="2326939"/>
                  </a:lnTo>
                  <a:lnTo>
                    <a:pt x="4620617" y="2316425"/>
                  </a:lnTo>
                  <a:lnTo>
                    <a:pt x="4621432" y="2306039"/>
                  </a:lnTo>
                  <a:lnTo>
                    <a:pt x="4622247" y="2257629"/>
                  </a:lnTo>
                  <a:lnTo>
                    <a:pt x="4623062" y="2101917"/>
                  </a:lnTo>
                  <a:lnTo>
                    <a:pt x="4623876" y="1955829"/>
                  </a:lnTo>
                  <a:lnTo>
                    <a:pt x="4624691" y="1898225"/>
                  </a:lnTo>
                  <a:lnTo>
                    <a:pt x="4625506" y="1771519"/>
                  </a:lnTo>
                  <a:lnTo>
                    <a:pt x="4626321" y="1656163"/>
                  </a:lnTo>
                  <a:lnTo>
                    <a:pt x="4627135" y="1754418"/>
                  </a:lnTo>
                  <a:lnTo>
                    <a:pt x="4627950" y="2021924"/>
                  </a:lnTo>
                  <a:lnTo>
                    <a:pt x="4628765" y="2071822"/>
                  </a:lnTo>
                  <a:lnTo>
                    <a:pt x="4629580" y="1998288"/>
                  </a:lnTo>
                  <a:lnTo>
                    <a:pt x="4630395" y="2005313"/>
                  </a:lnTo>
                  <a:lnTo>
                    <a:pt x="4631209" y="2001383"/>
                  </a:lnTo>
                  <a:lnTo>
                    <a:pt x="4632024" y="1917159"/>
                  </a:lnTo>
                  <a:lnTo>
                    <a:pt x="4632839" y="1723382"/>
                  </a:lnTo>
                  <a:lnTo>
                    <a:pt x="4633654" y="1668571"/>
                  </a:lnTo>
                  <a:lnTo>
                    <a:pt x="4634468" y="1673205"/>
                  </a:lnTo>
                  <a:lnTo>
                    <a:pt x="4635283" y="1796488"/>
                  </a:lnTo>
                  <a:lnTo>
                    <a:pt x="4636098" y="2015035"/>
                  </a:lnTo>
                  <a:lnTo>
                    <a:pt x="4636913" y="2169275"/>
                  </a:lnTo>
                  <a:lnTo>
                    <a:pt x="4637728" y="2341486"/>
                  </a:lnTo>
                  <a:lnTo>
                    <a:pt x="4638542" y="2535871"/>
                  </a:lnTo>
                  <a:lnTo>
                    <a:pt x="4639357" y="2684211"/>
                  </a:lnTo>
                  <a:lnTo>
                    <a:pt x="4640172" y="2684864"/>
                  </a:lnTo>
                  <a:lnTo>
                    <a:pt x="4640987" y="2596230"/>
                  </a:lnTo>
                  <a:lnTo>
                    <a:pt x="4641801" y="2517697"/>
                  </a:lnTo>
                  <a:lnTo>
                    <a:pt x="4642616" y="2401307"/>
                  </a:lnTo>
                  <a:lnTo>
                    <a:pt x="4643431" y="2222003"/>
                  </a:lnTo>
                  <a:lnTo>
                    <a:pt x="4644246" y="2092282"/>
                  </a:lnTo>
                  <a:lnTo>
                    <a:pt x="4645061" y="2095604"/>
                  </a:lnTo>
                  <a:lnTo>
                    <a:pt x="4645875" y="2213921"/>
                  </a:lnTo>
                  <a:lnTo>
                    <a:pt x="4646690" y="2402246"/>
                  </a:lnTo>
                  <a:lnTo>
                    <a:pt x="4647505" y="2609339"/>
                  </a:lnTo>
                  <a:lnTo>
                    <a:pt x="4648320" y="2798048"/>
                  </a:lnTo>
                  <a:lnTo>
                    <a:pt x="4649134" y="2957068"/>
                  </a:lnTo>
                  <a:lnTo>
                    <a:pt x="4649949" y="3017635"/>
                  </a:lnTo>
                  <a:lnTo>
                    <a:pt x="4650764" y="2900695"/>
                  </a:lnTo>
                  <a:lnTo>
                    <a:pt x="4651579" y="2749539"/>
                  </a:lnTo>
                  <a:lnTo>
                    <a:pt x="4652394" y="2601269"/>
                  </a:lnTo>
                  <a:lnTo>
                    <a:pt x="4653208" y="2526628"/>
                  </a:lnTo>
                  <a:lnTo>
                    <a:pt x="4654023" y="2519749"/>
                  </a:lnTo>
                  <a:lnTo>
                    <a:pt x="4654838" y="2468390"/>
                  </a:lnTo>
                  <a:lnTo>
                    <a:pt x="4655653" y="2470621"/>
                  </a:lnTo>
                  <a:lnTo>
                    <a:pt x="4656467" y="2531854"/>
                  </a:lnTo>
                  <a:lnTo>
                    <a:pt x="4657282" y="2623643"/>
                  </a:lnTo>
                  <a:lnTo>
                    <a:pt x="4658097" y="2692732"/>
                  </a:lnTo>
                  <a:lnTo>
                    <a:pt x="4658912" y="2621188"/>
                  </a:lnTo>
                  <a:lnTo>
                    <a:pt x="4659727" y="2621884"/>
                  </a:lnTo>
                  <a:lnTo>
                    <a:pt x="4660541" y="2738848"/>
                  </a:lnTo>
                  <a:lnTo>
                    <a:pt x="4661356" y="2848141"/>
                  </a:lnTo>
                  <a:lnTo>
                    <a:pt x="4662171" y="2901231"/>
                  </a:lnTo>
                  <a:lnTo>
                    <a:pt x="4662986" y="2829924"/>
                  </a:lnTo>
                  <a:lnTo>
                    <a:pt x="4663801" y="2697442"/>
                  </a:lnTo>
                  <a:lnTo>
                    <a:pt x="4664615" y="2560476"/>
                  </a:lnTo>
                  <a:lnTo>
                    <a:pt x="4665430" y="2379339"/>
                  </a:lnTo>
                  <a:lnTo>
                    <a:pt x="4666245" y="2195162"/>
                  </a:lnTo>
                  <a:lnTo>
                    <a:pt x="4667060" y="2038501"/>
                  </a:lnTo>
                  <a:lnTo>
                    <a:pt x="4667874" y="2086996"/>
                  </a:lnTo>
                  <a:lnTo>
                    <a:pt x="4668689" y="2226114"/>
                  </a:lnTo>
                  <a:lnTo>
                    <a:pt x="4669504" y="2328300"/>
                  </a:lnTo>
                  <a:lnTo>
                    <a:pt x="4670319" y="2426767"/>
                  </a:lnTo>
                  <a:lnTo>
                    <a:pt x="4671134" y="2501543"/>
                  </a:lnTo>
                  <a:lnTo>
                    <a:pt x="4671948" y="2614796"/>
                  </a:lnTo>
                  <a:lnTo>
                    <a:pt x="4672763" y="2565870"/>
                  </a:lnTo>
                  <a:lnTo>
                    <a:pt x="4673578" y="2592049"/>
                  </a:lnTo>
                  <a:lnTo>
                    <a:pt x="4674393" y="2735086"/>
                  </a:lnTo>
                  <a:lnTo>
                    <a:pt x="4675207" y="2850063"/>
                  </a:lnTo>
                  <a:lnTo>
                    <a:pt x="4676022" y="2940095"/>
                  </a:lnTo>
                  <a:lnTo>
                    <a:pt x="4676837" y="2986895"/>
                  </a:lnTo>
                  <a:lnTo>
                    <a:pt x="4677652" y="3064185"/>
                  </a:lnTo>
                  <a:lnTo>
                    <a:pt x="4678467" y="3116972"/>
                  </a:lnTo>
                  <a:lnTo>
                    <a:pt x="4679281" y="3116972"/>
                  </a:lnTo>
                  <a:lnTo>
                    <a:pt x="4680096" y="3116972"/>
                  </a:lnTo>
                  <a:lnTo>
                    <a:pt x="4680911" y="3116972"/>
                  </a:lnTo>
                  <a:lnTo>
                    <a:pt x="4681726" y="3098878"/>
                  </a:lnTo>
                  <a:lnTo>
                    <a:pt x="4682540" y="3086526"/>
                  </a:lnTo>
                  <a:lnTo>
                    <a:pt x="4683355" y="3040757"/>
                  </a:lnTo>
                  <a:lnTo>
                    <a:pt x="4684170" y="2896961"/>
                  </a:lnTo>
                  <a:lnTo>
                    <a:pt x="4684985" y="2772201"/>
                  </a:lnTo>
                  <a:lnTo>
                    <a:pt x="4685800" y="2640057"/>
                  </a:lnTo>
                  <a:lnTo>
                    <a:pt x="4686614" y="2472104"/>
                  </a:lnTo>
                  <a:lnTo>
                    <a:pt x="4687429" y="2288380"/>
                  </a:lnTo>
                  <a:lnTo>
                    <a:pt x="4688244" y="2238849"/>
                  </a:lnTo>
                  <a:lnTo>
                    <a:pt x="4689059" y="2326062"/>
                  </a:lnTo>
                  <a:lnTo>
                    <a:pt x="4689873" y="2445206"/>
                  </a:lnTo>
                  <a:lnTo>
                    <a:pt x="4690688" y="2543493"/>
                  </a:lnTo>
                  <a:lnTo>
                    <a:pt x="4691503" y="2760467"/>
                  </a:lnTo>
                  <a:lnTo>
                    <a:pt x="4692318" y="2901102"/>
                  </a:lnTo>
                  <a:lnTo>
                    <a:pt x="4693133" y="2894737"/>
                  </a:lnTo>
                  <a:lnTo>
                    <a:pt x="4693947" y="2879385"/>
                  </a:lnTo>
                  <a:lnTo>
                    <a:pt x="4694762" y="2881593"/>
                  </a:lnTo>
                  <a:lnTo>
                    <a:pt x="4695577" y="2903313"/>
                  </a:lnTo>
                  <a:lnTo>
                    <a:pt x="4696392" y="2881148"/>
                  </a:lnTo>
                  <a:lnTo>
                    <a:pt x="4697206" y="2860586"/>
                  </a:lnTo>
                  <a:lnTo>
                    <a:pt x="4698021" y="2816204"/>
                  </a:lnTo>
                  <a:lnTo>
                    <a:pt x="4698836" y="2808141"/>
                  </a:lnTo>
                  <a:lnTo>
                    <a:pt x="4699651" y="2811550"/>
                  </a:lnTo>
                  <a:lnTo>
                    <a:pt x="4700466" y="2811551"/>
                  </a:lnTo>
                  <a:lnTo>
                    <a:pt x="4701280" y="2814937"/>
                  </a:lnTo>
                  <a:lnTo>
                    <a:pt x="4702095" y="2890942"/>
                  </a:lnTo>
                  <a:lnTo>
                    <a:pt x="4702910" y="2972500"/>
                  </a:lnTo>
                  <a:lnTo>
                    <a:pt x="4703725" y="2967257"/>
                  </a:lnTo>
                  <a:lnTo>
                    <a:pt x="4704540" y="2926706"/>
                  </a:lnTo>
                  <a:lnTo>
                    <a:pt x="4705354" y="2880341"/>
                  </a:lnTo>
                  <a:lnTo>
                    <a:pt x="4706169" y="2848442"/>
                  </a:lnTo>
                  <a:lnTo>
                    <a:pt x="4706984" y="2797377"/>
                  </a:lnTo>
                  <a:lnTo>
                    <a:pt x="4707799" y="2815048"/>
                  </a:lnTo>
                  <a:lnTo>
                    <a:pt x="4708613" y="2869559"/>
                  </a:lnTo>
                  <a:lnTo>
                    <a:pt x="4709428" y="2910109"/>
                  </a:lnTo>
                  <a:lnTo>
                    <a:pt x="4710243" y="2911936"/>
                  </a:lnTo>
                  <a:lnTo>
                    <a:pt x="4711058" y="2896593"/>
                  </a:lnTo>
                  <a:lnTo>
                    <a:pt x="4711873" y="2947660"/>
                  </a:lnTo>
                  <a:lnTo>
                    <a:pt x="4712687" y="2966464"/>
                  </a:lnTo>
                  <a:lnTo>
                    <a:pt x="4713502" y="2966464"/>
                  </a:lnTo>
                  <a:lnTo>
                    <a:pt x="4714317" y="2966464"/>
                  </a:lnTo>
                  <a:lnTo>
                    <a:pt x="4715132" y="3011002"/>
                  </a:lnTo>
                  <a:lnTo>
                    <a:pt x="4715946" y="3058242"/>
                  </a:lnTo>
                  <a:lnTo>
                    <a:pt x="4716761" y="3058242"/>
                  </a:lnTo>
                  <a:lnTo>
                    <a:pt x="4717576" y="3058242"/>
                  </a:lnTo>
                  <a:lnTo>
                    <a:pt x="4718391" y="3058242"/>
                  </a:lnTo>
                  <a:lnTo>
                    <a:pt x="4719206" y="3058242"/>
                  </a:lnTo>
                  <a:lnTo>
                    <a:pt x="4720020" y="3058242"/>
                  </a:lnTo>
                  <a:lnTo>
                    <a:pt x="4720835" y="3058242"/>
                  </a:lnTo>
                  <a:lnTo>
                    <a:pt x="4721650" y="3058242"/>
                  </a:lnTo>
                  <a:lnTo>
                    <a:pt x="4722465" y="3058242"/>
                  </a:lnTo>
                  <a:lnTo>
                    <a:pt x="4723279" y="3058242"/>
                  </a:lnTo>
                  <a:lnTo>
                    <a:pt x="4724094" y="3058242"/>
                  </a:lnTo>
                  <a:lnTo>
                    <a:pt x="4724909" y="3058242"/>
                  </a:lnTo>
                  <a:lnTo>
                    <a:pt x="4725724" y="3058242"/>
                  </a:lnTo>
                  <a:lnTo>
                    <a:pt x="4726539" y="3058242"/>
                  </a:lnTo>
                  <a:lnTo>
                    <a:pt x="4727353" y="3058242"/>
                  </a:lnTo>
                  <a:lnTo>
                    <a:pt x="4728168" y="3062791"/>
                  </a:lnTo>
                  <a:lnTo>
                    <a:pt x="4728983" y="3038306"/>
                  </a:lnTo>
                  <a:lnTo>
                    <a:pt x="4729798" y="3028327"/>
                  </a:lnTo>
                  <a:lnTo>
                    <a:pt x="4730612" y="3034300"/>
                  </a:lnTo>
                  <a:lnTo>
                    <a:pt x="4731427" y="3021675"/>
                  </a:lnTo>
                  <a:lnTo>
                    <a:pt x="4732242" y="2943619"/>
                  </a:lnTo>
                  <a:lnTo>
                    <a:pt x="4733057" y="2870543"/>
                  </a:lnTo>
                  <a:lnTo>
                    <a:pt x="4733872" y="2801553"/>
                  </a:lnTo>
                  <a:lnTo>
                    <a:pt x="4734686" y="2711891"/>
                  </a:lnTo>
                  <a:lnTo>
                    <a:pt x="4735501" y="2657381"/>
                  </a:lnTo>
                  <a:lnTo>
                    <a:pt x="4736316" y="2624837"/>
                  </a:lnTo>
                  <a:lnTo>
                    <a:pt x="4737131" y="2702895"/>
                  </a:lnTo>
                  <a:lnTo>
                    <a:pt x="4737945" y="2771422"/>
                  </a:lnTo>
                  <a:lnTo>
                    <a:pt x="4738760" y="2864895"/>
                  </a:lnTo>
                  <a:lnTo>
                    <a:pt x="4739575" y="2964537"/>
                  </a:lnTo>
                  <a:lnTo>
                    <a:pt x="4740390" y="2956602"/>
                  </a:lnTo>
                  <a:lnTo>
                    <a:pt x="4741205" y="2967024"/>
                  </a:lnTo>
                  <a:lnTo>
                    <a:pt x="4742019" y="2967024"/>
                  </a:lnTo>
                  <a:lnTo>
                    <a:pt x="4742834" y="2944184"/>
                  </a:lnTo>
                  <a:lnTo>
                    <a:pt x="4743649" y="2933927"/>
                  </a:lnTo>
                  <a:lnTo>
                    <a:pt x="4744464" y="2936528"/>
                  </a:lnTo>
                  <a:lnTo>
                    <a:pt x="4745279" y="2992999"/>
                  </a:lnTo>
                  <a:lnTo>
                    <a:pt x="4746093" y="3027745"/>
                  </a:lnTo>
                  <a:lnTo>
                    <a:pt x="4746908" y="3026187"/>
                  </a:lnTo>
                  <a:lnTo>
                    <a:pt x="4747723" y="2935877"/>
                  </a:lnTo>
                  <a:lnTo>
                    <a:pt x="4748538" y="2824462"/>
                  </a:lnTo>
                  <a:lnTo>
                    <a:pt x="4749352" y="2818108"/>
                  </a:lnTo>
                  <a:lnTo>
                    <a:pt x="4750167" y="2803008"/>
                  </a:lnTo>
                  <a:lnTo>
                    <a:pt x="4750982" y="2762644"/>
                  </a:lnTo>
                  <a:lnTo>
                    <a:pt x="4751797" y="2730827"/>
                  </a:lnTo>
                  <a:lnTo>
                    <a:pt x="4752612" y="2836987"/>
                  </a:lnTo>
                  <a:lnTo>
                    <a:pt x="4753426" y="2958660"/>
                  </a:lnTo>
                  <a:lnTo>
                    <a:pt x="4754241" y="2928974"/>
                  </a:lnTo>
                  <a:lnTo>
                    <a:pt x="4755056" y="2866697"/>
                  </a:lnTo>
                  <a:lnTo>
                    <a:pt x="4755871" y="2850804"/>
                  </a:lnTo>
                  <a:lnTo>
                    <a:pt x="4756685" y="2872159"/>
                  </a:lnTo>
                  <a:lnTo>
                    <a:pt x="4757500" y="2879150"/>
                  </a:lnTo>
                  <a:lnTo>
                    <a:pt x="4758315" y="2855206"/>
                  </a:lnTo>
                  <a:lnTo>
                    <a:pt x="4759130" y="2875901"/>
                  </a:lnTo>
                  <a:lnTo>
                    <a:pt x="4759945" y="2983888"/>
                  </a:lnTo>
                  <a:lnTo>
                    <a:pt x="4760759" y="3091148"/>
                  </a:lnTo>
                  <a:lnTo>
                    <a:pt x="4761574" y="3116972"/>
                  </a:lnTo>
                  <a:lnTo>
                    <a:pt x="4762389" y="3116972"/>
                  </a:lnTo>
                  <a:lnTo>
                    <a:pt x="4763204" y="3116972"/>
                  </a:lnTo>
                  <a:lnTo>
                    <a:pt x="4764018" y="3116972"/>
                  </a:lnTo>
                  <a:lnTo>
                    <a:pt x="4764833" y="3116972"/>
                  </a:lnTo>
                  <a:lnTo>
                    <a:pt x="4765648" y="3116972"/>
                  </a:lnTo>
                  <a:lnTo>
                    <a:pt x="4766463" y="3116972"/>
                  </a:lnTo>
                  <a:lnTo>
                    <a:pt x="4767278" y="3039240"/>
                  </a:lnTo>
                  <a:lnTo>
                    <a:pt x="4768092" y="2943502"/>
                  </a:lnTo>
                  <a:lnTo>
                    <a:pt x="4768907" y="2881308"/>
                  </a:lnTo>
                  <a:lnTo>
                    <a:pt x="4769722" y="2892676"/>
                  </a:lnTo>
                  <a:lnTo>
                    <a:pt x="4770537" y="2960731"/>
                  </a:lnTo>
                  <a:lnTo>
                    <a:pt x="4771351" y="2999542"/>
                  </a:lnTo>
                  <a:lnTo>
                    <a:pt x="4772166" y="3072394"/>
                  </a:lnTo>
                  <a:lnTo>
                    <a:pt x="4772981" y="3116972"/>
                  </a:lnTo>
                  <a:lnTo>
                    <a:pt x="4773796" y="3116972"/>
                  </a:lnTo>
                  <a:lnTo>
                    <a:pt x="4774611" y="3116972"/>
                  </a:lnTo>
                  <a:lnTo>
                    <a:pt x="4775425" y="3116972"/>
                  </a:lnTo>
                  <a:lnTo>
                    <a:pt x="4776240" y="3062603"/>
                  </a:lnTo>
                  <a:lnTo>
                    <a:pt x="4777055" y="3022917"/>
                  </a:lnTo>
                  <a:lnTo>
                    <a:pt x="4777870" y="2995781"/>
                  </a:lnTo>
                  <a:lnTo>
                    <a:pt x="4778684" y="2964368"/>
                  </a:lnTo>
                  <a:lnTo>
                    <a:pt x="4779499" y="2964368"/>
                  </a:lnTo>
                  <a:lnTo>
                    <a:pt x="4780314" y="2972194"/>
                  </a:lnTo>
                  <a:lnTo>
                    <a:pt x="4781129" y="2964919"/>
                  </a:lnTo>
                  <a:lnTo>
                    <a:pt x="4781944" y="2852038"/>
                  </a:lnTo>
                  <a:lnTo>
                    <a:pt x="4782758" y="2695834"/>
                  </a:lnTo>
                  <a:lnTo>
                    <a:pt x="4783573" y="2606623"/>
                  </a:lnTo>
                  <a:lnTo>
                    <a:pt x="4784388" y="2556769"/>
                  </a:lnTo>
                  <a:lnTo>
                    <a:pt x="4785203" y="2454313"/>
                  </a:lnTo>
                  <a:lnTo>
                    <a:pt x="4786018" y="2414882"/>
                  </a:lnTo>
                  <a:lnTo>
                    <a:pt x="4786832" y="2547522"/>
                  </a:lnTo>
                  <a:lnTo>
                    <a:pt x="4787647" y="2644015"/>
                  </a:lnTo>
                  <a:lnTo>
                    <a:pt x="4788462" y="2666321"/>
                  </a:lnTo>
                  <a:lnTo>
                    <a:pt x="4789277" y="2628430"/>
                  </a:lnTo>
                  <a:lnTo>
                    <a:pt x="4790091" y="2625602"/>
                  </a:lnTo>
                  <a:lnTo>
                    <a:pt x="4790906" y="2646075"/>
                  </a:lnTo>
                  <a:lnTo>
                    <a:pt x="4791721" y="2612929"/>
                  </a:lnTo>
                  <a:lnTo>
                    <a:pt x="4792536" y="2625814"/>
                  </a:lnTo>
                  <a:lnTo>
                    <a:pt x="4793351" y="2630882"/>
                  </a:lnTo>
                  <a:lnTo>
                    <a:pt x="4794165" y="2597783"/>
                  </a:lnTo>
                  <a:lnTo>
                    <a:pt x="4794980" y="2543972"/>
                  </a:lnTo>
                  <a:lnTo>
                    <a:pt x="4795795" y="2480140"/>
                  </a:lnTo>
                  <a:lnTo>
                    <a:pt x="4796610" y="2411050"/>
                  </a:lnTo>
                  <a:lnTo>
                    <a:pt x="4797424" y="2276297"/>
                  </a:lnTo>
                  <a:lnTo>
                    <a:pt x="4798239" y="2170689"/>
                  </a:lnTo>
                  <a:lnTo>
                    <a:pt x="4799054" y="2215899"/>
                  </a:lnTo>
                  <a:lnTo>
                    <a:pt x="4799869" y="2327827"/>
                  </a:lnTo>
                  <a:lnTo>
                    <a:pt x="4800684" y="2354221"/>
                  </a:lnTo>
                  <a:lnTo>
                    <a:pt x="4801498" y="2339417"/>
                  </a:lnTo>
                  <a:lnTo>
                    <a:pt x="4802313" y="2437718"/>
                  </a:lnTo>
                  <a:lnTo>
                    <a:pt x="4803128" y="2538704"/>
                  </a:lnTo>
                  <a:lnTo>
                    <a:pt x="4803943" y="2439599"/>
                  </a:lnTo>
                  <a:lnTo>
                    <a:pt x="4804757" y="2383221"/>
                  </a:lnTo>
                  <a:lnTo>
                    <a:pt x="4805572" y="2502082"/>
                  </a:lnTo>
                  <a:lnTo>
                    <a:pt x="4806387" y="2585373"/>
                  </a:lnTo>
                  <a:lnTo>
                    <a:pt x="4807202" y="2664100"/>
                  </a:lnTo>
                  <a:lnTo>
                    <a:pt x="4808017" y="2673648"/>
                  </a:lnTo>
                  <a:lnTo>
                    <a:pt x="4808831" y="2834461"/>
                  </a:lnTo>
                  <a:lnTo>
                    <a:pt x="4809646" y="2934865"/>
                  </a:lnTo>
                  <a:lnTo>
                    <a:pt x="4810461" y="2825883"/>
                  </a:lnTo>
                  <a:lnTo>
                    <a:pt x="4811276" y="2868289"/>
                  </a:lnTo>
                  <a:lnTo>
                    <a:pt x="4812090" y="2896393"/>
                  </a:lnTo>
                  <a:lnTo>
                    <a:pt x="4812905" y="2921413"/>
                  </a:lnTo>
                  <a:lnTo>
                    <a:pt x="4813720" y="2842837"/>
                  </a:lnTo>
                  <a:lnTo>
                    <a:pt x="4814535" y="2787660"/>
                  </a:lnTo>
                  <a:lnTo>
                    <a:pt x="4815350" y="2859077"/>
                  </a:lnTo>
                  <a:lnTo>
                    <a:pt x="4816164" y="2754033"/>
                  </a:lnTo>
                  <a:lnTo>
                    <a:pt x="4816979" y="2635654"/>
                  </a:lnTo>
                  <a:lnTo>
                    <a:pt x="4817794" y="2670355"/>
                  </a:lnTo>
                  <a:lnTo>
                    <a:pt x="4818609" y="2798641"/>
                  </a:lnTo>
                  <a:lnTo>
                    <a:pt x="4819423" y="2876915"/>
                  </a:lnTo>
                  <a:lnTo>
                    <a:pt x="4820238" y="2905648"/>
                  </a:lnTo>
                  <a:lnTo>
                    <a:pt x="4821053" y="3021961"/>
                  </a:lnTo>
                  <a:lnTo>
                    <a:pt x="4821868" y="3116794"/>
                  </a:lnTo>
                  <a:lnTo>
                    <a:pt x="4822683" y="3097084"/>
                  </a:lnTo>
                  <a:lnTo>
                    <a:pt x="4823497" y="3016571"/>
                  </a:lnTo>
                  <a:lnTo>
                    <a:pt x="4824312" y="2993350"/>
                  </a:lnTo>
                  <a:lnTo>
                    <a:pt x="4825127" y="2984190"/>
                  </a:lnTo>
                  <a:lnTo>
                    <a:pt x="4825942" y="3002615"/>
                  </a:lnTo>
                  <a:lnTo>
                    <a:pt x="4826757" y="2989371"/>
                  </a:lnTo>
                  <a:lnTo>
                    <a:pt x="4827571" y="2945893"/>
                  </a:lnTo>
                  <a:lnTo>
                    <a:pt x="4828386" y="2972842"/>
                  </a:lnTo>
                  <a:lnTo>
                    <a:pt x="4829201" y="2978703"/>
                  </a:lnTo>
                  <a:lnTo>
                    <a:pt x="4830016" y="3023055"/>
                  </a:lnTo>
                  <a:lnTo>
                    <a:pt x="4830830" y="3007734"/>
                  </a:lnTo>
                  <a:lnTo>
                    <a:pt x="4831645" y="2980429"/>
                  </a:lnTo>
                  <a:lnTo>
                    <a:pt x="4832460" y="2962083"/>
                  </a:lnTo>
                  <a:lnTo>
                    <a:pt x="4833275" y="2929443"/>
                  </a:lnTo>
                  <a:lnTo>
                    <a:pt x="4834090" y="2883319"/>
                  </a:lnTo>
                  <a:lnTo>
                    <a:pt x="4834904" y="2778705"/>
                  </a:lnTo>
                  <a:lnTo>
                    <a:pt x="4835719" y="2731548"/>
                  </a:lnTo>
                  <a:lnTo>
                    <a:pt x="4836534" y="2793345"/>
                  </a:lnTo>
                  <a:lnTo>
                    <a:pt x="4837349" y="2872345"/>
                  </a:lnTo>
                  <a:lnTo>
                    <a:pt x="4838163" y="2846331"/>
                  </a:lnTo>
                  <a:lnTo>
                    <a:pt x="4838978" y="2806119"/>
                  </a:lnTo>
                  <a:lnTo>
                    <a:pt x="4839793" y="2806309"/>
                  </a:lnTo>
                  <a:lnTo>
                    <a:pt x="4840608" y="2791984"/>
                  </a:lnTo>
                  <a:lnTo>
                    <a:pt x="4841423" y="2637253"/>
                  </a:lnTo>
                  <a:lnTo>
                    <a:pt x="4842237" y="2519871"/>
                  </a:lnTo>
                  <a:lnTo>
                    <a:pt x="4843052" y="2589620"/>
                  </a:lnTo>
                  <a:lnTo>
                    <a:pt x="4843867" y="2669129"/>
                  </a:lnTo>
                  <a:lnTo>
                    <a:pt x="4844682" y="2711888"/>
                  </a:lnTo>
                  <a:lnTo>
                    <a:pt x="4845496" y="2671299"/>
                  </a:lnTo>
                  <a:lnTo>
                    <a:pt x="4846311" y="2721403"/>
                  </a:lnTo>
                  <a:lnTo>
                    <a:pt x="4847126" y="2838369"/>
                  </a:lnTo>
                  <a:lnTo>
                    <a:pt x="4847941" y="2837927"/>
                  </a:lnTo>
                  <a:lnTo>
                    <a:pt x="4848756" y="2754903"/>
                  </a:lnTo>
                  <a:lnTo>
                    <a:pt x="4849570" y="2664398"/>
                  </a:lnTo>
                  <a:lnTo>
                    <a:pt x="4850385" y="2674818"/>
                  </a:lnTo>
                  <a:lnTo>
                    <a:pt x="4851200" y="2657450"/>
                  </a:lnTo>
                  <a:lnTo>
                    <a:pt x="4852015" y="2589981"/>
                  </a:lnTo>
                  <a:lnTo>
                    <a:pt x="4852829" y="2578308"/>
                  </a:lnTo>
                  <a:lnTo>
                    <a:pt x="4853644" y="2677815"/>
                  </a:lnTo>
                  <a:lnTo>
                    <a:pt x="4854459" y="2754645"/>
                  </a:lnTo>
                  <a:lnTo>
                    <a:pt x="4855274" y="2745355"/>
                  </a:lnTo>
                  <a:lnTo>
                    <a:pt x="4856089" y="2741412"/>
                  </a:lnTo>
                  <a:lnTo>
                    <a:pt x="4856903" y="2723339"/>
                  </a:lnTo>
                  <a:lnTo>
                    <a:pt x="4857718" y="2736680"/>
                  </a:lnTo>
                  <a:lnTo>
                    <a:pt x="4858533" y="2671610"/>
                  </a:lnTo>
                  <a:lnTo>
                    <a:pt x="4859348" y="2673131"/>
                  </a:lnTo>
                  <a:lnTo>
                    <a:pt x="4860163" y="2749866"/>
                  </a:lnTo>
                  <a:lnTo>
                    <a:pt x="4860977" y="2787243"/>
                  </a:lnTo>
                  <a:lnTo>
                    <a:pt x="4861792" y="2879840"/>
                  </a:lnTo>
                  <a:lnTo>
                    <a:pt x="4862607" y="2890641"/>
                  </a:lnTo>
                  <a:lnTo>
                    <a:pt x="4863422" y="2943464"/>
                  </a:lnTo>
                  <a:lnTo>
                    <a:pt x="4864236" y="2957441"/>
                  </a:lnTo>
                  <a:lnTo>
                    <a:pt x="4865051" y="2877403"/>
                  </a:lnTo>
                  <a:lnTo>
                    <a:pt x="4865866" y="2847985"/>
                  </a:lnTo>
                  <a:lnTo>
                    <a:pt x="4866681" y="2815186"/>
                  </a:lnTo>
                  <a:lnTo>
                    <a:pt x="4867496" y="2809848"/>
                  </a:lnTo>
                  <a:lnTo>
                    <a:pt x="4868310" y="2798292"/>
                  </a:lnTo>
                  <a:lnTo>
                    <a:pt x="4869125" y="2682439"/>
                  </a:lnTo>
                  <a:lnTo>
                    <a:pt x="4869940" y="2542980"/>
                  </a:lnTo>
                  <a:lnTo>
                    <a:pt x="4870755" y="2374925"/>
                  </a:lnTo>
                  <a:lnTo>
                    <a:pt x="4871569" y="2230302"/>
                  </a:lnTo>
                  <a:lnTo>
                    <a:pt x="4872384" y="2202918"/>
                  </a:lnTo>
                  <a:lnTo>
                    <a:pt x="4873199" y="2157310"/>
                  </a:lnTo>
                  <a:lnTo>
                    <a:pt x="4874014" y="2132409"/>
                  </a:lnTo>
                  <a:lnTo>
                    <a:pt x="4874829" y="2125335"/>
                  </a:lnTo>
                  <a:lnTo>
                    <a:pt x="4875643" y="2122968"/>
                  </a:lnTo>
                  <a:lnTo>
                    <a:pt x="4876458" y="2018504"/>
                  </a:lnTo>
                  <a:lnTo>
                    <a:pt x="4877273" y="1850188"/>
                  </a:lnTo>
                  <a:lnTo>
                    <a:pt x="4878088" y="1771946"/>
                  </a:lnTo>
                  <a:lnTo>
                    <a:pt x="4878902" y="1830864"/>
                  </a:lnTo>
                  <a:lnTo>
                    <a:pt x="4879717" y="1936121"/>
                  </a:lnTo>
                  <a:lnTo>
                    <a:pt x="4880532" y="2061067"/>
                  </a:lnTo>
                  <a:lnTo>
                    <a:pt x="4881347" y="2221751"/>
                  </a:lnTo>
                  <a:lnTo>
                    <a:pt x="4882162" y="2362627"/>
                  </a:lnTo>
                  <a:lnTo>
                    <a:pt x="4882976" y="2415863"/>
                  </a:lnTo>
                  <a:lnTo>
                    <a:pt x="4883791" y="2441416"/>
                  </a:lnTo>
                  <a:lnTo>
                    <a:pt x="4884606" y="2575727"/>
                  </a:lnTo>
                  <a:lnTo>
                    <a:pt x="4885421" y="2721515"/>
                  </a:lnTo>
                  <a:lnTo>
                    <a:pt x="4886235" y="2878332"/>
                  </a:lnTo>
                  <a:lnTo>
                    <a:pt x="4887050" y="2889305"/>
                  </a:lnTo>
                  <a:lnTo>
                    <a:pt x="4887865" y="2870246"/>
                  </a:lnTo>
                  <a:lnTo>
                    <a:pt x="4888680" y="2898942"/>
                  </a:lnTo>
                  <a:lnTo>
                    <a:pt x="4889495" y="2830202"/>
                  </a:lnTo>
                  <a:lnTo>
                    <a:pt x="4890309" y="2646641"/>
                  </a:lnTo>
                  <a:lnTo>
                    <a:pt x="4891124" y="2516296"/>
                  </a:lnTo>
                  <a:lnTo>
                    <a:pt x="4891939" y="2479372"/>
                  </a:lnTo>
                  <a:lnTo>
                    <a:pt x="4892754" y="2469728"/>
                  </a:lnTo>
                  <a:lnTo>
                    <a:pt x="4893568" y="2433853"/>
                  </a:lnTo>
                  <a:lnTo>
                    <a:pt x="4894383" y="2472660"/>
                  </a:lnTo>
                  <a:lnTo>
                    <a:pt x="4895198" y="2701708"/>
                  </a:lnTo>
                  <a:lnTo>
                    <a:pt x="4896013" y="2896530"/>
                  </a:lnTo>
                  <a:lnTo>
                    <a:pt x="4896828" y="2990140"/>
                  </a:lnTo>
                  <a:lnTo>
                    <a:pt x="4897642" y="3109235"/>
                  </a:lnTo>
                  <a:lnTo>
                    <a:pt x="4898457" y="3116972"/>
                  </a:lnTo>
                  <a:lnTo>
                    <a:pt x="4899272" y="3116972"/>
                  </a:lnTo>
                  <a:lnTo>
                    <a:pt x="4900087" y="3089518"/>
                  </a:lnTo>
                  <a:lnTo>
                    <a:pt x="4900902" y="2914321"/>
                  </a:lnTo>
                  <a:lnTo>
                    <a:pt x="4901716" y="2837052"/>
                  </a:lnTo>
                  <a:lnTo>
                    <a:pt x="4902531" y="2779977"/>
                  </a:lnTo>
                  <a:lnTo>
                    <a:pt x="4903346" y="2753069"/>
                  </a:lnTo>
                  <a:lnTo>
                    <a:pt x="4904161" y="2749593"/>
                  </a:lnTo>
                  <a:lnTo>
                    <a:pt x="4904975" y="2784134"/>
                  </a:lnTo>
                  <a:lnTo>
                    <a:pt x="4905790" y="2789432"/>
                  </a:lnTo>
                  <a:lnTo>
                    <a:pt x="4906605" y="2826186"/>
                  </a:lnTo>
                  <a:lnTo>
                    <a:pt x="4907420" y="2867409"/>
                  </a:lnTo>
                  <a:lnTo>
                    <a:pt x="4908235" y="2923547"/>
                  </a:lnTo>
                  <a:lnTo>
                    <a:pt x="4909049" y="2933541"/>
                  </a:lnTo>
                  <a:lnTo>
                    <a:pt x="4909864" y="2971382"/>
                  </a:lnTo>
                  <a:lnTo>
                    <a:pt x="4910679" y="2984954"/>
                  </a:lnTo>
                  <a:lnTo>
                    <a:pt x="4911494" y="2946265"/>
                  </a:lnTo>
                  <a:lnTo>
                    <a:pt x="4912308" y="2899383"/>
                  </a:lnTo>
                  <a:lnTo>
                    <a:pt x="4913123" y="2881551"/>
                  </a:lnTo>
                  <a:lnTo>
                    <a:pt x="4913938" y="2876164"/>
                  </a:lnTo>
                  <a:lnTo>
                    <a:pt x="4914753" y="2878944"/>
                  </a:lnTo>
                  <a:lnTo>
                    <a:pt x="4915568" y="2928262"/>
                  </a:lnTo>
                  <a:lnTo>
                    <a:pt x="4916382" y="2994636"/>
                  </a:lnTo>
                  <a:lnTo>
                    <a:pt x="4917197" y="3049144"/>
                  </a:lnTo>
                  <a:lnTo>
                    <a:pt x="4918012" y="3058242"/>
                  </a:lnTo>
                  <a:lnTo>
                    <a:pt x="4918827" y="3058242"/>
                  </a:lnTo>
                  <a:lnTo>
                    <a:pt x="4919641" y="3058242"/>
                  </a:lnTo>
                  <a:lnTo>
                    <a:pt x="4920456" y="3058242"/>
                  </a:lnTo>
                  <a:lnTo>
                    <a:pt x="4921271" y="3058242"/>
                  </a:lnTo>
                  <a:lnTo>
                    <a:pt x="4922086" y="3072970"/>
                  </a:lnTo>
                  <a:lnTo>
                    <a:pt x="4922901" y="3009797"/>
                  </a:lnTo>
                  <a:lnTo>
                    <a:pt x="4923715" y="2977906"/>
                  </a:lnTo>
                  <a:lnTo>
                    <a:pt x="4924530" y="3010391"/>
                  </a:lnTo>
                  <a:lnTo>
                    <a:pt x="4925345" y="3013204"/>
                  </a:lnTo>
                  <a:lnTo>
                    <a:pt x="4926160" y="3013206"/>
                  </a:lnTo>
                  <a:lnTo>
                    <a:pt x="4926974" y="2998478"/>
                  </a:lnTo>
                  <a:lnTo>
                    <a:pt x="4927789" y="3061650"/>
                  </a:lnTo>
                  <a:lnTo>
                    <a:pt x="4928604" y="3093539"/>
                  </a:lnTo>
                  <a:lnTo>
                    <a:pt x="4929419" y="3074233"/>
                  </a:lnTo>
                  <a:lnTo>
                    <a:pt x="4930234" y="3116972"/>
                  </a:lnTo>
                  <a:lnTo>
                    <a:pt x="4931048" y="3116972"/>
                  </a:lnTo>
                  <a:lnTo>
                    <a:pt x="4931863" y="3116972"/>
                  </a:lnTo>
                  <a:lnTo>
                    <a:pt x="4932678" y="3116972"/>
                  </a:lnTo>
                  <a:lnTo>
                    <a:pt x="4933493" y="3116972"/>
                  </a:lnTo>
                  <a:lnTo>
                    <a:pt x="4934307" y="3116972"/>
                  </a:lnTo>
                  <a:lnTo>
                    <a:pt x="4935122" y="2983923"/>
                  </a:lnTo>
                  <a:lnTo>
                    <a:pt x="4935937" y="2943077"/>
                  </a:lnTo>
                  <a:lnTo>
                    <a:pt x="4936752" y="2931177"/>
                  </a:lnTo>
                  <a:lnTo>
                    <a:pt x="4937567" y="2843847"/>
                  </a:lnTo>
                  <a:lnTo>
                    <a:pt x="4938381" y="2764748"/>
                  </a:lnTo>
                  <a:lnTo>
                    <a:pt x="4939196" y="2679070"/>
                  </a:lnTo>
                  <a:lnTo>
                    <a:pt x="4940011" y="2640755"/>
                  </a:lnTo>
                  <a:lnTo>
                    <a:pt x="4940826" y="2663953"/>
                  </a:lnTo>
                  <a:lnTo>
                    <a:pt x="4941641" y="2757214"/>
                  </a:lnTo>
                  <a:lnTo>
                    <a:pt x="4942455" y="2857649"/>
                  </a:lnTo>
                  <a:lnTo>
                    <a:pt x="4943270" y="2939981"/>
                  </a:lnTo>
                  <a:lnTo>
                    <a:pt x="4944085" y="3062326"/>
                  </a:lnTo>
                  <a:lnTo>
                    <a:pt x="4944900" y="3103040"/>
                  </a:lnTo>
                  <a:lnTo>
                    <a:pt x="4945714" y="3067451"/>
                  </a:lnTo>
                  <a:lnTo>
                    <a:pt x="4946529" y="3016278"/>
                  </a:lnTo>
                  <a:lnTo>
                    <a:pt x="4947344" y="3011162"/>
                  </a:lnTo>
                  <a:lnTo>
                    <a:pt x="4948159" y="2991508"/>
                  </a:lnTo>
                  <a:lnTo>
                    <a:pt x="4948974" y="2945329"/>
                  </a:lnTo>
                  <a:lnTo>
                    <a:pt x="4949788" y="2960756"/>
                  </a:lnTo>
                  <a:lnTo>
                    <a:pt x="4950603" y="2967732"/>
                  </a:lnTo>
                  <a:lnTo>
                    <a:pt x="4951418" y="2979249"/>
                  </a:lnTo>
                  <a:lnTo>
                    <a:pt x="4952233" y="2979250"/>
                  </a:lnTo>
                  <a:lnTo>
                    <a:pt x="4953047" y="2996445"/>
                  </a:lnTo>
                  <a:lnTo>
                    <a:pt x="4953862" y="3066719"/>
                  </a:lnTo>
                  <a:lnTo>
                    <a:pt x="4954677" y="3114477"/>
                  </a:lnTo>
                  <a:lnTo>
                    <a:pt x="4955492" y="3116972"/>
                  </a:lnTo>
                  <a:lnTo>
                    <a:pt x="4956307" y="3083884"/>
                  </a:lnTo>
                  <a:lnTo>
                    <a:pt x="4957121" y="3032580"/>
                  </a:lnTo>
                  <a:lnTo>
                    <a:pt x="4957936" y="2992111"/>
                  </a:lnTo>
                  <a:lnTo>
                    <a:pt x="4958751" y="2888389"/>
                  </a:lnTo>
                  <a:lnTo>
                    <a:pt x="4959566" y="2786557"/>
                  </a:lnTo>
                  <a:lnTo>
                    <a:pt x="4960380" y="2642647"/>
                  </a:lnTo>
                  <a:lnTo>
                    <a:pt x="4961195" y="2518785"/>
                  </a:lnTo>
                  <a:lnTo>
                    <a:pt x="4962010" y="2481418"/>
                  </a:lnTo>
                  <a:lnTo>
                    <a:pt x="4962825" y="2315578"/>
                  </a:lnTo>
                  <a:lnTo>
                    <a:pt x="4963640" y="2227376"/>
                  </a:lnTo>
                  <a:lnTo>
                    <a:pt x="4964454" y="2250615"/>
                  </a:lnTo>
                  <a:lnTo>
                    <a:pt x="4965269" y="2313499"/>
                  </a:lnTo>
                  <a:lnTo>
                    <a:pt x="4966084" y="2460270"/>
                  </a:lnTo>
                  <a:lnTo>
                    <a:pt x="4966899" y="2518632"/>
                  </a:lnTo>
                  <a:lnTo>
                    <a:pt x="4967713" y="2682536"/>
                  </a:lnTo>
                  <a:lnTo>
                    <a:pt x="4968528" y="2853771"/>
                  </a:lnTo>
                  <a:lnTo>
                    <a:pt x="4969343" y="2938155"/>
                  </a:lnTo>
                  <a:lnTo>
                    <a:pt x="4970158" y="3019182"/>
                  </a:lnTo>
                  <a:lnTo>
                    <a:pt x="4970973" y="3028915"/>
                  </a:lnTo>
                  <a:lnTo>
                    <a:pt x="4971787" y="3082771"/>
                  </a:lnTo>
                  <a:lnTo>
                    <a:pt x="4972602" y="3116972"/>
                  </a:lnTo>
                  <a:lnTo>
                    <a:pt x="4973417" y="3116972"/>
                  </a:lnTo>
                  <a:lnTo>
                    <a:pt x="4974232" y="3116972"/>
                  </a:lnTo>
                  <a:lnTo>
                    <a:pt x="4975046" y="3116972"/>
                  </a:lnTo>
                  <a:lnTo>
                    <a:pt x="4975861" y="3116972"/>
                  </a:lnTo>
                  <a:lnTo>
                    <a:pt x="4976676" y="3116972"/>
                  </a:lnTo>
                  <a:lnTo>
                    <a:pt x="4977491" y="3116972"/>
                  </a:lnTo>
                  <a:lnTo>
                    <a:pt x="4978306" y="3116972"/>
                  </a:lnTo>
                  <a:lnTo>
                    <a:pt x="4979120" y="3116972"/>
                  </a:lnTo>
                  <a:lnTo>
                    <a:pt x="4979935" y="3088025"/>
                  </a:lnTo>
                  <a:lnTo>
                    <a:pt x="4980750" y="2994362"/>
                  </a:lnTo>
                  <a:lnTo>
                    <a:pt x="4981565" y="2911890"/>
                  </a:lnTo>
                  <a:lnTo>
                    <a:pt x="4982380" y="2909977"/>
                  </a:lnTo>
                  <a:lnTo>
                    <a:pt x="4983194" y="2937992"/>
                  </a:lnTo>
                  <a:lnTo>
                    <a:pt x="4984009" y="2937992"/>
                  </a:lnTo>
                  <a:lnTo>
                    <a:pt x="4984824" y="2927353"/>
                  </a:lnTo>
                  <a:lnTo>
                    <a:pt x="4985639" y="2937550"/>
                  </a:lnTo>
                  <a:lnTo>
                    <a:pt x="4986453" y="2989506"/>
                  </a:lnTo>
                  <a:lnTo>
                    <a:pt x="4987268" y="2991418"/>
                  </a:lnTo>
                  <a:lnTo>
                    <a:pt x="4988083" y="2951539"/>
                  </a:lnTo>
                  <a:lnTo>
                    <a:pt x="4988898" y="2906809"/>
                  </a:lnTo>
                  <a:lnTo>
                    <a:pt x="4989713" y="2892973"/>
                  </a:lnTo>
                  <a:lnTo>
                    <a:pt x="4990527" y="2887285"/>
                  </a:lnTo>
                  <a:lnTo>
                    <a:pt x="4991342" y="2842323"/>
                  </a:lnTo>
                  <a:lnTo>
                    <a:pt x="4992157" y="2844791"/>
                  </a:lnTo>
                  <a:lnTo>
                    <a:pt x="4992972" y="2852139"/>
                  </a:lnTo>
                  <a:lnTo>
                    <a:pt x="4993786" y="2876528"/>
                  </a:lnTo>
                  <a:lnTo>
                    <a:pt x="4994601" y="2907807"/>
                  </a:lnTo>
                  <a:lnTo>
                    <a:pt x="4995416" y="2960603"/>
                  </a:lnTo>
                  <a:lnTo>
                    <a:pt x="4996231" y="3033184"/>
                  </a:lnTo>
                  <a:lnTo>
                    <a:pt x="4997046" y="3066019"/>
                  </a:lnTo>
                  <a:lnTo>
                    <a:pt x="4997860" y="3090702"/>
                  </a:lnTo>
                  <a:lnTo>
                    <a:pt x="4998675" y="3116972"/>
                  </a:lnTo>
                  <a:lnTo>
                    <a:pt x="4999490" y="3116972"/>
                  </a:lnTo>
                  <a:lnTo>
                    <a:pt x="5000305" y="3116972"/>
                  </a:lnTo>
                  <a:lnTo>
                    <a:pt x="5001119" y="3116972"/>
                  </a:lnTo>
                  <a:lnTo>
                    <a:pt x="5001934" y="3116972"/>
                  </a:lnTo>
                  <a:lnTo>
                    <a:pt x="5002749" y="3116972"/>
                  </a:lnTo>
                  <a:lnTo>
                    <a:pt x="5003564" y="3116972"/>
                  </a:lnTo>
                  <a:lnTo>
                    <a:pt x="5004379" y="3116972"/>
                  </a:lnTo>
                  <a:lnTo>
                    <a:pt x="5005193" y="3116972"/>
                  </a:lnTo>
                  <a:lnTo>
                    <a:pt x="5006008" y="3116972"/>
                  </a:lnTo>
                  <a:lnTo>
                    <a:pt x="5006823" y="3078136"/>
                  </a:lnTo>
                  <a:lnTo>
                    <a:pt x="5007638" y="2988020"/>
                  </a:lnTo>
                  <a:lnTo>
                    <a:pt x="5008452" y="2897081"/>
                  </a:lnTo>
                  <a:lnTo>
                    <a:pt x="5009267" y="2842313"/>
                  </a:lnTo>
                  <a:lnTo>
                    <a:pt x="5010082" y="2781396"/>
                  </a:lnTo>
                  <a:lnTo>
                    <a:pt x="5010897" y="2746373"/>
                  </a:lnTo>
                  <a:lnTo>
                    <a:pt x="5011712" y="2778420"/>
                  </a:lnTo>
                  <a:lnTo>
                    <a:pt x="5012526" y="2914804"/>
                  </a:lnTo>
                  <a:lnTo>
                    <a:pt x="5013341" y="3080599"/>
                  </a:lnTo>
                  <a:lnTo>
                    <a:pt x="5014156" y="3116972"/>
                  </a:lnTo>
                  <a:lnTo>
                    <a:pt x="5014971" y="3116972"/>
                  </a:lnTo>
                  <a:lnTo>
                    <a:pt x="5015785" y="3116972"/>
                  </a:lnTo>
                  <a:lnTo>
                    <a:pt x="5016600" y="3116972"/>
                  </a:lnTo>
                  <a:lnTo>
                    <a:pt x="5017415" y="3116972"/>
                  </a:lnTo>
                  <a:lnTo>
                    <a:pt x="5018230" y="3100737"/>
                  </a:lnTo>
                  <a:lnTo>
                    <a:pt x="5019045" y="2954845"/>
                  </a:lnTo>
                  <a:lnTo>
                    <a:pt x="5019859" y="2876190"/>
                  </a:lnTo>
                  <a:lnTo>
                    <a:pt x="5020674" y="2801092"/>
                  </a:lnTo>
                  <a:lnTo>
                    <a:pt x="5021489" y="2810929"/>
                  </a:lnTo>
                  <a:lnTo>
                    <a:pt x="5022304" y="2855307"/>
                  </a:lnTo>
                  <a:lnTo>
                    <a:pt x="5023119" y="2934280"/>
                  </a:lnTo>
                  <a:lnTo>
                    <a:pt x="5023933" y="2956843"/>
                  </a:lnTo>
                  <a:lnTo>
                    <a:pt x="5024748" y="2842939"/>
                  </a:lnTo>
                  <a:lnTo>
                    <a:pt x="5025563" y="2764903"/>
                  </a:lnTo>
                  <a:lnTo>
                    <a:pt x="5026378" y="2782841"/>
                  </a:lnTo>
                  <a:lnTo>
                    <a:pt x="5027192" y="2836208"/>
                  </a:lnTo>
                  <a:lnTo>
                    <a:pt x="5028007" y="2862700"/>
                  </a:lnTo>
                  <a:lnTo>
                    <a:pt x="5028822" y="2879781"/>
                  </a:lnTo>
                  <a:lnTo>
                    <a:pt x="5029637" y="2998145"/>
                  </a:lnTo>
                  <a:lnTo>
                    <a:pt x="5030452" y="3076179"/>
                  </a:lnTo>
                  <a:lnTo>
                    <a:pt x="5031266" y="3058242"/>
                  </a:lnTo>
                  <a:lnTo>
                    <a:pt x="5032081" y="3063843"/>
                  </a:lnTo>
                  <a:lnTo>
                    <a:pt x="5032896" y="3056325"/>
                  </a:lnTo>
                  <a:lnTo>
                    <a:pt x="5033711" y="3063801"/>
                  </a:lnTo>
                  <a:lnTo>
                    <a:pt x="5034525" y="3116972"/>
                  </a:lnTo>
                  <a:lnTo>
                    <a:pt x="5035340" y="3116972"/>
                  </a:lnTo>
                  <a:lnTo>
                    <a:pt x="5036155" y="3102885"/>
                  </a:lnTo>
                  <a:lnTo>
                    <a:pt x="5036970" y="3025380"/>
                  </a:lnTo>
                  <a:lnTo>
                    <a:pt x="5037785" y="3010288"/>
                  </a:lnTo>
                  <a:lnTo>
                    <a:pt x="5038599" y="2896683"/>
                  </a:lnTo>
                  <a:lnTo>
                    <a:pt x="5039414" y="2758490"/>
                  </a:lnTo>
                  <a:lnTo>
                    <a:pt x="5040229" y="2708819"/>
                  </a:lnTo>
                  <a:lnTo>
                    <a:pt x="5041044" y="2791492"/>
                  </a:lnTo>
                  <a:lnTo>
                    <a:pt x="5041858" y="2944239"/>
                  </a:lnTo>
                  <a:lnTo>
                    <a:pt x="5042673" y="2997440"/>
                  </a:lnTo>
                  <a:lnTo>
                    <a:pt x="5043488" y="3085940"/>
                  </a:lnTo>
                  <a:lnTo>
                    <a:pt x="5044303" y="3116972"/>
                  </a:lnTo>
                  <a:lnTo>
                    <a:pt x="5045118" y="3089067"/>
                  </a:lnTo>
                  <a:lnTo>
                    <a:pt x="5045932" y="2949867"/>
                  </a:lnTo>
                  <a:lnTo>
                    <a:pt x="5046747" y="2737341"/>
                  </a:lnTo>
                  <a:lnTo>
                    <a:pt x="5047562" y="2544644"/>
                  </a:lnTo>
                  <a:lnTo>
                    <a:pt x="5048377" y="2461035"/>
                  </a:lnTo>
                  <a:lnTo>
                    <a:pt x="5049191" y="2480261"/>
                  </a:lnTo>
                  <a:lnTo>
                    <a:pt x="5050006" y="2542277"/>
                  </a:lnTo>
                  <a:lnTo>
                    <a:pt x="5050821" y="2644547"/>
                  </a:lnTo>
                  <a:lnTo>
                    <a:pt x="5051636" y="2776231"/>
                  </a:lnTo>
                  <a:lnTo>
                    <a:pt x="5052451" y="2938335"/>
                  </a:lnTo>
                  <a:lnTo>
                    <a:pt x="5053265" y="3039573"/>
                  </a:lnTo>
                  <a:lnTo>
                    <a:pt x="5054080" y="3058242"/>
                  </a:lnTo>
                  <a:lnTo>
                    <a:pt x="5054895" y="3058242"/>
                  </a:lnTo>
                  <a:lnTo>
                    <a:pt x="5055710" y="3058242"/>
                  </a:lnTo>
                  <a:lnTo>
                    <a:pt x="5056524" y="3030234"/>
                  </a:lnTo>
                  <a:lnTo>
                    <a:pt x="5057339" y="2979617"/>
                  </a:lnTo>
                  <a:lnTo>
                    <a:pt x="5058154" y="2963896"/>
                  </a:lnTo>
                  <a:lnTo>
                    <a:pt x="5058969" y="2890642"/>
                  </a:lnTo>
                  <a:lnTo>
                    <a:pt x="5059784" y="2780963"/>
                  </a:lnTo>
                  <a:lnTo>
                    <a:pt x="5060598" y="2734740"/>
                  </a:lnTo>
                  <a:lnTo>
                    <a:pt x="5061413" y="2723339"/>
                  </a:lnTo>
                  <a:lnTo>
                    <a:pt x="5062228" y="2710793"/>
                  </a:lnTo>
                  <a:lnTo>
                    <a:pt x="5063043" y="2647396"/>
                  </a:lnTo>
                  <a:lnTo>
                    <a:pt x="5063858" y="2723758"/>
                  </a:lnTo>
                  <a:lnTo>
                    <a:pt x="5064672" y="2856985"/>
                  </a:lnTo>
                  <a:lnTo>
                    <a:pt x="5065487" y="2893431"/>
                  </a:lnTo>
                  <a:lnTo>
                    <a:pt x="5066302" y="2910123"/>
                  </a:lnTo>
                  <a:lnTo>
                    <a:pt x="5067117" y="2989683"/>
                  </a:lnTo>
                  <a:lnTo>
                    <a:pt x="5067931" y="3077418"/>
                  </a:lnTo>
                  <a:lnTo>
                    <a:pt x="5068746" y="2950275"/>
                  </a:lnTo>
                  <a:lnTo>
                    <a:pt x="5069561" y="2779792"/>
                  </a:lnTo>
                  <a:lnTo>
                    <a:pt x="5070376" y="2646707"/>
                  </a:lnTo>
                  <a:lnTo>
                    <a:pt x="5071191" y="2589056"/>
                  </a:lnTo>
                  <a:lnTo>
                    <a:pt x="5072005" y="2533007"/>
                  </a:lnTo>
                  <a:lnTo>
                    <a:pt x="5072820" y="2510314"/>
                  </a:lnTo>
                  <a:lnTo>
                    <a:pt x="5073635" y="2590301"/>
                  </a:lnTo>
                  <a:lnTo>
                    <a:pt x="5074450" y="2644151"/>
                  </a:lnTo>
                  <a:lnTo>
                    <a:pt x="5075264" y="2761889"/>
                  </a:lnTo>
                  <a:lnTo>
                    <a:pt x="5076079" y="2842257"/>
                  </a:lnTo>
                  <a:lnTo>
                    <a:pt x="5076894" y="2881912"/>
                  </a:lnTo>
                  <a:lnTo>
                    <a:pt x="5077709" y="2895989"/>
                  </a:lnTo>
                  <a:lnTo>
                    <a:pt x="5078524" y="2916866"/>
                  </a:lnTo>
                  <a:lnTo>
                    <a:pt x="5079338" y="2936291"/>
                  </a:lnTo>
                  <a:lnTo>
                    <a:pt x="5080153" y="2867985"/>
                  </a:lnTo>
                  <a:lnTo>
                    <a:pt x="5080968" y="2773950"/>
                  </a:lnTo>
                  <a:lnTo>
                    <a:pt x="5081783" y="2729932"/>
                  </a:lnTo>
                  <a:lnTo>
                    <a:pt x="5082597" y="2724856"/>
                  </a:lnTo>
                  <a:lnTo>
                    <a:pt x="5083412" y="2674661"/>
                  </a:lnTo>
                  <a:lnTo>
                    <a:pt x="5084227" y="2670539"/>
                  </a:lnTo>
                  <a:lnTo>
                    <a:pt x="5085042" y="2766501"/>
                  </a:lnTo>
                  <a:lnTo>
                    <a:pt x="5085857" y="2919173"/>
                  </a:lnTo>
                  <a:lnTo>
                    <a:pt x="5086671" y="2953302"/>
                  </a:lnTo>
                  <a:lnTo>
                    <a:pt x="5087486" y="2926155"/>
                  </a:lnTo>
                  <a:lnTo>
                    <a:pt x="5088301" y="2958539"/>
                  </a:lnTo>
                  <a:lnTo>
                    <a:pt x="5089116" y="3074915"/>
                  </a:lnTo>
                  <a:lnTo>
                    <a:pt x="5089930" y="3097580"/>
                  </a:lnTo>
                  <a:lnTo>
                    <a:pt x="5090745" y="2987104"/>
                  </a:lnTo>
                  <a:lnTo>
                    <a:pt x="5091560" y="2958560"/>
                  </a:lnTo>
                  <a:lnTo>
                    <a:pt x="5092375" y="2958907"/>
                  </a:lnTo>
                  <a:lnTo>
                    <a:pt x="5093190" y="2913235"/>
                  </a:lnTo>
                  <a:lnTo>
                    <a:pt x="5094004" y="2843246"/>
                  </a:lnTo>
                  <a:lnTo>
                    <a:pt x="5094819" y="2783613"/>
                  </a:lnTo>
                  <a:lnTo>
                    <a:pt x="5095634" y="2836184"/>
                  </a:lnTo>
                  <a:lnTo>
                    <a:pt x="5096449" y="2909809"/>
                  </a:lnTo>
                  <a:lnTo>
                    <a:pt x="5097263" y="2947308"/>
                  </a:lnTo>
                  <a:lnTo>
                    <a:pt x="5098078" y="3069739"/>
                  </a:lnTo>
                  <a:lnTo>
                    <a:pt x="5098893" y="3096641"/>
                  </a:lnTo>
                  <a:lnTo>
                    <a:pt x="5099708" y="3053605"/>
                  </a:lnTo>
                  <a:lnTo>
                    <a:pt x="5100523" y="2926368"/>
                  </a:lnTo>
                  <a:lnTo>
                    <a:pt x="5101337" y="2759503"/>
                  </a:lnTo>
                  <a:lnTo>
                    <a:pt x="5102152" y="2729531"/>
                  </a:lnTo>
                  <a:lnTo>
                    <a:pt x="5102967" y="2718525"/>
                  </a:lnTo>
                  <a:lnTo>
                    <a:pt x="5103782" y="2723018"/>
                  </a:lnTo>
                  <a:lnTo>
                    <a:pt x="5104597" y="2800487"/>
                  </a:lnTo>
                  <a:lnTo>
                    <a:pt x="5105411" y="2926996"/>
                  </a:lnTo>
                  <a:lnTo>
                    <a:pt x="5106226" y="3044372"/>
                  </a:lnTo>
                  <a:lnTo>
                    <a:pt x="5107041" y="3016015"/>
                  </a:lnTo>
                  <a:lnTo>
                    <a:pt x="5107856" y="2964393"/>
                  </a:lnTo>
                  <a:lnTo>
                    <a:pt x="5108670" y="2976826"/>
                  </a:lnTo>
                  <a:lnTo>
                    <a:pt x="5109485" y="3037839"/>
                  </a:lnTo>
                  <a:lnTo>
                    <a:pt x="5110300" y="3026419"/>
                  </a:lnTo>
                  <a:lnTo>
                    <a:pt x="5111115" y="2981014"/>
                  </a:lnTo>
                  <a:lnTo>
                    <a:pt x="5111930" y="3012689"/>
                  </a:lnTo>
                  <a:lnTo>
                    <a:pt x="5112744" y="3039535"/>
                  </a:lnTo>
                  <a:lnTo>
                    <a:pt x="5113559" y="3027105"/>
                  </a:lnTo>
                  <a:lnTo>
                    <a:pt x="5114374" y="2966092"/>
                  </a:lnTo>
                  <a:lnTo>
                    <a:pt x="5115189" y="2978125"/>
                  </a:lnTo>
                  <a:lnTo>
                    <a:pt x="5116003" y="3012118"/>
                  </a:lnTo>
                  <a:lnTo>
                    <a:pt x="5116818" y="2957743"/>
                  </a:lnTo>
                  <a:lnTo>
                    <a:pt x="5117633" y="2873869"/>
                  </a:lnTo>
                  <a:lnTo>
                    <a:pt x="5118448" y="2743957"/>
                  </a:lnTo>
                  <a:lnTo>
                    <a:pt x="5119263" y="2596686"/>
                  </a:lnTo>
                  <a:lnTo>
                    <a:pt x="5120077" y="2503988"/>
                  </a:lnTo>
                  <a:lnTo>
                    <a:pt x="5120892" y="2491164"/>
                  </a:lnTo>
                  <a:lnTo>
                    <a:pt x="5121707" y="2516235"/>
                  </a:lnTo>
                  <a:lnTo>
                    <a:pt x="5122522" y="2592190"/>
                  </a:lnTo>
                  <a:lnTo>
                    <a:pt x="5123336" y="2755242"/>
                  </a:lnTo>
                  <a:lnTo>
                    <a:pt x="5124151" y="2902512"/>
                  </a:lnTo>
                  <a:lnTo>
                    <a:pt x="5124966" y="3000199"/>
                  </a:lnTo>
                  <a:lnTo>
                    <a:pt x="5125781" y="3073922"/>
                  </a:lnTo>
                  <a:lnTo>
                    <a:pt x="5126596" y="3116972"/>
                  </a:lnTo>
                  <a:lnTo>
                    <a:pt x="5127410" y="3078816"/>
                  </a:lnTo>
                  <a:lnTo>
                    <a:pt x="5128225" y="2985553"/>
                  </a:lnTo>
                  <a:lnTo>
                    <a:pt x="5129040" y="2906942"/>
                  </a:lnTo>
                  <a:lnTo>
                    <a:pt x="5129855" y="2809627"/>
                  </a:lnTo>
                  <a:lnTo>
                    <a:pt x="5130669" y="2709249"/>
                  </a:lnTo>
                  <a:lnTo>
                    <a:pt x="5131484" y="2656122"/>
                  </a:lnTo>
                  <a:lnTo>
                    <a:pt x="5132299" y="2673853"/>
                  </a:lnTo>
                  <a:lnTo>
                    <a:pt x="5133114" y="2649474"/>
                  </a:lnTo>
                  <a:lnTo>
                    <a:pt x="5133929" y="2676309"/>
                  </a:lnTo>
                  <a:lnTo>
                    <a:pt x="5134743" y="2656667"/>
                  </a:lnTo>
                  <a:lnTo>
                    <a:pt x="5135558" y="2605231"/>
                  </a:lnTo>
                  <a:lnTo>
                    <a:pt x="5136373" y="2552632"/>
                  </a:lnTo>
                  <a:lnTo>
                    <a:pt x="5137188" y="2479354"/>
                  </a:lnTo>
                  <a:lnTo>
                    <a:pt x="5138002" y="2457867"/>
                  </a:lnTo>
                  <a:lnTo>
                    <a:pt x="5138817" y="2450123"/>
                  </a:lnTo>
                  <a:lnTo>
                    <a:pt x="5139632" y="2495285"/>
                  </a:lnTo>
                  <a:lnTo>
                    <a:pt x="5140447" y="2550521"/>
                  </a:lnTo>
                  <a:lnTo>
                    <a:pt x="5141262" y="2589000"/>
                  </a:lnTo>
                  <a:lnTo>
                    <a:pt x="5142076" y="2712314"/>
                  </a:lnTo>
                  <a:lnTo>
                    <a:pt x="5142891" y="2892804"/>
                  </a:lnTo>
                  <a:lnTo>
                    <a:pt x="5143706" y="2965556"/>
                  </a:lnTo>
                  <a:lnTo>
                    <a:pt x="5144521" y="2963236"/>
                  </a:lnTo>
                  <a:lnTo>
                    <a:pt x="5145336" y="2967985"/>
                  </a:lnTo>
                  <a:lnTo>
                    <a:pt x="5146150" y="3034857"/>
                  </a:lnTo>
                  <a:lnTo>
                    <a:pt x="5146965" y="3045249"/>
                  </a:lnTo>
                  <a:lnTo>
                    <a:pt x="5147780" y="2913655"/>
                  </a:lnTo>
                  <a:lnTo>
                    <a:pt x="5148595" y="2781950"/>
                  </a:lnTo>
                  <a:lnTo>
                    <a:pt x="5149409" y="2756215"/>
                  </a:lnTo>
                  <a:lnTo>
                    <a:pt x="5150224" y="2693901"/>
                  </a:lnTo>
                  <a:lnTo>
                    <a:pt x="5151039" y="2510359"/>
                  </a:lnTo>
                  <a:lnTo>
                    <a:pt x="5151854" y="2372211"/>
                  </a:lnTo>
                  <a:lnTo>
                    <a:pt x="5152669" y="2294963"/>
                  </a:lnTo>
                  <a:lnTo>
                    <a:pt x="5153483" y="2375747"/>
                  </a:lnTo>
                  <a:lnTo>
                    <a:pt x="5154298" y="2455172"/>
                  </a:lnTo>
                  <a:lnTo>
                    <a:pt x="5155113" y="2479488"/>
                  </a:lnTo>
                  <a:lnTo>
                    <a:pt x="5155928" y="2535472"/>
                  </a:lnTo>
                  <a:lnTo>
                    <a:pt x="5156742" y="2600335"/>
                  </a:lnTo>
                  <a:lnTo>
                    <a:pt x="5157557" y="2658328"/>
                  </a:lnTo>
                  <a:lnTo>
                    <a:pt x="5158372" y="2629000"/>
                  </a:lnTo>
                  <a:lnTo>
                    <a:pt x="5159187" y="2594199"/>
                  </a:lnTo>
                  <a:lnTo>
                    <a:pt x="5160002" y="2605914"/>
                  </a:lnTo>
                  <a:lnTo>
                    <a:pt x="5160816" y="2556192"/>
                  </a:lnTo>
                  <a:lnTo>
                    <a:pt x="5161631" y="2472255"/>
                  </a:lnTo>
                  <a:lnTo>
                    <a:pt x="5162446" y="2488314"/>
                  </a:lnTo>
                  <a:lnTo>
                    <a:pt x="5163261" y="2494560"/>
                  </a:lnTo>
                  <a:lnTo>
                    <a:pt x="5164075" y="2454755"/>
                  </a:lnTo>
                  <a:lnTo>
                    <a:pt x="5164890" y="2468524"/>
                  </a:lnTo>
                  <a:lnTo>
                    <a:pt x="5165705" y="2583061"/>
                  </a:lnTo>
                  <a:lnTo>
                    <a:pt x="5166520" y="2718041"/>
                  </a:lnTo>
                  <a:lnTo>
                    <a:pt x="5167335" y="2790725"/>
                  </a:lnTo>
                  <a:lnTo>
                    <a:pt x="5168149" y="2835768"/>
                  </a:lnTo>
                  <a:lnTo>
                    <a:pt x="5168964" y="2936410"/>
                  </a:lnTo>
                  <a:lnTo>
                    <a:pt x="5169779" y="2996426"/>
                  </a:lnTo>
                  <a:lnTo>
                    <a:pt x="5170594" y="3074937"/>
                  </a:lnTo>
                  <a:lnTo>
                    <a:pt x="5171408" y="3071945"/>
                  </a:lnTo>
                  <a:lnTo>
                    <a:pt x="5172223" y="2983953"/>
                  </a:lnTo>
                  <a:lnTo>
                    <a:pt x="5173038" y="2991017"/>
                  </a:lnTo>
                  <a:lnTo>
                    <a:pt x="5173853" y="3007792"/>
                  </a:lnTo>
                  <a:lnTo>
                    <a:pt x="5174668" y="3074175"/>
                  </a:lnTo>
                  <a:lnTo>
                    <a:pt x="5175482" y="3071362"/>
                  </a:lnTo>
                  <a:lnTo>
                    <a:pt x="5176297" y="3076546"/>
                  </a:lnTo>
                  <a:lnTo>
                    <a:pt x="5177112" y="3116972"/>
                  </a:lnTo>
                  <a:lnTo>
                    <a:pt x="5177927" y="3116972"/>
                  </a:lnTo>
                  <a:lnTo>
                    <a:pt x="5178742" y="3116972"/>
                  </a:lnTo>
                  <a:lnTo>
                    <a:pt x="5179556" y="3116972"/>
                  </a:lnTo>
                  <a:lnTo>
                    <a:pt x="5180371" y="3116972"/>
                  </a:lnTo>
                  <a:lnTo>
                    <a:pt x="5181186" y="3116972"/>
                  </a:lnTo>
                  <a:lnTo>
                    <a:pt x="5182001" y="3116972"/>
                  </a:lnTo>
                  <a:lnTo>
                    <a:pt x="5182815" y="3052242"/>
                  </a:lnTo>
                  <a:lnTo>
                    <a:pt x="5183630" y="2874476"/>
                  </a:lnTo>
                  <a:lnTo>
                    <a:pt x="5184445" y="2786067"/>
                  </a:lnTo>
                  <a:lnTo>
                    <a:pt x="5185260" y="2764706"/>
                  </a:lnTo>
                  <a:lnTo>
                    <a:pt x="5186075" y="2769123"/>
                  </a:lnTo>
                  <a:lnTo>
                    <a:pt x="5186889" y="2733004"/>
                  </a:lnTo>
                  <a:lnTo>
                    <a:pt x="5187704" y="2691441"/>
                  </a:lnTo>
                  <a:lnTo>
                    <a:pt x="5188519" y="2770509"/>
                  </a:lnTo>
                  <a:lnTo>
                    <a:pt x="5189334" y="2857271"/>
                  </a:lnTo>
                  <a:lnTo>
                    <a:pt x="5190148" y="2840980"/>
                  </a:lnTo>
                  <a:lnTo>
                    <a:pt x="5190963" y="2761665"/>
                  </a:lnTo>
                  <a:lnTo>
                    <a:pt x="5191778" y="2771700"/>
                  </a:lnTo>
                  <a:lnTo>
                    <a:pt x="5192593" y="2812514"/>
                  </a:lnTo>
                  <a:lnTo>
                    <a:pt x="5193408" y="2765353"/>
                  </a:lnTo>
                  <a:lnTo>
                    <a:pt x="5194222" y="2649642"/>
                  </a:lnTo>
                  <a:lnTo>
                    <a:pt x="5195037" y="2620888"/>
                  </a:lnTo>
                  <a:lnTo>
                    <a:pt x="5195852" y="2663913"/>
                  </a:lnTo>
                  <a:lnTo>
                    <a:pt x="5196667" y="2670067"/>
                  </a:lnTo>
                  <a:lnTo>
                    <a:pt x="5197481" y="2661132"/>
                  </a:lnTo>
                  <a:lnTo>
                    <a:pt x="5198296" y="2727228"/>
                  </a:lnTo>
                  <a:lnTo>
                    <a:pt x="5199111" y="2858244"/>
                  </a:lnTo>
                  <a:lnTo>
                    <a:pt x="5199926" y="2914039"/>
                  </a:lnTo>
                  <a:lnTo>
                    <a:pt x="5200741" y="2898298"/>
                  </a:lnTo>
                  <a:lnTo>
                    <a:pt x="5201555" y="2903103"/>
                  </a:lnTo>
                  <a:lnTo>
                    <a:pt x="5202370" y="2991040"/>
                  </a:lnTo>
                  <a:lnTo>
                    <a:pt x="5203185" y="3029719"/>
                  </a:lnTo>
                  <a:lnTo>
                    <a:pt x="5204000" y="3047903"/>
                  </a:lnTo>
                  <a:lnTo>
                    <a:pt x="5204814" y="3090458"/>
                  </a:lnTo>
                  <a:lnTo>
                    <a:pt x="5205629" y="3113049"/>
                  </a:lnTo>
                  <a:lnTo>
                    <a:pt x="5206444" y="3116972"/>
                  </a:lnTo>
                  <a:lnTo>
                    <a:pt x="5207259" y="3039671"/>
                  </a:lnTo>
                  <a:lnTo>
                    <a:pt x="5208074" y="2922649"/>
                  </a:lnTo>
                  <a:lnTo>
                    <a:pt x="5208888" y="2854608"/>
                  </a:lnTo>
                  <a:lnTo>
                    <a:pt x="5209703" y="2766804"/>
                  </a:lnTo>
                  <a:lnTo>
                    <a:pt x="5210518" y="2804371"/>
                  </a:lnTo>
                  <a:lnTo>
                    <a:pt x="5211333" y="2840523"/>
                  </a:lnTo>
                  <a:lnTo>
                    <a:pt x="5212147" y="2863439"/>
                  </a:lnTo>
                  <a:lnTo>
                    <a:pt x="5212962" y="2933117"/>
                  </a:lnTo>
                  <a:lnTo>
                    <a:pt x="5213777" y="2999613"/>
                  </a:lnTo>
                  <a:lnTo>
                    <a:pt x="5214592" y="3014864"/>
                  </a:lnTo>
                  <a:lnTo>
                    <a:pt x="5215407" y="2957445"/>
                  </a:lnTo>
                  <a:lnTo>
                    <a:pt x="5216221" y="2940467"/>
                  </a:lnTo>
                  <a:lnTo>
                    <a:pt x="5217036" y="2984031"/>
                  </a:lnTo>
                  <a:lnTo>
                    <a:pt x="5217851" y="2999236"/>
                  </a:lnTo>
                  <a:lnTo>
                    <a:pt x="5218666" y="2955634"/>
                  </a:lnTo>
                  <a:lnTo>
                    <a:pt x="5219481" y="2910814"/>
                  </a:lnTo>
                  <a:lnTo>
                    <a:pt x="5220295" y="2905907"/>
                  </a:lnTo>
                  <a:lnTo>
                    <a:pt x="5221110" y="2963165"/>
                  </a:lnTo>
                  <a:lnTo>
                    <a:pt x="5221925" y="3024262"/>
                  </a:lnTo>
                  <a:lnTo>
                    <a:pt x="5222740" y="3069482"/>
                  </a:lnTo>
                  <a:lnTo>
                    <a:pt x="5223554" y="3096339"/>
                  </a:lnTo>
                  <a:lnTo>
                    <a:pt x="5224369" y="3116972"/>
                  </a:lnTo>
                  <a:lnTo>
                    <a:pt x="5225184" y="3116972"/>
                  </a:lnTo>
                  <a:lnTo>
                    <a:pt x="5225999" y="3116972"/>
                  </a:lnTo>
                  <a:lnTo>
                    <a:pt x="5226814" y="3116972"/>
                  </a:lnTo>
                  <a:lnTo>
                    <a:pt x="5227628" y="3011956"/>
                  </a:lnTo>
                  <a:lnTo>
                    <a:pt x="5228443" y="2915440"/>
                  </a:lnTo>
                  <a:lnTo>
                    <a:pt x="5229258" y="2854442"/>
                  </a:lnTo>
                  <a:lnTo>
                    <a:pt x="5230073" y="2782539"/>
                  </a:lnTo>
                  <a:lnTo>
                    <a:pt x="5230887" y="2754945"/>
                  </a:lnTo>
                  <a:lnTo>
                    <a:pt x="5231702" y="2770321"/>
                  </a:lnTo>
                  <a:lnTo>
                    <a:pt x="5232517" y="2802742"/>
                  </a:lnTo>
                  <a:lnTo>
                    <a:pt x="5233332" y="2896577"/>
                  </a:lnTo>
                  <a:lnTo>
                    <a:pt x="5234147" y="2995403"/>
                  </a:lnTo>
                  <a:lnTo>
                    <a:pt x="5234961" y="3110699"/>
                  </a:lnTo>
                  <a:lnTo>
                    <a:pt x="5235776" y="3090024"/>
                  </a:lnTo>
                  <a:lnTo>
                    <a:pt x="5236591" y="3070534"/>
                  </a:lnTo>
                  <a:lnTo>
                    <a:pt x="5237406" y="3116972"/>
                  </a:lnTo>
                  <a:lnTo>
                    <a:pt x="5238220" y="3116972"/>
                  </a:lnTo>
                  <a:lnTo>
                    <a:pt x="5239035" y="3116972"/>
                  </a:lnTo>
                  <a:lnTo>
                    <a:pt x="5239850" y="3116972"/>
                  </a:lnTo>
                  <a:lnTo>
                    <a:pt x="5240665" y="3116972"/>
                  </a:lnTo>
                  <a:lnTo>
                    <a:pt x="5241480" y="3116972"/>
                  </a:lnTo>
                  <a:lnTo>
                    <a:pt x="5242294" y="3116972"/>
                  </a:lnTo>
                  <a:lnTo>
                    <a:pt x="5243109" y="3116972"/>
                  </a:lnTo>
                  <a:lnTo>
                    <a:pt x="5243924" y="3116972"/>
                  </a:lnTo>
                  <a:lnTo>
                    <a:pt x="5244739" y="3116972"/>
                  </a:lnTo>
                  <a:lnTo>
                    <a:pt x="5245553" y="3116972"/>
                  </a:lnTo>
                  <a:lnTo>
                    <a:pt x="5246368" y="3116972"/>
                  </a:lnTo>
                  <a:lnTo>
                    <a:pt x="5247183" y="3116972"/>
                  </a:lnTo>
                  <a:lnTo>
                    <a:pt x="5247998" y="3116972"/>
                  </a:lnTo>
                  <a:lnTo>
                    <a:pt x="5248813" y="3116972"/>
                  </a:lnTo>
                  <a:lnTo>
                    <a:pt x="5249627" y="3116972"/>
                  </a:lnTo>
                  <a:lnTo>
                    <a:pt x="5250442" y="3116972"/>
                  </a:lnTo>
                  <a:lnTo>
                    <a:pt x="5251257" y="3042466"/>
                  </a:lnTo>
                  <a:lnTo>
                    <a:pt x="5252072" y="2924272"/>
                  </a:lnTo>
                  <a:lnTo>
                    <a:pt x="5252886" y="2828585"/>
                  </a:lnTo>
                  <a:lnTo>
                    <a:pt x="5253701" y="2748458"/>
                  </a:lnTo>
                  <a:lnTo>
                    <a:pt x="5254516" y="2711550"/>
                  </a:lnTo>
                  <a:lnTo>
                    <a:pt x="5255331" y="2726246"/>
                  </a:lnTo>
                  <a:lnTo>
                    <a:pt x="5256146" y="2836907"/>
                  </a:lnTo>
                  <a:lnTo>
                    <a:pt x="5256960" y="2975139"/>
                  </a:lnTo>
                  <a:lnTo>
                    <a:pt x="5257775" y="3116972"/>
                  </a:lnTo>
                  <a:lnTo>
                    <a:pt x="5258590" y="3116972"/>
                  </a:lnTo>
                  <a:lnTo>
                    <a:pt x="5259405" y="3116972"/>
                  </a:lnTo>
                  <a:lnTo>
                    <a:pt x="5260220" y="3116972"/>
                  </a:lnTo>
                  <a:lnTo>
                    <a:pt x="5261034" y="3116972"/>
                  </a:lnTo>
                  <a:lnTo>
                    <a:pt x="5261849" y="3116972"/>
                  </a:lnTo>
                  <a:lnTo>
                    <a:pt x="5262664" y="3025960"/>
                  </a:lnTo>
                  <a:lnTo>
                    <a:pt x="5263479" y="2972797"/>
                  </a:lnTo>
                  <a:lnTo>
                    <a:pt x="5264293" y="3046989"/>
                  </a:lnTo>
                  <a:lnTo>
                    <a:pt x="5265108" y="3106480"/>
                  </a:lnTo>
                  <a:lnTo>
                    <a:pt x="5265923" y="3116972"/>
                  </a:lnTo>
                  <a:lnTo>
                    <a:pt x="5266738" y="3116972"/>
                  </a:lnTo>
                  <a:lnTo>
                    <a:pt x="5267553" y="3116972"/>
                  </a:lnTo>
                  <a:lnTo>
                    <a:pt x="5268367" y="3116972"/>
                  </a:lnTo>
                  <a:lnTo>
                    <a:pt x="5269182" y="3116972"/>
                  </a:lnTo>
                  <a:lnTo>
                    <a:pt x="5269997" y="3087954"/>
                  </a:lnTo>
                  <a:lnTo>
                    <a:pt x="5270812" y="3058242"/>
                  </a:lnTo>
                  <a:lnTo>
                    <a:pt x="5271626" y="3064320"/>
                  </a:lnTo>
                  <a:lnTo>
                    <a:pt x="5272441" y="3116972"/>
                  </a:lnTo>
                  <a:lnTo>
                    <a:pt x="5273256" y="3116972"/>
                  </a:lnTo>
                  <a:lnTo>
                    <a:pt x="5274071" y="3116972"/>
                  </a:lnTo>
                  <a:lnTo>
                    <a:pt x="5274886" y="3116972"/>
                  </a:lnTo>
                  <a:lnTo>
                    <a:pt x="5275700" y="3116972"/>
                  </a:lnTo>
                  <a:lnTo>
                    <a:pt x="5276515" y="3116972"/>
                  </a:lnTo>
                  <a:lnTo>
                    <a:pt x="5277330" y="3116972"/>
                  </a:lnTo>
                  <a:lnTo>
                    <a:pt x="5278145" y="3116972"/>
                  </a:lnTo>
                  <a:lnTo>
                    <a:pt x="5278959" y="3116972"/>
                  </a:lnTo>
                  <a:lnTo>
                    <a:pt x="5279774" y="3048671"/>
                  </a:lnTo>
                  <a:lnTo>
                    <a:pt x="5280589" y="2990319"/>
                  </a:lnTo>
                  <a:lnTo>
                    <a:pt x="5281404" y="2966084"/>
                  </a:lnTo>
                  <a:lnTo>
                    <a:pt x="5282219" y="2966084"/>
                  </a:lnTo>
                  <a:lnTo>
                    <a:pt x="5283033" y="2966084"/>
                  </a:lnTo>
                  <a:lnTo>
                    <a:pt x="5283848" y="2958096"/>
                  </a:lnTo>
                  <a:lnTo>
                    <a:pt x="5284663" y="2966503"/>
                  </a:lnTo>
                  <a:lnTo>
                    <a:pt x="5285478" y="2964611"/>
                  </a:lnTo>
                  <a:lnTo>
                    <a:pt x="5286292" y="2924891"/>
                  </a:lnTo>
                  <a:lnTo>
                    <a:pt x="5287107" y="2942445"/>
                  </a:lnTo>
                  <a:lnTo>
                    <a:pt x="5287922" y="3024245"/>
                  </a:lnTo>
                  <a:lnTo>
                    <a:pt x="5288737" y="3083477"/>
                  </a:lnTo>
                  <a:lnTo>
                    <a:pt x="5289552" y="3092147"/>
                  </a:lnTo>
                  <a:lnTo>
                    <a:pt x="5290366" y="3116972"/>
                  </a:lnTo>
                  <a:lnTo>
                    <a:pt x="5291181" y="3116972"/>
                  </a:lnTo>
                  <a:lnTo>
                    <a:pt x="5291996" y="3116972"/>
                  </a:lnTo>
                  <a:lnTo>
                    <a:pt x="5292811" y="3116972"/>
                  </a:lnTo>
                  <a:lnTo>
                    <a:pt x="5293625" y="3116972"/>
                  </a:lnTo>
                  <a:lnTo>
                    <a:pt x="5294440" y="3116972"/>
                  </a:lnTo>
                  <a:lnTo>
                    <a:pt x="5295255" y="3116673"/>
                  </a:lnTo>
                  <a:lnTo>
                    <a:pt x="5296070" y="3007598"/>
                  </a:lnTo>
                  <a:lnTo>
                    <a:pt x="5296885" y="2985084"/>
                  </a:lnTo>
                  <a:lnTo>
                    <a:pt x="5297699" y="2902668"/>
                  </a:lnTo>
                  <a:lnTo>
                    <a:pt x="5298514" y="2780909"/>
                  </a:lnTo>
                  <a:lnTo>
                    <a:pt x="5299329" y="2754565"/>
                  </a:lnTo>
                  <a:lnTo>
                    <a:pt x="5300144" y="2817130"/>
                  </a:lnTo>
                  <a:lnTo>
                    <a:pt x="5300959" y="2839550"/>
                  </a:lnTo>
                  <a:lnTo>
                    <a:pt x="5301773" y="2849187"/>
                  </a:lnTo>
                  <a:lnTo>
                    <a:pt x="5302588" y="2900297"/>
                  </a:lnTo>
                  <a:lnTo>
                    <a:pt x="5303403" y="3007367"/>
                  </a:lnTo>
                  <a:lnTo>
                    <a:pt x="5304218" y="3036676"/>
                  </a:lnTo>
                  <a:lnTo>
                    <a:pt x="5305032" y="3088975"/>
                  </a:lnTo>
                  <a:lnTo>
                    <a:pt x="5305847" y="3116972"/>
                  </a:lnTo>
                  <a:lnTo>
                    <a:pt x="5306662" y="3116972"/>
                  </a:lnTo>
                  <a:lnTo>
                    <a:pt x="5307477" y="3116972"/>
                  </a:lnTo>
                  <a:lnTo>
                    <a:pt x="5308292" y="3116972"/>
                  </a:lnTo>
                  <a:lnTo>
                    <a:pt x="5309106" y="3116972"/>
                  </a:lnTo>
                  <a:lnTo>
                    <a:pt x="5309921" y="3116972"/>
                  </a:lnTo>
                  <a:lnTo>
                    <a:pt x="5310736" y="3116972"/>
                  </a:lnTo>
                  <a:lnTo>
                    <a:pt x="5311551" y="3116972"/>
                  </a:lnTo>
                  <a:lnTo>
                    <a:pt x="5312365" y="3116972"/>
                  </a:lnTo>
                  <a:lnTo>
                    <a:pt x="5313180" y="3116972"/>
                  </a:lnTo>
                  <a:lnTo>
                    <a:pt x="5313995" y="3116972"/>
                  </a:lnTo>
                  <a:lnTo>
                    <a:pt x="5314810" y="3116972"/>
                  </a:lnTo>
                  <a:lnTo>
                    <a:pt x="5315625" y="3116972"/>
                  </a:lnTo>
                  <a:lnTo>
                    <a:pt x="5316439" y="3116972"/>
                  </a:lnTo>
                  <a:lnTo>
                    <a:pt x="5317254" y="3108019"/>
                  </a:lnTo>
                  <a:lnTo>
                    <a:pt x="5318069" y="3047007"/>
                  </a:lnTo>
                  <a:lnTo>
                    <a:pt x="5318884" y="3044269"/>
                  </a:lnTo>
                  <a:lnTo>
                    <a:pt x="5319698" y="3057621"/>
                  </a:lnTo>
                  <a:lnTo>
                    <a:pt x="5320513" y="3058242"/>
                  </a:lnTo>
                  <a:lnTo>
                    <a:pt x="5321328" y="3058242"/>
                  </a:lnTo>
                  <a:lnTo>
                    <a:pt x="5322143" y="3058242"/>
                  </a:lnTo>
                  <a:lnTo>
                    <a:pt x="5322958" y="3058242"/>
                  </a:lnTo>
                  <a:lnTo>
                    <a:pt x="5323772" y="3058242"/>
                  </a:lnTo>
                  <a:lnTo>
                    <a:pt x="5324587" y="3058242"/>
                  </a:lnTo>
                  <a:lnTo>
                    <a:pt x="5325402" y="3058242"/>
                  </a:lnTo>
                  <a:lnTo>
                    <a:pt x="5326217" y="3058242"/>
                  </a:lnTo>
                  <a:lnTo>
                    <a:pt x="5327031" y="3030294"/>
                  </a:lnTo>
                  <a:lnTo>
                    <a:pt x="5327846" y="2965561"/>
                  </a:lnTo>
                  <a:lnTo>
                    <a:pt x="5328661" y="2888954"/>
                  </a:lnTo>
                  <a:lnTo>
                    <a:pt x="5329476" y="2744446"/>
                  </a:lnTo>
                  <a:lnTo>
                    <a:pt x="5330291" y="2623973"/>
                  </a:lnTo>
                  <a:lnTo>
                    <a:pt x="5331105" y="2542836"/>
                  </a:lnTo>
                  <a:lnTo>
                    <a:pt x="5331920" y="2565389"/>
                  </a:lnTo>
                  <a:lnTo>
                    <a:pt x="5332735" y="2630124"/>
                  </a:lnTo>
                  <a:lnTo>
                    <a:pt x="5333550" y="2709731"/>
                  </a:lnTo>
                  <a:lnTo>
                    <a:pt x="5334364" y="2877865"/>
                  </a:lnTo>
                  <a:lnTo>
                    <a:pt x="5335179" y="2931125"/>
                  </a:lnTo>
                  <a:lnTo>
                    <a:pt x="5335994" y="2978257"/>
                  </a:lnTo>
                  <a:lnTo>
                    <a:pt x="5336809" y="2953561"/>
                  </a:lnTo>
                  <a:lnTo>
                    <a:pt x="5337624" y="2894539"/>
                  </a:lnTo>
                  <a:lnTo>
                    <a:pt x="5338438" y="2878084"/>
                  </a:lnTo>
                  <a:lnTo>
                    <a:pt x="5339253" y="2733997"/>
                  </a:lnTo>
                  <a:lnTo>
                    <a:pt x="5340068" y="2733111"/>
                  </a:lnTo>
                  <a:lnTo>
                    <a:pt x="5340883" y="2702293"/>
                  </a:lnTo>
                  <a:lnTo>
                    <a:pt x="5341698" y="2655675"/>
                  </a:lnTo>
                  <a:lnTo>
                    <a:pt x="5342512" y="2745341"/>
                  </a:lnTo>
                  <a:lnTo>
                    <a:pt x="5343327" y="2789032"/>
                  </a:lnTo>
                  <a:lnTo>
                    <a:pt x="5344142" y="2944795"/>
                  </a:lnTo>
                  <a:lnTo>
                    <a:pt x="5344957" y="3033060"/>
                  </a:lnTo>
                  <a:lnTo>
                    <a:pt x="5345771" y="3097882"/>
                  </a:lnTo>
                  <a:lnTo>
                    <a:pt x="5346586" y="3077378"/>
                  </a:lnTo>
                  <a:lnTo>
                    <a:pt x="5347401" y="2890455"/>
                  </a:lnTo>
                  <a:lnTo>
                    <a:pt x="5348216" y="2813715"/>
                  </a:lnTo>
                  <a:lnTo>
                    <a:pt x="5349031" y="2787876"/>
                  </a:lnTo>
                  <a:lnTo>
                    <a:pt x="5349845" y="2721919"/>
                  </a:lnTo>
                  <a:lnTo>
                    <a:pt x="5350660" y="2710732"/>
                  </a:lnTo>
                  <a:lnTo>
                    <a:pt x="5351475" y="2743468"/>
                  </a:lnTo>
                  <a:lnTo>
                    <a:pt x="5352290" y="2853498"/>
                  </a:lnTo>
                  <a:lnTo>
                    <a:pt x="5353104" y="2906514"/>
                  </a:lnTo>
                  <a:lnTo>
                    <a:pt x="5353919" y="2910418"/>
                  </a:lnTo>
                  <a:lnTo>
                    <a:pt x="5354734" y="3066670"/>
                  </a:lnTo>
                  <a:lnTo>
                    <a:pt x="5355549" y="3116972"/>
                  </a:lnTo>
                  <a:lnTo>
                    <a:pt x="5356364" y="3116972"/>
                  </a:lnTo>
                  <a:lnTo>
                    <a:pt x="5357178" y="3116972"/>
                  </a:lnTo>
                  <a:lnTo>
                    <a:pt x="5357993" y="3116972"/>
                  </a:lnTo>
                  <a:lnTo>
                    <a:pt x="5358808" y="3116972"/>
                  </a:lnTo>
                  <a:lnTo>
                    <a:pt x="5359623" y="3097031"/>
                  </a:lnTo>
                  <a:lnTo>
                    <a:pt x="5360437" y="2898055"/>
                  </a:lnTo>
                  <a:lnTo>
                    <a:pt x="5361252" y="2916414"/>
                  </a:lnTo>
                  <a:lnTo>
                    <a:pt x="5362067" y="2890522"/>
                  </a:lnTo>
                  <a:lnTo>
                    <a:pt x="5362882" y="2815584"/>
                  </a:lnTo>
                  <a:lnTo>
                    <a:pt x="5363697" y="2831187"/>
                  </a:lnTo>
                  <a:lnTo>
                    <a:pt x="5364511" y="2883985"/>
                  </a:lnTo>
                  <a:lnTo>
                    <a:pt x="5365326" y="2962139"/>
                  </a:lnTo>
                  <a:lnTo>
                    <a:pt x="5366141" y="2941662"/>
                  </a:lnTo>
                  <a:lnTo>
                    <a:pt x="5366956" y="2969507"/>
                  </a:lnTo>
                  <a:lnTo>
                    <a:pt x="5367770" y="2987207"/>
                  </a:lnTo>
                  <a:lnTo>
                    <a:pt x="5368585" y="2948544"/>
                  </a:lnTo>
                  <a:lnTo>
                    <a:pt x="5369400" y="2912950"/>
                  </a:lnTo>
                  <a:lnTo>
                    <a:pt x="5370215" y="2827092"/>
                  </a:lnTo>
                  <a:lnTo>
                    <a:pt x="5371030" y="2708512"/>
                  </a:lnTo>
                  <a:lnTo>
                    <a:pt x="5371844" y="2597960"/>
                  </a:lnTo>
                  <a:lnTo>
                    <a:pt x="5372659" y="2464623"/>
                  </a:lnTo>
                  <a:lnTo>
                    <a:pt x="5373474" y="2391395"/>
                  </a:lnTo>
                  <a:lnTo>
                    <a:pt x="5374289" y="2312685"/>
                  </a:lnTo>
                  <a:lnTo>
                    <a:pt x="5375103" y="2311532"/>
                  </a:lnTo>
                  <a:lnTo>
                    <a:pt x="5375918" y="2274625"/>
                  </a:lnTo>
                  <a:lnTo>
                    <a:pt x="5376733" y="2209185"/>
                  </a:lnTo>
                  <a:lnTo>
                    <a:pt x="5377548" y="2143142"/>
                  </a:lnTo>
                  <a:lnTo>
                    <a:pt x="5378363" y="2111816"/>
                  </a:lnTo>
                  <a:lnTo>
                    <a:pt x="5379177" y="2222163"/>
                  </a:lnTo>
                  <a:lnTo>
                    <a:pt x="5379992" y="2374407"/>
                  </a:lnTo>
                  <a:lnTo>
                    <a:pt x="5380807" y="2524491"/>
                  </a:lnTo>
                  <a:lnTo>
                    <a:pt x="5381622" y="2583174"/>
                  </a:lnTo>
                  <a:lnTo>
                    <a:pt x="5382437" y="2659884"/>
                  </a:lnTo>
                  <a:lnTo>
                    <a:pt x="5383251" y="2695331"/>
                  </a:lnTo>
                  <a:lnTo>
                    <a:pt x="5384066" y="2675575"/>
                  </a:lnTo>
                  <a:lnTo>
                    <a:pt x="5384881" y="2546270"/>
                  </a:lnTo>
                  <a:lnTo>
                    <a:pt x="5385696" y="2580670"/>
                  </a:lnTo>
                  <a:lnTo>
                    <a:pt x="5386510" y="2705308"/>
                  </a:lnTo>
                  <a:lnTo>
                    <a:pt x="5387325" y="2752986"/>
                  </a:lnTo>
                  <a:lnTo>
                    <a:pt x="5388140" y="2814547"/>
                  </a:lnTo>
                  <a:lnTo>
                    <a:pt x="5388955" y="2871633"/>
                  </a:lnTo>
                  <a:lnTo>
                    <a:pt x="5389770" y="2994683"/>
                  </a:lnTo>
                  <a:lnTo>
                    <a:pt x="5390584" y="3031877"/>
                  </a:lnTo>
                  <a:lnTo>
                    <a:pt x="5391399" y="3074684"/>
                  </a:lnTo>
                  <a:lnTo>
                    <a:pt x="5392214" y="3095880"/>
                  </a:lnTo>
                  <a:lnTo>
                    <a:pt x="5393029" y="3116972"/>
                  </a:lnTo>
                  <a:lnTo>
                    <a:pt x="5393843" y="3116972"/>
                  </a:lnTo>
                  <a:lnTo>
                    <a:pt x="5394658" y="3094485"/>
                  </a:lnTo>
                  <a:lnTo>
                    <a:pt x="5395473" y="3052900"/>
                  </a:lnTo>
                  <a:lnTo>
                    <a:pt x="5396288" y="2946331"/>
                  </a:lnTo>
                  <a:lnTo>
                    <a:pt x="5397103" y="2986163"/>
                  </a:lnTo>
                  <a:lnTo>
                    <a:pt x="5397917" y="2952512"/>
                  </a:lnTo>
                  <a:lnTo>
                    <a:pt x="5398732" y="2889817"/>
                  </a:lnTo>
                  <a:lnTo>
                    <a:pt x="5399547" y="2898225"/>
                  </a:lnTo>
                  <a:lnTo>
                    <a:pt x="5400362" y="2852786"/>
                  </a:lnTo>
                  <a:lnTo>
                    <a:pt x="5401176" y="2824737"/>
                  </a:lnTo>
                  <a:lnTo>
                    <a:pt x="5401991" y="2770707"/>
                  </a:lnTo>
                  <a:lnTo>
                    <a:pt x="5402806" y="2787893"/>
                  </a:lnTo>
                  <a:lnTo>
                    <a:pt x="5403621" y="2862593"/>
                  </a:lnTo>
                  <a:lnTo>
                    <a:pt x="5404436" y="2918694"/>
                  </a:lnTo>
                  <a:lnTo>
                    <a:pt x="5405250" y="2962662"/>
                  </a:lnTo>
                  <a:lnTo>
                    <a:pt x="5406065" y="2982657"/>
                  </a:lnTo>
                  <a:lnTo>
                    <a:pt x="5406880" y="2998826"/>
                  </a:lnTo>
                  <a:lnTo>
                    <a:pt x="5407695" y="2960001"/>
                  </a:lnTo>
                  <a:lnTo>
                    <a:pt x="5408509" y="2864478"/>
                  </a:lnTo>
                  <a:lnTo>
                    <a:pt x="5409324" y="2754759"/>
                  </a:lnTo>
                  <a:lnTo>
                    <a:pt x="5410139" y="2674432"/>
                  </a:lnTo>
                  <a:lnTo>
                    <a:pt x="5410954" y="2619472"/>
                  </a:lnTo>
                  <a:lnTo>
                    <a:pt x="5411769" y="2569685"/>
                  </a:lnTo>
                  <a:lnTo>
                    <a:pt x="5412583" y="2610925"/>
                  </a:lnTo>
                  <a:lnTo>
                    <a:pt x="5413398" y="2703848"/>
                  </a:lnTo>
                  <a:lnTo>
                    <a:pt x="5414213" y="2763968"/>
                  </a:lnTo>
                  <a:lnTo>
                    <a:pt x="5415028" y="2736546"/>
                  </a:lnTo>
                  <a:lnTo>
                    <a:pt x="5415842" y="2729206"/>
                  </a:lnTo>
                  <a:lnTo>
                    <a:pt x="5416657" y="2743580"/>
                  </a:lnTo>
                  <a:lnTo>
                    <a:pt x="5417472" y="2749528"/>
                  </a:lnTo>
                  <a:lnTo>
                    <a:pt x="5418287" y="2614964"/>
                  </a:lnTo>
                  <a:lnTo>
                    <a:pt x="5419102" y="2502923"/>
                  </a:lnTo>
                  <a:lnTo>
                    <a:pt x="5419916" y="2580012"/>
                  </a:lnTo>
                  <a:lnTo>
                    <a:pt x="5420731" y="2646210"/>
                  </a:lnTo>
                  <a:lnTo>
                    <a:pt x="5421546" y="2625018"/>
                  </a:lnTo>
                  <a:lnTo>
                    <a:pt x="5422361" y="2577720"/>
                  </a:lnTo>
                  <a:lnTo>
                    <a:pt x="5423176" y="2672973"/>
                  </a:lnTo>
                  <a:lnTo>
                    <a:pt x="5423990" y="2764243"/>
                  </a:lnTo>
                  <a:lnTo>
                    <a:pt x="5424805" y="2731444"/>
                  </a:lnTo>
                  <a:lnTo>
                    <a:pt x="5425620" y="2692350"/>
                  </a:lnTo>
                  <a:lnTo>
                    <a:pt x="5426435" y="2683962"/>
                  </a:lnTo>
                  <a:lnTo>
                    <a:pt x="5427249" y="2693495"/>
                  </a:lnTo>
                  <a:lnTo>
                    <a:pt x="5428064" y="2686660"/>
                  </a:lnTo>
                  <a:lnTo>
                    <a:pt x="5428879" y="2701944"/>
                  </a:lnTo>
                  <a:lnTo>
                    <a:pt x="5429694" y="2751922"/>
                  </a:lnTo>
                  <a:lnTo>
                    <a:pt x="5430509" y="2796320"/>
                  </a:lnTo>
                  <a:lnTo>
                    <a:pt x="5431323" y="2920893"/>
                  </a:lnTo>
                  <a:lnTo>
                    <a:pt x="5432138" y="2993210"/>
                  </a:lnTo>
                  <a:lnTo>
                    <a:pt x="5432953" y="3039357"/>
                  </a:lnTo>
                  <a:lnTo>
                    <a:pt x="5433768" y="3042786"/>
                  </a:lnTo>
                  <a:lnTo>
                    <a:pt x="5434582" y="2954431"/>
                  </a:lnTo>
                  <a:lnTo>
                    <a:pt x="5435397" y="2898363"/>
                  </a:lnTo>
                  <a:lnTo>
                    <a:pt x="5436212" y="2886752"/>
                  </a:lnTo>
                  <a:lnTo>
                    <a:pt x="5437027" y="2875205"/>
                  </a:lnTo>
                  <a:lnTo>
                    <a:pt x="5437842" y="2768808"/>
                  </a:lnTo>
                  <a:lnTo>
                    <a:pt x="5438656" y="2502237"/>
                  </a:lnTo>
                  <a:lnTo>
                    <a:pt x="5439471" y="2448411"/>
                  </a:lnTo>
                  <a:lnTo>
                    <a:pt x="5440286" y="2496594"/>
                  </a:lnTo>
                  <a:lnTo>
                    <a:pt x="5441101" y="2483480"/>
                  </a:lnTo>
                  <a:lnTo>
                    <a:pt x="5441915" y="2445556"/>
                  </a:lnTo>
                  <a:lnTo>
                    <a:pt x="5442730" y="2467607"/>
                  </a:lnTo>
                  <a:lnTo>
                    <a:pt x="5443545" y="2719814"/>
                  </a:lnTo>
                  <a:lnTo>
                    <a:pt x="5444360" y="2889145"/>
                  </a:lnTo>
                  <a:lnTo>
                    <a:pt x="5445175" y="2941756"/>
                  </a:lnTo>
                  <a:lnTo>
                    <a:pt x="5445989" y="2955044"/>
                  </a:lnTo>
                  <a:lnTo>
                    <a:pt x="5446804" y="3021095"/>
                  </a:lnTo>
                  <a:lnTo>
                    <a:pt x="5447619" y="3116972"/>
                  </a:lnTo>
                  <a:lnTo>
                    <a:pt x="5448434" y="3116972"/>
                  </a:lnTo>
                  <a:lnTo>
                    <a:pt x="5449248" y="3075173"/>
                  </a:lnTo>
                  <a:lnTo>
                    <a:pt x="5450063" y="3025353"/>
                  </a:lnTo>
                  <a:lnTo>
                    <a:pt x="5450878" y="3025354"/>
                  </a:lnTo>
                  <a:lnTo>
                    <a:pt x="5451693" y="2992078"/>
                  </a:lnTo>
                  <a:lnTo>
                    <a:pt x="5452508" y="2951618"/>
                  </a:lnTo>
                  <a:lnTo>
                    <a:pt x="5453322" y="2982057"/>
                  </a:lnTo>
                  <a:lnTo>
                    <a:pt x="5454137" y="3042436"/>
                  </a:lnTo>
                  <a:lnTo>
                    <a:pt x="5454952" y="3065233"/>
                  </a:lnTo>
                  <a:lnTo>
                    <a:pt x="5455767" y="3046851"/>
                  </a:lnTo>
                  <a:lnTo>
                    <a:pt x="5456581" y="3002649"/>
                  </a:lnTo>
                  <a:lnTo>
                    <a:pt x="5457396" y="2951979"/>
                  </a:lnTo>
                  <a:lnTo>
                    <a:pt x="5458211" y="2863890"/>
                  </a:lnTo>
                  <a:lnTo>
                    <a:pt x="5459026" y="2853029"/>
                  </a:lnTo>
                  <a:lnTo>
                    <a:pt x="5459841" y="2778316"/>
                  </a:lnTo>
                  <a:lnTo>
                    <a:pt x="5460655" y="2702839"/>
                  </a:lnTo>
                  <a:lnTo>
                    <a:pt x="5461470" y="2726971"/>
                  </a:lnTo>
                  <a:lnTo>
                    <a:pt x="5462285" y="2800947"/>
                  </a:lnTo>
                  <a:lnTo>
                    <a:pt x="5463100" y="2829849"/>
                  </a:lnTo>
                  <a:lnTo>
                    <a:pt x="5463915" y="2720691"/>
                  </a:lnTo>
                  <a:lnTo>
                    <a:pt x="5464729" y="2675488"/>
                  </a:lnTo>
                  <a:lnTo>
                    <a:pt x="5465544" y="2671364"/>
                  </a:lnTo>
                  <a:lnTo>
                    <a:pt x="5466359" y="2703213"/>
                  </a:lnTo>
                  <a:lnTo>
                    <a:pt x="5467174" y="2684476"/>
                  </a:lnTo>
                  <a:lnTo>
                    <a:pt x="5467988" y="2715412"/>
                  </a:lnTo>
                  <a:lnTo>
                    <a:pt x="5468803" y="2789926"/>
                  </a:lnTo>
                  <a:lnTo>
                    <a:pt x="5469618" y="2818335"/>
                  </a:lnTo>
                  <a:lnTo>
                    <a:pt x="5470433" y="2868136"/>
                  </a:lnTo>
                  <a:lnTo>
                    <a:pt x="5471248" y="2867021"/>
                  </a:lnTo>
                  <a:lnTo>
                    <a:pt x="5472062" y="2762600"/>
                  </a:lnTo>
                  <a:lnTo>
                    <a:pt x="5472877" y="2665452"/>
                  </a:lnTo>
                  <a:lnTo>
                    <a:pt x="5473692" y="2558980"/>
                  </a:lnTo>
                  <a:lnTo>
                    <a:pt x="5474507" y="2490385"/>
                  </a:lnTo>
                  <a:lnTo>
                    <a:pt x="5475321" y="2445312"/>
                  </a:lnTo>
                  <a:lnTo>
                    <a:pt x="5476136" y="2448717"/>
                  </a:lnTo>
                  <a:lnTo>
                    <a:pt x="5476951" y="2553138"/>
                  </a:lnTo>
                  <a:lnTo>
                    <a:pt x="5477766" y="2662748"/>
                  </a:lnTo>
                  <a:lnTo>
                    <a:pt x="5478581" y="2813789"/>
                  </a:lnTo>
                  <a:lnTo>
                    <a:pt x="5479395" y="2955527"/>
                  </a:lnTo>
                  <a:lnTo>
                    <a:pt x="5480210" y="3005704"/>
                  </a:lnTo>
                  <a:lnTo>
                    <a:pt x="5481025" y="2924825"/>
                  </a:lnTo>
                  <a:lnTo>
                    <a:pt x="5481840" y="2854164"/>
                  </a:lnTo>
                  <a:lnTo>
                    <a:pt x="5482654" y="2772539"/>
                  </a:lnTo>
                  <a:lnTo>
                    <a:pt x="5483469" y="2764512"/>
                  </a:lnTo>
                  <a:lnTo>
                    <a:pt x="5484284" y="2782873"/>
                  </a:lnTo>
                  <a:lnTo>
                    <a:pt x="5485099" y="2825951"/>
                  </a:lnTo>
                  <a:lnTo>
                    <a:pt x="5485914" y="2811894"/>
                  </a:lnTo>
                  <a:lnTo>
                    <a:pt x="5486728" y="2750283"/>
                  </a:lnTo>
                  <a:lnTo>
                    <a:pt x="5487543" y="2732417"/>
                  </a:lnTo>
                  <a:lnTo>
                    <a:pt x="5488358" y="2622613"/>
                  </a:lnTo>
                  <a:lnTo>
                    <a:pt x="5489173" y="2475368"/>
                  </a:lnTo>
                  <a:lnTo>
                    <a:pt x="5489987" y="2370717"/>
                  </a:lnTo>
                  <a:lnTo>
                    <a:pt x="5490802" y="2400861"/>
                  </a:lnTo>
                  <a:lnTo>
                    <a:pt x="5491617" y="2447429"/>
                  </a:lnTo>
                  <a:lnTo>
                    <a:pt x="5492432" y="2485869"/>
                  </a:lnTo>
                  <a:lnTo>
                    <a:pt x="5493247" y="2597092"/>
                  </a:lnTo>
                  <a:lnTo>
                    <a:pt x="5494061" y="2686540"/>
                  </a:lnTo>
                  <a:lnTo>
                    <a:pt x="5494876" y="2689282"/>
                  </a:lnTo>
                  <a:lnTo>
                    <a:pt x="5495691" y="2685769"/>
                  </a:lnTo>
                  <a:lnTo>
                    <a:pt x="5496506" y="2750380"/>
                  </a:lnTo>
                  <a:lnTo>
                    <a:pt x="5497321" y="2804948"/>
                  </a:lnTo>
                  <a:lnTo>
                    <a:pt x="5498135" y="2779776"/>
                  </a:lnTo>
                  <a:lnTo>
                    <a:pt x="5498950" y="2830566"/>
                  </a:lnTo>
                  <a:lnTo>
                    <a:pt x="5499765" y="2898955"/>
                  </a:lnTo>
                  <a:lnTo>
                    <a:pt x="5500580" y="2890519"/>
                  </a:lnTo>
                  <a:lnTo>
                    <a:pt x="5501394" y="2878003"/>
                  </a:lnTo>
                  <a:lnTo>
                    <a:pt x="5502209" y="2924137"/>
                  </a:lnTo>
                  <a:lnTo>
                    <a:pt x="5503024" y="2953634"/>
                  </a:lnTo>
                  <a:lnTo>
                    <a:pt x="5503839" y="2910307"/>
                  </a:lnTo>
                  <a:lnTo>
                    <a:pt x="5504654" y="2943827"/>
                  </a:lnTo>
                  <a:lnTo>
                    <a:pt x="5505468" y="3050543"/>
                  </a:lnTo>
                  <a:lnTo>
                    <a:pt x="5506283" y="3072896"/>
                  </a:lnTo>
                  <a:lnTo>
                    <a:pt x="5507098" y="2856920"/>
                  </a:lnTo>
                  <a:lnTo>
                    <a:pt x="5507913" y="2691845"/>
                  </a:lnTo>
                  <a:lnTo>
                    <a:pt x="5508727" y="2692356"/>
                  </a:lnTo>
                  <a:lnTo>
                    <a:pt x="5509542" y="2666858"/>
                  </a:lnTo>
                  <a:lnTo>
                    <a:pt x="5510357" y="2535369"/>
                  </a:lnTo>
                  <a:lnTo>
                    <a:pt x="5511172" y="2435571"/>
                  </a:lnTo>
                  <a:lnTo>
                    <a:pt x="5511987" y="2434444"/>
                  </a:lnTo>
                  <a:lnTo>
                    <a:pt x="5512801" y="2477222"/>
                  </a:lnTo>
                  <a:lnTo>
                    <a:pt x="5513616" y="2442948"/>
                  </a:lnTo>
                  <a:lnTo>
                    <a:pt x="5514431" y="2362548"/>
                  </a:lnTo>
                  <a:lnTo>
                    <a:pt x="5515246" y="2328015"/>
                  </a:lnTo>
                  <a:lnTo>
                    <a:pt x="5516060" y="2329702"/>
                  </a:lnTo>
                  <a:lnTo>
                    <a:pt x="5516875" y="2362456"/>
                  </a:lnTo>
                  <a:lnTo>
                    <a:pt x="5517690" y="2442735"/>
                  </a:lnTo>
                  <a:lnTo>
                    <a:pt x="5518505" y="2569663"/>
                  </a:lnTo>
                  <a:lnTo>
                    <a:pt x="5519320" y="2657137"/>
                  </a:lnTo>
                  <a:lnTo>
                    <a:pt x="5520134" y="2800822"/>
                  </a:lnTo>
                  <a:lnTo>
                    <a:pt x="5520949" y="2882587"/>
                  </a:lnTo>
                  <a:lnTo>
                    <a:pt x="5521764" y="2911922"/>
                  </a:lnTo>
                  <a:lnTo>
                    <a:pt x="5522579" y="2838020"/>
                  </a:lnTo>
                  <a:lnTo>
                    <a:pt x="5523393" y="2725998"/>
                  </a:lnTo>
                  <a:lnTo>
                    <a:pt x="5524208" y="2655564"/>
                  </a:lnTo>
                  <a:lnTo>
                    <a:pt x="5525023" y="2529255"/>
                  </a:lnTo>
                  <a:lnTo>
                    <a:pt x="5525838" y="2506052"/>
                  </a:lnTo>
                  <a:lnTo>
                    <a:pt x="5526653" y="2655833"/>
                  </a:lnTo>
                  <a:lnTo>
                    <a:pt x="5527467" y="2703134"/>
                  </a:lnTo>
                  <a:lnTo>
                    <a:pt x="5528282" y="2602137"/>
                  </a:lnTo>
                  <a:lnTo>
                    <a:pt x="5529097" y="2526157"/>
                  </a:lnTo>
                  <a:lnTo>
                    <a:pt x="5529912" y="2558365"/>
                  </a:lnTo>
                  <a:lnTo>
                    <a:pt x="5530726" y="2540059"/>
                  </a:lnTo>
                  <a:lnTo>
                    <a:pt x="5531541" y="2429230"/>
                  </a:lnTo>
                  <a:lnTo>
                    <a:pt x="5532356" y="2431584"/>
                  </a:lnTo>
                  <a:lnTo>
                    <a:pt x="5533171" y="2577447"/>
                  </a:lnTo>
                  <a:lnTo>
                    <a:pt x="5533986" y="2742288"/>
                  </a:lnTo>
                  <a:lnTo>
                    <a:pt x="5534800" y="2829539"/>
                  </a:lnTo>
                  <a:lnTo>
                    <a:pt x="5535615" y="2842285"/>
                  </a:lnTo>
                  <a:lnTo>
                    <a:pt x="5536430" y="2872788"/>
                  </a:lnTo>
                  <a:lnTo>
                    <a:pt x="5537245" y="2942266"/>
                  </a:lnTo>
                  <a:lnTo>
                    <a:pt x="5538060" y="2975778"/>
                  </a:lnTo>
                  <a:lnTo>
                    <a:pt x="5538874" y="3011672"/>
                  </a:lnTo>
                  <a:lnTo>
                    <a:pt x="5539689" y="3029874"/>
                  </a:lnTo>
                  <a:lnTo>
                    <a:pt x="5540504" y="3085547"/>
                  </a:lnTo>
                  <a:lnTo>
                    <a:pt x="5541319" y="3081568"/>
                  </a:lnTo>
                  <a:lnTo>
                    <a:pt x="5542133" y="3035735"/>
                  </a:lnTo>
                  <a:lnTo>
                    <a:pt x="5542948" y="2990574"/>
                  </a:lnTo>
                  <a:lnTo>
                    <a:pt x="5543763" y="2885292"/>
                  </a:lnTo>
                  <a:lnTo>
                    <a:pt x="5544578" y="2801752"/>
                  </a:lnTo>
                  <a:lnTo>
                    <a:pt x="5545393" y="2715571"/>
                  </a:lnTo>
                  <a:lnTo>
                    <a:pt x="5546207" y="2684121"/>
                  </a:lnTo>
                  <a:lnTo>
                    <a:pt x="5547022" y="2620144"/>
                  </a:lnTo>
                  <a:lnTo>
                    <a:pt x="5547837" y="2501525"/>
                  </a:lnTo>
                  <a:lnTo>
                    <a:pt x="5548652" y="2482316"/>
                  </a:lnTo>
                  <a:lnTo>
                    <a:pt x="5549466" y="2553830"/>
                  </a:lnTo>
                  <a:lnTo>
                    <a:pt x="5550281" y="2626590"/>
                  </a:lnTo>
                  <a:lnTo>
                    <a:pt x="5551096" y="2665355"/>
                  </a:lnTo>
                  <a:lnTo>
                    <a:pt x="5551911" y="2792255"/>
                  </a:lnTo>
                  <a:lnTo>
                    <a:pt x="5552726" y="2952448"/>
                  </a:lnTo>
                  <a:lnTo>
                    <a:pt x="5553540" y="3041050"/>
                  </a:lnTo>
                  <a:lnTo>
                    <a:pt x="5554355" y="3034555"/>
                  </a:lnTo>
                  <a:lnTo>
                    <a:pt x="5555170" y="2996005"/>
                  </a:lnTo>
                  <a:lnTo>
                    <a:pt x="5555985" y="2941489"/>
                  </a:lnTo>
                  <a:lnTo>
                    <a:pt x="5556799" y="2886576"/>
                  </a:lnTo>
                  <a:lnTo>
                    <a:pt x="5557614" y="2880978"/>
                  </a:lnTo>
                  <a:lnTo>
                    <a:pt x="5558429" y="2880979"/>
                  </a:lnTo>
                  <a:lnTo>
                    <a:pt x="5559244" y="2861941"/>
                  </a:lnTo>
                  <a:lnTo>
                    <a:pt x="5560059" y="2851867"/>
                  </a:lnTo>
                  <a:lnTo>
                    <a:pt x="5560873" y="2848012"/>
                  </a:lnTo>
                  <a:lnTo>
                    <a:pt x="5561688" y="2798021"/>
                  </a:lnTo>
                  <a:lnTo>
                    <a:pt x="5562503" y="2748564"/>
                  </a:lnTo>
                  <a:lnTo>
                    <a:pt x="5563318" y="2728197"/>
                  </a:lnTo>
                  <a:lnTo>
                    <a:pt x="5564132" y="2749396"/>
                  </a:lnTo>
                  <a:lnTo>
                    <a:pt x="5564947" y="2812130"/>
                  </a:lnTo>
                  <a:lnTo>
                    <a:pt x="5565762" y="2900611"/>
                  </a:lnTo>
                  <a:lnTo>
                    <a:pt x="5566577" y="2988420"/>
                  </a:lnTo>
                  <a:lnTo>
                    <a:pt x="5567392" y="3030621"/>
                  </a:lnTo>
                  <a:lnTo>
                    <a:pt x="5568206" y="3017982"/>
                  </a:lnTo>
                  <a:lnTo>
                    <a:pt x="5569021" y="2920277"/>
                  </a:lnTo>
                  <a:lnTo>
                    <a:pt x="5569836" y="2870963"/>
                  </a:lnTo>
                  <a:lnTo>
                    <a:pt x="5570651" y="2807985"/>
                  </a:lnTo>
                  <a:lnTo>
                    <a:pt x="5571465" y="2709246"/>
                  </a:lnTo>
                  <a:lnTo>
                    <a:pt x="5572280" y="2626577"/>
                  </a:lnTo>
                  <a:lnTo>
                    <a:pt x="5573095" y="2572630"/>
                  </a:lnTo>
                  <a:lnTo>
                    <a:pt x="5573910" y="2488885"/>
                  </a:lnTo>
                  <a:lnTo>
                    <a:pt x="5574725" y="2388931"/>
                  </a:lnTo>
                  <a:lnTo>
                    <a:pt x="5575539" y="2414893"/>
                  </a:lnTo>
                  <a:lnTo>
                    <a:pt x="5576354" y="2480495"/>
                  </a:lnTo>
                  <a:lnTo>
                    <a:pt x="5577169" y="2586360"/>
                  </a:lnTo>
                  <a:lnTo>
                    <a:pt x="5577984" y="2629006"/>
                  </a:lnTo>
                  <a:lnTo>
                    <a:pt x="5578799" y="2731357"/>
                  </a:lnTo>
                  <a:lnTo>
                    <a:pt x="5579613" y="2851774"/>
                  </a:lnTo>
                  <a:lnTo>
                    <a:pt x="5580428" y="2943540"/>
                  </a:lnTo>
                  <a:lnTo>
                    <a:pt x="5581243" y="3067229"/>
                  </a:lnTo>
                  <a:lnTo>
                    <a:pt x="5582058" y="3062503"/>
                  </a:lnTo>
                  <a:lnTo>
                    <a:pt x="5582872" y="3075178"/>
                  </a:lnTo>
                  <a:lnTo>
                    <a:pt x="5583687" y="3036937"/>
                  </a:lnTo>
                  <a:lnTo>
                    <a:pt x="5584502" y="3028221"/>
                  </a:lnTo>
                  <a:lnTo>
                    <a:pt x="5585317" y="2973473"/>
                  </a:lnTo>
                  <a:lnTo>
                    <a:pt x="5586132" y="2882924"/>
                  </a:lnTo>
                  <a:lnTo>
                    <a:pt x="5586946" y="2844502"/>
                  </a:lnTo>
                  <a:lnTo>
                    <a:pt x="5587761" y="2824962"/>
                  </a:lnTo>
                  <a:lnTo>
                    <a:pt x="5588576" y="2926428"/>
                  </a:lnTo>
                  <a:lnTo>
                    <a:pt x="5589391" y="2963995"/>
                  </a:lnTo>
                  <a:lnTo>
                    <a:pt x="5590205" y="2963995"/>
                  </a:lnTo>
                  <a:lnTo>
                    <a:pt x="5591020" y="2963996"/>
                  </a:lnTo>
                  <a:lnTo>
                    <a:pt x="5591835" y="2928727"/>
                  </a:lnTo>
                  <a:lnTo>
                    <a:pt x="5592650" y="2905640"/>
                  </a:lnTo>
                  <a:lnTo>
                    <a:pt x="5593465" y="2866935"/>
                  </a:lnTo>
                  <a:lnTo>
                    <a:pt x="5594279" y="2793785"/>
                  </a:lnTo>
                  <a:lnTo>
                    <a:pt x="5595094" y="2692485"/>
                  </a:lnTo>
                  <a:lnTo>
                    <a:pt x="5595909" y="2661355"/>
                  </a:lnTo>
                  <a:lnTo>
                    <a:pt x="5596724" y="2758241"/>
                  </a:lnTo>
                  <a:lnTo>
                    <a:pt x="5597538" y="2841439"/>
                  </a:lnTo>
                  <a:lnTo>
                    <a:pt x="5598353" y="2835642"/>
                  </a:lnTo>
                  <a:lnTo>
                    <a:pt x="5599168" y="2895002"/>
                  </a:lnTo>
                  <a:lnTo>
                    <a:pt x="5599983" y="3012078"/>
                  </a:lnTo>
                  <a:lnTo>
                    <a:pt x="5600798" y="3079100"/>
                  </a:lnTo>
                  <a:lnTo>
                    <a:pt x="5601612" y="3052839"/>
                  </a:lnTo>
                  <a:lnTo>
                    <a:pt x="5602427" y="3005637"/>
                  </a:lnTo>
                  <a:lnTo>
                    <a:pt x="5603242" y="3021819"/>
                  </a:lnTo>
                  <a:lnTo>
                    <a:pt x="5604057" y="2991720"/>
                  </a:lnTo>
                  <a:lnTo>
                    <a:pt x="5604871" y="2930657"/>
                  </a:lnTo>
                  <a:lnTo>
                    <a:pt x="5605686" y="2828423"/>
                  </a:lnTo>
                  <a:lnTo>
                    <a:pt x="5606501" y="2758476"/>
                  </a:lnTo>
                  <a:lnTo>
                    <a:pt x="5607316" y="2741972"/>
                  </a:lnTo>
                  <a:lnTo>
                    <a:pt x="5608131" y="2702490"/>
                  </a:lnTo>
                  <a:lnTo>
                    <a:pt x="5608945" y="2624884"/>
                  </a:lnTo>
                  <a:lnTo>
                    <a:pt x="5609760" y="2588906"/>
                  </a:lnTo>
                  <a:lnTo>
                    <a:pt x="5610575" y="2625225"/>
                  </a:lnTo>
                  <a:lnTo>
                    <a:pt x="5611390" y="2578375"/>
                  </a:lnTo>
                  <a:lnTo>
                    <a:pt x="5612204" y="2540655"/>
                  </a:lnTo>
                  <a:lnTo>
                    <a:pt x="5613019" y="2545111"/>
                  </a:lnTo>
                  <a:lnTo>
                    <a:pt x="5613834" y="2625098"/>
                  </a:lnTo>
                  <a:lnTo>
                    <a:pt x="5614649" y="2577594"/>
                  </a:lnTo>
                  <a:lnTo>
                    <a:pt x="5615464" y="2388992"/>
                  </a:lnTo>
                  <a:lnTo>
                    <a:pt x="5616278" y="2374029"/>
                  </a:lnTo>
                  <a:lnTo>
                    <a:pt x="5617093" y="2433500"/>
                  </a:lnTo>
                  <a:lnTo>
                    <a:pt x="5617908" y="2491649"/>
                  </a:lnTo>
                  <a:lnTo>
                    <a:pt x="5618723" y="2564398"/>
                  </a:lnTo>
                  <a:lnTo>
                    <a:pt x="5619538" y="2725307"/>
                  </a:lnTo>
                  <a:lnTo>
                    <a:pt x="5620352" y="2980630"/>
                  </a:lnTo>
                  <a:lnTo>
                    <a:pt x="5621167" y="3116972"/>
                  </a:lnTo>
                  <a:lnTo>
                    <a:pt x="5621982" y="3111855"/>
                  </a:lnTo>
                  <a:lnTo>
                    <a:pt x="5622797" y="3093846"/>
                  </a:lnTo>
                  <a:lnTo>
                    <a:pt x="5623611" y="2960693"/>
                  </a:lnTo>
                  <a:lnTo>
                    <a:pt x="5624426" y="2854435"/>
                  </a:lnTo>
                  <a:lnTo>
                    <a:pt x="5625241" y="2801707"/>
                  </a:lnTo>
                  <a:lnTo>
                    <a:pt x="5626056" y="2778910"/>
                  </a:lnTo>
                  <a:lnTo>
                    <a:pt x="5626871" y="2827099"/>
                  </a:lnTo>
                  <a:lnTo>
                    <a:pt x="5627685" y="2866185"/>
                  </a:lnTo>
                  <a:lnTo>
                    <a:pt x="5628500" y="2968096"/>
                  </a:lnTo>
                  <a:lnTo>
                    <a:pt x="5629315" y="3000520"/>
                  </a:lnTo>
                  <a:lnTo>
                    <a:pt x="5630130" y="2930611"/>
                  </a:lnTo>
                  <a:lnTo>
                    <a:pt x="5630944" y="2993018"/>
                  </a:lnTo>
                  <a:lnTo>
                    <a:pt x="5631759" y="3043723"/>
                  </a:lnTo>
                  <a:lnTo>
                    <a:pt x="5632574" y="3069573"/>
                  </a:lnTo>
                  <a:lnTo>
                    <a:pt x="5633389" y="3074023"/>
                  </a:lnTo>
                  <a:lnTo>
                    <a:pt x="5634204" y="3114529"/>
                  </a:lnTo>
                  <a:lnTo>
                    <a:pt x="5635018" y="3116972"/>
                  </a:lnTo>
                  <a:lnTo>
                    <a:pt x="5635833" y="3116972"/>
                  </a:lnTo>
                  <a:lnTo>
                    <a:pt x="5636648" y="3087353"/>
                  </a:lnTo>
                  <a:lnTo>
                    <a:pt x="5637463" y="3061502"/>
                  </a:lnTo>
                  <a:lnTo>
                    <a:pt x="5638277" y="3077222"/>
                  </a:lnTo>
                  <a:lnTo>
                    <a:pt x="5639092" y="3116972"/>
                  </a:lnTo>
                  <a:lnTo>
                    <a:pt x="5639907" y="3116972"/>
                  </a:lnTo>
                  <a:lnTo>
                    <a:pt x="5640722" y="3095487"/>
                  </a:lnTo>
                  <a:lnTo>
                    <a:pt x="5641537" y="3010869"/>
                  </a:lnTo>
                  <a:lnTo>
                    <a:pt x="5642351" y="2964019"/>
                  </a:lnTo>
                  <a:lnTo>
                    <a:pt x="5643166" y="2951532"/>
                  </a:lnTo>
                  <a:lnTo>
                    <a:pt x="5643981" y="2920639"/>
                  </a:lnTo>
                  <a:lnTo>
                    <a:pt x="5644796" y="2897296"/>
                  </a:lnTo>
                  <a:lnTo>
                    <a:pt x="5645610" y="2891637"/>
                  </a:lnTo>
                  <a:lnTo>
                    <a:pt x="5646425" y="2855487"/>
                  </a:lnTo>
                  <a:lnTo>
                    <a:pt x="5647240" y="2815368"/>
                  </a:lnTo>
                  <a:lnTo>
                    <a:pt x="5648055" y="2769924"/>
                  </a:lnTo>
                  <a:lnTo>
                    <a:pt x="5648870" y="2743467"/>
                  </a:lnTo>
                  <a:lnTo>
                    <a:pt x="5649684" y="2693855"/>
                  </a:lnTo>
                  <a:lnTo>
                    <a:pt x="5650499" y="2662847"/>
                  </a:lnTo>
                  <a:lnTo>
                    <a:pt x="5651314" y="2672375"/>
                  </a:lnTo>
                  <a:lnTo>
                    <a:pt x="5652129" y="2711247"/>
                  </a:lnTo>
                  <a:lnTo>
                    <a:pt x="5652943" y="2746852"/>
                  </a:lnTo>
                  <a:lnTo>
                    <a:pt x="5653758" y="2753498"/>
                  </a:lnTo>
                  <a:lnTo>
                    <a:pt x="5654573" y="2739084"/>
                  </a:lnTo>
                  <a:lnTo>
                    <a:pt x="5655388" y="2702639"/>
                  </a:lnTo>
                  <a:lnTo>
                    <a:pt x="5656203" y="2668465"/>
                  </a:lnTo>
                  <a:lnTo>
                    <a:pt x="5657017" y="2713116"/>
                  </a:lnTo>
                  <a:lnTo>
                    <a:pt x="5657832" y="2712107"/>
                  </a:lnTo>
                  <a:lnTo>
                    <a:pt x="5658647" y="2565705"/>
                  </a:lnTo>
                  <a:lnTo>
                    <a:pt x="5659462" y="2472343"/>
                  </a:lnTo>
                  <a:lnTo>
                    <a:pt x="5660277" y="2514112"/>
                  </a:lnTo>
                  <a:lnTo>
                    <a:pt x="5661091" y="2583427"/>
                  </a:lnTo>
                  <a:lnTo>
                    <a:pt x="5661906" y="2526448"/>
                  </a:lnTo>
                  <a:lnTo>
                    <a:pt x="5662721" y="2459956"/>
                  </a:lnTo>
                  <a:lnTo>
                    <a:pt x="5663536" y="2519860"/>
                  </a:lnTo>
                  <a:lnTo>
                    <a:pt x="5664350" y="2642650"/>
                  </a:lnTo>
                  <a:lnTo>
                    <a:pt x="5665165" y="2718487"/>
                  </a:lnTo>
                  <a:lnTo>
                    <a:pt x="5665980" y="2787372"/>
                  </a:lnTo>
                  <a:lnTo>
                    <a:pt x="5666795" y="2822376"/>
                  </a:lnTo>
                  <a:lnTo>
                    <a:pt x="5667610" y="2890874"/>
                  </a:lnTo>
                  <a:lnTo>
                    <a:pt x="5668424" y="2959885"/>
                  </a:lnTo>
                  <a:lnTo>
                    <a:pt x="5669239" y="2909921"/>
                  </a:lnTo>
                  <a:lnTo>
                    <a:pt x="5670054" y="2869155"/>
                  </a:lnTo>
                  <a:lnTo>
                    <a:pt x="5670869" y="2834591"/>
                  </a:lnTo>
                  <a:lnTo>
                    <a:pt x="5671683" y="2790832"/>
                  </a:lnTo>
                  <a:lnTo>
                    <a:pt x="5672498" y="2739630"/>
                  </a:lnTo>
                  <a:lnTo>
                    <a:pt x="5673313" y="2707442"/>
                  </a:lnTo>
                  <a:lnTo>
                    <a:pt x="5674128" y="2572920"/>
                  </a:lnTo>
                  <a:lnTo>
                    <a:pt x="5674943" y="2419713"/>
                  </a:lnTo>
                  <a:lnTo>
                    <a:pt x="5675757" y="2398627"/>
                  </a:lnTo>
                  <a:lnTo>
                    <a:pt x="5676572" y="2459481"/>
                  </a:lnTo>
                  <a:lnTo>
                    <a:pt x="5677387" y="2439090"/>
                  </a:lnTo>
                  <a:lnTo>
                    <a:pt x="5678202" y="2373177"/>
                  </a:lnTo>
                  <a:lnTo>
                    <a:pt x="5679016" y="2541327"/>
                  </a:lnTo>
                  <a:lnTo>
                    <a:pt x="5679831" y="2696703"/>
                  </a:lnTo>
                  <a:lnTo>
                    <a:pt x="5680646" y="2625648"/>
                  </a:lnTo>
                  <a:lnTo>
                    <a:pt x="5681461" y="2572253"/>
                  </a:lnTo>
                  <a:lnTo>
                    <a:pt x="5682276" y="2595079"/>
                  </a:lnTo>
                  <a:lnTo>
                    <a:pt x="5683090" y="2656620"/>
                  </a:lnTo>
                  <a:lnTo>
                    <a:pt x="5683905" y="2665882"/>
                  </a:lnTo>
                  <a:lnTo>
                    <a:pt x="5684720" y="2609156"/>
                  </a:lnTo>
                  <a:lnTo>
                    <a:pt x="5685535" y="2649814"/>
                  </a:lnTo>
                  <a:lnTo>
                    <a:pt x="5686349" y="2646253"/>
                  </a:lnTo>
                  <a:lnTo>
                    <a:pt x="5687164" y="2605072"/>
                  </a:lnTo>
                  <a:lnTo>
                    <a:pt x="5687979" y="2617521"/>
                  </a:lnTo>
                  <a:lnTo>
                    <a:pt x="5688794" y="2585424"/>
                  </a:lnTo>
                  <a:lnTo>
                    <a:pt x="5689609" y="2578457"/>
                  </a:lnTo>
                  <a:lnTo>
                    <a:pt x="5690423" y="2651573"/>
                  </a:lnTo>
                  <a:lnTo>
                    <a:pt x="5691238" y="2699786"/>
                  </a:lnTo>
                  <a:lnTo>
                    <a:pt x="5692053" y="2753811"/>
                  </a:lnTo>
                  <a:lnTo>
                    <a:pt x="5692868" y="2743624"/>
                  </a:lnTo>
                  <a:lnTo>
                    <a:pt x="5693682" y="2802677"/>
                  </a:lnTo>
                  <a:lnTo>
                    <a:pt x="5694497" y="2886674"/>
                  </a:lnTo>
                  <a:lnTo>
                    <a:pt x="5695312" y="2760067"/>
                  </a:lnTo>
                  <a:lnTo>
                    <a:pt x="5696127" y="2625119"/>
                  </a:lnTo>
                  <a:lnTo>
                    <a:pt x="5696942" y="2560716"/>
                  </a:lnTo>
                  <a:lnTo>
                    <a:pt x="5697756" y="2564709"/>
                  </a:lnTo>
                  <a:lnTo>
                    <a:pt x="5698571" y="2533525"/>
                  </a:lnTo>
                  <a:lnTo>
                    <a:pt x="5699386" y="2552414"/>
                  </a:lnTo>
                  <a:lnTo>
                    <a:pt x="5700201" y="2654430"/>
                  </a:lnTo>
                  <a:lnTo>
                    <a:pt x="5701016" y="2728971"/>
                  </a:lnTo>
                  <a:lnTo>
                    <a:pt x="5701830" y="2748003"/>
                  </a:lnTo>
                  <a:lnTo>
                    <a:pt x="5702645" y="2736432"/>
                  </a:lnTo>
                  <a:lnTo>
                    <a:pt x="5703460" y="2749220"/>
                  </a:lnTo>
                  <a:lnTo>
                    <a:pt x="5704275" y="2640161"/>
                  </a:lnTo>
                  <a:lnTo>
                    <a:pt x="5705089" y="2544414"/>
                  </a:lnTo>
                  <a:lnTo>
                    <a:pt x="5705904" y="2493897"/>
                  </a:lnTo>
                  <a:lnTo>
                    <a:pt x="5706719" y="2423756"/>
                  </a:lnTo>
                  <a:lnTo>
                    <a:pt x="5707534" y="2303093"/>
                  </a:lnTo>
                  <a:lnTo>
                    <a:pt x="5708349" y="2159144"/>
                  </a:lnTo>
                  <a:lnTo>
                    <a:pt x="5709163" y="2080195"/>
                  </a:lnTo>
                  <a:lnTo>
                    <a:pt x="5709978" y="2044872"/>
                  </a:lnTo>
                  <a:lnTo>
                    <a:pt x="5710793" y="2075725"/>
                  </a:lnTo>
                  <a:lnTo>
                    <a:pt x="5711608" y="2116983"/>
                  </a:lnTo>
                  <a:lnTo>
                    <a:pt x="5712422" y="2236274"/>
                  </a:lnTo>
                  <a:lnTo>
                    <a:pt x="5713237" y="2307500"/>
                  </a:lnTo>
                  <a:lnTo>
                    <a:pt x="5714052" y="2404031"/>
                  </a:lnTo>
                  <a:lnTo>
                    <a:pt x="5714867" y="2402463"/>
                  </a:lnTo>
                  <a:lnTo>
                    <a:pt x="5715682" y="2383800"/>
                  </a:lnTo>
                  <a:lnTo>
                    <a:pt x="5716496" y="2358436"/>
                  </a:lnTo>
                  <a:lnTo>
                    <a:pt x="5717311" y="2237120"/>
                  </a:lnTo>
                  <a:lnTo>
                    <a:pt x="5718126" y="2251123"/>
                  </a:lnTo>
                  <a:lnTo>
                    <a:pt x="5718941" y="2280550"/>
                  </a:lnTo>
                  <a:lnTo>
                    <a:pt x="5719755" y="2383542"/>
                  </a:lnTo>
                  <a:lnTo>
                    <a:pt x="5720570" y="2478315"/>
                  </a:lnTo>
                  <a:lnTo>
                    <a:pt x="5721385" y="2613741"/>
                  </a:lnTo>
                  <a:lnTo>
                    <a:pt x="5722200" y="2795793"/>
                  </a:lnTo>
                  <a:lnTo>
                    <a:pt x="5723015" y="2881735"/>
                  </a:lnTo>
                  <a:lnTo>
                    <a:pt x="5723829" y="2952790"/>
                  </a:lnTo>
                  <a:lnTo>
                    <a:pt x="5724644" y="2991835"/>
                  </a:lnTo>
                  <a:lnTo>
                    <a:pt x="5725459" y="2968841"/>
                  </a:lnTo>
                  <a:lnTo>
                    <a:pt x="5726274" y="2949853"/>
                  </a:lnTo>
                  <a:lnTo>
                    <a:pt x="5727088" y="2949855"/>
                  </a:lnTo>
                  <a:lnTo>
                    <a:pt x="5727903" y="2955856"/>
                  </a:lnTo>
                  <a:lnTo>
                    <a:pt x="5728718" y="3000515"/>
                  </a:lnTo>
                  <a:lnTo>
                    <a:pt x="5729533" y="3052618"/>
                  </a:lnTo>
                  <a:lnTo>
                    <a:pt x="5730348" y="3096634"/>
                  </a:lnTo>
                  <a:lnTo>
                    <a:pt x="5731162" y="3116905"/>
                  </a:lnTo>
                  <a:lnTo>
                    <a:pt x="5731977" y="3116906"/>
                  </a:lnTo>
                  <a:lnTo>
                    <a:pt x="5732792" y="3110905"/>
                  </a:lnTo>
                  <a:lnTo>
                    <a:pt x="5733607" y="3075012"/>
                  </a:lnTo>
                  <a:lnTo>
                    <a:pt x="5734421" y="3040385"/>
                  </a:lnTo>
                  <a:lnTo>
                    <a:pt x="5735236" y="2986669"/>
                  </a:lnTo>
                  <a:lnTo>
                    <a:pt x="5736051" y="2956334"/>
                  </a:lnTo>
                  <a:lnTo>
                    <a:pt x="5736866" y="2910771"/>
                  </a:lnTo>
                  <a:lnTo>
                    <a:pt x="5737681" y="2868292"/>
                  </a:lnTo>
                  <a:lnTo>
                    <a:pt x="5738495" y="2766070"/>
                  </a:lnTo>
                  <a:lnTo>
                    <a:pt x="5739310" y="2724572"/>
                  </a:lnTo>
                  <a:lnTo>
                    <a:pt x="5740125" y="2749069"/>
                  </a:lnTo>
                  <a:lnTo>
                    <a:pt x="5740940" y="2739753"/>
                  </a:lnTo>
                  <a:lnTo>
                    <a:pt x="5741755" y="2791746"/>
                  </a:lnTo>
                  <a:lnTo>
                    <a:pt x="5742569" y="2760354"/>
                  </a:lnTo>
                  <a:lnTo>
                    <a:pt x="5743384" y="2782607"/>
                  </a:lnTo>
                  <a:lnTo>
                    <a:pt x="5744199" y="2875382"/>
                  </a:lnTo>
                  <a:lnTo>
                    <a:pt x="5745014" y="2917094"/>
                  </a:lnTo>
                  <a:lnTo>
                    <a:pt x="5745828" y="2911315"/>
                  </a:lnTo>
                  <a:lnTo>
                    <a:pt x="5746643" y="2824245"/>
                  </a:lnTo>
                  <a:lnTo>
                    <a:pt x="5747458" y="2741360"/>
                  </a:lnTo>
                  <a:lnTo>
                    <a:pt x="5748273" y="2661752"/>
                  </a:lnTo>
                  <a:lnTo>
                    <a:pt x="5749088" y="2569590"/>
                  </a:lnTo>
                  <a:lnTo>
                    <a:pt x="5749902" y="2526045"/>
                  </a:lnTo>
                  <a:lnTo>
                    <a:pt x="5750717" y="2518910"/>
                  </a:lnTo>
                  <a:lnTo>
                    <a:pt x="5751532" y="2575820"/>
                  </a:lnTo>
                  <a:lnTo>
                    <a:pt x="5752347" y="2682504"/>
                  </a:lnTo>
                  <a:lnTo>
                    <a:pt x="5753161" y="2732044"/>
                  </a:lnTo>
                  <a:lnTo>
                    <a:pt x="5753976" y="2689825"/>
                  </a:lnTo>
                  <a:lnTo>
                    <a:pt x="5754791" y="2596275"/>
                  </a:lnTo>
                  <a:lnTo>
                    <a:pt x="5755606" y="2623359"/>
                  </a:lnTo>
                  <a:lnTo>
                    <a:pt x="5756421" y="2626794"/>
                  </a:lnTo>
                  <a:lnTo>
                    <a:pt x="5757235" y="2657280"/>
                  </a:lnTo>
                  <a:lnTo>
                    <a:pt x="5758050" y="2747765"/>
                  </a:lnTo>
                  <a:lnTo>
                    <a:pt x="5758865" y="2763746"/>
                  </a:lnTo>
                  <a:lnTo>
                    <a:pt x="5759680" y="2805835"/>
                  </a:lnTo>
                  <a:lnTo>
                    <a:pt x="5760494" y="2674320"/>
                  </a:lnTo>
                  <a:lnTo>
                    <a:pt x="5761309" y="2522143"/>
                  </a:lnTo>
                  <a:lnTo>
                    <a:pt x="5762124" y="2427033"/>
                  </a:lnTo>
                  <a:lnTo>
                    <a:pt x="5762939" y="2299367"/>
                  </a:lnTo>
                  <a:lnTo>
                    <a:pt x="5763754" y="2251334"/>
                  </a:lnTo>
                  <a:lnTo>
                    <a:pt x="5764568" y="2214832"/>
                  </a:lnTo>
                  <a:lnTo>
                    <a:pt x="5765383" y="2234551"/>
                  </a:lnTo>
                  <a:lnTo>
                    <a:pt x="5766198" y="2201164"/>
                  </a:lnTo>
                  <a:lnTo>
                    <a:pt x="5767013" y="2122031"/>
                  </a:lnTo>
                  <a:lnTo>
                    <a:pt x="5767827" y="2110094"/>
                  </a:lnTo>
                  <a:lnTo>
                    <a:pt x="5768642" y="2135772"/>
                  </a:lnTo>
                  <a:lnTo>
                    <a:pt x="5769457" y="2121527"/>
                  </a:lnTo>
                  <a:lnTo>
                    <a:pt x="5770272" y="2133402"/>
                  </a:lnTo>
                  <a:lnTo>
                    <a:pt x="5771087" y="2268937"/>
                  </a:lnTo>
                  <a:lnTo>
                    <a:pt x="5771901" y="2463122"/>
                  </a:lnTo>
                  <a:lnTo>
                    <a:pt x="5772716" y="2621481"/>
                  </a:lnTo>
                  <a:lnTo>
                    <a:pt x="5773531" y="2679750"/>
                  </a:lnTo>
                  <a:lnTo>
                    <a:pt x="5774346" y="2767497"/>
                  </a:lnTo>
                  <a:lnTo>
                    <a:pt x="5775160" y="2815424"/>
                  </a:lnTo>
                  <a:lnTo>
                    <a:pt x="5775975" y="2889067"/>
                  </a:lnTo>
                  <a:lnTo>
                    <a:pt x="5776790" y="2937294"/>
                  </a:lnTo>
                  <a:lnTo>
                    <a:pt x="5777605" y="2927958"/>
                  </a:lnTo>
                  <a:lnTo>
                    <a:pt x="5778420" y="2892250"/>
                  </a:lnTo>
                  <a:lnTo>
                    <a:pt x="5779234" y="2855189"/>
                  </a:lnTo>
                  <a:lnTo>
                    <a:pt x="5780049" y="2845824"/>
                  </a:lnTo>
                  <a:lnTo>
                    <a:pt x="5780864" y="2819533"/>
                  </a:lnTo>
                  <a:lnTo>
                    <a:pt x="5781679" y="2719630"/>
                  </a:lnTo>
                  <a:lnTo>
                    <a:pt x="5782494" y="2639515"/>
                  </a:lnTo>
                  <a:lnTo>
                    <a:pt x="5783308" y="2646894"/>
                  </a:lnTo>
                  <a:lnTo>
                    <a:pt x="5784123" y="2672923"/>
                  </a:lnTo>
                  <a:lnTo>
                    <a:pt x="5784938" y="2706405"/>
                  </a:lnTo>
                  <a:lnTo>
                    <a:pt x="5785753" y="2685276"/>
                  </a:lnTo>
                  <a:lnTo>
                    <a:pt x="5786567" y="2683188"/>
                  </a:lnTo>
                  <a:lnTo>
                    <a:pt x="5787382" y="2711357"/>
                  </a:lnTo>
                  <a:lnTo>
                    <a:pt x="5788197" y="2692022"/>
                  </a:lnTo>
                  <a:lnTo>
                    <a:pt x="5789012" y="2670252"/>
                  </a:lnTo>
                  <a:lnTo>
                    <a:pt x="5789827" y="2693953"/>
                  </a:lnTo>
                  <a:lnTo>
                    <a:pt x="5790641" y="2719243"/>
                  </a:lnTo>
                  <a:lnTo>
                    <a:pt x="5791456" y="2725556"/>
                  </a:lnTo>
                  <a:lnTo>
                    <a:pt x="5792271" y="2758670"/>
                  </a:lnTo>
                  <a:lnTo>
                    <a:pt x="5793086" y="2801391"/>
                  </a:lnTo>
                  <a:lnTo>
                    <a:pt x="5793900" y="2842305"/>
                  </a:lnTo>
                  <a:lnTo>
                    <a:pt x="5794715" y="2857874"/>
                  </a:lnTo>
                  <a:lnTo>
                    <a:pt x="5795530" y="2782742"/>
                  </a:lnTo>
                  <a:lnTo>
                    <a:pt x="5796345" y="2745416"/>
                  </a:lnTo>
                  <a:lnTo>
                    <a:pt x="5797160" y="2734027"/>
                  </a:lnTo>
                  <a:lnTo>
                    <a:pt x="5797974" y="2727834"/>
                  </a:lnTo>
                  <a:lnTo>
                    <a:pt x="5798789" y="2629074"/>
                  </a:lnTo>
                  <a:lnTo>
                    <a:pt x="5799604" y="2505299"/>
                  </a:lnTo>
                  <a:lnTo>
                    <a:pt x="5800419" y="2464687"/>
                  </a:lnTo>
                  <a:lnTo>
                    <a:pt x="5801233" y="2456401"/>
                  </a:lnTo>
                  <a:lnTo>
                    <a:pt x="5802048" y="2405059"/>
                  </a:lnTo>
                  <a:lnTo>
                    <a:pt x="5802863" y="2367949"/>
                  </a:lnTo>
                  <a:lnTo>
                    <a:pt x="5803678" y="2458309"/>
                  </a:lnTo>
                  <a:lnTo>
                    <a:pt x="5804493" y="2547471"/>
                  </a:lnTo>
                  <a:lnTo>
                    <a:pt x="5805307" y="2646354"/>
                  </a:lnTo>
                  <a:lnTo>
                    <a:pt x="5806122" y="2686322"/>
                  </a:lnTo>
                  <a:lnTo>
                    <a:pt x="5806937" y="2754515"/>
                  </a:lnTo>
                  <a:lnTo>
                    <a:pt x="5807752" y="2834132"/>
                  </a:lnTo>
                  <a:lnTo>
                    <a:pt x="5808566" y="2799047"/>
                  </a:lnTo>
                  <a:lnTo>
                    <a:pt x="5809381" y="2686090"/>
                  </a:lnTo>
                  <a:lnTo>
                    <a:pt x="5810196" y="2538054"/>
                  </a:lnTo>
                  <a:lnTo>
                    <a:pt x="5811011" y="2468457"/>
                  </a:lnTo>
                  <a:lnTo>
                    <a:pt x="5811826" y="2419116"/>
                  </a:lnTo>
                  <a:lnTo>
                    <a:pt x="5812640" y="2397789"/>
                  </a:lnTo>
                  <a:lnTo>
                    <a:pt x="5813455" y="2385280"/>
                  </a:lnTo>
                  <a:lnTo>
                    <a:pt x="5814270" y="2456929"/>
                  </a:lnTo>
                  <a:lnTo>
                    <a:pt x="5815085" y="2590220"/>
                  </a:lnTo>
                  <a:lnTo>
                    <a:pt x="5815900" y="2528456"/>
                  </a:lnTo>
                  <a:lnTo>
                    <a:pt x="5816714" y="2293186"/>
                  </a:lnTo>
                  <a:lnTo>
                    <a:pt x="5817529" y="2071355"/>
                  </a:lnTo>
                  <a:lnTo>
                    <a:pt x="5818344" y="1985441"/>
                  </a:lnTo>
                  <a:lnTo>
                    <a:pt x="5819159" y="1868416"/>
                  </a:lnTo>
                  <a:lnTo>
                    <a:pt x="5819973" y="1656610"/>
                  </a:lnTo>
                  <a:lnTo>
                    <a:pt x="5820788" y="1629865"/>
                  </a:lnTo>
                  <a:lnTo>
                    <a:pt x="5821603" y="1740065"/>
                  </a:lnTo>
                  <a:lnTo>
                    <a:pt x="5822418" y="1748641"/>
                  </a:lnTo>
                  <a:lnTo>
                    <a:pt x="5823233" y="1689726"/>
                  </a:lnTo>
                  <a:lnTo>
                    <a:pt x="5824047" y="1862265"/>
                  </a:lnTo>
                  <a:lnTo>
                    <a:pt x="5824862" y="2013580"/>
                  </a:lnTo>
                  <a:lnTo>
                    <a:pt x="5825677" y="2093027"/>
                  </a:lnTo>
                  <a:lnTo>
                    <a:pt x="5826492" y="2175550"/>
                  </a:lnTo>
                  <a:lnTo>
                    <a:pt x="5827306" y="2281333"/>
                  </a:lnTo>
                  <a:lnTo>
                    <a:pt x="5828121" y="2308893"/>
                  </a:lnTo>
                  <a:lnTo>
                    <a:pt x="5828936" y="2103136"/>
                  </a:lnTo>
                  <a:lnTo>
                    <a:pt x="5829751" y="2069088"/>
                  </a:lnTo>
                  <a:lnTo>
                    <a:pt x="5830566" y="2157160"/>
                  </a:lnTo>
                  <a:lnTo>
                    <a:pt x="5831380" y="2274565"/>
                  </a:lnTo>
                  <a:lnTo>
                    <a:pt x="5832195" y="2368698"/>
                  </a:lnTo>
                  <a:lnTo>
                    <a:pt x="5833010" y="2571699"/>
                  </a:lnTo>
                  <a:lnTo>
                    <a:pt x="5833825" y="2811945"/>
                  </a:lnTo>
                  <a:lnTo>
                    <a:pt x="5834639" y="2956896"/>
                  </a:lnTo>
                  <a:lnTo>
                    <a:pt x="5835454" y="2996998"/>
                  </a:lnTo>
                  <a:lnTo>
                    <a:pt x="5836269" y="2934704"/>
                  </a:lnTo>
                  <a:lnTo>
                    <a:pt x="5837084" y="2889511"/>
                  </a:lnTo>
                  <a:lnTo>
                    <a:pt x="5837899" y="2819815"/>
                  </a:lnTo>
                  <a:lnTo>
                    <a:pt x="5838713" y="2798647"/>
                  </a:lnTo>
                  <a:lnTo>
                    <a:pt x="5839528" y="2754458"/>
                  </a:lnTo>
                  <a:lnTo>
                    <a:pt x="5840343" y="2751830"/>
                  </a:lnTo>
                  <a:lnTo>
                    <a:pt x="5841158" y="2832062"/>
                  </a:lnTo>
                  <a:lnTo>
                    <a:pt x="5841972" y="2917594"/>
                  </a:lnTo>
                  <a:lnTo>
                    <a:pt x="5842787" y="2947418"/>
                  </a:lnTo>
                  <a:lnTo>
                    <a:pt x="5843602" y="2933785"/>
                  </a:lnTo>
                  <a:lnTo>
                    <a:pt x="5844417" y="2977975"/>
                  </a:lnTo>
                  <a:lnTo>
                    <a:pt x="5845232" y="2983841"/>
                  </a:lnTo>
                  <a:lnTo>
                    <a:pt x="5846046" y="2963888"/>
                  </a:lnTo>
                  <a:lnTo>
                    <a:pt x="5846861" y="2975910"/>
                  </a:lnTo>
                  <a:lnTo>
                    <a:pt x="5847676" y="3012380"/>
                  </a:lnTo>
                  <a:lnTo>
                    <a:pt x="5848491" y="2971653"/>
                  </a:lnTo>
                  <a:lnTo>
                    <a:pt x="5849305" y="2841688"/>
                  </a:lnTo>
                  <a:lnTo>
                    <a:pt x="5850120" y="2821944"/>
                  </a:lnTo>
                  <a:lnTo>
                    <a:pt x="5850935" y="2784091"/>
                  </a:lnTo>
                  <a:lnTo>
                    <a:pt x="5851750" y="2705637"/>
                  </a:lnTo>
                  <a:lnTo>
                    <a:pt x="5852565" y="2700427"/>
                  </a:lnTo>
                  <a:lnTo>
                    <a:pt x="5853379" y="2715577"/>
                  </a:lnTo>
                  <a:lnTo>
                    <a:pt x="5854194" y="2762781"/>
                  </a:lnTo>
                  <a:lnTo>
                    <a:pt x="5855009" y="2652135"/>
                  </a:lnTo>
                  <a:lnTo>
                    <a:pt x="5855824" y="2639879"/>
                  </a:lnTo>
                  <a:lnTo>
                    <a:pt x="5856639" y="2634732"/>
                  </a:lnTo>
                  <a:lnTo>
                    <a:pt x="5857453" y="2586698"/>
                  </a:lnTo>
                  <a:lnTo>
                    <a:pt x="5858268" y="2595541"/>
                  </a:lnTo>
                  <a:lnTo>
                    <a:pt x="5859083" y="2577926"/>
                  </a:lnTo>
                  <a:lnTo>
                    <a:pt x="5859898" y="2646977"/>
                  </a:lnTo>
                  <a:lnTo>
                    <a:pt x="5860712" y="2589946"/>
                  </a:lnTo>
                  <a:lnTo>
                    <a:pt x="5861527" y="2555907"/>
                  </a:lnTo>
                  <a:lnTo>
                    <a:pt x="5862342" y="2543845"/>
                  </a:lnTo>
                  <a:lnTo>
                    <a:pt x="5863157" y="2606761"/>
                  </a:lnTo>
                  <a:lnTo>
                    <a:pt x="5863972" y="2654420"/>
                  </a:lnTo>
                  <a:lnTo>
                    <a:pt x="5864786" y="2645434"/>
                  </a:lnTo>
                  <a:lnTo>
                    <a:pt x="5865601" y="2751885"/>
                  </a:lnTo>
                  <a:lnTo>
                    <a:pt x="5866416" y="2850795"/>
                  </a:lnTo>
                  <a:lnTo>
                    <a:pt x="5867231" y="2809256"/>
                  </a:lnTo>
                  <a:lnTo>
                    <a:pt x="5868045" y="2661567"/>
                  </a:lnTo>
                  <a:lnTo>
                    <a:pt x="5868860" y="2648408"/>
                  </a:lnTo>
                  <a:lnTo>
                    <a:pt x="5869675" y="2688095"/>
                  </a:lnTo>
                  <a:lnTo>
                    <a:pt x="5870490" y="2597689"/>
                  </a:lnTo>
                  <a:lnTo>
                    <a:pt x="5871305" y="2570875"/>
                  </a:lnTo>
                  <a:lnTo>
                    <a:pt x="5872119" y="2707812"/>
                  </a:lnTo>
                  <a:lnTo>
                    <a:pt x="5872934" y="2807855"/>
                  </a:lnTo>
                  <a:lnTo>
                    <a:pt x="5873749" y="2824762"/>
                  </a:lnTo>
                  <a:lnTo>
                    <a:pt x="5874564" y="2845107"/>
                  </a:lnTo>
                  <a:lnTo>
                    <a:pt x="5875378" y="2908669"/>
                  </a:lnTo>
                  <a:lnTo>
                    <a:pt x="5876193" y="2861810"/>
                  </a:lnTo>
                  <a:lnTo>
                    <a:pt x="5877008" y="2689503"/>
                  </a:lnTo>
                  <a:lnTo>
                    <a:pt x="5877823" y="2617719"/>
                  </a:lnTo>
                  <a:lnTo>
                    <a:pt x="5878638" y="2604369"/>
                  </a:lnTo>
                  <a:lnTo>
                    <a:pt x="5879452" y="2561099"/>
                  </a:lnTo>
                  <a:lnTo>
                    <a:pt x="5880267" y="2561693"/>
                  </a:lnTo>
                  <a:lnTo>
                    <a:pt x="5881082" y="2621745"/>
                  </a:lnTo>
                  <a:lnTo>
                    <a:pt x="5881897" y="2761396"/>
                  </a:lnTo>
                  <a:lnTo>
                    <a:pt x="5882711" y="2869439"/>
                  </a:lnTo>
                  <a:lnTo>
                    <a:pt x="5883526" y="2931761"/>
                  </a:lnTo>
                  <a:lnTo>
                    <a:pt x="5884341" y="2939209"/>
                  </a:lnTo>
                  <a:lnTo>
                    <a:pt x="5885156" y="2864749"/>
                  </a:lnTo>
                  <a:lnTo>
                    <a:pt x="5885971" y="2866611"/>
                  </a:lnTo>
                  <a:lnTo>
                    <a:pt x="5886785" y="2856074"/>
                  </a:lnTo>
                  <a:lnTo>
                    <a:pt x="5887600" y="2817187"/>
                  </a:lnTo>
                  <a:lnTo>
                    <a:pt x="5888415" y="2791705"/>
                  </a:lnTo>
                  <a:lnTo>
                    <a:pt x="5889230" y="2815567"/>
                  </a:lnTo>
                  <a:lnTo>
                    <a:pt x="5890044" y="2879139"/>
                  </a:lnTo>
                  <a:lnTo>
                    <a:pt x="5890859" y="2882068"/>
                  </a:lnTo>
                  <a:lnTo>
                    <a:pt x="5891674" y="2855321"/>
                  </a:lnTo>
                  <a:lnTo>
                    <a:pt x="5892489" y="2843580"/>
                  </a:lnTo>
                  <a:lnTo>
                    <a:pt x="5893304" y="2827938"/>
                  </a:lnTo>
                  <a:lnTo>
                    <a:pt x="5894118" y="2779014"/>
                  </a:lnTo>
                  <a:lnTo>
                    <a:pt x="5894933" y="2722921"/>
                  </a:lnTo>
                  <a:lnTo>
                    <a:pt x="5895748" y="2684349"/>
                  </a:lnTo>
                  <a:lnTo>
                    <a:pt x="5896563" y="2671396"/>
                  </a:lnTo>
                  <a:lnTo>
                    <a:pt x="5897378" y="2669966"/>
                  </a:lnTo>
                  <a:lnTo>
                    <a:pt x="5898192" y="2621729"/>
                  </a:lnTo>
                  <a:lnTo>
                    <a:pt x="5899007" y="2548285"/>
                  </a:lnTo>
                  <a:lnTo>
                    <a:pt x="5899822" y="2458716"/>
                  </a:lnTo>
                  <a:lnTo>
                    <a:pt x="5900637" y="2355821"/>
                  </a:lnTo>
                  <a:lnTo>
                    <a:pt x="5901451" y="2300868"/>
                  </a:lnTo>
                  <a:lnTo>
                    <a:pt x="5902266" y="2286781"/>
                  </a:lnTo>
                  <a:lnTo>
                    <a:pt x="5903081" y="2288770"/>
                  </a:lnTo>
                  <a:lnTo>
                    <a:pt x="5903896" y="2379158"/>
                  </a:lnTo>
                  <a:lnTo>
                    <a:pt x="5904711" y="2524468"/>
                  </a:lnTo>
                  <a:lnTo>
                    <a:pt x="5905525" y="2575209"/>
                  </a:lnTo>
                  <a:lnTo>
                    <a:pt x="5906340" y="2596461"/>
                  </a:lnTo>
                  <a:lnTo>
                    <a:pt x="5907155" y="2658504"/>
                  </a:lnTo>
                  <a:lnTo>
                    <a:pt x="5907970" y="2749526"/>
                  </a:lnTo>
                  <a:lnTo>
                    <a:pt x="5908784" y="2803657"/>
                  </a:lnTo>
                  <a:lnTo>
                    <a:pt x="5909599" y="2854072"/>
                  </a:lnTo>
                  <a:lnTo>
                    <a:pt x="5910414" y="2887432"/>
                  </a:lnTo>
                  <a:lnTo>
                    <a:pt x="5911229" y="2880253"/>
                  </a:lnTo>
                  <a:lnTo>
                    <a:pt x="5912044" y="2829532"/>
                  </a:lnTo>
                  <a:lnTo>
                    <a:pt x="5912858" y="2823414"/>
                  </a:lnTo>
                  <a:lnTo>
                    <a:pt x="5913673" y="2823511"/>
                  </a:lnTo>
                  <a:lnTo>
                    <a:pt x="5914488" y="2837596"/>
                  </a:lnTo>
                  <a:lnTo>
                    <a:pt x="5915303" y="2879333"/>
                  </a:lnTo>
                  <a:lnTo>
                    <a:pt x="5916117" y="2813713"/>
                  </a:lnTo>
                  <a:lnTo>
                    <a:pt x="5916932" y="2732008"/>
                  </a:lnTo>
                  <a:lnTo>
                    <a:pt x="5917747" y="2663932"/>
                  </a:lnTo>
                  <a:lnTo>
                    <a:pt x="5918562" y="2567498"/>
                  </a:lnTo>
                  <a:lnTo>
                    <a:pt x="5919377" y="2482136"/>
                  </a:lnTo>
                  <a:lnTo>
                    <a:pt x="5920191" y="2515529"/>
                  </a:lnTo>
                  <a:lnTo>
                    <a:pt x="5921006" y="2688486"/>
                  </a:lnTo>
                  <a:lnTo>
                    <a:pt x="5921821" y="2827241"/>
                  </a:lnTo>
                  <a:lnTo>
                    <a:pt x="5922636" y="2831540"/>
                  </a:lnTo>
                  <a:lnTo>
                    <a:pt x="5923450" y="2861494"/>
                  </a:lnTo>
                  <a:lnTo>
                    <a:pt x="5924265" y="2803455"/>
                  </a:lnTo>
                  <a:lnTo>
                    <a:pt x="5925080" y="2747880"/>
                  </a:lnTo>
                  <a:lnTo>
                    <a:pt x="5925895" y="2739890"/>
                  </a:lnTo>
                  <a:lnTo>
                    <a:pt x="5926710" y="2743668"/>
                  </a:lnTo>
                  <a:lnTo>
                    <a:pt x="5927524" y="2833632"/>
                  </a:lnTo>
                  <a:lnTo>
                    <a:pt x="5928339" y="2867076"/>
                  </a:lnTo>
                  <a:lnTo>
                    <a:pt x="5929154" y="2922684"/>
                  </a:lnTo>
                  <a:lnTo>
                    <a:pt x="5929969" y="2928785"/>
                  </a:lnTo>
                  <a:lnTo>
                    <a:pt x="5930783" y="2881299"/>
                  </a:lnTo>
                  <a:lnTo>
                    <a:pt x="5931598" y="2799849"/>
                  </a:lnTo>
                  <a:lnTo>
                    <a:pt x="5932413" y="2734793"/>
                  </a:lnTo>
                  <a:lnTo>
                    <a:pt x="5933228" y="2754229"/>
                  </a:lnTo>
                  <a:lnTo>
                    <a:pt x="5934043" y="2765170"/>
                  </a:lnTo>
                  <a:lnTo>
                    <a:pt x="5934857" y="2670008"/>
                  </a:lnTo>
                  <a:lnTo>
                    <a:pt x="5935672" y="2539705"/>
                  </a:lnTo>
                  <a:lnTo>
                    <a:pt x="5936487" y="2490915"/>
                  </a:lnTo>
                  <a:lnTo>
                    <a:pt x="5937302" y="2499672"/>
                  </a:lnTo>
                  <a:lnTo>
                    <a:pt x="5938117" y="2476231"/>
                  </a:lnTo>
                  <a:lnTo>
                    <a:pt x="5938931" y="2478236"/>
                  </a:lnTo>
                  <a:lnTo>
                    <a:pt x="5939746" y="2558251"/>
                  </a:lnTo>
                  <a:lnTo>
                    <a:pt x="5940561" y="2623216"/>
                  </a:lnTo>
                  <a:lnTo>
                    <a:pt x="5941376" y="2564942"/>
                  </a:lnTo>
                  <a:lnTo>
                    <a:pt x="5942190" y="2423160"/>
                  </a:lnTo>
                  <a:lnTo>
                    <a:pt x="5943005" y="2350754"/>
                  </a:lnTo>
                  <a:lnTo>
                    <a:pt x="5943820" y="2279242"/>
                  </a:lnTo>
                  <a:lnTo>
                    <a:pt x="5944635" y="2241886"/>
                  </a:lnTo>
                  <a:lnTo>
                    <a:pt x="5945450" y="2283060"/>
                  </a:lnTo>
                  <a:lnTo>
                    <a:pt x="5946264" y="2374045"/>
                  </a:lnTo>
                  <a:lnTo>
                    <a:pt x="5947079" y="2401406"/>
                  </a:lnTo>
                  <a:lnTo>
                    <a:pt x="5947894" y="2394290"/>
                  </a:lnTo>
                  <a:lnTo>
                    <a:pt x="5948709" y="2467490"/>
                  </a:lnTo>
                  <a:lnTo>
                    <a:pt x="5949523" y="2579266"/>
                  </a:lnTo>
                  <a:lnTo>
                    <a:pt x="5950338" y="2606106"/>
                  </a:lnTo>
                  <a:lnTo>
                    <a:pt x="5951153" y="2603704"/>
                  </a:lnTo>
                  <a:lnTo>
                    <a:pt x="5951968" y="2725625"/>
                  </a:lnTo>
                  <a:lnTo>
                    <a:pt x="5952783" y="2822764"/>
                  </a:lnTo>
                  <a:lnTo>
                    <a:pt x="5953597" y="2817288"/>
                  </a:lnTo>
                  <a:lnTo>
                    <a:pt x="5954412" y="2773777"/>
                  </a:lnTo>
                  <a:lnTo>
                    <a:pt x="5955227" y="2755767"/>
                  </a:lnTo>
                  <a:lnTo>
                    <a:pt x="5956042" y="2800676"/>
                  </a:lnTo>
                  <a:lnTo>
                    <a:pt x="5956856" y="2782180"/>
                  </a:lnTo>
                  <a:lnTo>
                    <a:pt x="5957671" y="2714400"/>
                  </a:lnTo>
                  <a:lnTo>
                    <a:pt x="5958486" y="2637341"/>
                  </a:lnTo>
                  <a:lnTo>
                    <a:pt x="5959301" y="2610128"/>
                  </a:lnTo>
                  <a:lnTo>
                    <a:pt x="5960116" y="2608472"/>
                  </a:lnTo>
                  <a:lnTo>
                    <a:pt x="5960930" y="2539117"/>
                  </a:lnTo>
                  <a:lnTo>
                    <a:pt x="5961745" y="2519943"/>
                  </a:lnTo>
                  <a:lnTo>
                    <a:pt x="5962560" y="2607409"/>
                  </a:lnTo>
                  <a:lnTo>
                    <a:pt x="5963375" y="2769981"/>
                  </a:lnTo>
                  <a:lnTo>
                    <a:pt x="5964189" y="2876486"/>
                  </a:lnTo>
                  <a:lnTo>
                    <a:pt x="5965004" y="2951962"/>
                  </a:lnTo>
                  <a:lnTo>
                    <a:pt x="5965819" y="3086327"/>
                  </a:lnTo>
                  <a:lnTo>
                    <a:pt x="5966634" y="3116972"/>
                  </a:lnTo>
                  <a:lnTo>
                    <a:pt x="5967449" y="3067707"/>
                  </a:lnTo>
                  <a:lnTo>
                    <a:pt x="5968263" y="2864150"/>
                  </a:lnTo>
                  <a:lnTo>
                    <a:pt x="5969078" y="2703209"/>
                  </a:lnTo>
                  <a:lnTo>
                    <a:pt x="5969893" y="2629932"/>
                  </a:lnTo>
                  <a:lnTo>
                    <a:pt x="5970708" y="2560622"/>
                  </a:lnTo>
                  <a:lnTo>
                    <a:pt x="5971522" y="2486482"/>
                  </a:lnTo>
                  <a:lnTo>
                    <a:pt x="5972337" y="2574575"/>
                  </a:lnTo>
                  <a:lnTo>
                    <a:pt x="5973152" y="2646701"/>
                  </a:lnTo>
                  <a:lnTo>
                    <a:pt x="5973967" y="2586509"/>
                  </a:lnTo>
                  <a:lnTo>
                    <a:pt x="5974782" y="2454963"/>
                  </a:lnTo>
                  <a:lnTo>
                    <a:pt x="5975596" y="2319984"/>
                  </a:lnTo>
                  <a:lnTo>
                    <a:pt x="5976411" y="2267720"/>
                  </a:lnTo>
                  <a:lnTo>
                    <a:pt x="5977226" y="2227435"/>
                  </a:lnTo>
                  <a:lnTo>
                    <a:pt x="5978041" y="2245357"/>
                  </a:lnTo>
                  <a:lnTo>
                    <a:pt x="5978856" y="2252803"/>
                  </a:lnTo>
                  <a:lnTo>
                    <a:pt x="5979670" y="2253091"/>
                  </a:lnTo>
                  <a:lnTo>
                    <a:pt x="5980485" y="2288666"/>
                  </a:lnTo>
                  <a:lnTo>
                    <a:pt x="5981300" y="2361618"/>
                  </a:lnTo>
                  <a:lnTo>
                    <a:pt x="5982115" y="2366697"/>
                  </a:lnTo>
                  <a:lnTo>
                    <a:pt x="5982929" y="2294897"/>
                  </a:lnTo>
                  <a:lnTo>
                    <a:pt x="5983744" y="2282802"/>
                  </a:lnTo>
                  <a:lnTo>
                    <a:pt x="5984559" y="2356613"/>
                  </a:lnTo>
                  <a:lnTo>
                    <a:pt x="5985374" y="2479539"/>
                  </a:lnTo>
                  <a:lnTo>
                    <a:pt x="5986189" y="2440464"/>
                  </a:lnTo>
                  <a:lnTo>
                    <a:pt x="5987003" y="2375899"/>
                  </a:lnTo>
                  <a:lnTo>
                    <a:pt x="5987818" y="2413546"/>
                  </a:lnTo>
                  <a:lnTo>
                    <a:pt x="5988633" y="2378405"/>
                  </a:lnTo>
                  <a:lnTo>
                    <a:pt x="5989448" y="2232550"/>
                  </a:lnTo>
                  <a:lnTo>
                    <a:pt x="5990262" y="2092529"/>
                  </a:lnTo>
                  <a:lnTo>
                    <a:pt x="5991077" y="2056014"/>
                  </a:lnTo>
                  <a:lnTo>
                    <a:pt x="5991892" y="2008836"/>
                  </a:lnTo>
                  <a:lnTo>
                    <a:pt x="5992707" y="1913324"/>
                  </a:lnTo>
                  <a:lnTo>
                    <a:pt x="5993522" y="1911054"/>
                  </a:lnTo>
                  <a:lnTo>
                    <a:pt x="5994336" y="1888248"/>
                  </a:lnTo>
                  <a:lnTo>
                    <a:pt x="5995151" y="1788464"/>
                  </a:lnTo>
                  <a:lnTo>
                    <a:pt x="5995966" y="1792709"/>
                  </a:lnTo>
                  <a:lnTo>
                    <a:pt x="5996781" y="1940812"/>
                  </a:lnTo>
                  <a:lnTo>
                    <a:pt x="5997595" y="2150783"/>
                  </a:lnTo>
                  <a:lnTo>
                    <a:pt x="5998410" y="2377007"/>
                  </a:lnTo>
                  <a:lnTo>
                    <a:pt x="5999225" y="2620985"/>
                  </a:lnTo>
                  <a:lnTo>
                    <a:pt x="6000040" y="2807896"/>
                  </a:lnTo>
                  <a:lnTo>
                    <a:pt x="6000855" y="2838812"/>
                  </a:lnTo>
                  <a:lnTo>
                    <a:pt x="6001669" y="2686726"/>
                  </a:lnTo>
                  <a:lnTo>
                    <a:pt x="6002484" y="2535947"/>
                  </a:lnTo>
                  <a:lnTo>
                    <a:pt x="6003299" y="2420611"/>
                  </a:lnTo>
                  <a:lnTo>
                    <a:pt x="6004114" y="2411090"/>
                  </a:lnTo>
                  <a:lnTo>
                    <a:pt x="6004928" y="2366424"/>
                  </a:lnTo>
                  <a:lnTo>
                    <a:pt x="6005743" y="2311039"/>
                  </a:lnTo>
                  <a:lnTo>
                    <a:pt x="6006558" y="2407137"/>
                  </a:lnTo>
                  <a:lnTo>
                    <a:pt x="6007373" y="2549928"/>
                  </a:lnTo>
                  <a:lnTo>
                    <a:pt x="6008188" y="2666455"/>
                  </a:lnTo>
                  <a:lnTo>
                    <a:pt x="6009002" y="2725781"/>
                  </a:lnTo>
                  <a:lnTo>
                    <a:pt x="6009817" y="2829770"/>
                  </a:lnTo>
                  <a:lnTo>
                    <a:pt x="6010632" y="2882236"/>
                  </a:lnTo>
                  <a:lnTo>
                    <a:pt x="6011447" y="2861988"/>
                  </a:lnTo>
                  <a:lnTo>
                    <a:pt x="6012261" y="2840956"/>
                  </a:lnTo>
                  <a:lnTo>
                    <a:pt x="6013076" y="2840957"/>
                  </a:lnTo>
                  <a:lnTo>
                    <a:pt x="6013891" y="2822795"/>
                  </a:lnTo>
                  <a:lnTo>
                    <a:pt x="6014706" y="2776608"/>
                  </a:lnTo>
                  <a:lnTo>
                    <a:pt x="6015521" y="2777322"/>
                  </a:lnTo>
                  <a:lnTo>
                    <a:pt x="6016335" y="2773905"/>
                  </a:lnTo>
                  <a:lnTo>
                    <a:pt x="6017150" y="2724611"/>
                  </a:lnTo>
                  <a:lnTo>
                    <a:pt x="6017965" y="2657565"/>
                  </a:lnTo>
                  <a:lnTo>
                    <a:pt x="6018780" y="2649256"/>
                  </a:lnTo>
                  <a:lnTo>
                    <a:pt x="6019595" y="2689068"/>
                  </a:lnTo>
                  <a:lnTo>
                    <a:pt x="6020409" y="2691866"/>
                  </a:lnTo>
                  <a:lnTo>
                    <a:pt x="6021224" y="2609137"/>
                  </a:lnTo>
                  <a:lnTo>
                    <a:pt x="6022039" y="2482150"/>
                  </a:lnTo>
                  <a:lnTo>
                    <a:pt x="6022854" y="2371911"/>
                  </a:lnTo>
                  <a:lnTo>
                    <a:pt x="6023668" y="2201295"/>
                  </a:lnTo>
                  <a:lnTo>
                    <a:pt x="6024483" y="2022384"/>
                  </a:lnTo>
                  <a:lnTo>
                    <a:pt x="6025298" y="1941002"/>
                  </a:lnTo>
                  <a:lnTo>
                    <a:pt x="6026113" y="1977780"/>
                  </a:lnTo>
                  <a:lnTo>
                    <a:pt x="6026928" y="2037916"/>
                  </a:lnTo>
                  <a:lnTo>
                    <a:pt x="6027742" y="2085189"/>
                  </a:lnTo>
                  <a:lnTo>
                    <a:pt x="6028557" y="2166496"/>
                  </a:lnTo>
                  <a:lnTo>
                    <a:pt x="6029372" y="2236565"/>
                  </a:lnTo>
                  <a:lnTo>
                    <a:pt x="6030187" y="2337907"/>
                  </a:lnTo>
                  <a:lnTo>
                    <a:pt x="6031001" y="2388960"/>
                  </a:lnTo>
                  <a:lnTo>
                    <a:pt x="6031816" y="2444124"/>
                  </a:lnTo>
                  <a:lnTo>
                    <a:pt x="6032631" y="2585899"/>
                  </a:lnTo>
                  <a:lnTo>
                    <a:pt x="6033446" y="2641495"/>
                  </a:lnTo>
                  <a:lnTo>
                    <a:pt x="6034261" y="2646373"/>
                  </a:lnTo>
                  <a:lnTo>
                    <a:pt x="6035075" y="2512647"/>
                  </a:lnTo>
                  <a:lnTo>
                    <a:pt x="6035890" y="2420721"/>
                  </a:lnTo>
                  <a:lnTo>
                    <a:pt x="6036705" y="2341863"/>
                  </a:lnTo>
                  <a:lnTo>
                    <a:pt x="6037520" y="2168436"/>
                  </a:lnTo>
                  <a:lnTo>
                    <a:pt x="6038334" y="2093586"/>
                  </a:lnTo>
                  <a:lnTo>
                    <a:pt x="6039149" y="2037349"/>
                  </a:lnTo>
                  <a:lnTo>
                    <a:pt x="6039964" y="1972866"/>
                  </a:lnTo>
                  <a:lnTo>
                    <a:pt x="6040779" y="1829472"/>
                  </a:lnTo>
                  <a:lnTo>
                    <a:pt x="6041594" y="1702395"/>
                  </a:lnTo>
                  <a:lnTo>
                    <a:pt x="6042408" y="1709198"/>
                  </a:lnTo>
                  <a:lnTo>
                    <a:pt x="6043223" y="1743740"/>
                  </a:lnTo>
                  <a:lnTo>
                    <a:pt x="6044038" y="1847328"/>
                  </a:lnTo>
                  <a:lnTo>
                    <a:pt x="6044853" y="2038448"/>
                  </a:lnTo>
                  <a:lnTo>
                    <a:pt x="6045667" y="2293236"/>
                  </a:lnTo>
                  <a:lnTo>
                    <a:pt x="6046482" y="2497224"/>
                  </a:lnTo>
                  <a:lnTo>
                    <a:pt x="6047297" y="2505858"/>
                  </a:lnTo>
                  <a:lnTo>
                    <a:pt x="6048112" y="2424459"/>
                  </a:lnTo>
                  <a:lnTo>
                    <a:pt x="6048927" y="2420882"/>
                  </a:lnTo>
                  <a:lnTo>
                    <a:pt x="6049741" y="2405125"/>
                  </a:lnTo>
                  <a:lnTo>
                    <a:pt x="6050556" y="2389181"/>
                  </a:lnTo>
                  <a:lnTo>
                    <a:pt x="6051371" y="2389670"/>
                  </a:lnTo>
                  <a:lnTo>
                    <a:pt x="6052186" y="2445782"/>
                  </a:lnTo>
                  <a:lnTo>
                    <a:pt x="6053000" y="2610126"/>
                  </a:lnTo>
                  <a:lnTo>
                    <a:pt x="6053815" y="2700063"/>
                  </a:lnTo>
                  <a:lnTo>
                    <a:pt x="6054630" y="2732622"/>
                  </a:lnTo>
                  <a:lnTo>
                    <a:pt x="6055445" y="2691061"/>
                  </a:lnTo>
                  <a:lnTo>
                    <a:pt x="6056260" y="2666550"/>
                  </a:lnTo>
                  <a:lnTo>
                    <a:pt x="6057074" y="2716915"/>
                  </a:lnTo>
                  <a:lnTo>
                    <a:pt x="6057889" y="2722759"/>
                  </a:lnTo>
                  <a:lnTo>
                    <a:pt x="6058704" y="2697775"/>
                  </a:lnTo>
                  <a:lnTo>
                    <a:pt x="6059519" y="2744990"/>
                  </a:lnTo>
                  <a:lnTo>
                    <a:pt x="6060334" y="2801234"/>
                  </a:lnTo>
                  <a:lnTo>
                    <a:pt x="6061148" y="2735642"/>
                  </a:lnTo>
                  <a:lnTo>
                    <a:pt x="6061963" y="2599226"/>
                  </a:lnTo>
                  <a:lnTo>
                    <a:pt x="6062778" y="2520833"/>
                  </a:lnTo>
                  <a:lnTo>
                    <a:pt x="6063593" y="2482655"/>
                  </a:lnTo>
                  <a:lnTo>
                    <a:pt x="6064407" y="2400300"/>
                  </a:lnTo>
                  <a:lnTo>
                    <a:pt x="6065222" y="2445162"/>
                  </a:lnTo>
                  <a:lnTo>
                    <a:pt x="6066037" y="2541141"/>
                  </a:lnTo>
                  <a:lnTo>
                    <a:pt x="6066852" y="2631908"/>
                  </a:lnTo>
                  <a:lnTo>
                    <a:pt x="6067667" y="2653723"/>
                  </a:lnTo>
                  <a:lnTo>
                    <a:pt x="6068481" y="2600932"/>
                  </a:lnTo>
                  <a:lnTo>
                    <a:pt x="6069296" y="2615612"/>
                  </a:lnTo>
                  <a:lnTo>
                    <a:pt x="6070111" y="2553480"/>
                  </a:lnTo>
                  <a:lnTo>
                    <a:pt x="6070926" y="2498668"/>
                  </a:lnTo>
                  <a:lnTo>
                    <a:pt x="6071740" y="2468309"/>
                  </a:lnTo>
                  <a:lnTo>
                    <a:pt x="6072555" y="2483257"/>
                  </a:lnTo>
                  <a:lnTo>
                    <a:pt x="6073370" y="2561548"/>
                  </a:lnTo>
                  <a:lnTo>
                    <a:pt x="6074185" y="2592694"/>
                  </a:lnTo>
                  <a:lnTo>
                    <a:pt x="6075000" y="2626318"/>
                  </a:lnTo>
                  <a:lnTo>
                    <a:pt x="6075814" y="2736467"/>
                  </a:lnTo>
                  <a:lnTo>
                    <a:pt x="6076629" y="2862600"/>
                  </a:lnTo>
                  <a:lnTo>
                    <a:pt x="6077444" y="2913475"/>
                  </a:lnTo>
                  <a:lnTo>
                    <a:pt x="6078259" y="2886824"/>
                  </a:lnTo>
                  <a:lnTo>
                    <a:pt x="6079073" y="2845499"/>
                  </a:lnTo>
                  <a:lnTo>
                    <a:pt x="6079888" y="2806038"/>
                  </a:lnTo>
                  <a:lnTo>
                    <a:pt x="6080703" y="2739904"/>
                  </a:lnTo>
                  <a:lnTo>
                    <a:pt x="6081518" y="2717719"/>
                  </a:lnTo>
                  <a:lnTo>
                    <a:pt x="6082333" y="2702107"/>
                  </a:lnTo>
                  <a:lnTo>
                    <a:pt x="6083147" y="2750964"/>
                  </a:lnTo>
                  <a:lnTo>
                    <a:pt x="6083962" y="2757299"/>
                  </a:lnTo>
                  <a:lnTo>
                    <a:pt x="6084777" y="2721976"/>
                  </a:lnTo>
                  <a:lnTo>
                    <a:pt x="6085592" y="2697908"/>
                  </a:lnTo>
                  <a:lnTo>
                    <a:pt x="6086406" y="2610277"/>
                  </a:lnTo>
                  <a:lnTo>
                    <a:pt x="6087221" y="2511593"/>
                  </a:lnTo>
                  <a:lnTo>
                    <a:pt x="6088036" y="2330998"/>
                  </a:lnTo>
                  <a:lnTo>
                    <a:pt x="6088851" y="2150079"/>
                  </a:lnTo>
                  <a:lnTo>
                    <a:pt x="6089666" y="2051483"/>
                  </a:lnTo>
                  <a:lnTo>
                    <a:pt x="6090480" y="2042609"/>
                  </a:lnTo>
                  <a:lnTo>
                    <a:pt x="6091295" y="2060966"/>
                  </a:lnTo>
                  <a:lnTo>
                    <a:pt x="6092110" y="2062259"/>
                  </a:lnTo>
                  <a:lnTo>
                    <a:pt x="6092925" y="2232698"/>
                  </a:lnTo>
                  <a:lnTo>
                    <a:pt x="6093739" y="2502711"/>
                  </a:lnTo>
                  <a:lnTo>
                    <a:pt x="6094554" y="2700937"/>
                  </a:lnTo>
                  <a:lnTo>
                    <a:pt x="6095369" y="2769882"/>
                  </a:lnTo>
                  <a:lnTo>
                    <a:pt x="6096184" y="2840816"/>
                  </a:lnTo>
                  <a:lnTo>
                    <a:pt x="6096999" y="2963507"/>
                  </a:lnTo>
                  <a:lnTo>
                    <a:pt x="6097813" y="2984284"/>
                  </a:lnTo>
                  <a:lnTo>
                    <a:pt x="6098628" y="2858256"/>
                  </a:lnTo>
                  <a:lnTo>
                    <a:pt x="6099443" y="2741193"/>
                  </a:lnTo>
                  <a:lnTo>
                    <a:pt x="6100258" y="2744563"/>
                  </a:lnTo>
                  <a:lnTo>
                    <a:pt x="6101073" y="2739990"/>
                  </a:lnTo>
                  <a:lnTo>
                    <a:pt x="6101887" y="2742445"/>
                  </a:lnTo>
                  <a:lnTo>
                    <a:pt x="6102702" y="2683867"/>
                  </a:lnTo>
                  <a:lnTo>
                    <a:pt x="6103517" y="2706710"/>
                  </a:lnTo>
                  <a:lnTo>
                    <a:pt x="6104332" y="2713719"/>
                  </a:lnTo>
                  <a:lnTo>
                    <a:pt x="6105146" y="2562445"/>
                  </a:lnTo>
                  <a:lnTo>
                    <a:pt x="6105961" y="2331046"/>
                  </a:lnTo>
                  <a:lnTo>
                    <a:pt x="6106776" y="2171956"/>
                  </a:lnTo>
                  <a:lnTo>
                    <a:pt x="6107591" y="2102136"/>
                  </a:lnTo>
                  <a:lnTo>
                    <a:pt x="6108406" y="2030503"/>
                  </a:lnTo>
                  <a:lnTo>
                    <a:pt x="6109220" y="2011100"/>
                  </a:lnTo>
                  <a:lnTo>
                    <a:pt x="6110035" y="2064572"/>
                  </a:lnTo>
                  <a:lnTo>
                    <a:pt x="6110850" y="2240775"/>
                  </a:lnTo>
                  <a:lnTo>
                    <a:pt x="6111665" y="2312409"/>
                  </a:lnTo>
                  <a:lnTo>
                    <a:pt x="6112479" y="2353169"/>
                  </a:lnTo>
                  <a:lnTo>
                    <a:pt x="6113294" y="2400879"/>
                  </a:lnTo>
                  <a:lnTo>
                    <a:pt x="6114109" y="2362010"/>
                  </a:lnTo>
                  <a:lnTo>
                    <a:pt x="6114924" y="2325847"/>
                  </a:lnTo>
                  <a:lnTo>
                    <a:pt x="6115739" y="2275579"/>
                  </a:lnTo>
                  <a:lnTo>
                    <a:pt x="6116553" y="2308269"/>
                  </a:lnTo>
                  <a:lnTo>
                    <a:pt x="6117368" y="2332123"/>
                  </a:lnTo>
                  <a:lnTo>
                    <a:pt x="6118183" y="2383746"/>
                  </a:lnTo>
                  <a:lnTo>
                    <a:pt x="6118998" y="2598354"/>
                  </a:lnTo>
                  <a:lnTo>
                    <a:pt x="6119812" y="2832454"/>
                  </a:lnTo>
                  <a:lnTo>
                    <a:pt x="6120627" y="2919583"/>
                  </a:lnTo>
                  <a:lnTo>
                    <a:pt x="6121442" y="2858425"/>
                  </a:lnTo>
                  <a:lnTo>
                    <a:pt x="6122257" y="2799236"/>
                  </a:lnTo>
                  <a:lnTo>
                    <a:pt x="6123072" y="2720183"/>
                  </a:lnTo>
                  <a:lnTo>
                    <a:pt x="6123886" y="2421103"/>
                  </a:lnTo>
                  <a:lnTo>
                    <a:pt x="6124701" y="2114483"/>
                  </a:lnTo>
                  <a:lnTo>
                    <a:pt x="6125516" y="1967719"/>
                  </a:lnTo>
                  <a:lnTo>
                    <a:pt x="6126331" y="1866150"/>
                  </a:lnTo>
                  <a:lnTo>
                    <a:pt x="6127145" y="1797461"/>
                  </a:lnTo>
                  <a:lnTo>
                    <a:pt x="6127960" y="1793809"/>
                  </a:lnTo>
                  <a:lnTo>
                    <a:pt x="6128775" y="1939945"/>
                  </a:lnTo>
                  <a:lnTo>
                    <a:pt x="6129590" y="1950534"/>
                  </a:lnTo>
                  <a:lnTo>
                    <a:pt x="6130405" y="1880605"/>
                  </a:lnTo>
                  <a:lnTo>
                    <a:pt x="6131219" y="1967072"/>
                  </a:lnTo>
                  <a:lnTo>
                    <a:pt x="6132034" y="2042899"/>
                  </a:lnTo>
                  <a:lnTo>
                    <a:pt x="6132849" y="1972270"/>
                  </a:lnTo>
                  <a:lnTo>
                    <a:pt x="6133664" y="1929443"/>
                  </a:lnTo>
                  <a:lnTo>
                    <a:pt x="6134479" y="2078623"/>
                  </a:lnTo>
                  <a:lnTo>
                    <a:pt x="6135293" y="2162733"/>
                  </a:lnTo>
                  <a:lnTo>
                    <a:pt x="6136108" y="2093885"/>
                  </a:lnTo>
                  <a:lnTo>
                    <a:pt x="6136923" y="2048549"/>
                  </a:lnTo>
                  <a:lnTo>
                    <a:pt x="6137738" y="2113485"/>
                  </a:lnTo>
                  <a:lnTo>
                    <a:pt x="6138552" y="2182672"/>
                  </a:lnTo>
                  <a:lnTo>
                    <a:pt x="6139367" y="2261346"/>
                  </a:lnTo>
                  <a:lnTo>
                    <a:pt x="6140182" y="2445557"/>
                  </a:lnTo>
                  <a:lnTo>
                    <a:pt x="6140997" y="2549672"/>
                  </a:lnTo>
                  <a:lnTo>
                    <a:pt x="6141812" y="2610888"/>
                  </a:lnTo>
                  <a:lnTo>
                    <a:pt x="6142626" y="2726916"/>
                  </a:lnTo>
                  <a:lnTo>
                    <a:pt x="6143441" y="2776589"/>
                  </a:lnTo>
                  <a:lnTo>
                    <a:pt x="6144256" y="2733599"/>
                  </a:lnTo>
                  <a:lnTo>
                    <a:pt x="6145071" y="2656155"/>
                  </a:lnTo>
                  <a:lnTo>
                    <a:pt x="6145885" y="2733757"/>
                  </a:lnTo>
                  <a:lnTo>
                    <a:pt x="6146700" y="2837524"/>
                  </a:lnTo>
                  <a:lnTo>
                    <a:pt x="6147515" y="2818044"/>
                  </a:lnTo>
                  <a:lnTo>
                    <a:pt x="6148330" y="2830389"/>
                  </a:lnTo>
                  <a:lnTo>
                    <a:pt x="6149145" y="2898428"/>
                  </a:lnTo>
                  <a:lnTo>
                    <a:pt x="6149959" y="2939182"/>
                  </a:lnTo>
                  <a:lnTo>
                    <a:pt x="6150774" y="2785549"/>
                  </a:lnTo>
                  <a:lnTo>
                    <a:pt x="6151589" y="2624656"/>
                  </a:lnTo>
                  <a:lnTo>
                    <a:pt x="6152404" y="2651919"/>
                  </a:lnTo>
                  <a:lnTo>
                    <a:pt x="6153218" y="2693172"/>
                  </a:lnTo>
                  <a:lnTo>
                    <a:pt x="6154033" y="2693173"/>
                  </a:lnTo>
                  <a:lnTo>
                    <a:pt x="6154848" y="2709776"/>
                  </a:lnTo>
                  <a:lnTo>
                    <a:pt x="6155663" y="2787967"/>
                  </a:lnTo>
                  <a:lnTo>
                    <a:pt x="6156478" y="2754395"/>
                  </a:lnTo>
                  <a:lnTo>
                    <a:pt x="6157292" y="2516725"/>
                  </a:lnTo>
                  <a:lnTo>
                    <a:pt x="6158107" y="2208291"/>
                  </a:lnTo>
                  <a:lnTo>
                    <a:pt x="6158922" y="1957813"/>
                  </a:lnTo>
                  <a:lnTo>
                    <a:pt x="6159737" y="1803323"/>
                  </a:lnTo>
                  <a:lnTo>
                    <a:pt x="6160551" y="1694424"/>
                  </a:lnTo>
                  <a:lnTo>
                    <a:pt x="6161366" y="1715768"/>
                  </a:lnTo>
                  <a:lnTo>
                    <a:pt x="6162181" y="1781971"/>
                  </a:lnTo>
                  <a:lnTo>
                    <a:pt x="6162996" y="1904102"/>
                  </a:lnTo>
                  <a:lnTo>
                    <a:pt x="6163811" y="2011728"/>
                  </a:lnTo>
                  <a:lnTo>
                    <a:pt x="6164625" y="1945592"/>
                  </a:lnTo>
                  <a:lnTo>
                    <a:pt x="6165440" y="1953427"/>
                  </a:lnTo>
                  <a:lnTo>
                    <a:pt x="6166255" y="1952260"/>
                  </a:lnTo>
                  <a:lnTo>
                    <a:pt x="6167070" y="2022989"/>
                  </a:lnTo>
                  <a:lnTo>
                    <a:pt x="6167884" y="2031288"/>
                  </a:lnTo>
                  <a:lnTo>
                    <a:pt x="6168699" y="1972561"/>
                  </a:lnTo>
                  <a:lnTo>
                    <a:pt x="6169514" y="2077354"/>
                  </a:lnTo>
                  <a:lnTo>
                    <a:pt x="6170329" y="2196152"/>
                  </a:lnTo>
                  <a:lnTo>
                    <a:pt x="6171144" y="2281410"/>
                  </a:lnTo>
                  <a:lnTo>
                    <a:pt x="6171958" y="2315969"/>
                  </a:lnTo>
                  <a:lnTo>
                    <a:pt x="6172773" y="2435872"/>
                  </a:lnTo>
                  <a:lnTo>
                    <a:pt x="6173588" y="2539335"/>
                  </a:lnTo>
                  <a:lnTo>
                    <a:pt x="6174403" y="2537892"/>
                  </a:lnTo>
                  <a:lnTo>
                    <a:pt x="6175218" y="2594865"/>
                  </a:lnTo>
                  <a:lnTo>
                    <a:pt x="6176032" y="2657442"/>
                  </a:lnTo>
                  <a:lnTo>
                    <a:pt x="6176847" y="2695044"/>
                  </a:lnTo>
                  <a:lnTo>
                    <a:pt x="6177662" y="2747808"/>
                  </a:lnTo>
                  <a:lnTo>
                    <a:pt x="6178477" y="2780464"/>
                  </a:lnTo>
                  <a:lnTo>
                    <a:pt x="6179291" y="2910177"/>
                  </a:lnTo>
                  <a:lnTo>
                    <a:pt x="6180106" y="2930817"/>
                  </a:lnTo>
                  <a:lnTo>
                    <a:pt x="6180921" y="2925497"/>
                  </a:lnTo>
                  <a:lnTo>
                    <a:pt x="6181736" y="2893861"/>
                  </a:lnTo>
                  <a:lnTo>
                    <a:pt x="6182551" y="2861635"/>
                  </a:lnTo>
                  <a:lnTo>
                    <a:pt x="6183365" y="2865352"/>
                  </a:lnTo>
                  <a:lnTo>
                    <a:pt x="6184180" y="2799554"/>
                  </a:lnTo>
                  <a:lnTo>
                    <a:pt x="6184995" y="2754355"/>
                  </a:lnTo>
                  <a:lnTo>
                    <a:pt x="6185810" y="2777849"/>
                  </a:lnTo>
                  <a:lnTo>
                    <a:pt x="6186624" y="2837998"/>
                  </a:lnTo>
                  <a:lnTo>
                    <a:pt x="6187439" y="2875560"/>
                  </a:lnTo>
                  <a:lnTo>
                    <a:pt x="6188254" y="2931881"/>
                  </a:lnTo>
                  <a:lnTo>
                    <a:pt x="6189069" y="2899546"/>
                  </a:lnTo>
                  <a:lnTo>
                    <a:pt x="6189884" y="2860748"/>
                  </a:lnTo>
                  <a:lnTo>
                    <a:pt x="6190698" y="2860784"/>
                  </a:lnTo>
                  <a:lnTo>
                    <a:pt x="6191513" y="2818930"/>
                  </a:lnTo>
                  <a:lnTo>
                    <a:pt x="6192328" y="2766993"/>
                  </a:lnTo>
                  <a:lnTo>
                    <a:pt x="6193143" y="2753054"/>
                  </a:lnTo>
                  <a:lnTo>
                    <a:pt x="6193957" y="2790730"/>
                  </a:lnTo>
                  <a:lnTo>
                    <a:pt x="6194772" y="2842993"/>
                  </a:lnTo>
                  <a:lnTo>
                    <a:pt x="6195587" y="2782936"/>
                  </a:lnTo>
                  <a:lnTo>
                    <a:pt x="6196402" y="2695679"/>
                  </a:lnTo>
                  <a:lnTo>
                    <a:pt x="6197217" y="2657185"/>
                  </a:lnTo>
                  <a:lnTo>
                    <a:pt x="6198031" y="2670689"/>
                  </a:lnTo>
                  <a:lnTo>
                    <a:pt x="6198846" y="2680913"/>
                  </a:lnTo>
                  <a:lnTo>
                    <a:pt x="6199661" y="2592572"/>
                  </a:lnTo>
                  <a:lnTo>
                    <a:pt x="6200476" y="2527159"/>
                  </a:lnTo>
                  <a:lnTo>
                    <a:pt x="6201290" y="2576985"/>
                  </a:lnTo>
                  <a:lnTo>
                    <a:pt x="6202105" y="2649188"/>
                  </a:lnTo>
                  <a:lnTo>
                    <a:pt x="6202920" y="2627201"/>
                  </a:lnTo>
                  <a:lnTo>
                    <a:pt x="6203735" y="2578485"/>
                  </a:lnTo>
                  <a:lnTo>
                    <a:pt x="6204550" y="2577601"/>
                  </a:lnTo>
                  <a:lnTo>
                    <a:pt x="6205364" y="2665231"/>
                  </a:lnTo>
                  <a:lnTo>
                    <a:pt x="6206179" y="2754872"/>
                  </a:lnTo>
                  <a:lnTo>
                    <a:pt x="6206994" y="2770012"/>
                  </a:lnTo>
                  <a:lnTo>
                    <a:pt x="6207809" y="2753417"/>
                  </a:lnTo>
                  <a:lnTo>
                    <a:pt x="6208623" y="2797734"/>
                  </a:lnTo>
                  <a:lnTo>
                    <a:pt x="6209438" y="2907545"/>
                  </a:lnTo>
                  <a:lnTo>
                    <a:pt x="6210253" y="2989840"/>
                  </a:lnTo>
                  <a:lnTo>
                    <a:pt x="6211068" y="3028513"/>
                  </a:lnTo>
                  <a:lnTo>
                    <a:pt x="6211883" y="3095604"/>
                  </a:lnTo>
                  <a:lnTo>
                    <a:pt x="6212697" y="3116972"/>
                  </a:lnTo>
                  <a:lnTo>
                    <a:pt x="6213512" y="3116972"/>
                  </a:lnTo>
                  <a:lnTo>
                    <a:pt x="6214327" y="3116972"/>
                  </a:lnTo>
                  <a:lnTo>
                    <a:pt x="6215142" y="3116972"/>
                  </a:lnTo>
                  <a:lnTo>
                    <a:pt x="6215957" y="3075047"/>
                  </a:lnTo>
                  <a:lnTo>
                    <a:pt x="6216771" y="2935762"/>
                  </a:lnTo>
                  <a:lnTo>
                    <a:pt x="6217586" y="2832556"/>
                  </a:lnTo>
                  <a:lnTo>
                    <a:pt x="6218401" y="2790193"/>
                  </a:lnTo>
                  <a:lnTo>
                    <a:pt x="6219216" y="2790195"/>
                  </a:lnTo>
                  <a:lnTo>
                    <a:pt x="6220030" y="2806371"/>
                  </a:lnTo>
                  <a:lnTo>
                    <a:pt x="6220845" y="2828053"/>
                  </a:lnTo>
                  <a:lnTo>
                    <a:pt x="6221660" y="2861193"/>
                  </a:lnTo>
                  <a:lnTo>
                    <a:pt x="6222475" y="2846727"/>
                  </a:lnTo>
                  <a:lnTo>
                    <a:pt x="6223290" y="2838448"/>
                  </a:lnTo>
                  <a:lnTo>
                    <a:pt x="6224104" y="2849314"/>
                  </a:lnTo>
                  <a:lnTo>
                    <a:pt x="6224919" y="2891326"/>
                  </a:lnTo>
                  <a:lnTo>
                    <a:pt x="6225734" y="2939278"/>
                  </a:lnTo>
                  <a:lnTo>
                    <a:pt x="6226549" y="2977493"/>
                  </a:lnTo>
                  <a:lnTo>
                    <a:pt x="6227363" y="3017523"/>
                  </a:lnTo>
                  <a:lnTo>
                    <a:pt x="6228178" y="2989791"/>
                  </a:lnTo>
                  <a:lnTo>
                    <a:pt x="6228993" y="2870656"/>
                  </a:lnTo>
                  <a:lnTo>
                    <a:pt x="6229808" y="2671902"/>
                  </a:lnTo>
                  <a:lnTo>
                    <a:pt x="6230623" y="2446226"/>
                  </a:lnTo>
                  <a:lnTo>
                    <a:pt x="6231437" y="2290457"/>
                  </a:lnTo>
                  <a:lnTo>
                    <a:pt x="6232252" y="2239470"/>
                  </a:lnTo>
                  <a:lnTo>
                    <a:pt x="6233067" y="2195591"/>
                  </a:lnTo>
                  <a:lnTo>
                    <a:pt x="6233882" y="2178452"/>
                  </a:lnTo>
                  <a:lnTo>
                    <a:pt x="6234696" y="2196063"/>
                  </a:lnTo>
                  <a:lnTo>
                    <a:pt x="6235511" y="2341194"/>
                  </a:lnTo>
                  <a:lnTo>
                    <a:pt x="6236326" y="2409362"/>
                  </a:lnTo>
                  <a:lnTo>
                    <a:pt x="6237141" y="2390652"/>
                  </a:lnTo>
                  <a:lnTo>
                    <a:pt x="6237956" y="2403092"/>
                  </a:lnTo>
                  <a:lnTo>
                    <a:pt x="6238770" y="2345375"/>
                  </a:lnTo>
                  <a:lnTo>
                    <a:pt x="6239585" y="2295580"/>
                  </a:lnTo>
                  <a:lnTo>
                    <a:pt x="6240400" y="2151848"/>
                  </a:lnTo>
                  <a:lnTo>
                    <a:pt x="6241215" y="2075036"/>
                  </a:lnTo>
                  <a:lnTo>
                    <a:pt x="6242029" y="2094684"/>
                  </a:lnTo>
                  <a:lnTo>
                    <a:pt x="6242844" y="2096319"/>
                  </a:lnTo>
                  <a:lnTo>
                    <a:pt x="6243659" y="2157861"/>
                  </a:lnTo>
                  <a:lnTo>
                    <a:pt x="6244474" y="2223318"/>
                  </a:lnTo>
                  <a:lnTo>
                    <a:pt x="6245289" y="2319745"/>
                  </a:lnTo>
                  <a:lnTo>
                    <a:pt x="6246103" y="2395944"/>
                  </a:lnTo>
                  <a:lnTo>
                    <a:pt x="6246918" y="2455465"/>
                  </a:lnTo>
                  <a:lnTo>
                    <a:pt x="6247733" y="2559471"/>
                  </a:lnTo>
                  <a:lnTo>
                    <a:pt x="6248548" y="2681051"/>
                  </a:lnTo>
                  <a:lnTo>
                    <a:pt x="6249362" y="2811343"/>
                  </a:lnTo>
                  <a:lnTo>
                    <a:pt x="6250177" y="2936487"/>
                  </a:lnTo>
                  <a:lnTo>
                    <a:pt x="6250992" y="3009668"/>
                  </a:lnTo>
                  <a:lnTo>
                    <a:pt x="6251807" y="2904859"/>
                  </a:lnTo>
                  <a:lnTo>
                    <a:pt x="6252622" y="2658772"/>
                  </a:lnTo>
                  <a:lnTo>
                    <a:pt x="6253436" y="2541742"/>
                  </a:lnTo>
                  <a:lnTo>
                    <a:pt x="6254251" y="2453600"/>
                  </a:lnTo>
                  <a:lnTo>
                    <a:pt x="6255066" y="2429255"/>
                  </a:lnTo>
                  <a:lnTo>
                    <a:pt x="6255881" y="2416847"/>
                  </a:lnTo>
                  <a:lnTo>
                    <a:pt x="6256696" y="2556344"/>
                  </a:lnTo>
                  <a:lnTo>
                    <a:pt x="6257510" y="2802430"/>
                  </a:lnTo>
                  <a:lnTo>
                    <a:pt x="6258325" y="2919460"/>
                  </a:lnTo>
                  <a:lnTo>
                    <a:pt x="6259140" y="2997942"/>
                  </a:lnTo>
                  <a:lnTo>
                    <a:pt x="6259955" y="2920499"/>
                  </a:lnTo>
                  <a:lnTo>
                    <a:pt x="6260769" y="2790360"/>
                  </a:lnTo>
                  <a:lnTo>
                    <a:pt x="6261584" y="2600548"/>
                  </a:lnTo>
                  <a:lnTo>
                    <a:pt x="6262399" y="2372341"/>
                  </a:lnTo>
                  <a:lnTo>
                    <a:pt x="6263214" y="2182949"/>
                  </a:lnTo>
                  <a:lnTo>
                    <a:pt x="6264029" y="2080752"/>
                  </a:lnTo>
                  <a:lnTo>
                    <a:pt x="6264843" y="2026377"/>
                  </a:lnTo>
                  <a:lnTo>
                    <a:pt x="6265658" y="1903280"/>
                  </a:lnTo>
                  <a:lnTo>
                    <a:pt x="6266473" y="1839240"/>
                  </a:lnTo>
                  <a:lnTo>
                    <a:pt x="6267288" y="1884535"/>
                  </a:lnTo>
                  <a:lnTo>
                    <a:pt x="6268102" y="1951988"/>
                  </a:lnTo>
                  <a:lnTo>
                    <a:pt x="6268917" y="1973636"/>
                  </a:lnTo>
                  <a:lnTo>
                    <a:pt x="6269732" y="2027690"/>
                  </a:lnTo>
                  <a:lnTo>
                    <a:pt x="6270547" y="2247212"/>
                  </a:lnTo>
                  <a:lnTo>
                    <a:pt x="6271362" y="2292880"/>
                  </a:lnTo>
                  <a:lnTo>
                    <a:pt x="6272176" y="2265869"/>
                  </a:lnTo>
                  <a:lnTo>
                    <a:pt x="6272991" y="2248054"/>
                  </a:lnTo>
                  <a:lnTo>
                    <a:pt x="6273806" y="2151573"/>
                  </a:lnTo>
                  <a:lnTo>
                    <a:pt x="6274621" y="2124144"/>
                  </a:lnTo>
                  <a:lnTo>
                    <a:pt x="6275435" y="2151634"/>
                  </a:lnTo>
                  <a:lnTo>
                    <a:pt x="6276250" y="2226670"/>
                  </a:lnTo>
                  <a:lnTo>
                    <a:pt x="6277065" y="2225567"/>
                  </a:lnTo>
                  <a:lnTo>
                    <a:pt x="6277880" y="2226233"/>
                  </a:lnTo>
                  <a:lnTo>
                    <a:pt x="6278695" y="2353213"/>
                  </a:lnTo>
                  <a:lnTo>
                    <a:pt x="6279509" y="2444543"/>
                  </a:lnTo>
                  <a:lnTo>
                    <a:pt x="6280324" y="2461782"/>
                  </a:lnTo>
                  <a:lnTo>
                    <a:pt x="6281139" y="2456433"/>
                  </a:lnTo>
                  <a:lnTo>
                    <a:pt x="6281954" y="2572881"/>
                  </a:lnTo>
                  <a:lnTo>
                    <a:pt x="6282768" y="2635496"/>
                  </a:lnTo>
                  <a:lnTo>
                    <a:pt x="6283583" y="2539507"/>
                  </a:lnTo>
                  <a:lnTo>
                    <a:pt x="6284398" y="2392072"/>
                  </a:lnTo>
                  <a:lnTo>
                    <a:pt x="6285213" y="2263500"/>
                  </a:lnTo>
                  <a:lnTo>
                    <a:pt x="6286028" y="2283995"/>
                  </a:lnTo>
                  <a:lnTo>
                    <a:pt x="6286842" y="2279484"/>
                  </a:lnTo>
                  <a:lnTo>
                    <a:pt x="6287657" y="2264935"/>
                  </a:lnTo>
                  <a:lnTo>
                    <a:pt x="6288472" y="2347630"/>
                  </a:lnTo>
                  <a:lnTo>
                    <a:pt x="6289287" y="2436758"/>
                  </a:lnTo>
                  <a:lnTo>
                    <a:pt x="6290101" y="2506007"/>
                  </a:lnTo>
                  <a:lnTo>
                    <a:pt x="6290916" y="2525735"/>
                  </a:lnTo>
                  <a:lnTo>
                    <a:pt x="6291731" y="2570800"/>
                  </a:lnTo>
                  <a:lnTo>
                    <a:pt x="6292546" y="2670465"/>
                  </a:lnTo>
                  <a:lnTo>
                    <a:pt x="6293361" y="2740817"/>
                  </a:lnTo>
                  <a:lnTo>
                    <a:pt x="6294175" y="2802419"/>
                  </a:lnTo>
                  <a:lnTo>
                    <a:pt x="6294990" y="2802219"/>
                  </a:lnTo>
                  <a:lnTo>
                    <a:pt x="6295805" y="2731118"/>
                  </a:lnTo>
                  <a:lnTo>
                    <a:pt x="6296620" y="2595987"/>
                  </a:lnTo>
                  <a:lnTo>
                    <a:pt x="6297435" y="2406786"/>
                  </a:lnTo>
                  <a:lnTo>
                    <a:pt x="6298249" y="2247067"/>
                  </a:lnTo>
                  <a:lnTo>
                    <a:pt x="6299064" y="2091198"/>
                  </a:lnTo>
                  <a:lnTo>
                    <a:pt x="6299879" y="2031387"/>
                  </a:lnTo>
                  <a:lnTo>
                    <a:pt x="6300694" y="2082345"/>
                  </a:lnTo>
                  <a:lnTo>
                    <a:pt x="6301508" y="2025241"/>
                  </a:lnTo>
                  <a:lnTo>
                    <a:pt x="6302323" y="1914732"/>
                  </a:lnTo>
                  <a:lnTo>
                    <a:pt x="6303138" y="1937694"/>
                  </a:lnTo>
                  <a:lnTo>
                    <a:pt x="6303953" y="2047346"/>
                  </a:lnTo>
                  <a:lnTo>
                    <a:pt x="6304768" y="2085440"/>
                  </a:lnTo>
                  <a:lnTo>
                    <a:pt x="6305582" y="2099444"/>
                  </a:lnTo>
                  <a:lnTo>
                    <a:pt x="6306397" y="2211698"/>
                  </a:lnTo>
                  <a:lnTo>
                    <a:pt x="6307212" y="2332350"/>
                  </a:lnTo>
                  <a:lnTo>
                    <a:pt x="6308027" y="2185503"/>
                  </a:lnTo>
                  <a:lnTo>
                    <a:pt x="6308841" y="2035521"/>
                  </a:lnTo>
                  <a:lnTo>
                    <a:pt x="6309656" y="2055800"/>
                  </a:lnTo>
                  <a:lnTo>
                    <a:pt x="6310471" y="2150226"/>
                  </a:lnTo>
                  <a:lnTo>
                    <a:pt x="6311286" y="2264438"/>
                  </a:lnTo>
                  <a:lnTo>
                    <a:pt x="6312101" y="2363692"/>
                  </a:lnTo>
                  <a:lnTo>
                    <a:pt x="6312915" y="2608246"/>
                  </a:lnTo>
                  <a:lnTo>
                    <a:pt x="6313730" y="2818466"/>
                  </a:lnTo>
                  <a:lnTo>
                    <a:pt x="6314545" y="2779530"/>
                  </a:lnTo>
                  <a:lnTo>
                    <a:pt x="6315360" y="2576698"/>
                  </a:lnTo>
                  <a:lnTo>
                    <a:pt x="6316174" y="2369679"/>
                  </a:lnTo>
                  <a:lnTo>
                    <a:pt x="6316989" y="2210753"/>
                  </a:lnTo>
                  <a:lnTo>
                    <a:pt x="6317804" y="2043996"/>
                  </a:lnTo>
                  <a:lnTo>
                    <a:pt x="6318619" y="1904581"/>
                  </a:lnTo>
                  <a:lnTo>
                    <a:pt x="6319434" y="1898345"/>
                  </a:lnTo>
                  <a:lnTo>
                    <a:pt x="6320248" y="2034935"/>
                  </a:lnTo>
                  <a:lnTo>
                    <a:pt x="6321063" y="2222335"/>
                  </a:lnTo>
                  <a:lnTo>
                    <a:pt x="6321878" y="2409702"/>
                  </a:lnTo>
                  <a:lnTo>
                    <a:pt x="6322693" y="2585983"/>
                  </a:lnTo>
                  <a:lnTo>
                    <a:pt x="6323507" y="2729013"/>
                  </a:lnTo>
                  <a:lnTo>
                    <a:pt x="6324322" y="2799198"/>
                  </a:lnTo>
                  <a:lnTo>
                    <a:pt x="6325137" y="2739670"/>
                  </a:lnTo>
                  <a:lnTo>
                    <a:pt x="6325952" y="2622696"/>
                  </a:lnTo>
                  <a:lnTo>
                    <a:pt x="6326767" y="2582103"/>
                  </a:lnTo>
                  <a:lnTo>
                    <a:pt x="6327581" y="2644965"/>
                  </a:lnTo>
                  <a:lnTo>
                    <a:pt x="6328396" y="2688008"/>
                  </a:lnTo>
                  <a:lnTo>
                    <a:pt x="6329211" y="2695276"/>
                  </a:lnTo>
                  <a:lnTo>
                    <a:pt x="6330026" y="2666913"/>
                  </a:lnTo>
                  <a:lnTo>
                    <a:pt x="6330840" y="2606834"/>
                  </a:lnTo>
                  <a:lnTo>
                    <a:pt x="6331655" y="2490809"/>
                  </a:lnTo>
                  <a:lnTo>
                    <a:pt x="6332470" y="2318170"/>
                  </a:lnTo>
                  <a:lnTo>
                    <a:pt x="6333285" y="2151413"/>
                  </a:lnTo>
                  <a:lnTo>
                    <a:pt x="6334100" y="2077402"/>
                  </a:lnTo>
                  <a:lnTo>
                    <a:pt x="6334914" y="2153541"/>
                  </a:lnTo>
                  <a:lnTo>
                    <a:pt x="6335729" y="2314911"/>
                  </a:lnTo>
                  <a:lnTo>
                    <a:pt x="6336544" y="2436872"/>
                  </a:lnTo>
                  <a:lnTo>
                    <a:pt x="6337359" y="2501152"/>
                  </a:lnTo>
                  <a:lnTo>
                    <a:pt x="6338174" y="2619793"/>
                  </a:lnTo>
                  <a:lnTo>
                    <a:pt x="6338988" y="2693069"/>
                  </a:lnTo>
                  <a:lnTo>
                    <a:pt x="6339803" y="2653990"/>
                  </a:lnTo>
                  <a:lnTo>
                    <a:pt x="6340618" y="2609876"/>
                  </a:lnTo>
                  <a:lnTo>
                    <a:pt x="6341433" y="2614860"/>
                  </a:lnTo>
                  <a:lnTo>
                    <a:pt x="6342247" y="2582302"/>
                  </a:lnTo>
                  <a:lnTo>
                    <a:pt x="6343062" y="2540991"/>
                  </a:lnTo>
                  <a:lnTo>
                    <a:pt x="6343877" y="2544062"/>
                  </a:lnTo>
                  <a:lnTo>
                    <a:pt x="6344692" y="2541779"/>
                  </a:lnTo>
                  <a:lnTo>
                    <a:pt x="6345507" y="2487837"/>
                  </a:lnTo>
                  <a:lnTo>
                    <a:pt x="6346321" y="2504214"/>
                  </a:lnTo>
                  <a:lnTo>
                    <a:pt x="6347136" y="2470703"/>
                  </a:lnTo>
                  <a:lnTo>
                    <a:pt x="6347951" y="2382140"/>
                  </a:lnTo>
                  <a:lnTo>
                    <a:pt x="6348766" y="2251345"/>
                  </a:lnTo>
                  <a:lnTo>
                    <a:pt x="6349580" y="2185296"/>
                  </a:lnTo>
                  <a:lnTo>
                    <a:pt x="6350395" y="2149509"/>
                  </a:lnTo>
                  <a:lnTo>
                    <a:pt x="6351210" y="2129949"/>
                  </a:lnTo>
                  <a:lnTo>
                    <a:pt x="6352025" y="2240824"/>
                  </a:lnTo>
                  <a:lnTo>
                    <a:pt x="6352840" y="2269463"/>
                  </a:lnTo>
                  <a:lnTo>
                    <a:pt x="6353654" y="2271505"/>
                  </a:lnTo>
                  <a:lnTo>
                    <a:pt x="6354469" y="2284688"/>
                  </a:lnTo>
                  <a:lnTo>
                    <a:pt x="6355284" y="2348593"/>
                  </a:lnTo>
                  <a:lnTo>
                    <a:pt x="6356099" y="2347900"/>
                  </a:lnTo>
                  <a:lnTo>
                    <a:pt x="6356913" y="2294776"/>
                  </a:lnTo>
                  <a:lnTo>
                    <a:pt x="6357728" y="2327807"/>
                  </a:lnTo>
                  <a:lnTo>
                    <a:pt x="6358543" y="2411981"/>
                  </a:lnTo>
                  <a:lnTo>
                    <a:pt x="6359358" y="2511214"/>
                  </a:lnTo>
                  <a:lnTo>
                    <a:pt x="6360173" y="2580790"/>
                  </a:lnTo>
                  <a:lnTo>
                    <a:pt x="6360987" y="2595403"/>
                  </a:lnTo>
                  <a:lnTo>
                    <a:pt x="6361802" y="2583201"/>
                  </a:lnTo>
                  <a:lnTo>
                    <a:pt x="6362617" y="2472861"/>
                  </a:lnTo>
                  <a:lnTo>
                    <a:pt x="6363432" y="2407860"/>
                  </a:lnTo>
                  <a:lnTo>
                    <a:pt x="6364246" y="2508017"/>
                  </a:lnTo>
                  <a:lnTo>
                    <a:pt x="6365061" y="2594408"/>
                  </a:lnTo>
                  <a:lnTo>
                    <a:pt x="6365876" y="2596494"/>
                  </a:lnTo>
                  <a:lnTo>
                    <a:pt x="6366691" y="2635194"/>
                  </a:lnTo>
                  <a:lnTo>
                    <a:pt x="6367506" y="2807258"/>
                  </a:lnTo>
                  <a:lnTo>
                    <a:pt x="6368320" y="2940160"/>
                  </a:lnTo>
                  <a:lnTo>
                    <a:pt x="6369135" y="2814738"/>
                  </a:lnTo>
                  <a:lnTo>
                    <a:pt x="6369950" y="2675901"/>
                  </a:lnTo>
                  <a:lnTo>
                    <a:pt x="6370765" y="2649402"/>
                  </a:lnTo>
                  <a:lnTo>
                    <a:pt x="6371579" y="2695764"/>
                  </a:lnTo>
                  <a:lnTo>
                    <a:pt x="6372394" y="2681086"/>
                  </a:lnTo>
                  <a:lnTo>
                    <a:pt x="6373209" y="2602378"/>
                  </a:lnTo>
                  <a:lnTo>
                    <a:pt x="6374024" y="2643094"/>
                  </a:lnTo>
                  <a:lnTo>
                    <a:pt x="6374839" y="2707992"/>
                  </a:lnTo>
                  <a:lnTo>
                    <a:pt x="6375653" y="2788526"/>
                  </a:lnTo>
                  <a:lnTo>
                    <a:pt x="6376468" y="2810261"/>
                  </a:lnTo>
                  <a:lnTo>
                    <a:pt x="6377283" y="2926504"/>
                  </a:lnTo>
                  <a:lnTo>
                    <a:pt x="6378098" y="3108661"/>
                  </a:lnTo>
                  <a:lnTo>
                    <a:pt x="6378913" y="3116972"/>
                  </a:lnTo>
                  <a:lnTo>
                    <a:pt x="6379727" y="3116972"/>
                  </a:lnTo>
                  <a:lnTo>
                    <a:pt x="6380542" y="3116972"/>
                  </a:lnTo>
                  <a:lnTo>
                    <a:pt x="6381357" y="3116972"/>
                  </a:lnTo>
                  <a:lnTo>
                    <a:pt x="6382172" y="3116972"/>
                  </a:lnTo>
                  <a:lnTo>
                    <a:pt x="6382986" y="3116972"/>
                  </a:lnTo>
                  <a:lnTo>
                    <a:pt x="6383801" y="3111546"/>
                  </a:lnTo>
                  <a:lnTo>
                    <a:pt x="6384616" y="3033888"/>
                  </a:lnTo>
                  <a:lnTo>
                    <a:pt x="6385431" y="2933252"/>
                  </a:lnTo>
                  <a:lnTo>
                    <a:pt x="6386246" y="2861457"/>
                  </a:lnTo>
                  <a:lnTo>
                    <a:pt x="6387060" y="2839165"/>
                  </a:lnTo>
                  <a:lnTo>
                    <a:pt x="6387875" y="2800221"/>
                  </a:lnTo>
                  <a:lnTo>
                    <a:pt x="6388690" y="2791240"/>
                  </a:lnTo>
                  <a:lnTo>
                    <a:pt x="6389505" y="2784917"/>
                  </a:lnTo>
                  <a:lnTo>
                    <a:pt x="6390319" y="2798590"/>
                  </a:lnTo>
                  <a:lnTo>
                    <a:pt x="6391134" y="2775165"/>
                  </a:lnTo>
                  <a:lnTo>
                    <a:pt x="6391949" y="2780988"/>
                  </a:lnTo>
                  <a:lnTo>
                    <a:pt x="6392764" y="2870335"/>
                  </a:lnTo>
                  <a:lnTo>
                    <a:pt x="6393579" y="2876010"/>
                  </a:lnTo>
                  <a:lnTo>
                    <a:pt x="6394393" y="2854754"/>
                  </a:lnTo>
                  <a:lnTo>
                    <a:pt x="6395208" y="2897065"/>
                  </a:lnTo>
                  <a:lnTo>
                    <a:pt x="6396023" y="2992286"/>
                  </a:lnTo>
                  <a:lnTo>
                    <a:pt x="6396838" y="3038159"/>
                  </a:lnTo>
                  <a:lnTo>
                    <a:pt x="6397652" y="2998379"/>
                  </a:lnTo>
                  <a:lnTo>
                    <a:pt x="6398467" y="3010410"/>
                  </a:lnTo>
                  <a:lnTo>
                    <a:pt x="6399282" y="3050006"/>
                  </a:lnTo>
                  <a:lnTo>
                    <a:pt x="6400097" y="2946135"/>
                  </a:lnTo>
                  <a:lnTo>
                    <a:pt x="6400912" y="2771116"/>
                  </a:lnTo>
                  <a:lnTo>
                    <a:pt x="6401726" y="2676585"/>
                  </a:lnTo>
                  <a:lnTo>
                    <a:pt x="6402541" y="2654705"/>
                  </a:lnTo>
                  <a:lnTo>
                    <a:pt x="6403356" y="2593667"/>
                  </a:lnTo>
                  <a:lnTo>
                    <a:pt x="6404171" y="2529644"/>
                  </a:lnTo>
                  <a:lnTo>
                    <a:pt x="6404985" y="2602657"/>
                  </a:lnTo>
                  <a:lnTo>
                    <a:pt x="6405800" y="2747373"/>
                  </a:lnTo>
                  <a:lnTo>
                    <a:pt x="6406615" y="2745981"/>
                  </a:lnTo>
                  <a:lnTo>
                    <a:pt x="6407430" y="2673536"/>
                  </a:lnTo>
                  <a:lnTo>
                    <a:pt x="6408245" y="2687041"/>
                  </a:lnTo>
                  <a:lnTo>
                    <a:pt x="6409059" y="2749549"/>
                  </a:lnTo>
                  <a:lnTo>
                    <a:pt x="6409874" y="2725280"/>
                  </a:lnTo>
                  <a:lnTo>
                    <a:pt x="6410689" y="2712414"/>
                  </a:lnTo>
                  <a:lnTo>
                    <a:pt x="6411504" y="2775546"/>
                  </a:lnTo>
                  <a:lnTo>
                    <a:pt x="6412318" y="2778038"/>
                  </a:lnTo>
                  <a:lnTo>
                    <a:pt x="6413133" y="2648159"/>
                  </a:lnTo>
                  <a:lnTo>
                    <a:pt x="6413948" y="2568255"/>
                  </a:lnTo>
                  <a:lnTo>
                    <a:pt x="6414763" y="2573200"/>
                  </a:lnTo>
                  <a:lnTo>
                    <a:pt x="6415578" y="2526322"/>
                  </a:lnTo>
                  <a:lnTo>
                    <a:pt x="6416392" y="2462031"/>
                  </a:lnTo>
                  <a:lnTo>
                    <a:pt x="6417207" y="2432695"/>
                  </a:lnTo>
                  <a:lnTo>
                    <a:pt x="6418022" y="2515416"/>
                  </a:lnTo>
                  <a:lnTo>
                    <a:pt x="6418837" y="2514268"/>
                  </a:lnTo>
                  <a:lnTo>
                    <a:pt x="6419652" y="2535560"/>
                  </a:lnTo>
                  <a:lnTo>
                    <a:pt x="6420466" y="2576071"/>
                  </a:lnTo>
                  <a:lnTo>
                    <a:pt x="6421281" y="2589999"/>
                  </a:lnTo>
                  <a:lnTo>
                    <a:pt x="6422096" y="2655862"/>
                  </a:lnTo>
                  <a:lnTo>
                    <a:pt x="6422911" y="2729920"/>
                  </a:lnTo>
                  <a:lnTo>
                    <a:pt x="6423725" y="2807948"/>
                  </a:lnTo>
                  <a:lnTo>
                    <a:pt x="6424540" y="2831347"/>
                  </a:lnTo>
                  <a:lnTo>
                    <a:pt x="6425355" y="2857882"/>
                  </a:lnTo>
                  <a:lnTo>
                    <a:pt x="6426170" y="2913970"/>
                  </a:lnTo>
                  <a:lnTo>
                    <a:pt x="6426985" y="2969281"/>
                  </a:lnTo>
                  <a:lnTo>
                    <a:pt x="6427799" y="2976732"/>
                  </a:lnTo>
                  <a:lnTo>
                    <a:pt x="6428614" y="2976625"/>
                  </a:lnTo>
                  <a:lnTo>
                    <a:pt x="6429429" y="2921274"/>
                  </a:lnTo>
                  <a:lnTo>
                    <a:pt x="6430244" y="2830463"/>
                  </a:lnTo>
                  <a:lnTo>
                    <a:pt x="6431058" y="2759967"/>
                  </a:lnTo>
                  <a:lnTo>
                    <a:pt x="6431873" y="2753547"/>
                  </a:lnTo>
                  <a:lnTo>
                    <a:pt x="6432688" y="2758267"/>
                  </a:lnTo>
                  <a:lnTo>
                    <a:pt x="6433503" y="2690400"/>
                  </a:lnTo>
                  <a:lnTo>
                    <a:pt x="6434318" y="2661076"/>
                  </a:lnTo>
                  <a:lnTo>
                    <a:pt x="6435132" y="2683602"/>
                  </a:lnTo>
                  <a:lnTo>
                    <a:pt x="6435947" y="2688609"/>
                  </a:lnTo>
                  <a:lnTo>
                    <a:pt x="6436762" y="2604280"/>
                  </a:lnTo>
                  <a:lnTo>
                    <a:pt x="6437577" y="2555116"/>
                  </a:lnTo>
                  <a:lnTo>
                    <a:pt x="6438391" y="2583551"/>
                  </a:lnTo>
                  <a:lnTo>
                    <a:pt x="6439206" y="2523652"/>
                  </a:lnTo>
                  <a:lnTo>
                    <a:pt x="6440021" y="2422639"/>
                  </a:lnTo>
                  <a:lnTo>
                    <a:pt x="6440836" y="2356958"/>
                  </a:lnTo>
                  <a:lnTo>
                    <a:pt x="6441651" y="2348931"/>
                  </a:lnTo>
                  <a:lnTo>
                    <a:pt x="6442465" y="2350988"/>
                  </a:lnTo>
                  <a:lnTo>
                    <a:pt x="6443280" y="2404940"/>
                  </a:lnTo>
                  <a:lnTo>
                    <a:pt x="6444095" y="2551134"/>
                  </a:lnTo>
                  <a:lnTo>
                    <a:pt x="6444910" y="2692259"/>
                  </a:lnTo>
                  <a:lnTo>
                    <a:pt x="6445724" y="2822856"/>
                  </a:lnTo>
                  <a:lnTo>
                    <a:pt x="6446539" y="2873895"/>
                  </a:lnTo>
                  <a:lnTo>
                    <a:pt x="6447354" y="2817230"/>
                  </a:lnTo>
                  <a:lnTo>
                    <a:pt x="6448169" y="2754636"/>
                  </a:lnTo>
                  <a:lnTo>
                    <a:pt x="6448984" y="2714213"/>
                  </a:lnTo>
                  <a:lnTo>
                    <a:pt x="6449798" y="2740898"/>
                  </a:lnTo>
                  <a:lnTo>
                    <a:pt x="6450613" y="2766279"/>
                  </a:lnTo>
                  <a:lnTo>
                    <a:pt x="6451428" y="2814013"/>
                  </a:lnTo>
                  <a:lnTo>
                    <a:pt x="6452243" y="2913067"/>
                  </a:lnTo>
                  <a:lnTo>
                    <a:pt x="6453058" y="2975661"/>
                  </a:lnTo>
                  <a:lnTo>
                    <a:pt x="6453872" y="3031496"/>
                  </a:lnTo>
                  <a:lnTo>
                    <a:pt x="6454687" y="3055980"/>
                  </a:lnTo>
                  <a:lnTo>
                    <a:pt x="6455502" y="3058242"/>
                  </a:lnTo>
                  <a:lnTo>
                    <a:pt x="6456317" y="3057346"/>
                  </a:lnTo>
                  <a:lnTo>
                    <a:pt x="6457131" y="3032161"/>
                  </a:lnTo>
                  <a:lnTo>
                    <a:pt x="6457946" y="3028273"/>
                  </a:lnTo>
                  <a:lnTo>
                    <a:pt x="6458761" y="3022104"/>
                  </a:lnTo>
                  <a:lnTo>
                    <a:pt x="6459576" y="2965905"/>
                  </a:lnTo>
                  <a:lnTo>
                    <a:pt x="6460391" y="2824083"/>
                  </a:lnTo>
                  <a:lnTo>
                    <a:pt x="6461205" y="2724297"/>
                  </a:lnTo>
                  <a:lnTo>
                    <a:pt x="6462020" y="2690930"/>
                  </a:lnTo>
                  <a:lnTo>
                    <a:pt x="6462835" y="2672847"/>
                  </a:lnTo>
                  <a:lnTo>
                    <a:pt x="6463650" y="2654677"/>
                  </a:lnTo>
                  <a:lnTo>
                    <a:pt x="6464464" y="2674410"/>
                  </a:lnTo>
                  <a:lnTo>
                    <a:pt x="6465279" y="2760813"/>
                  </a:lnTo>
                  <a:lnTo>
                    <a:pt x="6466094" y="2844129"/>
                  </a:lnTo>
                  <a:lnTo>
                    <a:pt x="6466909" y="2893741"/>
                  </a:lnTo>
                  <a:lnTo>
                    <a:pt x="6467724" y="2831451"/>
                  </a:lnTo>
                  <a:lnTo>
                    <a:pt x="6468538" y="2726056"/>
                  </a:lnTo>
                  <a:lnTo>
                    <a:pt x="6469353" y="2669472"/>
                  </a:lnTo>
                  <a:lnTo>
                    <a:pt x="6470168" y="2704516"/>
                  </a:lnTo>
                  <a:lnTo>
                    <a:pt x="6470983" y="2721884"/>
                  </a:lnTo>
                  <a:lnTo>
                    <a:pt x="6471797" y="2779978"/>
                  </a:lnTo>
                  <a:lnTo>
                    <a:pt x="6472612" y="2876626"/>
                  </a:lnTo>
                  <a:lnTo>
                    <a:pt x="6473427" y="2925897"/>
                  </a:lnTo>
                  <a:lnTo>
                    <a:pt x="6474242" y="2954023"/>
                  </a:lnTo>
                  <a:lnTo>
                    <a:pt x="6475057" y="2881007"/>
                  </a:lnTo>
                  <a:lnTo>
                    <a:pt x="6475871" y="2715242"/>
                  </a:lnTo>
                  <a:lnTo>
                    <a:pt x="6476686" y="2544089"/>
                  </a:lnTo>
                  <a:lnTo>
                    <a:pt x="6477501" y="2528201"/>
                  </a:lnTo>
                  <a:lnTo>
                    <a:pt x="6478316" y="2550614"/>
                  </a:lnTo>
                  <a:lnTo>
                    <a:pt x="6479130" y="2506936"/>
                  </a:lnTo>
                  <a:lnTo>
                    <a:pt x="6479945" y="2464871"/>
                  </a:lnTo>
                  <a:lnTo>
                    <a:pt x="6480760" y="2595519"/>
                  </a:lnTo>
                  <a:lnTo>
                    <a:pt x="6481575" y="2705438"/>
                  </a:lnTo>
                  <a:lnTo>
                    <a:pt x="6482390" y="2705941"/>
                  </a:lnTo>
                  <a:lnTo>
                    <a:pt x="6483204" y="2751142"/>
                  </a:lnTo>
                  <a:lnTo>
                    <a:pt x="6484019" y="2869349"/>
                  </a:lnTo>
                  <a:lnTo>
                    <a:pt x="6484834" y="2953202"/>
                  </a:lnTo>
                  <a:lnTo>
                    <a:pt x="6485649" y="2855856"/>
                  </a:lnTo>
                  <a:lnTo>
                    <a:pt x="6486463" y="2841782"/>
                  </a:lnTo>
                  <a:lnTo>
                    <a:pt x="6487278" y="2839319"/>
                  </a:lnTo>
                  <a:lnTo>
                    <a:pt x="6488093" y="2862897"/>
                  </a:lnTo>
                  <a:lnTo>
                    <a:pt x="6488908" y="2862053"/>
                  </a:lnTo>
                  <a:lnTo>
                    <a:pt x="6489723" y="2859549"/>
                  </a:lnTo>
                  <a:lnTo>
                    <a:pt x="6490537" y="2974979"/>
                  </a:lnTo>
                  <a:lnTo>
                    <a:pt x="6491352" y="3001137"/>
                  </a:lnTo>
                  <a:lnTo>
                    <a:pt x="6492167" y="2912740"/>
                  </a:lnTo>
                  <a:lnTo>
                    <a:pt x="6492982" y="2776600"/>
                  </a:lnTo>
                  <a:lnTo>
                    <a:pt x="6493797" y="2692903"/>
                  </a:lnTo>
                  <a:lnTo>
                    <a:pt x="6494611" y="2690743"/>
                  </a:lnTo>
                  <a:lnTo>
                    <a:pt x="6495426" y="2585401"/>
                  </a:lnTo>
                  <a:lnTo>
                    <a:pt x="6496241" y="2354805"/>
                  </a:lnTo>
                  <a:lnTo>
                    <a:pt x="6497056" y="2214156"/>
                  </a:lnTo>
                  <a:lnTo>
                    <a:pt x="6497870" y="2132440"/>
                  </a:lnTo>
                  <a:lnTo>
                    <a:pt x="6498685" y="2029365"/>
                  </a:lnTo>
                  <a:lnTo>
                    <a:pt x="6499500" y="1942125"/>
                  </a:lnTo>
                  <a:lnTo>
                    <a:pt x="6500315" y="1928115"/>
                  </a:lnTo>
                  <a:lnTo>
                    <a:pt x="6501130" y="2041130"/>
                  </a:lnTo>
                  <a:lnTo>
                    <a:pt x="6501944" y="2267864"/>
                  </a:lnTo>
                  <a:lnTo>
                    <a:pt x="6502759" y="2453660"/>
                  </a:lnTo>
                  <a:lnTo>
                    <a:pt x="6503574" y="2553924"/>
                  </a:lnTo>
                  <a:lnTo>
                    <a:pt x="6504389" y="2639658"/>
                  </a:lnTo>
                  <a:lnTo>
                    <a:pt x="6505203" y="2770492"/>
                  </a:lnTo>
                  <a:lnTo>
                    <a:pt x="6506018" y="2888074"/>
                  </a:lnTo>
                  <a:lnTo>
                    <a:pt x="6506833" y="2873949"/>
                  </a:lnTo>
                  <a:lnTo>
                    <a:pt x="6507648" y="2783924"/>
                  </a:lnTo>
                  <a:lnTo>
                    <a:pt x="6508463" y="2772333"/>
                  </a:lnTo>
                  <a:lnTo>
                    <a:pt x="6509277" y="2807307"/>
                  </a:lnTo>
                  <a:lnTo>
                    <a:pt x="6510092" y="2812859"/>
                  </a:lnTo>
                  <a:lnTo>
                    <a:pt x="6510907" y="2770015"/>
                  </a:lnTo>
                  <a:lnTo>
                    <a:pt x="6511722" y="2700251"/>
                  </a:lnTo>
                  <a:lnTo>
                    <a:pt x="6512536" y="2750909"/>
                  </a:lnTo>
                  <a:lnTo>
                    <a:pt x="6513351" y="2729772"/>
                  </a:lnTo>
                  <a:lnTo>
                    <a:pt x="6514166" y="2662984"/>
                  </a:lnTo>
                  <a:lnTo>
                    <a:pt x="6514981" y="2667216"/>
                  </a:lnTo>
                  <a:lnTo>
                    <a:pt x="6515796" y="2710062"/>
                  </a:lnTo>
                  <a:lnTo>
                    <a:pt x="6516610" y="2801726"/>
                  </a:lnTo>
                  <a:lnTo>
                    <a:pt x="6517425" y="2862420"/>
                  </a:lnTo>
                  <a:lnTo>
                    <a:pt x="6518240" y="2972890"/>
                  </a:lnTo>
                  <a:lnTo>
                    <a:pt x="6519055" y="3009663"/>
                  </a:lnTo>
                  <a:lnTo>
                    <a:pt x="6519869" y="2883704"/>
                  </a:lnTo>
                  <a:lnTo>
                    <a:pt x="6520684" y="2774042"/>
                  </a:lnTo>
                  <a:lnTo>
                    <a:pt x="6521499" y="2695502"/>
                  </a:lnTo>
                  <a:lnTo>
                    <a:pt x="6522314" y="2645665"/>
                  </a:lnTo>
                  <a:lnTo>
                    <a:pt x="6523129" y="2603718"/>
                  </a:lnTo>
                  <a:lnTo>
                    <a:pt x="6523943" y="2606482"/>
                  </a:lnTo>
                  <a:lnTo>
                    <a:pt x="6524758" y="2727861"/>
                  </a:lnTo>
                  <a:lnTo>
                    <a:pt x="6525573" y="2837523"/>
                  </a:lnTo>
                  <a:lnTo>
                    <a:pt x="6526388" y="2916064"/>
                  </a:lnTo>
                  <a:lnTo>
                    <a:pt x="6527202" y="2926932"/>
                  </a:lnTo>
                  <a:lnTo>
                    <a:pt x="6528017" y="2818231"/>
                  </a:lnTo>
                  <a:lnTo>
                    <a:pt x="6528832" y="2653930"/>
                  </a:lnTo>
                  <a:lnTo>
                    <a:pt x="6529647" y="2440387"/>
                  </a:lnTo>
                  <a:lnTo>
                    <a:pt x="6530462" y="2280288"/>
                  </a:lnTo>
                  <a:lnTo>
                    <a:pt x="6531276" y="2212679"/>
                  </a:lnTo>
                  <a:lnTo>
                    <a:pt x="6532091" y="2171296"/>
                  </a:lnTo>
                  <a:lnTo>
                    <a:pt x="6532906" y="2227144"/>
                  </a:lnTo>
                  <a:lnTo>
                    <a:pt x="6533721" y="2285697"/>
                  </a:lnTo>
                  <a:lnTo>
                    <a:pt x="6534536" y="2281984"/>
                  </a:lnTo>
                  <a:lnTo>
                    <a:pt x="6535350" y="2325333"/>
                  </a:lnTo>
                  <a:lnTo>
                    <a:pt x="6536165" y="2320076"/>
                  </a:lnTo>
                  <a:lnTo>
                    <a:pt x="6536980" y="2217120"/>
                  </a:lnTo>
                  <a:lnTo>
                    <a:pt x="6537795" y="2088013"/>
                  </a:lnTo>
                  <a:lnTo>
                    <a:pt x="6538609" y="2037824"/>
                  </a:lnTo>
                  <a:lnTo>
                    <a:pt x="6539424" y="2102715"/>
                  </a:lnTo>
                  <a:lnTo>
                    <a:pt x="6540239" y="2149925"/>
                  </a:lnTo>
                  <a:lnTo>
                    <a:pt x="6541054" y="2115539"/>
                  </a:lnTo>
                  <a:lnTo>
                    <a:pt x="6541869" y="2240203"/>
                  </a:lnTo>
                  <a:lnTo>
                    <a:pt x="6542683" y="2429281"/>
                  </a:lnTo>
                  <a:lnTo>
                    <a:pt x="6543498" y="2541382"/>
                  </a:lnTo>
                  <a:lnTo>
                    <a:pt x="6544313" y="2553226"/>
                  </a:lnTo>
                  <a:lnTo>
                    <a:pt x="6545128" y="2547112"/>
                  </a:lnTo>
                  <a:lnTo>
                    <a:pt x="6545942" y="2648043"/>
                  </a:lnTo>
                  <a:lnTo>
                    <a:pt x="6546757" y="2706686"/>
                  </a:lnTo>
                  <a:lnTo>
                    <a:pt x="6547572" y="2748079"/>
                  </a:lnTo>
                  <a:lnTo>
                    <a:pt x="6548387" y="2827999"/>
                  </a:lnTo>
                  <a:lnTo>
                    <a:pt x="6549202" y="2897782"/>
                  </a:lnTo>
                  <a:lnTo>
                    <a:pt x="6550016" y="2912306"/>
                  </a:lnTo>
                  <a:lnTo>
                    <a:pt x="6550831" y="2864911"/>
                  </a:lnTo>
                  <a:lnTo>
                    <a:pt x="6551646" y="2847054"/>
                  </a:lnTo>
                  <a:lnTo>
                    <a:pt x="6552461" y="2843090"/>
                  </a:lnTo>
                  <a:lnTo>
                    <a:pt x="6553275" y="2881188"/>
                  </a:lnTo>
                  <a:lnTo>
                    <a:pt x="6554090" y="2915866"/>
                  </a:lnTo>
                  <a:lnTo>
                    <a:pt x="6554905" y="2913440"/>
                  </a:lnTo>
                  <a:lnTo>
                    <a:pt x="6555720" y="2968970"/>
                  </a:lnTo>
                  <a:lnTo>
                    <a:pt x="6556535" y="2960864"/>
                  </a:lnTo>
                  <a:lnTo>
                    <a:pt x="6557349" y="2794719"/>
                  </a:lnTo>
                  <a:lnTo>
                    <a:pt x="6558164" y="2580686"/>
                  </a:lnTo>
                  <a:lnTo>
                    <a:pt x="6558979" y="2524897"/>
                  </a:lnTo>
                  <a:lnTo>
                    <a:pt x="6559794" y="2459005"/>
                  </a:lnTo>
                  <a:lnTo>
                    <a:pt x="6560608" y="2373570"/>
                  </a:lnTo>
                  <a:lnTo>
                    <a:pt x="6561423" y="2349814"/>
                  </a:lnTo>
                  <a:lnTo>
                    <a:pt x="6562238" y="2488870"/>
                  </a:lnTo>
                  <a:lnTo>
                    <a:pt x="6563053" y="2648137"/>
                  </a:lnTo>
                  <a:lnTo>
                    <a:pt x="6563868" y="2668094"/>
                  </a:lnTo>
                  <a:lnTo>
                    <a:pt x="6564682" y="2744210"/>
                  </a:lnTo>
                  <a:lnTo>
                    <a:pt x="6565497" y="2790588"/>
                  </a:lnTo>
                  <a:lnTo>
                    <a:pt x="6566312" y="2745448"/>
                  </a:lnTo>
                  <a:lnTo>
                    <a:pt x="6567127" y="2714665"/>
                  </a:lnTo>
                  <a:lnTo>
                    <a:pt x="6567941" y="2681575"/>
                  </a:lnTo>
                  <a:lnTo>
                    <a:pt x="6568756" y="2629357"/>
                  </a:lnTo>
                  <a:lnTo>
                    <a:pt x="6569571" y="2543224"/>
                  </a:lnTo>
                  <a:lnTo>
                    <a:pt x="6570386" y="2440240"/>
                  </a:lnTo>
                  <a:lnTo>
                    <a:pt x="6571201" y="2416598"/>
                  </a:lnTo>
                  <a:lnTo>
                    <a:pt x="6572015" y="2392744"/>
                  </a:lnTo>
                  <a:lnTo>
                    <a:pt x="6572830" y="2393101"/>
                  </a:lnTo>
                  <a:lnTo>
                    <a:pt x="6573645" y="2477694"/>
                  </a:lnTo>
                  <a:lnTo>
                    <a:pt x="6574460" y="2563641"/>
                  </a:lnTo>
                  <a:lnTo>
                    <a:pt x="6575275" y="2639814"/>
                  </a:lnTo>
                  <a:lnTo>
                    <a:pt x="6576089" y="2688853"/>
                  </a:lnTo>
                  <a:lnTo>
                    <a:pt x="6576904" y="2724630"/>
                  </a:lnTo>
                  <a:lnTo>
                    <a:pt x="6577719" y="2778117"/>
                  </a:lnTo>
                  <a:lnTo>
                    <a:pt x="6578534" y="2777068"/>
                  </a:lnTo>
                  <a:lnTo>
                    <a:pt x="6579348" y="2792756"/>
                  </a:lnTo>
                  <a:lnTo>
                    <a:pt x="6580163" y="2826891"/>
                  </a:lnTo>
                  <a:lnTo>
                    <a:pt x="6580978" y="2804888"/>
                  </a:lnTo>
                  <a:lnTo>
                    <a:pt x="6581793" y="2713645"/>
                  </a:lnTo>
                  <a:lnTo>
                    <a:pt x="6582608" y="2585492"/>
                  </a:lnTo>
                  <a:lnTo>
                    <a:pt x="6583422" y="2502671"/>
                  </a:lnTo>
                  <a:lnTo>
                    <a:pt x="6584237" y="2532425"/>
                  </a:lnTo>
                  <a:lnTo>
                    <a:pt x="6585052" y="2613056"/>
                  </a:lnTo>
                  <a:lnTo>
                    <a:pt x="6585867" y="2759448"/>
                  </a:lnTo>
                  <a:lnTo>
                    <a:pt x="6586681" y="2899185"/>
                  </a:lnTo>
                  <a:lnTo>
                    <a:pt x="6587496" y="2980899"/>
                  </a:lnTo>
                  <a:lnTo>
                    <a:pt x="6588311" y="3048239"/>
                  </a:lnTo>
                  <a:lnTo>
                    <a:pt x="6589126" y="2953572"/>
                  </a:lnTo>
                  <a:lnTo>
                    <a:pt x="6589941" y="2779513"/>
                  </a:lnTo>
                  <a:lnTo>
                    <a:pt x="6590755" y="2660060"/>
                  </a:lnTo>
                  <a:lnTo>
                    <a:pt x="6591570" y="2564653"/>
                  </a:lnTo>
                  <a:lnTo>
                    <a:pt x="6592385" y="2533290"/>
                  </a:lnTo>
                  <a:lnTo>
                    <a:pt x="6593200" y="2505527"/>
                  </a:lnTo>
                  <a:lnTo>
                    <a:pt x="6594014" y="2509583"/>
                  </a:lnTo>
                  <a:lnTo>
                    <a:pt x="6594829" y="2541634"/>
                  </a:lnTo>
                  <a:lnTo>
                    <a:pt x="6595644" y="2463168"/>
                  </a:lnTo>
                  <a:lnTo>
                    <a:pt x="6596459" y="2394007"/>
                  </a:lnTo>
                  <a:lnTo>
                    <a:pt x="6597274" y="2380999"/>
                  </a:lnTo>
                  <a:lnTo>
                    <a:pt x="6598088" y="2391019"/>
                  </a:lnTo>
                  <a:lnTo>
                    <a:pt x="6598903" y="2466163"/>
                  </a:lnTo>
                  <a:lnTo>
                    <a:pt x="6599718" y="2522917"/>
                  </a:lnTo>
                  <a:lnTo>
                    <a:pt x="6600533" y="2575897"/>
                  </a:lnTo>
                  <a:lnTo>
                    <a:pt x="6601347" y="2702224"/>
                  </a:lnTo>
                  <a:lnTo>
                    <a:pt x="6602162" y="2758271"/>
                  </a:lnTo>
                  <a:lnTo>
                    <a:pt x="6602977" y="2764184"/>
                  </a:lnTo>
                  <a:lnTo>
                    <a:pt x="6603792" y="2674815"/>
                  </a:lnTo>
                  <a:lnTo>
                    <a:pt x="6604607" y="2563977"/>
                  </a:lnTo>
                  <a:lnTo>
                    <a:pt x="6605421" y="2468153"/>
                  </a:lnTo>
                  <a:lnTo>
                    <a:pt x="6606236" y="2353253"/>
                  </a:lnTo>
                  <a:lnTo>
                    <a:pt x="6607051" y="2319535"/>
                  </a:lnTo>
                  <a:lnTo>
                    <a:pt x="6607866" y="2265411"/>
                  </a:lnTo>
                  <a:lnTo>
                    <a:pt x="6608680" y="2336783"/>
                  </a:lnTo>
                  <a:lnTo>
                    <a:pt x="6609495" y="2397666"/>
                  </a:lnTo>
                  <a:lnTo>
                    <a:pt x="6610310" y="2489155"/>
                  </a:lnTo>
                  <a:lnTo>
                    <a:pt x="6611125" y="2624218"/>
                  </a:lnTo>
                  <a:lnTo>
                    <a:pt x="6611940" y="2695251"/>
                  </a:lnTo>
                  <a:lnTo>
                    <a:pt x="6612754" y="2776389"/>
                  </a:lnTo>
                  <a:lnTo>
                    <a:pt x="6613569" y="2777833"/>
                  </a:lnTo>
                  <a:lnTo>
                    <a:pt x="6614384" y="2880026"/>
                  </a:lnTo>
                  <a:lnTo>
                    <a:pt x="6615199" y="3030383"/>
                  </a:lnTo>
                  <a:lnTo>
                    <a:pt x="6616014" y="3060724"/>
                  </a:lnTo>
                  <a:lnTo>
                    <a:pt x="6616828" y="2994577"/>
                  </a:lnTo>
                  <a:lnTo>
                    <a:pt x="6617643" y="2919098"/>
                  </a:lnTo>
                  <a:lnTo>
                    <a:pt x="6618458" y="2825102"/>
                  </a:lnTo>
                  <a:lnTo>
                    <a:pt x="6619273" y="2698141"/>
                  </a:lnTo>
                  <a:lnTo>
                    <a:pt x="6620087" y="2606193"/>
                  </a:lnTo>
                  <a:lnTo>
                    <a:pt x="6620902" y="2572805"/>
                  </a:lnTo>
                  <a:lnTo>
                    <a:pt x="6621717" y="2643469"/>
                  </a:lnTo>
                  <a:lnTo>
                    <a:pt x="6622532" y="2760153"/>
                  </a:lnTo>
                  <a:lnTo>
                    <a:pt x="6623347" y="2829198"/>
                  </a:lnTo>
                  <a:lnTo>
                    <a:pt x="6624161" y="2849337"/>
                  </a:lnTo>
                  <a:lnTo>
                    <a:pt x="6624976" y="2795494"/>
                  </a:lnTo>
                  <a:lnTo>
                    <a:pt x="6625791" y="2689109"/>
                  </a:lnTo>
                  <a:lnTo>
                    <a:pt x="6626606" y="2624555"/>
                  </a:lnTo>
                  <a:lnTo>
                    <a:pt x="6627420" y="2607024"/>
                  </a:lnTo>
                  <a:lnTo>
                    <a:pt x="6628235" y="2648069"/>
                  </a:lnTo>
                  <a:lnTo>
                    <a:pt x="6629050" y="2678562"/>
                  </a:lnTo>
                  <a:lnTo>
                    <a:pt x="6629865" y="2682918"/>
                  </a:lnTo>
                  <a:lnTo>
                    <a:pt x="6630680" y="2692600"/>
                  </a:lnTo>
                  <a:lnTo>
                    <a:pt x="6631494" y="2696381"/>
                  </a:lnTo>
                  <a:lnTo>
                    <a:pt x="6632309" y="2715696"/>
                  </a:lnTo>
                  <a:lnTo>
                    <a:pt x="6633124" y="2756279"/>
                  </a:lnTo>
                  <a:lnTo>
                    <a:pt x="6633939" y="2818131"/>
                  </a:lnTo>
                  <a:lnTo>
                    <a:pt x="6634753" y="2853928"/>
                  </a:lnTo>
                  <a:lnTo>
                    <a:pt x="6635568" y="2880860"/>
                  </a:lnTo>
                  <a:lnTo>
                    <a:pt x="6636383" y="2737580"/>
                  </a:lnTo>
                  <a:lnTo>
                    <a:pt x="6637198" y="2421541"/>
                  </a:lnTo>
                  <a:lnTo>
                    <a:pt x="6638013" y="2160548"/>
                  </a:lnTo>
                  <a:lnTo>
                    <a:pt x="6638827" y="1996198"/>
                  </a:lnTo>
                  <a:lnTo>
                    <a:pt x="6639642" y="1819964"/>
                  </a:lnTo>
                  <a:lnTo>
                    <a:pt x="6640457" y="1675442"/>
                  </a:lnTo>
                  <a:lnTo>
                    <a:pt x="6641272" y="1623507"/>
                  </a:lnTo>
                  <a:lnTo>
                    <a:pt x="6642086" y="1720145"/>
                  </a:lnTo>
                  <a:lnTo>
                    <a:pt x="6642901" y="1775901"/>
                  </a:lnTo>
                  <a:lnTo>
                    <a:pt x="6643716" y="1716803"/>
                  </a:lnTo>
                  <a:lnTo>
                    <a:pt x="6644531" y="1742366"/>
                  </a:lnTo>
                  <a:lnTo>
                    <a:pt x="6645346" y="1694309"/>
                  </a:lnTo>
                  <a:lnTo>
                    <a:pt x="6646160" y="1710953"/>
                  </a:lnTo>
                  <a:lnTo>
                    <a:pt x="6646975" y="1818517"/>
                  </a:lnTo>
                  <a:lnTo>
                    <a:pt x="6647790" y="1943535"/>
                  </a:lnTo>
                  <a:lnTo>
                    <a:pt x="6648605" y="2032290"/>
                  </a:lnTo>
                  <a:lnTo>
                    <a:pt x="6649419" y="2045503"/>
                  </a:lnTo>
                  <a:lnTo>
                    <a:pt x="6650234" y="2085681"/>
                  </a:lnTo>
                  <a:lnTo>
                    <a:pt x="6651049" y="2082312"/>
                  </a:lnTo>
                  <a:lnTo>
                    <a:pt x="6651864" y="1905893"/>
                  </a:lnTo>
                  <a:lnTo>
                    <a:pt x="6652679" y="1679722"/>
                  </a:lnTo>
                  <a:lnTo>
                    <a:pt x="6653493" y="1573102"/>
                  </a:lnTo>
                  <a:lnTo>
                    <a:pt x="6654308" y="1572943"/>
                  </a:lnTo>
                  <a:lnTo>
                    <a:pt x="6655123" y="1725773"/>
                  </a:lnTo>
                  <a:lnTo>
                    <a:pt x="6655938" y="1848196"/>
                  </a:lnTo>
                  <a:lnTo>
                    <a:pt x="6656753" y="1935484"/>
                  </a:lnTo>
                  <a:lnTo>
                    <a:pt x="6657567" y="2131803"/>
                  </a:lnTo>
                  <a:lnTo>
                    <a:pt x="6658382" y="2266197"/>
                  </a:lnTo>
                  <a:lnTo>
                    <a:pt x="6659197" y="2349212"/>
                  </a:lnTo>
                  <a:lnTo>
                    <a:pt x="6660012" y="2399342"/>
                  </a:lnTo>
                  <a:lnTo>
                    <a:pt x="6660826" y="2522443"/>
                  </a:lnTo>
                  <a:lnTo>
                    <a:pt x="6661641" y="2674596"/>
                  </a:lnTo>
                  <a:lnTo>
                    <a:pt x="6662456" y="2606290"/>
                  </a:lnTo>
                  <a:lnTo>
                    <a:pt x="6663271" y="2451047"/>
                  </a:lnTo>
                  <a:lnTo>
                    <a:pt x="6664086" y="2304709"/>
                  </a:lnTo>
                  <a:lnTo>
                    <a:pt x="6664900" y="2145109"/>
                  </a:lnTo>
                  <a:lnTo>
                    <a:pt x="6665715" y="2036815"/>
                  </a:lnTo>
                  <a:lnTo>
                    <a:pt x="6666530" y="1960243"/>
                  </a:lnTo>
                  <a:lnTo>
                    <a:pt x="6667345" y="1925535"/>
                  </a:lnTo>
                  <a:lnTo>
                    <a:pt x="6668159" y="1977478"/>
                  </a:lnTo>
                  <a:lnTo>
                    <a:pt x="6668974" y="2061194"/>
                  </a:lnTo>
                  <a:lnTo>
                    <a:pt x="6669789" y="2081497"/>
                  </a:lnTo>
                  <a:lnTo>
                    <a:pt x="6670604" y="2053792"/>
                  </a:lnTo>
                  <a:lnTo>
                    <a:pt x="6671419" y="2098499"/>
                  </a:lnTo>
                  <a:lnTo>
                    <a:pt x="6672233" y="2190292"/>
                  </a:lnTo>
                  <a:lnTo>
                    <a:pt x="6673048" y="2354240"/>
                  </a:lnTo>
                  <a:lnTo>
                    <a:pt x="6673863" y="2447421"/>
                  </a:lnTo>
                  <a:lnTo>
                    <a:pt x="6674678" y="2519199"/>
                  </a:lnTo>
                  <a:lnTo>
                    <a:pt x="6675492" y="2621924"/>
                  </a:lnTo>
                  <a:lnTo>
                    <a:pt x="6676307" y="2671745"/>
                  </a:lnTo>
                  <a:lnTo>
                    <a:pt x="6677122" y="2663540"/>
                  </a:lnTo>
                  <a:lnTo>
                    <a:pt x="6677937" y="2619799"/>
                  </a:lnTo>
                  <a:lnTo>
                    <a:pt x="6678752" y="2608375"/>
                  </a:lnTo>
                  <a:lnTo>
                    <a:pt x="6679566" y="2678914"/>
                  </a:lnTo>
                  <a:lnTo>
                    <a:pt x="6680381" y="2692440"/>
                  </a:lnTo>
                  <a:lnTo>
                    <a:pt x="6681196" y="2634178"/>
                  </a:lnTo>
                  <a:lnTo>
                    <a:pt x="6682011" y="2553763"/>
                  </a:lnTo>
                  <a:lnTo>
                    <a:pt x="6682825" y="2421465"/>
                  </a:lnTo>
                  <a:lnTo>
                    <a:pt x="6683640" y="2411859"/>
                  </a:lnTo>
                  <a:lnTo>
                    <a:pt x="6684455" y="2384454"/>
                  </a:lnTo>
                  <a:lnTo>
                    <a:pt x="6685270" y="2322179"/>
                  </a:lnTo>
                  <a:lnTo>
                    <a:pt x="6686085" y="2248471"/>
                  </a:lnTo>
                  <a:lnTo>
                    <a:pt x="6686899" y="2244652"/>
                  </a:lnTo>
                  <a:lnTo>
                    <a:pt x="6687714" y="2352339"/>
                  </a:lnTo>
                  <a:lnTo>
                    <a:pt x="6688529" y="2356355"/>
                  </a:lnTo>
                  <a:lnTo>
                    <a:pt x="6689344" y="2202932"/>
                  </a:lnTo>
                  <a:lnTo>
                    <a:pt x="6690158" y="2141508"/>
                  </a:lnTo>
                  <a:lnTo>
                    <a:pt x="6690973" y="2167505"/>
                  </a:lnTo>
                  <a:lnTo>
                    <a:pt x="6691788" y="2268114"/>
                  </a:lnTo>
                  <a:lnTo>
                    <a:pt x="6692603" y="2329324"/>
                  </a:lnTo>
                  <a:lnTo>
                    <a:pt x="6693418" y="2378514"/>
                  </a:lnTo>
                  <a:lnTo>
                    <a:pt x="6694232" y="2582721"/>
                  </a:lnTo>
                  <a:lnTo>
                    <a:pt x="6695047" y="2708170"/>
                  </a:lnTo>
                  <a:lnTo>
                    <a:pt x="6695862" y="2762272"/>
                  </a:lnTo>
                  <a:lnTo>
                    <a:pt x="6696677" y="2730677"/>
                  </a:lnTo>
                  <a:lnTo>
                    <a:pt x="6697492" y="2675798"/>
                  </a:lnTo>
                  <a:lnTo>
                    <a:pt x="6698306" y="2684001"/>
                  </a:lnTo>
                  <a:lnTo>
                    <a:pt x="6699121" y="2649621"/>
                  </a:lnTo>
                  <a:lnTo>
                    <a:pt x="6699936" y="2585392"/>
                  </a:lnTo>
                  <a:lnTo>
                    <a:pt x="6700751" y="2558001"/>
                  </a:lnTo>
                  <a:lnTo>
                    <a:pt x="6701565" y="2597793"/>
                  </a:lnTo>
                  <a:lnTo>
                    <a:pt x="6702380" y="2688383"/>
                  </a:lnTo>
                  <a:lnTo>
                    <a:pt x="6703195" y="2663804"/>
                  </a:lnTo>
                  <a:lnTo>
                    <a:pt x="6704010" y="2663647"/>
                  </a:lnTo>
                  <a:lnTo>
                    <a:pt x="6704825" y="2640623"/>
                  </a:lnTo>
                  <a:lnTo>
                    <a:pt x="6705639" y="2606645"/>
                  </a:lnTo>
                  <a:lnTo>
                    <a:pt x="6706454" y="2583073"/>
                  </a:lnTo>
                  <a:lnTo>
                    <a:pt x="6707269" y="2489104"/>
                  </a:lnTo>
                  <a:lnTo>
                    <a:pt x="6708084" y="2376740"/>
                  </a:lnTo>
                  <a:lnTo>
                    <a:pt x="6708898" y="2256319"/>
                  </a:lnTo>
                  <a:lnTo>
                    <a:pt x="6709713" y="2238925"/>
                  </a:lnTo>
                  <a:lnTo>
                    <a:pt x="6710528" y="2227590"/>
                  </a:lnTo>
                  <a:lnTo>
                    <a:pt x="6711343" y="2244205"/>
                  </a:lnTo>
                  <a:lnTo>
                    <a:pt x="6712158" y="2309758"/>
                  </a:lnTo>
                  <a:lnTo>
                    <a:pt x="6712972" y="2441445"/>
                  </a:lnTo>
                  <a:lnTo>
                    <a:pt x="6713787" y="2598029"/>
                  </a:lnTo>
                  <a:lnTo>
                    <a:pt x="6714602" y="2720679"/>
                  </a:lnTo>
                  <a:lnTo>
                    <a:pt x="6715417" y="2868167"/>
                  </a:lnTo>
                  <a:lnTo>
                    <a:pt x="6716231" y="2913447"/>
                  </a:lnTo>
                  <a:lnTo>
                    <a:pt x="6717046" y="2829357"/>
                  </a:lnTo>
                  <a:lnTo>
                    <a:pt x="6717861" y="2756250"/>
                  </a:lnTo>
                  <a:lnTo>
                    <a:pt x="6718676" y="2688238"/>
                  </a:lnTo>
                  <a:lnTo>
                    <a:pt x="6719491" y="2649841"/>
                  </a:lnTo>
                  <a:lnTo>
                    <a:pt x="6720305" y="2656012"/>
                  </a:lnTo>
                  <a:lnTo>
                    <a:pt x="6721120" y="2706030"/>
                  </a:lnTo>
                  <a:lnTo>
                    <a:pt x="6721935" y="2833021"/>
                  </a:lnTo>
                  <a:lnTo>
                    <a:pt x="6722750" y="2924238"/>
                  </a:lnTo>
                  <a:lnTo>
                    <a:pt x="6723564" y="2951846"/>
                  </a:lnTo>
                  <a:lnTo>
                    <a:pt x="6724379" y="2966041"/>
                  </a:lnTo>
                  <a:lnTo>
                    <a:pt x="6725194" y="3026197"/>
                  </a:lnTo>
                  <a:lnTo>
                    <a:pt x="6726009" y="3057970"/>
                  </a:lnTo>
                  <a:lnTo>
                    <a:pt x="6726824" y="3087917"/>
                  </a:lnTo>
                  <a:lnTo>
                    <a:pt x="6727638" y="3108352"/>
                  </a:lnTo>
                  <a:lnTo>
                    <a:pt x="6728453" y="3116972"/>
                  </a:lnTo>
                  <a:lnTo>
                    <a:pt x="6729268" y="3083101"/>
                  </a:lnTo>
                  <a:lnTo>
                    <a:pt x="6730083" y="2984265"/>
                  </a:lnTo>
                  <a:lnTo>
                    <a:pt x="6730897" y="2862787"/>
                  </a:lnTo>
                  <a:lnTo>
                    <a:pt x="6731712" y="2718328"/>
                  </a:lnTo>
                  <a:lnTo>
                    <a:pt x="6732527" y="2645256"/>
                  </a:lnTo>
                  <a:lnTo>
                    <a:pt x="6733342" y="2635246"/>
                  </a:lnTo>
                  <a:lnTo>
                    <a:pt x="6734157" y="2646640"/>
                  </a:lnTo>
                  <a:lnTo>
                    <a:pt x="6734971" y="2586332"/>
                  </a:lnTo>
                  <a:lnTo>
                    <a:pt x="6735786" y="2538584"/>
                  </a:lnTo>
                  <a:lnTo>
                    <a:pt x="6736601" y="2597653"/>
                  </a:lnTo>
                  <a:lnTo>
                    <a:pt x="6737416" y="2670169"/>
                  </a:lnTo>
                  <a:lnTo>
                    <a:pt x="6738231" y="2717175"/>
                  </a:lnTo>
                  <a:lnTo>
                    <a:pt x="6739045" y="2777907"/>
                  </a:lnTo>
                  <a:lnTo>
                    <a:pt x="6739860" y="2871500"/>
                  </a:lnTo>
                  <a:lnTo>
                    <a:pt x="6740675" y="2932271"/>
                  </a:lnTo>
                  <a:lnTo>
                    <a:pt x="6741490" y="2936304"/>
                  </a:lnTo>
                  <a:lnTo>
                    <a:pt x="6742304" y="2888211"/>
                  </a:lnTo>
                  <a:lnTo>
                    <a:pt x="6743119" y="2783664"/>
                  </a:lnTo>
                  <a:lnTo>
                    <a:pt x="6743934" y="2747144"/>
                  </a:lnTo>
                  <a:lnTo>
                    <a:pt x="6744749" y="2685634"/>
                  </a:lnTo>
                  <a:lnTo>
                    <a:pt x="6745564" y="2672991"/>
                  </a:lnTo>
                  <a:lnTo>
                    <a:pt x="6746378" y="2696876"/>
                  </a:lnTo>
                  <a:lnTo>
                    <a:pt x="6747193" y="2685150"/>
                  </a:lnTo>
                  <a:lnTo>
                    <a:pt x="6748008" y="2770685"/>
                  </a:lnTo>
                  <a:lnTo>
                    <a:pt x="6748823" y="2798974"/>
                  </a:lnTo>
                  <a:lnTo>
                    <a:pt x="6749637" y="2865879"/>
                  </a:lnTo>
                  <a:lnTo>
                    <a:pt x="6750452" y="2955206"/>
                  </a:lnTo>
                  <a:lnTo>
                    <a:pt x="6751267" y="2982729"/>
                  </a:lnTo>
                  <a:lnTo>
                    <a:pt x="6752082" y="3043107"/>
                  </a:lnTo>
                  <a:lnTo>
                    <a:pt x="6752897" y="3065491"/>
                  </a:lnTo>
                  <a:lnTo>
                    <a:pt x="6753711" y="3065825"/>
                  </a:lnTo>
                  <a:lnTo>
                    <a:pt x="6754526" y="3054580"/>
                  </a:lnTo>
                  <a:lnTo>
                    <a:pt x="6755341" y="3036880"/>
                  </a:lnTo>
                  <a:lnTo>
                    <a:pt x="6756156" y="3032788"/>
                  </a:lnTo>
                  <a:lnTo>
                    <a:pt x="6756970" y="3032789"/>
                  </a:lnTo>
                  <a:lnTo>
                    <a:pt x="6757785" y="3025540"/>
                  </a:lnTo>
                  <a:lnTo>
                    <a:pt x="6758600" y="3025206"/>
                  </a:lnTo>
                  <a:lnTo>
                    <a:pt x="6759415" y="3036451"/>
                  </a:lnTo>
                  <a:lnTo>
                    <a:pt x="6760230" y="3054150"/>
                  </a:lnTo>
                  <a:lnTo>
                    <a:pt x="6761044" y="3048301"/>
                  </a:lnTo>
                  <a:lnTo>
                    <a:pt x="6761859" y="2987923"/>
                  </a:lnTo>
                  <a:lnTo>
                    <a:pt x="6762674" y="2945019"/>
                  </a:lnTo>
                  <a:lnTo>
                    <a:pt x="6763489" y="2946719"/>
                  </a:lnTo>
                  <a:lnTo>
                    <a:pt x="6764303" y="2969411"/>
                  </a:lnTo>
                  <a:lnTo>
                    <a:pt x="6765118" y="2970711"/>
                  </a:lnTo>
                  <a:lnTo>
                    <a:pt x="6765933" y="2972804"/>
                  </a:lnTo>
                  <a:lnTo>
                    <a:pt x="6766748" y="2973170"/>
                  </a:lnTo>
                  <a:lnTo>
                    <a:pt x="6767563" y="2958682"/>
                  </a:lnTo>
                  <a:lnTo>
                    <a:pt x="6768377" y="2926487"/>
                  </a:lnTo>
                  <a:lnTo>
                    <a:pt x="6769192" y="2851676"/>
                  </a:lnTo>
                  <a:lnTo>
                    <a:pt x="6770007" y="2824345"/>
                  </a:lnTo>
                  <a:lnTo>
                    <a:pt x="6770822" y="2818396"/>
                  </a:lnTo>
                  <a:lnTo>
                    <a:pt x="6771637" y="2828651"/>
                  </a:lnTo>
                  <a:lnTo>
                    <a:pt x="6772451" y="2855393"/>
                  </a:lnTo>
                  <a:lnTo>
                    <a:pt x="6773266" y="2885890"/>
                  </a:lnTo>
                  <a:lnTo>
                    <a:pt x="6774081" y="2938010"/>
                  </a:lnTo>
                  <a:lnTo>
                    <a:pt x="6774896" y="2964040"/>
                  </a:lnTo>
                  <a:lnTo>
                    <a:pt x="6775710" y="2932089"/>
                  </a:lnTo>
                  <a:lnTo>
                    <a:pt x="6776525" y="2905866"/>
                  </a:lnTo>
                  <a:lnTo>
                    <a:pt x="6777340" y="2895005"/>
                  </a:lnTo>
                  <a:lnTo>
                    <a:pt x="6778155" y="2878482"/>
                  </a:lnTo>
                  <a:lnTo>
                    <a:pt x="6778970" y="2884735"/>
                  </a:lnTo>
                  <a:lnTo>
                    <a:pt x="6779784" y="2867777"/>
                  </a:lnTo>
                  <a:lnTo>
                    <a:pt x="6780599" y="2873300"/>
                  </a:lnTo>
                  <a:lnTo>
                    <a:pt x="6781414" y="2882270"/>
                  </a:lnTo>
                  <a:lnTo>
                    <a:pt x="6782229" y="2885241"/>
                  </a:lnTo>
                  <a:lnTo>
                    <a:pt x="6783043" y="2823457"/>
                  </a:lnTo>
                  <a:lnTo>
                    <a:pt x="6783858" y="2728039"/>
                  </a:lnTo>
                  <a:lnTo>
                    <a:pt x="6784673" y="2679879"/>
                  </a:lnTo>
                  <a:lnTo>
                    <a:pt x="6785488" y="2718788"/>
                  </a:lnTo>
                  <a:lnTo>
                    <a:pt x="6786303" y="2736365"/>
                  </a:lnTo>
                  <a:lnTo>
                    <a:pt x="6787117" y="2736833"/>
                  </a:lnTo>
                  <a:lnTo>
                    <a:pt x="6787932" y="2815143"/>
                  </a:lnTo>
                  <a:lnTo>
                    <a:pt x="6788747" y="2854426"/>
                  </a:lnTo>
                  <a:lnTo>
                    <a:pt x="6789562" y="2814085"/>
                  </a:lnTo>
                  <a:lnTo>
                    <a:pt x="6790376" y="2788092"/>
                  </a:lnTo>
                  <a:lnTo>
                    <a:pt x="6791191" y="2813076"/>
                  </a:lnTo>
                  <a:lnTo>
                    <a:pt x="6792006" y="2777372"/>
                  </a:lnTo>
                  <a:lnTo>
                    <a:pt x="6792821" y="2732997"/>
                  </a:lnTo>
                  <a:lnTo>
                    <a:pt x="6793636" y="2774255"/>
                  </a:lnTo>
                  <a:lnTo>
                    <a:pt x="6794450" y="2879714"/>
                  </a:lnTo>
                  <a:lnTo>
                    <a:pt x="6795265" y="2891326"/>
                  </a:lnTo>
                  <a:lnTo>
                    <a:pt x="6796080" y="2855395"/>
                  </a:lnTo>
                  <a:lnTo>
                    <a:pt x="6796895" y="2900974"/>
                  </a:lnTo>
                  <a:lnTo>
                    <a:pt x="6797709" y="2901678"/>
                  </a:lnTo>
                  <a:lnTo>
                    <a:pt x="6798524" y="2789551"/>
                  </a:lnTo>
                  <a:lnTo>
                    <a:pt x="6799339" y="2629481"/>
                  </a:lnTo>
                  <a:lnTo>
                    <a:pt x="6800154" y="2540563"/>
                  </a:lnTo>
                  <a:lnTo>
                    <a:pt x="6800969" y="2555302"/>
                  </a:lnTo>
                  <a:lnTo>
                    <a:pt x="6801783" y="2453737"/>
                  </a:lnTo>
                  <a:lnTo>
                    <a:pt x="6802598" y="2365062"/>
                  </a:lnTo>
                  <a:lnTo>
                    <a:pt x="6803413" y="2405081"/>
                  </a:lnTo>
                  <a:lnTo>
                    <a:pt x="6804228" y="2579702"/>
                  </a:lnTo>
                  <a:lnTo>
                    <a:pt x="6805042" y="2689151"/>
                  </a:lnTo>
                  <a:lnTo>
                    <a:pt x="6805857" y="2663102"/>
                  </a:lnTo>
                  <a:lnTo>
                    <a:pt x="6806672" y="2766729"/>
                  </a:lnTo>
                  <a:lnTo>
                    <a:pt x="6807487" y="2929298"/>
                  </a:lnTo>
                  <a:lnTo>
                    <a:pt x="6808302" y="2972994"/>
                  </a:lnTo>
                  <a:lnTo>
                    <a:pt x="6809116" y="2833810"/>
                  </a:lnTo>
                  <a:lnTo>
                    <a:pt x="6809931" y="2775661"/>
                  </a:lnTo>
                  <a:lnTo>
                    <a:pt x="6810746" y="2837794"/>
                  </a:lnTo>
                  <a:lnTo>
                    <a:pt x="6811561" y="2834829"/>
                  </a:lnTo>
                  <a:lnTo>
                    <a:pt x="6812376" y="2735269"/>
                  </a:lnTo>
                  <a:lnTo>
                    <a:pt x="6813190" y="2602944"/>
                  </a:lnTo>
                  <a:lnTo>
                    <a:pt x="6814005" y="2547046"/>
                  </a:lnTo>
                  <a:lnTo>
                    <a:pt x="6814820" y="2519117"/>
                  </a:lnTo>
                  <a:lnTo>
                    <a:pt x="6815635" y="2500775"/>
                  </a:lnTo>
                  <a:lnTo>
                    <a:pt x="6816449" y="2485122"/>
                  </a:lnTo>
                  <a:lnTo>
                    <a:pt x="6817264" y="2522407"/>
                  </a:lnTo>
                  <a:lnTo>
                    <a:pt x="6818079" y="2691778"/>
                  </a:lnTo>
                  <a:lnTo>
                    <a:pt x="6818894" y="2872309"/>
                  </a:lnTo>
                  <a:lnTo>
                    <a:pt x="6819709" y="2953554"/>
                  </a:lnTo>
                  <a:lnTo>
                    <a:pt x="6820523" y="2981450"/>
                  </a:lnTo>
                  <a:lnTo>
                    <a:pt x="6821338" y="3026192"/>
                  </a:lnTo>
                  <a:lnTo>
                    <a:pt x="6822153" y="3058242"/>
                  </a:lnTo>
                  <a:lnTo>
                    <a:pt x="6822968" y="3058242"/>
                  </a:lnTo>
                  <a:lnTo>
                    <a:pt x="6823782" y="3058242"/>
                  </a:lnTo>
                  <a:lnTo>
                    <a:pt x="6824597" y="3058242"/>
                  </a:lnTo>
                  <a:lnTo>
                    <a:pt x="6825412" y="3058242"/>
                  </a:lnTo>
                  <a:lnTo>
                    <a:pt x="6826227" y="3031304"/>
                  </a:lnTo>
                  <a:lnTo>
                    <a:pt x="6827042" y="2980906"/>
                  </a:lnTo>
                  <a:lnTo>
                    <a:pt x="6827856" y="2938178"/>
                  </a:lnTo>
                  <a:lnTo>
                    <a:pt x="6828671" y="2869934"/>
                  </a:lnTo>
                  <a:lnTo>
                    <a:pt x="6829486" y="2812676"/>
                  </a:lnTo>
                  <a:lnTo>
                    <a:pt x="6830301" y="2768638"/>
                  </a:lnTo>
                  <a:lnTo>
                    <a:pt x="6831115" y="2782779"/>
                  </a:lnTo>
                  <a:lnTo>
                    <a:pt x="6831930" y="2772800"/>
                  </a:lnTo>
                  <a:lnTo>
                    <a:pt x="6832745" y="2797291"/>
                  </a:lnTo>
                  <a:lnTo>
                    <a:pt x="6833560" y="2841565"/>
                  </a:lnTo>
                  <a:lnTo>
                    <a:pt x="6834375" y="2838445"/>
                  </a:lnTo>
                  <a:lnTo>
                    <a:pt x="6835189" y="2854012"/>
                  </a:lnTo>
                  <a:lnTo>
                    <a:pt x="6836004" y="2812794"/>
                  </a:lnTo>
                  <a:lnTo>
                    <a:pt x="6836819" y="2854678"/>
                  </a:lnTo>
                  <a:lnTo>
                    <a:pt x="6837634" y="2838654"/>
                  </a:lnTo>
                  <a:lnTo>
                    <a:pt x="6838448" y="2756764"/>
                  </a:lnTo>
                  <a:lnTo>
                    <a:pt x="6839263" y="2714636"/>
                  </a:lnTo>
                  <a:lnTo>
                    <a:pt x="6840078" y="2635923"/>
                  </a:lnTo>
                  <a:lnTo>
                    <a:pt x="6840893" y="2591681"/>
                  </a:lnTo>
                  <a:lnTo>
                    <a:pt x="6841708" y="2452363"/>
                  </a:lnTo>
                  <a:lnTo>
                    <a:pt x="6842522" y="2277535"/>
                  </a:lnTo>
                  <a:lnTo>
                    <a:pt x="6843337" y="2223816"/>
                  </a:lnTo>
                  <a:lnTo>
                    <a:pt x="6844152" y="2284396"/>
                  </a:lnTo>
                  <a:lnTo>
                    <a:pt x="6844967" y="2391578"/>
                  </a:lnTo>
                  <a:lnTo>
                    <a:pt x="6845781" y="2470712"/>
                  </a:lnTo>
                  <a:lnTo>
                    <a:pt x="6846596" y="2567325"/>
                  </a:lnTo>
                  <a:lnTo>
                    <a:pt x="6847411" y="2630662"/>
                  </a:lnTo>
                  <a:lnTo>
                    <a:pt x="6848226" y="2624451"/>
                  </a:lnTo>
                  <a:lnTo>
                    <a:pt x="6849041" y="2502775"/>
                  </a:lnTo>
                  <a:lnTo>
                    <a:pt x="6849855" y="2338798"/>
                  </a:lnTo>
                  <a:lnTo>
                    <a:pt x="6850670" y="2209225"/>
                  </a:lnTo>
                  <a:lnTo>
                    <a:pt x="6851485" y="2101731"/>
                  </a:lnTo>
                  <a:lnTo>
                    <a:pt x="6852300" y="2151968"/>
                  </a:lnTo>
                  <a:lnTo>
                    <a:pt x="6853115" y="2250518"/>
                  </a:lnTo>
                  <a:lnTo>
                    <a:pt x="6853929" y="2280604"/>
                  </a:lnTo>
                  <a:lnTo>
                    <a:pt x="6854744" y="2396104"/>
                  </a:lnTo>
                  <a:lnTo>
                    <a:pt x="6855559" y="2448893"/>
                  </a:lnTo>
                  <a:lnTo>
                    <a:pt x="6856374" y="2540709"/>
                  </a:lnTo>
                  <a:lnTo>
                    <a:pt x="6857188" y="2635878"/>
                  </a:lnTo>
                  <a:lnTo>
                    <a:pt x="6858003" y="2716195"/>
                  </a:lnTo>
                  <a:lnTo>
                    <a:pt x="6858818" y="2830031"/>
                  </a:lnTo>
                  <a:lnTo>
                    <a:pt x="6859633" y="2831464"/>
                  </a:lnTo>
                  <a:lnTo>
                    <a:pt x="6860448" y="2873532"/>
                  </a:lnTo>
                  <a:lnTo>
                    <a:pt x="6861262" y="2930305"/>
                  </a:lnTo>
                  <a:lnTo>
                    <a:pt x="6862077" y="2921710"/>
                  </a:lnTo>
                  <a:lnTo>
                    <a:pt x="6862892" y="2831694"/>
                  </a:lnTo>
                  <a:lnTo>
                    <a:pt x="6863707" y="2739803"/>
                  </a:lnTo>
                  <a:lnTo>
                    <a:pt x="6864521" y="2683092"/>
                  </a:lnTo>
                  <a:lnTo>
                    <a:pt x="6865336" y="2676620"/>
                  </a:lnTo>
                  <a:lnTo>
                    <a:pt x="6866151" y="2711219"/>
                  </a:lnTo>
                  <a:lnTo>
                    <a:pt x="6866966" y="2760190"/>
                  </a:lnTo>
                  <a:lnTo>
                    <a:pt x="6867781" y="2887792"/>
                  </a:lnTo>
                  <a:lnTo>
                    <a:pt x="6868595" y="3000071"/>
                  </a:lnTo>
                  <a:lnTo>
                    <a:pt x="6869410" y="3043448"/>
                  </a:lnTo>
                  <a:lnTo>
                    <a:pt x="6870225" y="3088718"/>
                  </a:lnTo>
                  <a:lnTo>
                    <a:pt x="6871040" y="3090990"/>
                  </a:lnTo>
                  <a:lnTo>
                    <a:pt x="6871854" y="3086855"/>
                  </a:lnTo>
                  <a:lnTo>
                    <a:pt x="6872669" y="3041482"/>
                  </a:lnTo>
                  <a:lnTo>
                    <a:pt x="6873484" y="3005316"/>
                  </a:lnTo>
                  <a:lnTo>
                    <a:pt x="6874299" y="3019728"/>
                  </a:lnTo>
                  <a:lnTo>
                    <a:pt x="6875114" y="2990207"/>
                  </a:lnTo>
                  <a:lnTo>
                    <a:pt x="6875928" y="2871390"/>
                  </a:lnTo>
                  <a:lnTo>
                    <a:pt x="6876743" y="2747967"/>
                  </a:lnTo>
                  <a:lnTo>
                    <a:pt x="6877558" y="2691240"/>
                  </a:lnTo>
                  <a:lnTo>
                    <a:pt x="6878373" y="2667119"/>
                  </a:lnTo>
                  <a:lnTo>
                    <a:pt x="6879187" y="2663226"/>
                  </a:lnTo>
                  <a:lnTo>
                    <a:pt x="6880002" y="2682276"/>
                  </a:lnTo>
                  <a:lnTo>
                    <a:pt x="6880817" y="2796112"/>
                  </a:lnTo>
                  <a:lnTo>
                    <a:pt x="6881632" y="2883642"/>
                  </a:lnTo>
                  <a:lnTo>
                    <a:pt x="6882447" y="2938793"/>
                  </a:lnTo>
                  <a:lnTo>
                    <a:pt x="6883261" y="3019105"/>
                  </a:lnTo>
                  <a:lnTo>
                    <a:pt x="6884076" y="3040326"/>
                  </a:lnTo>
                  <a:lnTo>
                    <a:pt x="6884891" y="2972573"/>
                  </a:lnTo>
                  <a:lnTo>
                    <a:pt x="6885706" y="2909054"/>
                  </a:lnTo>
                  <a:lnTo>
                    <a:pt x="6886520" y="2932543"/>
                  </a:lnTo>
                  <a:lnTo>
                    <a:pt x="6887335" y="2928825"/>
                  </a:lnTo>
                  <a:lnTo>
                    <a:pt x="6888150" y="2846728"/>
                  </a:lnTo>
                  <a:lnTo>
                    <a:pt x="6888965" y="2732252"/>
                  </a:lnTo>
                  <a:lnTo>
                    <a:pt x="6889780" y="2750819"/>
                  </a:lnTo>
                  <a:lnTo>
                    <a:pt x="6890594" y="2763115"/>
                  </a:lnTo>
                  <a:lnTo>
                    <a:pt x="6891409" y="2720627"/>
                  </a:lnTo>
                  <a:lnTo>
                    <a:pt x="6892224" y="2720627"/>
                  </a:lnTo>
                  <a:lnTo>
                    <a:pt x="6893039" y="2729907"/>
                  </a:lnTo>
                  <a:lnTo>
                    <a:pt x="6893854" y="2727510"/>
                  </a:lnTo>
                  <a:lnTo>
                    <a:pt x="6894668" y="2631696"/>
                  </a:lnTo>
                  <a:lnTo>
                    <a:pt x="6895483" y="2522908"/>
                  </a:lnTo>
                  <a:lnTo>
                    <a:pt x="6896298" y="2418214"/>
                  </a:lnTo>
                  <a:lnTo>
                    <a:pt x="6897113" y="2365471"/>
                  </a:lnTo>
                  <a:lnTo>
                    <a:pt x="6897927" y="2417551"/>
                  </a:lnTo>
                  <a:lnTo>
                    <a:pt x="6898742" y="2563065"/>
                  </a:lnTo>
                  <a:lnTo>
                    <a:pt x="6899557" y="2733582"/>
                  </a:lnTo>
                  <a:lnTo>
                    <a:pt x="6900372" y="2881805"/>
                  </a:lnTo>
                  <a:lnTo>
                    <a:pt x="6901187" y="2986086"/>
                  </a:lnTo>
                  <a:lnTo>
                    <a:pt x="6902001" y="2997120"/>
                  </a:lnTo>
                  <a:lnTo>
                    <a:pt x="6902816" y="2926288"/>
                  </a:lnTo>
                  <a:lnTo>
                    <a:pt x="6903631" y="2744292"/>
                  </a:lnTo>
                  <a:lnTo>
                    <a:pt x="6904446" y="2589283"/>
                  </a:lnTo>
                  <a:lnTo>
                    <a:pt x="6905260" y="2537865"/>
                  </a:lnTo>
                  <a:lnTo>
                    <a:pt x="6906075" y="2558563"/>
                  </a:lnTo>
                  <a:lnTo>
                    <a:pt x="6906890" y="2581470"/>
                  </a:lnTo>
                  <a:lnTo>
                    <a:pt x="6907705" y="2604845"/>
                  </a:lnTo>
                  <a:lnTo>
                    <a:pt x="6908520" y="2817292"/>
                  </a:lnTo>
                  <a:lnTo>
                    <a:pt x="6909334" y="3020973"/>
                  </a:lnTo>
                  <a:lnTo>
                    <a:pt x="6910149" y="3020856"/>
                  </a:lnTo>
                  <a:lnTo>
                    <a:pt x="6910964" y="2929855"/>
                  </a:lnTo>
                  <a:lnTo>
                    <a:pt x="6911779" y="2936027"/>
                  </a:lnTo>
                  <a:lnTo>
                    <a:pt x="6912593" y="2977578"/>
                  </a:lnTo>
                  <a:lnTo>
                    <a:pt x="6913408" y="2935262"/>
                  </a:lnTo>
                  <a:lnTo>
                    <a:pt x="6914223" y="2886590"/>
                  </a:lnTo>
                  <a:lnTo>
                    <a:pt x="6915038" y="2938126"/>
                  </a:lnTo>
                  <a:lnTo>
                    <a:pt x="6915853" y="3027841"/>
                  </a:lnTo>
                  <a:lnTo>
                    <a:pt x="6916667" y="3040472"/>
                  </a:lnTo>
                  <a:lnTo>
                    <a:pt x="6917482" y="3062399"/>
                  </a:lnTo>
                  <a:lnTo>
                    <a:pt x="6918297" y="3116972"/>
                  </a:lnTo>
                  <a:lnTo>
                    <a:pt x="6919112" y="3116972"/>
                  </a:lnTo>
                  <a:lnTo>
                    <a:pt x="6919926" y="3116972"/>
                  </a:lnTo>
                  <a:lnTo>
                    <a:pt x="6920741" y="3052222"/>
                  </a:lnTo>
                  <a:lnTo>
                    <a:pt x="6921556" y="2902054"/>
                  </a:lnTo>
                  <a:lnTo>
                    <a:pt x="6922371" y="2703748"/>
                  </a:lnTo>
                  <a:lnTo>
                    <a:pt x="6923186" y="2518969"/>
                  </a:lnTo>
                  <a:lnTo>
                    <a:pt x="6924000" y="2452710"/>
                  </a:lnTo>
                  <a:lnTo>
                    <a:pt x="6924815" y="2434091"/>
                  </a:lnTo>
                  <a:lnTo>
                    <a:pt x="6925630" y="2348549"/>
                  </a:lnTo>
                  <a:lnTo>
                    <a:pt x="6926445" y="2396801"/>
                  </a:lnTo>
                  <a:lnTo>
                    <a:pt x="6927259" y="2542524"/>
                  </a:lnTo>
                  <a:lnTo>
                    <a:pt x="6928074" y="2664895"/>
                  </a:lnTo>
                  <a:lnTo>
                    <a:pt x="6928889" y="2654561"/>
                  </a:lnTo>
                  <a:lnTo>
                    <a:pt x="6929704" y="2615175"/>
                  </a:lnTo>
                  <a:lnTo>
                    <a:pt x="6930519" y="2791878"/>
                  </a:lnTo>
                  <a:lnTo>
                    <a:pt x="6931333" y="2829518"/>
                  </a:lnTo>
                  <a:lnTo>
                    <a:pt x="6932148" y="2776595"/>
                  </a:lnTo>
                  <a:lnTo>
                    <a:pt x="6932963" y="2783730"/>
                  </a:lnTo>
                  <a:lnTo>
                    <a:pt x="6933778" y="2815139"/>
                  </a:lnTo>
                  <a:lnTo>
                    <a:pt x="6934593" y="2868997"/>
                  </a:lnTo>
                  <a:lnTo>
                    <a:pt x="6935407" y="2725703"/>
                  </a:lnTo>
                  <a:lnTo>
                    <a:pt x="6936222" y="2600741"/>
                  </a:lnTo>
                  <a:lnTo>
                    <a:pt x="6937037" y="2544496"/>
                  </a:lnTo>
                  <a:lnTo>
                    <a:pt x="6937852" y="2446867"/>
                  </a:lnTo>
                  <a:lnTo>
                    <a:pt x="6938666" y="2350342"/>
                  </a:lnTo>
                  <a:lnTo>
                    <a:pt x="6939481" y="2283191"/>
                  </a:lnTo>
                  <a:lnTo>
                    <a:pt x="6940296" y="2315649"/>
                  </a:lnTo>
                  <a:lnTo>
                    <a:pt x="6941111" y="2352661"/>
                  </a:lnTo>
                  <a:lnTo>
                    <a:pt x="6941926" y="2315043"/>
                  </a:lnTo>
                  <a:lnTo>
                    <a:pt x="6942740" y="2233849"/>
                  </a:lnTo>
                  <a:lnTo>
                    <a:pt x="6943555" y="2210382"/>
                  </a:lnTo>
                  <a:lnTo>
                    <a:pt x="6944370" y="2228711"/>
                  </a:lnTo>
                  <a:lnTo>
                    <a:pt x="6945185" y="2295511"/>
                  </a:lnTo>
                  <a:lnTo>
                    <a:pt x="6945999" y="2447736"/>
                  </a:lnTo>
                  <a:lnTo>
                    <a:pt x="6946814" y="2631085"/>
                  </a:lnTo>
                  <a:lnTo>
                    <a:pt x="6947629" y="2804130"/>
                  </a:lnTo>
                  <a:lnTo>
                    <a:pt x="6948444" y="2948718"/>
                  </a:lnTo>
                  <a:lnTo>
                    <a:pt x="6949259" y="3038981"/>
                  </a:lnTo>
                  <a:lnTo>
                    <a:pt x="6950073" y="3058242"/>
                  </a:lnTo>
                  <a:lnTo>
                    <a:pt x="6950888" y="2991857"/>
                  </a:lnTo>
                  <a:lnTo>
                    <a:pt x="6951703" y="2829124"/>
                  </a:lnTo>
                  <a:lnTo>
                    <a:pt x="6952518" y="2659075"/>
                  </a:lnTo>
                  <a:lnTo>
                    <a:pt x="6953332" y="2559390"/>
                  </a:lnTo>
                  <a:lnTo>
                    <a:pt x="6954147" y="2443652"/>
                  </a:lnTo>
                  <a:lnTo>
                    <a:pt x="6954962" y="2340189"/>
                  </a:lnTo>
                  <a:lnTo>
                    <a:pt x="6955777" y="2264772"/>
                  </a:lnTo>
                  <a:lnTo>
                    <a:pt x="6956592" y="2275555"/>
                  </a:lnTo>
                  <a:lnTo>
                    <a:pt x="6957406" y="2347443"/>
                  </a:lnTo>
                  <a:lnTo>
                    <a:pt x="6958221" y="2399353"/>
                  </a:lnTo>
                  <a:lnTo>
                    <a:pt x="6959036" y="2515091"/>
                  </a:lnTo>
                  <a:lnTo>
                    <a:pt x="6959851" y="2618556"/>
                  </a:lnTo>
                  <a:lnTo>
                    <a:pt x="6960665" y="2760357"/>
                  </a:lnTo>
                  <a:lnTo>
                    <a:pt x="6961480" y="2912307"/>
                  </a:lnTo>
                  <a:lnTo>
                    <a:pt x="6962295" y="2949570"/>
                  </a:lnTo>
                  <a:lnTo>
                    <a:pt x="6963110" y="2832614"/>
                  </a:lnTo>
                  <a:lnTo>
                    <a:pt x="6963925" y="2665502"/>
                  </a:lnTo>
                  <a:lnTo>
                    <a:pt x="6964739" y="2552430"/>
                  </a:lnTo>
                  <a:lnTo>
                    <a:pt x="6965554" y="2429069"/>
                  </a:lnTo>
                  <a:lnTo>
                    <a:pt x="6966369" y="2331066"/>
                  </a:lnTo>
                  <a:lnTo>
                    <a:pt x="6967184" y="2221156"/>
                  </a:lnTo>
                  <a:lnTo>
                    <a:pt x="6967998" y="2222885"/>
                  </a:lnTo>
                  <a:lnTo>
                    <a:pt x="6968813" y="2319914"/>
                  </a:lnTo>
                  <a:lnTo>
                    <a:pt x="6969628" y="2360081"/>
                  </a:lnTo>
                  <a:lnTo>
                    <a:pt x="6970443" y="2352783"/>
                  </a:lnTo>
                  <a:lnTo>
                    <a:pt x="6971258" y="2210616"/>
                  </a:lnTo>
                  <a:lnTo>
                    <a:pt x="6972072" y="2170965"/>
                  </a:lnTo>
                  <a:lnTo>
                    <a:pt x="6972887" y="2215288"/>
                  </a:lnTo>
                  <a:lnTo>
                    <a:pt x="6973702" y="2107058"/>
                  </a:lnTo>
                  <a:lnTo>
                    <a:pt x="6974517" y="1983961"/>
                  </a:lnTo>
                  <a:lnTo>
                    <a:pt x="6975332" y="1885018"/>
                  </a:lnTo>
                  <a:lnTo>
                    <a:pt x="6976146" y="1843198"/>
                  </a:lnTo>
                  <a:lnTo>
                    <a:pt x="6976961" y="1771868"/>
                  </a:lnTo>
                  <a:lnTo>
                    <a:pt x="6977776" y="1671143"/>
                  </a:lnTo>
                  <a:lnTo>
                    <a:pt x="6978591" y="1677562"/>
                  </a:lnTo>
                  <a:lnTo>
                    <a:pt x="6979405" y="1740549"/>
                  </a:lnTo>
                  <a:lnTo>
                    <a:pt x="6980220" y="1850384"/>
                  </a:lnTo>
                  <a:lnTo>
                    <a:pt x="6981035" y="1966594"/>
                  </a:lnTo>
                  <a:lnTo>
                    <a:pt x="6981850" y="2029547"/>
                  </a:lnTo>
                  <a:lnTo>
                    <a:pt x="6982665" y="2132107"/>
                  </a:lnTo>
                  <a:lnTo>
                    <a:pt x="6983479" y="2244976"/>
                  </a:lnTo>
                  <a:lnTo>
                    <a:pt x="6984294" y="2371821"/>
                  </a:lnTo>
                  <a:lnTo>
                    <a:pt x="6985109" y="2494592"/>
                  </a:lnTo>
                  <a:lnTo>
                    <a:pt x="6985924" y="2645592"/>
                  </a:lnTo>
                  <a:lnTo>
                    <a:pt x="6986738" y="2688389"/>
                  </a:lnTo>
                  <a:lnTo>
                    <a:pt x="6987553" y="2588484"/>
                  </a:lnTo>
                  <a:lnTo>
                    <a:pt x="6988368" y="2382827"/>
                  </a:lnTo>
                  <a:lnTo>
                    <a:pt x="6989183" y="2127856"/>
                  </a:lnTo>
                  <a:lnTo>
                    <a:pt x="6989998" y="1891666"/>
                  </a:lnTo>
                  <a:lnTo>
                    <a:pt x="6990812" y="1720814"/>
                  </a:lnTo>
                  <a:lnTo>
                    <a:pt x="6991627" y="1752068"/>
                  </a:lnTo>
                  <a:lnTo>
                    <a:pt x="6992442" y="1837905"/>
                  </a:lnTo>
                  <a:lnTo>
                    <a:pt x="6993257" y="1963712"/>
                  </a:lnTo>
                  <a:lnTo>
                    <a:pt x="6994071" y="2068243"/>
                  </a:lnTo>
                  <a:lnTo>
                    <a:pt x="6994886" y="2088048"/>
                  </a:lnTo>
                  <a:lnTo>
                    <a:pt x="6995701" y="2151043"/>
                  </a:lnTo>
                  <a:lnTo>
                    <a:pt x="6996516" y="2236697"/>
                  </a:lnTo>
                  <a:lnTo>
                    <a:pt x="6997331" y="2292844"/>
                  </a:lnTo>
                  <a:lnTo>
                    <a:pt x="6998145" y="2263223"/>
                  </a:lnTo>
                  <a:lnTo>
                    <a:pt x="6998960" y="2179488"/>
                  </a:lnTo>
                  <a:lnTo>
                    <a:pt x="6999775" y="2239234"/>
                  </a:lnTo>
                  <a:lnTo>
                    <a:pt x="7000590" y="2131691"/>
                  </a:lnTo>
                  <a:lnTo>
                    <a:pt x="7001404" y="1824077"/>
                  </a:lnTo>
                  <a:lnTo>
                    <a:pt x="7002219" y="1516438"/>
                  </a:lnTo>
                  <a:lnTo>
                    <a:pt x="7003034" y="1360578"/>
                  </a:lnTo>
                  <a:lnTo>
                    <a:pt x="7003849" y="1361057"/>
                  </a:lnTo>
                  <a:lnTo>
                    <a:pt x="7004664" y="1256488"/>
                  </a:lnTo>
                  <a:lnTo>
                    <a:pt x="7005478" y="1152982"/>
                  </a:lnTo>
                  <a:lnTo>
                    <a:pt x="7006293" y="1166589"/>
                  </a:lnTo>
                  <a:lnTo>
                    <a:pt x="7007108" y="1219553"/>
                  </a:lnTo>
                  <a:lnTo>
                    <a:pt x="7007923" y="1258192"/>
                  </a:lnTo>
                  <a:lnTo>
                    <a:pt x="7008737" y="1318012"/>
                  </a:lnTo>
                  <a:lnTo>
                    <a:pt x="7009552" y="1386341"/>
                  </a:lnTo>
                  <a:lnTo>
                    <a:pt x="7010367" y="1482917"/>
                  </a:lnTo>
                  <a:lnTo>
                    <a:pt x="7011182" y="1489949"/>
                  </a:lnTo>
                  <a:lnTo>
                    <a:pt x="7011997" y="1490829"/>
                  </a:lnTo>
                  <a:lnTo>
                    <a:pt x="7012811" y="1639291"/>
                  </a:lnTo>
                  <a:lnTo>
                    <a:pt x="7013626" y="1695392"/>
                  </a:lnTo>
                  <a:lnTo>
                    <a:pt x="7014441" y="1651095"/>
                  </a:lnTo>
                  <a:lnTo>
                    <a:pt x="7015256" y="1681090"/>
                  </a:lnTo>
                  <a:lnTo>
                    <a:pt x="7016071" y="1892059"/>
                  </a:lnTo>
                  <a:lnTo>
                    <a:pt x="7016885" y="1983719"/>
                  </a:lnTo>
                  <a:lnTo>
                    <a:pt x="7017700" y="1847196"/>
                  </a:lnTo>
                  <a:lnTo>
                    <a:pt x="7018515" y="1821016"/>
                  </a:lnTo>
                  <a:lnTo>
                    <a:pt x="7019330" y="1960940"/>
                  </a:lnTo>
                  <a:lnTo>
                    <a:pt x="7020144" y="2077893"/>
                  </a:lnTo>
                  <a:lnTo>
                    <a:pt x="7020959" y="2020217"/>
                  </a:lnTo>
                  <a:lnTo>
                    <a:pt x="7021774" y="2059765"/>
                  </a:lnTo>
                  <a:lnTo>
                    <a:pt x="7022589" y="2152327"/>
                  </a:lnTo>
                  <a:lnTo>
                    <a:pt x="7023404" y="2156395"/>
                  </a:lnTo>
                  <a:lnTo>
                    <a:pt x="7024218" y="2126465"/>
                  </a:lnTo>
                  <a:lnTo>
                    <a:pt x="7025033" y="2093070"/>
                  </a:lnTo>
                  <a:lnTo>
                    <a:pt x="7025848" y="2098449"/>
                  </a:lnTo>
                  <a:lnTo>
                    <a:pt x="7026663" y="2152155"/>
                  </a:lnTo>
                  <a:lnTo>
                    <a:pt x="7027477" y="2235466"/>
                  </a:lnTo>
                  <a:lnTo>
                    <a:pt x="7028292" y="2242546"/>
                  </a:lnTo>
                  <a:lnTo>
                    <a:pt x="7029107" y="2263864"/>
                  </a:lnTo>
                  <a:lnTo>
                    <a:pt x="7029922" y="2323385"/>
                  </a:lnTo>
                  <a:lnTo>
                    <a:pt x="7030737" y="2483159"/>
                  </a:lnTo>
                  <a:lnTo>
                    <a:pt x="7031551" y="2629407"/>
                  </a:lnTo>
                  <a:lnTo>
                    <a:pt x="7032366" y="2705573"/>
                  </a:lnTo>
                  <a:lnTo>
                    <a:pt x="7033181" y="2720154"/>
                  </a:lnTo>
                  <a:lnTo>
                    <a:pt x="7033996" y="2633105"/>
                  </a:lnTo>
                  <a:lnTo>
                    <a:pt x="7034810" y="2605766"/>
                  </a:lnTo>
                  <a:lnTo>
                    <a:pt x="7035625" y="2553452"/>
                  </a:lnTo>
                  <a:lnTo>
                    <a:pt x="7036440" y="2349309"/>
                  </a:lnTo>
                  <a:lnTo>
                    <a:pt x="7037255" y="2143335"/>
                  </a:lnTo>
                  <a:lnTo>
                    <a:pt x="7038070" y="2051525"/>
                  </a:lnTo>
                  <a:lnTo>
                    <a:pt x="7038884" y="2055555"/>
                  </a:lnTo>
                  <a:lnTo>
                    <a:pt x="7039699" y="1936414"/>
                  </a:lnTo>
                  <a:lnTo>
                    <a:pt x="7040514" y="1831899"/>
                  </a:lnTo>
                  <a:lnTo>
                    <a:pt x="7041329" y="1903307"/>
                  </a:lnTo>
                  <a:lnTo>
                    <a:pt x="7042143" y="1982740"/>
                  </a:lnTo>
                  <a:lnTo>
                    <a:pt x="7042958" y="1917589"/>
                  </a:lnTo>
                  <a:lnTo>
                    <a:pt x="7043773" y="1798654"/>
                  </a:lnTo>
                  <a:lnTo>
                    <a:pt x="7044588" y="1771697"/>
                  </a:lnTo>
                  <a:lnTo>
                    <a:pt x="7045403" y="1672472"/>
                  </a:lnTo>
                  <a:lnTo>
                    <a:pt x="7046217" y="1618200"/>
                  </a:lnTo>
                  <a:lnTo>
                    <a:pt x="7047032" y="1660835"/>
                  </a:lnTo>
                  <a:lnTo>
                    <a:pt x="7047847" y="1825437"/>
                  </a:lnTo>
                  <a:lnTo>
                    <a:pt x="7048662" y="1989285"/>
                  </a:lnTo>
                  <a:lnTo>
                    <a:pt x="7049476" y="2001971"/>
                  </a:lnTo>
                  <a:lnTo>
                    <a:pt x="7050291" y="2083475"/>
                  </a:lnTo>
                  <a:lnTo>
                    <a:pt x="7051106" y="2183467"/>
                  </a:lnTo>
                  <a:lnTo>
                    <a:pt x="7051921" y="2155115"/>
                  </a:lnTo>
                  <a:lnTo>
                    <a:pt x="7052736" y="1990430"/>
                  </a:lnTo>
                  <a:lnTo>
                    <a:pt x="7053550" y="1952948"/>
                  </a:lnTo>
                  <a:lnTo>
                    <a:pt x="7054365" y="2114881"/>
                  </a:lnTo>
                  <a:lnTo>
                    <a:pt x="7055180" y="2184141"/>
                  </a:lnTo>
                  <a:lnTo>
                    <a:pt x="7055995" y="2073106"/>
                  </a:lnTo>
                  <a:lnTo>
                    <a:pt x="7056810" y="2030675"/>
                  </a:lnTo>
                  <a:lnTo>
                    <a:pt x="7057624" y="2233332"/>
                  </a:lnTo>
                  <a:lnTo>
                    <a:pt x="7058439" y="2387709"/>
                  </a:lnTo>
                  <a:lnTo>
                    <a:pt x="7059254" y="2398900"/>
                  </a:lnTo>
                  <a:lnTo>
                    <a:pt x="7060069" y="2429222"/>
                  </a:lnTo>
                  <a:lnTo>
                    <a:pt x="7060883" y="2430532"/>
                  </a:lnTo>
                  <a:lnTo>
                    <a:pt x="7061698" y="2486970"/>
                  </a:lnTo>
                  <a:lnTo>
                    <a:pt x="7062513" y="2442089"/>
                  </a:lnTo>
                  <a:lnTo>
                    <a:pt x="7063328" y="2274627"/>
                  </a:lnTo>
                  <a:lnTo>
                    <a:pt x="7064143" y="2176801"/>
                  </a:lnTo>
                  <a:lnTo>
                    <a:pt x="7064957" y="2131259"/>
                  </a:lnTo>
                  <a:lnTo>
                    <a:pt x="7065772" y="2093308"/>
                  </a:lnTo>
                  <a:lnTo>
                    <a:pt x="7066587" y="1988074"/>
                  </a:lnTo>
                  <a:lnTo>
                    <a:pt x="7067402" y="1834907"/>
                  </a:lnTo>
                  <a:lnTo>
                    <a:pt x="7068216" y="1891058"/>
                  </a:lnTo>
                  <a:lnTo>
                    <a:pt x="7069031" y="1924622"/>
                  </a:lnTo>
                  <a:lnTo>
                    <a:pt x="7069846" y="1934300"/>
                  </a:lnTo>
                  <a:lnTo>
                    <a:pt x="7070661" y="2087871"/>
                  </a:lnTo>
                  <a:lnTo>
                    <a:pt x="7071476" y="2285520"/>
                  </a:lnTo>
                  <a:lnTo>
                    <a:pt x="7072290" y="2481866"/>
                  </a:lnTo>
                  <a:lnTo>
                    <a:pt x="7073105" y="2515041"/>
                  </a:lnTo>
                  <a:lnTo>
                    <a:pt x="7073920" y="2559815"/>
                  </a:lnTo>
                  <a:lnTo>
                    <a:pt x="7074735" y="2605899"/>
                  </a:lnTo>
                  <a:lnTo>
                    <a:pt x="7075549" y="2583726"/>
                  </a:lnTo>
                  <a:lnTo>
                    <a:pt x="7076364" y="2563225"/>
                  </a:lnTo>
                  <a:lnTo>
                    <a:pt x="7077179" y="2652471"/>
                  </a:lnTo>
                  <a:lnTo>
                    <a:pt x="7077994" y="2762724"/>
                  </a:lnTo>
                  <a:lnTo>
                    <a:pt x="7078809" y="2754942"/>
                  </a:lnTo>
                  <a:lnTo>
                    <a:pt x="7079623" y="2642862"/>
                  </a:lnTo>
                  <a:lnTo>
                    <a:pt x="7080438" y="2525472"/>
                  </a:lnTo>
                  <a:lnTo>
                    <a:pt x="7081253" y="2451929"/>
                  </a:lnTo>
                  <a:lnTo>
                    <a:pt x="7082068" y="2365337"/>
                  </a:lnTo>
                  <a:lnTo>
                    <a:pt x="7082882" y="2297195"/>
                  </a:lnTo>
                  <a:lnTo>
                    <a:pt x="7083697" y="2283736"/>
                  </a:lnTo>
                  <a:lnTo>
                    <a:pt x="7084512" y="2395875"/>
                  </a:lnTo>
                  <a:lnTo>
                    <a:pt x="7085327" y="2487502"/>
                  </a:lnTo>
                  <a:lnTo>
                    <a:pt x="7086142" y="2495872"/>
                  </a:lnTo>
                  <a:lnTo>
                    <a:pt x="7086956" y="2436075"/>
                  </a:lnTo>
                  <a:lnTo>
                    <a:pt x="7087771" y="2367663"/>
                  </a:lnTo>
                  <a:lnTo>
                    <a:pt x="7088586" y="2360600"/>
                  </a:lnTo>
                  <a:lnTo>
                    <a:pt x="7089401" y="2406335"/>
                  </a:lnTo>
                  <a:lnTo>
                    <a:pt x="7090216" y="2438162"/>
                  </a:lnTo>
                  <a:lnTo>
                    <a:pt x="7091030" y="2429889"/>
                  </a:lnTo>
                  <a:lnTo>
                    <a:pt x="7091845" y="2425678"/>
                  </a:lnTo>
                  <a:lnTo>
                    <a:pt x="7092660" y="2409231"/>
                  </a:lnTo>
                  <a:lnTo>
                    <a:pt x="7093475" y="2437042"/>
                  </a:lnTo>
                  <a:lnTo>
                    <a:pt x="7094289" y="2387901"/>
                  </a:lnTo>
                  <a:lnTo>
                    <a:pt x="7095104" y="2351988"/>
                  </a:lnTo>
                  <a:lnTo>
                    <a:pt x="7095919" y="2412617"/>
                  </a:lnTo>
                  <a:lnTo>
                    <a:pt x="7096734" y="2545832"/>
                  </a:lnTo>
                  <a:lnTo>
                    <a:pt x="7097549" y="2690795"/>
                  </a:lnTo>
                  <a:lnTo>
                    <a:pt x="7098363" y="2762444"/>
                  </a:lnTo>
                  <a:lnTo>
                    <a:pt x="7099178" y="2835849"/>
                  </a:lnTo>
                  <a:lnTo>
                    <a:pt x="7099993" y="2819399"/>
                  </a:lnTo>
                  <a:lnTo>
                    <a:pt x="7100808" y="2637323"/>
                  </a:lnTo>
                  <a:lnTo>
                    <a:pt x="7101622" y="2412029"/>
                  </a:lnTo>
                  <a:lnTo>
                    <a:pt x="7102437" y="2276197"/>
                  </a:lnTo>
                  <a:lnTo>
                    <a:pt x="7103252" y="2265971"/>
                  </a:lnTo>
                  <a:lnTo>
                    <a:pt x="7104067" y="2288318"/>
                  </a:lnTo>
                  <a:lnTo>
                    <a:pt x="7104882" y="2370611"/>
                  </a:lnTo>
                  <a:lnTo>
                    <a:pt x="7105696" y="2398156"/>
                  </a:lnTo>
                  <a:lnTo>
                    <a:pt x="7106511" y="2334534"/>
                  </a:lnTo>
                  <a:lnTo>
                    <a:pt x="7107326" y="2279787"/>
                  </a:lnTo>
                  <a:lnTo>
                    <a:pt x="7108141" y="2178278"/>
                  </a:lnTo>
                  <a:lnTo>
                    <a:pt x="7108955" y="2134109"/>
                  </a:lnTo>
                  <a:lnTo>
                    <a:pt x="7109770" y="2106162"/>
                  </a:lnTo>
                  <a:lnTo>
                    <a:pt x="7110585" y="2193826"/>
                  </a:lnTo>
                  <a:lnTo>
                    <a:pt x="7111400" y="2428820"/>
                  </a:lnTo>
                  <a:lnTo>
                    <a:pt x="7112215" y="2619398"/>
                  </a:lnTo>
                  <a:lnTo>
                    <a:pt x="7113029" y="2731132"/>
                  </a:lnTo>
                  <a:lnTo>
                    <a:pt x="7113844" y="2775301"/>
                  </a:lnTo>
                  <a:lnTo>
                    <a:pt x="7114659" y="2831905"/>
                  </a:lnTo>
                  <a:lnTo>
                    <a:pt x="7115474" y="2909562"/>
                  </a:lnTo>
                  <a:lnTo>
                    <a:pt x="7116288" y="2851985"/>
                  </a:lnTo>
                  <a:lnTo>
                    <a:pt x="7117103" y="2656680"/>
                  </a:lnTo>
                  <a:lnTo>
                    <a:pt x="7117918" y="2491379"/>
                  </a:lnTo>
                  <a:lnTo>
                    <a:pt x="7118733" y="2332347"/>
                  </a:lnTo>
                  <a:lnTo>
                    <a:pt x="7119548" y="2263465"/>
                  </a:lnTo>
                  <a:lnTo>
                    <a:pt x="7120362" y="2220296"/>
                  </a:lnTo>
                  <a:lnTo>
                    <a:pt x="7121177" y="2192041"/>
                  </a:lnTo>
                  <a:lnTo>
                    <a:pt x="7121992" y="2319008"/>
                  </a:lnTo>
                  <a:lnTo>
                    <a:pt x="7122807" y="2388094"/>
                  </a:lnTo>
                  <a:lnTo>
                    <a:pt x="7123621" y="2375470"/>
                  </a:lnTo>
                  <a:lnTo>
                    <a:pt x="7124436" y="2357710"/>
                  </a:lnTo>
                  <a:lnTo>
                    <a:pt x="7125251" y="2287558"/>
                  </a:lnTo>
                  <a:lnTo>
                    <a:pt x="7126066" y="2221754"/>
                  </a:lnTo>
                  <a:lnTo>
                    <a:pt x="7126881" y="2191951"/>
                  </a:lnTo>
                  <a:lnTo>
                    <a:pt x="7127695" y="2261185"/>
                  </a:lnTo>
                  <a:lnTo>
                    <a:pt x="7128510" y="2367981"/>
                  </a:lnTo>
                  <a:lnTo>
                    <a:pt x="7129325" y="2386363"/>
                  </a:lnTo>
                  <a:lnTo>
                    <a:pt x="7130140" y="2428701"/>
                  </a:lnTo>
                  <a:lnTo>
                    <a:pt x="7130955" y="2583199"/>
                  </a:lnTo>
                  <a:lnTo>
                    <a:pt x="7131769" y="2703409"/>
                  </a:lnTo>
                  <a:lnTo>
                    <a:pt x="7132584" y="2756319"/>
                  </a:lnTo>
                  <a:lnTo>
                    <a:pt x="7133399" y="2790959"/>
                  </a:lnTo>
                  <a:lnTo>
                    <a:pt x="7134214" y="2856427"/>
                  </a:lnTo>
                  <a:lnTo>
                    <a:pt x="7135028" y="2936272"/>
                  </a:lnTo>
                  <a:lnTo>
                    <a:pt x="7135843" y="2882237"/>
                  </a:lnTo>
                  <a:lnTo>
                    <a:pt x="7136658" y="2692471"/>
                  </a:lnTo>
                  <a:lnTo>
                    <a:pt x="7137473" y="2512173"/>
                  </a:lnTo>
                  <a:lnTo>
                    <a:pt x="7138288" y="2408559"/>
                  </a:lnTo>
                  <a:lnTo>
                    <a:pt x="7139102" y="2374237"/>
                  </a:lnTo>
                  <a:lnTo>
                    <a:pt x="7139917" y="2404897"/>
                  </a:lnTo>
                  <a:lnTo>
                    <a:pt x="7140732" y="2518619"/>
                  </a:lnTo>
                  <a:lnTo>
                    <a:pt x="7141547" y="2686317"/>
                  </a:lnTo>
                  <a:lnTo>
                    <a:pt x="7142361" y="2840685"/>
                  </a:lnTo>
                  <a:lnTo>
                    <a:pt x="7143176" y="2958166"/>
                  </a:lnTo>
                  <a:lnTo>
                    <a:pt x="7143991" y="2953507"/>
                  </a:lnTo>
                  <a:lnTo>
                    <a:pt x="7144806" y="2888319"/>
                  </a:lnTo>
                  <a:lnTo>
                    <a:pt x="7145621" y="2855151"/>
                  </a:lnTo>
                  <a:lnTo>
                    <a:pt x="7146435" y="2763901"/>
                  </a:lnTo>
                  <a:lnTo>
                    <a:pt x="7147250" y="2658212"/>
                  </a:lnTo>
                  <a:lnTo>
                    <a:pt x="7148065" y="2578465"/>
                  </a:lnTo>
                  <a:lnTo>
                    <a:pt x="7148880" y="2547413"/>
                  </a:lnTo>
                  <a:lnTo>
                    <a:pt x="7149694" y="2496204"/>
                  </a:lnTo>
                  <a:lnTo>
                    <a:pt x="7150509" y="2431577"/>
                  </a:lnTo>
                  <a:lnTo>
                    <a:pt x="7151324" y="2392809"/>
                  </a:lnTo>
                  <a:lnTo>
                    <a:pt x="7152139" y="2354741"/>
                  </a:lnTo>
                  <a:lnTo>
                    <a:pt x="7152954" y="2380998"/>
                  </a:lnTo>
                  <a:lnTo>
                    <a:pt x="7153768" y="2487714"/>
                  </a:lnTo>
                  <a:lnTo>
                    <a:pt x="7154583" y="2561901"/>
                  </a:lnTo>
                  <a:lnTo>
                    <a:pt x="7155398" y="2463716"/>
                  </a:lnTo>
                  <a:lnTo>
                    <a:pt x="7156213" y="2343858"/>
                  </a:lnTo>
                  <a:lnTo>
                    <a:pt x="7157027" y="2313915"/>
                  </a:lnTo>
                  <a:lnTo>
                    <a:pt x="7157842" y="2264130"/>
                  </a:lnTo>
                  <a:lnTo>
                    <a:pt x="7158657" y="2133541"/>
                  </a:lnTo>
                  <a:lnTo>
                    <a:pt x="7159472" y="2012990"/>
                  </a:lnTo>
                  <a:lnTo>
                    <a:pt x="7160287" y="2027938"/>
                  </a:lnTo>
                  <a:lnTo>
                    <a:pt x="7161101" y="2072679"/>
                  </a:lnTo>
                  <a:lnTo>
                    <a:pt x="7161916" y="2073700"/>
                  </a:lnTo>
                  <a:lnTo>
                    <a:pt x="7162731" y="2050241"/>
                  </a:lnTo>
                  <a:lnTo>
                    <a:pt x="7163546" y="2002013"/>
                  </a:lnTo>
                  <a:lnTo>
                    <a:pt x="7164360" y="1970070"/>
                  </a:lnTo>
                  <a:lnTo>
                    <a:pt x="7165175" y="2046431"/>
                  </a:lnTo>
                  <a:lnTo>
                    <a:pt x="7165990" y="2166132"/>
                  </a:lnTo>
                  <a:lnTo>
                    <a:pt x="7166805" y="2246670"/>
                  </a:lnTo>
                  <a:lnTo>
                    <a:pt x="7167620" y="2335275"/>
                  </a:lnTo>
                  <a:lnTo>
                    <a:pt x="7168434" y="2418303"/>
                  </a:lnTo>
                  <a:lnTo>
                    <a:pt x="7169249" y="2485297"/>
                  </a:lnTo>
                  <a:lnTo>
                    <a:pt x="7170064" y="2498962"/>
                  </a:lnTo>
                  <a:lnTo>
                    <a:pt x="7170879" y="2471378"/>
                  </a:lnTo>
                  <a:lnTo>
                    <a:pt x="7171694" y="2467728"/>
                  </a:lnTo>
                  <a:lnTo>
                    <a:pt x="7172508" y="2415285"/>
                  </a:lnTo>
                  <a:lnTo>
                    <a:pt x="7173323" y="2364134"/>
                  </a:lnTo>
                  <a:lnTo>
                    <a:pt x="7174138" y="2367011"/>
                  </a:lnTo>
                  <a:lnTo>
                    <a:pt x="7174953" y="2374025"/>
                  </a:lnTo>
                  <a:lnTo>
                    <a:pt x="7175767" y="2430686"/>
                  </a:lnTo>
                  <a:lnTo>
                    <a:pt x="7176582" y="2466362"/>
                  </a:lnTo>
                  <a:lnTo>
                    <a:pt x="7177397" y="2447674"/>
                  </a:lnTo>
                  <a:lnTo>
                    <a:pt x="7178212" y="2490774"/>
                  </a:lnTo>
                  <a:lnTo>
                    <a:pt x="7179027" y="2490685"/>
                  </a:lnTo>
                  <a:lnTo>
                    <a:pt x="7179841" y="2428962"/>
                  </a:lnTo>
                  <a:lnTo>
                    <a:pt x="7180656" y="2416091"/>
                  </a:lnTo>
                  <a:lnTo>
                    <a:pt x="7181471" y="2468487"/>
                  </a:lnTo>
                  <a:lnTo>
                    <a:pt x="7182286" y="2569448"/>
                  </a:lnTo>
                  <a:lnTo>
                    <a:pt x="7183100" y="2624963"/>
                  </a:lnTo>
                  <a:lnTo>
                    <a:pt x="7183915" y="2733524"/>
                  </a:lnTo>
                  <a:lnTo>
                    <a:pt x="7184730" y="2840472"/>
                  </a:lnTo>
                  <a:lnTo>
                    <a:pt x="7185545" y="2806125"/>
                  </a:lnTo>
                  <a:lnTo>
                    <a:pt x="7186360" y="2689849"/>
                  </a:lnTo>
                  <a:lnTo>
                    <a:pt x="7187174" y="2658067"/>
                  </a:lnTo>
                  <a:lnTo>
                    <a:pt x="7187989" y="2676246"/>
                  </a:lnTo>
                  <a:lnTo>
                    <a:pt x="7188804" y="2675860"/>
                  </a:lnTo>
                  <a:lnTo>
                    <a:pt x="7189619" y="2755834"/>
                  </a:lnTo>
                  <a:lnTo>
                    <a:pt x="7190433" y="2859411"/>
                  </a:lnTo>
                  <a:lnTo>
                    <a:pt x="7191248" y="2974618"/>
                  </a:lnTo>
                  <a:lnTo>
                    <a:pt x="7192063" y="2976806"/>
                  </a:lnTo>
                  <a:lnTo>
                    <a:pt x="7192878" y="2978943"/>
                  </a:lnTo>
                  <a:lnTo>
                    <a:pt x="7193693" y="2973896"/>
                  </a:lnTo>
                  <a:lnTo>
                    <a:pt x="7194507" y="2882877"/>
                  </a:lnTo>
                  <a:lnTo>
                    <a:pt x="7195322" y="2819074"/>
                  </a:lnTo>
                  <a:lnTo>
                    <a:pt x="7196137" y="2839972"/>
                  </a:lnTo>
                  <a:lnTo>
                    <a:pt x="7196952" y="2909407"/>
                  </a:lnTo>
                  <a:lnTo>
                    <a:pt x="7197766" y="2939574"/>
                  </a:lnTo>
                  <a:lnTo>
                    <a:pt x="7198581" y="2970574"/>
                  </a:lnTo>
                  <a:lnTo>
                    <a:pt x="7199396" y="2954577"/>
                  </a:lnTo>
                  <a:lnTo>
                    <a:pt x="7200211" y="2935053"/>
                  </a:lnTo>
                  <a:lnTo>
                    <a:pt x="7201026" y="2900002"/>
                  </a:lnTo>
                  <a:lnTo>
                    <a:pt x="7201840" y="2884810"/>
                  </a:lnTo>
                  <a:lnTo>
                    <a:pt x="7202655" y="2834703"/>
                  </a:lnTo>
                  <a:lnTo>
                    <a:pt x="7203470" y="2795002"/>
                  </a:lnTo>
                  <a:lnTo>
                    <a:pt x="7204285" y="2860815"/>
                  </a:lnTo>
                  <a:lnTo>
                    <a:pt x="7205099" y="2935831"/>
                  </a:lnTo>
                  <a:lnTo>
                    <a:pt x="7205914" y="2913616"/>
                  </a:lnTo>
                  <a:lnTo>
                    <a:pt x="7206729" y="2870697"/>
                  </a:lnTo>
                  <a:lnTo>
                    <a:pt x="7207544" y="2844250"/>
                  </a:lnTo>
                  <a:lnTo>
                    <a:pt x="7208359" y="2803068"/>
                  </a:lnTo>
                  <a:lnTo>
                    <a:pt x="7209173" y="2767997"/>
                  </a:lnTo>
                  <a:lnTo>
                    <a:pt x="7209988" y="2731012"/>
                  </a:lnTo>
                  <a:lnTo>
                    <a:pt x="7210803" y="2709694"/>
                  </a:lnTo>
                  <a:lnTo>
                    <a:pt x="7211618" y="2687551"/>
                  </a:lnTo>
                  <a:lnTo>
                    <a:pt x="7212433" y="2768909"/>
                  </a:lnTo>
                  <a:lnTo>
                    <a:pt x="7213247" y="2882556"/>
                  </a:lnTo>
                  <a:lnTo>
                    <a:pt x="7214062" y="2918301"/>
                  </a:lnTo>
                  <a:lnTo>
                    <a:pt x="7214877" y="2956411"/>
                  </a:lnTo>
                  <a:lnTo>
                    <a:pt x="7215692" y="2971066"/>
                  </a:lnTo>
                  <a:lnTo>
                    <a:pt x="7216506" y="2936087"/>
                  </a:lnTo>
                  <a:lnTo>
                    <a:pt x="7217321" y="2829662"/>
                  </a:lnTo>
                  <a:lnTo>
                    <a:pt x="7218136" y="2720578"/>
                  </a:lnTo>
                  <a:lnTo>
                    <a:pt x="7218951" y="2689172"/>
                  </a:lnTo>
                  <a:lnTo>
                    <a:pt x="7219766" y="2703114"/>
                  </a:lnTo>
                  <a:lnTo>
                    <a:pt x="7220580" y="2591962"/>
                  </a:lnTo>
                  <a:lnTo>
                    <a:pt x="7221395" y="2455031"/>
                  </a:lnTo>
                  <a:lnTo>
                    <a:pt x="7222210" y="2304427"/>
                  </a:lnTo>
                  <a:lnTo>
                    <a:pt x="7223025" y="2206882"/>
                  </a:lnTo>
                  <a:lnTo>
                    <a:pt x="7223839" y="2078352"/>
                  </a:lnTo>
                  <a:lnTo>
                    <a:pt x="7224654" y="1980901"/>
                  </a:lnTo>
                  <a:lnTo>
                    <a:pt x="7225469" y="2027503"/>
                  </a:lnTo>
                  <a:lnTo>
                    <a:pt x="7226284" y="2138854"/>
                  </a:lnTo>
                  <a:lnTo>
                    <a:pt x="7227099" y="2241507"/>
                  </a:lnTo>
                  <a:lnTo>
                    <a:pt x="7227913" y="2323420"/>
                  </a:lnTo>
                  <a:lnTo>
                    <a:pt x="7228728" y="2397522"/>
                  </a:lnTo>
                  <a:lnTo>
                    <a:pt x="7229543" y="2437025"/>
                  </a:lnTo>
                  <a:lnTo>
                    <a:pt x="7230358" y="2509381"/>
                  </a:lnTo>
                  <a:lnTo>
                    <a:pt x="7231172" y="2592098"/>
                  </a:lnTo>
                  <a:lnTo>
                    <a:pt x="7231987" y="2664383"/>
                  </a:lnTo>
                  <a:lnTo>
                    <a:pt x="7232802" y="2659383"/>
                  </a:lnTo>
                  <a:lnTo>
                    <a:pt x="7233617" y="2701549"/>
                  </a:lnTo>
                  <a:lnTo>
                    <a:pt x="7234432" y="2700325"/>
                  </a:lnTo>
                  <a:lnTo>
                    <a:pt x="7235246" y="2715081"/>
                  </a:lnTo>
                  <a:lnTo>
                    <a:pt x="7236061" y="2757984"/>
                  </a:lnTo>
                  <a:lnTo>
                    <a:pt x="7236876" y="2818237"/>
                  </a:lnTo>
                  <a:lnTo>
                    <a:pt x="7237691" y="2781912"/>
                  </a:lnTo>
                  <a:lnTo>
                    <a:pt x="7238505" y="2723687"/>
                  </a:lnTo>
                  <a:lnTo>
                    <a:pt x="7239320" y="2731167"/>
                  </a:lnTo>
                  <a:lnTo>
                    <a:pt x="7240135" y="2720189"/>
                  </a:lnTo>
                  <a:lnTo>
                    <a:pt x="7240950" y="2725688"/>
                  </a:lnTo>
                  <a:lnTo>
                    <a:pt x="7241765" y="2778623"/>
                  </a:lnTo>
                  <a:lnTo>
                    <a:pt x="7242579" y="2874020"/>
                  </a:lnTo>
                  <a:lnTo>
                    <a:pt x="7243394" y="2858713"/>
                  </a:lnTo>
                  <a:lnTo>
                    <a:pt x="7244209" y="2873934"/>
                  </a:lnTo>
                  <a:lnTo>
                    <a:pt x="7245024" y="2757958"/>
                  </a:lnTo>
                  <a:lnTo>
                    <a:pt x="7245838" y="2567081"/>
                  </a:lnTo>
                  <a:lnTo>
                    <a:pt x="7246653" y="2436574"/>
                  </a:lnTo>
                  <a:lnTo>
                    <a:pt x="7247468" y="2457023"/>
                  </a:lnTo>
                  <a:lnTo>
                    <a:pt x="7248283" y="2573549"/>
                  </a:lnTo>
                  <a:lnTo>
                    <a:pt x="7249098" y="2603265"/>
                  </a:lnTo>
                  <a:lnTo>
                    <a:pt x="7249912" y="2759472"/>
                  </a:lnTo>
                  <a:lnTo>
                    <a:pt x="7250727" y="2944851"/>
                  </a:lnTo>
                  <a:lnTo>
                    <a:pt x="7251542" y="3039465"/>
                  </a:lnTo>
                  <a:lnTo>
                    <a:pt x="7252357" y="3050091"/>
                  </a:lnTo>
                  <a:lnTo>
                    <a:pt x="7253172" y="3002278"/>
                  </a:lnTo>
                  <a:lnTo>
                    <a:pt x="7253986" y="2927749"/>
                  </a:lnTo>
                  <a:lnTo>
                    <a:pt x="7254801" y="2878173"/>
                  </a:lnTo>
                  <a:lnTo>
                    <a:pt x="7255616" y="2878174"/>
                  </a:lnTo>
                  <a:lnTo>
                    <a:pt x="7256431" y="2878174"/>
                  </a:lnTo>
                  <a:lnTo>
                    <a:pt x="7257245" y="2913570"/>
                  </a:lnTo>
                  <a:lnTo>
                    <a:pt x="7258060" y="2946975"/>
                  </a:lnTo>
                  <a:lnTo>
                    <a:pt x="7258875" y="2943957"/>
                  </a:lnTo>
                  <a:lnTo>
                    <a:pt x="7259690" y="2910675"/>
                  </a:lnTo>
                  <a:lnTo>
                    <a:pt x="7260505" y="2908995"/>
                  </a:lnTo>
                  <a:lnTo>
                    <a:pt x="7261319" y="2908996"/>
                  </a:lnTo>
                  <a:lnTo>
                    <a:pt x="7262134" y="2854473"/>
                  </a:lnTo>
                  <a:lnTo>
                    <a:pt x="7262949" y="2853358"/>
                  </a:lnTo>
                  <a:lnTo>
                    <a:pt x="7263764" y="2930838"/>
                  </a:lnTo>
                  <a:lnTo>
                    <a:pt x="7264578" y="2944439"/>
                  </a:lnTo>
                  <a:lnTo>
                    <a:pt x="7265393" y="2889650"/>
                  </a:lnTo>
                  <a:lnTo>
                    <a:pt x="7266208" y="2869522"/>
                  </a:lnTo>
                  <a:lnTo>
                    <a:pt x="7267023" y="2896800"/>
                  </a:lnTo>
                  <a:lnTo>
                    <a:pt x="7267838" y="2903071"/>
                  </a:lnTo>
                  <a:lnTo>
                    <a:pt x="7268652" y="2848694"/>
                  </a:lnTo>
                  <a:lnTo>
                    <a:pt x="7269467" y="2777917"/>
                  </a:lnTo>
                  <a:lnTo>
                    <a:pt x="7270282" y="2706084"/>
                  </a:lnTo>
                  <a:lnTo>
                    <a:pt x="7271097" y="2623869"/>
                  </a:lnTo>
                  <a:lnTo>
                    <a:pt x="7271911" y="2603718"/>
                  </a:lnTo>
                  <a:lnTo>
                    <a:pt x="7272726" y="2578617"/>
                  </a:lnTo>
                  <a:lnTo>
                    <a:pt x="7273541" y="2584820"/>
                  </a:lnTo>
                  <a:lnTo>
                    <a:pt x="7274356" y="2595213"/>
                  </a:lnTo>
                  <a:lnTo>
                    <a:pt x="7275171" y="2635702"/>
                  </a:lnTo>
                  <a:lnTo>
                    <a:pt x="7275985" y="2736950"/>
                  </a:lnTo>
                  <a:lnTo>
                    <a:pt x="7276800" y="2784639"/>
                  </a:lnTo>
                  <a:lnTo>
                    <a:pt x="7277615" y="2839261"/>
                  </a:lnTo>
                  <a:lnTo>
                    <a:pt x="7278430" y="2844468"/>
                  </a:lnTo>
                  <a:lnTo>
                    <a:pt x="7279244" y="2936817"/>
                  </a:lnTo>
                  <a:lnTo>
                    <a:pt x="7280059" y="3020708"/>
                  </a:lnTo>
                  <a:lnTo>
                    <a:pt x="7280874" y="3021804"/>
                  </a:lnTo>
                  <a:lnTo>
                    <a:pt x="7281689" y="2994267"/>
                  </a:lnTo>
                  <a:lnTo>
                    <a:pt x="7282504" y="2973997"/>
                  </a:lnTo>
                  <a:lnTo>
                    <a:pt x="7283318" y="3017028"/>
                  </a:lnTo>
                  <a:lnTo>
                    <a:pt x="7284133" y="3054319"/>
                  </a:lnTo>
                  <a:lnTo>
                    <a:pt x="7284948" y="3017003"/>
                  </a:lnTo>
                  <a:lnTo>
                    <a:pt x="7285763" y="2916814"/>
                  </a:lnTo>
                  <a:lnTo>
                    <a:pt x="7286577" y="2834320"/>
                  </a:lnTo>
                  <a:lnTo>
                    <a:pt x="7287392" y="2708810"/>
                  </a:lnTo>
                  <a:lnTo>
                    <a:pt x="7288207" y="2646935"/>
                  </a:lnTo>
                  <a:lnTo>
                    <a:pt x="7289022" y="2595265"/>
                  </a:lnTo>
                  <a:lnTo>
                    <a:pt x="7289837" y="2517097"/>
                  </a:lnTo>
                  <a:lnTo>
                    <a:pt x="7290651" y="2506550"/>
                  </a:lnTo>
                  <a:lnTo>
                    <a:pt x="7291466" y="2553406"/>
                  </a:lnTo>
                  <a:lnTo>
                    <a:pt x="7292281" y="2706239"/>
                  </a:lnTo>
                  <a:lnTo>
                    <a:pt x="7293096" y="2744320"/>
                  </a:lnTo>
                  <a:lnTo>
                    <a:pt x="7293911" y="2795989"/>
                  </a:lnTo>
                  <a:lnTo>
                    <a:pt x="7294725" y="2915396"/>
                  </a:lnTo>
                  <a:lnTo>
                    <a:pt x="7295540" y="3024615"/>
                  </a:lnTo>
                  <a:lnTo>
                    <a:pt x="7296355" y="2978116"/>
                  </a:lnTo>
                  <a:lnTo>
                    <a:pt x="7297170" y="2778723"/>
                  </a:lnTo>
                  <a:lnTo>
                    <a:pt x="7297984" y="2628691"/>
                  </a:lnTo>
                  <a:lnTo>
                    <a:pt x="7298799" y="2527551"/>
                  </a:lnTo>
                  <a:lnTo>
                    <a:pt x="7299614" y="2397236"/>
                  </a:lnTo>
                  <a:lnTo>
                    <a:pt x="7300429" y="2297765"/>
                  </a:lnTo>
                  <a:lnTo>
                    <a:pt x="7301244" y="2360003"/>
                  </a:lnTo>
                  <a:lnTo>
                    <a:pt x="7302058" y="2499980"/>
                  </a:lnTo>
                  <a:lnTo>
                    <a:pt x="7302873" y="2640978"/>
                  </a:lnTo>
                  <a:lnTo>
                    <a:pt x="7303688" y="2645612"/>
                  </a:lnTo>
                  <a:lnTo>
                    <a:pt x="7304503" y="2662226"/>
                  </a:lnTo>
                  <a:lnTo>
                    <a:pt x="7305317" y="2659290"/>
                  </a:lnTo>
                  <a:lnTo>
                    <a:pt x="7306132" y="2577977"/>
                  </a:lnTo>
                  <a:lnTo>
                    <a:pt x="7306947" y="2501346"/>
                  </a:lnTo>
                  <a:lnTo>
                    <a:pt x="7307762" y="2474281"/>
                  </a:lnTo>
                  <a:lnTo>
                    <a:pt x="7308577" y="2513245"/>
                  </a:lnTo>
                  <a:lnTo>
                    <a:pt x="7309391" y="2566818"/>
                  </a:lnTo>
                  <a:lnTo>
                    <a:pt x="7310206" y="2655485"/>
                  </a:lnTo>
                  <a:lnTo>
                    <a:pt x="7311021" y="2762299"/>
                  </a:lnTo>
                  <a:lnTo>
                    <a:pt x="7311836" y="2902197"/>
                  </a:lnTo>
                  <a:lnTo>
                    <a:pt x="7312650" y="2935169"/>
                  </a:lnTo>
                  <a:lnTo>
                    <a:pt x="7313465" y="2914306"/>
                  </a:lnTo>
                  <a:lnTo>
                    <a:pt x="7314280" y="2930201"/>
                  </a:lnTo>
                  <a:lnTo>
                    <a:pt x="7315095" y="2945460"/>
                  </a:lnTo>
                  <a:lnTo>
                    <a:pt x="7315910" y="2938505"/>
                  </a:lnTo>
                  <a:lnTo>
                    <a:pt x="7316724" y="2872431"/>
                  </a:lnTo>
                  <a:lnTo>
                    <a:pt x="7317539" y="2794782"/>
                  </a:lnTo>
                  <a:lnTo>
                    <a:pt x="7318354" y="2769979"/>
                  </a:lnTo>
                  <a:lnTo>
                    <a:pt x="7319169" y="2764162"/>
                  </a:lnTo>
                  <a:lnTo>
                    <a:pt x="7319983" y="2729646"/>
                  </a:lnTo>
                  <a:lnTo>
                    <a:pt x="7320798" y="2690455"/>
                  </a:lnTo>
                  <a:lnTo>
                    <a:pt x="7321613" y="2735245"/>
                  </a:lnTo>
                  <a:lnTo>
                    <a:pt x="7322428" y="2842663"/>
                  </a:lnTo>
                  <a:lnTo>
                    <a:pt x="7323243" y="2872702"/>
                  </a:lnTo>
                  <a:lnTo>
                    <a:pt x="7324057" y="2804115"/>
                  </a:lnTo>
                  <a:lnTo>
                    <a:pt x="7324872" y="2737846"/>
                  </a:lnTo>
                  <a:lnTo>
                    <a:pt x="7325687" y="2727757"/>
                  </a:lnTo>
                  <a:lnTo>
                    <a:pt x="7326502" y="2669463"/>
                  </a:lnTo>
                  <a:lnTo>
                    <a:pt x="7327316" y="2559591"/>
                  </a:lnTo>
                  <a:lnTo>
                    <a:pt x="7328131" y="2479926"/>
                  </a:lnTo>
                  <a:lnTo>
                    <a:pt x="7328946" y="2446146"/>
                  </a:lnTo>
                  <a:lnTo>
                    <a:pt x="7329761" y="2415146"/>
                  </a:lnTo>
                  <a:lnTo>
                    <a:pt x="7330576" y="2391295"/>
                  </a:lnTo>
                  <a:lnTo>
                    <a:pt x="7331390" y="2333305"/>
                  </a:lnTo>
                  <a:lnTo>
                    <a:pt x="7332205" y="2320636"/>
                  </a:lnTo>
                  <a:lnTo>
                    <a:pt x="7333020" y="2360758"/>
                  </a:lnTo>
                  <a:lnTo>
                    <a:pt x="7333835" y="2367742"/>
                  </a:lnTo>
                  <a:lnTo>
                    <a:pt x="7334650" y="2430206"/>
                  </a:lnTo>
                  <a:lnTo>
                    <a:pt x="7335464" y="2449202"/>
                  </a:lnTo>
                  <a:lnTo>
                    <a:pt x="7336279" y="2395890"/>
                  </a:lnTo>
                  <a:lnTo>
                    <a:pt x="7337094" y="2373200"/>
                  </a:lnTo>
                  <a:lnTo>
                    <a:pt x="7337909" y="2448488"/>
                  </a:lnTo>
                  <a:lnTo>
                    <a:pt x="7338723" y="2593920"/>
                  </a:lnTo>
                  <a:lnTo>
                    <a:pt x="7339538" y="2642473"/>
                  </a:lnTo>
                  <a:lnTo>
                    <a:pt x="7340353" y="2642961"/>
                  </a:lnTo>
                  <a:lnTo>
                    <a:pt x="7341168" y="2784641"/>
                  </a:lnTo>
                  <a:lnTo>
                    <a:pt x="7341983" y="2927031"/>
                  </a:lnTo>
                  <a:lnTo>
                    <a:pt x="7342797" y="2973533"/>
                  </a:lnTo>
                  <a:lnTo>
                    <a:pt x="7343612" y="3009427"/>
                  </a:lnTo>
                  <a:lnTo>
                    <a:pt x="7344427" y="3046448"/>
                  </a:lnTo>
                  <a:lnTo>
                    <a:pt x="7345242" y="3101452"/>
                  </a:lnTo>
                  <a:lnTo>
                    <a:pt x="7346056" y="3033620"/>
                  </a:lnTo>
                  <a:lnTo>
                    <a:pt x="7346871" y="2895024"/>
                  </a:lnTo>
                  <a:lnTo>
                    <a:pt x="7347686" y="2764246"/>
                  </a:lnTo>
                  <a:lnTo>
                    <a:pt x="7348501" y="2610766"/>
                  </a:lnTo>
                  <a:lnTo>
                    <a:pt x="7349316" y="2436880"/>
                  </a:lnTo>
                  <a:lnTo>
                    <a:pt x="7350130" y="2301557"/>
                  </a:lnTo>
                  <a:lnTo>
                    <a:pt x="7350945" y="2234518"/>
                  </a:lnTo>
                  <a:lnTo>
                    <a:pt x="7351760" y="2282626"/>
                  </a:lnTo>
                  <a:lnTo>
                    <a:pt x="7352575" y="2402173"/>
                  </a:lnTo>
                  <a:lnTo>
                    <a:pt x="7353389" y="2501288"/>
                  </a:lnTo>
                  <a:lnTo>
                    <a:pt x="7354204" y="2566370"/>
                  </a:lnTo>
                  <a:lnTo>
                    <a:pt x="7355019" y="2626514"/>
                  </a:lnTo>
                  <a:lnTo>
                    <a:pt x="7355834" y="2747276"/>
                  </a:lnTo>
                  <a:lnTo>
                    <a:pt x="7356649" y="2750174"/>
                  </a:lnTo>
                  <a:lnTo>
                    <a:pt x="7357463" y="2688915"/>
                  </a:lnTo>
                  <a:lnTo>
                    <a:pt x="7358278" y="2671421"/>
                  </a:lnTo>
                  <a:lnTo>
                    <a:pt x="7359093" y="2682291"/>
                  </a:lnTo>
                  <a:lnTo>
                    <a:pt x="7359908" y="2665685"/>
                  </a:lnTo>
                  <a:lnTo>
                    <a:pt x="7360722" y="2648049"/>
                  </a:lnTo>
                  <a:lnTo>
                    <a:pt x="7361537" y="2735638"/>
                  </a:lnTo>
                  <a:lnTo>
                    <a:pt x="7362352" y="2762885"/>
                  </a:lnTo>
                  <a:lnTo>
                    <a:pt x="7363167" y="2744208"/>
                  </a:lnTo>
                  <a:lnTo>
                    <a:pt x="7363982" y="2803778"/>
                  </a:lnTo>
                  <a:lnTo>
                    <a:pt x="7364796" y="2848690"/>
                  </a:lnTo>
                  <a:lnTo>
                    <a:pt x="7365611" y="2871544"/>
                  </a:lnTo>
                  <a:lnTo>
                    <a:pt x="7366426" y="2861559"/>
                  </a:lnTo>
                  <a:lnTo>
                    <a:pt x="7367241" y="2827476"/>
                  </a:lnTo>
                  <a:lnTo>
                    <a:pt x="7368055" y="2688458"/>
                  </a:lnTo>
                  <a:lnTo>
                    <a:pt x="7368870" y="2478721"/>
                  </a:lnTo>
                  <a:lnTo>
                    <a:pt x="7369685" y="2404844"/>
                  </a:lnTo>
                  <a:lnTo>
                    <a:pt x="7370500" y="2356448"/>
                  </a:lnTo>
                  <a:lnTo>
                    <a:pt x="7371315" y="2292702"/>
                  </a:lnTo>
                  <a:lnTo>
                    <a:pt x="7372129" y="2271145"/>
                  </a:lnTo>
                  <a:lnTo>
                    <a:pt x="7372944" y="2365356"/>
                  </a:lnTo>
                  <a:lnTo>
                    <a:pt x="7373759" y="2462434"/>
                  </a:lnTo>
                  <a:lnTo>
                    <a:pt x="7374574" y="2501849"/>
                  </a:lnTo>
                  <a:lnTo>
                    <a:pt x="7375389" y="2582481"/>
                  </a:lnTo>
                  <a:lnTo>
                    <a:pt x="7376203" y="2685120"/>
                  </a:lnTo>
                  <a:lnTo>
                    <a:pt x="7377018" y="2811072"/>
                  </a:lnTo>
                  <a:lnTo>
                    <a:pt x="7377833" y="2919705"/>
                  </a:lnTo>
                  <a:lnTo>
                    <a:pt x="7378648" y="3054470"/>
                  </a:lnTo>
                  <a:lnTo>
                    <a:pt x="7379462" y="3116972"/>
                  </a:lnTo>
                  <a:lnTo>
                    <a:pt x="7380277" y="3116972"/>
                  </a:lnTo>
                  <a:lnTo>
                    <a:pt x="7381092" y="3072735"/>
                  </a:lnTo>
                  <a:lnTo>
                    <a:pt x="7381907" y="2916772"/>
                  </a:lnTo>
                  <a:lnTo>
                    <a:pt x="7382722" y="2765850"/>
                  </a:lnTo>
                  <a:lnTo>
                    <a:pt x="7383536" y="2640554"/>
                  </a:lnTo>
                  <a:lnTo>
                    <a:pt x="7384351" y="2507676"/>
                  </a:lnTo>
                  <a:lnTo>
                    <a:pt x="7385166" y="2343148"/>
                  </a:lnTo>
                  <a:lnTo>
                    <a:pt x="7385981" y="2169495"/>
                  </a:lnTo>
                  <a:lnTo>
                    <a:pt x="7386795" y="2203390"/>
                  </a:lnTo>
                  <a:lnTo>
                    <a:pt x="7387610" y="2345127"/>
                  </a:lnTo>
                  <a:lnTo>
                    <a:pt x="7388425" y="2461239"/>
                  </a:lnTo>
                  <a:lnTo>
                    <a:pt x="7389240" y="2511703"/>
                  </a:lnTo>
                  <a:lnTo>
                    <a:pt x="7390055" y="2537340"/>
                  </a:lnTo>
                  <a:lnTo>
                    <a:pt x="7390869" y="2656990"/>
                  </a:lnTo>
                  <a:lnTo>
                    <a:pt x="7391684" y="2723739"/>
                  </a:lnTo>
                  <a:lnTo>
                    <a:pt x="7392499" y="2696272"/>
                  </a:lnTo>
                  <a:lnTo>
                    <a:pt x="7393314" y="2643647"/>
                  </a:lnTo>
                  <a:lnTo>
                    <a:pt x="7394128" y="2550158"/>
                  </a:lnTo>
                  <a:lnTo>
                    <a:pt x="7394943" y="2432642"/>
                  </a:lnTo>
                  <a:lnTo>
                    <a:pt x="7395758" y="2397365"/>
                  </a:lnTo>
                  <a:lnTo>
                    <a:pt x="7396573" y="2342482"/>
                  </a:lnTo>
                  <a:lnTo>
                    <a:pt x="7397388" y="2318502"/>
                  </a:lnTo>
                  <a:lnTo>
                    <a:pt x="7398202" y="2369918"/>
                  </a:lnTo>
                  <a:lnTo>
                    <a:pt x="7399017" y="2443787"/>
                  </a:lnTo>
                  <a:lnTo>
                    <a:pt x="7399832" y="2610367"/>
                  </a:lnTo>
                  <a:lnTo>
                    <a:pt x="7400647" y="2640883"/>
                  </a:lnTo>
                  <a:lnTo>
                    <a:pt x="7401461" y="2545417"/>
                  </a:lnTo>
                  <a:lnTo>
                    <a:pt x="7402276" y="2393331"/>
                  </a:lnTo>
                  <a:lnTo>
                    <a:pt x="7403091" y="2313967"/>
                  </a:lnTo>
                  <a:lnTo>
                    <a:pt x="7403906" y="2315666"/>
                  </a:lnTo>
                  <a:lnTo>
                    <a:pt x="7404721" y="2212052"/>
                  </a:lnTo>
                  <a:lnTo>
                    <a:pt x="7405535" y="2062440"/>
                  </a:lnTo>
                  <a:lnTo>
                    <a:pt x="7406350" y="2000597"/>
                  </a:lnTo>
                  <a:lnTo>
                    <a:pt x="7407165" y="2045143"/>
                  </a:lnTo>
                  <a:lnTo>
                    <a:pt x="7407980" y="2059270"/>
                  </a:lnTo>
                  <a:lnTo>
                    <a:pt x="7408794" y="2039085"/>
                  </a:lnTo>
                  <a:lnTo>
                    <a:pt x="7409609" y="2055165"/>
                  </a:lnTo>
                  <a:lnTo>
                    <a:pt x="7410424" y="2049431"/>
                  </a:lnTo>
                  <a:lnTo>
                    <a:pt x="7411239" y="2123519"/>
                  </a:lnTo>
                  <a:lnTo>
                    <a:pt x="7412054" y="2164641"/>
                  </a:lnTo>
                  <a:lnTo>
                    <a:pt x="7412868" y="2185556"/>
                  </a:lnTo>
                  <a:lnTo>
                    <a:pt x="7413683" y="2245699"/>
                  </a:lnTo>
                  <a:lnTo>
                    <a:pt x="7414498" y="2396414"/>
                  </a:lnTo>
                  <a:lnTo>
                    <a:pt x="7415313" y="2630880"/>
                  </a:lnTo>
                  <a:lnTo>
                    <a:pt x="7416128" y="2750481"/>
                  </a:lnTo>
                  <a:lnTo>
                    <a:pt x="7416942" y="2829221"/>
                  </a:lnTo>
                  <a:lnTo>
                    <a:pt x="7417757" y="2872876"/>
                  </a:lnTo>
                  <a:lnTo>
                    <a:pt x="7418572" y="2854664"/>
                  </a:lnTo>
                  <a:lnTo>
                    <a:pt x="7419387" y="2768256"/>
                  </a:lnTo>
                  <a:lnTo>
                    <a:pt x="7420201" y="2710320"/>
                  </a:lnTo>
                  <a:lnTo>
                    <a:pt x="7421016" y="2642394"/>
                  </a:lnTo>
                  <a:lnTo>
                    <a:pt x="7421831" y="2638159"/>
                  </a:lnTo>
                  <a:lnTo>
                    <a:pt x="7422646" y="2633805"/>
                  </a:lnTo>
                  <a:lnTo>
                    <a:pt x="7423461" y="2667954"/>
                  </a:lnTo>
                  <a:lnTo>
                    <a:pt x="7424275" y="2747918"/>
                  </a:lnTo>
                  <a:lnTo>
                    <a:pt x="7425090" y="2812011"/>
                  </a:lnTo>
                  <a:lnTo>
                    <a:pt x="7425905" y="2882035"/>
                  </a:lnTo>
                  <a:lnTo>
                    <a:pt x="7426720" y="2840439"/>
                  </a:lnTo>
                  <a:lnTo>
                    <a:pt x="7427534" y="2785645"/>
                  </a:lnTo>
                  <a:lnTo>
                    <a:pt x="7428349" y="2764434"/>
                  </a:lnTo>
                  <a:lnTo>
                    <a:pt x="7429164" y="2656460"/>
                  </a:lnTo>
                  <a:lnTo>
                    <a:pt x="7429979" y="2526588"/>
                  </a:lnTo>
                  <a:lnTo>
                    <a:pt x="7430794" y="2546627"/>
                  </a:lnTo>
                  <a:lnTo>
                    <a:pt x="7431608" y="2603633"/>
                  </a:lnTo>
                  <a:lnTo>
                    <a:pt x="7432423" y="2581649"/>
                  </a:lnTo>
                  <a:lnTo>
                    <a:pt x="7433238" y="2541429"/>
                  </a:lnTo>
                  <a:lnTo>
                    <a:pt x="7434053" y="2614862"/>
                  </a:lnTo>
                  <a:lnTo>
                    <a:pt x="7434867" y="2687098"/>
                  </a:lnTo>
                  <a:lnTo>
                    <a:pt x="7435682" y="2573932"/>
                  </a:lnTo>
                  <a:lnTo>
                    <a:pt x="7436497" y="2464103"/>
                  </a:lnTo>
                  <a:lnTo>
                    <a:pt x="7437312" y="2479440"/>
                  </a:lnTo>
                  <a:lnTo>
                    <a:pt x="7438127" y="2483627"/>
                  </a:lnTo>
                  <a:lnTo>
                    <a:pt x="7438941" y="2441691"/>
                  </a:lnTo>
                  <a:lnTo>
                    <a:pt x="7439756" y="2316558"/>
                  </a:lnTo>
                  <a:lnTo>
                    <a:pt x="7440571" y="2348413"/>
                  </a:lnTo>
                  <a:lnTo>
                    <a:pt x="7441386" y="2497739"/>
                  </a:lnTo>
                  <a:lnTo>
                    <a:pt x="7442200" y="2540620"/>
                  </a:lnTo>
                  <a:lnTo>
                    <a:pt x="7443015" y="2510187"/>
                  </a:lnTo>
                  <a:lnTo>
                    <a:pt x="7443830" y="2525270"/>
                  </a:lnTo>
                  <a:lnTo>
                    <a:pt x="7444645" y="2658542"/>
                  </a:lnTo>
                  <a:lnTo>
                    <a:pt x="7445460" y="2710007"/>
                  </a:lnTo>
                  <a:lnTo>
                    <a:pt x="7446274" y="2679681"/>
                  </a:lnTo>
                  <a:lnTo>
                    <a:pt x="7447089" y="2621501"/>
                  </a:lnTo>
                  <a:lnTo>
                    <a:pt x="7447904" y="2619693"/>
                  </a:lnTo>
                  <a:lnTo>
                    <a:pt x="7448719" y="2612046"/>
                  </a:lnTo>
                  <a:lnTo>
                    <a:pt x="7449534" y="2568451"/>
                  </a:lnTo>
                  <a:lnTo>
                    <a:pt x="7450348" y="2533183"/>
                  </a:lnTo>
                  <a:lnTo>
                    <a:pt x="7451163" y="2508941"/>
                  </a:lnTo>
                  <a:lnTo>
                    <a:pt x="7451978" y="2588455"/>
                  </a:lnTo>
                  <a:lnTo>
                    <a:pt x="7452793" y="2722381"/>
                  </a:lnTo>
                  <a:lnTo>
                    <a:pt x="7453607" y="2825595"/>
                  </a:lnTo>
                  <a:lnTo>
                    <a:pt x="7454422" y="2899157"/>
                  </a:lnTo>
                  <a:lnTo>
                    <a:pt x="7455237" y="2959507"/>
                  </a:lnTo>
                  <a:lnTo>
                    <a:pt x="7456052" y="2931338"/>
                  </a:lnTo>
                  <a:lnTo>
                    <a:pt x="7456867" y="2871089"/>
                  </a:lnTo>
                  <a:lnTo>
                    <a:pt x="7457681" y="2834483"/>
                  </a:lnTo>
                  <a:lnTo>
                    <a:pt x="7458496" y="2753220"/>
                  </a:lnTo>
                  <a:lnTo>
                    <a:pt x="7459311" y="2593707"/>
                  </a:lnTo>
                  <a:lnTo>
                    <a:pt x="7460126" y="2464716"/>
                  </a:lnTo>
                  <a:lnTo>
                    <a:pt x="7460940" y="2422911"/>
                  </a:lnTo>
                  <a:lnTo>
                    <a:pt x="7461755" y="2336457"/>
                  </a:lnTo>
                  <a:lnTo>
                    <a:pt x="7462570" y="2196005"/>
                  </a:lnTo>
                  <a:lnTo>
                    <a:pt x="7463385" y="2202494"/>
                  </a:lnTo>
                  <a:lnTo>
                    <a:pt x="7464200" y="2348991"/>
                  </a:lnTo>
                  <a:lnTo>
                    <a:pt x="7465014" y="2403319"/>
                  </a:lnTo>
                  <a:lnTo>
                    <a:pt x="7465829" y="2395261"/>
                  </a:lnTo>
                  <a:lnTo>
                    <a:pt x="7466644" y="2536709"/>
                  </a:lnTo>
                  <a:lnTo>
                    <a:pt x="7467459" y="2726929"/>
                  </a:lnTo>
                  <a:lnTo>
                    <a:pt x="7468273" y="2784772"/>
                  </a:lnTo>
                  <a:lnTo>
                    <a:pt x="7469088" y="2773440"/>
                  </a:lnTo>
                  <a:lnTo>
                    <a:pt x="7469903" y="2761175"/>
                  </a:lnTo>
                  <a:lnTo>
                    <a:pt x="7470718" y="2776755"/>
                  </a:lnTo>
                  <a:lnTo>
                    <a:pt x="7471533" y="2736737"/>
                  </a:lnTo>
                  <a:lnTo>
                    <a:pt x="7472347" y="2698746"/>
                  </a:lnTo>
                  <a:lnTo>
                    <a:pt x="7473162" y="2595293"/>
                  </a:lnTo>
                  <a:lnTo>
                    <a:pt x="7473977" y="2521009"/>
                  </a:lnTo>
                  <a:lnTo>
                    <a:pt x="7474792" y="2645835"/>
                  </a:lnTo>
                  <a:lnTo>
                    <a:pt x="7475606" y="2783978"/>
                  </a:lnTo>
                  <a:lnTo>
                    <a:pt x="7476421" y="2785392"/>
                  </a:lnTo>
                  <a:lnTo>
                    <a:pt x="7477236" y="2785454"/>
                  </a:lnTo>
                  <a:lnTo>
                    <a:pt x="7478051" y="2908427"/>
                  </a:lnTo>
                  <a:lnTo>
                    <a:pt x="7478866" y="3002065"/>
                  </a:lnTo>
                  <a:lnTo>
                    <a:pt x="7479680" y="2897687"/>
                  </a:lnTo>
                  <a:lnTo>
                    <a:pt x="7480495" y="2849647"/>
                  </a:lnTo>
                  <a:lnTo>
                    <a:pt x="7481310" y="2906146"/>
                  </a:lnTo>
                  <a:lnTo>
                    <a:pt x="7482125" y="2930910"/>
                  </a:lnTo>
                  <a:lnTo>
                    <a:pt x="7482939" y="2927244"/>
                  </a:lnTo>
                  <a:lnTo>
                    <a:pt x="7483754" y="2954086"/>
                  </a:lnTo>
                  <a:lnTo>
                    <a:pt x="7484569" y="3042869"/>
                  </a:lnTo>
                  <a:lnTo>
                    <a:pt x="7485384" y="2996272"/>
                  </a:lnTo>
                  <a:lnTo>
                    <a:pt x="7486199" y="2863180"/>
                  </a:lnTo>
                  <a:lnTo>
                    <a:pt x="7487013" y="2820578"/>
                  </a:lnTo>
                  <a:lnTo>
                    <a:pt x="7487828" y="2785012"/>
                  </a:lnTo>
                  <a:lnTo>
                    <a:pt x="7488643" y="2809612"/>
                  </a:lnTo>
                  <a:lnTo>
                    <a:pt x="7489458" y="2864247"/>
                  </a:lnTo>
                  <a:lnTo>
                    <a:pt x="7490273" y="2945581"/>
                  </a:lnTo>
                  <a:lnTo>
                    <a:pt x="7491087" y="3078671"/>
                  </a:lnTo>
                  <a:lnTo>
                    <a:pt x="7491902" y="3116972"/>
                  </a:lnTo>
                  <a:lnTo>
                    <a:pt x="7492717" y="3116972"/>
                  </a:lnTo>
                  <a:lnTo>
                    <a:pt x="7493532" y="3005890"/>
                  </a:lnTo>
                  <a:lnTo>
                    <a:pt x="7494346" y="2754562"/>
                  </a:lnTo>
                  <a:lnTo>
                    <a:pt x="7495161" y="2558729"/>
                  </a:lnTo>
                  <a:lnTo>
                    <a:pt x="7495976" y="2439112"/>
                  </a:lnTo>
                  <a:lnTo>
                    <a:pt x="7496791" y="2383009"/>
                  </a:lnTo>
                  <a:lnTo>
                    <a:pt x="7497606" y="2459572"/>
                  </a:lnTo>
                  <a:lnTo>
                    <a:pt x="7498420" y="2612633"/>
                  </a:lnTo>
                  <a:lnTo>
                    <a:pt x="7499235" y="2772325"/>
                  </a:lnTo>
                  <a:lnTo>
                    <a:pt x="7500050" y="2828012"/>
                  </a:lnTo>
                  <a:lnTo>
                    <a:pt x="7500865" y="2788046"/>
                  </a:lnTo>
                  <a:lnTo>
                    <a:pt x="7501679" y="2758049"/>
                  </a:lnTo>
                  <a:lnTo>
                    <a:pt x="7502494" y="2570780"/>
                  </a:lnTo>
                  <a:lnTo>
                    <a:pt x="7503309" y="2447158"/>
                  </a:lnTo>
                  <a:lnTo>
                    <a:pt x="7504124" y="2409238"/>
                  </a:lnTo>
                  <a:lnTo>
                    <a:pt x="7504939" y="2408579"/>
                  </a:lnTo>
                  <a:lnTo>
                    <a:pt x="7505753" y="2454088"/>
                  </a:lnTo>
                  <a:lnTo>
                    <a:pt x="7506568" y="2438340"/>
                  </a:lnTo>
                  <a:lnTo>
                    <a:pt x="7507383" y="2446456"/>
                  </a:lnTo>
                  <a:lnTo>
                    <a:pt x="7508198" y="2370410"/>
                  </a:lnTo>
                  <a:lnTo>
                    <a:pt x="7509012" y="2309548"/>
                  </a:lnTo>
                  <a:lnTo>
                    <a:pt x="7509827" y="2328249"/>
                  </a:lnTo>
                  <a:lnTo>
                    <a:pt x="7510642" y="2385323"/>
                  </a:lnTo>
                  <a:lnTo>
                    <a:pt x="7511457" y="2376549"/>
                  </a:lnTo>
                  <a:lnTo>
                    <a:pt x="7512272" y="2330747"/>
                  </a:lnTo>
                  <a:lnTo>
                    <a:pt x="7513086" y="2472461"/>
                  </a:lnTo>
                  <a:lnTo>
                    <a:pt x="7513901" y="2582692"/>
                  </a:lnTo>
                  <a:lnTo>
                    <a:pt x="7514716" y="2558611"/>
                  </a:lnTo>
                  <a:lnTo>
                    <a:pt x="7515531" y="2416226"/>
                  </a:lnTo>
                  <a:lnTo>
                    <a:pt x="7516345" y="2339325"/>
                  </a:lnTo>
                  <a:lnTo>
                    <a:pt x="7517160" y="2421479"/>
                  </a:lnTo>
                  <a:lnTo>
                    <a:pt x="7517975" y="2437283"/>
                  </a:lnTo>
                  <a:lnTo>
                    <a:pt x="7518790" y="2467852"/>
                  </a:lnTo>
                  <a:lnTo>
                    <a:pt x="7519605" y="2478377"/>
                  </a:lnTo>
                  <a:lnTo>
                    <a:pt x="7520419" y="2491766"/>
                  </a:lnTo>
                  <a:lnTo>
                    <a:pt x="7521234" y="2582661"/>
                  </a:lnTo>
                  <a:lnTo>
                    <a:pt x="7522049" y="2493235"/>
                  </a:lnTo>
                  <a:lnTo>
                    <a:pt x="7522864" y="2341640"/>
                  </a:lnTo>
                  <a:lnTo>
                    <a:pt x="7523678" y="2261654"/>
                  </a:lnTo>
                  <a:lnTo>
                    <a:pt x="7524493" y="2297455"/>
                  </a:lnTo>
                  <a:lnTo>
                    <a:pt x="7525308" y="2400124"/>
                  </a:lnTo>
                  <a:lnTo>
                    <a:pt x="7526123" y="2445447"/>
                  </a:lnTo>
                  <a:lnTo>
                    <a:pt x="7526938" y="2571761"/>
                  </a:lnTo>
                  <a:lnTo>
                    <a:pt x="7527752" y="2649972"/>
                  </a:lnTo>
                  <a:lnTo>
                    <a:pt x="7528567" y="2698318"/>
                  </a:lnTo>
                  <a:lnTo>
                    <a:pt x="7529382" y="2778821"/>
                  </a:lnTo>
                  <a:lnTo>
                    <a:pt x="7530197" y="2763581"/>
                  </a:lnTo>
                  <a:lnTo>
                    <a:pt x="7531012" y="2576796"/>
                  </a:lnTo>
                  <a:lnTo>
                    <a:pt x="7531826" y="2397639"/>
                  </a:lnTo>
                  <a:lnTo>
                    <a:pt x="7532641" y="2310041"/>
                  </a:lnTo>
                  <a:lnTo>
                    <a:pt x="7533456" y="2235595"/>
                  </a:lnTo>
                  <a:lnTo>
                    <a:pt x="7534271" y="2217204"/>
                  </a:lnTo>
                  <a:lnTo>
                    <a:pt x="7535085" y="2204960"/>
                  </a:lnTo>
                  <a:lnTo>
                    <a:pt x="7535900" y="2261966"/>
                  </a:lnTo>
                  <a:lnTo>
                    <a:pt x="7536715" y="2349883"/>
                  </a:lnTo>
                  <a:lnTo>
                    <a:pt x="7537530" y="2387505"/>
                  </a:lnTo>
                  <a:lnTo>
                    <a:pt x="7538345" y="2314964"/>
                  </a:lnTo>
                  <a:lnTo>
                    <a:pt x="7539159" y="2179720"/>
                  </a:lnTo>
                  <a:lnTo>
                    <a:pt x="7539974" y="2214161"/>
                  </a:lnTo>
                  <a:lnTo>
                    <a:pt x="7540789" y="2358050"/>
                  </a:lnTo>
                  <a:lnTo>
                    <a:pt x="7541604" y="2479134"/>
                  </a:lnTo>
                  <a:lnTo>
                    <a:pt x="7542418" y="2601306"/>
                  </a:lnTo>
                  <a:lnTo>
                    <a:pt x="7543233" y="2700069"/>
                  </a:lnTo>
                  <a:lnTo>
                    <a:pt x="7544048" y="2791485"/>
                  </a:lnTo>
                  <a:lnTo>
                    <a:pt x="7544863" y="2906368"/>
                  </a:lnTo>
                  <a:lnTo>
                    <a:pt x="7545678" y="2958537"/>
                  </a:lnTo>
                  <a:lnTo>
                    <a:pt x="7546492" y="2883735"/>
                  </a:lnTo>
                  <a:lnTo>
                    <a:pt x="7547307" y="2768530"/>
                  </a:lnTo>
                  <a:lnTo>
                    <a:pt x="7548122" y="2794943"/>
                  </a:lnTo>
                  <a:lnTo>
                    <a:pt x="7548937" y="2791294"/>
                  </a:lnTo>
                  <a:lnTo>
                    <a:pt x="7549751" y="2738988"/>
                  </a:lnTo>
                  <a:lnTo>
                    <a:pt x="7550566" y="2660812"/>
                  </a:lnTo>
                  <a:lnTo>
                    <a:pt x="7551381" y="2587538"/>
                  </a:lnTo>
                  <a:lnTo>
                    <a:pt x="7552196" y="2434327"/>
                  </a:lnTo>
                  <a:lnTo>
                    <a:pt x="7553011" y="2248228"/>
                  </a:lnTo>
                  <a:lnTo>
                    <a:pt x="7553825" y="2166665"/>
                  </a:lnTo>
                  <a:lnTo>
                    <a:pt x="7554640" y="2111680"/>
                  </a:lnTo>
                  <a:lnTo>
                    <a:pt x="7555455" y="2126110"/>
                  </a:lnTo>
                  <a:lnTo>
                    <a:pt x="7556270" y="2257865"/>
                  </a:lnTo>
                  <a:lnTo>
                    <a:pt x="7557084" y="2392905"/>
                  </a:lnTo>
                  <a:lnTo>
                    <a:pt x="7557899" y="2495264"/>
                  </a:lnTo>
                  <a:lnTo>
                    <a:pt x="7558714" y="2545510"/>
                  </a:lnTo>
                  <a:lnTo>
                    <a:pt x="7559529" y="2508576"/>
                  </a:lnTo>
                  <a:lnTo>
                    <a:pt x="7560344" y="2422358"/>
                  </a:lnTo>
                  <a:lnTo>
                    <a:pt x="7561158" y="2302934"/>
                  </a:lnTo>
                  <a:lnTo>
                    <a:pt x="7561973" y="2331343"/>
                  </a:lnTo>
                  <a:lnTo>
                    <a:pt x="7562788" y="2367966"/>
                  </a:lnTo>
                  <a:lnTo>
                    <a:pt x="7563603" y="2404983"/>
                  </a:lnTo>
                  <a:lnTo>
                    <a:pt x="7564417" y="2507935"/>
                  </a:lnTo>
                  <a:lnTo>
                    <a:pt x="7565232" y="2627940"/>
                  </a:lnTo>
                  <a:lnTo>
                    <a:pt x="7566047" y="2663333"/>
                  </a:lnTo>
                  <a:lnTo>
                    <a:pt x="7566862" y="2569924"/>
                  </a:lnTo>
                  <a:lnTo>
                    <a:pt x="7567677" y="2552953"/>
                  </a:lnTo>
                  <a:lnTo>
                    <a:pt x="7568491" y="2595652"/>
                  </a:lnTo>
                  <a:lnTo>
                    <a:pt x="7569306" y="2478377"/>
                  </a:lnTo>
                  <a:lnTo>
                    <a:pt x="7570121" y="2369675"/>
                  </a:lnTo>
                  <a:lnTo>
                    <a:pt x="7570936" y="2348229"/>
                  </a:lnTo>
                  <a:lnTo>
                    <a:pt x="7571751" y="2390425"/>
                  </a:lnTo>
                  <a:lnTo>
                    <a:pt x="7572565" y="2256806"/>
                  </a:lnTo>
                  <a:lnTo>
                    <a:pt x="7573380" y="2006701"/>
                  </a:lnTo>
                  <a:lnTo>
                    <a:pt x="7574195" y="1903735"/>
                  </a:lnTo>
                  <a:lnTo>
                    <a:pt x="7575010" y="1810954"/>
                  </a:lnTo>
                  <a:lnTo>
                    <a:pt x="7575824" y="1763962"/>
                  </a:lnTo>
                  <a:lnTo>
                    <a:pt x="7576639" y="1754644"/>
                  </a:lnTo>
                  <a:lnTo>
                    <a:pt x="7577454" y="1795794"/>
                  </a:lnTo>
                  <a:lnTo>
                    <a:pt x="7578269" y="1835440"/>
                  </a:lnTo>
                  <a:lnTo>
                    <a:pt x="7579084" y="1808086"/>
                  </a:lnTo>
                  <a:lnTo>
                    <a:pt x="7579898" y="1837368"/>
                  </a:lnTo>
                  <a:lnTo>
                    <a:pt x="7580713" y="1843004"/>
                  </a:lnTo>
                  <a:lnTo>
                    <a:pt x="7581528" y="1811395"/>
                  </a:lnTo>
                  <a:lnTo>
                    <a:pt x="7582343" y="1767891"/>
                  </a:lnTo>
                  <a:lnTo>
                    <a:pt x="7583157" y="1726828"/>
                  </a:lnTo>
                  <a:lnTo>
                    <a:pt x="7583972" y="1786359"/>
                  </a:lnTo>
                  <a:lnTo>
                    <a:pt x="7584787" y="1815839"/>
                  </a:lnTo>
                  <a:lnTo>
                    <a:pt x="7585602" y="1796981"/>
                  </a:lnTo>
                  <a:lnTo>
                    <a:pt x="7586417" y="1872630"/>
                  </a:lnTo>
                  <a:lnTo>
                    <a:pt x="7587231" y="2042995"/>
                  </a:lnTo>
                  <a:lnTo>
                    <a:pt x="7588046" y="2216323"/>
                  </a:lnTo>
                  <a:lnTo>
                    <a:pt x="7588861" y="2219781"/>
                  </a:lnTo>
                  <a:lnTo>
                    <a:pt x="7589676" y="2168480"/>
                  </a:lnTo>
                  <a:lnTo>
                    <a:pt x="7590490" y="2311470"/>
                  </a:lnTo>
                  <a:lnTo>
                    <a:pt x="7591305" y="2493338"/>
                  </a:lnTo>
                  <a:lnTo>
                    <a:pt x="7592120" y="2619492"/>
                  </a:lnTo>
                  <a:lnTo>
                    <a:pt x="7592935" y="2704955"/>
                  </a:lnTo>
                  <a:lnTo>
                    <a:pt x="7593750" y="2909313"/>
                  </a:lnTo>
                  <a:lnTo>
                    <a:pt x="7594564" y="3069552"/>
                  </a:lnTo>
                  <a:lnTo>
                    <a:pt x="7595379" y="2982277"/>
                  </a:lnTo>
                  <a:lnTo>
                    <a:pt x="7596194" y="2777443"/>
                  </a:lnTo>
                  <a:lnTo>
                    <a:pt x="7597009" y="2617882"/>
                  </a:lnTo>
                  <a:lnTo>
                    <a:pt x="7597823" y="2579445"/>
                  </a:lnTo>
                  <a:lnTo>
                    <a:pt x="7598638" y="2520184"/>
                  </a:lnTo>
                  <a:lnTo>
                    <a:pt x="7599453" y="2542894"/>
                  </a:lnTo>
                  <a:lnTo>
                    <a:pt x="7600268" y="2587564"/>
                  </a:lnTo>
                  <a:lnTo>
                    <a:pt x="7601083" y="2696500"/>
                  </a:lnTo>
                  <a:lnTo>
                    <a:pt x="7601897" y="2808036"/>
                  </a:lnTo>
                  <a:lnTo>
                    <a:pt x="7602712" y="2856669"/>
                  </a:lnTo>
                  <a:lnTo>
                    <a:pt x="7603527" y="2898939"/>
                  </a:lnTo>
                  <a:lnTo>
                    <a:pt x="7604342" y="2924993"/>
                  </a:lnTo>
                  <a:lnTo>
                    <a:pt x="7605156" y="3021564"/>
                  </a:lnTo>
                  <a:lnTo>
                    <a:pt x="7605971" y="3086067"/>
                  </a:lnTo>
                  <a:lnTo>
                    <a:pt x="7606786" y="3116898"/>
                  </a:lnTo>
                  <a:lnTo>
                    <a:pt x="7607601" y="3116897"/>
                  </a:lnTo>
                  <a:lnTo>
                    <a:pt x="7608416" y="3116041"/>
                  </a:lnTo>
                  <a:lnTo>
                    <a:pt x="7609230" y="3076918"/>
                  </a:lnTo>
                  <a:lnTo>
                    <a:pt x="7610045" y="3009150"/>
                  </a:lnTo>
                  <a:lnTo>
                    <a:pt x="7610860" y="2912724"/>
                  </a:lnTo>
                  <a:lnTo>
                    <a:pt x="7611675" y="2792731"/>
                  </a:lnTo>
                  <a:lnTo>
                    <a:pt x="7612490" y="2650898"/>
                  </a:lnTo>
                  <a:lnTo>
                    <a:pt x="7613304" y="2466209"/>
                  </a:lnTo>
                  <a:lnTo>
                    <a:pt x="7614119" y="2376580"/>
                  </a:lnTo>
                  <a:lnTo>
                    <a:pt x="7614934" y="2298533"/>
                  </a:lnTo>
                  <a:lnTo>
                    <a:pt x="7615749" y="2283914"/>
                  </a:lnTo>
                  <a:lnTo>
                    <a:pt x="7616563" y="2260645"/>
                  </a:lnTo>
                  <a:lnTo>
                    <a:pt x="7617378" y="2269094"/>
                  </a:lnTo>
                  <a:lnTo>
                    <a:pt x="7618193" y="2421212"/>
                  </a:lnTo>
                  <a:lnTo>
                    <a:pt x="7619008" y="2566290"/>
                  </a:lnTo>
                  <a:lnTo>
                    <a:pt x="7619823" y="2712107"/>
                  </a:lnTo>
                  <a:lnTo>
                    <a:pt x="7620637" y="2795328"/>
                  </a:lnTo>
                  <a:lnTo>
                    <a:pt x="7621452" y="2907757"/>
                  </a:lnTo>
                  <a:lnTo>
                    <a:pt x="7622267" y="3001895"/>
                  </a:lnTo>
                  <a:lnTo>
                    <a:pt x="7623082" y="2943484"/>
                  </a:lnTo>
                  <a:lnTo>
                    <a:pt x="7623896" y="2896267"/>
                  </a:lnTo>
                  <a:lnTo>
                    <a:pt x="7624711" y="2857677"/>
                  </a:lnTo>
                  <a:lnTo>
                    <a:pt x="7625526" y="2796682"/>
                  </a:lnTo>
                  <a:lnTo>
                    <a:pt x="7626341" y="2660424"/>
                  </a:lnTo>
                  <a:lnTo>
                    <a:pt x="7627156" y="2575216"/>
                  </a:lnTo>
                  <a:lnTo>
                    <a:pt x="7627970" y="2550351"/>
                  </a:lnTo>
                  <a:lnTo>
                    <a:pt x="7628785" y="2428852"/>
                  </a:lnTo>
                  <a:lnTo>
                    <a:pt x="7629600" y="2450448"/>
                  </a:lnTo>
                  <a:lnTo>
                    <a:pt x="7630415" y="2505294"/>
                  </a:lnTo>
                  <a:lnTo>
                    <a:pt x="7631229" y="2522633"/>
                  </a:lnTo>
                  <a:lnTo>
                    <a:pt x="7632044" y="2490546"/>
                  </a:lnTo>
                  <a:lnTo>
                    <a:pt x="7632859" y="2568187"/>
                  </a:lnTo>
                  <a:lnTo>
                    <a:pt x="7633674" y="2720581"/>
                  </a:lnTo>
                  <a:lnTo>
                    <a:pt x="7634489" y="2762177"/>
                  </a:lnTo>
                  <a:lnTo>
                    <a:pt x="7635303" y="2829341"/>
                  </a:lnTo>
                  <a:lnTo>
                    <a:pt x="7636118" y="2996811"/>
                  </a:lnTo>
                  <a:lnTo>
                    <a:pt x="7636933" y="3116972"/>
                  </a:lnTo>
                  <a:lnTo>
                    <a:pt x="7637748" y="3074595"/>
                  </a:lnTo>
                  <a:lnTo>
                    <a:pt x="7638562" y="2855080"/>
                  </a:lnTo>
                  <a:lnTo>
                    <a:pt x="7639377" y="2642170"/>
                  </a:lnTo>
                  <a:lnTo>
                    <a:pt x="7640192" y="2477000"/>
                  </a:lnTo>
                  <a:lnTo>
                    <a:pt x="7641007" y="2397696"/>
                  </a:lnTo>
                  <a:lnTo>
                    <a:pt x="7641822" y="2315363"/>
                  </a:lnTo>
                  <a:lnTo>
                    <a:pt x="7642636" y="2406700"/>
                  </a:lnTo>
                  <a:lnTo>
                    <a:pt x="7643451" y="2617907"/>
                  </a:lnTo>
                  <a:lnTo>
                    <a:pt x="7644266" y="2755648"/>
                  </a:lnTo>
                  <a:lnTo>
                    <a:pt x="7645081" y="2741786"/>
                  </a:lnTo>
                  <a:lnTo>
                    <a:pt x="7645895" y="2659231"/>
                  </a:lnTo>
                  <a:lnTo>
                    <a:pt x="7646710" y="2653593"/>
                  </a:lnTo>
                  <a:lnTo>
                    <a:pt x="7647525" y="2719594"/>
                  </a:lnTo>
                  <a:lnTo>
                    <a:pt x="7648340" y="2721997"/>
                  </a:lnTo>
                  <a:lnTo>
                    <a:pt x="7649155" y="2755546"/>
                  </a:lnTo>
                  <a:lnTo>
                    <a:pt x="7649969" y="2801515"/>
                  </a:lnTo>
                  <a:lnTo>
                    <a:pt x="7650784" y="2825619"/>
                  </a:lnTo>
                  <a:lnTo>
                    <a:pt x="7651599" y="2791021"/>
                  </a:lnTo>
                  <a:lnTo>
                    <a:pt x="7652414" y="2700004"/>
                  </a:lnTo>
                  <a:lnTo>
                    <a:pt x="7653229" y="2664948"/>
                  </a:lnTo>
                  <a:lnTo>
                    <a:pt x="7654043" y="2628574"/>
                  </a:lnTo>
                  <a:lnTo>
                    <a:pt x="7654858" y="2668332"/>
                  </a:lnTo>
                  <a:lnTo>
                    <a:pt x="7655673" y="2732263"/>
                  </a:lnTo>
                  <a:lnTo>
                    <a:pt x="7656488" y="2817361"/>
                  </a:lnTo>
                  <a:lnTo>
                    <a:pt x="7657302" y="2860658"/>
                  </a:lnTo>
                  <a:lnTo>
                    <a:pt x="7658117" y="2860645"/>
                  </a:lnTo>
                  <a:lnTo>
                    <a:pt x="7658932" y="2843324"/>
                  </a:lnTo>
                  <a:lnTo>
                    <a:pt x="7659747" y="2838735"/>
                  </a:lnTo>
                  <a:lnTo>
                    <a:pt x="7660562" y="2768691"/>
                  </a:lnTo>
                  <a:lnTo>
                    <a:pt x="7661376" y="2706693"/>
                  </a:lnTo>
                  <a:lnTo>
                    <a:pt x="7662191" y="2693748"/>
                  </a:lnTo>
                  <a:lnTo>
                    <a:pt x="7663006" y="2718621"/>
                  </a:lnTo>
                  <a:lnTo>
                    <a:pt x="7663821" y="2679321"/>
                  </a:lnTo>
                  <a:lnTo>
                    <a:pt x="7664635" y="2518471"/>
                  </a:lnTo>
                  <a:lnTo>
                    <a:pt x="7665450" y="2515281"/>
                  </a:lnTo>
                  <a:lnTo>
                    <a:pt x="7666265" y="2566750"/>
                  </a:lnTo>
                  <a:lnTo>
                    <a:pt x="7667080" y="2499276"/>
                  </a:lnTo>
                  <a:lnTo>
                    <a:pt x="7667895" y="2320875"/>
                  </a:lnTo>
                  <a:lnTo>
                    <a:pt x="7668709" y="2199288"/>
                  </a:lnTo>
                  <a:lnTo>
                    <a:pt x="7669524" y="2209696"/>
                  </a:lnTo>
                  <a:lnTo>
                    <a:pt x="7670339" y="2223182"/>
                  </a:lnTo>
                  <a:lnTo>
                    <a:pt x="7671154" y="2122795"/>
                  </a:lnTo>
                  <a:lnTo>
                    <a:pt x="7671968" y="2089084"/>
                  </a:lnTo>
                  <a:lnTo>
                    <a:pt x="7672783" y="2124316"/>
                  </a:lnTo>
                  <a:lnTo>
                    <a:pt x="7673598" y="2224238"/>
                  </a:lnTo>
                  <a:lnTo>
                    <a:pt x="7674413" y="2355022"/>
                  </a:lnTo>
                  <a:lnTo>
                    <a:pt x="7675228" y="2356947"/>
                  </a:lnTo>
                  <a:lnTo>
                    <a:pt x="7676042" y="2399926"/>
                  </a:lnTo>
                  <a:lnTo>
                    <a:pt x="7676857" y="2461458"/>
                  </a:lnTo>
                  <a:lnTo>
                    <a:pt x="7677672" y="2543773"/>
                  </a:lnTo>
                  <a:lnTo>
                    <a:pt x="7678487" y="2634038"/>
                  </a:lnTo>
                  <a:lnTo>
                    <a:pt x="7679301" y="2621184"/>
                  </a:lnTo>
                  <a:lnTo>
                    <a:pt x="7680116" y="2714272"/>
                  </a:lnTo>
                  <a:lnTo>
                    <a:pt x="7680931" y="2773572"/>
                  </a:lnTo>
                  <a:lnTo>
                    <a:pt x="7681746" y="2702817"/>
                  </a:lnTo>
                  <a:lnTo>
                    <a:pt x="7682561" y="2596702"/>
                  </a:lnTo>
                  <a:lnTo>
                    <a:pt x="7683375" y="2554167"/>
                  </a:lnTo>
                  <a:lnTo>
                    <a:pt x="7684190" y="2587862"/>
                  </a:lnTo>
                  <a:lnTo>
                    <a:pt x="7685005" y="2497590"/>
                  </a:lnTo>
                  <a:lnTo>
                    <a:pt x="7685820" y="2460776"/>
                  </a:lnTo>
                  <a:lnTo>
                    <a:pt x="7686634" y="2497749"/>
                  </a:lnTo>
                  <a:lnTo>
                    <a:pt x="7687449" y="2535328"/>
                  </a:lnTo>
                  <a:lnTo>
                    <a:pt x="7688264" y="2467150"/>
                  </a:lnTo>
                  <a:lnTo>
                    <a:pt x="7689079" y="2378740"/>
                  </a:lnTo>
                  <a:lnTo>
                    <a:pt x="7689894" y="2388657"/>
                  </a:lnTo>
                  <a:lnTo>
                    <a:pt x="7690708" y="2455620"/>
                  </a:lnTo>
                  <a:lnTo>
                    <a:pt x="7691523" y="2565429"/>
                  </a:lnTo>
                  <a:lnTo>
                    <a:pt x="7692338" y="2638383"/>
                  </a:lnTo>
                  <a:lnTo>
                    <a:pt x="7693153" y="2680962"/>
                  </a:lnTo>
                  <a:lnTo>
                    <a:pt x="7693968" y="2652127"/>
                  </a:lnTo>
                  <a:lnTo>
                    <a:pt x="7694782" y="2537554"/>
                  </a:lnTo>
                  <a:lnTo>
                    <a:pt x="7695597" y="2404909"/>
                  </a:lnTo>
                  <a:lnTo>
                    <a:pt x="7696412" y="2418026"/>
                  </a:lnTo>
                  <a:lnTo>
                    <a:pt x="7697227" y="2471574"/>
                  </a:lnTo>
                  <a:lnTo>
                    <a:pt x="7698041" y="2526280"/>
                  </a:lnTo>
                  <a:lnTo>
                    <a:pt x="7698856" y="2654324"/>
                  </a:lnTo>
                  <a:lnTo>
                    <a:pt x="7699671" y="2797157"/>
                  </a:lnTo>
                  <a:lnTo>
                    <a:pt x="7700486" y="2866503"/>
                  </a:lnTo>
                  <a:lnTo>
                    <a:pt x="7701301" y="2776620"/>
                  </a:lnTo>
                  <a:lnTo>
                    <a:pt x="7702115" y="2669182"/>
                  </a:lnTo>
                  <a:lnTo>
                    <a:pt x="7702930" y="2643665"/>
                  </a:lnTo>
                  <a:lnTo>
                    <a:pt x="7703745" y="2697856"/>
                  </a:lnTo>
                  <a:lnTo>
                    <a:pt x="7704560" y="2778278"/>
                  </a:lnTo>
                  <a:lnTo>
                    <a:pt x="7705374" y="2844313"/>
                  </a:lnTo>
                  <a:lnTo>
                    <a:pt x="7706189" y="2898567"/>
                  </a:lnTo>
                  <a:lnTo>
                    <a:pt x="7707004" y="2995500"/>
                  </a:lnTo>
                  <a:lnTo>
                    <a:pt x="7707819" y="2958069"/>
                  </a:lnTo>
                  <a:lnTo>
                    <a:pt x="7708634" y="2711026"/>
                  </a:lnTo>
                  <a:lnTo>
                    <a:pt x="7709448" y="2483487"/>
                  </a:lnTo>
                  <a:lnTo>
                    <a:pt x="7710263" y="2341641"/>
                  </a:lnTo>
                  <a:lnTo>
                    <a:pt x="7711078" y="2237511"/>
                  </a:lnTo>
                  <a:lnTo>
                    <a:pt x="7711893" y="2134458"/>
                  </a:lnTo>
                  <a:lnTo>
                    <a:pt x="7712707" y="2115333"/>
                  </a:lnTo>
                  <a:lnTo>
                    <a:pt x="7713522" y="2299358"/>
                  </a:lnTo>
                  <a:lnTo>
                    <a:pt x="7714337" y="2529181"/>
                  </a:lnTo>
                  <a:lnTo>
                    <a:pt x="7715152" y="2736304"/>
                  </a:lnTo>
                  <a:lnTo>
                    <a:pt x="7715967" y="2917382"/>
                  </a:lnTo>
                  <a:lnTo>
                    <a:pt x="7716781" y="3049927"/>
                  </a:lnTo>
                  <a:lnTo>
                    <a:pt x="7717596" y="3116972"/>
                  </a:lnTo>
                  <a:lnTo>
                    <a:pt x="7718411" y="3116972"/>
                  </a:lnTo>
                  <a:lnTo>
                    <a:pt x="7719226" y="3115569"/>
                  </a:lnTo>
                  <a:lnTo>
                    <a:pt x="7720040" y="2977128"/>
                  </a:lnTo>
                  <a:lnTo>
                    <a:pt x="7720855" y="2825915"/>
                  </a:lnTo>
                  <a:lnTo>
                    <a:pt x="7721670" y="2717803"/>
                  </a:lnTo>
                  <a:lnTo>
                    <a:pt x="7722485" y="2564681"/>
                  </a:lnTo>
                  <a:lnTo>
                    <a:pt x="7723300" y="2477705"/>
                  </a:lnTo>
                  <a:lnTo>
                    <a:pt x="7724114" y="2412597"/>
                  </a:lnTo>
                  <a:lnTo>
                    <a:pt x="7724929" y="2349157"/>
                  </a:lnTo>
                  <a:lnTo>
                    <a:pt x="7725744" y="2325673"/>
                  </a:lnTo>
                  <a:lnTo>
                    <a:pt x="7726559" y="2290095"/>
                  </a:lnTo>
                  <a:lnTo>
                    <a:pt x="7727373" y="2301741"/>
                  </a:lnTo>
                  <a:lnTo>
                    <a:pt x="7728188" y="2287792"/>
                  </a:lnTo>
                  <a:lnTo>
                    <a:pt x="7729003" y="2333409"/>
                  </a:lnTo>
                  <a:lnTo>
                    <a:pt x="7729818" y="2433193"/>
                  </a:lnTo>
                  <a:lnTo>
                    <a:pt x="7730633" y="2453863"/>
                  </a:lnTo>
                  <a:lnTo>
                    <a:pt x="7731447" y="2348862"/>
                  </a:lnTo>
                  <a:lnTo>
                    <a:pt x="7732262" y="2217212"/>
                  </a:lnTo>
                  <a:lnTo>
                    <a:pt x="7733077" y="2194099"/>
                  </a:lnTo>
                  <a:lnTo>
                    <a:pt x="7733892" y="2194701"/>
                  </a:lnTo>
                  <a:lnTo>
                    <a:pt x="7734707" y="2117941"/>
                  </a:lnTo>
                  <a:lnTo>
                    <a:pt x="7735521" y="2085967"/>
                  </a:lnTo>
                  <a:lnTo>
                    <a:pt x="7736336" y="2177743"/>
                  </a:lnTo>
                  <a:lnTo>
                    <a:pt x="7737151" y="2326783"/>
                  </a:lnTo>
                  <a:lnTo>
                    <a:pt x="7737966" y="2319700"/>
                  </a:lnTo>
                  <a:lnTo>
                    <a:pt x="7738780" y="2202371"/>
                  </a:lnTo>
                  <a:lnTo>
                    <a:pt x="7739595" y="2201075"/>
                  </a:lnTo>
                  <a:lnTo>
                    <a:pt x="7740410" y="2240561"/>
                  </a:lnTo>
                  <a:lnTo>
                    <a:pt x="7741225" y="2215097"/>
                  </a:lnTo>
                  <a:lnTo>
                    <a:pt x="7742040" y="2115557"/>
                  </a:lnTo>
                  <a:lnTo>
                    <a:pt x="7742854" y="2100794"/>
                  </a:lnTo>
                  <a:lnTo>
                    <a:pt x="7743669" y="2145585"/>
                  </a:lnTo>
                  <a:lnTo>
                    <a:pt x="7744484" y="2086376"/>
                  </a:lnTo>
                  <a:lnTo>
                    <a:pt x="7745299" y="2035754"/>
                  </a:lnTo>
                  <a:lnTo>
                    <a:pt x="7746113" y="2075435"/>
                  </a:lnTo>
                  <a:lnTo>
                    <a:pt x="7746928" y="2113848"/>
                  </a:lnTo>
                  <a:lnTo>
                    <a:pt x="7747743" y="2095135"/>
                  </a:lnTo>
                  <a:lnTo>
                    <a:pt x="7748558" y="2113912"/>
                  </a:lnTo>
                  <a:lnTo>
                    <a:pt x="7749373" y="2193887"/>
                  </a:lnTo>
                  <a:lnTo>
                    <a:pt x="7750187" y="2335543"/>
                  </a:lnTo>
                  <a:lnTo>
                    <a:pt x="7751002" y="2478242"/>
                  </a:lnTo>
                  <a:lnTo>
                    <a:pt x="7751817" y="2663457"/>
                  </a:lnTo>
                  <a:lnTo>
                    <a:pt x="7752632" y="2801500"/>
                  </a:lnTo>
                  <a:lnTo>
                    <a:pt x="7753446" y="2871137"/>
                  </a:lnTo>
                  <a:lnTo>
                    <a:pt x="7754261" y="2897717"/>
                  </a:lnTo>
                  <a:lnTo>
                    <a:pt x="7755076" y="2868895"/>
                  </a:lnTo>
                  <a:lnTo>
                    <a:pt x="7755891" y="2887388"/>
                  </a:lnTo>
                  <a:lnTo>
                    <a:pt x="7756706" y="2836500"/>
                  </a:lnTo>
                  <a:lnTo>
                    <a:pt x="7757520" y="2777481"/>
                  </a:lnTo>
                  <a:lnTo>
                    <a:pt x="7758335" y="2729511"/>
                  </a:lnTo>
                  <a:lnTo>
                    <a:pt x="7759150" y="2677537"/>
                  </a:lnTo>
                  <a:lnTo>
                    <a:pt x="7759965" y="2639086"/>
                  </a:lnTo>
                  <a:lnTo>
                    <a:pt x="7760779" y="2641654"/>
                  </a:lnTo>
                  <a:lnTo>
                    <a:pt x="7761594" y="2620039"/>
                  </a:lnTo>
                  <a:lnTo>
                    <a:pt x="7762409" y="2662163"/>
                  </a:lnTo>
                  <a:lnTo>
                    <a:pt x="7763224" y="2754960"/>
                  </a:lnTo>
                  <a:lnTo>
                    <a:pt x="7764039" y="2866328"/>
                  </a:lnTo>
                  <a:lnTo>
                    <a:pt x="7764853" y="2940755"/>
                  </a:lnTo>
                  <a:lnTo>
                    <a:pt x="7765668" y="2919697"/>
                  </a:lnTo>
                  <a:lnTo>
                    <a:pt x="7766483" y="2992199"/>
                  </a:lnTo>
                  <a:lnTo>
                    <a:pt x="7767298" y="3050417"/>
                  </a:lnTo>
                  <a:lnTo>
                    <a:pt x="7768113" y="3040710"/>
                  </a:lnTo>
                  <a:lnTo>
                    <a:pt x="7768927" y="2995124"/>
                  </a:lnTo>
                  <a:lnTo>
                    <a:pt x="7769742" y="2963071"/>
                  </a:lnTo>
                  <a:lnTo>
                    <a:pt x="7770557" y="2963072"/>
                  </a:lnTo>
                  <a:lnTo>
                    <a:pt x="7771372" y="2958814"/>
                  </a:lnTo>
                  <a:lnTo>
                    <a:pt x="7772186" y="2889788"/>
                  </a:lnTo>
                  <a:lnTo>
                    <a:pt x="7773001" y="2784047"/>
                  </a:lnTo>
                  <a:lnTo>
                    <a:pt x="7773816" y="2721122"/>
                  </a:lnTo>
                  <a:lnTo>
                    <a:pt x="7774631" y="2639628"/>
                  </a:lnTo>
                  <a:lnTo>
                    <a:pt x="7775446" y="2461732"/>
                  </a:lnTo>
                  <a:lnTo>
                    <a:pt x="7776260" y="2216019"/>
                  </a:lnTo>
                  <a:lnTo>
                    <a:pt x="7777075" y="2034055"/>
                  </a:lnTo>
                  <a:lnTo>
                    <a:pt x="7777890" y="1952090"/>
                  </a:lnTo>
                  <a:lnTo>
                    <a:pt x="7778705" y="1924579"/>
                  </a:lnTo>
                  <a:lnTo>
                    <a:pt x="7779519" y="1982034"/>
                  </a:lnTo>
                  <a:lnTo>
                    <a:pt x="7780334" y="2065008"/>
                  </a:lnTo>
                  <a:lnTo>
                    <a:pt x="7781149" y="2289807"/>
                  </a:lnTo>
                  <a:lnTo>
                    <a:pt x="7781964" y="2502916"/>
                  </a:lnTo>
                  <a:lnTo>
                    <a:pt x="7782779" y="2564004"/>
                  </a:lnTo>
                  <a:lnTo>
                    <a:pt x="7783593" y="2526497"/>
                  </a:lnTo>
                  <a:lnTo>
                    <a:pt x="7784408" y="2424294"/>
                  </a:lnTo>
                  <a:lnTo>
                    <a:pt x="7785223" y="2411222"/>
                  </a:lnTo>
                  <a:lnTo>
                    <a:pt x="7786038" y="2345353"/>
                  </a:lnTo>
                  <a:lnTo>
                    <a:pt x="7786852" y="2274020"/>
                  </a:lnTo>
                  <a:lnTo>
                    <a:pt x="7787667" y="2375641"/>
                  </a:lnTo>
                  <a:lnTo>
                    <a:pt x="7788482" y="2539920"/>
                  </a:lnTo>
                  <a:lnTo>
                    <a:pt x="7789297" y="2698212"/>
                  </a:lnTo>
                  <a:lnTo>
                    <a:pt x="7790112" y="2806208"/>
                  </a:lnTo>
                  <a:lnTo>
                    <a:pt x="7790926" y="2887742"/>
                  </a:lnTo>
                  <a:lnTo>
                    <a:pt x="7791741" y="2941226"/>
                  </a:lnTo>
                  <a:lnTo>
                    <a:pt x="7792556" y="2852971"/>
                  </a:lnTo>
                  <a:lnTo>
                    <a:pt x="7793371" y="2716170"/>
                  </a:lnTo>
                  <a:lnTo>
                    <a:pt x="7794185" y="2582150"/>
                  </a:lnTo>
                  <a:lnTo>
                    <a:pt x="7795000" y="2444346"/>
                  </a:lnTo>
                  <a:lnTo>
                    <a:pt x="7795815" y="2296713"/>
                  </a:lnTo>
                  <a:lnTo>
                    <a:pt x="7796630" y="2283625"/>
                  </a:lnTo>
                  <a:lnTo>
                    <a:pt x="7797445" y="2301067"/>
                  </a:lnTo>
                  <a:lnTo>
                    <a:pt x="7798259" y="2258309"/>
                  </a:lnTo>
                  <a:lnTo>
                    <a:pt x="7799074" y="2149253"/>
                  </a:lnTo>
                  <a:lnTo>
                    <a:pt x="7799889" y="2072439"/>
                  </a:lnTo>
                  <a:lnTo>
                    <a:pt x="7800704" y="2077659"/>
                  </a:lnTo>
                  <a:lnTo>
                    <a:pt x="7801518" y="1943196"/>
                  </a:lnTo>
                  <a:lnTo>
                    <a:pt x="7802333" y="1863775"/>
                  </a:lnTo>
                  <a:lnTo>
                    <a:pt x="7803148" y="1947714"/>
                  </a:lnTo>
                  <a:lnTo>
                    <a:pt x="7803963" y="2089885"/>
                  </a:lnTo>
                  <a:lnTo>
                    <a:pt x="7804778" y="2109959"/>
                  </a:lnTo>
                  <a:lnTo>
                    <a:pt x="7805592" y="2033532"/>
                  </a:lnTo>
                  <a:lnTo>
                    <a:pt x="7806407" y="2018109"/>
                  </a:lnTo>
                  <a:lnTo>
                    <a:pt x="7807222" y="1959479"/>
                  </a:lnTo>
                  <a:lnTo>
                    <a:pt x="7808037" y="1949761"/>
                  </a:lnTo>
                  <a:lnTo>
                    <a:pt x="7808852" y="1751788"/>
                  </a:lnTo>
                  <a:lnTo>
                    <a:pt x="7809666" y="1636887"/>
                  </a:lnTo>
                  <a:lnTo>
                    <a:pt x="7810481" y="1827869"/>
                  </a:lnTo>
                  <a:lnTo>
                    <a:pt x="7811296" y="2046572"/>
                  </a:lnTo>
                  <a:lnTo>
                    <a:pt x="7812111" y="2297964"/>
                  </a:lnTo>
                  <a:lnTo>
                    <a:pt x="7812925" y="2412552"/>
                  </a:lnTo>
                  <a:lnTo>
                    <a:pt x="7813740" y="2711428"/>
                  </a:lnTo>
                  <a:lnTo>
                    <a:pt x="7814555" y="3020871"/>
                  </a:lnTo>
                  <a:lnTo>
                    <a:pt x="7815370" y="3058242"/>
                  </a:lnTo>
                  <a:lnTo>
                    <a:pt x="7816185" y="3058242"/>
                  </a:lnTo>
                  <a:lnTo>
                    <a:pt x="7816999" y="3058242"/>
                  </a:lnTo>
                  <a:lnTo>
                    <a:pt x="7817814" y="3058242"/>
                  </a:lnTo>
                  <a:lnTo>
                    <a:pt x="7818629" y="3058242"/>
                  </a:lnTo>
                  <a:lnTo>
                    <a:pt x="7819444" y="3058242"/>
                  </a:lnTo>
                  <a:lnTo>
                    <a:pt x="7820258" y="3058242"/>
                  </a:lnTo>
                  <a:lnTo>
                    <a:pt x="7821073" y="2975589"/>
                  </a:lnTo>
                  <a:lnTo>
                    <a:pt x="7821888" y="2778232"/>
                  </a:lnTo>
                  <a:lnTo>
                    <a:pt x="7822703" y="2600388"/>
                  </a:lnTo>
                  <a:lnTo>
                    <a:pt x="7823518" y="2491068"/>
                  </a:lnTo>
                  <a:lnTo>
                    <a:pt x="7824332" y="2237263"/>
                  </a:lnTo>
                  <a:lnTo>
                    <a:pt x="7825147" y="1872486"/>
                  </a:lnTo>
                  <a:lnTo>
                    <a:pt x="7825962" y="1672138"/>
                  </a:lnTo>
                  <a:lnTo>
                    <a:pt x="7826777" y="1706912"/>
                  </a:lnTo>
                  <a:lnTo>
                    <a:pt x="7827591" y="1752424"/>
                  </a:lnTo>
                  <a:lnTo>
                    <a:pt x="7828406" y="1756552"/>
                  </a:lnTo>
                  <a:lnTo>
                    <a:pt x="7829221" y="1944086"/>
                  </a:lnTo>
                  <a:lnTo>
                    <a:pt x="7830036" y="2203124"/>
                  </a:lnTo>
                  <a:lnTo>
                    <a:pt x="7830851" y="2367458"/>
                  </a:lnTo>
                  <a:lnTo>
                    <a:pt x="7831665" y="2443334"/>
                  </a:lnTo>
                  <a:lnTo>
                    <a:pt x="7832480" y="2565264"/>
                  </a:lnTo>
                  <a:lnTo>
                    <a:pt x="7833295" y="2673492"/>
                  </a:lnTo>
                  <a:lnTo>
                    <a:pt x="7834110" y="2661400"/>
                  </a:lnTo>
                  <a:lnTo>
                    <a:pt x="7834924" y="2711355"/>
                  </a:lnTo>
                  <a:lnTo>
                    <a:pt x="7835739" y="2767557"/>
                  </a:lnTo>
                  <a:lnTo>
                    <a:pt x="7836554" y="2724495"/>
                  </a:lnTo>
                  <a:lnTo>
                    <a:pt x="7837369" y="2618643"/>
                  </a:lnTo>
                  <a:lnTo>
                    <a:pt x="7838184" y="2469431"/>
                  </a:lnTo>
                  <a:lnTo>
                    <a:pt x="7838998" y="2373728"/>
                  </a:lnTo>
                  <a:lnTo>
                    <a:pt x="7839813" y="2331694"/>
                  </a:lnTo>
                  <a:lnTo>
                    <a:pt x="7840628" y="2312170"/>
                  </a:lnTo>
                  <a:lnTo>
                    <a:pt x="7841443" y="2296612"/>
                  </a:lnTo>
                  <a:lnTo>
                    <a:pt x="7842257" y="2292400"/>
                  </a:lnTo>
                  <a:lnTo>
                    <a:pt x="7843072" y="2403253"/>
                  </a:lnTo>
                  <a:lnTo>
                    <a:pt x="7843887" y="2519892"/>
                  </a:lnTo>
                  <a:lnTo>
                    <a:pt x="7844702" y="2559980"/>
                  </a:lnTo>
                  <a:lnTo>
                    <a:pt x="7845517" y="2647570"/>
                  </a:lnTo>
                  <a:lnTo>
                    <a:pt x="7846331" y="2820875"/>
                  </a:lnTo>
                  <a:lnTo>
                    <a:pt x="7847146" y="2857257"/>
                  </a:lnTo>
                  <a:lnTo>
                    <a:pt x="7847961" y="2654412"/>
                  </a:lnTo>
                  <a:lnTo>
                    <a:pt x="7848776" y="2455745"/>
                  </a:lnTo>
                  <a:lnTo>
                    <a:pt x="7849591" y="2237800"/>
                  </a:lnTo>
                  <a:lnTo>
                    <a:pt x="7850405" y="2006171"/>
                  </a:lnTo>
                  <a:lnTo>
                    <a:pt x="7851220" y="1826388"/>
                  </a:lnTo>
                  <a:lnTo>
                    <a:pt x="7852035" y="1802156"/>
                  </a:lnTo>
                  <a:lnTo>
                    <a:pt x="7852850" y="1932727"/>
                  </a:lnTo>
                  <a:lnTo>
                    <a:pt x="7853664" y="2095783"/>
                  </a:lnTo>
                  <a:lnTo>
                    <a:pt x="7854479" y="2291326"/>
                  </a:lnTo>
                  <a:lnTo>
                    <a:pt x="7855294" y="2373810"/>
                  </a:lnTo>
                  <a:lnTo>
                    <a:pt x="7856109" y="2390451"/>
                  </a:lnTo>
                  <a:lnTo>
                    <a:pt x="7856924" y="2432201"/>
                  </a:lnTo>
                  <a:lnTo>
                    <a:pt x="7857738" y="2397247"/>
                  </a:lnTo>
                  <a:lnTo>
                    <a:pt x="7858553" y="2291518"/>
                  </a:lnTo>
                  <a:lnTo>
                    <a:pt x="7859368" y="2203300"/>
                  </a:lnTo>
                  <a:lnTo>
                    <a:pt x="7860183" y="2249456"/>
                  </a:lnTo>
                  <a:lnTo>
                    <a:pt x="7860997" y="2266329"/>
                  </a:lnTo>
                  <a:lnTo>
                    <a:pt x="7861812" y="2142085"/>
                  </a:lnTo>
                  <a:lnTo>
                    <a:pt x="7862627" y="2169754"/>
                  </a:lnTo>
                  <a:lnTo>
                    <a:pt x="7863442" y="2215126"/>
                  </a:lnTo>
                  <a:lnTo>
                    <a:pt x="7864257" y="2206775"/>
                  </a:lnTo>
                  <a:lnTo>
                    <a:pt x="7865071" y="2227070"/>
                  </a:lnTo>
                  <a:lnTo>
                    <a:pt x="7865886" y="2324269"/>
                  </a:lnTo>
                  <a:lnTo>
                    <a:pt x="7866701" y="2514391"/>
                  </a:lnTo>
                  <a:lnTo>
                    <a:pt x="7867516" y="2571720"/>
                  </a:lnTo>
                  <a:lnTo>
                    <a:pt x="7868330" y="2575193"/>
                  </a:lnTo>
                  <a:lnTo>
                    <a:pt x="7869145" y="2602812"/>
                  </a:lnTo>
                  <a:lnTo>
                    <a:pt x="7869960" y="2611183"/>
                  </a:lnTo>
                  <a:lnTo>
                    <a:pt x="7870775" y="2574932"/>
                  </a:lnTo>
                  <a:lnTo>
                    <a:pt x="7871590" y="2546224"/>
                  </a:lnTo>
                  <a:lnTo>
                    <a:pt x="7872404" y="2599901"/>
                  </a:lnTo>
                  <a:lnTo>
                    <a:pt x="7873219" y="2638779"/>
                  </a:lnTo>
                  <a:lnTo>
                    <a:pt x="7874034" y="2589312"/>
                  </a:lnTo>
                  <a:lnTo>
                    <a:pt x="7874849" y="2512847"/>
                  </a:lnTo>
                  <a:lnTo>
                    <a:pt x="7875663" y="2473867"/>
                  </a:lnTo>
                  <a:lnTo>
                    <a:pt x="7876478" y="2394942"/>
                  </a:lnTo>
                  <a:lnTo>
                    <a:pt x="7877293" y="2323258"/>
                  </a:lnTo>
                  <a:lnTo>
                    <a:pt x="7878108" y="2391201"/>
                  </a:lnTo>
                  <a:lnTo>
                    <a:pt x="7878923" y="2558004"/>
                  </a:lnTo>
                  <a:lnTo>
                    <a:pt x="7879737" y="2648950"/>
                  </a:lnTo>
                  <a:lnTo>
                    <a:pt x="7880552" y="2728920"/>
                  </a:lnTo>
                  <a:lnTo>
                    <a:pt x="7881367" y="2837243"/>
                  </a:lnTo>
                  <a:lnTo>
                    <a:pt x="7882182" y="2912804"/>
                  </a:lnTo>
                  <a:lnTo>
                    <a:pt x="7882996" y="2955904"/>
                  </a:lnTo>
                  <a:lnTo>
                    <a:pt x="7883811" y="2941725"/>
                  </a:lnTo>
                  <a:lnTo>
                    <a:pt x="7884626" y="2838782"/>
                  </a:lnTo>
                  <a:lnTo>
                    <a:pt x="7885441" y="2616447"/>
                  </a:lnTo>
                  <a:lnTo>
                    <a:pt x="7886256" y="2338276"/>
                  </a:lnTo>
                  <a:lnTo>
                    <a:pt x="7887070" y="2059767"/>
                  </a:lnTo>
                  <a:lnTo>
                    <a:pt x="7887885" y="1846318"/>
                  </a:lnTo>
                  <a:lnTo>
                    <a:pt x="7888700" y="1726667"/>
                  </a:lnTo>
                  <a:lnTo>
                    <a:pt x="7889515" y="1750688"/>
                  </a:lnTo>
                  <a:lnTo>
                    <a:pt x="7890330" y="1953758"/>
                  </a:lnTo>
                  <a:lnTo>
                    <a:pt x="7891144" y="2127033"/>
                  </a:lnTo>
                  <a:lnTo>
                    <a:pt x="7891959" y="2172645"/>
                  </a:lnTo>
                  <a:lnTo>
                    <a:pt x="7892774" y="2077176"/>
                  </a:lnTo>
                  <a:lnTo>
                    <a:pt x="7893589" y="1987661"/>
                  </a:lnTo>
                  <a:lnTo>
                    <a:pt x="7894403" y="1997109"/>
                  </a:lnTo>
                  <a:lnTo>
                    <a:pt x="7895218" y="2018642"/>
                  </a:lnTo>
                  <a:lnTo>
                    <a:pt x="7896033" y="2116791"/>
                  </a:lnTo>
                  <a:lnTo>
                    <a:pt x="7896848" y="2269722"/>
                  </a:lnTo>
                  <a:lnTo>
                    <a:pt x="7897663" y="2511886"/>
                  </a:lnTo>
                  <a:lnTo>
                    <a:pt x="7898477" y="2576069"/>
                  </a:lnTo>
                  <a:lnTo>
                    <a:pt x="7899292" y="2515010"/>
                  </a:lnTo>
                  <a:lnTo>
                    <a:pt x="7900107" y="2404615"/>
                  </a:lnTo>
                  <a:lnTo>
                    <a:pt x="7900922" y="2240829"/>
                  </a:lnTo>
                  <a:lnTo>
                    <a:pt x="7901736" y="2245656"/>
                  </a:lnTo>
                  <a:lnTo>
                    <a:pt x="7902551" y="2318010"/>
                  </a:lnTo>
                  <a:lnTo>
                    <a:pt x="7903366" y="2508915"/>
                  </a:lnTo>
                  <a:lnTo>
                    <a:pt x="7904181" y="2693694"/>
                  </a:lnTo>
                  <a:lnTo>
                    <a:pt x="7904996" y="2818173"/>
                  </a:lnTo>
                  <a:lnTo>
                    <a:pt x="7905810" y="2988703"/>
                  </a:lnTo>
                  <a:lnTo>
                    <a:pt x="7906625" y="3063844"/>
                  </a:lnTo>
                  <a:lnTo>
                    <a:pt x="7907440" y="2980537"/>
                  </a:lnTo>
                  <a:lnTo>
                    <a:pt x="7908255" y="2790248"/>
                  </a:lnTo>
                  <a:lnTo>
                    <a:pt x="7909069" y="2640031"/>
                  </a:lnTo>
                  <a:lnTo>
                    <a:pt x="7909884" y="2619290"/>
                  </a:lnTo>
                  <a:lnTo>
                    <a:pt x="7910699" y="2571235"/>
                  </a:lnTo>
                  <a:lnTo>
                    <a:pt x="7911514" y="2491345"/>
                  </a:lnTo>
                  <a:lnTo>
                    <a:pt x="7912329" y="2542699"/>
                  </a:lnTo>
                  <a:lnTo>
                    <a:pt x="7913143" y="2700790"/>
                  </a:lnTo>
                  <a:lnTo>
                    <a:pt x="7913958" y="2722677"/>
                  </a:lnTo>
                  <a:lnTo>
                    <a:pt x="7914773" y="2585915"/>
                  </a:lnTo>
                  <a:lnTo>
                    <a:pt x="7915588" y="2526647"/>
                  </a:lnTo>
                  <a:lnTo>
                    <a:pt x="7916402" y="2508901"/>
                  </a:lnTo>
                  <a:lnTo>
                    <a:pt x="7917217" y="2432017"/>
                  </a:lnTo>
                  <a:lnTo>
                    <a:pt x="7918032" y="2339281"/>
                  </a:lnTo>
                  <a:lnTo>
                    <a:pt x="7918847" y="2346345"/>
                  </a:lnTo>
                  <a:lnTo>
                    <a:pt x="7919662" y="2475446"/>
                  </a:lnTo>
                  <a:lnTo>
                    <a:pt x="7920476" y="2537672"/>
                  </a:lnTo>
                  <a:lnTo>
                    <a:pt x="7921291" y="2584090"/>
                  </a:lnTo>
                  <a:lnTo>
                    <a:pt x="7922106" y="2603368"/>
                  </a:lnTo>
                  <a:lnTo>
                    <a:pt x="7922921" y="2702220"/>
                  </a:lnTo>
                  <a:lnTo>
                    <a:pt x="7923735" y="2836595"/>
                  </a:lnTo>
                  <a:lnTo>
                    <a:pt x="7924550" y="2898396"/>
                  </a:lnTo>
                  <a:lnTo>
                    <a:pt x="7925365" y="2969835"/>
                  </a:lnTo>
                  <a:lnTo>
                    <a:pt x="7926180" y="3049901"/>
                  </a:lnTo>
                  <a:lnTo>
                    <a:pt x="7926995" y="3116972"/>
                  </a:lnTo>
                  <a:lnTo>
                    <a:pt x="7927809" y="3116972"/>
                  </a:lnTo>
                  <a:lnTo>
                    <a:pt x="7928624" y="3116972"/>
                  </a:lnTo>
                  <a:lnTo>
                    <a:pt x="7929439" y="3116972"/>
                  </a:lnTo>
                  <a:lnTo>
                    <a:pt x="7930254" y="3116972"/>
                  </a:lnTo>
                  <a:lnTo>
                    <a:pt x="7931069" y="3096671"/>
                  </a:lnTo>
                  <a:lnTo>
                    <a:pt x="7931883" y="3012275"/>
                  </a:lnTo>
                  <a:lnTo>
                    <a:pt x="7932698" y="2971600"/>
                  </a:lnTo>
                  <a:lnTo>
                    <a:pt x="7933513" y="2901270"/>
                  </a:lnTo>
                  <a:lnTo>
                    <a:pt x="7934328" y="2813683"/>
                  </a:lnTo>
                  <a:lnTo>
                    <a:pt x="7935142" y="2789535"/>
                  </a:lnTo>
                  <a:lnTo>
                    <a:pt x="7935957" y="2753948"/>
                  </a:lnTo>
                  <a:lnTo>
                    <a:pt x="7936772" y="2733884"/>
                  </a:lnTo>
                  <a:lnTo>
                    <a:pt x="7937587" y="2716423"/>
                  </a:lnTo>
                  <a:lnTo>
                    <a:pt x="7938402" y="2796465"/>
                  </a:lnTo>
                  <a:lnTo>
                    <a:pt x="7939216" y="2886779"/>
                  </a:lnTo>
                  <a:lnTo>
                    <a:pt x="7940031" y="2909622"/>
                  </a:lnTo>
                  <a:lnTo>
                    <a:pt x="7940846" y="2940918"/>
                  </a:lnTo>
                  <a:lnTo>
                    <a:pt x="7941661" y="3041308"/>
                  </a:lnTo>
                  <a:lnTo>
                    <a:pt x="7942475" y="3116972"/>
                  </a:lnTo>
                  <a:lnTo>
                    <a:pt x="7943290" y="3116972"/>
                  </a:lnTo>
                  <a:lnTo>
                    <a:pt x="7944105" y="3094359"/>
                  </a:lnTo>
                  <a:lnTo>
                    <a:pt x="7944920" y="3077175"/>
                  </a:lnTo>
                  <a:lnTo>
                    <a:pt x="7945735" y="3085220"/>
                  </a:lnTo>
                  <a:lnTo>
                    <a:pt x="7946549" y="3053397"/>
                  </a:lnTo>
                  <a:lnTo>
                    <a:pt x="7947364" y="2992385"/>
                  </a:lnTo>
                  <a:lnTo>
                    <a:pt x="7948179" y="2989833"/>
                  </a:lnTo>
                  <a:lnTo>
                    <a:pt x="7948994" y="3039750"/>
                  </a:lnTo>
                  <a:lnTo>
                    <a:pt x="7949808" y="3058242"/>
                  </a:lnTo>
                  <a:lnTo>
                    <a:pt x="7950623" y="3058242"/>
                  </a:lnTo>
                  <a:lnTo>
                    <a:pt x="7951438" y="3058242"/>
                  </a:lnTo>
                  <a:lnTo>
                    <a:pt x="7952253" y="3058242"/>
                  </a:lnTo>
                  <a:lnTo>
                    <a:pt x="7953068" y="3058242"/>
                  </a:lnTo>
                  <a:lnTo>
                    <a:pt x="7953882" y="3058242"/>
                  </a:lnTo>
                  <a:lnTo>
                    <a:pt x="7954697" y="3058242"/>
                  </a:lnTo>
                  <a:lnTo>
                    <a:pt x="7955512" y="3058242"/>
                  </a:lnTo>
                  <a:lnTo>
                    <a:pt x="7956327" y="3010487"/>
                  </a:lnTo>
                  <a:lnTo>
                    <a:pt x="7957141" y="2966966"/>
                  </a:lnTo>
                  <a:lnTo>
                    <a:pt x="7957956" y="2966966"/>
                  </a:lnTo>
                  <a:lnTo>
                    <a:pt x="7958771" y="2966966"/>
                  </a:lnTo>
                  <a:lnTo>
                    <a:pt x="7959586" y="2966966"/>
                  </a:lnTo>
                  <a:lnTo>
                    <a:pt x="7960401" y="2966966"/>
                  </a:lnTo>
                  <a:lnTo>
                    <a:pt x="7961215" y="3014721"/>
                  </a:lnTo>
                  <a:lnTo>
                    <a:pt x="7962030" y="3058242"/>
                  </a:lnTo>
                  <a:lnTo>
                    <a:pt x="7962845" y="3022685"/>
                  </a:lnTo>
                  <a:lnTo>
                    <a:pt x="7963660" y="2974858"/>
                  </a:lnTo>
                  <a:lnTo>
                    <a:pt x="7964474" y="2928579"/>
                  </a:lnTo>
                  <a:lnTo>
                    <a:pt x="7965289" y="2938339"/>
                  </a:lnTo>
                  <a:lnTo>
                    <a:pt x="7966104" y="2965477"/>
                  </a:lnTo>
                  <a:lnTo>
                    <a:pt x="7966919" y="2996414"/>
                  </a:lnTo>
                  <a:lnTo>
                    <a:pt x="7967734" y="3059505"/>
                  </a:lnTo>
                  <a:lnTo>
                    <a:pt x="7968548" y="3095965"/>
                  </a:lnTo>
                  <a:lnTo>
                    <a:pt x="7969363" y="3046067"/>
                  </a:lnTo>
                  <a:lnTo>
                    <a:pt x="7970178" y="2935633"/>
                  </a:lnTo>
                  <a:lnTo>
                    <a:pt x="7970993" y="2880999"/>
                  </a:lnTo>
                  <a:lnTo>
                    <a:pt x="7971808" y="2777613"/>
                  </a:lnTo>
                  <a:lnTo>
                    <a:pt x="7972622" y="2678762"/>
                  </a:lnTo>
                  <a:lnTo>
                    <a:pt x="7973437" y="2659351"/>
                  </a:lnTo>
                  <a:lnTo>
                    <a:pt x="7974252" y="2729590"/>
                  </a:lnTo>
                  <a:lnTo>
                    <a:pt x="7975067" y="2834182"/>
                  </a:lnTo>
                  <a:lnTo>
                    <a:pt x="7975881" y="2879517"/>
                  </a:lnTo>
                  <a:lnTo>
                    <a:pt x="7976696" y="2925600"/>
                  </a:lnTo>
                  <a:lnTo>
                    <a:pt x="7977511" y="3008666"/>
                  </a:lnTo>
                  <a:lnTo>
                    <a:pt x="7978326" y="2995537"/>
                  </a:lnTo>
                  <a:lnTo>
                    <a:pt x="7979141" y="2949590"/>
                  </a:lnTo>
                  <a:lnTo>
                    <a:pt x="7979955" y="2922582"/>
                  </a:lnTo>
                  <a:lnTo>
                    <a:pt x="7980770" y="2928433"/>
                  </a:lnTo>
                  <a:lnTo>
                    <a:pt x="7981585" y="2915523"/>
                  </a:lnTo>
                  <a:lnTo>
                    <a:pt x="7982400" y="2830914"/>
                  </a:lnTo>
                  <a:lnTo>
                    <a:pt x="7983214" y="2817753"/>
                  </a:lnTo>
                  <a:lnTo>
                    <a:pt x="7984029" y="2879293"/>
                  </a:lnTo>
                  <a:lnTo>
                    <a:pt x="7984844" y="2848824"/>
                  </a:lnTo>
                  <a:lnTo>
                    <a:pt x="7985659" y="2795747"/>
                  </a:lnTo>
                  <a:lnTo>
                    <a:pt x="7986474" y="2870918"/>
                  </a:lnTo>
                  <a:lnTo>
                    <a:pt x="7987288" y="2960143"/>
                  </a:lnTo>
                  <a:lnTo>
                    <a:pt x="7988103" y="2956507"/>
                  </a:lnTo>
                  <a:lnTo>
                    <a:pt x="7988918" y="2922938"/>
                  </a:lnTo>
                  <a:lnTo>
                    <a:pt x="7989733" y="2926830"/>
                  </a:lnTo>
                  <a:lnTo>
                    <a:pt x="7990547" y="2874387"/>
                  </a:lnTo>
                  <a:lnTo>
                    <a:pt x="7991362" y="2795932"/>
                  </a:lnTo>
                  <a:lnTo>
                    <a:pt x="7992177" y="2706900"/>
                  </a:lnTo>
                  <a:lnTo>
                    <a:pt x="7992992" y="2707495"/>
                  </a:lnTo>
                  <a:lnTo>
                    <a:pt x="7993807" y="2739576"/>
                  </a:lnTo>
                  <a:lnTo>
                    <a:pt x="7994621" y="2831250"/>
                  </a:lnTo>
                  <a:lnTo>
                    <a:pt x="7995436" y="2950912"/>
                  </a:lnTo>
                  <a:lnTo>
                    <a:pt x="7996251" y="3030291"/>
                  </a:lnTo>
                  <a:lnTo>
                    <a:pt x="7997066" y="3057021"/>
                  </a:lnTo>
                  <a:lnTo>
                    <a:pt x="7997880" y="3003367"/>
                  </a:lnTo>
                  <a:lnTo>
                    <a:pt x="7998695" y="2964614"/>
                  </a:lnTo>
                  <a:lnTo>
                    <a:pt x="7999510" y="2936077"/>
                  </a:lnTo>
                  <a:lnTo>
                    <a:pt x="8000325" y="2934135"/>
                  </a:lnTo>
                  <a:lnTo>
                    <a:pt x="8001140" y="2906611"/>
                  </a:lnTo>
                  <a:lnTo>
                    <a:pt x="8001954" y="2933828"/>
                  </a:lnTo>
                  <a:lnTo>
                    <a:pt x="8002769" y="3014552"/>
                  </a:lnTo>
                  <a:lnTo>
                    <a:pt x="8003584" y="3052114"/>
                  </a:lnTo>
                  <a:lnTo>
                    <a:pt x="8004399" y="3024770"/>
                  </a:lnTo>
                  <a:lnTo>
                    <a:pt x="8005213" y="2995024"/>
                  </a:lnTo>
                  <a:lnTo>
                    <a:pt x="8006028" y="3017309"/>
                  </a:lnTo>
                  <a:lnTo>
                    <a:pt x="8006843" y="3018995"/>
                  </a:lnTo>
                  <a:lnTo>
                    <a:pt x="8007658" y="3022585"/>
                  </a:lnTo>
                  <a:lnTo>
                    <a:pt x="8008473" y="3024715"/>
                  </a:lnTo>
                  <a:lnTo>
                    <a:pt x="8009287" y="3032885"/>
                  </a:lnTo>
                  <a:lnTo>
                    <a:pt x="8010102" y="2944814"/>
                  </a:lnTo>
                  <a:lnTo>
                    <a:pt x="8010917" y="2887707"/>
                  </a:lnTo>
                  <a:lnTo>
                    <a:pt x="8011732" y="2845857"/>
                  </a:lnTo>
                  <a:lnTo>
                    <a:pt x="8012547" y="2813711"/>
                  </a:lnTo>
                  <a:lnTo>
                    <a:pt x="8013361" y="2816136"/>
                  </a:lnTo>
                  <a:lnTo>
                    <a:pt x="8014176" y="2821844"/>
                  </a:lnTo>
                  <a:lnTo>
                    <a:pt x="8014991" y="2903770"/>
                  </a:lnTo>
                  <a:lnTo>
                    <a:pt x="8015806" y="2929295"/>
                  </a:lnTo>
                  <a:lnTo>
                    <a:pt x="8016620" y="2988174"/>
                  </a:lnTo>
                  <a:lnTo>
                    <a:pt x="8017435" y="3032737"/>
                  </a:lnTo>
                  <a:lnTo>
                    <a:pt x="8018250" y="2988936"/>
                  </a:lnTo>
                  <a:lnTo>
                    <a:pt x="8019065" y="3002715"/>
                  </a:lnTo>
                  <a:lnTo>
                    <a:pt x="8019880" y="3061300"/>
                  </a:lnTo>
                  <a:lnTo>
                    <a:pt x="8020694" y="3116972"/>
                  </a:lnTo>
                  <a:lnTo>
                    <a:pt x="8021509" y="3116972"/>
                  </a:lnTo>
                  <a:lnTo>
                    <a:pt x="8022324" y="3116972"/>
                  </a:lnTo>
                  <a:lnTo>
                    <a:pt x="8023139" y="3116972"/>
                  </a:lnTo>
                  <a:lnTo>
                    <a:pt x="8023953" y="3116972"/>
                  </a:lnTo>
                  <a:lnTo>
                    <a:pt x="8024768" y="3116972"/>
                  </a:lnTo>
                  <a:lnTo>
                    <a:pt x="8025583" y="3116972"/>
                  </a:lnTo>
                  <a:lnTo>
                    <a:pt x="8026398" y="3116972"/>
                  </a:lnTo>
                  <a:lnTo>
                    <a:pt x="8027213" y="3093618"/>
                  </a:lnTo>
                  <a:lnTo>
                    <a:pt x="8028027" y="3027105"/>
                  </a:lnTo>
                  <a:lnTo>
                    <a:pt x="8028842" y="2937179"/>
                  </a:lnTo>
                  <a:lnTo>
                    <a:pt x="8029657" y="2889782"/>
                  </a:lnTo>
                  <a:lnTo>
                    <a:pt x="8030472" y="2924977"/>
                  </a:lnTo>
                  <a:lnTo>
                    <a:pt x="8031286" y="2930732"/>
                  </a:lnTo>
                  <a:lnTo>
                    <a:pt x="8032101" y="2906524"/>
                  </a:lnTo>
                  <a:lnTo>
                    <a:pt x="8032916" y="2940091"/>
                  </a:lnTo>
                  <a:lnTo>
                    <a:pt x="8033731" y="3053096"/>
                  </a:lnTo>
                  <a:lnTo>
                    <a:pt x="8034546" y="3116972"/>
                  </a:lnTo>
                  <a:lnTo>
                    <a:pt x="8035360" y="3116972"/>
                  </a:lnTo>
                  <a:lnTo>
                    <a:pt x="8036175" y="3116972"/>
                  </a:lnTo>
                  <a:lnTo>
                    <a:pt x="8036990" y="3116972"/>
                  </a:lnTo>
                  <a:lnTo>
                    <a:pt x="8037805" y="3116972"/>
                  </a:lnTo>
                  <a:lnTo>
                    <a:pt x="8038619" y="3087385"/>
                  </a:lnTo>
                  <a:lnTo>
                    <a:pt x="8039434" y="3037510"/>
                  </a:lnTo>
                  <a:lnTo>
                    <a:pt x="8040249" y="3022957"/>
                  </a:lnTo>
                  <a:lnTo>
                    <a:pt x="8041064" y="3023814"/>
                  </a:lnTo>
                  <a:lnTo>
                    <a:pt x="8041879" y="3060669"/>
                  </a:lnTo>
                  <a:lnTo>
                    <a:pt x="8042693" y="3046095"/>
                  </a:lnTo>
                  <a:lnTo>
                    <a:pt x="8043508" y="2974693"/>
                  </a:lnTo>
                  <a:lnTo>
                    <a:pt x="8044323" y="2921630"/>
                  </a:lnTo>
                  <a:lnTo>
                    <a:pt x="8045138" y="2871116"/>
                  </a:lnTo>
                  <a:lnTo>
                    <a:pt x="8045952" y="2871033"/>
                  </a:lnTo>
                  <a:lnTo>
                    <a:pt x="8046767" y="2921465"/>
                  </a:lnTo>
                  <a:lnTo>
                    <a:pt x="8047582" y="2987654"/>
                  </a:lnTo>
                  <a:lnTo>
                    <a:pt x="8048397" y="3116972"/>
                  </a:lnTo>
                  <a:lnTo>
                    <a:pt x="8049212" y="3116972"/>
                  </a:lnTo>
                  <a:lnTo>
                    <a:pt x="8050026" y="3116972"/>
                  </a:lnTo>
                  <a:lnTo>
                    <a:pt x="8050841" y="3109052"/>
                  </a:lnTo>
                  <a:lnTo>
                    <a:pt x="8051656" y="3004932"/>
                  </a:lnTo>
                  <a:lnTo>
                    <a:pt x="8052471" y="2986140"/>
                  </a:lnTo>
                  <a:lnTo>
                    <a:pt x="8053286" y="2930223"/>
                  </a:lnTo>
                  <a:lnTo>
                    <a:pt x="8054100" y="2900758"/>
                  </a:lnTo>
                  <a:lnTo>
                    <a:pt x="8054915" y="2964722"/>
                  </a:lnTo>
                  <a:lnTo>
                    <a:pt x="8055730" y="3073418"/>
                  </a:lnTo>
                  <a:lnTo>
                    <a:pt x="8056545" y="3116524"/>
                  </a:lnTo>
                  <a:lnTo>
                    <a:pt x="8057359" y="3095266"/>
                  </a:lnTo>
                  <a:lnTo>
                    <a:pt x="8058174" y="2946556"/>
                  </a:lnTo>
                  <a:lnTo>
                    <a:pt x="8058989" y="2803870"/>
                  </a:lnTo>
                  <a:lnTo>
                    <a:pt x="8059804" y="2694213"/>
                  </a:lnTo>
                  <a:lnTo>
                    <a:pt x="8060619" y="2642545"/>
                  </a:lnTo>
                  <a:lnTo>
                    <a:pt x="8061433" y="2557448"/>
                  </a:lnTo>
                  <a:lnTo>
                    <a:pt x="8062248" y="2547244"/>
                  </a:lnTo>
                  <a:lnTo>
                    <a:pt x="8063063" y="2667911"/>
                  </a:lnTo>
                  <a:lnTo>
                    <a:pt x="8063878" y="2841761"/>
                  </a:lnTo>
                  <a:lnTo>
                    <a:pt x="8064692" y="2979677"/>
                  </a:lnTo>
                  <a:lnTo>
                    <a:pt x="8065507" y="3062182"/>
                  </a:lnTo>
                  <a:lnTo>
                    <a:pt x="8066322" y="3116972"/>
                  </a:lnTo>
                  <a:lnTo>
                    <a:pt x="8067137" y="3116972"/>
                  </a:lnTo>
                  <a:lnTo>
                    <a:pt x="8067952" y="3116972"/>
                  </a:lnTo>
                  <a:lnTo>
                    <a:pt x="8068766" y="3116972"/>
                  </a:lnTo>
                  <a:lnTo>
                    <a:pt x="8069581" y="3116972"/>
                  </a:lnTo>
                  <a:lnTo>
                    <a:pt x="8070396" y="3116972"/>
                  </a:lnTo>
                  <a:lnTo>
                    <a:pt x="8071211" y="3116972"/>
                  </a:lnTo>
                  <a:lnTo>
                    <a:pt x="8072025" y="3116972"/>
                  </a:lnTo>
                  <a:lnTo>
                    <a:pt x="8072840" y="3116972"/>
                  </a:lnTo>
                  <a:lnTo>
                    <a:pt x="8073655" y="3108485"/>
                  </a:lnTo>
                  <a:lnTo>
                    <a:pt x="8074470" y="3113976"/>
                  </a:lnTo>
                  <a:lnTo>
                    <a:pt x="8075285" y="3116972"/>
                  </a:lnTo>
                  <a:lnTo>
                    <a:pt x="8076099" y="3116972"/>
                  </a:lnTo>
                  <a:lnTo>
                    <a:pt x="8076914" y="3116972"/>
                  </a:lnTo>
                  <a:lnTo>
                    <a:pt x="8077729" y="3116972"/>
                  </a:lnTo>
                  <a:lnTo>
                    <a:pt x="8078544" y="3070724"/>
                  </a:lnTo>
                  <a:lnTo>
                    <a:pt x="8079358" y="2992917"/>
                  </a:lnTo>
                  <a:lnTo>
                    <a:pt x="8080173" y="2929926"/>
                  </a:lnTo>
                  <a:lnTo>
                    <a:pt x="8080988" y="2838163"/>
                  </a:lnTo>
                  <a:lnTo>
                    <a:pt x="8081803" y="2813070"/>
                  </a:lnTo>
                  <a:lnTo>
                    <a:pt x="8082618" y="2960565"/>
                  </a:lnTo>
                  <a:lnTo>
                    <a:pt x="8083432" y="3087479"/>
                  </a:lnTo>
                  <a:lnTo>
                    <a:pt x="8084247" y="3116972"/>
                  </a:lnTo>
                  <a:lnTo>
                    <a:pt x="8085062" y="3116972"/>
                  </a:lnTo>
                  <a:lnTo>
                    <a:pt x="8085877" y="3116972"/>
                  </a:lnTo>
                  <a:lnTo>
                    <a:pt x="8086692" y="3116972"/>
                  </a:lnTo>
                  <a:lnTo>
                    <a:pt x="8087506" y="3116972"/>
                  </a:lnTo>
                  <a:lnTo>
                    <a:pt x="8088321" y="3116972"/>
                  </a:lnTo>
                  <a:lnTo>
                    <a:pt x="8089136" y="3116972"/>
                  </a:lnTo>
                  <a:lnTo>
                    <a:pt x="8089951" y="3106348"/>
                  </a:lnTo>
                  <a:lnTo>
                    <a:pt x="8090765" y="3105759"/>
                  </a:lnTo>
                  <a:lnTo>
                    <a:pt x="8091580" y="3116524"/>
                  </a:lnTo>
                  <a:lnTo>
                    <a:pt x="8092395" y="3116972"/>
                  </a:lnTo>
                  <a:lnTo>
                    <a:pt x="8093210" y="3116972"/>
                  </a:lnTo>
                  <a:lnTo>
                    <a:pt x="8094025" y="3116972"/>
                  </a:lnTo>
                  <a:lnTo>
                    <a:pt x="8094839" y="3104609"/>
                  </a:lnTo>
                  <a:lnTo>
                    <a:pt x="8095654" y="3107221"/>
                  </a:lnTo>
                  <a:lnTo>
                    <a:pt x="8096469" y="3113672"/>
                  </a:lnTo>
                  <a:lnTo>
                    <a:pt x="8097284" y="3116972"/>
                  </a:lnTo>
                  <a:lnTo>
                    <a:pt x="8098098" y="3116972"/>
                  </a:lnTo>
                  <a:lnTo>
                    <a:pt x="8098913" y="3116972"/>
                  </a:lnTo>
                  <a:lnTo>
                    <a:pt x="8099728" y="3116972"/>
                  </a:lnTo>
                  <a:lnTo>
                    <a:pt x="8100543" y="3116972"/>
                  </a:lnTo>
                  <a:lnTo>
                    <a:pt x="8101358" y="3116972"/>
                  </a:lnTo>
                  <a:lnTo>
                    <a:pt x="8102172" y="3076787"/>
                  </a:lnTo>
                  <a:lnTo>
                    <a:pt x="8102987" y="3039590"/>
                  </a:lnTo>
                  <a:lnTo>
                    <a:pt x="8103802" y="3052268"/>
                  </a:lnTo>
                  <a:lnTo>
                    <a:pt x="8104617" y="3083032"/>
                  </a:lnTo>
                  <a:lnTo>
                    <a:pt x="8105431" y="3116972"/>
                  </a:lnTo>
                  <a:lnTo>
                    <a:pt x="8106246" y="3116972"/>
                  </a:lnTo>
                  <a:lnTo>
                    <a:pt x="8107061" y="3116972"/>
                  </a:lnTo>
                  <a:lnTo>
                    <a:pt x="8107876" y="3116972"/>
                  </a:lnTo>
                  <a:lnTo>
                    <a:pt x="8108691" y="3116972"/>
                  </a:lnTo>
                  <a:lnTo>
                    <a:pt x="8109505" y="3116972"/>
                  </a:lnTo>
                  <a:lnTo>
                    <a:pt x="8110320" y="2968474"/>
                  </a:lnTo>
                  <a:lnTo>
                    <a:pt x="8111135" y="2925765"/>
                  </a:lnTo>
                  <a:lnTo>
                    <a:pt x="8111950" y="2886495"/>
                  </a:lnTo>
                  <a:lnTo>
                    <a:pt x="8112764" y="2765899"/>
                  </a:lnTo>
                  <a:lnTo>
                    <a:pt x="8113579" y="2705434"/>
                  </a:lnTo>
                  <a:lnTo>
                    <a:pt x="8114394" y="2769415"/>
                  </a:lnTo>
                  <a:lnTo>
                    <a:pt x="8115209" y="2862767"/>
                  </a:lnTo>
                  <a:lnTo>
                    <a:pt x="8116024" y="2882162"/>
                  </a:lnTo>
                  <a:lnTo>
                    <a:pt x="8116838" y="2919796"/>
                  </a:lnTo>
                  <a:lnTo>
                    <a:pt x="8117653" y="3046352"/>
                  </a:lnTo>
                  <a:lnTo>
                    <a:pt x="8118468" y="3116972"/>
                  </a:lnTo>
                  <a:lnTo>
                    <a:pt x="8119283" y="3116972"/>
                  </a:lnTo>
                  <a:lnTo>
                    <a:pt x="8120097" y="3116972"/>
                  </a:lnTo>
                  <a:lnTo>
                    <a:pt x="8120912" y="3116972"/>
                  </a:lnTo>
                  <a:lnTo>
                    <a:pt x="8121727" y="3116972"/>
                  </a:lnTo>
                  <a:lnTo>
                    <a:pt x="8122542" y="3116972"/>
                  </a:lnTo>
                  <a:lnTo>
                    <a:pt x="8123357" y="3067531"/>
                  </a:lnTo>
                  <a:lnTo>
                    <a:pt x="8124171" y="2998163"/>
                  </a:lnTo>
                  <a:lnTo>
                    <a:pt x="8124986" y="2881666"/>
                  </a:lnTo>
                  <a:lnTo>
                    <a:pt x="8125801" y="2839969"/>
                  </a:lnTo>
                  <a:lnTo>
                    <a:pt x="8126616" y="2874885"/>
                  </a:lnTo>
                  <a:lnTo>
                    <a:pt x="8127431" y="2956392"/>
                  </a:lnTo>
                  <a:lnTo>
                    <a:pt x="8128245" y="3015888"/>
                  </a:lnTo>
                  <a:lnTo>
                    <a:pt x="8129060" y="3113599"/>
                  </a:lnTo>
                  <a:lnTo>
                    <a:pt x="8129875" y="3116972"/>
                  </a:lnTo>
                  <a:lnTo>
                    <a:pt x="8130690" y="3116972"/>
                  </a:lnTo>
                  <a:lnTo>
                    <a:pt x="8131504" y="3116972"/>
                  </a:lnTo>
                  <a:lnTo>
                    <a:pt x="8132319" y="3116972"/>
                  </a:lnTo>
                  <a:lnTo>
                    <a:pt x="8133134" y="3072476"/>
                  </a:lnTo>
                  <a:lnTo>
                    <a:pt x="8133949" y="3067120"/>
                  </a:lnTo>
                  <a:lnTo>
                    <a:pt x="8134764" y="3041741"/>
                  </a:lnTo>
                  <a:lnTo>
                    <a:pt x="8135578" y="2966010"/>
                  </a:lnTo>
                  <a:lnTo>
                    <a:pt x="8136393" y="2979369"/>
                  </a:lnTo>
                  <a:lnTo>
                    <a:pt x="8137208" y="3072729"/>
                  </a:lnTo>
                  <a:lnTo>
                    <a:pt x="8138023" y="3098339"/>
                  </a:lnTo>
                  <a:lnTo>
                    <a:pt x="8138837" y="3044624"/>
                  </a:lnTo>
                  <a:lnTo>
                    <a:pt x="8139652" y="2994951"/>
                  </a:lnTo>
                  <a:lnTo>
                    <a:pt x="8140467" y="2964621"/>
                  </a:lnTo>
                  <a:lnTo>
                    <a:pt x="8141282" y="2857429"/>
                  </a:lnTo>
                  <a:lnTo>
                    <a:pt x="8142097" y="2792748"/>
                  </a:lnTo>
                  <a:lnTo>
                    <a:pt x="8142911" y="2810031"/>
                  </a:lnTo>
                  <a:lnTo>
                    <a:pt x="8143726" y="2878117"/>
                  </a:lnTo>
                  <a:lnTo>
                    <a:pt x="8144541" y="2932517"/>
                  </a:lnTo>
                  <a:lnTo>
                    <a:pt x="8145356" y="3013286"/>
                  </a:lnTo>
                  <a:lnTo>
                    <a:pt x="8146170" y="3116972"/>
                  </a:lnTo>
                  <a:lnTo>
                    <a:pt x="8146985" y="3116972"/>
                  </a:lnTo>
                  <a:lnTo>
                    <a:pt x="8147800" y="3062969"/>
                  </a:lnTo>
                  <a:lnTo>
                    <a:pt x="8148615" y="2995284"/>
                  </a:lnTo>
                  <a:lnTo>
                    <a:pt x="8149430" y="2901780"/>
                  </a:lnTo>
                  <a:lnTo>
                    <a:pt x="8150244" y="2762636"/>
                  </a:lnTo>
                  <a:lnTo>
                    <a:pt x="8151059" y="2663798"/>
                  </a:lnTo>
                  <a:lnTo>
                    <a:pt x="8151874" y="2670580"/>
                  </a:lnTo>
                  <a:lnTo>
                    <a:pt x="8152689" y="2758642"/>
                  </a:lnTo>
                  <a:lnTo>
                    <a:pt x="8153503" y="2788968"/>
                  </a:lnTo>
                  <a:lnTo>
                    <a:pt x="8154318" y="2839433"/>
                  </a:lnTo>
                  <a:lnTo>
                    <a:pt x="8155133" y="2998105"/>
                  </a:lnTo>
                  <a:lnTo>
                    <a:pt x="8155948" y="3116972"/>
                  </a:lnTo>
                  <a:lnTo>
                    <a:pt x="8156763" y="3116972"/>
                  </a:lnTo>
                  <a:lnTo>
                    <a:pt x="8157577" y="3116972"/>
                  </a:lnTo>
                  <a:lnTo>
                    <a:pt x="8158392" y="3116972"/>
                  </a:lnTo>
                  <a:lnTo>
                    <a:pt x="8159207" y="3116972"/>
                  </a:lnTo>
                  <a:lnTo>
                    <a:pt x="8160022" y="3116972"/>
                  </a:lnTo>
                  <a:lnTo>
                    <a:pt x="8160836" y="3116972"/>
                  </a:lnTo>
                  <a:lnTo>
                    <a:pt x="8161651" y="3116972"/>
                  </a:lnTo>
                  <a:lnTo>
                    <a:pt x="8162466" y="3021700"/>
                  </a:lnTo>
                  <a:lnTo>
                    <a:pt x="8163281" y="2981504"/>
                  </a:lnTo>
                  <a:lnTo>
                    <a:pt x="8164096" y="2996290"/>
                  </a:lnTo>
                  <a:lnTo>
                    <a:pt x="8164910" y="2986567"/>
                  </a:lnTo>
                  <a:lnTo>
                    <a:pt x="8165725" y="2924969"/>
                  </a:lnTo>
                  <a:lnTo>
                    <a:pt x="8166540" y="2968452"/>
                  </a:lnTo>
                  <a:lnTo>
                    <a:pt x="8167355" y="3090665"/>
                  </a:lnTo>
                  <a:lnTo>
                    <a:pt x="8168170" y="3101576"/>
                  </a:lnTo>
                  <a:lnTo>
                    <a:pt x="8168984" y="3013036"/>
                  </a:lnTo>
                  <a:lnTo>
                    <a:pt x="8169799" y="2941176"/>
                  </a:lnTo>
                  <a:lnTo>
                    <a:pt x="8170614" y="2951401"/>
                  </a:lnTo>
                  <a:lnTo>
                    <a:pt x="8171429" y="2979123"/>
                  </a:lnTo>
                  <a:lnTo>
                    <a:pt x="8172243" y="2980806"/>
                  </a:lnTo>
                  <a:lnTo>
                    <a:pt x="8173058" y="2945825"/>
                  </a:lnTo>
                  <a:lnTo>
                    <a:pt x="8173873" y="2948994"/>
                  </a:lnTo>
                  <a:lnTo>
                    <a:pt x="8174688" y="2977605"/>
                  </a:lnTo>
                  <a:lnTo>
                    <a:pt x="8175503" y="2942696"/>
                  </a:lnTo>
                  <a:lnTo>
                    <a:pt x="8176317" y="2916015"/>
                  </a:lnTo>
                  <a:lnTo>
                    <a:pt x="8177132" y="2963861"/>
                  </a:lnTo>
                  <a:lnTo>
                    <a:pt x="8177947" y="2984455"/>
                  </a:lnTo>
                  <a:lnTo>
                    <a:pt x="8178762" y="2939847"/>
                  </a:lnTo>
                  <a:lnTo>
                    <a:pt x="8179576" y="2887837"/>
                  </a:lnTo>
                  <a:lnTo>
                    <a:pt x="8180391" y="2937418"/>
                  </a:lnTo>
                  <a:lnTo>
                    <a:pt x="8181206" y="2965146"/>
                  </a:lnTo>
                  <a:lnTo>
                    <a:pt x="8182021" y="2932749"/>
                  </a:lnTo>
                  <a:lnTo>
                    <a:pt x="8182836" y="2936094"/>
                  </a:lnTo>
                  <a:lnTo>
                    <a:pt x="8183650" y="2983438"/>
                  </a:lnTo>
                  <a:lnTo>
                    <a:pt x="8184465" y="3053160"/>
                  </a:lnTo>
                  <a:lnTo>
                    <a:pt x="8185280" y="3116972"/>
                  </a:lnTo>
                  <a:lnTo>
                    <a:pt x="8186095" y="3116972"/>
                  </a:lnTo>
                  <a:lnTo>
                    <a:pt x="8186909" y="3115209"/>
                  </a:lnTo>
                  <a:lnTo>
                    <a:pt x="8187724" y="3116972"/>
                  </a:lnTo>
                  <a:lnTo>
                    <a:pt x="8188539" y="3116972"/>
                  </a:lnTo>
                  <a:lnTo>
                    <a:pt x="8189354" y="3116972"/>
                  </a:lnTo>
                  <a:lnTo>
                    <a:pt x="8190169" y="3116972"/>
                  </a:lnTo>
                  <a:lnTo>
                    <a:pt x="8190983" y="3116972"/>
                  </a:lnTo>
                  <a:lnTo>
                    <a:pt x="8191798" y="3116972"/>
                  </a:lnTo>
                  <a:lnTo>
                    <a:pt x="8192613" y="3065415"/>
                  </a:lnTo>
                  <a:lnTo>
                    <a:pt x="8193428" y="2900646"/>
                  </a:lnTo>
                  <a:lnTo>
                    <a:pt x="8194242" y="2843826"/>
                  </a:lnTo>
                  <a:lnTo>
                    <a:pt x="8195057" y="2829452"/>
                  </a:lnTo>
                  <a:lnTo>
                    <a:pt x="8195872" y="2915397"/>
                  </a:lnTo>
                  <a:lnTo>
                    <a:pt x="8196687" y="3062688"/>
                  </a:lnTo>
                  <a:lnTo>
                    <a:pt x="8197502" y="3087544"/>
                  </a:lnTo>
                  <a:lnTo>
                    <a:pt x="8198316" y="3082683"/>
                  </a:lnTo>
                  <a:lnTo>
                    <a:pt x="8199131" y="3047395"/>
                  </a:lnTo>
                  <a:lnTo>
                    <a:pt x="8199946" y="3026153"/>
                  </a:lnTo>
                  <a:lnTo>
                    <a:pt x="8200761" y="3031096"/>
                  </a:lnTo>
                  <a:lnTo>
                    <a:pt x="8201575" y="3010376"/>
                  </a:lnTo>
                  <a:lnTo>
                    <a:pt x="8202390" y="2955424"/>
                  </a:lnTo>
                  <a:lnTo>
                    <a:pt x="8203205" y="2955823"/>
                  </a:lnTo>
                  <a:lnTo>
                    <a:pt x="8204020" y="3008960"/>
                  </a:lnTo>
                  <a:lnTo>
                    <a:pt x="8204835" y="3038411"/>
                  </a:lnTo>
                  <a:lnTo>
                    <a:pt x="8205649" y="3020801"/>
                  </a:lnTo>
                  <a:lnTo>
                    <a:pt x="8206464" y="3002543"/>
                  </a:lnTo>
                  <a:lnTo>
                    <a:pt x="8207279" y="2947093"/>
                  </a:lnTo>
                  <a:lnTo>
                    <a:pt x="8208094" y="2876014"/>
                  </a:lnTo>
                  <a:lnTo>
                    <a:pt x="8208909" y="2822626"/>
                  </a:lnTo>
                  <a:lnTo>
                    <a:pt x="8209723" y="2758718"/>
                  </a:lnTo>
                  <a:lnTo>
                    <a:pt x="8210538" y="2711830"/>
                  </a:lnTo>
                  <a:lnTo>
                    <a:pt x="8211353" y="2738658"/>
                  </a:lnTo>
                  <a:lnTo>
                    <a:pt x="8212168" y="2857884"/>
                  </a:lnTo>
                  <a:lnTo>
                    <a:pt x="8212982" y="2906938"/>
                  </a:lnTo>
                  <a:lnTo>
                    <a:pt x="8213797" y="2955093"/>
                  </a:lnTo>
                  <a:lnTo>
                    <a:pt x="8214612" y="3005371"/>
                  </a:lnTo>
                  <a:lnTo>
                    <a:pt x="8215427" y="3000958"/>
                  </a:lnTo>
                  <a:lnTo>
                    <a:pt x="8216242" y="2948201"/>
                  </a:lnTo>
                  <a:lnTo>
                    <a:pt x="8217056" y="2926709"/>
                  </a:lnTo>
                  <a:lnTo>
                    <a:pt x="8217871" y="2959063"/>
                  </a:lnTo>
                  <a:lnTo>
                    <a:pt x="8218686" y="2991431"/>
                  </a:lnTo>
                  <a:lnTo>
                    <a:pt x="8219501" y="3039370"/>
                  </a:lnTo>
                  <a:lnTo>
                    <a:pt x="8220315" y="3076873"/>
                  </a:lnTo>
                  <a:lnTo>
                    <a:pt x="8221130" y="3058923"/>
                  </a:lnTo>
                  <a:lnTo>
                    <a:pt x="8221945" y="3087453"/>
                  </a:lnTo>
                  <a:lnTo>
                    <a:pt x="8222760" y="3116972"/>
                  </a:lnTo>
                  <a:lnTo>
                    <a:pt x="8223575" y="3103695"/>
                  </a:lnTo>
                  <a:lnTo>
                    <a:pt x="8224389" y="3041501"/>
                  </a:lnTo>
                  <a:lnTo>
                    <a:pt x="8225204" y="3055301"/>
                  </a:lnTo>
                  <a:lnTo>
                    <a:pt x="8226019" y="3102262"/>
                  </a:lnTo>
                  <a:lnTo>
                    <a:pt x="8226834" y="3073734"/>
                  </a:lnTo>
                  <a:lnTo>
                    <a:pt x="8227648" y="3040395"/>
                  </a:lnTo>
                  <a:lnTo>
                    <a:pt x="8228463" y="3030360"/>
                  </a:lnTo>
                  <a:lnTo>
                    <a:pt x="8229278" y="3058242"/>
                  </a:lnTo>
                  <a:lnTo>
                    <a:pt x="8230093" y="3058242"/>
                  </a:lnTo>
                  <a:lnTo>
                    <a:pt x="8230908" y="3092958"/>
                  </a:lnTo>
                  <a:lnTo>
                    <a:pt x="8231722" y="3116714"/>
                  </a:lnTo>
                  <a:lnTo>
                    <a:pt x="8232537" y="3095826"/>
                  </a:lnTo>
                  <a:lnTo>
                    <a:pt x="8233352" y="3059208"/>
                  </a:lnTo>
                  <a:lnTo>
                    <a:pt x="8234167" y="3057883"/>
                  </a:lnTo>
                  <a:lnTo>
                    <a:pt x="8234981" y="3053218"/>
                  </a:lnTo>
                  <a:lnTo>
                    <a:pt x="8235796" y="3030771"/>
                  </a:lnTo>
                  <a:lnTo>
                    <a:pt x="8236611" y="2969482"/>
                  </a:lnTo>
                  <a:lnTo>
                    <a:pt x="8237426" y="2948023"/>
                  </a:lnTo>
                  <a:lnTo>
                    <a:pt x="8238241" y="2950251"/>
                  </a:lnTo>
                  <a:lnTo>
                    <a:pt x="8239055" y="2918657"/>
                  </a:lnTo>
                  <a:lnTo>
                    <a:pt x="8239870" y="2913535"/>
                  </a:lnTo>
                  <a:lnTo>
                    <a:pt x="8240685" y="2901267"/>
                  </a:lnTo>
                  <a:lnTo>
                    <a:pt x="8241500" y="2938799"/>
                  </a:lnTo>
                  <a:lnTo>
                    <a:pt x="8242314" y="2981145"/>
                  </a:lnTo>
                  <a:lnTo>
                    <a:pt x="8243129" y="3012124"/>
                  </a:lnTo>
                  <a:lnTo>
                    <a:pt x="8243944" y="2996281"/>
                  </a:lnTo>
                  <a:lnTo>
                    <a:pt x="8244759" y="3003193"/>
                  </a:lnTo>
                  <a:lnTo>
                    <a:pt x="8245574" y="3020681"/>
                  </a:lnTo>
                  <a:lnTo>
                    <a:pt x="8246388" y="2973150"/>
                  </a:lnTo>
                  <a:lnTo>
                    <a:pt x="8247203" y="2948569"/>
                  </a:lnTo>
                  <a:lnTo>
                    <a:pt x="8248018" y="2921657"/>
                  </a:lnTo>
                  <a:lnTo>
                    <a:pt x="8248833" y="3006211"/>
                  </a:lnTo>
                  <a:lnTo>
                    <a:pt x="8249648" y="2981160"/>
                  </a:lnTo>
                  <a:lnTo>
                    <a:pt x="8250462" y="2929714"/>
                  </a:lnTo>
                  <a:lnTo>
                    <a:pt x="8251277" y="2961794"/>
                  </a:lnTo>
                  <a:lnTo>
                    <a:pt x="8252092" y="3001329"/>
                  </a:lnTo>
                  <a:lnTo>
                    <a:pt x="8252907" y="3054611"/>
                  </a:lnTo>
                  <a:lnTo>
                    <a:pt x="8253721" y="3018819"/>
                  </a:lnTo>
                  <a:lnTo>
                    <a:pt x="8254536" y="3040343"/>
                  </a:lnTo>
                  <a:lnTo>
                    <a:pt x="8255351" y="2982771"/>
                  </a:lnTo>
                  <a:lnTo>
                    <a:pt x="8256166" y="2941514"/>
                  </a:lnTo>
                  <a:lnTo>
                    <a:pt x="8256981" y="2962455"/>
                  </a:lnTo>
                  <a:lnTo>
                    <a:pt x="8257795" y="2944032"/>
                  </a:lnTo>
                  <a:lnTo>
                    <a:pt x="8258610" y="2886988"/>
                  </a:lnTo>
                  <a:lnTo>
                    <a:pt x="8259425" y="2863717"/>
                  </a:lnTo>
                  <a:lnTo>
                    <a:pt x="8260240" y="2941931"/>
                  </a:lnTo>
                  <a:lnTo>
                    <a:pt x="8261054" y="2949679"/>
                  </a:lnTo>
                  <a:lnTo>
                    <a:pt x="8261869" y="2864963"/>
                  </a:lnTo>
                  <a:lnTo>
                    <a:pt x="8262684" y="2860424"/>
                  </a:lnTo>
                  <a:lnTo>
                    <a:pt x="8263499" y="2933249"/>
                  </a:lnTo>
                  <a:lnTo>
                    <a:pt x="8264314" y="2964398"/>
                  </a:lnTo>
                  <a:lnTo>
                    <a:pt x="8265128" y="2966167"/>
                  </a:lnTo>
                  <a:lnTo>
                    <a:pt x="8265943" y="3032596"/>
                  </a:lnTo>
                  <a:lnTo>
                    <a:pt x="8266758" y="3081419"/>
                  </a:lnTo>
                  <a:lnTo>
                    <a:pt x="8267573" y="3108655"/>
                  </a:lnTo>
                  <a:lnTo>
                    <a:pt x="8268387" y="3116972"/>
                  </a:lnTo>
                  <a:lnTo>
                    <a:pt x="8269202" y="3116972"/>
                  </a:lnTo>
                  <a:lnTo>
                    <a:pt x="8270017" y="3116972"/>
                  </a:lnTo>
                  <a:lnTo>
                    <a:pt x="8270832" y="3116972"/>
                  </a:lnTo>
                  <a:lnTo>
                    <a:pt x="8271647" y="3116972"/>
                  </a:lnTo>
                  <a:lnTo>
                    <a:pt x="8272461" y="3092076"/>
                  </a:lnTo>
                  <a:lnTo>
                    <a:pt x="8273276" y="3108126"/>
                  </a:lnTo>
                  <a:lnTo>
                    <a:pt x="8274091" y="3116972"/>
                  </a:lnTo>
                  <a:lnTo>
                    <a:pt x="8274906" y="3116972"/>
                  </a:lnTo>
                  <a:lnTo>
                    <a:pt x="8275720" y="3116972"/>
                  </a:lnTo>
                  <a:lnTo>
                    <a:pt x="8276535" y="3116972"/>
                  </a:lnTo>
                  <a:lnTo>
                    <a:pt x="8277350" y="3116972"/>
                  </a:lnTo>
                  <a:lnTo>
                    <a:pt x="8278165" y="3069833"/>
                  </a:lnTo>
                  <a:lnTo>
                    <a:pt x="8278980" y="3044277"/>
                  </a:lnTo>
                  <a:lnTo>
                    <a:pt x="8279794" y="3058242"/>
                  </a:lnTo>
                  <a:lnTo>
                    <a:pt x="8280609" y="3083178"/>
                  </a:lnTo>
                  <a:lnTo>
                    <a:pt x="8281424" y="3116972"/>
                  </a:lnTo>
                  <a:lnTo>
                    <a:pt x="8282239" y="3116972"/>
                  </a:lnTo>
                  <a:lnTo>
                    <a:pt x="8283053" y="3116972"/>
                  </a:lnTo>
                  <a:lnTo>
                    <a:pt x="8283868" y="3116972"/>
                  </a:lnTo>
                  <a:lnTo>
                    <a:pt x="8284683" y="3116972"/>
                  </a:lnTo>
                  <a:lnTo>
                    <a:pt x="8285498" y="3116972"/>
                  </a:lnTo>
                  <a:lnTo>
                    <a:pt x="8286313" y="3116972"/>
                  </a:lnTo>
                  <a:lnTo>
                    <a:pt x="8287127" y="3116972"/>
                  </a:lnTo>
                  <a:lnTo>
                    <a:pt x="8287942" y="3067685"/>
                  </a:lnTo>
                  <a:lnTo>
                    <a:pt x="8288757" y="2995828"/>
                  </a:lnTo>
                  <a:lnTo>
                    <a:pt x="8289572" y="2966066"/>
                  </a:lnTo>
                  <a:lnTo>
                    <a:pt x="8290387" y="3045519"/>
                  </a:lnTo>
                  <a:lnTo>
                    <a:pt x="8291201" y="3116972"/>
                  </a:lnTo>
                  <a:lnTo>
                    <a:pt x="8292016" y="3116972"/>
                  </a:lnTo>
                  <a:lnTo>
                    <a:pt x="8292831" y="3108377"/>
                  </a:lnTo>
                  <a:lnTo>
                    <a:pt x="8293646" y="3116972"/>
                  </a:lnTo>
                  <a:lnTo>
                    <a:pt x="8294460" y="3116972"/>
                  </a:lnTo>
                  <a:lnTo>
                    <a:pt x="8295275" y="3090747"/>
                  </a:lnTo>
                  <a:lnTo>
                    <a:pt x="8296090" y="3068203"/>
                  </a:lnTo>
                  <a:lnTo>
                    <a:pt x="8296905" y="3116972"/>
                  </a:lnTo>
                  <a:lnTo>
                    <a:pt x="8297720" y="3100252"/>
                  </a:lnTo>
                  <a:lnTo>
                    <a:pt x="8298534" y="2977280"/>
                  </a:lnTo>
                  <a:lnTo>
                    <a:pt x="8299349" y="2943095"/>
                  </a:lnTo>
                  <a:lnTo>
                    <a:pt x="8300164" y="2913012"/>
                  </a:lnTo>
                  <a:lnTo>
                    <a:pt x="8300979" y="2839516"/>
                  </a:lnTo>
                  <a:lnTo>
                    <a:pt x="8301793" y="2780349"/>
                  </a:lnTo>
                  <a:lnTo>
                    <a:pt x="8302608" y="2864716"/>
                  </a:lnTo>
                  <a:lnTo>
                    <a:pt x="8303423" y="2955375"/>
                  </a:lnTo>
                  <a:lnTo>
                    <a:pt x="8304238" y="2965075"/>
                  </a:lnTo>
                  <a:lnTo>
                    <a:pt x="8305053" y="2989668"/>
                  </a:lnTo>
                  <a:lnTo>
                    <a:pt x="8305867" y="3030092"/>
                  </a:lnTo>
                  <a:lnTo>
                    <a:pt x="8306682" y="3104717"/>
                  </a:lnTo>
                  <a:lnTo>
                    <a:pt x="8307497" y="3091627"/>
                  </a:lnTo>
                  <a:lnTo>
                    <a:pt x="8308312" y="3092521"/>
                  </a:lnTo>
                  <a:lnTo>
                    <a:pt x="8309126" y="3116972"/>
                  </a:lnTo>
                  <a:lnTo>
                    <a:pt x="8309941" y="3116972"/>
                  </a:lnTo>
                  <a:lnTo>
                    <a:pt x="8310756" y="3116972"/>
                  </a:lnTo>
                  <a:lnTo>
                    <a:pt x="8311571" y="3078804"/>
                  </a:lnTo>
                  <a:lnTo>
                    <a:pt x="8312386" y="3043057"/>
                  </a:lnTo>
                  <a:lnTo>
                    <a:pt x="8313200" y="2992322"/>
                  </a:lnTo>
                  <a:lnTo>
                    <a:pt x="8314015" y="2958188"/>
                  </a:lnTo>
                  <a:lnTo>
                    <a:pt x="8314830" y="2897135"/>
                  </a:lnTo>
                  <a:lnTo>
                    <a:pt x="8315645" y="2938891"/>
                  </a:lnTo>
                  <a:lnTo>
                    <a:pt x="8316459" y="3019778"/>
                  </a:lnTo>
                  <a:lnTo>
                    <a:pt x="8317274" y="3062412"/>
                  </a:lnTo>
                  <a:lnTo>
                    <a:pt x="8318089" y="3116972"/>
                  </a:lnTo>
                  <a:lnTo>
                    <a:pt x="8318904" y="3116972"/>
                  </a:lnTo>
                  <a:lnTo>
                    <a:pt x="8319719" y="3116972"/>
                  </a:lnTo>
                  <a:lnTo>
                    <a:pt x="8320533" y="3116972"/>
                  </a:lnTo>
                  <a:lnTo>
                    <a:pt x="8321348" y="3116972"/>
                  </a:lnTo>
                  <a:lnTo>
                    <a:pt x="8322163" y="3116972"/>
                  </a:lnTo>
                  <a:lnTo>
                    <a:pt x="8322978" y="3102948"/>
                  </a:lnTo>
                  <a:lnTo>
                    <a:pt x="8323792" y="3067054"/>
                  </a:lnTo>
                  <a:lnTo>
                    <a:pt x="8324607" y="3057895"/>
                  </a:lnTo>
                  <a:lnTo>
                    <a:pt x="8325422" y="3004617"/>
                  </a:lnTo>
                  <a:lnTo>
                    <a:pt x="8326237" y="2990804"/>
                  </a:lnTo>
                  <a:lnTo>
                    <a:pt x="8327052" y="3051984"/>
                  </a:lnTo>
                  <a:lnTo>
                    <a:pt x="8327866" y="3116972"/>
                  </a:lnTo>
                  <a:lnTo>
                    <a:pt x="8328681" y="3116972"/>
                  </a:lnTo>
                  <a:lnTo>
                    <a:pt x="8329496" y="3097808"/>
                  </a:lnTo>
                  <a:lnTo>
                    <a:pt x="8330311" y="3116972"/>
                  </a:lnTo>
                  <a:lnTo>
                    <a:pt x="8331126" y="3116972"/>
                  </a:lnTo>
                  <a:lnTo>
                    <a:pt x="8331940" y="3116972"/>
                  </a:lnTo>
                  <a:lnTo>
                    <a:pt x="8332755" y="3110728"/>
                  </a:lnTo>
                  <a:lnTo>
                    <a:pt x="8333570" y="3104377"/>
                  </a:lnTo>
                  <a:lnTo>
                    <a:pt x="8334385" y="3116972"/>
                  </a:lnTo>
                  <a:lnTo>
                    <a:pt x="8335199" y="3116972"/>
                  </a:lnTo>
                  <a:lnTo>
                    <a:pt x="8336014" y="3116972"/>
                  </a:lnTo>
                  <a:lnTo>
                    <a:pt x="8336829" y="3116972"/>
                  </a:lnTo>
                  <a:lnTo>
                    <a:pt x="8337644" y="3116972"/>
                  </a:lnTo>
                  <a:lnTo>
                    <a:pt x="8338459" y="3116972"/>
                  </a:lnTo>
                  <a:lnTo>
                    <a:pt x="8339273" y="3116972"/>
                  </a:lnTo>
                  <a:lnTo>
                    <a:pt x="8340088" y="3116972"/>
                  </a:lnTo>
                  <a:lnTo>
                    <a:pt x="8340903" y="3104502"/>
                  </a:lnTo>
                  <a:lnTo>
                    <a:pt x="8341718" y="3050109"/>
                  </a:lnTo>
                  <a:lnTo>
                    <a:pt x="8342532" y="3033666"/>
                  </a:lnTo>
                  <a:lnTo>
                    <a:pt x="8343347" y="2958546"/>
                  </a:lnTo>
                  <a:lnTo>
                    <a:pt x="8344162" y="2888267"/>
                  </a:lnTo>
                  <a:lnTo>
                    <a:pt x="8344977" y="2970502"/>
                  </a:lnTo>
                  <a:lnTo>
                    <a:pt x="8345792" y="3059037"/>
                  </a:lnTo>
                  <a:lnTo>
                    <a:pt x="8346606" y="3104073"/>
                  </a:lnTo>
                  <a:lnTo>
                    <a:pt x="8347421" y="3035075"/>
                  </a:lnTo>
                  <a:lnTo>
                    <a:pt x="8348236" y="3057901"/>
                  </a:lnTo>
                  <a:lnTo>
                    <a:pt x="8349051" y="3116972"/>
                  </a:lnTo>
                  <a:lnTo>
                    <a:pt x="8349865" y="3116972"/>
                  </a:lnTo>
                  <a:lnTo>
                    <a:pt x="8350680" y="3116972"/>
                  </a:lnTo>
                  <a:lnTo>
                    <a:pt x="8351495" y="3116972"/>
                  </a:lnTo>
                  <a:lnTo>
                    <a:pt x="8352310" y="3116972"/>
                  </a:lnTo>
                  <a:lnTo>
                    <a:pt x="8353125" y="3116972"/>
                  </a:lnTo>
                  <a:lnTo>
                    <a:pt x="8353939" y="3116972"/>
                  </a:lnTo>
                  <a:lnTo>
                    <a:pt x="8354754" y="3093611"/>
                  </a:lnTo>
                  <a:lnTo>
                    <a:pt x="8355569" y="3035017"/>
                  </a:lnTo>
                  <a:lnTo>
                    <a:pt x="8356384" y="2968935"/>
                  </a:lnTo>
                  <a:lnTo>
                    <a:pt x="8357198" y="2898949"/>
                  </a:lnTo>
                  <a:lnTo>
                    <a:pt x="8358013" y="2883660"/>
                  </a:lnTo>
                  <a:lnTo>
                    <a:pt x="8358828" y="2860518"/>
                  </a:lnTo>
                  <a:lnTo>
                    <a:pt x="8359643" y="2891070"/>
                  </a:lnTo>
                  <a:lnTo>
                    <a:pt x="8360458" y="2947703"/>
                  </a:lnTo>
                  <a:lnTo>
                    <a:pt x="8361272" y="3063756"/>
                  </a:lnTo>
                  <a:lnTo>
                    <a:pt x="8362087" y="3116972"/>
                  </a:lnTo>
                  <a:lnTo>
                    <a:pt x="8362902" y="3116972"/>
                  </a:lnTo>
                  <a:lnTo>
                    <a:pt x="8363717" y="3116972"/>
                  </a:lnTo>
                  <a:lnTo>
                    <a:pt x="8364531" y="3116972"/>
                  </a:lnTo>
                  <a:lnTo>
                    <a:pt x="8365346" y="3116972"/>
                  </a:lnTo>
                  <a:lnTo>
                    <a:pt x="8366161" y="3116972"/>
                  </a:lnTo>
                  <a:lnTo>
                    <a:pt x="8366976" y="3116972"/>
                  </a:lnTo>
                  <a:lnTo>
                    <a:pt x="8367791" y="3116972"/>
                  </a:lnTo>
                  <a:lnTo>
                    <a:pt x="8368605" y="3116972"/>
                  </a:lnTo>
                  <a:lnTo>
                    <a:pt x="8369420" y="3003992"/>
                  </a:lnTo>
                  <a:lnTo>
                    <a:pt x="8370235" y="2839227"/>
                  </a:lnTo>
                  <a:lnTo>
                    <a:pt x="8371050" y="2773007"/>
                  </a:lnTo>
                  <a:lnTo>
                    <a:pt x="8371865" y="2798225"/>
                  </a:lnTo>
                  <a:lnTo>
                    <a:pt x="8372679" y="2798225"/>
                  </a:lnTo>
                  <a:lnTo>
                    <a:pt x="8373494" y="2798226"/>
                  </a:lnTo>
                  <a:lnTo>
                    <a:pt x="8374309" y="2854629"/>
                  </a:lnTo>
                  <a:lnTo>
                    <a:pt x="8375124" y="2852746"/>
                  </a:lnTo>
                  <a:lnTo>
                    <a:pt x="8375938" y="2835405"/>
                  </a:lnTo>
                  <a:lnTo>
                    <a:pt x="8376753" y="2814293"/>
                  </a:lnTo>
                  <a:lnTo>
                    <a:pt x="8377568" y="2855050"/>
                  </a:lnTo>
                  <a:lnTo>
                    <a:pt x="8378383" y="2809291"/>
                  </a:lnTo>
                  <a:lnTo>
                    <a:pt x="8379198" y="2816891"/>
                  </a:lnTo>
                  <a:lnTo>
                    <a:pt x="8380012" y="2947138"/>
                  </a:lnTo>
                  <a:lnTo>
                    <a:pt x="8380827" y="3057459"/>
                  </a:lnTo>
                  <a:lnTo>
                    <a:pt x="8381642" y="3096469"/>
                  </a:lnTo>
                  <a:lnTo>
                    <a:pt x="8382457" y="3093037"/>
                  </a:lnTo>
                  <a:lnTo>
                    <a:pt x="8383271" y="3108748"/>
                  </a:lnTo>
                  <a:lnTo>
                    <a:pt x="8384086" y="3008434"/>
                  </a:lnTo>
                  <a:lnTo>
                    <a:pt x="8384901" y="2965507"/>
                  </a:lnTo>
                  <a:lnTo>
                    <a:pt x="8385716" y="2956733"/>
                  </a:lnTo>
                  <a:lnTo>
                    <a:pt x="8386531" y="2889129"/>
                  </a:lnTo>
                  <a:lnTo>
                    <a:pt x="8387345" y="2806418"/>
                  </a:lnTo>
                  <a:lnTo>
                    <a:pt x="8388160" y="2789973"/>
                  </a:lnTo>
                  <a:lnTo>
                    <a:pt x="8388975" y="2909468"/>
                  </a:lnTo>
                  <a:lnTo>
                    <a:pt x="8389790" y="2937908"/>
                  </a:lnTo>
                  <a:lnTo>
                    <a:pt x="8390604" y="2944056"/>
                  </a:lnTo>
                  <a:lnTo>
                    <a:pt x="8391419" y="2976331"/>
                  </a:lnTo>
                  <a:lnTo>
                    <a:pt x="8392234" y="2972157"/>
                  </a:lnTo>
                  <a:lnTo>
                    <a:pt x="8393049" y="2953119"/>
                  </a:lnTo>
                  <a:lnTo>
                    <a:pt x="8393864" y="2898305"/>
                  </a:lnTo>
                  <a:lnTo>
                    <a:pt x="8394678" y="2848904"/>
                  </a:lnTo>
                  <a:lnTo>
                    <a:pt x="8395493" y="2786077"/>
                  </a:lnTo>
                  <a:lnTo>
                    <a:pt x="8396308" y="2814188"/>
                  </a:lnTo>
                  <a:lnTo>
                    <a:pt x="8397123" y="2910418"/>
                  </a:lnTo>
                  <a:lnTo>
                    <a:pt x="8397937" y="2952329"/>
                  </a:lnTo>
                  <a:lnTo>
                    <a:pt x="8398752" y="3013818"/>
                  </a:lnTo>
                  <a:lnTo>
                    <a:pt x="8399567" y="3058163"/>
                  </a:lnTo>
                  <a:lnTo>
                    <a:pt x="8400382" y="3115270"/>
                  </a:lnTo>
                  <a:lnTo>
                    <a:pt x="8401197" y="3035671"/>
                  </a:lnTo>
                  <a:lnTo>
                    <a:pt x="8402011" y="2948856"/>
                  </a:lnTo>
                  <a:lnTo>
                    <a:pt x="8402826" y="2964160"/>
                  </a:lnTo>
                  <a:lnTo>
                    <a:pt x="8403641" y="2926241"/>
                  </a:lnTo>
                  <a:lnTo>
                    <a:pt x="8404456" y="2962750"/>
                  </a:lnTo>
                  <a:lnTo>
                    <a:pt x="8405271" y="2980183"/>
                  </a:lnTo>
                  <a:lnTo>
                    <a:pt x="8406085" y="3023880"/>
                  </a:lnTo>
                  <a:lnTo>
                    <a:pt x="8406900" y="3064027"/>
                  </a:lnTo>
                  <a:lnTo>
                    <a:pt x="8407715" y="3072343"/>
                  </a:lnTo>
                  <a:lnTo>
                    <a:pt x="8408530" y="3101971"/>
                  </a:lnTo>
                  <a:lnTo>
                    <a:pt x="8409344" y="3024625"/>
                  </a:lnTo>
                  <a:lnTo>
                    <a:pt x="8410159" y="2966419"/>
                  </a:lnTo>
                  <a:lnTo>
                    <a:pt x="8410974" y="2966419"/>
                  </a:lnTo>
                  <a:lnTo>
                    <a:pt x="8411789" y="2966419"/>
                  </a:lnTo>
                  <a:lnTo>
                    <a:pt x="8412604" y="2966420"/>
                  </a:lnTo>
                  <a:lnTo>
                    <a:pt x="8413418" y="2940428"/>
                  </a:lnTo>
                  <a:lnTo>
                    <a:pt x="8414233" y="2943862"/>
                  </a:lnTo>
                  <a:lnTo>
                    <a:pt x="8415048" y="2933866"/>
                  </a:lnTo>
                  <a:lnTo>
                    <a:pt x="8415863" y="2894140"/>
                  </a:lnTo>
                  <a:lnTo>
                    <a:pt x="8416677" y="2913510"/>
                  </a:lnTo>
                  <a:lnTo>
                    <a:pt x="8417492" y="2930279"/>
                  </a:lnTo>
                  <a:lnTo>
                    <a:pt x="8418307" y="2965356"/>
                  </a:lnTo>
                  <a:lnTo>
                    <a:pt x="8419122" y="3022301"/>
                  </a:lnTo>
                  <a:lnTo>
                    <a:pt x="8419937" y="3054655"/>
                  </a:lnTo>
                  <a:lnTo>
                    <a:pt x="8420751" y="3097193"/>
                  </a:lnTo>
                  <a:lnTo>
                    <a:pt x="8421566" y="3116972"/>
                  </a:lnTo>
                  <a:lnTo>
                    <a:pt x="8422381" y="3116972"/>
                  </a:lnTo>
                  <a:lnTo>
                    <a:pt x="8423196" y="3116972"/>
                  </a:lnTo>
                  <a:lnTo>
                    <a:pt x="8424010" y="3089343"/>
                  </a:lnTo>
                  <a:lnTo>
                    <a:pt x="8424825" y="3039108"/>
                  </a:lnTo>
                  <a:lnTo>
                    <a:pt x="8425640" y="3067527"/>
                  </a:lnTo>
                  <a:lnTo>
                    <a:pt x="8426455" y="3024648"/>
                  </a:lnTo>
                  <a:lnTo>
                    <a:pt x="8427270" y="2981149"/>
                  </a:lnTo>
                  <a:lnTo>
                    <a:pt x="8428084" y="3044896"/>
                  </a:lnTo>
                  <a:lnTo>
                    <a:pt x="8428899" y="3116972"/>
                  </a:lnTo>
                  <a:lnTo>
                    <a:pt x="8429714" y="3116972"/>
                  </a:lnTo>
                  <a:lnTo>
                    <a:pt x="8430529" y="3116972"/>
                  </a:lnTo>
                  <a:lnTo>
                    <a:pt x="8431343" y="3116972"/>
                  </a:lnTo>
                  <a:lnTo>
                    <a:pt x="8432158" y="3116972"/>
                  </a:lnTo>
                  <a:lnTo>
                    <a:pt x="8432973" y="3031031"/>
                  </a:lnTo>
                  <a:lnTo>
                    <a:pt x="8433788" y="2935647"/>
                  </a:lnTo>
                  <a:lnTo>
                    <a:pt x="8434603" y="2881205"/>
                  </a:lnTo>
                  <a:lnTo>
                    <a:pt x="8435417" y="2813670"/>
                  </a:lnTo>
                  <a:lnTo>
                    <a:pt x="8436232" y="2772658"/>
                  </a:lnTo>
                  <a:lnTo>
                    <a:pt x="8437047" y="2728689"/>
                  </a:lnTo>
                  <a:lnTo>
                    <a:pt x="8437862" y="2720840"/>
                  </a:lnTo>
                  <a:lnTo>
                    <a:pt x="8438676" y="2681543"/>
                  </a:lnTo>
                  <a:lnTo>
                    <a:pt x="8439491" y="2638072"/>
                  </a:lnTo>
                  <a:lnTo>
                    <a:pt x="8440306" y="2619160"/>
                  </a:lnTo>
                  <a:lnTo>
                    <a:pt x="8441121" y="2604922"/>
                  </a:lnTo>
                  <a:lnTo>
                    <a:pt x="8441936" y="2697139"/>
                  </a:lnTo>
                  <a:lnTo>
                    <a:pt x="8442750" y="2835429"/>
                  </a:lnTo>
                  <a:lnTo>
                    <a:pt x="8443565" y="2925904"/>
                  </a:lnTo>
                  <a:lnTo>
                    <a:pt x="8444380" y="3017226"/>
                  </a:lnTo>
                  <a:lnTo>
                    <a:pt x="8445195" y="3077941"/>
                  </a:lnTo>
                  <a:lnTo>
                    <a:pt x="8446010" y="3081603"/>
                  </a:lnTo>
                  <a:lnTo>
                    <a:pt x="8446824" y="2966898"/>
                  </a:lnTo>
                  <a:lnTo>
                    <a:pt x="8447639" y="2855597"/>
                  </a:lnTo>
                  <a:lnTo>
                    <a:pt x="8448454" y="2848653"/>
                  </a:lnTo>
                  <a:lnTo>
                    <a:pt x="8449269" y="2858719"/>
                  </a:lnTo>
                  <a:lnTo>
                    <a:pt x="8450083" y="2903708"/>
                  </a:lnTo>
                  <a:lnTo>
                    <a:pt x="8450898" y="2991080"/>
                  </a:lnTo>
                  <a:lnTo>
                    <a:pt x="8451713" y="3107149"/>
                  </a:lnTo>
                  <a:lnTo>
                    <a:pt x="8452528" y="3116972"/>
                  </a:lnTo>
                  <a:lnTo>
                    <a:pt x="8453343" y="3116972"/>
                  </a:lnTo>
                  <a:lnTo>
                    <a:pt x="8454157" y="3116972"/>
                  </a:lnTo>
                  <a:lnTo>
                    <a:pt x="8454972" y="3116972"/>
                  </a:lnTo>
                  <a:lnTo>
                    <a:pt x="8455787" y="3116972"/>
                  </a:lnTo>
                  <a:lnTo>
                    <a:pt x="8456602" y="3116972"/>
                  </a:lnTo>
                  <a:lnTo>
                    <a:pt x="8457416" y="3116972"/>
                  </a:lnTo>
                  <a:lnTo>
                    <a:pt x="8458231" y="3116972"/>
                  </a:lnTo>
                  <a:lnTo>
                    <a:pt x="8459046" y="3116972"/>
                  </a:lnTo>
                  <a:lnTo>
                    <a:pt x="8459861" y="3116972"/>
                  </a:lnTo>
                  <a:lnTo>
                    <a:pt x="8460676" y="3085268"/>
                  </a:lnTo>
                  <a:lnTo>
                    <a:pt x="8461490" y="3058242"/>
                  </a:lnTo>
                  <a:lnTo>
                    <a:pt x="8462305" y="3069950"/>
                  </a:lnTo>
                  <a:lnTo>
                    <a:pt x="8463120" y="3082072"/>
                  </a:lnTo>
                  <a:lnTo>
                    <a:pt x="8463935" y="3080959"/>
                  </a:lnTo>
                  <a:lnTo>
                    <a:pt x="8464749" y="3079500"/>
                  </a:lnTo>
                  <a:lnTo>
                    <a:pt x="8465564" y="3021355"/>
                  </a:lnTo>
                  <a:lnTo>
                    <a:pt x="8466379" y="2988983"/>
                  </a:lnTo>
                  <a:lnTo>
                    <a:pt x="8467194" y="2977275"/>
                  </a:lnTo>
                  <a:lnTo>
                    <a:pt x="8468009" y="2967963"/>
                  </a:lnTo>
                  <a:lnTo>
                    <a:pt x="8468823" y="2997090"/>
                  </a:lnTo>
                  <a:lnTo>
                    <a:pt x="8469638" y="2986803"/>
                  </a:lnTo>
                  <a:lnTo>
                    <a:pt x="8470453" y="3040358"/>
                  </a:lnTo>
                  <a:lnTo>
                    <a:pt x="8471268" y="3072732"/>
                  </a:lnTo>
                  <a:lnTo>
                    <a:pt x="8472082" y="3072732"/>
                  </a:lnTo>
                  <a:lnTo>
                    <a:pt x="8472897" y="3082808"/>
                  </a:lnTo>
                  <a:lnTo>
                    <a:pt x="8473712" y="3113376"/>
                  </a:lnTo>
                  <a:lnTo>
                    <a:pt x="8474527" y="3116972"/>
                  </a:lnTo>
                  <a:lnTo>
                    <a:pt x="8475342" y="3116972"/>
                  </a:lnTo>
                  <a:lnTo>
                    <a:pt x="8476156" y="3116972"/>
                  </a:lnTo>
                  <a:lnTo>
                    <a:pt x="8476971" y="3116972"/>
                  </a:lnTo>
                  <a:lnTo>
                    <a:pt x="8477786" y="3116972"/>
                  </a:lnTo>
                  <a:lnTo>
                    <a:pt x="8478601" y="3116972"/>
                  </a:lnTo>
                  <a:lnTo>
                    <a:pt x="8479415" y="3116972"/>
                  </a:lnTo>
                  <a:lnTo>
                    <a:pt x="8480230" y="3116972"/>
                  </a:lnTo>
                  <a:lnTo>
                    <a:pt x="8481045" y="3116972"/>
                  </a:lnTo>
                  <a:lnTo>
                    <a:pt x="8481860" y="3116972"/>
                  </a:lnTo>
                  <a:lnTo>
                    <a:pt x="8482675" y="3103433"/>
                  </a:lnTo>
                  <a:lnTo>
                    <a:pt x="8483489" y="3037563"/>
                  </a:lnTo>
                  <a:lnTo>
                    <a:pt x="8484304" y="3020262"/>
                  </a:lnTo>
                  <a:lnTo>
                    <a:pt x="8485119" y="2974356"/>
                  </a:lnTo>
                  <a:lnTo>
                    <a:pt x="8485934" y="2892039"/>
                  </a:lnTo>
                  <a:lnTo>
                    <a:pt x="8486749" y="2855122"/>
                  </a:lnTo>
                  <a:lnTo>
                    <a:pt x="8487563" y="2859644"/>
                  </a:lnTo>
                  <a:lnTo>
                    <a:pt x="8488378" y="2892363"/>
                  </a:lnTo>
                  <a:lnTo>
                    <a:pt x="8489193" y="2901038"/>
                  </a:lnTo>
                  <a:lnTo>
                    <a:pt x="8490008" y="2943363"/>
                  </a:lnTo>
                  <a:lnTo>
                    <a:pt x="8490822" y="2966642"/>
                  </a:lnTo>
                  <a:lnTo>
                    <a:pt x="8491637" y="2894155"/>
                  </a:lnTo>
                  <a:lnTo>
                    <a:pt x="8492452" y="2834689"/>
                  </a:lnTo>
                  <a:lnTo>
                    <a:pt x="8493267" y="2831945"/>
                  </a:lnTo>
                  <a:lnTo>
                    <a:pt x="8494082" y="2831277"/>
                  </a:lnTo>
                  <a:lnTo>
                    <a:pt x="8494896" y="2850189"/>
                  </a:lnTo>
                  <a:lnTo>
                    <a:pt x="8495711" y="2987956"/>
                  </a:lnTo>
                  <a:lnTo>
                    <a:pt x="8496526" y="3116972"/>
                  </a:lnTo>
                  <a:lnTo>
                    <a:pt x="8497341" y="3116972"/>
                  </a:lnTo>
                  <a:lnTo>
                    <a:pt x="8498155" y="3116972"/>
                  </a:lnTo>
                  <a:lnTo>
                    <a:pt x="8498970" y="3047636"/>
                  </a:lnTo>
                  <a:lnTo>
                    <a:pt x="8499785" y="3051860"/>
                  </a:lnTo>
                  <a:lnTo>
                    <a:pt x="8500600" y="2983642"/>
                  </a:lnTo>
                  <a:lnTo>
                    <a:pt x="8501415" y="2997932"/>
                  </a:lnTo>
                  <a:lnTo>
                    <a:pt x="8502229" y="3024722"/>
                  </a:lnTo>
                  <a:lnTo>
                    <a:pt x="8503044" y="3023235"/>
                  </a:lnTo>
                  <a:lnTo>
                    <a:pt x="8503859" y="3104467"/>
                  </a:lnTo>
                  <a:lnTo>
                    <a:pt x="8504674" y="3052032"/>
                  </a:lnTo>
                  <a:lnTo>
                    <a:pt x="8505488" y="3026114"/>
                  </a:lnTo>
                  <a:lnTo>
                    <a:pt x="8506303" y="2936218"/>
                  </a:lnTo>
                  <a:lnTo>
                    <a:pt x="8507118" y="2901606"/>
                  </a:lnTo>
                  <a:lnTo>
                    <a:pt x="8507933" y="2965839"/>
                  </a:lnTo>
                  <a:lnTo>
                    <a:pt x="8508748" y="2962522"/>
                  </a:lnTo>
                  <a:lnTo>
                    <a:pt x="8509562" y="2995406"/>
                  </a:lnTo>
                  <a:lnTo>
                    <a:pt x="8510377" y="3010810"/>
                  </a:lnTo>
                  <a:lnTo>
                    <a:pt x="8511192" y="3043909"/>
                  </a:lnTo>
                  <a:lnTo>
                    <a:pt x="8512007" y="3062596"/>
                  </a:lnTo>
                  <a:lnTo>
                    <a:pt x="8512821" y="3074500"/>
                  </a:lnTo>
                  <a:lnTo>
                    <a:pt x="8513636" y="3110392"/>
                  </a:lnTo>
                  <a:lnTo>
                    <a:pt x="8514451" y="3116972"/>
                  </a:lnTo>
                  <a:lnTo>
                    <a:pt x="8515266" y="3116972"/>
                  </a:lnTo>
                  <a:lnTo>
                    <a:pt x="8516081" y="3103596"/>
                  </a:lnTo>
                  <a:lnTo>
                    <a:pt x="8516895" y="3045285"/>
                  </a:lnTo>
                  <a:lnTo>
                    <a:pt x="8517710" y="3010081"/>
                  </a:lnTo>
                  <a:lnTo>
                    <a:pt x="8518525" y="2974187"/>
                  </a:lnTo>
                  <a:lnTo>
                    <a:pt x="8519340" y="2977988"/>
                  </a:lnTo>
                  <a:lnTo>
                    <a:pt x="8520154" y="2970467"/>
                  </a:lnTo>
                  <a:lnTo>
                    <a:pt x="8520969" y="2942540"/>
                  </a:lnTo>
                  <a:lnTo>
                    <a:pt x="8521784" y="2977663"/>
                  </a:lnTo>
                  <a:lnTo>
                    <a:pt x="8522599" y="2991072"/>
                  </a:lnTo>
                  <a:lnTo>
                    <a:pt x="8523414" y="2911991"/>
                  </a:lnTo>
                  <a:lnTo>
                    <a:pt x="8524228" y="2825546"/>
                  </a:lnTo>
                  <a:lnTo>
                    <a:pt x="8525043" y="2809898"/>
                  </a:lnTo>
                  <a:lnTo>
                    <a:pt x="8525858" y="2828346"/>
                  </a:lnTo>
                  <a:lnTo>
                    <a:pt x="8526673" y="2862888"/>
                  </a:lnTo>
                  <a:lnTo>
                    <a:pt x="8527488" y="2874240"/>
                  </a:lnTo>
                  <a:lnTo>
                    <a:pt x="8528302" y="2953321"/>
                  </a:lnTo>
                  <a:lnTo>
                    <a:pt x="8529117" y="2991440"/>
                  </a:lnTo>
                  <a:lnTo>
                    <a:pt x="8529932" y="2943135"/>
                  </a:lnTo>
                  <a:lnTo>
                    <a:pt x="8530747" y="2909773"/>
                  </a:lnTo>
                  <a:lnTo>
                    <a:pt x="8531561" y="2883476"/>
                  </a:lnTo>
                  <a:lnTo>
                    <a:pt x="8532376" y="2854498"/>
                  </a:lnTo>
                  <a:lnTo>
                    <a:pt x="8533191" y="2813399"/>
                  </a:lnTo>
                  <a:lnTo>
                    <a:pt x="8534006" y="2817257"/>
                  </a:lnTo>
                  <a:lnTo>
                    <a:pt x="8534821" y="2888730"/>
                  </a:lnTo>
                  <a:lnTo>
                    <a:pt x="8535635" y="2947446"/>
                  </a:lnTo>
                  <a:lnTo>
                    <a:pt x="8536450" y="2961425"/>
                  </a:lnTo>
                  <a:lnTo>
                    <a:pt x="8537265" y="2888922"/>
                  </a:lnTo>
                  <a:lnTo>
                    <a:pt x="8538080" y="2824318"/>
                  </a:lnTo>
                  <a:lnTo>
                    <a:pt x="8538894" y="2751056"/>
                  </a:lnTo>
                  <a:lnTo>
                    <a:pt x="8539709" y="2730187"/>
                  </a:lnTo>
                  <a:lnTo>
                    <a:pt x="8540524" y="2745236"/>
                  </a:lnTo>
                  <a:lnTo>
                    <a:pt x="8541339" y="2708523"/>
                  </a:lnTo>
                  <a:lnTo>
                    <a:pt x="8542154" y="2733913"/>
                  </a:lnTo>
                  <a:lnTo>
                    <a:pt x="8542968" y="2781890"/>
                  </a:lnTo>
                  <a:lnTo>
                    <a:pt x="8543783" y="2933630"/>
                  </a:lnTo>
                  <a:lnTo>
                    <a:pt x="8544598" y="3058425"/>
                  </a:lnTo>
                  <a:lnTo>
                    <a:pt x="8545413" y="3062775"/>
                  </a:lnTo>
                  <a:lnTo>
                    <a:pt x="8546227" y="3116972"/>
                  </a:lnTo>
                  <a:lnTo>
                    <a:pt x="8547042" y="3116972"/>
                  </a:lnTo>
                  <a:lnTo>
                    <a:pt x="8547857" y="3116972"/>
                  </a:lnTo>
                  <a:lnTo>
                    <a:pt x="8548672" y="3116972"/>
                  </a:lnTo>
                  <a:lnTo>
                    <a:pt x="8549487" y="3116972"/>
                  </a:lnTo>
                  <a:lnTo>
                    <a:pt x="8550301" y="3116972"/>
                  </a:lnTo>
                  <a:lnTo>
                    <a:pt x="8551116" y="3116972"/>
                  </a:lnTo>
                  <a:lnTo>
                    <a:pt x="8551931" y="3106484"/>
                  </a:lnTo>
                  <a:lnTo>
                    <a:pt x="8552746" y="3116972"/>
                  </a:lnTo>
                  <a:lnTo>
                    <a:pt x="8553560" y="3098727"/>
                  </a:lnTo>
                  <a:lnTo>
                    <a:pt x="8553560" y="3116972"/>
                  </a:lnTo>
                  <a:lnTo>
                    <a:pt x="8552746" y="3116972"/>
                  </a:lnTo>
                  <a:lnTo>
                    <a:pt x="8551931" y="3116972"/>
                  </a:lnTo>
                  <a:lnTo>
                    <a:pt x="8551116" y="3116972"/>
                  </a:lnTo>
                  <a:lnTo>
                    <a:pt x="8550301" y="3116972"/>
                  </a:lnTo>
                  <a:lnTo>
                    <a:pt x="8549487" y="3116972"/>
                  </a:lnTo>
                  <a:lnTo>
                    <a:pt x="8548672" y="3116972"/>
                  </a:lnTo>
                  <a:lnTo>
                    <a:pt x="8547857" y="3116972"/>
                  </a:lnTo>
                  <a:lnTo>
                    <a:pt x="8547042" y="3116972"/>
                  </a:lnTo>
                  <a:lnTo>
                    <a:pt x="8546227" y="3116972"/>
                  </a:lnTo>
                  <a:lnTo>
                    <a:pt x="8545413" y="3116972"/>
                  </a:lnTo>
                  <a:lnTo>
                    <a:pt x="8544598" y="3116972"/>
                  </a:lnTo>
                  <a:lnTo>
                    <a:pt x="8543783" y="3116972"/>
                  </a:lnTo>
                  <a:lnTo>
                    <a:pt x="8542968" y="3116972"/>
                  </a:lnTo>
                  <a:lnTo>
                    <a:pt x="8542154" y="3116972"/>
                  </a:lnTo>
                  <a:lnTo>
                    <a:pt x="8541339" y="3116972"/>
                  </a:lnTo>
                  <a:lnTo>
                    <a:pt x="8540524" y="3116972"/>
                  </a:lnTo>
                  <a:lnTo>
                    <a:pt x="8539709" y="3116972"/>
                  </a:lnTo>
                  <a:lnTo>
                    <a:pt x="8538894" y="3116972"/>
                  </a:lnTo>
                  <a:lnTo>
                    <a:pt x="8538080" y="3116972"/>
                  </a:lnTo>
                  <a:lnTo>
                    <a:pt x="8537265" y="3116972"/>
                  </a:lnTo>
                  <a:lnTo>
                    <a:pt x="8536450" y="3116972"/>
                  </a:lnTo>
                  <a:lnTo>
                    <a:pt x="8535635" y="3116972"/>
                  </a:lnTo>
                  <a:lnTo>
                    <a:pt x="8534821" y="3116972"/>
                  </a:lnTo>
                  <a:lnTo>
                    <a:pt x="8534006" y="3116972"/>
                  </a:lnTo>
                  <a:lnTo>
                    <a:pt x="8533191" y="3116972"/>
                  </a:lnTo>
                  <a:lnTo>
                    <a:pt x="8532376" y="3116972"/>
                  </a:lnTo>
                  <a:lnTo>
                    <a:pt x="8531561" y="3116972"/>
                  </a:lnTo>
                  <a:lnTo>
                    <a:pt x="8530747" y="3116972"/>
                  </a:lnTo>
                  <a:lnTo>
                    <a:pt x="8529932" y="3116972"/>
                  </a:lnTo>
                  <a:lnTo>
                    <a:pt x="8529117" y="3116972"/>
                  </a:lnTo>
                  <a:lnTo>
                    <a:pt x="8528302" y="3116972"/>
                  </a:lnTo>
                  <a:lnTo>
                    <a:pt x="8527488" y="3116972"/>
                  </a:lnTo>
                  <a:lnTo>
                    <a:pt x="8526673" y="3116972"/>
                  </a:lnTo>
                  <a:lnTo>
                    <a:pt x="8525858" y="3116972"/>
                  </a:lnTo>
                  <a:lnTo>
                    <a:pt x="8525043" y="3116972"/>
                  </a:lnTo>
                  <a:lnTo>
                    <a:pt x="8524228" y="3116972"/>
                  </a:lnTo>
                  <a:lnTo>
                    <a:pt x="8523414" y="3116972"/>
                  </a:lnTo>
                  <a:lnTo>
                    <a:pt x="8522599" y="3116972"/>
                  </a:lnTo>
                  <a:lnTo>
                    <a:pt x="8521784" y="3116972"/>
                  </a:lnTo>
                  <a:lnTo>
                    <a:pt x="8520969" y="3116972"/>
                  </a:lnTo>
                  <a:lnTo>
                    <a:pt x="8520154" y="3116972"/>
                  </a:lnTo>
                  <a:lnTo>
                    <a:pt x="8519340" y="3116972"/>
                  </a:lnTo>
                  <a:lnTo>
                    <a:pt x="8518525" y="3116972"/>
                  </a:lnTo>
                  <a:lnTo>
                    <a:pt x="8517710" y="3116972"/>
                  </a:lnTo>
                  <a:lnTo>
                    <a:pt x="8516895" y="3116972"/>
                  </a:lnTo>
                  <a:lnTo>
                    <a:pt x="8516081" y="3116972"/>
                  </a:lnTo>
                  <a:lnTo>
                    <a:pt x="8515266" y="3116972"/>
                  </a:lnTo>
                  <a:lnTo>
                    <a:pt x="8514451" y="3116972"/>
                  </a:lnTo>
                  <a:lnTo>
                    <a:pt x="8513636" y="3116972"/>
                  </a:lnTo>
                  <a:lnTo>
                    <a:pt x="8512821" y="3116972"/>
                  </a:lnTo>
                  <a:lnTo>
                    <a:pt x="8512007" y="3116972"/>
                  </a:lnTo>
                  <a:lnTo>
                    <a:pt x="8511192" y="3116972"/>
                  </a:lnTo>
                  <a:lnTo>
                    <a:pt x="8510377" y="3116972"/>
                  </a:lnTo>
                  <a:lnTo>
                    <a:pt x="8509562" y="3116972"/>
                  </a:lnTo>
                  <a:lnTo>
                    <a:pt x="8508748" y="3116972"/>
                  </a:lnTo>
                  <a:lnTo>
                    <a:pt x="8507933" y="3116972"/>
                  </a:lnTo>
                  <a:lnTo>
                    <a:pt x="8507118" y="3116972"/>
                  </a:lnTo>
                  <a:lnTo>
                    <a:pt x="8506303" y="3116972"/>
                  </a:lnTo>
                  <a:lnTo>
                    <a:pt x="8505488" y="3116972"/>
                  </a:lnTo>
                  <a:lnTo>
                    <a:pt x="8504674" y="3116972"/>
                  </a:lnTo>
                  <a:lnTo>
                    <a:pt x="8503859" y="3116972"/>
                  </a:lnTo>
                  <a:lnTo>
                    <a:pt x="8503044" y="3116972"/>
                  </a:lnTo>
                  <a:lnTo>
                    <a:pt x="8502229" y="3116972"/>
                  </a:lnTo>
                  <a:lnTo>
                    <a:pt x="8501415" y="3116972"/>
                  </a:lnTo>
                  <a:lnTo>
                    <a:pt x="8500600" y="3116972"/>
                  </a:lnTo>
                  <a:lnTo>
                    <a:pt x="8499785" y="3116972"/>
                  </a:lnTo>
                  <a:lnTo>
                    <a:pt x="8498970" y="3116972"/>
                  </a:lnTo>
                  <a:lnTo>
                    <a:pt x="8498155" y="3116972"/>
                  </a:lnTo>
                  <a:lnTo>
                    <a:pt x="8497341" y="3116972"/>
                  </a:lnTo>
                  <a:lnTo>
                    <a:pt x="8496526" y="3116972"/>
                  </a:lnTo>
                  <a:lnTo>
                    <a:pt x="8495711" y="3116972"/>
                  </a:lnTo>
                  <a:lnTo>
                    <a:pt x="8494896" y="3116972"/>
                  </a:lnTo>
                  <a:lnTo>
                    <a:pt x="8494082" y="3116972"/>
                  </a:lnTo>
                  <a:lnTo>
                    <a:pt x="8493267" y="3116972"/>
                  </a:lnTo>
                  <a:lnTo>
                    <a:pt x="8492452" y="3116972"/>
                  </a:lnTo>
                  <a:lnTo>
                    <a:pt x="8491637" y="3116972"/>
                  </a:lnTo>
                  <a:lnTo>
                    <a:pt x="8490822" y="3116972"/>
                  </a:lnTo>
                  <a:lnTo>
                    <a:pt x="8490008" y="3116972"/>
                  </a:lnTo>
                  <a:lnTo>
                    <a:pt x="8489193" y="3116972"/>
                  </a:lnTo>
                  <a:lnTo>
                    <a:pt x="8488378" y="3116972"/>
                  </a:lnTo>
                  <a:lnTo>
                    <a:pt x="8487563" y="3116972"/>
                  </a:lnTo>
                  <a:lnTo>
                    <a:pt x="8486749" y="3116972"/>
                  </a:lnTo>
                  <a:lnTo>
                    <a:pt x="8485934" y="3116972"/>
                  </a:lnTo>
                  <a:lnTo>
                    <a:pt x="8485119" y="3116972"/>
                  </a:lnTo>
                  <a:lnTo>
                    <a:pt x="8484304" y="3116972"/>
                  </a:lnTo>
                  <a:lnTo>
                    <a:pt x="8483489" y="3116972"/>
                  </a:lnTo>
                  <a:lnTo>
                    <a:pt x="8482675" y="3116972"/>
                  </a:lnTo>
                  <a:lnTo>
                    <a:pt x="8481860" y="3116972"/>
                  </a:lnTo>
                  <a:lnTo>
                    <a:pt x="8481045" y="3116972"/>
                  </a:lnTo>
                  <a:lnTo>
                    <a:pt x="8480230" y="3116972"/>
                  </a:lnTo>
                  <a:lnTo>
                    <a:pt x="8479415" y="3116972"/>
                  </a:lnTo>
                  <a:lnTo>
                    <a:pt x="8478601" y="3116972"/>
                  </a:lnTo>
                  <a:lnTo>
                    <a:pt x="8477786" y="3116972"/>
                  </a:lnTo>
                  <a:lnTo>
                    <a:pt x="8476971" y="3116972"/>
                  </a:lnTo>
                  <a:lnTo>
                    <a:pt x="8476156" y="3116972"/>
                  </a:lnTo>
                  <a:lnTo>
                    <a:pt x="8475342" y="3116972"/>
                  </a:lnTo>
                  <a:lnTo>
                    <a:pt x="8474527" y="3116972"/>
                  </a:lnTo>
                  <a:lnTo>
                    <a:pt x="8473712" y="3116972"/>
                  </a:lnTo>
                  <a:lnTo>
                    <a:pt x="8472897" y="3116972"/>
                  </a:lnTo>
                  <a:lnTo>
                    <a:pt x="8472082" y="3116972"/>
                  </a:lnTo>
                  <a:lnTo>
                    <a:pt x="8471268" y="3116972"/>
                  </a:lnTo>
                  <a:lnTo>
                    <a:pt x="8470453" y="3116972"/>
                  </a:lnTo>
                  <a:lnTo>
                    <a:pt x="8469638" y="3116972"/>
                  </a:lnTo>
                  <a:lnTo>
                    <a:pt x="8468823" y="3116972"/>
                  </a:lnTo>
                  <a:lnTo>
                    <a:pt x="8468009" y="3116972"/>
                  </a:lnTo>
                  <a:lnTo>
                    <a:pt x="8467194" y="3116972"/>
                  </a:lnTo>
                  <a:lnTo>
                    <a:pt x="8466379" y="3116972"/>
                  </a:lnTo>
                  <a:lnTo>
                    <a:pt x="8465564" y="3116972"/>
                  </a:lnTo>
                  <a:lnTo>
                    <a:pt x="8464749" y="3116972"/>
                  </a:lnTo>
                  <a:lnTo>
                    <a:pt x="8463935" y="3116972"/>
                  </a:lnTo>
                  <a:lnTo>
                    <a:pt x="8463120" y="3116972"/>
                  </a:lnTo>
                  <a:lnTo>
                    <a:pt x="8462305" y="3116972"/>
                  </a:lnTo>
                  <a:lnTo>
                    <a:pt x="8461490" y="3116972"/>
                  </a:lnTo>
                  <a:lnTo>
                    <a:pt x="8460676" y="3116972"/>
                  </a:lnTo>
                  <a:lnTo>
                    <a:pt x="8459861" y="3116972"/>
                  </a:lnTo>
                  <a:lnTo>
                    <a:pt x="8459046" y="3116972"/>
                  </a:lnTo>
                  <a:lnTo>
                    <a:pt x="8458231" y="3116972"/>
                  </a:lnTo>
                  <a:lnTo>
                    <a:pt x="8457416" y="3116972"/>
                  </a:lnTo>
                  <a:lnTo>
                    <a:pt x="8456602" y="3116972"/>
                  </a:lnTo>
                  <a:lnTo>
                    <a:pt x="8455787" y="3116972"/>
                  </a:lnTo>
                  <a:lnTo>
                    <a:pt x="8454972" y="3116972"/>
                  </a:lnTo>
                  <a:lnTo>
                    <a:pt x="8454157" y="3116972"/>
                  </a:lnTo>
                  <a:lnTo>
                    <a:pt x="8453343" y="3116972"/>
                  </a:lnTo>
                  <a:lnTo>
                    <a:pt x="8452528" y="3116972"/>
                  </a:lnTo>
                  <a:lnTo>
                    <a:pt x="8451713" y="3116972"/>
                  </a:lnTo>
                  <a:lnTo>
                    <a:pt x="8450898" y="3116972"/>
                  </a:lnTo>
                  <a:lnTo>
                    <a:pt x="8450083" y="3116972"/>
                  </a:lnTo>
                  <a:lnTo>
                    <a:pt x="8449269" y="3116972"/>
                  </a:lnTo>
                  <a:lnTo>
                    <a:pt x="8448454" y="3116972"/>
                  </a:lnTo>
                  <a:lnTo>
                    <a:pt x="8447639" y="3116972"/>
                  </a:lnTo>
                  <a:lnTo>
                    <a:pt x="8446824" y="3116972"/>
                  </a:lnTo>
                  <a:lnTo>
                    <a:pt x="8446010" y="3116972"/>
                  </a:lnTo>
                  <a:lnTo>
                    <a:pt x="8445195" y="3116972"/>
                  </a:lnTo>
                  <a:lnTo>
                    <a:pt x="8444380" y="3116972"/>
                  </a:lnTo>
                  <a:lnTo>
                    <a:pt x="8443565" y="3116972"/>
                  </a:lnTo>
                  <a:lnTo>
                    <a:pt x="8442750" y="3116972"/>
                  </a:lnTo>
                  <a:lnTo>
                    <a:pt x="8441936" y="3116972"/>
                  </a:lnTo>
                  <a:lnTo>
                    <a:pt x="8441121" y="3116972"/>
                  </a:lnTo>
                  <a:lnTo>
                    <a:pt x="8440306" y="3116972"/>
                  </a:lnTo>
                  <a:lnTo>
                    <a:pt x="8439491" y="3116972"/>
                  </a:lnTo>
                  <a:lnTo>
                    <a:pt x="8438676" y="3116972"/>
                  </a:lnTo>
                  <a:lnTo>
                    <a:pt x="8437862" y="3116972"/>
                  </a:lnTo>
                  <a:lnTo>
                    <a:pt x="8437047" y="3116972"/>
                  </a:lnTo>
                  <a:lnTo>
                    <a:pt x="8436232" y="3116972"/>
                  </a:lnTo>
                  <a:lnTo>
                    <a:pt x="8435417" y="3116972"/>
                  </a:lnTo>
                  <a:lnTo>
                    <a:pt x="8434603" y="3116972"/>
                  </a:lnTo>
                  <a:lnTo>
                    <a:pt x="8433788" y="3116972"/>
                  </a:lnTo>
                  <a:lnTo>
                    <a:pt x="8432973" y="3116972"/>
                  </a:lnTo>
                  <a:lnTo>
                    <a:pt x="8432158" y="3116972"/>
                  </a:lnTo>
                  <a:lnTo>
                    <a:pt x="8431343" y="3116972"/>
                  </a:lnTo>
                  <a:lnTo>
                    <a:pt x="8430529" y="3116972"/>
                  </a:lnTo>
                  <a:lnTo>
                    <a:pt x="8429714" y="3116972"/>
                  </a:lnTo>
                  <a:lnTo>
                    <a:pt x="8428899" y="3116972"/>
                  </a:lnTo>
                  <a:lnTo>
                    <a:pt x="8428084" y="3116972"/>
                  </a:lnTo>
                  <a:lnTo>
                    <a:pt x="8427270" y="3116972"/>
                  </a:lnTo>
                  <a:lnTo>
                    <a:pt x="8426455" y="3116972"/>
                  </a:lnTo>
                  <a:lnTo>
                    <a:pt x="8425640" y="3116972"/>
                  </a:lnTo>
                  <a:lnTo>
                    <a:pt x="8424825" y="3116972"/>
                  </a:lnTo>
                  <a:lnTo>
                    <a:pt x="8424010" y="3116972"/>
                  </a:lnTo>
                  <a:lnTo>
                    <a:pt x="8423196" y="3116972"/>
                  </a:lnTo>
                  <a:lnTo>
                    <a:pt x="8422381" y="3116972"/>
                  </a:lnTo>
                  <a:lnTo>
                    <a:pt x="8421566" y="3116972"/>
                  </a:lnTo>
                  <a:lnTo>
                    <a:pt x="8420751" y="3116972"/>
                  </a:lnTo>
                  <a:lnTo>
                    <a:pt x="8419937" y="3116972"/>
                  </a:lnTo>
                  <a:lnTo>
                    <a:pt x="8419122" y="3116972"/>
                  </a:lnTo>
                  <a:lnTo>
                    <a:pt x="8418307" y="3116972"/>
                  </a:lnTo>
                  <a:lnTo>
                    <a:pt x="8417492" y="3116972"/>
                  </a:lnTo>
                  <a:lnTo>
                    <a:pt x="8416677" y="3116972"/>
                  </a:lnTo>
                  <a:lnTo>
                    <a:pt x="8415863" y="3116972"/>
                  </a:lnTo>
                  <a:lnTo>
                    <a:pt x="8415048" y="3116972"/>
                  </a:lnTo>
                  <a:lnTo>
                    <a:pt x="8414233" y="3116972"/>
                  </a:lnTo>
                  <a:lnTo>
                    <a:pt x="8413418" y="3116972"/>
                  </a:lnTo>
                  <a:lnTo>
                    <a:pt x="8412604" y="3116972"/>
                  </a:lnTo>
                  <a:lnTo>
                    <a:pt x="8411789" y="3116972"/>
                  </a:lnTo>
                  <a:lnTo>
                    <a:pt x="8410974" y="3116972"/>
                  </a:lnTo>
                  <a:lnTo>
                    <a:pt x="8410159" y="3116972"/>
                  </a:lnTo>
                  <a:lnTo>
                    <a:pt x="8409344" y="3116972"/>
                  </a:lnTo>
                  <a:lnTo>
                    <a:pt x="8408530" y="3116972"/>
                  </a:lnTo>
                  <a:lnTo>
                    <a:pt x="8407715" y="3116972"/>
                  </a:lnTo>
                  <a:lnTo>
                    <a:pt x="8406900" y="3116972"/>
                  </a:lnTo>
                  <a:lnTo>
                    <a:pt x="8406085" y="3116972"/>
                  </a:lnTo>
                  <a:lnTo>
                    <a:pt x="8405271" y="3116972"/>
                  </a:lnTo>
                  <a:lnTo>
                    <a:pt x="8404456" y="3116972"/>
                  </a:lnTo>
                  <a:lnTo>
                    <a:pt x="8403641" y="3116972"/>
                  </a:lnTo>
                  <a:lnTo>
                    <a:pt x="8402826" y="3116972"/>
                  </a:lnTo>
                  <a:lnTo>
                    <a:pt x="8402011" y="3116972"/>
                  </a:lnTo>
                  <a:lnTo>
                    <a:pt x="8401197" y="3116972"/>
                  </a:lnTo>
                  <a:lnTo>
                    <a:pt x="8400382" y="3116972"/>
                  </a:lnTo>
                  <a:lnTo>
                    <a:pt x="8399567" y="3116972"/>
                  </a:lnTo>
                  <a:lnTo>
                    <a:pt x="8398752" y="3116972"/>
                  </a:lnTo>
                  <a:lnTo>
                    <a:pt x="8397937" y="3116972"/>
                  </a:lnTo>
                  <a:lnTo>
                    <a:pt x="8397123" y="3116972"/>
                  </a:lnTo>
                  <a:lnTo>
                    <a:pt x="8396308" y="3116972"/>
                  </a:lnTo>
                  <a:lnTo>
                    <a:pt x="8395493" y="3116972"/>
                  </a:lnTo>
                  <a:lnTo>
                    <a:pt x="8394678" y="3116972"/>
                  </a:lnTo>
                  <a:lnTo>
                    <a:pt x="8393864" y="3116972"/>
                  </a:lnTo>
                  <a:lnTo>
                    <a:pt x="8393049" y="3116972"/>
                  </a:lnTo>
                  <a:lnTo>
                    <a:pt x="8392234" y="3116972"/>
                  </a:lnTo>
                  <a:lnTo>
                    <a:pt x="8391419" y="3116972"/>
                  </a:lnTo>
                  <a:lnTo>
                    <a:pt x="8390604" y="3116972"/>
                  </a:lnTo>
                  <a:lnTo>
                    <a:pt x="8389790" y="3116972"/>
                  </a:lnTo>
                  <a:lnTo>
                    <a:pt x="8388975" y="3116972"/>
                  </a:lnTo>
                  <a:lnTo>
                    <a:pt x="8388160" y="3116972"/>
                  </a:lnTo>
                  <a:lnTo>
                    <a:pt x="8387345" y="3116972"/>
                  </a:lnTo>
                  <a:lnTo>
                    <a:pt x="8386531" y="3116972"/>
                  </a:lnTo>
                  <a:lnTo>
                    <a:pt x="8385716" y="3116972"/>
                  </a:lnTo>
                  <a:lnTo>
                    <a:pt x="8384901" y="3116972"/>
                  </a:lnTo>
                  <a:lnTo>
                    <a:pt x="8384086" y="3116972"/>
                  </a:lnTo>
                  <a:lnTo>
                    <a:pt x="8383271" y="3116972"/>
                  </a:lnTo>
                  <a:lnTo>
                    <a:pt x="8382457" y="3116972"/>
                  </a:lnTo>
                  <a:lnTo>
                    <a:pt x="8381642" y="3116972"/>
                  </a:lnTo>
                  <a:lnTo>
                    <a:pt x="8380827" y="3116972"/>
                  </a:lnTo>
                  <a:lnTo>
                    <a:pt x="8380012" y="3116972"/>
                  </a:lnTo>
                  <a:lnTo>
                    <a:pt x="8379198" y="3116972"/>
                  </a:lnTo>
                  <a:lnTo>
                    <a:pt x="8378383" y="3116972"/>
                  </a:lnTo>
                  <a:lnTo>
                    <a:pt x="8377568" y="3116972"/>
                  </a:lnTo>
                  <a:lnTo>
                    <a:pt x="8376753" y="3116972"/>
                  </a:lnTo>
                  <a:lnTo>
                    <a:pt x="8375938" y="3116972"/>
                  </a:lnTo>
                  <a:lnTo>
                    <a:pt x="8375124" y="3116972"/>
                  </a:lnTo>
                  <a:lnTo>
                    <a:pt x="8374309" y="3116972"/>
                  </a:lnTo>
                  <a:lnTo>
                    <a:pt x="8373494" y="3116972"/>
                  </a:lnTo>
                  <a:lnTo>
                    <a:pt x="8372679" y="3116972"/>
                  </a:lnTo>
                  <a:lnTo>
                    <a:pt x="8371865" y="3116972"/>
                  </a:lnTo>
                  <a:lnTo>
                    <a:pt x="8371050" y="3116972"/>
                  </a:lnTo>
                  <a:lnTo>
                    <a:pt x="8370235" y="3116972"/>
                  </a:lnTo>
                  <a:lnTo>
                    <a:pt x="8369420" y="3116972"/>
                  </a:lnTo>
                  <a:lnTo>
                    <a:pt x="8368605" y="3116972"/>
                  </a:lnTo>
                  <a:lnTo>
                    <a:pt x="8367791" y="3116972"/>
                  </a:lnTo>
                  <a:lnTo>
                    <a:pt x="8366976" y="3116972"/>
                  </a:lnTo>
                  <a:lnTo>
                    <a:pt x="8366161" y="3116972"/>
                  </a:lnTo>
                  <a:lnTo>
                    <a:pt x="8365346" y="3116972"/>
                  </a:lnTo>
                  <a:lnTo>
                    <a:pt x="8364531" y="3116972"/>
                  </a:lnTo>
                  <a:lnTo>
                    <a:pt x="8363717" y="3116972"/>
                  </a:lnTo>
                  <a:lnTo>
                    <a:pt x="8362902" y="3116972"/>
                  </a:lnTo>
                  <a:lnTo>
                    <a:pt x="8362087" y="3116972"/>
                  </a:lnTo>
                  <a:lnTo>
                    <a:pt x="8361272" y="3116972"/>
                  </a:lnTo>
                  <a:lnTo>
                    <a:pt x="8360458" y="3116972"/>
                  </a:lnTo>
                  <a:lnTo>
                    <a:pt x="8359643" y="3116972"/>
                  </a:lnTo>
                  <a:lnTo>
                    <a:pt x="8358828" y="3116972"/>
                  </a:lnTo>
                  <a:lnTo>
                    <a:pt x="8358013" y="3116972"/>
                  </a:lnTo>
                  <a:lnTo>
                    <a:pt x="8357198" y="3116972"/>
                  </a:lnTo>
                  <a:lnTo>
                    <a:pt x="8356384" y="3116972"/>
                  </a:lnTo>
                  <a:lnTo>
                    <a:pt x="8355569" y="3116972"/>
                  </a:lnTo>
                  <a:lnTo>
                    <a:pt x="8354754" y="3116972"/>
                  </a:lnTo>
                  <a:lnTo>
                    <a:pt x="8353939" y="3116972"/>
                  </a:lnTo>
                  <a:lnTo>
                    <a:pt x="8353125" y="3116972"/>
                  </a:lnTo>
                  <a:lnTo>
                    <a:pt x="8352310" y="3116972"/>
                  </a:lnTo>
                  <a:lnTo>
                    <a:pt x="8351495" y="3116972"/>
                  </a:lnTo>
                  <a:lnTo>
                    <a:pt x="8350680" y="3116972"/>
                  </a:lnTo>
                  <a:lnTo>
                    <a:pt x="8349865" y="3116972"/>
                  </a:lnTo>
                  <a:lnTo>
                    <a:pt x="8349051" y="3116972"/>
                  </a:lnTo>
                  <a:lnTo>
                    <a:pt x="8348236" y="3116972"/>
                  </a:lnTo>
                  <a:lnTo>
                    <a:pt x="8347421" y="3116972"/>
                  </a:lnTo>
                  <a:lnTo>
                    <a:pt x="8346606" y="3116972"/>
                  </a:lnTo>
                  <a:lnTo>
                    <a:pt x="8345792" y="3116972"/>
                  </a:lnTo>
                  <a:lnTo>
                    <a:pt x="8344977" y="3116972"/>
                  </a:lnTo>
                  <a:lnTo>
                    <a:pt x="8344162" y="3116972"/>
                  </a:lnTo>
                  <a:lnTo>
                    <a:pt x="8343347" y="3116972"/>
                  </a:lnTo>
                  <a:lnTo>
                    <a:pt x="8342532" y="3116972"/>
                  </a:lnTo>
                  <a:lnTo>
                    <a:pt x="8341718" y="3116972"/>
                  </a:lnTo>
                  <a:lnTo>
                    <a:pt x="8340903" y="3116972"/>
                  </a:lnTo>
                  <a:lnTo>
                    <a:pt x="8340088" y="3116972"/>
                  </a:lnTo>
                  <a:lnTo>
                    <a:pt x="8339273" y="3116972"/>
                  </a:lnTo>
                  <a:lnTo>
                    <a:pt x="8338459" y="3116972"/>
                  </a:lnTo>
                  <a:lnTo>
                    <a:pt x="8337644" y="3116972"/>
                  </a:lnTo>
                  <a:lnTo>
                    <a:pt x="8336829" y="3116972"/>
                  </a:lnTo>
                  <a:lnTo>
                    <a:pt x="8336014" y="3116972"/>
                  </a:lnTo>
                  <a:lnTo>
                    <a:pt x="8335199" y="3116972"/>
                  </a:lnTo>
                  <a:lnTo>
                    <a:pt x="8334385" y="3116972"/>
                  </a:lnTo>
                  <a:lnTo>
                    <a:pt x="8333570" y="3116972"/>
                  </a:lnTo>
                  <a:lnTo>
                    <a:pt x="8332755" y="3116972"/>
                  </a:lnTo>
                  <a:lnTo>
                    <a:pt x="8331940" y="3116972"/>
                  </a:lnTo>
                  <a:lnTo>
                    <a:pt x="8331126" y="3116972"/>
                  </a:lnTo>
                  <a:lnTo>
                    <a:pt x="8330311" y="3116972"/>
                  </a:lnTo>
                  <a:lnTo>
                    <a:pt x="8329496" y="3116972"/>
                  </a:lnTo>
                  <a:lnTo>
                    <a:pt x="8328681" y="3116972"/>
                  </a:lnTo>
                  <a:lnTo>
                    <a:pt x="8327866" y="3116972"/>
                  </a:lnTo>
                  <a:lnTo>
                    <a:pt x="8327052" y="3116972"/>
                  </a:lnTo>
                  <a:lnTo>
                    <a:pt x="8326237" y="3116972"/>
                  </a:lnTo>
                  <a:lnTo>
                    <a:pt x="8325422" y="3116972"/>
                  </a:lnTo>
                  <a:lnTo>
                    <a:pt x="8324607" y="3116972"/>
                  </a:lnTo>
                  <a:lnTo>
                    <a:pt x="8323792" y="3116972"/>
                  </a:lnTo>
                  <a:lnTo>
                    <a:pt x="8322978" y="3116972"/>
                  </a:lnTo>
                  <a:lnTo>
                    <a:pt x="8322163" y="3116972"/>
                  </a:lnTo>
                  <a:lnTo>
                    <a:pt x="8321348" y="3116972"/>
                  </a:lnTo>
                  <a:lnTo>
                    <a:pt x="8320533" y="3116972"/>
                  </a:lnTo>
                  <a:lnTo>
                    <a:pt x="8319719" y="3116972"/>
                  </a:lnTo>
                  <a:lnTo>
                    <a:pt x="8318904" y="3116972"/>
                  </a:lnTo>
                  <a:lnTo>
                    <a:pt x="8318089" y="3116972"/>
                  </a:lnTo>
                  <a:lnTo>
                    <a:pt x="8317274" y="3116972"/>
                  </a:lnTo>
                  <a:lnTo>
                    <a:pt x="8316459" y="3116972"/>
                  </a:lnTo>
                  <a:lnTo>
                    <a:pt x="8315645" y="3116972"/>
                  </a:lnTo>
                  <a:lnTo>
                    <a:pt x="8314830" y="3116972"/>
                  </a:lnTo>
                  <a:lnTo>
                    <a:pt x="8314015" y="3116972"/>
                  </a:lnTo>
                  <a:lnTo>
                    <a:pt x="8313200" y="3116972"/>
                  </a:lnTo>
                  <a:lnTo>
                    <a:pt x="8312386" y="3116972"/>
                  </a:lnTo>
                  <a:lnTo>
                    <a:pt x="8311571" y="3116972"/>
                  </a:lnTo>
                  <a:lnTo>
                    <a:pt x="8310756" y="3116972"/>
                  </a:lnTo>
                  <a:lnTo>
                    <a:pt x="8309941" y="3116972"/>
                  </a:lnTo>
                  <a:lnTo>
                    <a:pt x="8309126" y="3116972"/>
                  </a:lnTo>
                  <a:lnTo>
                    <a:pt x="8308312" y="3116972"/>
                  </a:lnTo>
                  <a:lnTo>
                    <a:pt x="8307497" y="3116972"/>
                  </a:lnTo>
                  <a:lnTo>
                    <a:pt x="8306682" y="3116972"/>
                  </a:lnTo>
                  <a:lnTo>
                    <a:pt x="8305867" y="3116972"/>
                  </a:lnTo>
                  <a:lnTo>
                    <a:pt x="8305053" y="3116972"/>
                  </a:lnTo>
                  <a:lnTo>
                    <a:pt x="8304238" y="3116972"/>
                  </a:lnTo>
                  <a:lnTo>
                    <a:pt x="8303423" y="3116972"/>
                  </a:lnTo>
                  <a:lnTo>
                    <a:pt x="8302608" y="3116972"/>
                  </a:lnTo>
                  <a:lnTo>
                    <a:pt x="8301793" y="3116972"/>
                  </a:lnTo>
                  <a:lnTo>
                    <a:pt x="8300979" y="3116972"/>
                  </a:lnTo>
                  <a:lnTo>
                    <a:pt x="8300164" y="3116972"/>
                  </a:lnTo>
                  <a:lnTo>
                    <a:pt x="8299349" y="3116972"/>
                  </a:lnTo>
                  <a:lnTo>
                    <a:pt x="8298534" y="3116972"/>
                  </a:lnTo>
                  <a:lnTo>
                    <a:pt x="8297720" y="3116972"/>
                  </a:lnTo>
                  <a:lnTo>
                    <a:pt x="8296905" y="3116972"/>
                  </a:lnTo>
                  <a:lnTo>
                    <a:pt x="8296090" y="3116972"/>
                  </a:lnTo>
                  <a:lnTo>
                    <a:pt x="8295275" y="3116972"/>
                  </a:lnTo>
                  <a:lnTo>
                    <a:pt x="8294460" y="3116972"/>
                  </a:lnTo>
                  <a:lnTo>
                    <a:pt x="8293646" y="3116972"/>
                  </a:lnTo>
                  <a:lnTo>
                    <a:pt x="8292831" y="3116972"/>
                  </a:lnTo>
                  <a:lnTo>
                    <a:pt x="8292016" y="3116972"/>
                  </a:lnTo>
                  <a:lnTo>
                    <a:pt x="8291201" y="3116972"/>
                  </a:lnTo>
                  <a:lnTo>
                    <a:pt x="8290387" y="3116972"/>
                  </a:lnTo>
                  <a:lnTo>
                    <a:pt x="8289572" y="3116972"/>
                  </a:lnTo>
                  <a:lnTo>
                    <a:pt x="8288757" y="3116972"/>
                  </a:lnTo>
                  <a:lnTo>
                    <a:pt x="8287942" y="3116972"/>
                  </a:lnTo>
                  <a:lnTo>
                    <a:pt x="8287127" y="3116972"/>
                  </a:lnTo>
                  <a:lnTo>
                    <a:pt x="8286313" y="3116972"/>
                  </a:lnTo>
                  <a:lnTo>
                    <a:pt x="8285498" y="3116972"/>
                  </a:lnTo>
                  <a:lnTo>
                    <a:pt x="8284683" y="3116972"/>
                  </a:lnTo>
                  <a:lnTo>
                    <a:pt x="8283868" y="3116972"/>
                  </a:lnTo>
                  <a:lnTo>
                    <a:pt x="8283053" y="3116972"/>
                  </a:lnTo>
                  <a:lnTo>
                    <a:pt x="8282239" y="3116972"/>
                  </a:lnTo>
                  <a:lnTo>
                    <a:pt x="8281424" y="3116972"/>
                  </a:lnTo>
                  <a:lnTo>
                    <a:pt x="8280609" y="3116972"/>
                  </a:lnTo>
                  <a:lnTo>
                    <a:pt x="8279794" y="3116972"/>
                  </a:lnTo>
                  <a:lnTo>
                    <a:pt x="8278980" y="3116972"/>
                  </a:lnTo>
                  <a:lnTo>
                    <a:pt x="8278165" y="3116972"/>
                  </a:lnTo>
                  <a:lnTo>
                    <a:pt x="8277350" y="3116972"/>
                  </a:lnTo>
                  <a:lnTo>
                    <a:pt x="8276535" y="3116972"/>
                  </a:lnTo>
                  <a:lnTo>
                    <a:pt x="8275720" y="3116972"/>
                  </a:lnTo>
                  <a:lnTo>
                    <a:pt x="8274906" y="3116972"/>
                  </a:lnTo>
                  <a:lnTo>
                    <a:pt x="8274091" y="3116972"/>
                  </a:lnTo>
                  <a:lnTo>
                    <a:pt x="8273276" y="3116972"/>
                  </a:lnTo>
                  <a:lnTo>
                    <a:pt x="8272461" y="3116972"/>
                  </a:lnTo>
                  <a:lnTo>
                    <a:pt x="8271647" y="3116972"/>
                  </a:lnTo>
                  <a:lnTo>
                    <a:pt x="8270832" y="3116972"/>
                  </a:lnTo>
                  <a:lnTo>
                    <a:pt x="8270017" y="3116972"/>
                  </a:lnTo>
                  <a:lnTo>
                    <a:pt x="8269202" y="3116972"/>
                  </a:lnTo>
                  <a:lnTo>
                    <a:pt x="8268387" y="3116972"/>
                  </a:lnTo>
                  <a:lnTo>
                    <a:pt x="8267573" y="3116972"/>
                  </a:lnTo>
                  <a:lnTo>
                    <a:pt x="8266758" y="3116972"/>
                  </a:lnTo>
                  <a:lnTo>
                    <a:pt x="8265943" y="3116972"/>
                  </a:lnTo>
                  <a:lnTo>
                    <a:pt x="8265128" y="3116972"/>
                  </a:lnTo>
                  <a:lnTo>
                    <a:pt x="8264314" y="3116972"/>
                  </a:lnTo>
                  <a:lnTo>
                    <a:pt x="8263499" y="3116972"/>
                  </a:lnTo>
                  <a:lnTo>
                    <a:pt x="8262684" y="3116972"/>
                  </a:lnTo>
                  <a:lnTo>
                    <a:pt x="8261869" y="3116972"/>
                  </a:lnTo>
                  <a:lnTo>
                    <a:pt x="8261054" y="3116972"/>
                  </a:lnTo>
                  <a:lnTo>
                    <a:pt x="8260240" y="3116972"/>
                  </a:lnTo>
                  <a:lnTo>
                    <a:pt x="8259425" y="3116972"/>
                  </a:lnTo>
                  <a:lnTo>
                    <a:pt x="8258610" y="3116972"/>
                  </a:lnTo>
                  <a:lnTo>
                    <a:pt x="8257795" y="3116972"/>
                  </a:lnTo>
                  <a:lnTo>
                    <a:pt x="8256981" y="3116972"/>
                  </a:lnTo>
                  <a:lnTo>
                    <a:pt x="8256166" y="3116972"/>
                  </a:lnTo>
                  <a:lnTo>
                    <a:pt x="8255351" y="3116972"/>
                  </a:lnTo>
                  <a:lnTo>
                    <a:pt x="8254536" y="3116972"/>
                  </a:lnTo>
                  <a:lnTo>
                    <a:pt x="8253721" y="3116972"/>
                  </a:lnTo>
                  <a:lnTo>
                    <a:pt x="8252907" y="3116972"/>
                  </a:lnTo>
                  <a:lnTo>
                    <a:pt x="8252092" y="3116972"/>
                  </a:lnTo>
                  <a:lnTo>
                    <a:pt x="8251277" y="3116972"/>
                  </a:lnTo>
                  <a:lnTo>
                    <a:pt x="8250462" y="3116972"/>
                  </a:lnTo>
                  <a:lnTo>
                    <a:pt x="8249648" y="3116972"/>
                  </a:lnTo>
                  <a:lnTo>
                    <a:pt x="8248833" y="3116972"/>
                  </a:lnTo>
                  <a:lnTo>
                    <a:pt x="8248018" y="3116972"/>
                  </a:lnTo>
                  <a:lnTo>
                    <a:pt x="8247203" y="3116972"/>
                  </a:lnTo>
                  <a:lnTo>
                    <a:pt x="8246388" y="3116972"/>
                  </a:lnTo>
                  <a:lnTo>
                    <a:pt x="8245574" y="3116972"/>
                  </a:lnTo>
                  <a:lnTo>
                    <a:pt x="8244759" y="3116972"/>
                  </a:lnTo>
                  <a:lnTo>
                    <a:pt x="8243944" y="3116972"/>
                  </a:lnTo>
                  <a:lnTo>
                    <a:pt x="8243129" y="3116972"/>
                  </a:lnTo>
                  <a:lnTo>
                    <a:pt x="8242314" y="3116972"/>
                  </a:lnTo>
                  <a:lnTo>
                    <a:pt x="8241500" y="3116972"/>
                  </a:lnTo>
                  <a:lnTo>
                    <a:pt x="8240685" y="3116972"/>
                  </a:lnTo>
                  <a:lnTo>
                    <a:pt x="8239870" y="3116972"/>
                  </a:lnTo>
                  <a:lnTo>
                    <a:pt x="8239055" y="3116972"/>
                  </a:lnTo>
                  <a:lnTo>
                    <a:pt x="8238241" y="3116972"/>
                  </a:lnTo>
                  <a:lnTo>
                    <a:pt x="8237426" y="3116972"/>
                  </a:lnTo>
                  <a:lnTo>
                    <a:pt x="8236611" y="3116972"/>
                  </a:lnTo>
                  <a:lnTo>
                    <a:pt x="8235796" y="3116972"/>
                  </a:lnTo>
                  <a:lnTo>
                    <a:pt x="8234981" y="3116972"/>
                  </a:lnTo>
                  <a:lnTo>
                    <a:pt x="8234167" y="3116972"/>
                  </a:lnTo>
                  <a:lnTo>
                    <a:pt x="8233352" y="3116972"/>
                  </a:lnTo>
                  <a:lnTo>
                    <a:pt x="8232537" y="3116972"/>
                  </a:lnTo>
                  <a:lnTo>
                    <a:pt x="8231722" y="3116972"/>
                  </a:lnTo>
                  <a:lnTo>
                    <a:pt x="8230908" y="3116972"/>
                  </a:lnTo>
                  <a:lnTo>
                    <a:pt x="8230093" y="3116972"/>
                  </a:lnTo>
                  <a:lnTo>
                    <a:pt x="8229278" y="3116972"/>
                  </a:lnTo>
                  <a:lnTo>
                    <a:pt x="8228463" y="3116972"/>
                  </a:lnTo>
                  <a:lnTo>
                    <a:pt x="8227648" y="3116972"/>
                  </a:lnTo>
                  <a:lnTo>
                    <a:pt x="8226834" y="3116972"/>
                  </a:lnTo>
                  <a:lnTo>
                    <a:pt x="8226019" y="3116972"/>
                  </a:lnTo>
                  <a:lnTo>
                    <a:pt x="8225204" y="3116972"/>
                  </a:lnTo>
                  <a:lnTo>
                    <a:pt x="8224389" y="3116972"/>
                  </a:lnTo>
                  <a:lnTo>
                    <a:pt x="8223575" y="3116972"/>
                  </a:lnTo>
                  <a:lnTo>
                    <a:pt x="8222760" y="3116972"/>
                  </a:lnTo>
                  <a:lnTo>
                    <a:pt x="8221945" y="3116972"/>
                  </a:lnTo>
                  <a:lnTo>
                    <a:pt x="8221130" y="3116972"/>
                  </a:lnTo>
                  <a:lnTo>
                    <a:pt x="8220315" y="3116972"/>
                  </a:lnTo>
                  <a:lnTo>
                    <a:pt x="8219501" y="3116972"/>
                  </a:lnTo>
                  <a:lnTo>
                    <a:pt x="8218686" y="3116972"/>
                  </a:lnTo>
                  <a:lnTo>
                    <a:pt x="8217871" y="3116972"/>
                  </a:lnTo>
                  <a:lnTo>
                    <a:pt x="8217056" y="3116972"/>
                  </a:lnTo>
                  <a:lnTo>
                    <a:pt x="8216242" y="3116972"/>
                  </a:lnTo>
                  <a:lnTo>
                    <a:pt x="8215427" y="3116972"/>
                  </a:lnTo>
                  <a:lnTo>
                    <a:pt x="8214612" y="3116972"/>
                  </a:lnTo>
                  <a:lnTo>
                    <a:pt x="8213797" y="3116972"/>
                  </a:lnTo>
                  <a:lnTo>
                    <a:pt x="8212982" y="3116972"/>
                  </a:lnTo>
                  <a:lnTo>
                    <a:pt x="8212168" y="3116972"/>
                  </a:lnTo>
                  <a:lnTo>
                    <a:pt x="8211353" y="3116972"/>
                  </a:lnTo>
                  <a:lnTo>
                    <a:pt x="8210538" y="3116972"/>
                  </a:lnTo>
                  <a:lnTo>
                    <a:pt x="8209723" y="3116972"/>
                  </a:lnTo>
                  <a:lnTo>
                    <a:pt x="8208909" y="3116972"/>
                  </a:lnTo>
                  <a:lnTo>
                    <a:pt x="8208094" y="3116972"/>
                  </a:lnTo>
                  <a:lnTo>
                    <a:pt x="8207279" y="3116972"/>
                  </a:lnTo>
                  <a:lnTo>
                    <a:pt x="8206464" y="3116972"/>
                  </a:lnTo>
                  <a:lnTo>
                    <a:pt x="8205649" y="3116972"/>
                  </a:lnTo>
                  <a:lnTo>
                    <a:pt x="8204835" y="3116972"/>
                  </a:lnTo>
                  <a:lnTo>
                    <a:pt x="8204020" y="3116972"/>
                  </a:lnTo>
                  <a:lnTo>
                    <a:pt x="8203205" y="3116972"/>
                  </a:lnTo>
                  <a:lnTo>
                    <a:pt x="8202390" y="3116972"/>
                  </a:lnTo>
                  <a:lnTo>
                    <a:pt x="8201575" y="3116972"/>
                  </a:lnTo>
                  <a:lnTo>
                    <a:pt x="8200761" y="3116972"/>
                  </a:lnTo>
                  <a:lnTo>
                    <a:pt x="8199946" y="3116972"/>
                  </a:lnTo>
                  <a:lnTo>
                    <a:pt x="8199131" y="3116972"/>
                  </a:lnTo>
                  <a:lnTo>
                    <a:pt x="8198316" y="3116972"/>
                  </a:lnTo>
                  <a:lnTo>
                    <a:pt x="8197502" y="3116972"/>
                  </a:lnTo>
                  <a:lnTo>
                    <a:pt x="8196687" y="3116972"/>
                  </a:lnTo>
                  <a:lnTo>
                    <a:pt x="8195872" y="3116972"/>
                  </a:lnTo>
                  <a:lnTo>
                    <a:pt x="8195057" y="3116972"/>
                  </a:lnTo>
                  <a:lnTo>
                    <a:pt x="8194242" y="3116972"/>
                  </a:lnTo>
                  <a:lnTo>
                    <a:pt x="8193428" y="3116972"/>
                  </a:lnTo>
                  <a:lnTo>
                    <a:pt x="8192613" y="3116972"/>
                  </a:lnTo>
                  <a:lnTo>
                    <a:pt x="8191798" y="3116972"/>
                  </a:lnTo>
                  <a:lnTo>
                    <a:pt x="8190983" y="3116972"/>
                  </a:lnTo>
                  <a:lnTo>
                    <a:pt x="8190169" y="3116972"/>
                  </a:lnTo>
                  <a:lnTo>
                    <a:pt x="8189354" y="3116972"/>
                  </a:lnTo>
                  <a:lnTo>
                    <a:pt x="8188539" y="3116972"/>
                  </a:lnTo>
                  <a:lnTo>
                    <a:pt x="8187724" y="3116972"/>
                  </a:lnTo>
                  <a:lnTo>
                    <a:pt x="8186909" y="3116972"/>
                  </a:lnTo>
                  <a:lnTo>
                    <a:pt x="8186095" y="3116972"/>
                  </a:lnTo>
                  <a:lnTo>
                    <a:pt x="8185280" y="3116972"/>
                  </a:lnTo>
                  <a:lnTo>
                    <a:pt x="8184465" y="3116972"/>
                  </a:lnTo>
                  <a:lnTo>
                    <a:pt x="8183650" y="3116972"/>
                  </a:lnTo>
                  <a:lnTo>
                    <a:pt x="8182836" y="3116972"/>
                  </a:lnTo>
                  <a:lnTo>
                    <a:pt x="8182021" y="3116972"/>
                  </a:lnTo>
                  <a:lnTo>
                    <a:pt x="8181206" y="3116972"/>
                  </a:lnTo>
                  <a:lnTo>
                    <a:pt x="8180391" y="3116972"/>
                  </a:lnTo>
                  <a:lnTo>
                    <a:pt x="8179576" y="3116972"/>
                  </a:lnTo>
                  <a:lnTo>
                    <a:pt x="8178762" y="3116972"/>
                  </a:lnTo>
                  <a:lnTo>
                    <a:pt x="8177947" y="3116972"/>
                  </a:lnTo>
                  <a:lnTo>
                    <a:pt x="8177132" y="3116972"/>
                  </a:lnTo>
                  <a:lnTo>
                    <a:pt x="8176317" y="3116972"/>
                  </a:lnTo>
                  <a:lnTo>
                    <a:pt x="8175503" y="3116972"/>
                  </a:lnTo>
                  <a:lnTo>
                    <a:pt x="8174688" y="3116972"/>
                  </a:lnTo>
                  <a:lnTo>
                    <a:pt x="8173873" y="3116972"/>
                  </a:lnTo>
                  <a:lnTo>
                    <a:pt x="8173058" y="3116972"/>
                  </a:lnTo>
                  <a:lnTo>
                    <a:pt x="8172243" y="3116972"/>
                  </a:lnTo>
                  <a:lnTo>
                    <a:pt x="8171429" y="3116972"/>
                  </a:lnTo>
                  <a:lnTo>
                    <a:pt x="8170614" y="3116972"/>
                  </a:lnTo>
                  <a:lnTo>
                    <a:pt x="8169799" y="3116972"/>
                  </a:lnTo>
                  <a:lnTo>
                    <a:pt x="8168984" y="3116972"/>
                  </a:lnTo>
                  <a:lnTo>
                    <a:pt x="8168170" y="3116972"/>
                  </a:lnTo>
                  <a:lnTo>
                    <a:pt x="8167355" y="3116972"/>
                  </a:lnTo>
                  <a:lnTo>
                    <a:pt x="8166540" y="3116972"/>
                  </a:lnTo>
                  <a:lnTo>
                    <a:pt x="8165725" y="3116972"/>
                  </a:lnTo>
                  <a:lnTo>
                    <a:pt x="8164910" y="3116972"/>
                  </a:lnTo>
                  <a:lnTo>
                    <a:pt x="8164096" y="3116972"/>
                  </a:lnTo>
                  <a:lnTo>
                    <a:pt x="8163281" y="3116972"/>
                  </a:lnTo>
                  <a:lnTo>
                    <a:pt x="8162466" y="3116972"/>
                  </a:lnTo>
                  <a:lnTo>
                    <a:pt x="8161651" y="3116972"/>
                  </a:lnTo>
                  <a:lnTo>
                    <a:pt x="8160836" y="3116972"/>
                  </a:lnTo>
                  <a:lnTo>
                    <a:pt x="8160022" y="3116972"/>
                  </a:lnTo>
                  <a:lnTo>
                    <a:pt x="8159207" y="3116972"/>
                  </a:lnTo>
                  <a:lnTo>
                    <a:pt x="8158392" y="3116972"/>
                  </a:lnTo>
                  <a:lnTo>
                    <a:pt x="8157577" y="3116972"/>
                  </a:lnTo>
                  <a:lnTo>
                    <a:pt x="8156763" y="3116972"/>
                  </a:lnTo>
                  <a:lnTo>
                    <a:pt x="8155948" y="3116972"/>
                  </a:lnTo>
                  <a:lnTo>
                    <a:pt x="8155133" y="3116972"/>
                  </a:lnTo>
                  <a:lnTo>
                    <a:pt x="8154318" y="3116972"/>
                  </a:lnTo>
                  <a:lnTo>
                    <a:pt x="8153503" y="3116972"/>
                  </a:lnTo>
                  <a:lnTo>
                    <a:pt x="8152689" y="3116972"/>
                  </a:lnTo>
                  <a:lnTo>
                    <a:pt x="8151874" y="3116972"/>
                  </a:lnTo>
                  <a:lnTo>
                    <a:pt x="8151059" y="3116972"/>
                  </a:lnTo>
                  <a:lnTo>
                    <a:pt x="8150244" y="3116972"/>
                  </a:lnTo>
                  <a:lnTo>
                    <a:pt x="8149430" y="3116972"/>
                  </a:lnTo>
                  <a:lnTo>
                    <a:pt x="8148615" y="3116972"/>
                  </a:lnTo>
                  <a:lnTo>
                    <a:pt x="8147800" y="3116972"/>
                  </a:lnTo>
                  <a:lnTo>
                    <a:pt x="8146985" y="3116972"/>
                  </a:lnTo>
                  <a:lnTo>
                    <a:pt x="8146170" y="3116972"/>
                  </a:lnTo>
                  <a:lnTo>
                    <a:pt x="8145356" y="3116972"/>
                  </a:lnTo>
                  <a:lnTo>
                    <a:pt x="8144541" y="3116972"/>
                  </a:lnTo>
                  <a:lnTo>
                    <a:pt x="8143726" y="3116972"/>
                  </a:lnTo>
                  <a:lnTo>
                    <a:pt x="8142911" y="3116972"/>
                  </a:lnTo>
                  <a:lnTo>
                    <a:pt x="8142097" y="3116972"/>
                  </a:lnTo>
                  <a:lnTo>
                    <a:pt x="8141282" y="3116972"/>
                  </a:lnTo>
                  <a:lnTo>
                    <a:pt x="8140467" y="3116972"/>
                  </a:lnTo>
                  <a:lnTo>
                    <a:pt x="8139652" y="3116972"/>
                  </a:lnTo>
                  <a:lnTo>
                    <a:pt x="8138837" y="3116972"/>
                  </a:lnTo>
                  <a:lnTo>
                    <a:pt x="8138023" y="3116972"/>
                  </a:lnTo>
                  <a:lnTo>
                    <a:pt x="8137208" y="3116972"/>
                  </a:lnTo>
                  <a:lnTo>
                    <a:pt x="8136393" y="3116972"/>
                  </a:lnTo>
                  <a:lnTo>
                    <a:pt x="8135578" y="3116972"/>
                  </a:lnTo>
                  <a:lnTo>
                    <a:pt x="8134764" y="3116972"/>
                  </a:lnTo>
                  <a:lnTo>
                    <a:pt x="8133949" y="3116972"/>
                  </a:lnTo>
                  <a:lnTo>
                    <a:pt x="8133134" y="3116972"/>
                  </a:lnTo>
                  <a:lnTo>
                    <a:pt x="8132319" y="3116972"/>
                  </a:lnTo>
                  <a:lnTo>
                    <a:pt x="8131504" y="3116972"/>
                  </a:lnTo>
                  <a:lnTo>
                    <a:pt x="8130690" y="3116972"/>
                  </a:lnTo>
                  <a:lnTo>
                    <a:pt x="8129875" y="3116972"/>
                  </a:lnTo>
                  <a:lnTo>
                    <a:pt x="8129060" y="3116972"/>
                  </a:lnTo>
                  <a:lnTo>
                    <a:pt x="8128245" y="3116972"/>
                  </a:lnTo>
                  <a:lnTo>
                    <a:pt x="8127431" y="3116972"/>
                  </a:lnTo>
                  <a:lnTo>
                    <a:pt x="8126616" y="3116972"/>
                  </a:lnTo>
                  <a:lnTo>
                    <a:pt x="8125801" y="3116972"/>
                  </a:lnTo>
                  <a:lnTo>
                    <a:pt x="8124986" y="3116972"/>
                  </a:lnTo>
                  <a:lnTo>
                    <a:pt x="8124171" y="3116972"/>
                  </a:lnTo>
                  <a:lnTo>
                    <a:pt x="8123357" y="3116972"/>
                  </a:lnTo>
                  <a:lnTo>
                    <a:pt x="8122542" y="3116972"/>
                  </a:lnTo>
                  <a:lnTo>
                    <a:pt x="8121727" y="3116972"/>
                  </a:lnTo>
                  <a:lnTo>
                    <a:pt x="8120912" y="3116972"/>
                  </a:lnTo>
                  <a:lnTo>
                    <a:pt x="8120097" y="3116972"/>
                  </a:lnTo>
                  <a:lnTo>
                    <a:pt x="8119283" y="3116972"/>
                  </a:lnTo>
                  <a:lnTo>
                    <a:pt x="8118468" y="3116972"/>
                  </a:lnTo>
                  <a:lnTo>
                    <a:pt x="8117653" y="3116972"/>
                  </a:lnTo>
                  <a:lnTo>
                    <a:pt x="8116838" y="3116972"/>
                  </a:lnTo>
                  <a:lnTo>
                    <a:pt x="8116024" y="3116972"/>
                  </a:lnTo>
                  <a:lnTo>
                    <a:pt x="8115209" y="3116972"/>
                  </a:lnTo>
                  <a:lnTo>
                    <a:pt x="8114394" y="3116972"/>
                  </a:lnTo>
                  <a:lnTo>
                    <a:pt x="8113579" y="3116972"/>
                  </a:lnTo>
                  <a:lnTo>
                    <a:pt x="8112764" y="3116972"/>
                  </a:lnTo>
                  <a:lnTo>
                    <a:pt x="8111950" y="3116972"/>
                  </a:lnTo>
                  <a:lnTo>
                    <a:pt x="8111135" y="3116972"/>
                  </a:lnTo>
                  <a:lnTo>
                    <a:pt x="8110320" y="3116972"/>
                  </a:lnTo>
                  <a:lnTo>
                    <a:pt x="8109505" y="3116972"/>
                  </a:lnTo>
                  <a:lnTo>
                    <a:pt x="8108691" y="3116972"/>
                  </a:lnTo>
                  <a:lnTo>
                    <a:pt x="8107876" y="3116972"/>
                  </a:lnTo>
                  <a:lnTo>
                    <a:pt x="8107061" y="3116972"/>
                  </a:lnTo>
                  <a:lnTo>
                    <a:pt x="8106246" y="3116972"/>
                  </a:lnTo>
                  <a:lnTo>
                    <a:pt x="8105431" y="3116972"/>
                  </a:lnTo>
                  <a:lnTo>
                    <a:pt x="8104617" y="3116972"/>
                  </a:lnTo>
                  <a:lnTo>
                    <a:pt x="8103802" y="3116972"/>
                  </a:lnTo>
                  <a:lnTo>
                    <a:pt x="8102987" y="3116972"/>
                  </a:lnTo>
                  <a:lnTo>
                    <a:pt x="8102172" y="3116972"/>
                  </a:lnTo>
                  <a:lnTo>
                    <a:pt x="8101358" y="3116972"/>
                  </a:lnTo>
                  <a:lnTo>
                    <a:pt x="8100543" y="3116972"/>
                  </a:lnTo>
                  <a:lnTo>
                    <a:pt x="8099728" y="3116972"/>
                  </a:lnTo>
                  <a:lnTo>
                    <a:pt x="8098913" y="3116972"/>
                  </a:lnTo>
                  <a:lnTo>
                    <a:pt x="8098098" y="3116972"/>
                  </a:lnTo>
                  <a:lnTo>
                    <a:pt x="8097284" y="3116972"/>
                  </a:lnTo>
                  <a:lnTo>
                    <a:pt x="8096469" y="3116972"/>
                  </a:lnTo>
                  <a:lnTo>
                    <a:pt x="8095654" y="3116972"/>
                  </a:lnTo>
                  <a:lnTo>
                    <a:pt x="8094839" y="3116972"/>
                  </a:lnTo>
                  <a:lnTo>
                    <a:pt x="8094025" y="3116972"/>
                  </a:lnTo>
                  <a:lnTo>
                    <a:pt x="8093210" y="3116972"/>
                  </a:lnTo>
                  <a:lnTo>
                    <a:pt x="8092395" y="3116972"/>
                  </a:lnTo>
                  <a:lnTo>
                    <a:pt x="8091580" y="3116972"/>
                  </a:lnTo>
                  <a:lnTo>
                    <a:pt x="8090765" y="3116972"/>
                  </a:lnTo>
                  <a:lnTo>
                    <a:pt x="8089951" y="3116972"/>
                  </a:lnTo>
                  <a:lnTo>
                    <a:pt x="8089136" y="3116972"/>
                  </a:lnTo>
                  <a:lnTo>
                    <a:pt x="8088321" y="3116972"/>
                  </a:lnTo>
                  <a:lnTo>
                    <a:pt x="8087506" y="3116972"/>
                  </a:lnTo>
                  <a:lnTo>
                    <a:pt x="8086692" y="3116972"/>
                  </a:lnTo>
                  <a:lnTo>
                    <a:pt x="8085877" y="3116972"/>
                  </a:lnTo>
                  <a:lnTo>
                    <a:pt x="8085062" y="3116972"/>
                  </a:lnTo>
                  <a:lnTo>
                    <a:pt x="8084247" y="3116972"/>
                  </a:lnTo>
                  <a:lnTo>
                    <a:pt x="8083432" y="3116972"/>
                  </a:lnTo>
                  <a:lnTo>
                    <a:pt x="8082618" y="3116972"/>
                  </a:lnTo>
                  <a:lnTo>
                    <a:pt x="8081803" y="3116972"/>
                  </a:lnTo>
                  <a:lnTo>
                    <a:pt x="8080988" y="3116972"/>
                  </a:lnTo>
                  <a:lnTo>
                    <a:pt x="8080173" y="3116972"/>
                  </a:lnTo>
                  <a:lnTo>
                    <a:pt x="8079358" y="3116972"/>
                  </a:lnTo>
                  <a:lnTo>
                    <a:pt x="8078544" y="3116972"/>
                  </a:lnTo>
                  <a:lnTo>
                    <a:pt x="8077729" y="3116972"/>
                  </a:lnTo>
                  <a:lnTo>
                    <a:pt x="8076914" y="3116972"/>
                  </a:lnTo>
                  <a:lnTo>
                    <a:pt x="8076099" y="3116972"/>
                  </a:lnTo>
                  <a:lnTo>
                    <a:pt x="8075285" y="3116972"/>
                  </a:lnTo>
                  <a:lnTo>
                    <a:pt x="8074470" y="3116972"/>
                  </a:lnTo>
                  <a:lnTo>
                    <a:pt x="8073655" y="3116972"/>
                  </a:lnTo>
                  <a:lnTo>
                    <a:pt x="8072840" y="3116972"/>
                  </a:lnTo>
                  <a:lnTo>
                    <a:pt x="8072025" y="3116972"/>
                  </a:lnTo>
                  <a:lnTo>
                    <a:pt x="8071211" y="3116972"/>
                  </a:lnTo>
                  <a:lnTo>
                    <a:pt x="8070396" y="3116972"/>
                  </a:lnTo>
                  <a:lnTo>
                    <a:pt x="8069581" y="3116972"/>
                  </a:lnTo>
                  <a:lnTo>
                    <a:pt x="8068766" y="3116972"/>
                  </a:lnTo>
                  <a:lnTo>
                    <a:pt x="8067952" y="3116972"/>
                  </a:lnTo>
                  <a:lnTo>
                    <a:pt x="8067137" y="3116972"/>
                  </a:lnTo>
                  <a:lnTo>
                    <a:pt x="8066322" y="3116972"/>
                  </a:lnTo>
                  <a:lnTo>
                    <a:pt x="8065507" y="3116972"/>
                  </a:lnTo>
                  <a:lnTo>
                    <a:pt x="8064692" y="3116972"/>
                  </a:lnTo>
                  <a:lnTo>
                    <a:pt x="8063878" y="3116972"/>
                  </a:lnTo>
                  <a:lnTo>
                    <a:pt x="8063063" y="3116972"/>
                  </a:lnTo>
                  <a:lnTo>
                    <a:pt x="8062248" y="3116972"/>
                  </a:lnTo>
                  <a:lnTo>
                    <a:pt x="8061433" y="3116972"/>
                  </a:lnTo>
                  <a:lnTo>
                    <a:pt x="8060619" y="3116972"/>
                  </a:lnTo>
                  <a:lnTo>
                    <a:pt x="8059804" y="3116972"/>
                  </a:lnTo>
                  <a:lnTo>
                    <a:pt x="8058989" y="3116972"/>
                  </a:lnTo>
                  <a:lnTo>
                    <a:pt x="8058174" y="3116972"/>
                  </a:lnTo>
                  <a:lnTo>
                    <a:pt x="8057359" y="3116972"/>
                  </a:lnTo>
                  <a:lnTo>
                    <a:pt x="8056545" y="3116972"/>
                  </a:lnTo>
                  <a:lnTo>
                    <a:pt x="8055730" y="3116972"/>
                  </a:lnTo>
                  <a:lnTo>
                    <a:pt x="8054915" y="3116972"/>
                  </a:lnTo>
                  <a:lnTo>
                    <a:pt x="8054100" y="3116972"/>
                  </a:lnTo>
                  <a:lnTo>
                    <a:pt x="8053286" y="3116972"/>
                  </a:lnTo>
                  <a:lnTo>
                    <a:pt x="8052471" y="3116972"/>
                  </a:lnTo>
                  <a:lnTo>
                    <a:pt x="8051656" y="3116972"/>
                  </a:lnTo>
                  <a:lnTo>
                    <a:pt x="8050841" y="3116972"/>
                  </a:lnTo>
                  <a:lnTo>
                    <a:pt x="8050026" y="3116972"/>
                  </a:lnTo>
                  <a:lnTo>
                    <a:pt x="8049212" y="3116972"/>
                  </a:lnTo>
                  <a:lnTo>
                    <a:pt x="8048397" y="3116972"/>
                  </a:lnTo>
                  <a:lnTo>
                    <a:pt x="8047582" y="3116972"/>
                  </a:lnTo>
                  <a:lnTo>
                    <a:pt x="8046767" y="3116972"/>
                  </a:lnTo>
                  <a:lnTo>
                    <a:pt x="8045952" y="3116972"/>
                  </a:lnTo>
                  <a:lnTo>
                    <a:pt x="8045138" y="3116972"/>
                  </a:lnTo>
                  <a:lnTo>
                    <a:pt x="8044323" y="3116972"/>
                  </a:lnTo>
                  <a:lnTo>
                    <a:pt x="8043508" y="3116972"/>
                  </a:lnTo>
                  <a:lnTo>
                    <a:pt x="8042693" y="3116972"/>
                  </a:lnTo>
                  <a:lnTo>
                    <a:pt x="8041879" y="3116972"/>
                  </a:lnTo>
                  <a:lnTo>
                    <a:pt x="8041064" y="3116972"/>
                  </a:lnTo>
                  <a:lnTo>
                    <a:pt x="8040249" y="3116972"/>
                  </a:lnTo>
                  <a:lnTo>
                    <a:pt x="8039434" y="3116972"/>
                  </a:lnTo>
                  <a:lnTo>
                    <a:pt x="8038619" y="3116972"/>
                  </a:lnTo>
                  <a:lnTo>
                    <a:pt x="8037805" y="3116972"/>
                  </a:lnTo>
                  <a:lnTo>
                    <a:pt x="8036990" y="3116972"/>
                  </a:lnTo>
                  <a:lnTo>
                    <a:pt x="8036175" y="3116972"/>
                  </a:lnTo>
                  <a:lnTo>
                    <a:pt x="8035360" y="3116972"/>
                  </a:lnTo>
                  <a:lnTo>
                    <a:pt x="8034546" y="3116972"/>
                  </a:lnTo>
                  <a:lnTo>
                    <a:pt x="8033731" y="3116972"/>
                  </a:lnTo>
                  <a:lnTo>
                    <a:pt x="8032916" y="3116972"/>
                  </a:lnTo>
                  <a:lnTo>
                    <a:pt x="8032101" y="3116972"/>
                  </a:lnTo>
                  <a:lnTo>
                    <a:pt x="8031286" y="3116972"/>
                  </a:lnTo>
                  <a:lnTo>
                    <a:pt x="8030472" y="3116972"/>
                  </a:lnTo>
                  <a:lnTo>
                    <a:pt x="8029657" y="3116972"/>
                  </a:lnTo>
                  <a:lnTo>
                    <a:pt x="8028842" y="3116972"/>
                  </a:lnTo>
                  <a:lnTo>
                    <a:pt x="8028027" y="3116972"/>
                  </a:lnTo>
                  <a:lnTo>
                    <a:pt x="8027213" y="3116972"/>
                  </a:lnTo>
                  <a:lnTo>
                    <a:pt x="8026398" y="3116972"/>
                  </a:lnTo>
                  <a:lnTo>
                    <a:pt x="8025583" y="3116972"/>
                  </a:lnTo>
                  <a:lnTo>
                    <a:pt x="8024768" y="3116972"/>
                  </a:lnTo>
                  <a:lnTo>
                    <a:pt x="8023953" y="3116972"/>
                  </a:lnTo>
                  <a:lnTo>
                    <a:pt x="8023139" y="3116972"/>
                  </a:lnTo>
                  <a:lnTo>
                    <a:pt x="8022324" y="3116972"/>
                  </a:lnTo>
                  <a:lnTo>
                    <a:pt x="8021509" y="3116972"/>
                  </a:lnTo>
                  <a:lnTo>
                    <a:pt x="8020694" y="3116972"/>
                  </a:lnTo>
                  <a:lnTo>
                    <a:pt x="8019880" y="3116972"/>
                  </a:lnTo>
                  <a:lnTo>
                    <a:pt x="8019065" y="3116972"/>
                  </a:lnTo>
                  <a:lnTo>
                    <a:pt x="8018250" y="3116972"/>
                  </a:lnTo>
                  <a:lnTo>
                    <a:pt x="8017435" y="3116972"/>
                  </a:lnTo>
                  <a:lnTo>
                    <a:pt x="8016620" y="3116972"/>
                  </a:lnTo>
                  <a:lnTo>
                    <a:pt x="8015806" y="3116972"/>
                  </a:lnTo>
                  <a:lnTo>
                    <a:pt x="8014991" y="3116972"/>
                  </a:lnTo>
                  <a:lnTo>
                    <a:pt x="8014176" y="3116972"/>
                  </a:lnTo>
                  <a:lnTo>
                    <a:pt x="8013361" y="3116972"/>
                  </a:lnTo>
                  <a:lnTo>
                    <a:pt x="8012547" y="3116972"/>
                  </a:lnTo>
                  <a:lnTo>
                    <a:pt x="8011732" y="3116972"/>
                  </a:lnTo>
                  <a:lnTo>
                    <a:pt x="8010917" y="3116972"/>
                  </a:lnTo>
                  <a:lnTo>
                    <a:pt x="8010102" y="3116972"/>
                  </a:lnTo>
                  <a:lnTo>
                    <a:pt x="8009287" y="3116972"/>
                  </a:lnTo>
                  <a:lnTo>
                    <a:pt x="8008473" y="3116972"/>
                  </a:lnTo>
                  <a:lnTo>
                    <a:pt x="8007658" y="3116972"/>
                  </a:lnTo>
                  <a:lnTo>
                    <a:pt x="8006843" y="3116972"/>
                  </a:lnTo>
                  <a:lnTo>
                    <a:pt x="8006028" y="3116972"/>
                  </a:lnTo>
                  <a:lnTo>
                    <a:pt x="8005213" y="3116972"/>
                  </a:lnTo>
                  <a:lnTo>
                    <a:pt x="8004399" y="3116972"/>
                  </a:lnTo>
                  <a:lnTo>
                    <a:pt x="8003584" y="3116972"/>
                  </a:lnTo>
                  <a:lnTo>
                    <a:pt x="8002769" y="3116972"/>
                  </a:lnTo>
                  <a:lnTo>
                    <a:pt x="8001954" y="3116972"/>
                  </a:lnTo>
                  <a:lnTo>
                    <a:pt x="8001140" y="3116972"/>
                  </a:lnTo>
                  <a:lnTo>
                    <a:pt x="8000325" y="3116972"/>
                  </a:lnTo>
                  <a:lnTo>
                    <a:pt x="7999510" y="3116972"/>
                  </a:lnTo>
                  <a:lnTo>
                    <a:pt x="7998695" y="3116972"/>
                  </a:lnTo>
                  <a:lnTo>
                    <a:pt x="7997880" y="3116972"/>
                  </a:lnTo>
                  <a:lnTo>
                    <a:pt x="7997066" y="3116972"/>
                  </a:lnTo>
                  <a:lnTo>
                    <a:pt x="7996251" y="3116972"/>
                  </a:lnTo>
                  <a:lnTo>
                    <a:pt x="7995436" y="3116972"/>
                  </a:lnTo>
                  <a:lnTo>
                    <a:pt x="7994621" y="3116972"/>
                  </a:lnTo>
                  <a:lnTo>
                    <a:pt x="7993807" y="3116972"/>
                  </a:lnTo>
                  <a:lnTo>
                    <a:pt x="7992992" y="3116972"/>
                  </a:lnTo>
                  <a:lnTo>
                    <a:pt x="7992177" y="3116972"/>
                  </a:lnTo>
                  <a:lnTo>
                    <a:pt x="7991362" y="3116972"/>
                  </a:lnTo>
                  <a:lnTo>
                    <a:pt x="7990547" y="3116972"/>
                  </a:lnTo>
                  <a:lnTo>
                    <a:pt x="7989733" y="3116972"/>
                  </a:lnTo>
                  <a:lnTo>
                    <a:pt x="7988918" y="3116972"/>
                  </a:lnTo>
                  <a:lnTo>
                    <a:pt x="7988103" y="3116972"/>
                  </a:lnTo>
                  <a:lnTo>
                    <a:pt x="7987288" y="3116972"/>
                  </a:lnTo>
                  <a:lnTo>
                    <a:pt x="7986474" y="3116972"/>
                  </a:lnTo>
                  <a:lnTo>
                    <a:pt x="7985659" y="3116972"/>
                  </a:lnTo>
                  <a:lnTo>
                    <a:pt x="7984844" y="3116972"/>
                  </a:lnTo>
                  <a:lnTo>
                    <a:pt x="7984029" y="3116972"/>
                  </a:lnTo>
                  <a:lnTo>
                    <a:pt x="7983214" y="3116972"/>
                  </a:lnTo>
                  <a:lnTo>
                    <a:pt x="7982400" y="3116972"/>
                  </a:lnTo>
                  <a:lnTo>
                    <a:pt x="7981585" y="3116972"/>
                  </a:lnTo>
                  <a:lnTo>
                    <a:pt x="7980770" y="3116972"/>
                  </a:lnTo>
                  <a:lnTo>
                    <a:pt x="7979955" y="3116972"/>
                  </a:lnTo>
                  <a:lnTo>
                    <a:pt x="7979141" y="3116972"/>
                  </a:lnTo>
                  <a:lnTo>
                    <a:pt x="7978326" y="3116972"/>
                  </a:lnTo>
                  <a:lnTo>
                    <a:pt x="7977511" y="3116972"/>
                  </a:lnTo>
                  <a:lnTo>
                    <a:pt x="7976696" y="3116972"/>
                  </a:lnTo>
                  <a:lnTo>
                    <a:pt x="7975881" y="3116972"/>
                  </a:lnTo>
                  <a:lnTo>
                    <a:pt x="7975067" y="3116972"/>
                  </a:lnTo>
                  <a:lnTo>
                    <a:pt x="7974252" y="3116972"/>
                  </a:lnTo>
                  <a:lnTo>
                    <a:pt x="7973437" y="3116972"/>
                  </a:lnTo>
                  <a:lnTo>
                    <a:pt x="7972622" y="3116972"/>
                  </a:lnTo>
                  <a:lnTo>
                    <a:pt x="7971808" y="3116972"/>
                  </a:lnTo>
                  <a:lnTo>
                    <a:pt x="7970993" y="3116972"/>
                  </a:lnTo>
                  <a:lnTo>
                    <a:pt x="7970178" y="3116972"/>
                  </a:lnTo>
                  <a:lnTo>
                    <a:pt x="7969363" y="3116972"/>
                  </a:lnTo>
                  <a:lnTo>
                    <a:pt x="7968548" y="3116972"/>
                  </a:lnTo>
                  <a:lnTo>
                    <a:pt x="7967734" y="3116972"/>
                  </a:lnTo>
                  <a:lnTo>
                    <a:pt x="7966919" y="3116972"/>
                  </a:lnTo>
                  <a:lnTo>
                    <a:pt x="7966104" y="3116972"/>
                  </a:lnTo>
                  <a:lnTo>
                    <a:pt x="7965289" y="3116972"/>
                  </a:lnTo>
                  <a:lnTo>
                    <a:pt x="7964474" y="3116972"/>
                  </a:lnTo>
                  <a:lnTo>
                    <a:pt x="7963660" y="3116972"/>
                  </a:lnTo>
                  <a:lnTo>
                    <a:pt x="7962845" y="3116972"/>
                  </a:lnTo>
                  <a:lnTo>
                    <a:pt x="7962030" y="3116972"/>
                  </a:lnTo>
                  <a:lnTo>
                    <a:pt x="7961215" y="3116972"/>
                  </a:lnTo>
                  <a:lnTo>
                    <a:pt x="7960401" y="3116972"/>
                  </a:lnTo>
                  <a:lnTo>
                    <a:pt x="7959586" y="3116972"/>
                  </a:lnTo>
                  <a:lnTo>
                    <a:pt x="7958771" y="3116972"/>
                  </a:lnTo>
                  <a:lnTo>
                    <a:pt x="7957956" y="3116972"/>
                  </a:lnTo>
                  <a:lnTo>
                    <a:pt x="7957141" y="3116972"/>
                  </a:lnTo>
                  <a:lnTo>
                    <a:pt x="7956327" y="3116972"/>
                  </a:lnTo>
                  <a:lnTo>
                    <a:pt x="7955512" y="3116972"/>
                  </a:lnTo>
                  <a:lnTo>
                    <a:pt x="7954697" y="3116972"/>
                  </a:lnTo>
                  <a:lnTo>
                    <a:pt x="7953882" y="3116972"/>
                  </a:lnTo>
                  <a:lnTo>
                    <a:pt x="7953068" y="3116972"/>
                  </a:lnTo>
                  <a:lnTo>
                    <a:pt x="7952253" y="3116972"/>
                  </a:lnTo>
                  <a:lnTo>
                    <a:pt x="7951438" y="3116972"/>
                  </a:lnTo>
                  <a:lnTo>
                    <a:pt x="7950623" y="3116972"/>
                  </a:lnTo>
                  <a:lnTo>
                    <a:pt x="7949808" y="3116972"/>
                  </a:lnTo>
                  <a:lnTo>
                    <a:pt x="7948994" y="3116972"/>
                  </a:lnTo>
                  <a:lnTo>
                    <a:pt x="7948179" y="3116972"/>
                  </a:lnTo>
                  <a:lnTo>
                    <a:pt x="7947364" y="3116972"/>
                  </a:lnTo>
                  <a:lnTo>
                    <a:pt x="7946549" y="3116972"/>
                  </a:lnTo>
                  <a:lnTo>
                    <a:pt x="7945735" y="3116972"/>
                  </a:lnTo>
                  <a:lnTo>
                    <a:pt x="7944920" y="3116972"/>
                  </a:lnTo>
                  <a:lnTo>
                    <a:pt x="7944105" y="3116972"/>
                  </a:lnTo>
                  <a:lnTo>
                    <a:pt x="7943290" y="3116972"/>
                  </a:lnTo>
                  <a:lnTo>
                    <a:pt x="7942475" y="3116972"/>
                  </a:lnTo>
                  <a:lnTo>
                    <a:pt x="7941661" y="3116972"/>
                  </a:lnTo>
                  <a:lnTo>
                    <a:pt x="7940846" y="3116972"/>
                  </a:lnTo>
                  <a:lnTo>
                    <a:pt x="7940031" y="3116972"/>
                  </a:lnTo>
                  <a:lnTo>
                    <a:pt x="7939216" y="3116972"/>
                  </a:lnTo>
                  <a:lnTo>
                    <a:pt x="7938402" y="3116972"/>
                  </a:lnTo>
                  <a:lnTo>
                    <a:pt x="7937587" y="3116972"/>
                  </a:lnTo>
                  <a:lnTo>
                    <a:pt x="7936772" y="3116972"/>
                  </a:lnTo>
                  <a:lnTo>
                    <a:pt x="7935957" y="3116972"/>
                  </a:lnTo>
                  <a:lnTo>
                    <a:pt x="7935142" y="3116972"/>
                  </a:lnTo>
                  <a:lnTo>
                    <a:pt x="7934328" y="3116972"/>
                  </a:lnTo>
                  <a:lnTo>
                    <a:pt x="7933513" y="3116972"/>
                  </a:lnTo>
                  <a:lnTo>
                    <a:pt x="7932698" y="3116972"/>
                  </a:lnTo>
                  <a:lnTo>
                    <a:pt x="7931883" y="3116972"/>
                  </a:lnTo>
                  <a:lnTo>
                    <a:pt x="7931069" y="3116972"/>
                  </a:lnTo>
                  <a:lnTo>
                    <a:pt x="7930254" y="3116972"/>
                  </a:lnTo>
                  <a:lnTo>
                    <a:pt x="7929439" y="3116972"/>
                  </a:lnTo>
                  <a:lnTo>
                    <a:pt x="7928624" y="3116972"/>
                  </a:lnTo>
                  <a:lnTo>
                    <a:pt x="7927809" y="3116972"/>
                  </a:lnTo>
                  <a:lnTo>
                    <a:pt x="7926995" y="3116972"/>
                  </a:lnTo>
                  <a:lnTo>
                    <a:pt x="7926180" y="3116972"/>
                  </a:lnTo>
                  <a:lnTo>
                    <a:pt x="7925365" y="3116972"/>
                  </a:lnTo>
                  <a:lnTo>
                    <a:pt x="7924550" y="3116972"/>
                  </a:lnTo>
                  <a:lnTo>
                    <a:pt x="7923735" y="3116972"/>
                  </a:lnTo>
                  <a:lnTo>
                    <a:pt x="7922921" y="3116972"/>
                  </a:lnTo>
                  <a:lnTo>
                    <a:pt x="7922106" y="3116972"/>
                  </a:lnTo>
                  <a:lnTo>
                    <a:pt x="7921291" y="3116972"/>
                  </a:lnTo>
                  <a:lnTo>
                    <a:pt x="7920476" y="3116972"/>
                  </a:lnTo>
                  <a:lnTo>
                    <a:pt x="7919662" y="3116972"/>
                  </a:lnTo>
                  <a:lnTo>
                    <a:pt x="7918847" y="3116972"/>
                  </a:lnTo>
                  <a:lnTo>
                    <a:pt x="7918032" y="3116972"/>
                  </a:lnTo>
                  <a:lnTo>
                    <a:pt x="7917217" y="3116972"/>
                  </a:lnTo>
                  <a:lnTo>
                    <a:pt x="7916402" y="3116972"/>
                  </a:lnTo>
                  <a:lnTo>
                    <a:pt x="7915588" y="3116972"/>
                  </a:lnTo>
                  <a:lnTo>
                    <a:pt x="7914773" y="3116972"/>
                  </a:lnTo>
                  <a:lnTo>
                    <a:pt x="7913958" y="3116972"/>
                  </a:lnTo>
                  <a:lnTo>
                    <a:pt x="7913143" y="3116972"/>
                  </a:lnTo>
                  <a:lnTo>
                    <a:pt x="7912329" y="3116972"/>
                  </a:lnTo>
                  <a:lnTo>
                    <a:pt x="7911514" y="3116972"/>
                  </a:lnTo>
                  <a:lnTo>
                    <a:pt x="7910699" y="3116972"/>
                  </a:lnTo>
                  <a:lnTo>
                    <a:pt x="7909884" y="3116972"/>
                  </a:lnTo>
                  <a:lnTo>
                    <a:pt x="7909069" y="3116972"/>
                  </a:lnTo>
                  <a:lnTo>
                    <a:pt x="7908255" y="3116972"/>
                  </a:lnTo>
                  <a:lnTo>
                    <a:pt x="7907440" y="3116972"/>
                  </a:lnTo>
                  <a:lnTo>
                    <a:pt x="7906625" y="3116972"/>
                  </a:lnTo>
                  <a:lnTo>
                    <a:pt x="7905810" y="3116972"/>
                  </a:lnTo>
                  <a:lnTo>
                    <a:pt x="7904996" y="3116972"/>
                  </a:lnTo>
                  <a:lnTo>
                    <a:pt x="7904181" y="3116972"/>
                  </a:lnTo>
                  <a:lnTo>
                    <a:pt x="7903366" y="3116972"/>
                  </a:lnTo>
                  <a:lnTo>
                    <a:pt x="7902551" y="3116972"/>
                  </a:lnTo>
                  <a:lnTo>
                    <a:pt x="7901736" y="3116972"/>
                  </a:lnTo>
                  <a:lnTo>
                    <a:pt x="7900922" y="3116972"/>
                  </a:lnTo>
                  <a:lnTo>
                    <a:pt x="7900107" y="3116972"/>
                  </a:lnTo>
                  <a:lnTo>
                    <a:pt x="7899292" y="3116972"/>
                  </a:lnTo>
                  <a:lnTo>
                    <a:pt x="7898477" y="3116972"/>
                  </a:lnTo>
                  <a:lnTo>
                    <a:pt x="7897663" y="3116972"/>
                  </a:lnTo>
                  <a:lnTo>
                    <a:pt x="7896848" y="3116972"/>
                  </a:lnTo>
                  <a:lnTo>
                    <a:pt x="7896033" y="3116972"/>
                  </a:lnTo>
                  <a:lnTo>
                    <a:pt x="7895218" y="3116972"/>
                  </a:lnTo>
                  <a:lnTo>
                    <a:pt x="7894403" y="3116972"/>
                  </a:lnTo>
                  <a:lnTo>
                    <a:pt x="7893589" y="3116972"/>
                  </a:lnTo>
                  <a:lnTo>
                    <a:pt x="7892774" y="3116972"/>
                  </a:lnTo>
                  <a:lnTo>
                    <a:pt x="7891959" y="3116972"/>
                  </a:lnTo>
                  <a:lnTo>
                    <a:pt x="7891144" y="3116972"/>
                  </a:lnTo>
                  <a:lnTo>
                    <a:pt x="7890330" y="3116972"/>
                  </a:lnTo>
                  <a:lnTo>
                    <a:pt x="7889515" y="3116972"/>
                  </a:lnTo>
                  <a:lnTo>
                    <a:pt x="7888700" y="3116972"/>
                  </a:lnTo>
                  <a:lnTo>
                    <a:pt x="7887885" y="3116972"/>
                  </a:lnTo>
                  <a:lnTo>
                    <a:pt x="7887070" y="3116972"/>
                  </a:lnTo>
                  <a:lnTo>
                    <a:pt x="7886256" y="3116972"/>
                  </a:lnTo>
                  <a:lnTo>
                    <a:pt x="7885441" y="3116972"/>
                  </a:lnTo>
                  <a:lnTo>
                    <a:pt x="7884626" y="3116972"/>
                  </a:lnTo>
                  <a:lnTo>
                    <a:pt x="7883811" y="3116972"/>
                  </a:lnTo>
                  <a:lnTo>
                    <a:pt x="7882996" y="3116972"/>
                  </a:lnTo>
                  <a:lnTo>
                    <a:pt x="7882182" y="3116972"/>
                  </a:lnTo>
                  <a:lnTo>
                    <a:pt x="7881367" y="3116972"/>
                  </a:lnTo>
                  <a:lnTo>
                    <a:pt x="7880552" y="3116972"/>
                  </a:lnTo>
                  <a:lnTo>
                    <a:pt x="7879737" y="3116972"/>
                  </a:lnTo>
                  <a:lnTo>
                    <a:pt x="7878923" y="3116972"/>
                  </a:lnTo>
                  <a:lnTo>
                    <a:pt x="7878108" y="3116972"/>
                  </a:lnTo>
                  <a:lnTo>
                    <a:pt x="7877293" y="3116972"/>
                  </a:lnTo>
                  <a:lnTo>
                    <a:pt x="7876478" y="3116972"/>
                  </a:lnTo>
                  <a:lnTo>
                    <a:pt x="7875663" y="3116972"/>
                  </a:lnTo>
                  <a:lnTo>
                    <a:pt x="7874849" y="3116972"/>
                  </a:lnTo>
                  <a:lnTo>
                    <a:pt x="7874034" y="3116972"/>
                  </a:lnTo>
                  <a:lnTo>
                    <a:pt x="7873219" y="3116972"/>
                  </a:lnTo>
                  <a:lnTo>
                    <a:pt x="7872404" y="3116972"/>
                  </a:lnTo>
                  <a:lnTo>
                    <a:pt x="7871590" y="3116972"/>
                  </a:lnTo>
                  <a:lnTo>
                    <a:pt x="7870775" y="3116972"/>
                  </a:lnTo>
                  <a:lnTo>
                    <a:pt x="7869960" y="3116972"/>
                  </a:lnTo>
                  <a:lnTo>
                    <a:pt x="7869145" y="3116972"/>
                  </a:lnTo>
                  <a:lnTo>
                    <a:pt x="7868330" y="3116972"/>
                  </a:lnTo>
                  <a:lnTo>
                    <a:pt x="7867516" y="3116972"/>
                  </a:lnTo>
                  <a:lnTo>
                    <a:pt x="7866701" y="3116972"/>
                  </a:lnTo>
                  <a:lnTo>
                    <a:pt x="7865886" y="3116972"/>
                  </a:lnTo>
                  <a:lnTo>
                    <a:pt x="7865071" y="3116972"/>
                  </a:lnTo>
                  <a:lnTo>
                    <a:pt x="7864257" y="3116972"/>
                  </a:lnTo>
                  <a:lnTo>
                    <a:pt x="7863442" y="3116972"/>
                  </a:lnTo>
                  <a:lnTo>
                    <a:pt x="7862627" y="3116972"/>
                  </a:lnTo>
                  <a:lnTo>
                    <a:pt x="7861812" y="3116972"/>
                  </a:lnTo>
                  <a:lnTo>
                    <a:pt x="7860997" y="3116972"/>
                  </a:lnTo>
                  <a:lnTo>
                    <a:pt x="7860183" y="3116972"/>
                  </a:lnTo>
                  <a:lnTo>
                    <a:pt x="7859368" y="3116972"/>
                  </a:lnTo>
                  <a:lnTo>
                    <a:pt x="7858553" y="3116972"/>
                  </a:lnTo>
                  <a:lnTo>
                    <a:pt x="7857738" y="3116972"/>
                  </a:lnTo>
                  <a:lnTo>
                    <a:pt x="7856924" y="3116972"/>
                  </a:lnTo>
                  <a:lnTo>
                    <a:pt x="7856109" y="3116972"/>
                  </a:lnTo>
                  <a:lnTo>
                    <a:pt x="7855294" y="3116972"/>
                  </a:lnTo>
                  <a:lnTo>
                    <a:pt x="7854479" y="3116972"/>
                  </a:lnTo>
                  <a:lnTo>
                    <a:pt x="7853664" y="3116972"/>
                  </a:lnTo>
                  <a:lnTo>
                    <a:pt x="7852850" y="3116972"/>
                  </a:lnTo>
                  <a:lnTo>
                    <a:pt x="7852035" y="3116972"/>
                  </a:lnTo>
                  <a:lnTo>
                    <a:pt x="7851220" y="3116972"/>
                  </a:lnTo>
                  <a:lnTo>
                    <a:pt x="7850405" y="3116972"/>
                  </a:lnTo>
                  <a:lnTo>
                    <a:pt x="7849591" y="3116972"/>
                  </a:lnTo>
                  <a:lnTo>
                    <a:pt x="7848776" y="3116972"/>
                  </a:lnTo>
                  <a:lnTo>
                    <a:pt x="7847961" y="3116972"/>
                  </a:lnTo>
                  <a:lnTo>
                    <a:pt x="7847146" y="3116972"/>
                  </a:lnTo>
                  <a:lnTo>
                    <a:pt x="7846331" y="3116972"/>
                  </a:lnTo>
                  <a:lnTo>
                    <a:pt x="7845517" y="3116972"/>
                  </a:lnTo>
                  <a:lnTo>
                    <a:pt x="7844702" y="3116972"/>
                  </a:lnTo>
                  <a:lnTo>
                    <a:pt x="7843887" y="3116972"/>
                  </a:lnTo>
                  <a:lnTo>
                    <a:pt x="7843072" y="3116972"/>
                  </a:lnTo>
                  <a:lnTo>
                    <a:pt x="7842257" y="3116972"/>
                  </a:lnTo>
                  <a:lnTo>
                    <a:pt x="7841443" y="3116972"/>
                  </a:lnTo>
                  <a:lnTo>
                    <a:pt x="7840628" y="3116972"/>
                  </a:lnTo>
                  <a:lnTo>
                    <a:pt x="7839813" y="3116972"/>
                  </a:lnTo>
                  <a:lnTo>
                    <a:pt x="7838998" y="3116972"/>
                  </a:lnTo>
                  <a:lnTo>
                    <a:pt x="7838184" y="3116972"/>
                  </a:lnTo>
                  <a:lnTo>
                    <a:pt x="7837369" y="3116972"/>
                  </a:lnTo>
                  <a:lnTo>
                    <a:pt x="7836554" y="3116972"/>
                  </a:lnTo>
                  <a:lnTo>
                    <a:pt x="7835739" y="3116972"/>
                  </a:lnTo>
                  <a:lnTo>
                    <a:pt x="7834924" y="3116972"/>
                  </a:lnTo>
                  <a:lnTo>
                    <a:pt x="7834110" y="3116972"/>
                  </a:lnTo>
                  <a:lnTo>
                    <a:pt x="7833295" y="3116972"/>
                  </a:lnTo>
                  <a:lnTo>
                    <a:pt x="7832480" y="3116972"/>
                  </a:lnTo>
                  <a:lnTo>
                    <a:pt x="7831665" y="3116972"/>
                  </a:lnTo>
                  <a:lnTo>
                    <a:pt x="7830851" y="3116972"/>
                  </a:lnTo>
                  <a:lnTo>
                    <a:pt x="7830036" y="3116972"/>
                  </a:lnTo>
                  <a:lnTo>
                    <a:pt x="7829221" y="3116972"/>
                  </a:lnTo>
                  <a:lnTo>
                    <a:pt x="7828406" y="3116972"/>
                  </a:lnTo>
                  <a:lnTo>
                    <a:pt x="7827591" y="3116972"/>
                  </a:lnTo>
                  <a:lnTo>
                    <a:pt x="7826777" y="3116972"/>
                  </a:lnTo>
                  <a:lnTo>
                    <a:pt x="7825962" y="3116972"/>
                  </a:lnTo>
                  <a:lnTo>
                    <a:pt x="7825147" y="3116972"/>
                  </a:lnTo>
                  <a:lnTo>
                    <a:pt x="7824332" y="3116972"/>
                  </a:lnTo>
                  <a:lnTo>
                    <a:pt x="7823518" y="3116972"/>
                  </a:lnTo>
                  <a:lnTo>
                    <a:pt x="7822703" y="3116972"/>
                  </a:lnTo>
                  <a:lnTo>
                    <a:pt x="7821888" y="3116972"/>
                  </a:lnTo>
                  <a:lnTo>
                    <a:pt x="7821073" y="3116972"/>
                  </a:lnTo>
                  <a:lnTo>
                    <a:pt x="7820258" y="3116972"/>
                  </a:lnTo>
                  <a:lnTo>
                    <a:pt x="7819444" y="3116972"/>
                  </a:lnTo>
                  <a:lnTo>
                    <a:pt x="7818629" y="3116972"/>
                  </a:lnTo>
                  <a:lnTo>
                    <a:pt x="7817814" y="3116972"/>
                  </a:lnTo>
                  <a:lnTo>
                    <a:pt x="7816999" y="3116972"/>
                  </a:lnTo>
                  <a:lnTo>
                    <a:pt x="7816185" y="3116972"/>
                  </a:lnTo>
                  <a:lnTo>
                    <a:pt x="7815370" y="3116972"/>
                  </a:lnTo>
                  <a:lnTo>
                    <a:pt x="7814555" y="3116972"/>
                  </a:lnTo>
                  <a:lnTo>
                    <a:pt x="7813740" y="3116972"/>
                  </a:lnTo>
                  <a:lnTo>
                    <a:pt x="7812925" y="3116972"/>
                  </a:lnTo>
                  <a:lnTo>
                    <a:pt x="7812111" y="3116972"/>
                  </a:lnTo>
                  <a:lnTo>
                    <a:pt x="7811296" y="3116972"/>
                  </a:lnTo>
                  <a:lnTo>
                    <a:pt x="7810481" y="3116972"/>
                  </a:lnTo>
                  <a:lnTo>
                    <a:pt x="7809666" y="3116972"/>
                  </a:lnTo>
                  <a:lnTo>
                    <a:pt x="7808852" y="3116972"/>
                  </a:lnTo>
                  <a:lnTo>
                    <a:pt x="7808037" y="3116972"/>
                  </a:lnTo>
                  <a:lnTo>
                    <a:pt x="7807222" y="3116972"/>
                  </a:lnTo>
                  <a:lnTo>
                    <a:pt x="7806407" y="3116972"/>
                  </a:lnTo>
                  <a:lnTo>
                    <a:pt x="7805592" y="3116972"/>
                  </a:lnTo>
                  <a:lnTo>
                    <a:pt x="7804778" y="3116972"/>
                  </a:lnTo>
                  <a:lnTo>
                    <a:pt x="7803963" y="3116972"/>
                  </a:lnTo>
                  <a:lnTo>
                    <a:pt x="7803148" y="3116972"/>
                  </a:lnTo>
                  <a:lnTo>
                    <a:pt x="7802333" y="3116972"/>
                  </a:lnTo>
                  <a:lnTo>
                    <a:pt x="7801518" y="3116972"/>
                  </a:lnTo>
                  <a:lnTo>
                    <a:pt x="7800704" y="3116972"/>
                  </a:lnTo>
                  <a:lnTo>
                    <a:pt x="7799889" y="3116972"/>
                  </a:lnTo>
                  <a:lnTo>
                    <a:pt x="7799074" y="3116972"/>
                  </a:lnTo>
                  <a:lnTo>
                    <a:pt x="7798259" y="3116972"/>
                  </a:lnTo>
                  <a:lnTo>
                    <a:pt x="7797445" y="3116972"/>
                  </a:lnTo>
                  <a:lnTo>
                    <a:pt x="7796630" y="3116972"/>
                  </a:lnTo>
                  <a:lnTo>
                    <a:pt x="7795815" y="3116972"/>
                  </a:lnTo>
                  <a:lnTo>
                    <a:pt x="7795000" y="3116972"/>
                  </a:lnTo>
                  <a:lnTo>
                    <a:pt x="7794185" y="3116972"/>
                  </a:lnTo>
                  <a:lnTo>
                    <a:pt x="7793371" y="3116972"/>
                  </a:lnTo>
                  <a:lnTo>
                    <a:pt x="7792556" y="3116972"/>
                  </a:lnTo>
                  <a:lnTo>
                    <a:pt x="7791741" y="3116972"/>
                  </a:lnTo>
                  <a:lnTo>
                    <a:pt x="7790926" y="3116972"/>
                  </a:lnTo>
                  <a:lnTo>
                    <a:pt x="7790112" y="3116972"/>
                  </a:lnTo>
                  <a:lnTo>
                    <a:pt x="7789297" y="3116972"/>
                  </a:lnTo>
                  <a:lnTo>
                    <a:pt x="7788482" y="3116972"/>
                  </a:lnTo>
                  <a:lnTo>
                    <a:pt x="7787667" y="3116972"/>
                  </a:lnTo>
                  <a:lnTo>
                    <a:pt x="7786852" y="3116972"/>
                  </a:lnTo>
                  <a:lnTo>
                    <a:pt x="7786038" y="3116972"/>
                  </a:lnTo>
                  <a:lnTo>
                    <a:pt x="7785223" y="3116972"/>
                  </a:lnTo>
                  <a:lnTo>
                    <a:pt x="7784408" y="3116972"/>
                  </a:lnTo>
                  <a:lnTo>
                    <a:pt x="7783593" y="3116972"/>
                  </a:lnTo>
                  <a:lnTo>
                    <a:pt x="7782779" y="3116972"/>
                  </a:lnTo>
                  <a:lnTo>
                    <a:pt x="7781964" y="3116972"/>
                  </a:lnTo>
                  <a:lnTo>
                    <a:pt x="7781149" y="3116972"/>
                  </a:lnTo>
                  <a:lnTo>
                    <a:pt x="7780334" y="3116972"/>
                  </a:lnTo>
                  <a:lnTo>
                    <a:pt x="7779519" y="3116972"/>
                  </a:lnTo>
                  <a:lnTo>
                    <a:pt x="7778705" y="3116972"/>
                  </a:lnTo>
                  <a:lnTo>
                    <a:pt x="7777890" y="3116972"/>
                  </a:lnTo>
                  <a:lnTo>
                    <a:pt x="7777075" y="3116972"/>
                  </a:lnTo>
                  <a:lnTo>
                    <a:pt x="7776260" y="3116972"/>
                  </a:lnTo>
                  <a:lnTo>
                    <a:pt x="7775446" y="3116972"/>
                  </a:lnTo>
                  <a:lnTo>
                    <a:pt x="7774631" y="3116972"/>
                  </a:lnTo>
                  <a:lnTo>
                    <a:pt x="7773816" y="3116972"/>
                  </a:lnTo>
                  <a:lnTo>
                    <a:pt x="7773001" y="3116972"/>
                  </a:lnTo>
                  <a:lnTo>
                    <a:pt x="7772186" y="3116972"/>
                  </a:lnTo>
                  <a:lnTo>
                    <a:pt x="7771372" y="3116972"/>
                  </a:lnTo>
                  <a:lnTo>
                    <a:pt x="7770557" y="3116972"/>
                  </a:lnTo>
                  <a:lnTo>
                    <a:pt x="7769742" y="3116972"/>
                  </a:lnTo>
                  <a:lnTo>
                    <a:pt x="7768927" y="3116972"/>
                  </a:lnTo>
                  <a:lnTo>
                    <a:pt x="7768113" y="3116972"/>
                  </a:lnTo>
                  <a:lnTo>
                    <a:pt x="7767298" y="3116972"/>
                  </a:lnTo>
                  <a:lnTo>
                    <a:pt x="7766483" y="3116972"/>
                  </a:lnTo>
                  <a:lnTo>
                    <a:pt x="7765668" y="3116972"/>
                  </a:lnTo>
                  <a:lnTo>
                    <a:pt x="7764853" y="3116972"/>
                  </a:lnTo>
                  <a:lnTo>
                    <a:pt x="7764039" y="3116972"/>
                  </a:lnTo>
                  <a:lnTo>
                    <a:pt x="7763224" y="3116972"/>
                  </a:lnTo>
                  <a:lnTo>
                    <a:pt x="7762409" y="3116972"/>
                  </a:lnTo>
                  <a:lnTo>
                    <a:pt x="7761594" y="3116972"/>
                  </a:lnTo>
                  <a:lnTo>
                    <a:pt x="7760779" y="3116972"/>
                  </a:lnTo>
                  <a:lnTo>
                    <a:pt x="7759965" y="3116972"/>
                  </a:lnTo>
                  <a:lnTo>
                    <a:pt x="7759150" y="3116972"/>
                  </a:lnTo>
                  <a:lnTo>
                    <a:pt x="7758335" y="3116972"/>
                  </a:lnTo>
                  <a:lnTo>
                    <a:pt x="7757520" y="3116972"/>
                  </a:lnTo>
                  <a:lnTo>
                    <a:pt x="7756706" y="3116972"/>
                  </a:lnTo>
                  <a:lnTo>
                    <a:pt x="7755891" y="3116972"/>
                  </a:lnTo>
                  <a:lnTo>
                    <a:pt x="7755076" y="3116972"/>
                  </a:lnTo>
                  <a:lnTo>
                    <a:pt x="7754261" y="3116972"/>
                  </a:lnTo>
                  <a:lnTo>
                    <a:pt x="7753446" y="3116972"/>
                  </a:lnTo>
                  <a:lnTo>
                    <a:pt x="7752632" y="3116972"/>
                  </a:lnTo>
                  <a:lnTo>
                    <a:pt x="7751817" y="3116972"/>
                  </a:lnTo>
                  <a:lnTo>
                    <a:pt x="7751002" y="3116972"/>
                  </a:lnTo>
                  <a:lnTo>
                    <a:pt x="7750187" y="3116972"/>
                  </a:lnTo>
                  <a:lnTo>
                    <a:pt x="7749373" y="3116972"/>
                  </a:lnTo>
                  <a:lnTo>
                    <a:pt x="7748558" y="3116972"/>
                  </a:lnTo>
                  <a:lnTo>
                    <a:pt x="7747743" y="3116972"/>
                  </a:lnTo>
                  <a:lnTo>
                    <a:pt x="7746928" y="3116972"/>
                  </a:lnTo>
                  <a:lnTo>
                    <a:pt x="7746113" y="3116972"/>
                  </a:lnTo>
                  <a:lnTo>
                    <a:pt x="7745299" y="3116972"/>
                  </a:lnTo>
                  <a:lnTo>
                    <a:pt x="7744484" y="3116972"/>
                  </a:lnTo>
                  <a:lnTo>
                    <a:pt x="7743669" y="3116972"/>
                  </a:lnTo>
                  <a:lnTo>
                    <a:pt x="7742854" y="3116972"/>
                  </a:lnTo>
                  <a:lnTo>
                    <a:pt x="7742040" y="3116972"/>
                  </a:lnTo>
                  <a:lnTo>
                    <a:pt x="7741225" y="3116972"/>
                  </a:lnTo>
                  <a:lnTo>
                    <a:pt x="7740410" y="3116972"/>
                  </a:lnTo>
                  <a:lnTo>
                    <a:pt x="7739595" y="3116972"/>
                  </a:lnTo>
                  <a:lnTo>
                    <a:pt x="7738780" y="3116972"/>
                  </a:lnTo>
                  <a:lnTo>
                    <a:pt x="7737966" y="3116972"/>
                  </a:lnTo>
                  <a:lnTo>
                    <a:pt x="7737151" y="3116972"/>
                  </a:lnTo>
                  <a:lnTo>
                    <a:pt x="7736336" y="3116972"/>
                  </a:lnTo>
                  <a:lnTo>
                    <a:pt x="7735521" y="3116972"/>
                  </a:lnTo>
                  <a:lnTo>
                    <a:pt x="7734707" y="3116972"/>
                  </a:lnTo>
                  <a:lnTo>
                    <a:pt x="7733892" y="3116972"/>
                  </a:lnTo>
                  <a:lnTo>
                    <a:pt x="7733077" y="3116972"/>
                  </a:lnTo>
                  <a:lnTo>
                    <a:pt x="7732262" y="3116972"/>
                  </a:lnTo>
                  <a:lnTo>
                    <a:pt x="7731447" y="3116972"/>
                  </a:lnTo>
                  <a:lnTo>
                    <a:pt x="7730633" y="3116972"/>
                  </a:lnTo>
                  <a:lnTo>
                    <a:pt x="7729818" y="3116972"/>
                  </a:lnTo>
                  <a:lnTo>
                    <a:pt x="7729003" y="3116972"/>
                  </a:lnTo>
                  <a:lnTo>
                    <a:pt x="7728188" y="3116972"/>
                  </a:lnTo>
                  <a:lnTo>
                    <a:pt x="7727373" y="3116972"/>
                  </a:lnTo>
                  <a:lnTo>
                    <a:pt x="7726559" y="3116972"/>
                  </a:lnTo>
                  <a:lnTo>
                    <a:pt x="7725744" y="3116972"/>
                  </a:lnTo>
                  <a:lnTo>
                    <a:pt x="7724929" y="3116972"/>
                  </a:lnTo>
                  <a:lnTo>
                    <a:pt x="7724114" y="3116972"/>
                  </a:lnTo>
                  <a:lnTo>
                    <a:pt x="7723300" y="3116972"/>
                  </a:lnTo>
                  <a:lnTo>
                    <a:pt x="7722485" y="3116972"/>
                  </a:lnTo>
                  <a:lnTo>
                    <a:pt x="7721670" y="3116972"/>
                  </a:lnTo>
                  <a:lnTo>
                    <a:pt x="7720855" y="3116972"/>
                  </a:lnTo>
                  <a:lnTo>
                    <a:pt x="7720040" y="3116972"/>
                  </a:lnTo>
                  <a:lnTo>
                    <a:pt x="7719226" y="3116972"/>
                  </a:lnTo>
                  <a:lnTo>
                    <a:pt x="7718411" y="3116972"/>
                  </a:lnTo>
                  <a:lnTo>
                    <a:pt x="7717596" y="3116972"/>
                  </a:lnTo>
                  <a:lnTo>
                    <a:pt x="7716781" y="3116972"/>
                  </a:lnTo>
                  <a:lnTo>
                    <a:pt x="7715967" y="3116972"/>
                  </a:lnTo>
                  <a:lnTo>
                    <a:pt x="7715152" y="3116972"/>
                  </a:lnTo>
                  <a:lnTo>
                    <a:pt x="7714337" y="3116972"/>
                  </a:lnTo>
                  <a:lnTo>
                    <a:pt x="7713522" y="3116972"/>
                  </a:lnTo>
                  <a:lnTo>
                    <a:pt x="7712707" y="3116972"/>
                  </a:lnTo>
                  <a:lnTo>
                    <a:pt x="7711893" y="3116972"/>
                  </a:lnTo>
                  <a:lnTo>
                    <a:pt x="7711078" y="3116972"/>
                  </a:lnTo>
                  <a:lnTo>
                    <a:pt x="7710263" y="3116972"/>
                  </a:lnTo>
                  <a:lnTo>
                    <a:pt x="7709448" y="3116972"/>
                  </a:lnTo>
                  <a:lnTo>
                    <a:pt x="7708634" y="3116972"/>
                  </a:lnTo>
                  <a:lnTo>
                    <a:pt x="7707819" y="3116972"/>
                  </a:lnTo>
                  <a:lnTo>
                    <a:pt x="7707004" y="3116972"/>
                  </a:lnTo>
                  <a:lnTo>
                    <a:pt x="7706189" y="3116972"/>
                  </a:lnTo>
                  <a:lnTo>
                    <a:pt x="7705374" y="3116972"/>
                  </a:lnTo>
                  <a:lnTo>
                    <a:pt x="7704560" y="3116972"/>
                  </a:lnTo>
                  <a:lnTo>
                    <a:pt x="7703745" y="3116972"/>
                  </a:lnTo>
                  <a:lnTo>
                    <a:pt x="7702930" y="3116972"/>
                  </a:lnTo>
                  <a:lnTo>
                    <a:pt x="7702115" y="3116972"/>
                  </a:lnTo>
                  <a:lnTo>
                    <a:pt x="7701301" y="3116972"/>
                  </a:lnTo>
                  <a:lnTo>
                    <a:pt x="7700486" y="3116972"/>
                  </a:lnTo>
                  <a:lnTo>
                    <a:pt x="7699671" y="3116972"/>
                  </a:lnTo>
                  <a:lnTo>
                    <a:pt x="7698856" y="3116972"/>
                  </a:lnTo>
                  <a:lnTo>
                    <a:pt x="7698041" y="3116972"/>
                  </a:lnTo>
                  <a:lnTo>
                    <a:pt x="7697227" y="3116972"/>
                  </a:lnTo>
                  <a:lnTo>
                    <a:pt x="7696412" y="3116972"/>
                  </a:lnTo>
                  <a:lnTo>
                    <a:pt x="7695597" y="3116972"/>
                  </a:lnTo>
                  <a:lnTo>
                    <a:pt x="7694782" y="3116972"/>
                  </a:lnTo>
                  <a:lnTo>
                    <a:pt x="7693968" y="3116972"/>
                  </a:lnTo>
                  <a:lnTo>
                    <a:pt x="7693153" y="3116972"/>
                  </a:lnTo>
                  <a:lnTo>
                    <a:pt x="7692338" y="3116972"/>
                  </a:lnTo>
                  <a:lnTo>
                    <a:pt x="7691523" y="3116972"/>
                  </a:lnTo>
                  <a:lnTo>
                    <a:pt x="7690708" y="3116972"/>
                  </a:lnTo>
                  <a:lnTo>
                    <a:pt x="7689894" y="3116972"/>
                  </a:lnTo>
                  <a:lnTo>
                    <a:pt x="7689079" y="3116972"/>
                  </a:lnTo>
                  <a:lnTo>
                    <a:pt x="7688264" y="3116972"/>
                  </a:lnTo>
                  <a:lnTo>
                    <a:pt x="7687449" y="3116972"/>
                  </a:lnTo>
                  <a:lnTo>
                    <a:pt x="7686634" y="3116972"/>
                  </a:lnTo>
                  <a:lnTo>
                    <a:pt x="7685820" y="3116972"/>
                  </a:lnTo>
                  <a:lnTo>
                    <a:pt x="7685005" y="3116972"/>
                  </a:lnTo>
                  <a:lnTo>
                    <a:pt x="7684190" y="3116972"/>
                  </a:lnTo>
                  <a:lnTo>
                    <a:pt x="7683375" y="3116972"/>
                  </a:lnTo>
                  <a:lnTo>
                    <a:pt x="7682561" y="3116972"/>
                  </a:lnTo>
                  <a:lnTo>
                    <a:pt x="7681746" y="3116972"/>
                  </a:lnTo>
                  <a:lnTo>
                    <a:pt x="7680931" y="3116972"/>
                  </a:lnTo>
                  <a:lnTo>
                    <a:pt x="7680116" y="3116972"/>
                  </a:lnTo>
                  <a:lnTo>
                    <a:pt x="7679301" y="3116972"/>
                  </a:lnTo>
                  <a:lnTo>
                    <a:pt x="7678487" y="3116972"/>
                  </a:lnTo>
                  <a:lnTo>
                    <a:pt x="7677672" y="3116972"/>
                  </a:lnTo>
                  <a:lnTo>
                    <a:pt x="7676857" y="3116972"/>
                  </a:lnTo>
                  <a:lnTo>
                    <a:pt x="7676042" y="3116972"/>
                  </a:lnTo>
                  <a:lnTo>
                    <a:pt x="7675228" y="3116972"/>
                  </a:lnTo>
                  <a:lnTo>
                    <a:pt x="7674413" y="3116972"/>
                  </a:lnTo>
                  <a:lnTo>
                    <a:pt x="7673598" y="3116972"/>
                  </a:lnTo>
                  <a:lnTo>
                    <a:pt x="7672783" y="3116972"/>
                  </a:lnTo>
                  <a:lnTo>
                    <a:pt x="7671968" y="3116972"/>
                  </a:lnTo>
                  <a:lnTo>
                    <a:pt x="7671154" y="3116972"/>
                  </a:lnTo>
                  <a:lnTo>
                    <a:pt x="7670339" y="3116972"/>
                  </a:lnTo>
                  <a:lnTo>
                    <a:pt x="7669524" y="3116972"/>
                  </a:lnTo>
                  <a:lnTo>
                    <a:pt x="7668709" y="3116972"/>
                  </a:lnTo>
                  <a:lnTo>
                    <a:pt x="7667895" y="3116972"/>
                  </a:lnTo>
                  <a:lnTo>
                    <a:pt x="7667080" y="3116972"/>
                  </a:lnTo>
                  <a:lnTo>
                    <a:pt x="7666265" y="3116972"/>
                  </a:lnTo>
                  <a:lnTo>
                    <a:pt x="7665450" y="3116972"/>
                  </a:lnTo>
                  <a:lnTo>
                    <a:pt x="7664635" y="3116972"/>
                  </a:lnTo>
                  <a:lnTo>
                    <a:pt x="7663821" y="3116972"/>
                  </a:lnTo>
                  <a:lnTo>
                    <a:pt x="7663006" y="3116972"/>
                  </a:lnTo>
                  <a:lnTo>
                    <a:pt x="7662191" y="3116972"/>
                  </a:lnTo>
                  <a:lnTo>
                    <a:pt x="7661376" y="3116972"/>
                  </a:lnTo>
                  <a:lnTo>
                    <a:pt x="7660562" y="3116972"/>
                  </a:lnTo>
                  <a:lnTo>
                    <a:pt x="7659747" y="3116972"/>
                  </a:lnTo>
                  <a:lnTo>
                    <a:pt x="7658932" y="3116972"/>
                  </a:lnTo>
                  <a:lnTo>
                    <a:pt x="7658117" y="3116972"/>
                  </a:lnTo>
                  <a:lnTo>
                    <a:pt x="7657302" y="3116972"/>
                  </a:lnTo>
                  <a:lnTo>
                    <a:pt x="7656488" y="3116972"/>
                  </a:lnTo>
                  <a:lnTo>
                    <a:pt x="7655673" y="3116972"/>
                  </a:lnTo>
                  <a:lnTo>
                    <a:pt x="7654858" y="3116972"/>
                  </a:lnTo>
                  <a:lnTo>
                    <a:pt x="7654043" y="3116972"/>
                  </a:lnTo>
                  <a:lnTo>
                    <a:pt x="7653229" y="3116972"/>
                  </a:lnTo>
                  <a:lnTo>
                    <a:pt x="7652414" y="3116972"/>
                  </a:lnTo>
                  <a:lnTo>
                    <a:pt x="7651599" y="3116972"/>
                  </a:lnTo>
                  <a:lnTo>
                    <a:pt x="7650784" y="3116972"/>
                  </a:lnTo>
                  <a:lnTo>
                    <a:pt x="7649969" y="3116972"/>
                  </a:lnTo>
                  <a:lnTo>
                    <a:pt x="7649155" y="3116972"/>
                  </a:lnTo>
                  <a:lnTo>
                    <a:pt x="7648340" y="3116972"/>
                  </a:lnTo>
                  <a:lnTo>
                    <a:pt x="7647525" y="3116972"/>
                  </a:lnTo>
                  <a:lnTo>
                    <a:pt x="7646710" y="3116972"/>
                  </a:lnTo>
                  <a:lnTo>
                    <a:pt x="7645895" y="3116972"/>
                  </a:lnTo>
                  <a:lnTo>
                    <a:pt x="7645081" y="3116972"/>
                  </a:lnTo>
                  <a:lnTo>
                    <a:pt x="7644266" y="3116972"/>
                  </a:lnTo>
                  <a:lnTo>
                    <a:pt x="7643451" y="3116972"/>
                  </a:lnTo>
                  <a:lnTo>
                    <a:pt x="7642636" y="3116972"/>
                  </a:lnTo>
                  <a:lnTo>
                    <a:pt x="7641822" y="3116972"/>
                  </a:lnTo>
                  <a:lnTo>
                    <a:pt x="7641007" y="3116972"/>
                  </a:lnTo>
                  <a:lnTo>
                    <a:pt x="7640192" y="3116972"/>
                  </a:lnTo>
                  <a:lnTo>
                    <a:pt x="7639377" y="3116972"/>
                  </a:lnTo>
                  <a:lnTo>
                    <a:pt x="7638562" y="3116972"/>
                  </a:lnTo>
                  <a:lnTo>
                    <a:pt x="7637748" y="3116972"/>
                  </a:lnTo>
                  <a:lnTo>
                    <a:pt x="7636933" y="3116972"/>
                  </a:lnTo>
                  <a:lnTo>
                    <a:pt x="7636118" y="3116972"/>
                  </a:lnTo>
                  <a:lnTo>
                    <a:pt x="7635303" y="3116972"/>
                  </a:lnTo>
                  <a:lnTo>
                    <a:pt x="7634489" y="3116972"/>
                  </a:lnTo>
                  <a:lnTo>
                    <a:pt x="7633674" y="3116972"/>
                  </a:lnTo>
                  <a:lnTo>
                    <a:pt x="7632859" y="3116972"/>
                  </a:lnTo>
                  <a:lnTo>
                    <a:pt x="7632044" y="3116972"/>
                  </a:lnTo>
                  <a:lnTo>
                    <a:pt x="7631229" y="3116972"/>
                  </a:lnTo>
                  <a:lnTo>
                    <a:pt x="7630415" y="3116972"/>
                  </a:lnTo>
                  <a:lnTo>
                    <a:pt x="7629600" y="3116972"/>
                  </a:lnTo>
                  <a:lnTo>
                    <a:pt x="7628785" y="3116972"/>
                  </a:lnTo>
                  <a:lnTo>
                    <a:pt x="7627970" y="3116972"/>
                  </a:lnTo>
                  <a:lnTo>
                    <a:pt x="7627156" y="3116972"/>
                  </a:lnTo>
                  <a:lnTo>
                    <a:pt x="7626341" y="3116972"/>
                  </a:lnTo>
                  <a:lnTo>
                    <a:pt x="7625526" y="3116972"/>
                  </a:lnTo>
                  <a:lnTo>
                    <a:pt x="7624711" y="3116972"/>
                  </a:lnTo>
                  <a:lnTo>
                    <a:pt x="7623896" y="3116972"/>
                  </a:lnTo>
                  <a:lnTo>
                    <a:pt x="7623082" y="3116972"/>
                  </a:lnTo>
                  <a:lnTo>
                    <a:pt x="7622267" y="3116972"/>
                  </a:lnTo>
                  <a:lnTo>
                    <a:pt x="7621452" y="3116972"/>
                  </a:lnTo>
                  <a:lnTo>
                    <a:pt x="7620637" y="3116972"/>
                  </a:lnTo>
                  <a:lnTo>
                    <a:pt x="7619823" y="3116972"/>
                  </a:lnTo>
                  <a:lnTo>
                    <a:pt x="7619008" y="3116972"/>
                  </a:lnTo>
                  <a:lnTo>
                    <a:pt x="7618193" y="3116972"/>
                  </a:lnTo>
                  <a:lnTo>
                    <a:pt x="7617378" y="3116972"/>
                  </a:lnTo>
                  <a:lnTo>
                    <a:pt x="7616563" y="3116972"/>
                  </a:lnTo>
                  <a:lnTo>
                    <a:pt x="7615749" y="3116972"/>
                  </a:lnTo>
                  <a:lnTo>
                    <a:pt x="7614934" y="3116972"/>
                  </a:lnTo>
                  <a:lnTo>
                    <a:pt x="7614119" y="3116972"/>
                  </a:lnTo>
                  <a:lnTo>
                    <a:pt x="7613304" y="3116972"/>
                  </a:lnTo>
                  <a:lnTo>
                    <a:pt x="7612490" y="3116972"/>
                  </a:lnTo>
                  <a:lnTo>
                    <a:pt x="7611675" y="3116972"/>
                  </a:lnTo>
                  <a:lnTo>
                    <a:pt x="7610860" y="3116972"/>
                  </a:lnTo>
                  <a:lnTo>
                    <a:pt x="7610045" y="3116972"/>
                  </a:lnTo>
                  <a:lnTo>
                    <a:pt x="7609230" y="3116972"/>
                  </a:lnTo>
                  <a:lnTo>
                    <a:pt x="7608416" y="3116972"/>
                  </a:lnTo>
                  <a:lnTo>
                    <a:pt x="7607601" y="3116972"/>
                  </a:lnTo>
                  <a:lnTo>
                    <a:pt x="7606786" y="3116972"/>
                  </a:lnTo>
                  <a:lnTo>
                    <a:pt x="7605971" y="3116972"/>
                  </a:lnTo>
                  <a:lnTo>
                    <a:pt x="7605156" y="3116972"/>
                  </a:lnTo>
                  <a:lnTo>
                    <a:pt x="7604342" y="3116972"/>
                  </a:lnTo>
                  <a:lnTo>
                    <a:pt x="7603527" y="3116972"/>
                  </a:lnTo>
                  <a:lnTo>
                    <a:pt x="7602712" y="3116972"/>
                  </a:lnTo>
                  <a:lnTo>
                    <a:pt x="7601897" y="3116972"/>
                  </a:lnTo>
                  <a:lnTo>
                    <a:pt x="7601083" y="3116972"/>
                  </a:lnTo>
                  <a:lnTo>
                    <a:pt x="7600268" y="3116972"/>
                  </a:lnTo>
                  <a:lnTo>
                    <a:pt x="7599453" y="3116972"/>
                  </a:lnTo>
                  <a:lnTo>
                    <a:pt x="7598638" y="3116972"/>
                  </a:lnTo>
                  <a:lnTo>
                    <a:pt x="7597823" y="3116972"/>
                  </a:lnTo>
                  <a:lnTo>
                    <a:pt x="7597009" y="3116972"/>
                  </a:lnTo>
                  <a:lnTo>
                    <a:pt x="7596194" y="3116972"/>
                  </a:lnTo>
                  <a:lnTo>
                    <a:pt x="7595379" y="3116972"/>
                  </a:lnTo>
                  <a:lnTo>
                    <a:pt x="7594564" y="3116972"/>
                  </a:lnTo>
                  <a:lnTo>
                    <a:pt x="7593750" y="3116972"/>
                  </a:lnTo>
                  <a:lnTo>
                    <a:pt x="7592935" y="3116972"/>
                  </a:lnTo>
                  <a:lnTo>
                    <a:pt x="7592120" y="3116972"/>
                  </a:lnTo>
                  <a:lnTo>
                    <a:pt x="7591305" y="3116972"/>
                  </a:lnTo>
                  <a:lnTo>
                    <a:pt x="7590490" y="3116972"/>
                  </a:lnTo>
                  <a:lnTo>
                    <a:pt x="7589676" y="3116972"/>
                  </a:lnTo>
                  <a:lnTo>
                    <a:pt x="7588861" y="3116972"/>
                  </a:lnTo>
                  <a:lnTo>
                    <a:pt x="7588046" y="3116972"/>
                  </a:lnTo>
                  <a:lnTo>
                    <a:pt x="7587231" y="3116972"/>
                  </a:lnTo>
                  <a:lnTo>
                    <a:pt x="7586417" y="3116972"/>
                  </a:lnTo>
                  <a:lnTo>
                    <a:pt x="7585602" y="3116972"/>
                  </a:lnTo>
                  <a:lnTo>
                    <a:pt x="7584787" y="3116972"/>
                  </a:lnTo>
                  <a:lnTo>
                    <a:pt x="7583972" y="3116972"/>
                  </a:lnTo>
                  <a:lnTo>
                    <a:pt x="7583157" y="3116972"/>
                  </a:lnTo>
                  <a:lnTo>
                    <a:pt x="7582343" y="3116972"/>
                  </a:lnTo>
                  <a:lnTo>
                    <a:pt x="7581528" y="3116972"/>
                  </a:lnTo>
                  <a:lnTo>
                    <a:pt x="7580713" y="3116972"/>
                  </a:lnTo>
                  <a:lnTo>
                    <a:pt x="7579898" y="3116972"/>
                  </a:lnTo>
                  <a:lnTo>
                    <a:pt x="7579084" y="3116972"/>
                  </a:lnTo>
                  <a:lnTo>
                    <a:pt x="7578269" y="3116972"/>
                  </a:lnTo>
                  <a:lnTo>
                    <a:pt x="7577454" y="3116972"/>
                  </a:lnTo>
                  <a:lnTo>
                    <a:pt x="7576639" y="3116972"/>
                  </a:lnTo>
                  <a:lnTo>
                    <a:pt x="7575824" y="3116972"/>
                  </a:lnTo>
                  <a:lnTo>
                    <a:pt x="7575010" y="3116972"/>
                  </a:lnTo>
                  <a:lnTo>
                    <a:pt x="7574195" y="3116972"/>
                  </a:lnTo>
                  <a:lnTo>
                    <a:pt x="7573380" y="3116972"/>
                  </a:lnTo>
                  <a:lnTo>
                    <a:pt x="7572565" y="3116972"/>
                  </a:lnTo>
                  <a:lnTo>
                    <a:pt x="7571751" y="3116972"/>
                  </a:lnTo>
                  <a:lnTo>
                    <a:pt x="7570936" y="3116972"/>
                  </a:lnTo>
                  <a:lnTo>
                    <a:pt x="7570121" y="3116972"/>
                  </a:lnTo>
                  <a:lnTo>
                    <a:pt x="7569306" y="3116972"/>
                  </a:lnTo>
                  <a:lnTo>
                    <a:pt x="7568491" y="3116972"/>
                  </a:lnTo>
                  <a:lnTo>
                    <a:pt x="7567677" y="3116972"/>
                  </a:lnTo>
                  <a:lnTo>
                    <a:pt x="7566862" y="3116972"/>
                  </a:lnTo>
                  <a:lnTo>
                    <a:pt x="7566047" y="3116972"/>
                  </a:lnTo>
                  <a:lnTo>
                    <a:pt x="7565232" y="3116972"/>
                  </a:lnTo>
                  <a:lnTo>
                    <a:pt x="7564417" y="3116972"/>
                  </a:lnTo>
                  <a:lnTo>
                    <a:pt x="7563603" y="3116972"/>
                  </a:lnTo>
                  <a:lnTo>
                    <a:pt x="7562788" y="3116972"/>
                  </a:lnTo>
                  <a:lnTo>
                    <a:pt x="7561973" y="3116972"/>
                  </a:lnTo>
                  <a:lnTo>
                    <a:pt x="7561158" y="3116972"/>
                  </a:lnTo>
                  <a:lnTo>
                    <a:pt x="7560344" y="3116972"/>
                  </a:lnTo>
                  <a:lnTo>
                    <a:pt x="7559529" y="3116972"/>
                  </a:lnTo>
                  <a:lnTo>
                    <a:pt x="7558714" y="3116972"/>
                  </a:lnTo>
                  <a:lnTo>
                    <a:pt x="7557899" y="3116972"/>
                  </a:lnTo>
                  <a:lnTo>
                    <a:pt x="7557084" y="3116972"/>
                  </a:lnTo>
                  <a:lnTo>
                    <a:pt x="7556270" y="3116972"/>
                  </a:lnTo>
                  <a:lnTo>
                    <a:pt x="7555455" y="3116972"/>
                  </a:lnTo>
                  <a:lnTo>
                    <a:pt x="7554640" y="3116972"/>
                  </a:lnTo>
                  <a:lnTo>
                    <a:pt x="7553825" y="3116972"/>
                  </a:lnTo>
                  <a:lnTo>
                    <a:pt x="7553011" y="3116972"/>
                  </a:lnTo>
                  <a:lnTo>
                    <a:pt x="7552196" y="3116972"/>
                  </a:lnTo>
                  <a:lnTo>
                    <a:pt x="7551381" y="3116972"/>
                  </a:lnTo>
                  <a:lnTo>
                    <a:pt x="7550566" y="3116972"/>
                  </a:lnTo>
                  <a:lnTo>
                    <a:pt x="7549751" y="3116972"/>
                  </a:lnTo>
                  <a:lnTo>
                    <a:pt x="7548937" y="3116972"/>
                  </a:lnTo>
                  <a:lnTo>
                    <a:pt x="7548122" y="3116972"/>
                  </a:lnTo>
                  <a:lnTo>
                    <a:pt x="7547307" y="3116972"/>
                  </a:lnTo>
                  <a:lnTo>
                    <a:pt x="7546492" y="3116972"/>
                  </a:lnTo>
                  <a:lnTo>
                    <a:pt x="7545678" y="3116972"/>
                  </a:lnTo>
                  <a:lnTo>
                    <a:pt x="7544863" y="3116972"/>
                  </a:lnTo>
                  <a:lnTo>
                    <a:pt x="7544048" y="3116972"/>
                  </a:lnTo>
                  <a:lnTo>
                    <a:pt x="7543233" y="3116972"/>
                  </a:lnTo>
                  <a:lnTo>
                    <a:pt x="7542418" y="3116972"/>
                  </a:lnTo>
                  <a:lnTo>
                    <a:pt x="7541604" y="3116972"/>
                  </a:lnTo>
                  <a:lnTo>
                    <a:pt x="7540789" y="3116972"/>
                  </a:lnTo>
                  <a:lnTo>
                    <a:pt x="7539974" y="3116972"/>
                  </a:lnTo>
                  <a:lnTo>
                    <a:pt x="7539159" y="3116972"/>
                  </a:lnTo>
                  <a:lnTo>
                    <a:pt x="7538345" y="3116972"/>
                  </a:lnTo>
                  <a:lnTo>
                    <a:pt x="7537530" y="3116972"/>
                  </a:lnTo>
                  <a:lnTo>
                    <a:pt x="7536715" y="3116972"/>
                  </a:lnTo>
                  <a:lnTo>
                    <a:pt x="7535900" y="3116972"/>
                  </a:lnTo>
                  <a:lnTo>
                    <a:pt x="7535085" y="3116972"/>
                  </a:lnTo>
                  <a:lnTo>
                    <a:pt x="7534271" y="3116972"/>
                  </a:lnTo>
                  <a:lnTo>
                    <a:pt x="7533456" y="3116972"/>
                  </a:lnTo>
                  <a:lnTo>
                    <a:pt x="7532641" y="3116972"/>
                  </a:lnTo>
                  <a:lnTo>
                    <a:pt x="7531826" y="3116972"/>
                  </a:lnTo>
                  <a:lnTo>
                    <a:pt x="7531012" y="3116972"/>
                  </a:lnTo>
                  <a:lnTo>
                    <a:pt x="7530197" y="3116972"/>
                  </a:lnTo>
                  <a:lnTo>
                    <a:pt x="7529382" y="3116972"/>
                  </a:lnTo>
                  <a:lnTo>
                    <a:pt x="7528567" y="3116972"/>
                  </a:lnTo>
                  <a:lnTo>
                    <a:pt x="7527752" y="3116972"/>
                  </a:lnTo>
                  <a:lnTo>
                    <a:pt x="7526938" y="3116972"/>
                  </a:lnTo>
                  <a:lnTo>
                    <a:pt x="7526123" y="3116972"/>
                  </a:lnTo>
                  <a:lnTo>
                    <a:pt x="7525308" y="3116972"/>
                  </a:lnTo>
                  <a:lnTo>
                    <a:pt x="7524493" y="3116972"/>
                  </a:lnTo>
                  <a:lnTo>
                    <a:pt x="7523678" y="3116972"/>
                  </a:lnTo>
                  <a:lnTo>
                    <a:pt x="7522864" y="3116972"/>
                  </a:lnTo>
                  <a:lnTo>
                    <a:pt x="7522049" y="3116972"/>
                  </a:lnTo>
                  <a:lnTo>
                    <a:pt x="7521234" y="3116972"/>
                  </a:lnTo>
                  <a:lnTo>
                    <a:pt x="7520419" y="3116972"/>
                  </a:lnTo>
                  <a:lnTo>
                    <a:pt x="7519605" y="3116972"/>
                  </a:lnTo>
                  <a:lnTo>
                    <a:pt x="7518790" y="3116972"/>
                  </a:lnTo>
                  <a:lnTo>
                    <a:pt x="7517975" y="3116972"/>
                  </a:lnTo>
                  <a:lnTo>
                    <a:pt x="7517160" y="3116972"/>
                  </a:lnTo>
                  <a:lnTo>
                    <a:pt x="7516345" y="3116972"/>
                  </a:lnTo>
                  <a:lnTo>
                    <a:pt x="7515531" y="3116972"/>
                  </a:lnTo>
                  <a:lnTo>
                    <a:pt x="7514716" y="3116972"/>
                  </a:lnTo>
                  <a:lnTo>
                    <a:pt x="7513901" y="3116972"/>
                  </a:lnTo>
                  <a:lnTo>
                    <a:pt x="7513086" y="3116972"/>
                  </a:lnTo>
                  <a:lnTo>
                    <a:pt x="7512272" y="3116972"/>
                  </a:lnTo>
                  <a:lnTo>
                    <a:pt x="7511457" y="3116972"/>
                  </a:lnTo>
                  <a:lnTo>
                    <a:pt x="7510642" y="3116972"/>
                  </a:lnTo>
                  <a:lnTo>
                    <a:pt x="7509827" y="3116972"/>
                  </a:lnTo>
                  <a:lnTo>
                    <a:pt x="7509012" y="3116972"/>
                  </a:lnTo>
                  <a:lnTo>
                    <a:pt x="7508198" y="3116972"/>
                  </a:lnTo>
                  <a:lnTo>
                    <a:pt x="7507383" y="3116972"/>
                  </a:lnTo>
                  <a:lnTo>
                    <a:pt x="7506568" y="3116972"/>
                  </a:lnTo>
                  <a:lnTo>
                    <a:pt x="7505753" y="3116972"/>
                  </a:lnTo>
                  <a:lnTo>
                    <a:pt x="7504939" y="3116972"/>
                  </a:lnTo>
                  <a:lnTo>
                    <a:pt x="7504124" y="3116972"/>
                  </a:lnTo>
                  <a:lnTo>
                    <a:pt x="7503309" y="3116972"/>
                  </a:lnTo>
                  <a:lnTo>
                    <a:pt x="7502494" y="3116972"/>
                  </a:lnTo>
                  <a:lnTo>
                    <a:pt x="7501679" y="3116972"/>
                  </a:lnTo>
                  <a:lnTo>
                    <a:pt x="7500865" y="3116972"/>
                  </a:lnTo>
                  <a:lnTo>
                    <a:pt x="7500050" y="3116972"/>
                  </a:lnTo>
                  <a:lnTo>
                    <a:pt x="7499235" y="3116972"/>
                  </a:lnTo>
                  <a:lnTo>
                    <a:pt x="7498420" y="3116972"/>
                  </a:lnTo>
                  <a:lnTo>
                    <a:pt x="7497606" y="3116972"/>
                  </a:lnTo>
                  <a:lnTo>
                    <a:pt x="7496791" y="3116972"/>
                  </a:lnTo>
                  <a:lnTo>
                    <a:pt x="7495976" y="3116972"/>
                  </a:lnTo>
                  <a:lnTo>
                    <a:pt x="7495161" y="3116972"/>
                  </a:lnTo>
                  <a:lnTo>
                    <a:pt x="7494346" y="3116972"/>
                  </a:lnTo>
                  <a:lnTo>
                    <a:pt x="7493532" y="3116972"/>
                  </a:lnTo>
                  <a:lnTo>
                    <a:pt x="7492717" y="3116972"/>
                  </a:lnTo>
                  <a:lnTo>
                    <a:pt x="7491902" y="3116972"/>
                  </a:lnTo>
                  <a:lnTo>
                    <a:pt x="7491087" y="3116972"/>
                  </a:lnTo>
                  <a:lnTo>
                    <a:pt x="7490273" y="3116972"/>
                  </a:lnTo>
                  <a:lnTo>
                    <a:pt x="7489458" y="3116972"/>
                  </a:lnTo>
                  <a:lnTo>
                    <a:pt x="7488643" y="3116972"/>
                  </a:lnTo>
                  <a:lnTo>
                    <a:pt x="7487828" y="3116972"/>
                  </a:lnTo>
                  <a:lnTo>
                    <a:pt x="7487013" y="3116972"/>
                  </a:lnTo>
                  <a:lnTo>
                    <a:pt x="7486199" y="3116972"/>
                  </a:lnTo>
                  <a:lnTo>
                    <a:pt x="7485384" y="3116972"/>
                  </a:lnTo>
                  <a:lnTo>
                    <a:pt x="7484569" y="3116972"/>
                  </a:lnTo>
                  <a:lnTo>
                    <a:pt x="7483754" y="3116972"/>
                  </a:lnTo>
                  <a:lnTo>
                    <a:pt x="7482939" y="3116972"/>
                  </a:lnTo>
                  <a:lnTo>
                    <a:pt x="7482125" y="3116972"/>
                  </a:lnTo>
                  <a:lnTo>
                    <a:pt x="7481310" y="3116972"/>
                  </a:lnTo>
                  <a:lnTo>
                    <a:pt x="7480495" y="3116972"/>
                  </a:lnTo>
                  <a:lnTo>
                    <a:pt x="7479680" y="3116972"/>
                  </a:lnTo>
                  <a:lnTo>
                    <a:pt x="7478866" y="3116972"/>
                  </a:lnTo>
                  <a:lnTo>
                    <a:pt x="7478051" y="3116972"/>
                  </a:lnTo>
                  <a:lnTo>
                    <a:pt x="7477236" y="3116972"/>
                  </a:lnTo>
                  <a:lnTo>
                    <a:pt x="7476421" y="3116972"/>
                  </a:lnTo>
                  <a:lnTo>
                    <a:pt x="7475606" y="3116972"/>
                  </a:lnTo>
                  <a:lnTo>
                    <a:pt x="7474792" y="3116972"/>
                  </a:lnTo>
                  <a:lnTo>
                    <a:pt x="7473977" y="3116972"/>
                  </a:lnTo>
                  <a:lnTo>
                    <a:pt x="7473162" y="3116972"/>
                  </a:lnTo>
                  <a:lnTo>
                    <a:pt x="7472347" y="3116972"/>
                  </a:lnTo>
                  <a:lnTo>
                    <a:pt x="7471533" y="3116972"/>
                  </a:lnTo>
                  <a:lnTo>
                    <a:pt x="7470718" y="3116972"/>
                  </a:lnTo>
                  <a:lnTo>
                    <a:pt x="7469903" y="3116972"/>
                  </a:lnTo>
                  <a:lnTo>
                    <a:pt x="7469088" y="3116972"/>
                  </a:lnTo>
                  <a:lnTo>
                    <a:pt x="7468273" y="3116972"/>
                  </a:lnTo>
                  <a:lnTo>
                    <a:pt x="7467459" y="3116972"/>
                  </a:lnTo>
                  <a:lnTo>
                    <a:pt x="7466644" y="3116972"/>
                  </a:lnTo>
                  <a:lnTo>
                    <a:pt x="7465829" y="3116972"/>
                  </a:lnTo>
                  <a:lnTo>
                    <a:pt x="7465014" y="3116972"/>
                  </a:lnTo>
                  <a:lnTo>
                    <a:pt x="7464200" y="3116972"/>
                  </a:lnTo>
                  <a:lnTo>
                    <a:pt x="7463385" y="3116972"/>
                  </a:lnTo>
                  <a:lnTo>
                    <a:pt x="7462570" y="3116972"/>
                  </a:lnTo>
                  <a:lnTo>
                    <a:pt x="7461755" y="3116972"/>
                  </a:lnTo>
                  <a:lnTo>
                    <a:pt x="7460940" y="3116972"/>
                  </a:lnTo>
                  <a:lnTo>
                    <a:pt x="7460126" y="3116972"/>
                  </a:lnTo>
                  <a:lnTo>
                    <a:pt x="7459311" y="3116972"/>
                  </a:lnTo>
                  <a:lnTo>
                    <a:pt x="7458496" y="3116972"/>
                  </a:lnTo>
                  <a:lnTo>
                    <a:pt x="7457681" y="3116972"/>
                  </a:lnTo>
                  <a:lnTo>
                    <a:pt x="7456867" y="3116972"/>
                  </a:lnTo>
                  <a:lnTo>
                    <a:pt x="7456052" y="3116972"/>
                  </a:lnTo>
                  <a:lnTo>
                    <a:pt x="7455237" y="3116972"/>
                  </a:lnTo>
                  <a:lnTo>
                    <a:pt x="7454422" y="3116972"/>
                  </a:lnTo>
                  <a:lnTo>
                    <a:pt x="7453607" y="3116972"/>
                  </a:lnTo>
                  <a:lnTo>
                    <a:pt x="7452793" y="3116972"/>
                  </a:lnTo>
                  <a:lnTo>
                    <a:pt x="7451978" y="3116972"/>
                  </a:lnTo>
                  <a:lnTo>
                    <a:pt x="7451163" y="3116972"/>
                  </a:lnTo>
                  <a:lnTo>
                    <a:pt x="7450348" y="3116972"/>
                  </a:lnTo>
                  <a:lnTo>
                    <a:pt x="7449534" y="3116972"/>
                  </a:lnTo>
                  <a:lnTo>
                    <a:pt x="7448719" y="3116972"/>
                  </a:lnTo>
                  <a:lnTo>
                    <a:pt x="7447904" y="3116972"/>
                  </a:lnTo>
                  <a:lnTo>
                    <a:pt x="7447089" y="3116972"/>
                  </a:lnTo>
                  <a:lnTo>
                    <a:pt x="7446274" y="3116972"/>
                  </a:lnTo>
                  <a:lnTo>
                    <a:pt x="7445460" y="3116972"/>
                  </a:lnTo>
                  <a:lnTo>
                    <a:pt x="7444645" y="3116972"/>
                  </a:lnTo>
                  <a:lnTo>
                    <a:pt x="7443830" y="3116972"/>
                  </a:lnTo>
                  <a:lnTo>
                    <a:pt x="7443015" y="3116972"/>
                  </a:lnTo>
                  <a:lnTo>
                    <a:pt x="7442200" y="3116972"/>
                  </a:lnTo>
                  <a:lnTo>
                    <a:pt x="7441386" y="3116972"/>
                  </a:lnTo>
                  <a:lnTo>
                    <a:pt x="7440571" y="3116972"/>
                  </a:lnTo>
                  <a:lnTo>
                    <a:pt x="7439756" y="3116972"/>
                  </a:lnTo>
                  <a:lnTo>
                    <a:pt x="7438941" y="3116972"/>
                  </a:lnTo>
                  <a:lnTo>
                    <a:pt x="7438127" y="3116972"/>
                  </a:lnTo>
                  <a:lnTo>
                    <a:pt x="7437312" y="3116972"/>
                  </a:lnTo>
                  <a:lnTo>
                    <a:pt x="7436497" y="3116972"/>
                  </a:lnTo>
                  <a:lnTo>
                    <a:pt x="7435682" y="3116972"/>
                  </a:lnTo>
                  <a:lnTo>
                    <a:pt x="7434867" y="3116972"/>
                  </a:lnTo>
                  <a:lnTo>
                    <a:pt x="7434053" y="3116972"/>
                  </a:lnTo>
                  <a:lnTo>
                    <a:pt x="7433238" y="3116972"/>
                  </a:lnTo>
                  <a:lnTo>
                    <a:pt x="7432423" y="3116972"/>
                  </a:lnTo>
                  <a:lnTo>
                    <a:pt x="7431608" y="3116972"/>
                  </a:lnTo>
                  <a:lnTo>
                    <a:pt x="7430794" y="3116972"/>
                  </a:lnTo>
                  <a:lnTo>
                    <a:pt x="7429979" y="3116972"/>
                  </a:lnTo>
                  <a:lnTo>
                    <a:pt x="7429164" y="3116972"/>
                  </a:lnTo>
                  <a:lnTo>
                    <a:pt x="7428349" y="3116972"/>
                  </a:lnTo>
                  <a:lnTo>
                    <a:pt x="7427534" y="3116972"/>
                  </a:lnTo>
                  <a:lnTo>
                    <a:pt x="7426720" y="3116972"/>
                  </a:lnTo>
                  <a:lnTo>
                    <a:pt x="7425905" y="3116972"/>
                  </a:lnTo>
                  <a:lnTo>
                    <a:pt x="7425090" y="3116972"/>
                  </a:lnTo>
                  <a:lnTo>
                    <a:pt x="7424275" y="3116972"/>
                  </a:lnTo>
                  <a:lnTo>
                    <a:pt x="7423461" y="3116972"/>
                  </a:lnTo>
                  <a:lnTo>
                    <a:pt x="7422646" y="3116972"/>
                  </a:lnTo>
                  <a:lnTo>
                    <a:pt x="7421831" y="3116972"/>
                  </a:lnTo>
                  <a:lnTo>
                    <a:pt x="7421016" y="3116972"/>
                  </a:lnTo>
                  <a:lnTo>
                    <a:pt x="7420201" y="3116972"/>
                  </a:lnTo>
                  <a:lnTo>
                    <a:pt x="7419387" y="3116972"/>
                  </a:lnTo>
                  <a:lnTo>
                    <a:pt x="7418572" y="3116972"/>
                  </a:lnTo>
                  <a:lnTo>
                    <a:pt x="7417757" y="3116972"/>
                  </a:lnTo>
                  <a:lnTo>
                    <a:pt x="7416942" y="3116972"/>
                  </a:lnTo>
                  <a:lnTo>
                    <a:pt x="7416128" y="3116972"/>
                  </a:lnTo>
                  <a:lnTo>
                    <a:pt x="7415313" y="3116972"/>
                  </a:lnTo>
                  <a:lnTo>
                    <a:pt x="7414498" y="3116972"/>
                  </a:lnTo>
                  <a:lnTo>
                    <a:pt x="7413683" y="3116972"/>
                  </a:lnTo>
                  <a:lnTo>
                    <a:pt x="7412868" y="3116972"/>
                  </a:lnTo>
                  <a:lnTo>
                    <a:pt x="7412054" y="3116972"/>
                  </a:lnTo>
                  <a:lnTo>
                    <a:pt x="7411239" y="3116972"/>
                  </a:lnTo>
                  <a:lnTo>
                    <a:pt x="7410424" y="3116972"/>
                  </a:lnTo>
                  <a:lnTo>
                    <a:pt x="7409609" y="3116972"/>
                  </a:lnTo>
                  <a:lnTo>
                    <a:pt x="7408794" y="3116972"/>
                  </a:lnTo>
                  <a:lnTo>
                    <a:pt x="7407980" y="3116972"/>
                  </a:lnTo>
                  <a:lnTo>
                    <a:pt x="7407165" y="3116972"/>
                  </a:lnTo>
                  <a:lnTo>
                    <a:pt x="7406350" y="3116972"/>
                  </a:lnTo>
                  <a:lnTo>
                    <a:pt x="7405535" y="3116972"/>
                  </a:lnTo>
                  <a:lnTo>
                    <a:pt x="7404721" y="3116972"/>
                  </a:lnTo>
                  <a:lnTo>
                    <a:pt x="7403906" y="3116972"/>
                  </a:lnTo>
                  <a:lnTo>
                    <a:pt x="7403091" y="3116972"/>
                  </a:lnTo>
                  <a:lnTo>
                    <a:pt x="7402276" y="3116972"/>
                  </a:lnTo>
                  <a:lnTo>
                    <a:pt x="7401461" y="3116972"/>
                  </a:lnTo>
                  <a:lnTo>
                    <a:pt x="7400647" y="3116972"/>
                  </a:lnTo>
                  <a:lnTo>
                    <a:pt x="7399832" y="3116972"/>
                  </a:lnTo>
                  <a:lnTo>
                    <a:pt x="7399017" y="3116972"/>
                  </a:lnTo>
                  <a:lnTo>
                    <a:pt x="7398202" y="3116972"/>
                  </a:lnTo>
                  <a:lnTo>
                    <a:pt x="7397388" y="3116972"/>
                  </a:lnTo>
                  <a:lnTo>
                    <a:pt x="7396573" y="3116972"/>
                  </a:lnTo>
                  <a:lnTo>
                    <a:pt x="7395758" y="3116972"/>
                  </a:lnTo>
                  <a:lnTo>
                    <a:pt x="7394943" y="3116972"/>
                  </a:lnTo>
                  <a:lnTo>
                    <a:pt x="7394128" y="3116972"/>
                  </a:lnTo>
                  <a:lnTo>
                    <a:pt x="7393314" y="3116972"/>
                  </a:lnTo>
                  <a:lnTo>
                    <a:pt x="7392499" y="3116972"/>
                  </a:lnTo>
                  <a:lnTo>
                    <a:pt x="7391684" y="3116972"/>
                  </a:lnTo>
                  <a:lnTo>
                    <a:pt x="7390869" y="3116972"/>
                  </a:lnTo>
                  <a:lnTo>
                    <a:pt x="7390055" y="3116972"/>
                  </a:lnTo>
                  <a:lnTo>
                    <a:pt x="7389240" y="3116972"/>
                  </a:lnTo>
                  <a:lnTo>
                    <a:pt x="7388425" y="3116972"/>
                  </a:lnTo>
                  <a:lnTo>
                    <a:pt x="7387610" y="3116972"/>
                  </a:lnTo>
                  <a:lnTo>
                    <a:pt x="7386795" y="3116972"/>
                  </a:lnTo>
                  <a:lnTo>
                    <a:pt x="7385981" y="3116972"/>
                  </a:lnTo>
                  <a:lnTo>
                    <a:pt x="7385166" y="3116972"/>
                  </a:lnTo>
                  <a:lnTo>
                    <a:pt x="7384351" y="3116972"/>
                  </a:lnTo>
                  <a:lnTo>
                    <a:pt x="7383536" y="3116972"/>
                  </a:lnTo>
                  <a:lnTo>
                    <a:pt x="7382722" y="3116972"/>
                  </a:lnTo>
                  <a:lnTo>
                    <a:pt x="7381907" y="3116972"/>
                  </a:lnTo>
                  <a:lnTo>
                    <a:pt x="7381092" y="3116972"/>
                  </a:lnTo>
                  <a:lnTo>
                    <a:pt x="7380277" y="3116972"/>
                  </a:lnTo>
                  <a:lnTo>
                    <a:pt x="7379462" y="3116972"/>
                  </a:lnTo>
                  <a:lnTo>
                    <a:pt x="7378648" y="3116972"/>
                  </a:lnTo>
                  <a:lnTo>
                    <a:pt x="7377833" y="3116972"/>
                  </a:lnTo>
                  <a:lnTo>
                    <a:pt x="7377018" y="3116972"/>
                  </a:lnTo>
                  <a:lnTo>
                    <a:pt x="7376203" y="3116972"/>
                  </a:lnTo>
                  <a:lnTo>
                    <a:pt x="7375389" y="3116972"/>
                  </a:lnTo>
                  <a:lnTo>
                    <a:pt x="7374574" y="3116972"/>
                  </a:lnTo>
                  <a:lnTo>
                    <a:pt x="7373759" y="3116972"/>
                  </a:lnTo>
                  <a:lnTo>
                    <a:pt x="7372944" y="3116972"/>
                  </a:lnTo>
                  <a:lnTo>
                    <a:pt x="7372129" y="3116972"/>
                  </a:lnTo>
                  <a:lnTo>
                    <a:pt x="7371315" y="3116972"/>
                  </a:lnTo>
                  <a:lnTo>
                    <a:pt x="7370500" y="3116972"/>
                  </a:lnTo>
                  <a:lnTo>
                    <a:pt x="7369685" y="3116972"/>
                  </a:lnTo>
                  <a:lnTo>
                    <a:pt x="7368870" y="3116972"/>
                  </a:lnTo>
                  <a:lnTo>
                    <a:pt x="7368055" y="3116972"/>
                  </a:lnTo>
                  <a:lnTo>
                    <a:pt x="7367241" y="3116972"/>
                  </a:lnTo>
                  <a:lnTo>
                    <a:pt x="7366426" y="3116972"/>
                  </a:lnTo>
                  <a:lnTo>
                    <a:pt x="7365611" y="3116972"/>
                  </a:lnTo>
                  <a:lnTo>
                    <a:pt x="7364796" y="3116972"/>
                  </a:lnTo>
                  <a:lnTo>
                    <a:pt x="7363982" y="3116972"/>
                  </a:lnTo>
                  <a:lnTo>
                    <a:pt x="7363167" y="3116972"/>
                  </a:lnTo>
                  <a:lnTo>
                    <a:pt x="7362352" y="3116972"/>
                  </a:lnTo>
                  <a:lnTo>
                    <a:pt x="7361537" y="3116972"/>
                  </a:lnTo>
                  <a:lnTo>
                    <a:pt x="7360722" y="3116972"/>
                  </a:lnTo>
                  <a:lnTo>
                    <a:pt x="7359908" y="3116972"/>
                  </a:lnTo>
                  <a:lnTo>
                    <a:pt x="7359093" y="3116972"/>
                  </a:lnTo>
                  <a:lnTo>
                    <a:pt x="7358278" y="3116972"/>
                  </a:lnTo>
                  <a:lnTo>
                    <a:pt x="7357463" y="3116972"/>
                  </a:lnTo>
                  <a:lnTo>
                    <a:pt x="7356649" y="3116972"/>
                  </a:lnTo>
                  <a:lnTo>
                    <a:pt x="7355834" y="3116972"/>
                  </a:lnTo>
                  <a:lnTo>
                    <a:pt x="7355019" y="3116972"/>
                  </a:lnTo>
                  <a:lnTo>
                    <a:pt x="7354204" y="3116972"/>
                  </a:lnTo>
                  <a:lnTo>
                    <a:pt x="7353389" y="3116972"/>
                  </a:lnTo>
                  <a:lnTo>
                    <a:pt x="7352575" y="3116972"/>
                  </a:lnTo>
                  <a:lnTo>
                    <a:pt x="7351760" y="3116972"/>
                  </a:lnTo>
                  <a:lnTo>
                    <a:pt x="7350945" y="3116972"/>
                  </a:lnTo>
                  <a:lnTo>
                    <a:pt x="7350130" y="3116972"/>
                  </a:lnTo>
                  <a:lnTo>
                    <a:pt x="7349316" y="3116972"/>
                  </a:lnTo>
                  <a:lnTo>
                    <a:pt x="7348501" y="3116972"/>
                  </a:lnTo>
                  <a:lnTo>
                    <a:pt x="7347686" y="3116972"/>
                  </a:lnTo>
                  <a:lnTo>
                    <a:pt x="7346871" y="3116972"/>
                  </a:lnTo>
                  <a:lnTo>
                    <a:pt x="7346056" y="3116972"/>
                  </a:lnTo>
                  <a:lnTo>
                    <a:pt x="7345242" y="3116972"/>
                  </a:lnTo>
                  <a:lnTo>
                    <a:pt x="7344427" y="3116972"/>
                  </a:lnTo>
                  <a:lnTo>
                    <a:pt x="7343612" y="3116972"/>
                  </a:lnTo>
                  <a:lnTo>
                    <a:pt x="7342797" y="3116972"/>
                  </a:lnTo>
                  <a:lnTo>
                    <a:pt x="7341983" y="3116972"/>
                  </a:lnTo>
                  <a:lnTo>
                    <a:pt x="7341168" y="3116972"/>
                  </a:lnTo>
                  <a:lnTo>
                    <a:pt x="7340353" y="3116972"/>
                  </a:lnTo>
                  <a:lnTo>
                    <a:pt x="7339538" y="3116972"/>
                  </a:lnTo>
                  <a:lnTo>
                    <a:pt x="7338723" y="3116972"/>
                  </a:lnTo>
                  <a:lnTo>
                    <a:pt x="7337909" y="3116972"/>
                  </a:lnTo>
                  <a:lnTo>
                    <a:pt x="7337094" y="3116972"/>
                  </a:lnTo>
                  <a:lnTo>
                    <a:pt x="7336279" y="3116972"/>
                  </a:lnTo>
                  <a:lnTo>
                    <a:pt x="7335464" y="3116972"/>
                  </a:lnTo>
                  <a:lnTo>
                    <a:pt x="7334650" y="3116972"/>
                  </a:lnTo>
                  <a:lnTo>
                    <a:pt x="7333835" y="3116972"/>
                  </a:lnTo>
                  <a:lnTo>
                    <a:pt x="7333020" y="3116972"/>
                  </a:lnTo>
                  <a:lnTo>
                    <a:pt x="7332205" y="3116972"/>
                  </a:lnTo>
                  <a:lnTo>
                    <a:pt x="7331390" y="3116972"/>
                  </a:lnTo>
                  <a:lnTo>
                    <a:pt x="7330576" y="3116972"/>
                  </a:lnTo>
                  <a:lnTo>
                    <a:pt x="7329761" y="3116972"/>
                  </a:lnTo>
                  <a:lnTo>
                    <a:pt x="7328946" y="3116972"/>
                  </a:lnTo>
                  <a:lnTo>
                    <a:pt x="7328131" y="3116972"/>
                  </a:lnTo>
                  <a:lnTo>
                    <a:pt x="7327316" y="3116972"/>
                  </a:lnTo>
                  <a:lnTo>
                    <a:pt x="7326502" y="3116972"/>
                  </a:lnTo>
                  <a:lnTo>
                    <a:pt x="7325687" y="3116972"/>
                  </a:lnTo>
                  <a:lnTo>
                    <a:pt x="7324872" y="3116972"/>
                  </a:lnTo>
                  <a:lnTo>
                    <a:pt x="7324057" y="3116972"/>
                  </a:lnTo>
                  <a:lnTo>
                    <a:pt x="7323243" y="3116972"/>
                  </a:lnTo>
                  <a:lnTo>
                    <a:pt x="7322428" y="3116972"/>
                  </a:lnTo>
                  <a:lnTo>
                    <a:pt x="7321613" y="3116972"/>
                  </a:lnTo>
                  <a:lnTo>
                    <a:pt x="7320798" y="3116972"/>
                  </a:lnTo>
                  <a:lnTo>
                    <a:pt x="7319983" y="3116972"/>
                  </a:lnTo>
                  <a:lnTo>
                    <a:pt x="7319169" y="3116972"/>
                  </a:lnTo>
                  <a:lnTo>
                    <a:pt x="7318354" y="3116972"/>
                  </a:lnTo>
                  <a:lnTo>
                    <a:pt x="7317539" y="3116972"/>
                  </a:lnTo>
                  <a:lnTo>
                    <a:pt x="7316724" y="3116972"/>
                  </a:lnTo>
                  <a:lnTo>
                    <a:pt x="7315910" y="3116972"/>
                  </a:lnTo>
                  <a:lnTo>
                    <a:pt x="7315095" y="3116972"/>
                  </a:lnTo>
                  <a:lnTo>
                    <a:pt x="7314280" y="3116972"/>
                  </a:lnTo>
                  <a:lnTo>
                    <a:pt x="7313465" y="3116972"/>
                  </a:lnTo>
                  <a:lnTo>
                    <a:pt x="7312650" y="3116972"/>
                  </a:lnTo>
                  <a:lnTo>
                    <a:pt x="7311836" y="3116972"/>
                  </a:lnTo>
                  <a:lnTo>
                    <a:pt x="7311021" y="3116972"/>
                  </a:lnTo>
                  <a:lnTo>
                    <a:pt x="7310206" y="3116972"/>
                  </a:lnTo>
                  <a:lnTo>
                    <a:pt x="7309391" y="3116972"/>
                  </a:lnTo>
                  <a:lnTo>
                    <a:pt x="7308577" y="3116972"/>
                  </a:lnTo>
                  <a:lnTo>
                    <a:pt x="7307762" y="3116972"/>
                  </a:lnTo>
                  <a:lnTo>
                    <a:pt x="7306947" y="3116972"/>
                  </a:lnTo>
                  <a:lnTo>
                    <a:pt x="7306132" y="3116972"/>
                  </a:lnTo>
                  <a:lnTo>
                    <a:pt x="7305317" y="3116972"/>
                  </a:lnTo>
                  <a:lnTo>
                    <a:pt x="7304503" y="3116972"/>
                  </a:lnTo>
                  <a:lnTo>
                    <a:pt x="7303688" y="3116972"/>
                  </a:lnTo>
                  <a:lnTo>
                    <a:pt x="7302873" y="3116972"/>
                  </a:lnTo>
                  <a:lnTo>
                    <a:pt x="7302058" y="3116972"/>
                  </a:lnTo>
                  <a:lnTo>
                    <a:pt x="7301244" y="3116972"/>
                  </a:lnTo>
                  <a:lnTo>
                    <a:pt x="7300429" y="3116972"/>
                  </a:lnTo>
                  <a:lnTo>
                    <a:pt x="7299614" y="3116972"/>
                  </a:lnTo>
                  <a:lnTo>
                    <a:pt x="7298799" y="3116972"/>
                  </a:lnTo>
                  <a:lnTo>
                    <a:pt x="7297984" y="3116972"/>
                  </a:lnTo>
                  <a:lnTo>
                    <a:pt x="7297170" y="3116972"/>
                  </a:lnTo>
                  <a:lnTo>
                    <a:pt x="7296355" y="3116972"/>
                  </a:lnTo>
                  <a:lnTo>
                    <a:pt x="7295540" y="3116972"/>
                  </a:lnTo>
                  <a:lnTo>
                    <a:pt x="7294725" y="3116972"/>
                  </a:lnTo>
                  <a:lnTo>
                    <a:pt x="7293911" y="3116972"/>
                  </a:lnTo>
                  <a:lnTo>
                    <a:pt x="7293096" y="3116972"/>
                  </a:lnTo>
                  <a:lnTo>
                    <a:pt x="7292281" y="3116972"/>
                  </a:lnTo>
                  <a:lnTo>
                    <a:pt x="7291466" y="3116972"/>
                  </a:lnTo>
                  <a:lnTo>
                    <a:pt x="7290651" y="3116972"/>
                  </a:lnTo>
                  <a:lnTo>
                    <a:pt x="7289837" y="3116972"/>
                  </a:lnTo>
                  <a:lnTo>
                    <a:pt x="7289022" y="3116972"/>
                  </a:lnTo>
                  <a:lnTo>
                    <a:pt x="7288207" y="3116972"/>
                  </a:lnTo>
                  <a:lnTo>
                    <a:pt x="7287392" y="3116972"/>
                  </a:lnTo>
                  <a:lnTo>
                    <a:pt x="7286577" y="3116972"/>
                  </a:lnTo>
                  <a:lnTo>
                    <a:pt x="7285763" y="3116972"/>
                  </a:lnTo>
                  <a:lnTo>
                    <a:pt x="7284948" y="3116972"/>
                  </a:lnTo>
                  <a:lnTo>
                    <a:pt x="7284133" y="3116972"/>
                  </a:lnTo>
                  <a:lnTo>
                    <a:pt x="7283318" y="3116972"/>
                  </a:lnTo>
                  <a:lnTo>
                    <a:pt x="7282504" y="3116972"/>
                  </a:lnTo>
                  <a:lnTo>
                    <a:pt x="7281689" y="3116972"/>
                  </a:lnTo>
                  <a:lnTo>
                    <a:pt x="7280874" y="3116972"/>
                  </a:lnTo>
                  <a:lnTo>
                    <a:pt x="7280059" y="3116972"/>
                  </a:lnTo>
                  <a:lnTo>
                    <a:pt x="7279244" y="3116972"/>
                  </a:lnTo>
                  <a:lnTo>
                    <a:pt x="7278430" y="3116972"/>
                  </a:lnTo>
                  <a:lnTo>
                    <a:pt x="7277615" y="3116972"/>
                  </a:lnTo>
                  <a:lnTo>
                    <a:pt x="7276800" y="3116972"/>
                  </a:lnTo>
                  <a:lnTo>
                    <a:pt x="7275985" y="3116972"/>
                  </a:lnTo>
                  <a:lnTo>
                    <a:pt x="7275171" y="3116972"/>
                  </a:lnTo>
                  <a:lnTo>
                    <a:pt x="7274356" y="3116972"/>
                  </a:lnTo>
                  <a:lnTo>
                    <a:pt x="7273541" y="3116972"/>
                  </a:lnTo>
                  <a:lnTo>
                    <a:pt x="7272726" y="3116972"/>
                  </a:lnTo>
                  <a:lnTo>
                    <a:pt x="7271911" y="3116972"/>
                  </a:lnTo>
                  <a:lnTo>
                    <a:pt x="7271097" y="3116972"/>
                  </a:lnTo>
                  <a:lnTo>
                    <a:pt x="7270282" y="3116972"/>
                  </a:lnTo>
                  <a:lnTo>
                    <a:pt x="7269467" y="3116972"/>
                  </a:lnTo>
                  <a:lnTo>
                    <a:pt x="7268652" y="3116972"/>
                  </a:lnTo>
                  <a:lnTo>
                    <a:pt x="7267838" y="3116972"/>
                  </a:lnTo>
                  <a:lnTo>
                    <a:pt x="7267023" y="3116972"/>
                  </a:lnTo>
                  <a:lnTo>
                    <a:pt x="7266208" y="3116972"/>
                  </a:lnTo>
                  <a:lnTo>
                    <a:pt x="7265393" y="3116972"/>
                  </a:lnTo>
                  <a:lnTo>
                    <a:pt x="7264578" y="3116972"/>
                  </a:lnTo>
                  <a:lnTo>
                    <a:pt x="7263764" y="3116972"/>
                  </a:lnTo>
                  <a:lnTo>
                    <a:pt x="7262949" y="3116972"/>
                  </a:lnTo>
                  <a:lnTo>
                    <a:pt x="7262134" y="3116972"/>
                  </a:lnTo>
                  <a:lnTo>
                    <a:pt x="7261319" y="3116972"/>
                  </a:lnTo>
                  <a:lnTo>
                    <a:pt x="7260505" y="3116972"/>
                  </a:lnTo>
                  <a:lnTo>
                    <a:pt x="7259690" y="3116972"/>
                  </a:lnTo>
                  <a:lnTo>
                    <a:pt x="7258875" y="3116972"/>
                  </a:lnTo>
                  <a:lnTo>
                    <a:pt x="7258060" y="3116972"/>
                  </a:lnTo>
                  <a:lnTo>
                    <a:pt x="7257245" y="3116972"/>
                  </a:lnTo>
                  <a:lnTo>
                    <a:pt x="7256431" y="3116972"/>
                  </a:lnTo>
                  <a:lnTo>
                    <a:pt x="7255616" y="3116972"/>
                  </a:lnTo>
                  <a:lnTo>
                    <a:pt x="7254801" y="3116972"/>
                  </a:lnTo>
                  <a:lnTo>
                    <a:pt x="7253986" y="3116972"/>
                  </a:lnTo>
                  <a:lnTo>
                    <a:pt x="7253172" y="3116972"/>
                  </a:lnTo>
                  <a:lnTo>
                    <a:pt x="7252357" y="3116972"/>
                  </a:lnTo>
                  <a:lnTo>
                    <a:pt x="7251542" y="3116972"/>
                  </a:lnTo>
                  <a:lnTo>
                    <a:pt x="7250727" y="3116972"/>
                  </a:lnTo>
                  <a:lnTo>
                    <a:pt x="7249912" y="3116972"/>
                  </a:lnTo>
                  <a:lnTo>
                    <a:pt x="7249098" y="3116972"/>
                  </a:lnTo>
                  <a:lnTo>
                    <a:pt x="7248283" y="3116972"/>
                  </a:lnTo>
                  <a:lnTo>
                    <a:pt x="7247468" y="3116972"/>
                  </a:lnTo>
                  <a:lnTo>
                    <a:pt x="7246653" y="3116972"/>
                  </a:lnTo>
                  <a:lnTo>
                    <a:pt x="7245838" y="3116972"/>
                  </a:lnTo>
                  <a:lnTo>
                    <a:pt x="7245024" y="3116972"/>
                  </a:lnTo>
                  <a:lnTo>
                    <a:pt x="7244209" y="3116972"/>
                  </a:lnTo>
                  <a:lnTo>
                    <a:pt x="7243394" y="3116972"/>
                  </a:lnTo>
                  <a:lnTo>
                    <a:pt x="7242579" y="3116972"/>
                  </a:lnTo>
                  <a:lnTo>
                    <a:pt x="7241765" y="3116972"/>
                  </a:lnTo>
                  <a:lnTo>
                    <a:pt x="7240950" y="3116972"/>
                  </a:lnTo>
                  <a:lnTo>
                    <a:pt x="7240135" y="3116972"/>
                  </a:lnTo>
                  <a:lnTo>
                    <a:pt x="7239320" y="3116972"/>
                  </a:lnTo>
                  <a:lnTo>
                    <a:pt x="7238505" y="3116972"/>
                  </a:lnTo>
                  <a:lnTo>
                    <a:pt x="7237691" y="3116972"/>
                  </a:lnTo>
                  <a:lnTo>
                    <a:pt x="7236876" y="3116972"/>
                  </a:lnTo>
                  <a:lnTo>
                    <a:pt x="7236061" y="3116972"/>
                  </a:lnTo>
                  <a:lnTo>
                    <a:pt x="7235246" y="3116972"/>
                  </a:lnTo>
                  <a:lnTo>
                    <a:pt x="7234432" y="3116972"/>
                  </a:lnTo>
                  <a:lnTo>
                    <a:pt x="7233617" y="3116972"/>
                  </a:lnTo>
                  <a:lnTo>
                    <a:pt x="7232802" y="3116972"/>
                  </a:lnTo>
                  <a:lnTo>
                    <a:pt x="7231987" y="3116972"/>
                  </a:lnTo>
                  <a:lnTo>
                    <a:pt x="7231172" y="3116972"/>
                  </a:lnTo>
                  <a:lnTo>
                    <a:pt x="7230358" y="3116972"/>
                  </a:lnTo>
                  <a:lnTo>
                    <a:pt x="7229543" y="3116972"/>
                  </a:lnTo>
                  <a:lnTo>
                    <a:pt x="7228728" y="3116972"/>
                  </a:lnTo>
                  <a:lnTo>
                    <a:pt x="7227913" y="3116972"/>
                  </a:lnTo>
                  <a:lnTo>
                    <a:pt x="7227099" y="3116972"/>
                  </a:lnTo>
                  <a:lnTo>
                    <a:pt x="7226284" y="3116972"/>
                  </a:lnTo>
                  <a:lnTo>
                    <a:pt x="7225469" y="3116972"/>
                  </a:lnTo>
                  <a:lnTo>
                    <a:pt x="7224654" y="3116972"/>
                  </a:lnTo>
                  <a:lnTo>
                    <a:pt x="7223839" y="3116972"/>
                  </a:lnTo>
                  <a:lnTo>
                    <a:pt x="7223025" y="3116972"/>
                  </a:lnTo>
                  <a:lnTo>
                    <a:pt x="7222210" y="3116972"/>
                  </a:lnTo>
                  <a:lnTo>
                    <a:pt x="7221395" y="3116972"/>
                  </a:lnTo>
                  <a:lnTo>
                    <a:pt x="7220580" y="3116972"/>
                  </a:lnTo>
                  <a:lnTo>
                    <a:pt x="7219766" y="3116972"/>
                  </a:lnTo>
                  <a:lnTo>
                    <a:pt x="7218951" y="3116972"/>
                  </a:lnTo>
                  <a:lnTo>
                    <a:pt x="7218136" y="3116972"/>
                  </a:lnTo>
                  <a:lnTo>
                    <a:pt x="7217321" y="3116972"/>
                  </a:lnTo>
                  <a:lnTo>
                    <a:pt x="7216506" y="3116972"/>
                  </a:lnTo>
                  <a:lnTo>
                    <a:pt x="7215692" y="3116972"/>
                  </a:lnTo>
                  <a:lnTo>
                    <a:pt x="7214877" y="3116972"/>
                  </a:lnTo>
                  <a:lnTo>
                    <a:pt x="7214062" y="3116972"/>
                  </a:lnTo>
                  <a:lnTo>
                    <a:pt x="7213247" y="3116972"/>
                  </a:lnTo>
                  <a:lnTo>
                    <a:pt x="7212433" y="3116972"/>
                  </a:lnTo>
                  <a:lnTo>
                    <a:pt x="7211618" y="3116972"/>
                  </a:lnTo>
                  <a:lnTo>
                    <a:pt x="7210803" y="3116972"/>
                  </a:lnTo>
                  <a:lnTo>
                    <a:pt x="7209988" y="3116972"/>
                  </a:lnTo>
                  <a:lnTo>
                    <a:pt x="7209173" y="3116972"/>
                  </a:lnTo>
                  <a:lnTo>
                    <a:pt x="7208359" y="3116972"/>
                  </a:lnTo>
                  <a:lnTo>
                    <a:pt x="7207544" y="3116972"/>
                  </a:lnTo>
                  <a:lnTo>
                    <a:pt x="7206729" y="3116972"/>
                  </a:lnTo>
                  <a:lnTo>
                    <a:pt x="7205914" y="3116972"/>
                  </a:lnTo>
                  <a:lnTo>
                    <a:pt x="7205099" y="3116972"/>
                  </a:lnTo>
                  <a:lnTo>
                    <a:pt x="7204285" y="3116972"/>
                  </a:lnTo>
                  <a:lnTo>
                    <a:pt x="7203470" y="3116972"/>
                  </a:lnTo>
                  <a:lnTo>
                    <a:pt x="7202655" y="3116972"/>
                  </a:lnTo>
                  <a:lnTo>
                    <a:pt x="7201840" y="3116972"/>
                  </a:lnTo>
                  <a:lnTo>
                    <a:pt x="7201026" y="3116972"/>
                  </a:lnTo>
                  <a:lnTo>
                    <a:pt x="7200211" y="3116972"/>
                  </a:lnTo>
                  <a:lnTo>
                    <a:pt x="7199396" y="3116972"/>
                  </a:lnTo>
                  <a:lnTo>
                    <a:pt x="7198581" y="3116972"/>
                  </a:lnTo>
                  <a:lnTo>
                    <a:pt x="7197766" y="3116972"/>
                  </a:lnTo>
                  <a:lnTo>
                    <a:pt x="7196952" y="3116972"/>
                  </a:lnTo>
                  <a:lnTo>
                    <a:pt x="7196137" y="3116972"/>
                  </a:lnTo>
                  <a:lnTo>
                    <a:pt x="7195322" y="3116972"/>
                  </a:lnTo>
                  <a:lnTo>
                    <a:pt x="7194507" y="3116972"/>
                  </a:lnTo>
                  <a:lnTo>
                    <a:pt x="7193693" y="3116972"/>
                  </a:lnTo>
                  <a:lnTo>
                    <a:pt x="7192878" y="3116972"/>
                  </a:lnTo>
                  <a:lnTo>
                    <a:pt x="7192063" y="3116972"/>
                  </a:lnTo>
                  <a:lnTo>
                    <a:pt x="7191248" y="3116972"/>
                  </a:lnTo>
                  <a:lnTo>
                    <a:pt x="7190433" y="3116972"/>
                  </a:lnTo>
                  <a:lnTo>
                    <a:pt x="7189619" y="3116972"/>
                  </a:lnTo>
                  <a:lnTo>
                    <a:pt x="7188804" y="3116972"/>
                  </a:lnTo>
                  <a:lnTo>
                    <a:pt x="7187989" y="3116972"/>
                  </a:lnTo>
                  <a:lnTo>
                    <a:pt x="7187174" y="3116972"/>
                  </a:lnTo>
                  <a:lnTo>
                    <a:pt x="7186360" y="3116972"/>
                  </a:lnTo>
                  <a:lnTo>
                    <a:pt x="7185545" y="3116972"/>
                  </a:lnTo>
                  <a:lnTo>
                    <a:pt x="7184730" y="3116972"/>
                  </a:lnTo>
                  <a:lnTo>
                    <a:pt x="7183915" y="3116972"/>
                  </a:lnTo>
                  <a:lnTo>
                    <a:pt x="7183100" y="3116972"/>
                  </a:lnTo>
                  <a:lnTo>
                    <a:pt x="7182286" y="3116972"/>
                  </a:lnTo>
                  <a:lnTo>
                    <a:pt x="7181471" y="3116972"/>
                  </a:lnTo>
                  <a:lnTo>
                    <a:pt x="7180656" y="3116972"/>
                  </a:lnTo>
                  <a:lnTo>
                    <a:pt x="7179841" y="3116972"/>
                  </a:lnTo>
                  <a:lnTo>
                    <a:pt x="7179027" y="3116972"/>
                  </a:lnTo>
                  <a:lnTo>
                    <a:pt x="7178212" y="3116972"/>
                  </a:lnTo>
                  <a:lnTo>
                    <a:pt x="7177397" y="3116972"/>
                  </a:lnTo>
                  <a:lnTo>
                    <a:pt x="7176582" y="3116972"/>
                  </a:lnTo>
                  <a:lnTo>
                    <a:pt x="7175767" y="3116972"/>
                  </a:lnTo>
                  <a:lnTo>
                    <a:pt x="7174953" y="3116972"/>
                  </a:lnTo>
                  <a:lnTo>
                    <a:pt x="7174138" y="3116972"/>
                  </a:lnTo>
                  <a:lnTo>
                    <a:pt x="7173323" y="3116972"/>
                  </a:lnTo>
                  <a:lnTo>
                    <a:pt x="7172508" y="3116972"/>
                  </a:lnTo>
                  <a:lnTo>
                    <a:pt x="7171694" y="3116972"/>
                  </a:lnTo>
                  <a:lnTo>
                    <a:pt x="7170879" y="3116972"/>
                  </a:lnTo>
                  <a:lnTo>
                    <a:pt x="7170064" y="3116972"/>
                  </a:lnTo>
                  <a:lnTo>
                    <a:pt x="7169249" y="3116972"/>
                  </a:lnTo>
                  <a:lnTo>
                    <a:pt x="7168434" y="3116972"/>
                  </a:lnTo>
                  <a:lnTo>
                    <a:pt x="7167620" y="3116972"/>
                  </a:lnTo>
                  <a:lnTo>
                    <a:pt x="7166805" y="3116972"/>
                  </a:lnTo>
                  <a:lnTo>
                    <a:pt x="7165990" y="3116972"/>
                  </a:lnTo>
                  <a:lnTo>
                    <a:pt x="7165175" y="3116972"/>
                  </a:lnTo>
                  <a:lnTo>
                    <a:pt x="7164360" y="3116972"/>
                  </a:lnTo>
                  <a:lnTo>
                    <a:pt x="7163546" y="3116972"/>
                  </a:lnTo>
                  <a:lnTo>
                    <a:pt x="7162731" y="3116972"/>
                  </a:lnTo>
                  <a:lnTo>
                    <a:pt x="7161916" y="3116972"/>
                  </a:lnTo>
                  <a:lnTo>
                    <a:pt x="7161101" y="3116972"/>
                  </a:lnTo>
                  <a:lnTo>
                    <a:pt x="7160287" y="3116972"/>
                  </a:lnTo>
                  <a:lnTo>
                    <a:pt x="7159472" y="3116972"/>
                  </a:lnTo>
                  <a:lnTo>
                    <a:pt x="7158657" y="3116972"/>
                  </a:lnTo>
                  <a:lnTo>
                    <a:pt x="7157842" y="3116972"/>
                  </a:lnTo>
                  <a:lnTo>
                    <a:pt x="7157027" y="3116972"/>
                  </a:lnTo>
                  <a:lnTo>
                    <a:pt x="7156213" y="3116972"/>
                  </a:lnTo>
                  <a:lnTo>
                    <a:pt x="7155398" y="3116972"/>
                  </a:lnTo>
                  <a:lnTo>
                    <a:pt x="7154583" y="3116972"/>
                  </a:lnTo>
                  <a:lnTo>
                    <a:pt x="7153768" y="3116972"/>
                  </a:lnTo>
                  <a:lnTo>
                    <a:pt x="7152954" y="3116972"/>
                  </a:lnTo>
                  <a:lnTo>
                    <a:pt x="7152139" y="3116972"/>
                  </a:lnTo>
                  <a:lnTo>
                    <a:pt x="7151324" y="3116972"/>
                  </a:lnTo>
                  <a:lnTo>
                    <a:pt x="7150509" y="3116972"/>
                  </a:lnTo>
                  <a:lnTo>
                    <a:pt x="7149694" y="3116972"/>
                  </a:lnTo>
                  <a:lnTo>
                    <a:pt x="7148880" y="3116972"/>
                  </a:lnTo>
                  <a:lnTo>
                    <a:pt x="7148065" y="3116972"/>
                  </a:lnTo>
                  <a:lnTo>
                    <a:pt x="7147250" y="3116972"/>
                  </a:lnTo>
                  <a:lnTo>
                    <a:pt x="7146435" y="3116972"/>
                  </a:lnTo>
                  <a:lnTo>
                    <a:pt x="7145621" y="3116972"/>
                  </a:lnTo>
                  <a:lnTo>
                    <a:pt x="7144806" y="3116972"/>
                  </a:lnTo>
                  <a:lnTo>
                    <a:pt x="7143991" y="3116972"/>
                  </a:lnTo>
                  <a:lnTo>
                    <a:pt x="7143176" y="3116972"/>
                  </a:lnTo>
                  <a:lnTo>
                    <a:pt x="7142361" y="3116972"/>
                  </a:lnTo>
                  <a:lnTo>
                    <a:pt x="7141547" y="3116972"/>
                  </a:lnTo>
                  <a:lnTo>
                    <a:pt x="7140732" y="3116972"/>
                  </a:lnTo>
                  <a:lnTo>
                    <a:pt x="7139917" y="3116972"/>
                  </a:lnTo>
                  <a:lnTo>
                    <a:pt x="7139102" y="3116972"/>
                  </a:lnTo>
                  <a:lnTo>
                    <a:pt x="7138288" y="3116972"/>
                  </a:lnTo>
                  <a:lnTo>
                    <a:pt x="7137473" y="3116972"/>
                  </a:lnTo>
                  <a:lnTo>
                    <a:pt x="7136658" y="3116972"/>
                  </a:lnTo>
                  <a:lnTo>
                    <a:pt x="7135843" y="3116972"/>
                  </a:lnTo>
                  <a:lnTo>
                    <a:pt x="7135028" y="3116972"/>
                  </a:lnTo>
                  <a:lnTo>
                    <a:pt x="7134214" y="3116972"/>
                  </a:lnTo>
                  <a:lnTo>
                    <a:pt x="7133399" y="3116972"/>
                  </a:lnTo>
                  <a:lnTo>
                    <a:pt x="7132584" y="3116972"/>
                  </a:lnTo>
                  <a:lnTo>
                    <a:pt x="7131769" y="3116972"/>
                  </a:lnTo>
                  <a:lnTo>
                    <a:pt x="7130955" y="3116972"/>
                  </a:lnTo>
                  <a:lnTo>
                    <a:pt x="7130140" y="3116972"/>
                  </a:lnTo>
                  <a:lnTo>
                    <a:pt x="7129325" y="3116972"/>
                  </a:lnTo>
                  <a:lnTo>
                    <a:pt x="7128510" y="3116972"/>
                  </a:lnTo>
                  <a:lnTo>
                    <a:pt x="7127695" y="3116972"/>
                  </a:lnTo>
                  <a:lnTo>
                    <a:pt x="7126881" y="3116972"/>
                  </a:lnTo>
                  <a:lnTo>
                    <a:pt x="7126066" y="3116972"/>
                  </a:lnTo>
                  <a:lnTo>
                    <a:pt x="7125251" y="3116972"/>
                  </a:lnTo>
                  <a:lnTo>
                    <a:pt x="7124436" y="3116972"/>
                  </a:lnTo>
                  <a:lnTo>
                    <a:pt x="7123621" y="3116972"/>
                  </a:lnTo>
                  <a:lnTo>
                    <a:pt x="7122807" y="3116972"/>
                  </a:lnTo>
                  <a:lnTo>
                    <a:pt x="7121992" y="3116972"/>
                  </a:lnTo>
                  <a:lnTo>
                    <a:pt x="7121177" y="3116972"/>
                  </a:lnTo>
                  <a:lnTo>
                    <a:pt x="7120362" y="3116972"/>
                  </a:lnTo>
                  <a:lnTo>
                    <a:pt x="7119548" y="3116972"/>
                  </a:lnTo>
                  <a:lnTo>
                    <a:pt x="7118733" y="3116972"/>
                  </a:lnTo>
                  <a:lnTo>
                    <a:pt x="7117918" y="3116972"/>
                  </a:lnTo>
                  <a:lnTo>
                    <a:pt x="7117103" y="3116972"/>
                  </a:lnTo>
                  <a:lnTo>
                    <a:pt x="7116288" y="3116972"/>
                  </a:lnTo>
                  <a:lnTo>
                    <a:pt x="7115474" y="3116972"/>
                  </a:lnTo>
                  <a:lnTo>
                    <a:pt x="7114659" y="3116972"/>
                  </a:lnTo>
                  <a:lnTo>
                    <a:pt x="7113844" y="3116972"/>
                  </a:lnTo>
                  <a:lnTo>
                    <a:pt x="7113029" y="3116972"/>
                  </a:lnTo>
                  <a:lnTo>
                    <a:pt x="7112215" y="3116972"/>
                  </a:lnTo>
                  <a:lnTo>
                    <a:pt x="7111400" y="3116972"/>
                  </a:lnTo>
                  <a:lnTo>
                    <a:pt x="7110585" y="3116972"/>
                  </a:lnTo>
                  <a:lnTo>
                    <a:pt x="7109770" y="3116972"/>
                  </a:lnTo>
                  <a:lnTo>
                    <a:pt x="7108955" y="3116972"/>
                  </a:lnTo>
                  <a:lnTo>
                    <a:pt x="7108141" y="3116972"/>
                  </a:lnTo>
                  <a:lnTo>
                    <a:pt x="7107326" y="3116972"/>
                  </a:lnTo>
                  <a:lnTo>
                    <a:pt x="7106511" y="3116972"/>
                  </a:lnTo>
                  <a:lnTo>
                    <a:pt x="7105696" y="3116972"/>
                  </a:lnTo>
                  <a:lnTo>
                    <a:pt x="7104882" y="3116972"/>
                  </a:lnTo>
                  <a:lnTo>
                    <a:pt x="7104067" y="3116972"/>
                  </a:lnTo>
                  <a:lnTo>
                    <a:pt x="7103252" y="3116972"/>
                  </a:lnTo>
                  <a:lnTo>
                    <a:pt x="7102437" y="3116972"/>
                  </a:lnTo>
                  <a:lnTo>
                    <a:pt x="7101622" y="3116972"/>
                  </a:lnTo>
                  <a:lnTo>
                    <a:pt x="7100808" y="3116972"/>
                  </a:lnTo>
                  <a:lnTo>
                    <a:pt x="7099993" y="3116972"/>
                  </a:lnTo>
                  <a:lnTo>
                    <a:pt x="7099178" y="3116972"/>
                  </a:lnTo>
                  <a:lnTo>
                    <a:pt x="7098363" y="3116972"/>
                  </a:lnTo>
                  <a:lnTo>
                    <a:pt x="7097549" y="3116972"/>
                  </a:lnTo>
                  <a:lnTo>
                    <a:pt x="7096734" y="3116972"/>
                  </a:lnTo>
                  <a:lnTo>
                    <a:pt x="7095919" y="3116972"/>
                  </a:lnTo>
                  <a:lnTo>
                    <a:pt x="7095104" y="3116972"/>
                  </a:lnTo>
                  <a:lnTo>
                    <a:pt x="7094289" y="3116972"/>
                  </a:lnTo>
                  <a:lnTo>
                    <a:pt x="7093475" y="3116972"/>
                  </a:lnTo>
                  <a:lnTo>
                    <a:pt x="7092660" y="3116972"/>
                  </a:lnTo>
                  <a:lnTo>
                    <a:pt x="7091845" y="3116972"/>
                  </a:lnTo>
                  <a:lnTo>
                    <a:pt x="7091030" y="3116972"/>
                  </a:lnTo>
                  <a:lnTo>
                    <a:pt x="7090216" y="3116972"/>
                  </a:lnTo>
                  <a:lnTo>
                    <a:pt x="7089401" y="3116972"/>
                  </a:lnTo>
                  <a:lnTo>
                    <a:pt x="7088586" y="3116972"/>
                  </a:lnTo>
                  <a:lnTo>
                    <a:pt x="7087771" y="3116972"/>
                  </a:lnTo>
                  <a:lnTo>
                    <a:pt x="7086956" y="3116972"/>
                  </a:lnTo>
                  <a:lnTo>
                    <a:pt x="7086142" y="3116972"/>
                  </a:lnTo>
                  <a:lnTo>
                    <a:pt x="7085327" y="3116972"/>
                  </a:lnTo>
                  <a:lnTo>
                    <a:pt x="7084512" y="3116972"/>
                  </a:lnTo>
                  <a:lnTo>
                    <a:pt x="7083697" y="3116972"/>
                  </a:lnTo>
                  <a:lnTo>
                    <a:pt x="7082882" y="3116972"/>
                  </a:lnTo>
                  <a:lnTo>
                    <a:pt x="7082068" y="3116972"/>
                  </a:lnTo>
                  <a:lnTo>
                    <a:pt x="7081253" y="3116972"/>
                  </a:lnTo>
                  <a:lnTo>
                    <a:pt x="7080438" y="3116972"/>
                  </a:lnTo>
                  <a:lnTo>
                    <a:pt x="7079623" y="3116972"/>
                  </a:lnTo>
                  <a:lnTo>
                    <a:pt x="7078809" y="3116972"/>
                  </a:lnTo>
                  <a:lnTo>
                    <a:pt x="7077994" y="3116972"/>
                  </a:lnTo>
                  <a:lnTo>
                    <a:pt x="7077179" y="3116972"/>
                  </a:lnTo>
                  <a:lnTo>
                    <a:pt x="7076364" y="3116972"/>
                  </a:lnTo>
                  <a:lnTo>
                    <a:pt x="7075549" y="3116972"/>
                  </a:lnTo>
                  <a:lnTo>
                    <a:pt x="7074735" y="3116972"/>
                  </a:lnTo>
                  <a:lnTo>
                    <a:pt x="7073920" y="3116972"/>
                  </a:lnTo>
                  <a:lnTo>
                    <a:pt x="7073105" y="3116972"/>
                  </a:lnTo>
                  <a:lnTo>
                    <a:pt x="7072290" y="3116972"/>
                  </a:lnTo>
                  <a:lnTo>
                    <a:pt x="7071476" y="3116972"/>
                  </a:lnTo>
                  <a:lnTo>
                    <a:pt x="7070661" y="3116972"/>
                  </a:lnTo>
                  <a:lnTo>
                    <a:pt x="7069846" y="3116972"/>
                  </a:lnTo>
                  <a:lnTo>
                    <a:pt x="7069031" y="3116972"/>
                  </a:lnTo>
                  <a:lnTo>
                    <a:pt x="7068216" y="3116972"/>
                  </a:lnTo>
                  <a:lnTo>
                    <a:pt x="7067402" y="3116972"/>
                  </a:lnTo>
                  <a:lnTo>
                    <a:pt x="7066587" y="3116972"/>
                  </a:lnTo>
                  <a:lnTo>
                    <a:pt x="7065772" y="3116972"/>
                  </a:lnTo>
                  <a:lnTo>
                    <a:pt x="7064957" y="3116972"/>
                  </a:lnTo>
                  <a:lnTo>
                    <a:pt x="7064143" y="3116972"/>
                  </a:lnTo>
                  <a:lnTo>
                    <a:pt x="7063328" y="3116972"/>
                  </a:lnTo>
                  <a:lnTo>
                    <a:pt x="7062513" y="3116972"/>
                  </a:lnTo>
                  <a:lnTo>
                    <a:pt x="7061698" y="3116972"/>
                  </a:lnTo>
                  <a:lnTo>
                    <a:pt x="7060883" y="3116972"/>
                  </a:lnTo>
                  <a:lnTo>
                    <a:pt x="7060069" y="3116972"/>
                  </a:lnTo>
                  <a:lnTo>
                    <a:pt x="7059254" y="3116972"/>
                  </a:lnTo>
                  <a:lnTo>
                    <a:pt x="7058439" y="3116972"/>
                  </a:lnTo>
                  <a:lnTo>
                    <a:pt x="7057624" y="3116972"/>
                  </a:lnTo>
                  <a:lnTo>
                    <a:pt x="7056810" y="3116972"/>
                  </a:lnTo>
                  <a:lnTo>
                    <a:pt x="7055995" y="3116972"/>
                  </a:lnTo>
                  <a:lnTo>
                    <a:pt x="7055180" y="3116972"/>
                  </a:lnTo>
                  <a:lnTo>
                    <a:pt x="7054365" y="3116972"/>
                  </a:lnTo>
                  <a:lnTo>
                    <a:pt x="7053550" y="3116972"/>
                  </a:lnTo>
                  <a:lnTo>
                    <a:pt x="7052736" y="3116972"/>
                  </a:lnTo>
                  <a:lnTo>
                    <a:pt x="7051921" y="3116972"/>
                  </a:lnTo>
                  <a:lnTo>
                    <a:pt x="7051106" y="3116972"/>
                  </a:lnTo>
                  <a:lnTo>
                    <a:pt x="7050291" y="3116972"/>
                  </a:lnTo>
                  <a:lnTo>
                    <a:pt x="7049476" y="3116972"/>
                  </a:lnTo>
                  <a:lnTo>
                    <a:pt x="7048662" y="3116972"/>
                  </a:lnTo>
                  <a:lnTo>
                    <a:pt x="7047847" y="3116972"/>
                  </a:lnTo>
                  <a:lnTo>
                    <a:pt x="7047032" y="3116972"/>
                  </a:lnTo>
                  <a:lnTo>
                    <a:pt x="7046217" y="3116972"/>
                  </a:lnTo>
                  <a:lnTo>
                    <a:pt x="7045403" y="3116972"/>
                  </a:lnTo>
                  <a:lnTo>
                    <a:pt x="7044588" y="3116972"/>
                  </a:lnTo>
                  <a:lnTo>
                    <a:pt x="7043773" y="3116972"/>
                  </a:lnTo>
                  <a:lnTo>
                    <a:pt x="7042958" y="3116972"/>
                  </a:lnTo>
                  <a:lnTo>
                    <a:pt x="7042143" y="3116972"/>
                  </a:lnTo>
                  <a:lnTo>
                    <a:pt x="7041329" y="3116972"/>
                  </a:lnTo>
                  <a:lnTo>
                    <a:pt x="7040514" y="3116972"/>
                  </a:lnTo>
                  <a:lnTo>
                    <a:pt x="7039699" y="3116972"/>
                  </a:lnTo>
                  <a:lnTo>
                    <a:pt x="7038884" y="3116972"/>
                  </a:lnTo>
                  <a:lnTo>
                    <a:pt x="7038070" y="3116972"/>
                  </a:lnTo>
                  <a:lnTo>
                    <a:pt x="7037255" y="3116972"/>
                  </a:lnTo>
                  <a:lnTo>
                    <a:pt x="7036440" y="3116972"/>
                  </a:lnTo>
                  <a:lnTo>
                    <a:pt x="7035625" y="3116972"/>
                  </a:lnTo>
                  <a:lnTo>
                    <a:pt x="7034810" y="3116972"/>
                  </a:lnTo>
                  <a:lnTo>
                    <a:pt x="7033996" y="3116972"/>
                  </a:lnTo>
                  <a:lnTo>
                    <a:pt x="7033181" y="3116972"/>
                  </a:lnTo>
                  <a:lnTo>
                    <a:pt x="7032366" y="3116972"/>
                  </a:lnTo>
                  <a:lnTo>
                    <a:pt x="7031551" y="3116972"/>
                  </a:lnTo>
                  <a:lnTo>
                    <a:pt x="7030737" y="3116972"/>
                  </a:lnTo>
                  <a:lnTo>
                    <a:pt x="7029922" y="3116972"/>
                  </a:lnTo>
                  <a:lnTo>
                    <a:pt x="7029107" y="3116972"/>
                  </a:lnTo>
                  <a:lnTo>
                    <a:pt x="7028292" y="3116972"/>
                  </a:lnTo>
                  <a:lnTo>
                    <a:pt x="7027477" y="3116972"/>
                  </a:lnTo>
                  <a:lnTo>
                    <a:pt x="7026663" y="3116972"/>
                  </a:lnTo>
                  <a:lnTo>
                    <a:pt x="7025848" y="3116972"/>
                  </a:lnTo>
                  <a:lnTo>
                    <a:pt x="7025033" y="3116972"/>
                  </a:lnTo>
                  <a:lnTo>
                    <a:pt x="7024218" y="3116972"/>
                  </a:lnTo>
                  <a:lnTo>
                    <a:pt x="7023404" y="3116972"/>
                  </a:lnTo>
                  <a:lnTo>
                    <a:pt x="7022589" y="3116972"/>
                  </a:lnTo>
                  <a:lnTo>
                    <a:pt x="7021774" y="3116972"/>
                  </a:lnTo>
                  <a:lnTo>
                    <a:pt x="7020959" y="3116972"/>
                  </a:lnTo>
                  <a:lnTo>
                    <a:pt x="7020144" y="3116972"/>
                  </a:lnTo>
                  <a:lnTo>
                    <a:pt x="7019330" y="3116972"/>
                  </a:lnTo>
                  <a:lnTo>
                    <a:pt x="7018515" y="3116972"/>
                  </a:lnTo>
                  <a:lnTo>
                    <a:pt x="7017700" y="3116972"/>
                  </a:lnTo>
                  <a:lnTo>
                    <a:pt x="7016885" y="3116972"/>
                  </a:lnTo>
                  <a:lnTo>
                    <a:pt x="7016071" y="3116972"/>
                  </a:lnTo>
                  <a:lnTo>
                    <a:pt x="7015256" y="3116972"/>
                  </a:lnTo>
                  <a:lnTo>
                    <a:pt x="7014441" y="3116972"/>
                  </a:lnTo>
                  <a:lnTo>
                    <a:pt x="7013626" y="3116972"/>
                  </a:lnTo>
                  <a:lnTo>
                    <a:pt x="7012811" y="3116972"/>
                  </a:lnTo>
                  <a:lnTo>
                    <a:pt x="7011997" y="3116972"/>
                  </a:lnTo>
                  <a:lnTo>
                    <a:pt x="7011182" y="3116972"/>
                  </a:lnTo>
                  <a:lnTo>
                    <a:pt x="7010367" y="3116972"/>
                  </a:lnTo>
                  <a:lnTo>
                    <a:pt x="7009552" y="3116972"/>
                  </a:lnTo>
                  <a:lnTo>
                    <a:pt x="7008737" y="3116972"/>
                  </a:lnTo>
                  <a:lnTo>
                    <a:pt x="7007923" y="3116972"/>
                  </a:lnTo>
                  <a:lnTo>
                    <a:pt x="7007108" y="3116972"/>
                  </a:lnTo>
                  <a:lnTo>
                    <a:pt x="7006293" y="3116972"/>
                  </a:lnTo>
                  <a:lnTo>
                    <a:pt x="7005478" y="3116972"/>
                  </a:lnTo>
                  <a:lnTo>
                    <a:pt x="7004664" y="3116972"/>
                  </a:lnTo>
                  <a:lnTo>
                    <a:pt x="7003849" y="3116972"/>
                  </a:lnTo>
                  <a:lnTo>
                    <a:pt x="7003034" y="3116972"/>
                  </a:lnTo>
                  <a:lnTo>
                    <a:pt x="7002219" y="3116972"/>
                  </a:lnTo>
                  <a:lnTo>
                    <a:pt x="7001404" y="3116972"/>
                  </a:lnTo>
                  <a:lnTo>
                    <a:pt x="7000590" y="3116972"/>
                  </a:lnTo>
                  <a:lnTo>
                    <a:pt x="6999775" y="3116972"/>
                  </a:lnTo>
                  <a:lnTo>
                    <a:pt x="6998960" y="3116972"/>
                  </a:lnTo>
                  <a:lnTo>
                    <a:pt x="6998145" y="3116972"/>
                  </a:lnTo>
                  <a:lnTo>
                    <a:pt x="6997331" y="3116972"/>
                  </a:lnTo>
                  <a:lnTo>
                    <a:pt x="6996516" y="3116972"/>
                  </a:lnTo>
                  <a:lnTo>
                    <a:pt x="6995701" y="3116972"/>
                  </a:lnTo>
                  <a:lnTo>
                    <a:pt x="6994886" y="3116972"/>
                  </a:lnTo>
                  <a:lnTo>
                    <a:pt x="6994071" y="3116972"/>
                  </a:lnTo>
                  <a:lnTo>
                    <a:pt x="6993257" y="3116972"/>
                  </a:lnTo>
                  <a:lnTo>
                    <a:pt x="6992442" y="3116972"/>
                  </a:lnTo>
                  <a:lnTo>
                    <a:pt x="6991627" y="3116972"/>
                  </a:lnTo>
                  <a:lnTo>
                    <a:pt x="6990812" y="3116972"/>
                  </a:lnTo>
                  <a:lnTo>
                    <a:pt x="6989998" y="3116972"/>
                  </a:lnTo>
                  <a:lnTo>
                    <a:pt x="6989183" y="3116972"/>
                  </a:lnTo>
                  <a:lnTo>
                    <a:pt x="6988368" y="3116972"/>
                  </a:lnTo>
                  <a:lnTo>
                    <a:pt x="6987553" y="3116972"/>
                  </a:lnTo>
                  <a:lnTo>
                    <a:pt x="6986738" y="3116972"/>
                  </a:lnTo>
                  <a:lnTo>
                    <a:pt x="6985924" y="3116972"/>
                  </a:lnTo>
                  <a:lnTo>
                    <a:pt x="6985109" y="3116972"/>
                  </a:lnTo>
                  <a:lnTo>
                    <a:pt x="6984294" y="3116972"/>
                  </a:lnTo>
                  <a:lnTo>
                    <a:pt x="6983479" y="3116972"/>
                  </a:lnTo>
                  <a:lnTo>
                    <a:pt x="6982665" y="3116972"/>
                  </a:lnTo>
                  <a:lnTo>
                    <a:pt x="6981850" y="3116972"/>
                  </a:lnTo>
                  <a:lnTo>
                    <a:pt x="6981035" y="3116972"/>
                  </a:lnTo>
                  <a:lnTo>
                    <a:pt x="6980220" y="3116972"/>
                  </a:lnTo>
                  <a:lnTo>
                    <a:pt x="6979405" y="3116972"/>
                  </a:lnTo>
                  <a:lnTo>
                    <a:pt x="6978591" y="3116972"/>
                  </a:lnTo>
                  <a:lnTo>
                    <a:pt x="6977776" y="3116972"/>
                  </a:lnTo>
                  <a:lnTo>
                    <a:pt x="6976961" y="3116972"/>
                  </a:lnTo>
                  <a:lnTo>
                    <a:pt x="6976146" y="3116972"/>
                  </a:lnTo>
                  <a:lnTo>
                    <a:pt x="6975332" y="3116972"/>
                  </a:lnTo>
                  <a:lnTo>
                    <a:pt x="6974517" y="3116972"/>
                  </a:lnTo>
                  <a:lnTo>
                    <a:pt x="6973702" y="3116972"/>
                  </a:lnTo>
                  <a:lnTo>
                    <a:pt x="6972887" y="3116972"/>
                  </a:lnTo>
                  <a:lnTo>
                    <a:pt x="6972072" y="3116972"/>
                  </a:lnTo>
                  <a:lnTo>
                    <a:pt x="6971258" y="3116972"/>
                  </a:lnTo>
                  <a:lnTo>
                    <a:pt x="6970443" y="3116972"/>
                  </a:lnTo>
                  <a:lnTo>
                    <a:pt x="6969628" y="3116972"/>
                  </a:lnTo>
                  <a:lnTo>
                    <a:pt x="6968813" y="3116972"/>
                  </a:lnTo>
                  <a:lnTo>
                    <a:pt x="6967998" y="3116972"/>
                  </a:lnTo>
                  <a:lnTo>
                    <a:pt x="6967184" y="3116972"/>
                  </a:lnTo>
                  <a:lnTo>
                    <a:pt x="6966369" y="3116972"/>
                  </a:lnTo>
                  <a:lnTo>
                    <a:pt x="6965554" y="3116972"/>
                  </a:lnTo>
                  <a:lnTo>
                    <a:pt x="6964739" y="3116972"/>
                  </a:lnTo>
                  <a:lnTo>
                    <a:pt x="6963925" y="3116972"/>
                  </a:lnTo>
                  <a:lnTo>
                    <a:pt x="6963110" y="3116972"/>
                  </a:lnTo>
                  <a:lnTo>
                    <a:pt x="6962295" y="3116972"/>
                  </a:lnTo>
                  <a:lnTo>
                    <a:pt x="6961480" y="3116972"/>
                  </a:lnTo>
                  <a:lnTo>
                    <a:pt x="6960665" y="3116972"/>
                  </a:lnTo>
                  <a:lnTo>
                    <a:pt x="6959851" y="3116972"/>
                  </a:lnTo>
                  <a:lnTo>
                    <a:pt x="6959036" y="3116972"/>
                  </a:lnTo>
                  <a:lnTo>
                    <a:pt x="6958221" y="3116972"/>
                  </a:lnTo>
                  <a:lnTo>
                    <a:pt x="6957406" y="3116972"/>
                  </a:lnTo>
                  <a:lnTo>
                    <a:pt x="6956592" y="3116972"/>
                  </a:lnTo>
                  <a:lnTo>
                    <a:pt x="6955777" y="3116972"/>
                  </a:lnTo>
                  <a:lnTo>
                    <a:pt x="6954962" y="3116972"/>
                  </a:lnTo>
                  <a:lnTo>
                    <a:pt x="6954147" y="3116972"/>
                  </a:lnTo>
                  <a:lnTo>
                    <a:pt x="6953332" y="3116972"/>
                  </a:lnTo>
                  <a:lnTo>
                    <a:pt x="6952518" y="3116972"/>
                  </a:lnTo>
                  <a:lnTo>
                    <a:pt x="6951703" y="3116972"/>
                  </a:lnTo>
                  <a:lnTo>
                    <a:pt x="6950888" y="3116972"/>
                  </a:lnTo>
                  <a:lnTo>
                    <a:pt x="6950073" y="3116972"/>
                  </a:lnTo>
                  <a:lnTo>
                    <a:pt x="6949259" y="3116972"/>
                  </a:lnTo>
                  <a:lnTo>
                    <a:pt x="6948444" y="3116972"/>
                  </a:lnTo>
                  <a:lnTo>
                    <a:pt x="6947629" y="3116972"/>
                  </a:lnTo>
                  <a:lnTo>
                    <a:pt x="6946814" y="3116972"/>
                  </a:lnTo>
                  <a:lnTo>
                    <a:pt x="6945999" y="3116972"/>
                  </a:lnTo>
                  <a:lnTo>
                    <a:pt x="6945185" y="3116972"/>
                  </a:lnTo>
                  <a:lnTo>
                    <a:pt x="6944370" y="3116972"/>
                  </a:lnTo>
                  <a:lnTo>
                    <a:pt x="6943555" y="3116972"/>
                  </a:lnTo>
                  <a:lnTo>
                    <a:pt x="6942740" y="3116972"/>
                  </a:lnTo>
                  <a:lnTo>
                    <a:pt x="6941926" y="3116972"/>
                  </a:lnTo>
                  <a:lnTo>
                    <a:pt x="6941111" y="3116972"/>
                  </a:lnTo>
                  <a:lnTo>
                    <a:pt x="6940296" y="3116972"/>
                  </a:lnTo>
                  <a:lnTo>
                    <a:pt x="6939481" y="3116972"/>
                  </a:lnTo>
                  <a:lnTo>
                    <a:pt x="6938666" y="3116972"/>
                  </a:lnTo>
                  <a:lnTo>
                    <a:pt x="6937852" y="3116972"/>
                  </a:lnTo>
                  <a:lnTo>
                    <a:pt x="6937037" y="3116972"/>
                  </a:lnTo>
                  <a:lnTo>
                    <a:pt x="6936222" y="3116972"/>
                  </a:lnTo>
                  <a:lnTo>
                    <a:pt x="6935407" y="3116972"/>
                  </a:lnTo>
                  <a:lnTo>
                    <a:pt x="6934593" y="3116972"/>
                  </a:lnTo>
                  <a:lnTo>
                    <a:pt x="6933778" y="3116972"/>
                  </a:lnTo>
                  <a:lnTo>
                    <a:pt x="6932963" y="3116972"/>
                  </a:lnTo>
                  <a:lnTo>
                    <a:pt x="6932148" y="3116972"/>
                  </a:lnTo>
                  <a:lnTo>
                    <a:pt x="6931333" y="3116972"/>
                  </a:lnTo>
                  <a:lnTo>
                    <a:pt x="6930519" y="3116972"/>
                  </a:lnTo>
                  <a:lnTo>
                    <a:pt x="6929704" y="3116972"/>
                  </a:lnTo>
                  <a:lnTo>
                    <a:pt x="6928889" y="3116972"/>
                  </a:lnTo>
                  <a:lnTo>
                    <a:pt x="6928074" y="3116972"/>
                  </a:lnTo>
                  <a:lnTo>
                    <a:pt x="6927259" y="3116972"/>
                  </a:lnTo>
                  <a:lnTo>
                    <a:pt x="6926445" y="3116972"/>
                  </a:lnTo>
                  <a:lnTo>
                    <a:pt x="6925630" y="3116972"/>
                  </a:lnTo>
                  <a:lnTo>
                    <a:pt x="6924815" y="3116972"/>
                  </a:lnTo>
                  <a:lnTo>
                    <a:pt x="6924000" y="3116972"/>
                  </a:lnTo>
                  <a:lnTo>
                    <a:pt x="6923186" y="3116972"/>
                  </a:lnTo>
                  <a:lnTo>
                    <a:pt x="6922371" y="3116972"/>
                  </a:lnTo>
                  <a:lnTo>
                    <a:pt x="6921556" y="3116972"/>
                  </a:lnTo>
                  <a:lnTo>
                    <a:pt x="6920741" y="3116972"/>
                  </a:lnTo>
                  <a:lnTo>
                    <a:pt x="6919926" y="3116972"/>
                  </a:lnTo>
                  <a:lnTo>
                    <a:pt x="6919112" y="3116972"/>
                  </a:lnTo>
                  <a:lnTo>
                    <a:pt x="6918297" y="3116972"/>
                  </a:lnTo>
                  <a:lnTo>
                    <a:pt x="6917482" y="3116972"/>
                  </a:lnTo>
                  <a:lnTo>
                    <a:pt x="6916667" y="3116972"/>
                  </a:lnTo>
                  <a:lnTo>
                    <a:pt x="6915853" y="3116972"/>
                  </a:lnTo>
                  <a:lnTo>
                    <a:pt x="6915038" y="3116972"/>
                  </a:lnTo>
                  <a:lnTo>
                    <a:pt x="6914223" y="3116972"/>
                  </a:lnTo>
                  <a:lnTo>
                    <a:pt x="6913408" y="3116972"/>
                  </a:lnTo>
                  <a:lnTo>
                    <a:pt x="6912593" y="3116972"/>
                  </a:lnTo>
                  <a:lnTo>
                    <a:pt x="6911779" y="3116972"/>
                  </a:lnTo>
                  <a:lnTo>
                    <a:pt x="6910964" y="3116972"/>
                  </a:lnTo>
                  <a:lnTo>
                    <a:pt x="6910149" y="3116972"/>
                  </a:lnTo>
                  <a:lnTo>
                    <a:pt x="6909334" y="3116972"/>
                  </a:lnTo>
                  <a:lnTo>
                    <a:pt x="6908520" y="3116972"/>
                  </a:lnTo>
                  <a:lnTo>
                    <a:pt x="6907705" y="3116972"/>
                  </a:lnTo>
                  <a:lnTo>
                    <a:pt x="6906890" y="3116972"/>
                  </a:lnTo>
                  <a:lnTo>
                    <a:pt x="6906075" y="3116972"/>
                  </a:lnTo>
                  <a:lnTo>
                    <a:pt x="6905260" y="3116972"/>
                  </a:lnTo>
                  <a:lnTo>
                    <a:pt x="6904446" y="3116972"/>
                  </a:lnTo>
                  <a:lnTo>
                    <a:pt x="6903631" y="3116972"/>
                  </a:lnTo>
                  <a:lnTo>
                    <a:pt x="6902816" y="3116972"/>
                  </a:lnTo>
                  <a:lnTo>
                    <a:pt x="6902001" y="3116972"/>
                  </a:lnTo>
                  <a:lnTo>
                    <a:pt x="6901187" y="3116972"/>
                  </a:lnTo>
                  <a:lnTo>
                    <a:pt x="6900372" y="3116972"/>
                  </a:lnTo>
                  <a:lnTo>
                    <a:pt x="6899557" y="3116972"/>
                  </a:lnTo>
                  <a:lnTo>
                    <a:pt x="6898742" y="3116972"/>
                  </a:lnTo>
                  <a:lnTo>
                    <a:pt x="6897927" y="3116972"/>
                  </a:lnTo>
                  <a:lnTo>
                    <a:pt x="6897113" y="3116972"/>
                  </a:lnTo>
                  <a:lnTo>
                    <a:pt x="6896298" y="3116972"/>
                  </a:lnTo>
                  <a:lnTo>
                    <a:pt x="6895483" y="3116972"/>
                  </a:lnTo>
                  <a:lnTo>
                    <a:pt x="6894668" y="3116972"/>
                  </a:lnTo>
                  <a:lnTo>
                    <a:pt x="6893854" y="3116972"/>
                  </a:lnTo>
                  <a:lnTo>
                    <a:pt x="6893039" y="3116972"/>
                  </a:lnTo>
                  <a:lnTo>
                    <a:pt x="6892224" y="3116972"/>
                  </a:lnTo>
                  <a:lnTo>
                    <a:pt x="6891409" y="3116972"/>
                  </a:lnTo>
                  <a:lnTo>
                    <a:pt x="6890594" y="3116972"/>
                  </a:lnTo>
                  <a:lnTo>
                    <a:pt x="6889780" y="3116972"/>
                  </a:lnTo>
                  <a:lnTo>
                    <a:pt x="6888965" y="3116972"/>
                  </a:lnTo>
                  <a:lnTo>
                    <a:pt x="6888150" y="3116972"/>
                  </a:lnTo>
                  <a:lnTo>
                    <a:pt x="6887335" y="3116972"/>
                  </a:lnTo>
                  <a:lnTo>
                    <a:pt x="6886520" y="3116972"/>
                  </a:lnTo>
                  <a:lnTo>
                    <a:pt x="6885706" y="3116972"/>
                  </a:lnTo>
                  <a:lnTo>
                    <a:pt x="6884891" y="3116972"/>
                  </a:lnTo>
                  <a:lnTo>
                    <a:pt x="6884076" y="3116972"/>
                  </a:lnTo>
                  <a:lnTo>
                    <a:pt x="6883261" y="3116972"/>
                  </a:lnTo>
                  <a:lnTo>
                    <a:pt x="6882447" y="3116972"/>
                  </a:lnTo>
                  <a:lnTo>
                    <a:pt x="6881632" y="3116972"/>
                  </a:lnTo>
                  <a:lnTo>
                    <a:pt x="6880817" y="3116972"/>
                  </a:lnTo>
                  <a:lnTo>
                    <a:pt x="6880002" y="3116972"/>
                  </a:lnTo>
                  <a:lnTo>
                    <a:pt x="6879187" y="3116972"/>
                  </a:lnTo>
                  <a:lnTo>
                    <a:pt x="6878373" y="3116972"/>
                  </a:lnTo>
                  <a:lnTo>
                    <a:pt x="6877558" y="3116972"/>
                  </a:lnTo>
                  <a:lnTo>
                    <a:pt x="6876743" y="3116972"/>
                  </a:lnTo>
                  <a:lnTo>
                    <a:pt x="6875928" y="3116972"/>
                  </a:lnTo>
                  <a:lnTo>
                    <a:pt x="6875114" y="3116972"/>
                  </a:lnTo>
                  <a:lnTo>
                    <a:pt x="6874299" y="3116972"/>
                  </a:lnTo>
                  <a:lnTo>
                    <a:pt x="6873484" y="3116972"/>
                  </a:lnTo>
                  <a:lnTo>
                    <a:pt x="6872669" y="3116972"/>
                  </a:lnTo>
                  <a:lnTo>
                    <a:pt x="6871854" y="3116972"/>
                  </a:lnTo>
                  <a:lnTo>
                    <a:pt x="6871040" y="3116972"/>
                  </a:lnTo>
                  <a:lnTo>
                    <a:pt x="6870225" y="3116972"/>
                  </a:lnTo>
                  <a:lnTo>
                    <a:pt x="6869410" y="3116972"/>
                  </a:lnTo>
                  <a:lnTo>
                    <a:pt x="6868595" y="3116972"/>
                  </a:lnTo>
                  <a:lnTo>
                    <a:pt x="6867781" y="3116972"/>
                  </a:lnTo>
                  <a:lnTo>
                    <a:pt x="6866966" y="3116972"/>
                  </a:lnTo>
                  <a:lnTo>
                    <a:pt x="6866151" y="3116972"/>
                  </a:lnTo>
                  <a:lnTo>
                    <a:pt x="6865336" y="3116972"/>
                  </a:lnTo>
                  <a:lnTo>
                    <a:pt x="6864521" y="3116972"/>
                  </a:lnTo>
                  <a:lnTo>
                    <a:pt x="6863707" y="3116972"/>
                  </a:lnTo>
                  <a:lnTo>
                    <a:pt x="6862892" y="3116972"/>
                  </a:lnTo>
                  <a:lnTo>
                    <a:pt x="6862077" y="3116972"/>
                  </a:lnTo>
                  <a:lnTo>
                    <a:pt x="6861262" y="3116972"/>
                  </a:lnTo>
                  <a:lnTo>
                    <a:pt x="6860448" y="3116972"/>
                  </a:lnTo>
                  <a:lnTo>
                    <a:pt x="6859633" y="3116972"/>
                  </a:lnTo>
                  <a:lnTo>
                    <a:pt x="6858818" y="3116972"/>
                  </a:lnTo>
                  <a:lnTo>
                    <a:pt x="6858003" y="3116972"/>
                  </a:lnTo>
                  <a:lnTo>
                    <a:pt x="6857188" y="3116972"/>
                  </a:lnTo>
                  <a:lnTo>
                    <a:pt x="6856374" y="3116972"/>
                  </a:lnTo>
                  <a:lnTo>
                    <a:pt x="6855559" y="3116972"/>
                  </a:lnTo>
                  <a:lnTo>
                    <a:pt x="6854744" y="3116972"/>
                  </a:lnTo>
                  <a:lnTo>
                    <a:pt x="6853929" y="3116972"/>
                  </a:lnTo>
                  <a:lnTo>
                    <a:pt x="6853115" y="3116972"/>
                  </a:lnTo>
                  <a:lnTo>
                    <a:pt x="6852300" y="3116972"/>
                  </a:lnTo>
                  <a:lnTo>
                    <a:pt x="6851485" y="3116972"/>
                  </a:lnTo>
                  <a:lnTo>
                    <a:pt x="6850670" y="3116972"/>
                  </a:lnTo>
                  <a:lnTo>
                    <a:pt x="6849855" y="3116972"/>
                  </a:lnTo>
                  <a:lnTo>
                    <a:pt x="6849041" y="3116972"/>
                  </a:lnTo>
                  <a:lnTo>
                    <a:pt x="6848226" y="3116972"/>
                  </a:lnTo>
                  <a:lnTo>
                    <a:pt x="6847411" y="3116972"/>
                  </a:lnTo>
                  <a:lnTo>
                    <a:pt x="6846596" y="3116972"/>
                  </a:lnTo>
                  <a:lnTo>
                    <a:pt x="6845781" y="3116972"/>
                  </a:lnTo>
                  <a:lnTo>
                    <a:pt x="6844967" y="3116972"/>
                  </a:lnTo>
                  <a:lnTo>
                    <a:pt x="6844152" y="3116972"/>
                  </a:lnTo>
                  <a:lnTo>
                    <a:pt x="6843337" y="3116972"/>
                  </a:lnTo>
                  <a:lnTo>
                    <a:pt x="6842522" y="3116972"/>
                  </a:lnTo>
                  <a:lnTo>
                    <a:pt x="6841708" y="3116972"/>
                  </a:lnTo>
                  <a:lnTo>
                    <a:pt x="6840893" y="3116972"/>
                  </a:lnTo>
                  <a:lnTo>
                    <a:pt x="6840078" y="3116972"/>
                  </a:lnTo>
                  <a:lnTo>
                    <a:pt x="6839263" y="3116972"/>
                  </a:lnTo>
                  <a:lnTo>
                    <a:pt x="6838448" y="3116972"/>
                  </a:lnTo>
                  <a:lnTo>
                    <a:pt x="6837634" y="3116972"/>
                  </a:lnTo>
                  <a:lnTo>
                    <a:pt x="6836819" y="3116972"/>
                  </a:lnTo>
                  <a:lnTo>
                    <a:pt x="6836004" y="3116972"/>
                  </a:lnTo>
                  <a:lnTo>
                    <a:pt x="6835189" y="3116972"/>
                  </a:lnTo>
                  <a:lnTo>
                    <a:pt x="6834375" y="3116972"/>
                  </a:lnTo>
                  <a:lnTo>
                    <a:pt x="6833560" y="3116972"/>
                  </a:lnTo>
                  <a:lnTo>
                    <a:pt x="6832745" y="3116972"/>
                  </a:lnTo>
                  <a:lnTo>
                    <a:pt x="6831930" y="3116972"/>
                  </a:lnTo>
                  <a:lnTo>
                    <a:pt x="6831115" y="3116972"/>
                  </a:lnTo>
                  <a:lnTo>
                    <a:pt x="6830301" y="3116972"/>
                  </a:lnTo>
                  <a:lnTo>
                    <a:pt x="6829486" y="3116972"/>
                  </a:lnTo>
                  <a:lnTo>
                    <a:pt x="6828671" y="3116972"/>
                  </a:lnTo>
                  <a:lnTo>
                    <a:pt x="6827856" y="3116972"/>
                  </a:lnTo>
                  <a:lnTo>
                    <a:pt x="6827042" y="3116972"/>
                  </a:lnTo>
                  <a:lnTo>
                    <a:pt x="6826227" y="3116972"/>
                  </a:lnTo>
                  <a:lnTo>
                    <a:pt x="6825412" y="3116972"/>
                  </a:lnTo>
                  <a:lnTo>
                    <a:pt x="6824597" y="3116972"/>
                  </a:lnTo>
                  <a:lnTo>
                    <a:pt x="6823782" y="3116972"/>
                  </a:lnTo>
                  <a:lnTo>
                    <a:pt x="6822968" y="3116972"/>
                  </a:lnTo>
                  <a:lnTo>
                    <a:pt x="6822153" y="3116972"/>
                  </a:lnTo>
                  <a:lnTo>
                    <a:pt x="6821338" y="3116972"/>
                  </a:lnTo>
                  <a:lnTo>
                    <a:pt x="6820523" y="3116972"/>
                  </a:lnTo>
                  <a:lnTo>
                    <a:pt x="6819709" y="3116972"/>
                  </a:lnTo>
                  <a:lnTo>
                    <a:pt x="6818894" y="3116972"/>
                  </a:lnTo>
                  <a:lnTo>
                    <a:pt x="6818079" y="3116972"/>
                  </a:lnTo>
                  <a:lnTo>
                    <a:pt x="6817264" y="3116972"/>
                  </a:lnTo>
                  <a:lnTo>
                    <a:pt x="6816449" y="3116972"/>
                  </a:lnTo>
                  <a:lnTo>
                    <a:pt x="6815635" y="3116972"/>
                  </a:lnTo>
                  <a:lnTo>
                    <a:pt x="6814820" y="3116972"/>
                  </a:lnTo>
                  <a:lnTo>
                    <a:pt x="6814005" y="3116972"/>
                  </a:lnTo>
                  <a:lnTo>
                    <a:pt x="6813190" y="3116972"/>
                  </a:lnTo>
                  <a:lnTo>
                    <a:pt x="6812376" y="3116972"/>
                  </a:lnTo>
                  <a:lnTo>
                    <a:pt x="6811561" y="3116972"/>
                  </a:lnTo>
                  <a:lnTo>
                    <a:pt x="6810746" y="3116972"/>
                  </a:lnTo>
                  <a:lnTo>
                    <a:pt x="6809931" y="3116972"/>
                  </a:lnTo>
                  <a:lnTo>
                    <a:pt x="6809116" y="3116972"/>
                  </a:lnTo>
                  <a:lnTo>
                    <a:pt x="6808302" y="3116972"/>
                  </a:lnTo>
                  <a:lnTo>
                    <a:pt x="6807487" y="3116972"/>
                  </a:lnTo>
                  <a:lnTo>
                    <a:pt x="6806672" y="3116972"/>
                  </a:lnTo>
                  <a:lnTo>
                    <a:pt x="6805857" y="3116972"/>
                  </a:lnTo>
                  <a:lnTo>
                    <a:pt x="6805042" y="3116972"/>
                  </a:lnTo>
                  <a:lnTo>
                    <a:pt x="6804228" y="3116972"/>
                  </a:lnTo>
                  <a:lnTo>
                    <a:pt x="6803413" y="3116972"/>
                  </a:lnTo>
                  <a:lnTo>
                    <a:pt x="6802598" y="3116972"/>
                  </a:lnTo>
                  <a:lnTo>
                    <a:pt x="6801783" y="3116972"/>
                  </a:lnTo>
                  <a:lnTo>
                    <a:pt x="6800969" y="3116972"/>
                  </a:lnTo>
                  <a:lnTo>
                    <a:pt x="6800154" y="3116972"/>
                  </a:lnTo>
                  <a:lnTo>
                    <a:pt x="6799339" y="3116972"/>
                  </a:lnTo>
                  <a:lnTo>
                    <a:pt x="6798524" y="3116972"/>
                  </a:lnTo>
                  <a:lnTo>
                    <a:pt x="6797709" y="3116972"/>
                  </a:lnTo>
                  <a:lnTo>
                    <a:pt x="6796895" y="3116972"/>
                  </a:lnTo>
                  <a:lnTo>
                    <a:pt x="6796080" y="3116972"/>
                  </a:lnTo>
                  <a:lnTo>
                    <a:pt x="6795265" y="3116972"/>
                  </a:lnTo>
                  <a:lnTo>
                    <a:pt x="6794450" y="3116972"/>
                  </a:lnTo>
                  <a:lnTo>
                    <a:pt x="6793636" y="3116972"/>
                  </a:lnTo>
                  <a:lnTo>
                    <a:pt x="6792821" y="3116972"/>
                  </a:lnTo>
                  <a:lnTo>
                    <a:pt x="6792006" y="3116972"/>
                  </a:lnTo>
                  <a:lnTo>
                    <a:pt x="6791191" y="3116972"/>
                  </a:lnTo>
                  <a:lnTo>
                    <a:pt x="6790376" y="3116972"/>
                  </a:lnTo>
                  <a:lnTo>
                    <a:pt x="6789562" y="3116972"/>
                  </a:lnTo>
                  <a:lnTo>
                    <a:pt x="6788747" y="3116972"/>
                  </a:lnTo>
                  <a:lnTo>
                    <a:pt x="6787932" y="3116972"/>
                  </a:lnTo>
                  <a:lnTo>
                    <a:pt x="6787117" y="3116972"/>
                  </a:lnTo>
                  <a:lnTo>
                    <a:pt x="6786303" y="3116972"/>
                  </a:lnTo>
                  <a:lnTo>
                    <a:pt x="6785488" y="3116972"/>
                  </a:lnTo>
                  <a:lnTo>
                    <a:pt x="6784673" y="3116972"/>
                  </a:lnTo>
                  <a:lnTo>
                    <a:pt x="6783858" y="3116972"/>
                  </a:lnTo>
                  <a:lnTo>
                    <a:pt x="6783043" y="3116972"/>
                  </a:lnTo>
                  <a:lnTo>
                    <a:pt x="6782229" y="3116972"/>
                  </a:lnTo>
                  <a:lnTo>
                    <a:pt x="6781414" y="3116972"/>
                  </a:lnTo>
                  <a:lnTo>
                    <a:pt x="6780599" y="3116972"/>
                  </a:lnTo>
                  <a:lnTo>
                    <a:pt x="6779784" y="3116972"/>
                  </a:lnTo>
                  <a:lnTo>
                    <a:pt x="6778970" y="3116972"/>
                  </a:lnTo>
                  <a:lnTo>
                    <a:pt x="6778155" y="3116972"/>
                  </a:lnTo>
                  <a:lnTo>
                    <a:pt x="6777340" y="3116972"/>
                  </a:lnTo>
                  <a:lnTo>
                    <a:pt x="6776525" y="3116972"/>
                  </a:lnTo>
                  <a:lnTo>
                    <a:pt x="6775710" y="3116972"/>
                  </a:lnTo>
                  <a:lnTo>
                    <a:pt x="6774896" y="3116972"/>
                  </a:lnTo>
                  <a:lnTo>
                    <a:pt x="6774081" y="3116972"/>
                  </a:lnTo>
                  <a:lnTo>
                    <a:pt x="6773266" y="3116972"/>
                  </a:lnTo>
                  <a:lnTo>
                    <a:pt x="6772451" y="3116972"/>
                  </a:lnTo>
                  <a:lnTo>
                    <a:pt x="6771637" y="3116972"/>
                  </a:lnTo>
                  <a:lnTo>
                    <a:pt x="6770822" y="3116972"/>
                  </a:lnTo>
                  <a:lnTo>
                    <a:pt x="6770007" y="3116972"/>
                  </a:lnTo>
                  <a:lnTo>
                    <a:pt x="6769192" y="3116972"/>
                  </a:lnTo>
                  <a:lnTo>
                    <a:pt x="6768377" y="3116972"/>
                  </a:lnTo>
                  <a:lnTo>
                    <a:pt x="6767563" y="3116972"/>
                  </a:lnTo>
                  <a:lnTo>
                    <a:pt x="6766748" y="3116972"/>
                  </a:lnTo>
                  <a:lnTo>
                    <a:pt x="6765933" y="3116972"/>
                  </a:lnTo>
                  <a:lnTo>
                    <a:pt x="6765118" y="3116972"/>
                  </a:lnTo>
                  <a:lnTo>
                    <a:pt x="6764303" y="3116972"/>
                  </a:lnTo>
                  <a:lnTo>
                    <a:pt x="6763489" y="3116972"/>
                  </a:lnTo>
                  <a:lnTo>
                    <a:pt x="6762674" y="3116972"/>
                  </a:lnTo>
                  <a:lnTo>
                    <a:pt x="6761859" y="3116972"/>
                  </a:lnTo>
                  <a:lnTo>
                    <a:pt x="6761044" y="3116972"/>
                  </a:lnTo>
                  <a:lnTo>
                    <a:pt x="6760230" y="3116972"/>
                  </a:lnTo>
                  <a:lnTo>
                    <a:pt x="6759415" y="3116972"/>
                  </a:lnTo>
                  <a:lnTo>
                    <a:pt x="6758600" y="3116972"/>
                  </a:lnTo>
                  <a:lnTo>
                    <a:pt x="6757785" y="3116972"/>
                  </a:lnTo>
                  <a:lnTo>
                    <a:pt x="6756970" y="3116972"/>
                  </a:lnTo>
                  <a:lnTo>
                    <a:pt x="6756156" y="3116972"/>
                  </a:lnTo>
                  <a:lnTo>
                    <a:pt x="6755341" y="3116972"/>
                  </a:lnTo>
                  <a:lnTo>
                    <a:pt x="6754526" y="3116972"/>
                  </a:lnTo>
                  <a:lnTo>
                    <a:pt x="6753711" y="3116972"/>
                  </a:lnTo>
                  <a:lnTo>
                    <a:pt x="6752897" y="3116972"/>
                  </a:lnTo>
                  <a:lnTo>
                    <a:pt x="6752082" y="3116972"/>
                  </a:lnTo>
                  <a:lnTo>
                    <a:pt x="6751267" y="3116972"/>
                  </a:lnTo>
                  <a:lnTo>
                    <a:pt x="6750452" y="3116972"/>
                  </a:lnTo>
                  <a:lnTo>
                    <a:pt x="6749637" y="3116972"/>
                  </a:lnTo>
                  <a:lnTo>
                    <a:pt x="6748823" y="3116972"/>
                  </a:lnTo>
                  <a:lnTo>
                    <a:pt x="6748008" y="3116972"/>
                  </a:lnTo>
                  <a:lnTo>
                    <a:pt x="6747193" y="3116972"/>
                  </a:lnTo>
                  <a:lnTo>
                    <a:pt x="6746378" y="3116972"/>
                  </a:lnTo>
                  <a:lnTo>
                    <a:pt x="6745564" y="3116972"/>
                  </a:lnTo>
                  <a:lnTo>
                    <a:pt x="6744749" y="3116972"/>
                  </a:lnTo>
                  <a:lnTo>
                    <a:pt x="6743934" y="3116972"/>
                  </a:lnTo>
                  <a:lnTo>
                    <a:pt x="6743119" y="3116972"/>
                  </a:lnTo>
                  <a:lnTo>
                    <a:pt x="6742304" y="3116972"/>
                  </a:lnTo>
                  <a:lnTo>
                    <a:pt x="6741490" y="3116972"/>
                  </a:lnTo>
                  <a:lnTo>
                    <a:pt x="6740675" y="3116972"/>
                  </a:lnTo>
                  <a:lnTo>
                    <a:pt x="6739860" y="3116972"/>
                  </a:lnTo>
                  <a:lnTo>
                    <a:pt x="6739045" y="3116972"/>
                  </a:lnTo>
                  <a:lnTo>
                    <a:pt x="6738231" y="3116972"/>
                  </a:lnTo>
                  <a:lnTo>
                    <a:pt x="6737416" y="3116972"/>
                  </a:lnTo>
                  <a:lnTo>
                    <a:pt x="6736601" y="3116972"/>
                  </a:lnTo>
                  <a:lnTo>
                    <a:pt x="6735786" y="3116972"/>
                  </a:lnTo>
                  <a:lnTo>
                    <a:pt x="6734971" y="3116972"/>
                  </a:lnTo>
                  <a:lnTo>
                    <a:pt x="6734157" y="3116972"/>
                  </a:lnTo>
                  <a:lnTo>
                    <a:pt x="6733342" y="3116972"/>
                  </a:lnTo>
                  <a:lnTo>
                    <a:pt x="6732527" y="3116972"/>
                  </a:lnTo>
                  <a:lnTo>
                    <a:pt x="6731712" y="3116972"/>
                  </a:lnTo>
                  <a:lnTo>
                    <a:pt x="6730897" y="3116972"/>
                  </a:lnTo>
                  <a:lnTo>
                    <a:pt x="6730083" y="3116972"/>
                  </a:lnTo>
                  <a:lnTo>
                    <a:pt x="6729268" y="3116972"/>
                  </a:lnTo>
                  <a:lnTo>
                    <a:pt x="6728453" y="3116972"/>
                  </a:lnTo>
                  <a:lnTo>
                    <a:pt x="6727638" y="3116972"/>
                  </a:lnTo>
                  <a:lnTo>
                    <a:pt x="6726824" y="3116972"/>
                  </a:lnTo>
                  <a:lnTo>
                    <a:pt x="6726009" y="3116972"/>
                  </a:lnTo>
                  <a:lnTo>
                    <a:pt x="6725194" y="3116972"/>
                  </a:lnTo>
                  <a:lnTo>
                    <a:pt x="6724379" y="3116972"/>
                  </a:lnTo>
                  <a:lnTo>
                    <a:pt x="6723564" y="3116972"/>
                  </a:lnTo>
                  <a:lnTo>
                    <a:pt x="6722750" y="3116972"/>
                  </a:lnTo>
                  <a:lnTo>
                    <a:pt x="6721935" y="3116972"/>
                  </a:lnTo>
                  <a:lnTo>
                    <a:pt x="6721120" y="3116972"/>
                  </a:lnTo>
                  <a:lnTo>
                    <a:pt x="6720305" y="3116972"/>
                  </a:lnTo>
                  <a:lnTo>
                    <a:pt x="6719491" y="3116972"/>
                  </a:lnTo>
                  <a:lnTo>
                    <a:pt x="6718676" y="3116972"/>
                  </a:lnTo>
                  <a:lnTo>
                    <a:pt x="6717861" y="3116972"/>
                  </a:lnTo>
                  <a:lnTo>
                    <a:pt x="6717046" y="3116972"/>
                  </a:lnTo>
                  <a:lnTo>
                    <a:pt x="6716231" y="3116972"/>
                  </a:lnTo>
                  <a:lnTo>
                    <a:pt x="6715417" y="3116972"/>
                  </a:lnTo>
                  <a:lnTo>
                    <a:pt x="6714602" y="3116972"/>
                  </a:lnTo>
                  <a:lnTo>
                    <a:pt x="6713787" y="3116972"/>
                  </a:lnTo>
                  <a:lnTo>
                    <a:pt x="6712972" y="3116972"/>
                  </a:lnTo>
                  <a:lnTo>
                    <a:pt x="6712158" y="3116972"/>
                  </a:lnTo>
                  <a:lnTo>
                    <a:pt x="6711343" y="3116972"/>
                  </a:lnTo>
                  <a:lnTo>
                    <a:pt x="6710528" y="3116972"/>
                  </a:lnTo>
                  <a:lnTo>
                    <a:pt x="6709713" y="3116972"/>
                  </a:lnTo>
                  <a:lnTo>
                    <a:pt x="6708898" y="3116972"/>
                  </a:lnTo>
                  <a:lnTo>
                    <a:pt x="6708084" y="3116972"/>
                  </a:lnTo>
                  <a:lnTo>
                    <a:pt x="6707269" y="3116972"/>
                  </a:lnTo>
                  <a:lnTo>
                    <a:pt x="6706454" y="3116972"/>
                  </a:lnTo>
                  <a:lnTo>
                    <a:pt x="6705639" y="3116972"/>
                  </a:lnTo>
                  <a:lnTo>
                    <a:pt x="6704825" y="3116972"/>
                  </a:lnTo>
                  <a:lnTo>
                    <a:pt x="6704010" y="3116972"/>
                  </a:lnTo>
                  <a:lnTo>
                    <a:pt x="6703195" y="3116972"/>
                  </a:lnTo>
                  <a:lnTo>
                    <a:pt x="6702380" y="3116972"/>
                  </a:lnTo>
                  <a:lnTo>
                    <a:pt x="6701565" y="3116972"/>
                  </a:lnTo>
                  <a:lnTo>
                    <a:pt x="6700751" y="3116972"/>
                  </a:lnTo>
                  <a:lnTo>
                    <a:pt x="6699936" y="3116972"/>
                  </a:lnTo>
                  <a:lnTo>
                    <a:pt x="6699121" y="3116972"/>
                  </a:lnTo>
                  <a:lnTo>
                    <a:pt x="6698306" y="3116972"/>
                  </a:lnTo>
                  <a:lnTo>
                    <a:pt x="6697492" y="3116972"/>
                  </a:lnTo>
                  <a:lnTo>
                    <a:pt x="6696677" y="3116972"/>
                  </a:lnTo>
                  <a:lnTo>
                    <a:pt x="6695862" y="3116972"/>
                  </a:lnTo>
                  <a:lnTo>
                    <a:pt x="6695047" y="3116972"/>
                  </a:lnTo>
                  <a:lnTo>
                    <a:pt x="6694232" y="3116972"/>
                  </a:lnTo>
                  <a:lnTo>
                    <a:pt x="6693418" y="3116972"/>
                  </a:lnTo>
                  <a:lnTo>
                    <a:pt x="6692603" y="3116972"/>
                  </a:lnTo>
                  <a:lnTo>
                    <a:pt x="6691788" y="3116972"/>
                  </a:lnTo>
                  <a:lnTo>
                    <a:pt x="6690973" y="3116972"/>
                  </a:lnTo>
                  <a:lnTo>
                    <a:pt x="6690158" y="3116972"/>
                  </a:lnTo>
                  <a:lnTo>
                    <a:pt x="6689344" y="3116972"/>
                  </a:lnTo>
                  <a:lnTo>
                    <a:pt x="6688529" y="3116972"/>
                  </a:lnTo>
                  <a:lnTo>
                    <a:pt x="6687714" y="3116972"/>
                  </a:lnTo>
                  <a:lnTo>
                    <a:pt x="6686899" y="3116972"/>
                  </a:lnTo>
                  <a:lnTo>
                    <a:pt x="6686085" y="3116972"/>
                  </a:lnTo>
                  <a:lnTo>
                    <a:pt x="6685270" y="3116972"/>
                  </a:lnTo>
                  <a:lnTo>
                    <a:pt x="6684455" y="3116972"/>
                  </a:lnTo>
                  <a:lnTo>
                    <a:pt x="6683640" y="3116972"/>
                  </a:lnTo>
                  <a:lnTo>
                    <a:pt x="6682825" y="3116972"/>
                  </a:lnTo>
                  <a:lnTo>
                    <a:pt x="6682011" y="3116972"/>
                  </a:lnTo>
                  <a:lnTo>
                    <a:pt x="6681196" y="3116972"/>
                  </a:lnTo>
                  <a:lnTo>
                    <a:pt x="6680381" y="3116972"/>
                  </a:lnTo>
                  <a:lnTo>
                    <a:pt x="6679566" y="3116972"/>
                  </a:lnTo>
                  <a:lnTo>
                    <a:pt x="6678752" y="3116972"/>
                  </a:lnTo>
                  <a:lnTo>
                    <a:pt x="6677937" y="3116972"/>
                  </a:lnTo>
                  <a:lnTo>
                    <a:pt x="6677122" y="3116972"/>
                  </a:lnTo>
                  <a:lnTo>
                    <a:pt x="6676307" y="3116972"/>
                  </a:lnTo>
                  <a:lnTo>
                    <a:pt x="6675492" y="3116972"/>
                  </a:lnTo>
                  <a:lnTo>
                    <a:pt x="6674678" y="3116972"/>
                  </a:lnTo>
                  <a:lnTo>
                    <a:pt x="6673863" y="3116972"/>
                  </a:lnTo>
                  <a:lnTo>
                    <a:pt x="6673048" y="3116972"/>
                  </a:lnTo>
                  <a:lnTo>
                    <a:pt x="6672233" y="3116972"/>
                  </a:lnTo>
                  <a:lnTo>
                    <a:pt x="6671419" y="3116972"/>
                  </a:lnTo>
                  <a:lnTo>
                    <a:pt x="6670604" y="3116972"/>
                  </a:lnTo>
                  <a:lnTo>
                    <a:pt x="6669789" y="3116972"/>
                  </a:lnTo>
                  <a:lnTo>
                    <a:pt x="6668974" y="3116972"/>
                  </a:lnTo>
                  <a:lnTo>
                    <a:pt x="6668159" y="3116972"/>
                  </a:lnTo>
                  <a:lnTo>
                    <a:pt x="6667345" y="3116972"/>
                  </a:lnTo>
                  <a:lnTo>
                    <a:pt x="6666530" y="3116972"/>
                  </a:lnTo>
                  <a:lnTo>
                    <a:pt x="6665715" y="3116972"/>
                  </a:lnTo>
                  <a:lnTo>
                    <a:pt x="6664900" y="3116972"/>
                  </a:lnTo>
                  <a:lnTo>
                    <a:pt x="6664086" y="3116972"/>
                  </a:lnTo>
                  <a:lnTo>
                    <a:pt x="6663271" y="3116972"/>
                  </a:lnTo>
                  <a:lnTo>
                    <a:pt x="6662456" y="3116972"/>
                  </a:lnTo>
                  <a:lnTo>
                    <a:pt x="6661641" y="3116972"/>
                  </a:lnTo>
                  <a:lnTo>
                    <a:pt x="6660826" y="3116972"/>
                  </a:lnTo>
                  <a:lnTo>
                    <a:pt x="6660012" y="3116972"/>
                  </a:lnTo>
                  <a:lnTo>
                    <a:pt x="6659197" y="3116972"/>
                  </a:lnTo>
                  <a:lnTo>
                    <a:pt x="6658382" y="3116972"/>
                  </a:lnTo>
                  <a:lnTo>
                    <a:pt x="6657567" y="3116972"/>
                  </a:lnTo>
                  <a:lnTo>
                    <a:pt x="6656753" y="3116972"/>
                  </a:lnTo>
                  <a:lnTo>
                    <a:pt x="6655938" y="3116972"/>
                  </a:lnTo>
                  <a:lnTo>
                    <a:pt x="6655123" y="3116972"/>
                  </a:lnTo>
                  <a:lnTo>
                    <a:pt x="6654308" y="3116972"/>
                  </a:lnTo>
                  <a:lnTo>
                    <a:pt x="6653493" y="3116972"/>
                  </a:lnTo>
                  <a:lnTo>
                    <a:pt x="6652679" y="3116972"/>
                  </a:lnTo>
                  <a:lnTo>
                    <a:pt x="6651864" y="3116972"/>
                  </a:lnTo>
                  <a:lnTo>
                    <a:pt x="6651049" y="3116972"/>
                  </a:lnTo>
                  <a:lnTo>
                    <a:pt x="6650234" y="3116972"/>
                  </a:lnTo>
                  <a:lnTo>
                    <a:pt x="6649419" y="3116972"/>
                  </a:lnTo>
                  <a:lnTo>
                    <a:pt x="6648605" y="3116972"/>
                  </a:lnTo>
                  <a:lnTo>
                    <a:pt x="6647790" y="3116972"/>
                  </a:lnTo>
                  <a:lnTo>
                    <a:pt x="6646975" y="3116972"/>
                  </a:lnTo>
                  <a:lnTo>
                    <a:pt x="6646160" y="3116972"/>
                  </a:lnTo>
                  <a:lnTo>
                    <a:pt x="6645346" y="3116972"/>
                  </a:lnTo>
                  <a:lnTo>
                    <a:pt x="6644531" y="3116972"/>
                  </a:lnTo>
                  <a:lnTo>
                    <a:pt x="6643716" y="3116972"/>
                  </a:lnTo>
                  <a:lnTo>
                    <a:pt x="6642901" y="3116972"/>
                  </a:lnTo>
                  <a:lnTo>
                    <a:pt x="6642086" y="3116972"/>
                  </a:lnTo>
                  <a:lnTo>
                    <a:pt x="6641272" y="3116972"/>
                  </a:lnTo>
                  <a:lnTo>
                    <a:pt x="6640457" y="3116972"/>
                  </a:lnTo>
                  <a:lnTo>
                    <a:pt x="6639642" y="3116972"/>
                  </a:lnTo>
                  <a:lnTo>
                    <a:pt x="6638827" y="3116972"/>
                  </a:lnTo>
                  <a:lnTo>
                    <a:pt x="6638013" y="3116972"/>
                  </a:lnTo>
                  <a:lnTo>
                    <a:pt x="6637198" y="3116972"/>
                  </a:lnTo>
                  <a:lnTo>
                    <a:pt x="6636383" y="3116972"/>
                  </a:lnTo>
                  <a:lnTo>
                    <a:pt x="6635568" y="3116972"/>
                  </a:lnTo>
                  <a:lnTo>
                    <a:pt x="6634753" y="3116972"/>
                  </a:lnTo>
                  <a:lnTo>
                    <a:pt x="6633939" y="3116972"/>
                  </a:lnTo>
                  <a:lnTo>
                    <a:pt x="6633124" y="3116972"/>
                  </a:lnTo>
                  <a:lnTo>
                    <a:pt x="6632309" y="3116972"/>
                  </a:lnTo>
                  <a:lnTo>
                    <a:pt x="6631494" y="3116972"/>
                  </a:lnTo>
                  <a:lnTo>
                    <a:pt x="6630680" y="3116972"/>
                  </a:lnTo>
                  <a:lnTo>
                    <a:pt x="6629865" y="3116972"/>
                  </a:lnTo>
                  <a:lnTo>
                    <a:pt x="6629050" y="3116972"/>
                  </a:lnTo>
                  <a:lnTo>
                    <a:pt x="6628235" y="3116972"/>
                  </a:lnTo>
                  <a:lnTo>
                    <a:pt x="6627420" y="3116972"/>
                  </a:lnTo>
                  <a:lnTo>
                    <a:pt x="6626606" y="3116972"/>
                  </a:lnTo>
                  <a:lnTo>
                    <a:pt x="6625791" y="3116972"/>
                  </a:lnTo>
                  <a:lnTo>
                    <a:pt x="6624976" y="3116972"/>
                  </a:lnTo>
                  <a:lnTo>
                    <a:pt x="6624161" y="3116972"/>
                  </a:lnTo>
                  <a:lnTo>
                    <a:pt x="6623347" y="3116972"/>
                  </a:lnTo>
                  <a:lnTo>
                    <a:pt x="6622532" y="3116972"/>
                  </a:lnTo>
                  <a:lnTo>
                    <a:pt x="6621717" y="3116972"/>
                  </a:lnTo>
                  <a:lnTo>
                    <a:pt x="6620902" y="3116972"/>
                  </a:lnTo>
                  <a:lnTo>
                    <a:pt x="6620087" y="3116972"/>
                  </a:lnTo>
                  <a:lnTo>
                    <a:pt x="6619273" y="3116972"/>
                  </a:lnTo>
                  <a:lnTo>
                    <a:pt x="6618458" y="3116972"/>
                  </a:lnTo>
                  <a:lnTo>
                    <a:pt x="6617643" y="3116972"/>
                  </a:lnTo>
                  <a:lnTo>
                    <a:pt x="6616828" y="3116972"/>
                  </a:lnTo>
                  <a:lnTo>
                    <a:pt x="6616014" y="3116972"/>
                  </a:lnTo>
                  <a:lnTo>
                    <a:pt x="6615199" y="3116972"/>
                  </a:lnTo>
                  <a:lnTo>
                    <a:pt x="6614384" y="3116972"/>
                  </a:lnTo>
                  <a:lnTo>
                    <a:pt x="6613569" y="3116972"/>
                  </a:lnTo>
                  <a:lnTo>
                    <a:pt x="6612754" y="3116972"/>
                  </a:lnTo>
                  <a:lnTo>
                    <a:pt x="6611940" y="3116972"/>
                  </a:lnTo>
                  <a:lnTo>
                    <a:pt x="6611125" y="3116972"/>
                  </a:lnTo>
                  <a:lnTo>
                    <a:pt x="6610310" y="3116972"/>
                  </a:lnTo>
                  <a:lnTo>
                    <a:pt x="6609495" y="3116972"/>
                  </a:lnTo>
                  <a:lnTo>
                    <a:pt x="6608680" y="3116972"/>
                  </a:lnTo>
                  <a:lnTo>
                    <a:pt x="6607866" y="3116972"/>
                  </a:lnTo>
                  <a:lnTo>
                    <a:pt x="6607051" y="3116972"/>
                  </a:lnTo>
                  <a:lnTo>
                    <a:pt x="6606236" y="3116972"/>
                  </a:lnTo>
                  <a:lnTo>
                    <a:pt x="6605421" y="3116972"/>
                  </a:lnTo>
                  <a:lnTo>
                    <a:pt x="6604607" y="3116972"/>
                  </a:lnTo>
                  <a:lnTo>
                    <a:pt x="6603792" y="3116972"/>
                  </a:lnTo>
                  <a:lnTo>
                    <a:pt x="6602977" y="3116972"/>
                  </a:lnTo>
                  <a:lnTo>
                    <a:pt x="6602162" y="3116972"/>
                  </a:lnTo>
                  <a:lnTo>
                    <a:pt x="6601347" y="3116972"/>
                  </a:lnTo>
                  <a:lnTo>
                    <a:pt x="6600533" y="3116972"/>
                  </a:lnTo>
                  <a:lnTo>
                    <a:pt x="6599718" y="3116972"/>
                  </a:lnTo>
                  <a:lnTo>
                    <a:pt x="6598903" y="3116972"/>
                  </a:lnTo>
                  <a:lnTo>
                    <a:pt x="6598088" y="3116972"/>
                  </a:lnTo>
                  <a:lnTo>
                    <a:pt x="6597274" y="3116972"/>
                  </a:lnTo>
                  <a:lnTo>
                    <a:pt x="6596459" y="3116972"/>
                  </a:lnTo>
                  <a:lnTo>
                    <a:pt x="6595644" y="3116972"/>
                  </a:lnTo>
                  <a:lnTo>
                    <a:pt x="6594829" y="3116972"/>
                  </a:lnTo>
                  <a:lnTo>
                    <a:pt x="6594014" y="3116972"/>
                  </a:lnTo>
                  <a:lnTo>
                    <a:pt x="6593200" y="3116972"/>
                  </a:lnTo>
                  <a:lnTo>
                    <a:pt x="6592385" y="3116972"/>
                  </a:lnTo>
                  <a:lnTo>
                    <a:pt x="6591570" y="3116972"/>
                  </a:lnTo>
                  <a:lnTo>
                    <a:pt x="6590755" y="3116972"/>
                  </a:lnTo>
                  <a:lnTo>
                    <a:pt x="6589941" y="3116972"/>
                  </a:lnTo>
                  <a:lnTo>
                    <a:pt x="6589126" y="3116972"/>
                  </a:lnTo>
                  <a:lnTo>
                    <a:pt x="6588311" y="3116972"/>
                  </a:lnTo>
                  <a:lnTo>
                    <a:pt x="6587496" y="3116972"/>
                  </a:lnTo>
                  <a:lnTo>
                    <a:pt x="6586681" y="3116972"/>
                  </a:lnTo>
                  <a:lnTo>
                    <a:pt x="6585867" y="3116972"/>
                  </a:lnTo>
                  <a:lnTo>
                    <a:pt x="6585052" y="3116972"/>
                  </a:lnTo>
                  <a:lnTo>
                    <a:pt x="6584237" y="3116972"/>
                  </a:lnTo>
                  <a:lnTo>
                    <a:pt x="6583422" y="3116972"/>
                  </a:lnTo>
                  <a:lnTo>
                    <a:pt x="6582608" y="3116972"/>
                  </a:lnTo>
                  <a:lnTo>
                    <a:pt x="6581793" y="3116972"/>
                  </a:lnTo>
                  <a:lnTo>
                    <a:pt x="6580978" y="3116972"/>
                  </a:lnTo>
                  <a:lnTo>
                    <a:pt x="6580163" y="3116972"/>
                  </a:lnTo>
                  <a:lnTo>
                    <a:pt x="6579348" y="3116972"/>
                  </a:lnTo>
                  <a:lnTo>
                    <a:pt x="6578534" y="3116972"/>
                  </a:lnTo>
                  <a:lnTo>
                    <a:pt x="6577719" y="3116972"/>
                  </a:lnTo>
                  <a:lnTo>
                    <a:pt x="6576904" y="3116972"/>
                  </a:lnTo>
                  <a:lnTo>
                    <a:pt x="6576089" y="3116972"/>
                  </a:lnTo>
                  <a:lnTo>
                    <a:pt x="6575275" y="3116972"/>
                  </a:lnTo>
                  <a:lnTo>
                    <a:pt x="6574460" y="3116972"/>
                  </a:lnTo>
                  <a:lnTo>
                    <a:pt x="6573645" y="3116972"/>
                  </a:lnTo>
                  <a:lnTo>
                    <a:pt x="6572830" y="3116972"/>
                  </a:lnTo>
                  <a:lnTo>
                    <a:pt x="6572015" y="3116972"/>
                  </a:lnTo>
                  <a:lnTo>
                    <a:pt x="6571201" y="3116972"/>
                  </a:lnTo>
                  <a:lnTo>
                    <a:pt x="6570386" y="3116972"/>
                  </a:lnTo>
                  <a:lnTo>
                    <a:pt x="6569571" y="3116972"/>
                  </a:lnTo>
                  <a:lnTo>
                    <a:pt x="6568756" y="3116972"/>
                  </a:lnTo>
                  <a:lnTo>
                    <a:pt x="6567941" y="3116972"/>
                  </a:lnTo>
                  <a:lnTo>
                    <a:pt x="6567127" y="3116972"/>
                  </a:lnTo>
                  <a:lnTo>
                    <a:pt x="6566312" y="3116972"/>
                  </a:lnTo>
                  <a:lnTo>
                    <a:pt x="6565497" y="3116972"/>
                  </a:lnTo>
                  <a:lnTo>
                    <a:pt x="6564682" y="3116972"/>
                  </a:lnTo>
                  <a:lnTo>
                    <a:pt x="6563868" y="3116972"/>
                  </a:lnTo>
                  <a:lnTo>
                    <a:pt x="6563053" y="3116972"/>
                  </a:lnTo>
                  <a:lnTo>
                    <a:pt x="6562238" y="3116972"/>
                  </a:lnTo>
                  <a:lnTo>
                    <a:pt x="6561423" y="3116972"/>
                  </a:lnTo>
                  <a:lnTo>
                    <a:pt x="6560608" y="3116972"/>
                  </a:lnTo>
                  <a:lnTo>
                    <a:pt x="6559794" y="3116972"/>
                  </a:lnTo>
                  <a:lnTo>
                    <a:pt x="6558979" y="3116972"/>
                  </a:lnTo>
                  <a:lnTo>
                    <a:pt x="6558164" y="3116972"/>
                  </a:lnTo>
                  <a:lnTo>
                    <a:pt x="6557349" y="3116972"/>
                  </a:lnTo>
                  <a:lnTo>
                    <a:pt x="6556535" y="3116972"/>
                  </a:lnTo>
                  <a:lnTo>
                    <a:pt x="6555720" y="3116972"/>
                  </a:lnTo>
                  <a:lnTo>
                    <a:pt x="6554905" y="3116972"/>
                  </a:lnTo>
                  <a:lnTo>
                    <a:pt x="6554090" y="3116972"/>
                  </a:lnTo>
                  <a:lnTo>
                    <a:pt x="6553275" y="3116972"/>
                  </a:lnTo>
                  <a:lnTo>
                    <a:pt x="6552461" y="3116972"/>
                  </a:lnTo>
                  <a:lnTo>
                    <a:pt x="6551646" y="3116972"/>
                  </a:lnTo>
                  <a:lnTo>
                    <a:pt x="6550831" y="3116972"/>
                  </a:lnTo>
                  <a:lnTo>
                    <a:pt x="6550016" y="3116972"/>
                  </a:lnTo>
                  <a:lnTo>
                    <a:pt x="6549202" y="3116972"/>
                  </a:lnTo>
                  <a:lnTo>
                    <a:pt x="6548387" y="3116972"/>
                  </a:lnTo>
                  <a:lnTo>
                    <a:pt x="6547572" y="3116972"/>
                  </a:lnTo>
                  <a:lnTo>
                    <a:pt x="6546757" y="3116972"/>
                  </a:lnTo>
                  <a:lnTo>
                    <a:pt x="6545942" y="3116972"/>
                  </a:lnTo>
                  <a:lnTo>
                    <a:pt x="6545128" y="3116972"/>
                  </a:lnTo>
                  <a:lnTo>
                    <a:pt x="6544313" y="3116972"/>
                  </a:lnTo>
                  <a:lnTo>
                    <a:pt x="6543498" y="3116972"/>
                  </a:lnTo>
                  <a:lnTo>
                    <a:pt x="6542683" y="3116972"/>
                  </a:lnTo>
                  <a:lnTo>
                    <a:pt x="6541869" y="3116972"/>
                  </a:lnTo>
                  <a:lnTo>
                    <a:pt x="6541054" y="3116972"/>
                  </a:lnTo>
                  <a:lnTo>
                    <a:pt x="6540239" y="3116972"/>
                  </a:lnTo>
                  <a:lnTo>
                    <a:pt x="6539424" y="3116972"/>
                  </a:lnTo>
                  <a:lnTo>
                    <a:pt x="6538609" y="3116972"/>
                  </a:lnTo>
                  <a:lnTo>
                    <a:pt x="6537795" y="3116972"/>
                  </a:lnTo>
                  <a:lnTo>
                    <a:pt x="6536980" y="3116972"/>
                  </a:lnTo>
                  <a:lnTo>
                    <a:pt x="6536165" y="3116972"/>
                  </a:lnTo>
                  <a:lnTo>
                    <a:pt x="6535350" y="3116972"/>
                  </a:lnTo>
                  <a:lnTo>
                    <a:pt x="6534536" y="3116972"/>
                  </a:lnTo>
                  <a:lnTo>
                    <a:pt x="6533721" y="3116972"/>
                  </a:lnTo>
                  <a:lnTo>
                    <a:pt x="6532906" y="3116972"/>
                  </a:lnTo>
                  <a:lnTo>
                    <a:pt x="6532091" y="3116972"/>
                  </a:lnTo>
                  <a:lnTo>
                    <a:pt x="6531276" y="3116972"/>
                  </a:lnTo>
                  <a:lnTo>
                    <a:pt x="6530462" y="3116972"/>
                  </a:lnTo>
                  <a:lnTo>
                    <a:pt x="6529647" y="3116972"/>
                  </a:lnTo>
                  <a:lnTo>
                    <a:pt x="6528832" y="3116972"/>
                  </a:lnTo>
                  <a:lnTo>
                    <a:pt x="6528017" y="3116972"/>
                  </a:lnTo>
                  <a:lnTo>
                    <a:pt x="6527202" y="3116972"/>
                  </a:lnTo>
                  <a:lnTo>
                    <a:pt x="6526388" y="3116972"/>
                  </a:lnTo>
                  <a:lnTo>
                    <a:pt x="6525573" y="3116972"/>
                  </a:lnTo>
                  <a:lnTo>
                    <a:pt x="6524758" y="3116972"/>
                  </a:lnTo>
                  <a:lnTo>
                    <a:pt x="6523943" y="3116972"/>
                  </a:lnTo>
                  <a:lnTo>
                    <a:pt x="6523129" y="3116972"/>
                  </a:lnTo>
                  <a:lnTo>
                    <a:pt x="6522314" y="3116972"/>
                  </a:lnTo>
                  <a:lnTo>
                    <a:pt x="6521499" y="3116972"/>
                  </a:lnTo>
                  <a:lnTo>
                    <a:pt x="6520684" y="3116972"/>
                  </a:lnTo>
                  <a:lnTo>
                    <a:pt x="6519869" y="3116972"/>
                  </a:lnTo>
                  <a:lnTo>
                    <a:pt x="6519055" y="3116972"/>
                  </a:lnTo>
                  <a:lnTo>
                    <a:pt x="6518240" y="3116972"/>
                  </a:lnTo>
                  <a:lnTo>
                    <a:pt x="6517425" y="3116972"/>
                  </a:lnTo>
                  <a:lnTo>
                    <a:pt x="6516610" y="3116972"/>
                  </a:lnTo>
                  <a:lnTo>
                    <a:pt x="6515796" y="3116972"/>
                  </a:lnTo>
                  <a:lnTo>
                    <a:pt x="6514981" y="3116972"/>
                  </a:lnTo>
                  <a:lnTo>
                    <a:pt x="6514166" y="3116972"/>
                  </a:lnTo>
                  <a:lnTo>
                    <a:pt x="6513351" y="3116972"/>
                  </a:lnTo>
                  <a:lnTo>
                    <a:pt x="6512536" y="3116972"/>
                  </a:lnTo>
                  <a:lnTo>
                    <a:pt x="6511722" y="3116972"/>
                  </a:lnTo>
                  <a:lnTo>
                    <a:pt x="6510907" y="3116972"/>
                  </a:lnTo>
                  <a:lnTo>
                    <a:pt x="6510092" y="3116972"/>
                  </a:lnTo>
                  <a:lnTo>
                    <a:pt x="6509277" y="3116972"/>
                  </a:lnTo>
                  <a:lnTo>
                    <a:pt x="6508463" y="3116972"/>
                  </a:lnTo>
                  <a:lnTo>
                    <a:pt x="6507648" y="3116972"/>
                  </a:lnTo>
                  <a:lnTo>
                    <a:pt x="6506833" y="3116972"/>
                  </a:lnTo>
                  <a:lnTo>
                    <a:pt x="6506018" y="3116972"/>
                  </a:lnTo>
                  <a:lnTo>
                    <a:pt x="6505203" y="3116972"/>
                  </a:lnTo>
                  <a:lnTo>
                    <a:pt x="6504389" y="3116972"/>
                  </a:lnTo>
                  <a:lnTo>
                    <a:pt x="6503574" y="3116972"/>
                  </a:lnTo>
                  <a:lnTo>
                    <a:pt x="6502759" y="3116972"/>
                  </a:lnTo>
                  <a:lnTo>
                    <a:pt x="6501944" y="3116972"/>
                  </a:lnTo>
                  <a:lnTo>
                    <a:pt x="6501130" y="3116972"/>
                  </a:lnTo>
                  <a:lnTo>
                    <a:pt x="6500315" y="3116972"/>
                  </a:lnTo>
                  <a:lnTo>
                    <a:pt x="6499500" y="3116972"/>
                  </a:lnTo>
                  <a:lnTo>
                    <a:pt x="6498685" y="3116972"/>
                  </a:lnTo>
                  <a:lnTo>
                    <a:pt x="6497870" y="3116972"/>
                  </a:lnTo>
                  <a:lnTo>
                    <a:pt x="6497056" y="3116972"/>
                  </a:lnTo>
                  <a:lnTo>
                    <a:pt x="6496241" y="3116972"/>
                  </a:lnTo>
                  <a:lnTo>
                    <a:pt x="6495426" y="3116972"/>
                  </a:lnTo>
                  <a:lnTo>
                    <a:pt x="6494611" y="3116972"/>
                  </a:lnTo>
                  <a:lnTo>
                    <a:pt x="6493797" y="3116972"/>
                  </a:lnTo>
                  <a:lnTo>
                    <a:pt x="6492982" y="3116972"/>
                  </a:lnTo>
                  <a:lnTo>
                    <a:pt x="6492167" y="3116972"/>
                  </a:lnTo>
                  <a:lnTo>
                    <a:pt x="6491352" y="3116972"/>
                  </a:lnTo>
                  <a:lnTo>
                    <a:pt x="6490537" y="3116972"/>
                  </a:lnTo>
                  <a:lnTo>
                    <a:pt x="6489723" y="3116972"/>
                  </a:lnTo>
                  <a:lnTo>
                    <a:pt x="6488908" y="3116972"/>
                  </a:lnTo>
                  <a:lnTo>
                    <a:pt x="6488093" y="3116972"/>
                  </a:lnTo>
                  <a:lnTo>
                    <a:pt x="6487278" y="3116972"/>
                  </a:lnTo>
                  <a:lnTo>
                    <a:pt x="6486463" y="3116972"/>
                  </a:lnTo>
                  <a:lnTo>
                    <a:pt x="6485649" y="3116972"/>
                  </a:lnTo>
                  <a:lnTo>
                    <a:pt x="6484834" y="3116972"/>
                  </a:lnTo>
                  <a:lnTo>
                    <a:pt x="6484019" y="3116972"/>
                  </a:lnTo>
                  <a:lnTo>
                    <a:pt x="6483204" y="3116972"/>
                  </a:lnTo>
                  <a:lnTo>
                    <a:pt x="6482390" y="3116972"/>
                  </a:lnTo>
                  <a:lnTo>
                    <a:pt x="6481575" y="3116972"/>
                  </a:lnTo>
                  <a:lnTo>
                    <a:pt x="6480760" y="3116972"/>
                  </a:lnTo>
                  <a:lnTo>
                    <a:pt x="6479945" y="3116972"/>
                  </a:lnTo>
                  <a:lnTo>
                    <a:pt x="6479130" y="3116972"/>
                  </a:lnTo>
                  <a:lnTo>
                    <a:pt x="6478316" y="3116972"/>
                  </a:lnTo>
                  <a:lnTo>
                    <a:pt x="6477501" y="3116972"/>
                  </a:lnTo>
                  <a:lnTo>
                    <a:pt x="6476686" y="3116972"/>
                  </a:lnTo>
                  <a:lnTo>
                    <a:pt x="6475871" y="3116972"/>
                  </a:lnTo>
                  <a:lnTo>
                    <a:pt x="6475057" y="3116972"/>
                  </a:lnTo>
                  <a:lnTo>
                    <a:pt x="6474242" y="3116972"/>
                  </a:lnTo>
                  <a:lnTo>
                    <a:pt x="6473427" y="3116972"/>
                  </a:lnTo>
                  <a:lnTo>
                    <a:pt x="6472612" y="3116972"/>
                  </a:lnTo>
                  <a:lnTo>
                    <a:pt x="6471797" y="3116972"/>
                  </a:lnTo>
                  <a:lnTo>
                    <a:pt x="6470983" y="3116972"/>
                  </a:lnTo>
                  <a:lnTo>
                    <a:pt x="6470168" y="3116972"/>
                  </a:lnTo>
                  <a:lnTo>
                    <a:pt x="6469353" y="3116972"/>
                  </a:lnTo>
                  <a:lnTo>
                    <a:pt x="6468538" y="3116972"/>
                  </a:lnTo>
                  <a:lnTo>
                    <a:pt x="6467724" y="3116972"/>
                  </a:lnTo>
                  <a:lnTo>
                    <a:pt x="6466909" y="3116972"/>
                  </a:lnTo>
                  <a:lnTo>
                    <a:pt x="6466094" y="3116972"/>
                  </a:lnTo>
                  <a:lnTo>
                    <a:pt x="6465279" y="3116972"/>
                  </a:lnTo>
                  <a:lnTo>
                    <a:pt x="6464464" y="3116972"/>
                  </a:lnTo>
                  <a:lnTo>
                    <a:pt x="6463650" y="3116972"/>
                  </a:lnTo>
                  <a:lnTo>
                    <a:pt x="6462835" y="3116972"/>
                  </a:lnTo>
                  <a:lnTo>
                    <a:pt x="6462020" y="3116972"/>
                  </a:lnTo>
                  <a:lnTo>
                    <a:pt x="6461205" y="3116972"/>
                  </a:lnTo>
                  <a:lnTo>
                    <a:pt x="6460391" y="3116972"/>
                  </a:lnTo>
                  <a:lnTo>
                    <a:pt x="6459576" y="3116972"/>
                  </a:lnTo>
                  <a:lnTo>
                    <a:pt x="6458761" y="3116972"/>
                  </a:lnTo>
                  <a:lnTo>
                    <a:pt x="6457946" y="3116972"/>
                  </a:lnTo>
                  <a:lnTo>
                    <a:pt x="6457131" y="3116972"/>
                  </a:lnTo>
                  <a:lnTo>
                    <a:pt x="6456317" y="3116972"/>
                  </a:lnTo>
                  <a:lnTo>
                    <a:pt x="6455502" y="3116972"/>
                  </a:lnTo>
                  <a:lnTo>
                    <a:pt x="6454687" y="3116972"/>
                  </a:lnTo>
                  <a:lnTo>
                    <a:pt x="6453872" y="3116972"/>
                  </a:lnTo>
                  <a:lnTo>
                    <a:pt x="6453058" y="3116972"/>
                  </a:lnTo>
                  <a:lnTo>
                    <a:pt x="6452243" y="3116972"/>
                  </a:lnTo>
                  <a:lnTo>
                    <a:pt x="6451428" y="3116972"/>
                  </a:lnTo>
                  <a:lnTo>
                    <a:pt x="6450613" y="3116972"/>
                  </a:lnTo>
                  <a:lnTo>
                    <a:pt x="6449798" y="3116972"/>
                  </a:lnTo>
                  <a:lnTo>
                    <a:pt x="6448984" y="3116972"/>
                  </a:lnTo>
                  <a:lnTo>
                    <a:pt x="6448169" y="3116972"/>
                  </a:lnTo>
                  <a:lnTo>
                    <a:pt x="6447354" y="3116972"/>
                  </a:lnTo>
                  <a:lnTo>
                    <a:pt x="6446539" y="3116972"/>
                  </a:lnTo>
                  <a:lnTo>
                    <a:pt x="6445724" y="3116972"/>
                  </a:lnTo>
                  <a:lnTo>
                    <a:pt x="6444910" y="3116972"/>
                  </a:lnTo>
                  <a:lnTo>
                    <a:pt x="6444095" y="3116972"/>
                  </a:lnTo>
                  <a:lnTo>
                    <a:pt x="6443280" y="3116972"/>
                  </a:lnTo>
                  <a:lnTo>
                    <a:pt x="6442465" y="3116972"/>
                  </a:lnTo>
                  <a:lnTo>
                    <a:pt x="6441651" y="3116972"/>
                  </a:lnTo>
                  <a:lnTo>
                    <a:pt x="6440836" y="3116972"/>
                  </a:lnTo>
                  <a:lnTo>
                    <a:pt x="6440021" y="3116972"/>
                  </a:lnTo>
                  <a:lnTo>
                    <a:pt x="6439206" y="3116972"/>
                  </a:lnTo>
                  <a:lnTo>
                    <a:pt x="6438391" y="3116972"/>
                  </a:lnTo>
                  <a:lnTo>
                    <a:pt x="6437577" y="3116972"/>
                  </a:lnTo>
                  <a:lnTo>
                    <a:pt x="6436762" y="3116972"/>
                  </a:lnTo>
                  <a:lnTo>
                    <a:pt x="6435947" y="3116972"/>
                  </a:lnTo>
                  <a:lnTo>
                    <a:pt x="6435132" y="3116972"/>
                  </a:lnTo>
                  <a:lnTo>
                    <a:pt x="6434318" y="3116972"/>
                  </a:lnTo>
                  <a:lnTo>
                    <a:pt x="6433503" y="3116972"/>
                  </a:lnTo>
                  <a:lnTo>
                    <a:pt x="6432688" y="3116972"/>
                  </a:lnTo>
                  <a:lnTo>
                    <a:pt x="6431873" y="3116972"/>
                  </a:lnTo>
                  <a:lnTo>
                    <a:pt x="6431058" y="3116972"/>
                  </a:lnTo>
                  <a:lnTo>
                    <a:pt x="6430244" y="3116972"/>
                  </a:lnTo>
                  <a:lnTo>
                    <a:pt x="6429429" y="3116972"/>
                  </a:lnTo>
                  <a:lnTo>
                    <a:pt x="6428614" y="3116972"/>
                  </a:lnTo>
                  <a:lnTo>
                    <a:pt x="6427799" y="3116972"/>
                  </a:lnTo>
                  <a:lnTo>
                    <a:pt x="6426985" y="3116972"/>
                  </a:lnTo>
                  <a:lnTo>
                    <a:pt x="6426170" y="3116972"/>
                  </a:lnTo>
                  <a:lnTo>
                    <a:pt x="6425355" y="3116972"/>
                  </a:lnTo>
                  <a:lnTo>
                    <a:pt x="6424540" y="3116972"/>
                  </a:lnTo>
                  <a:lnTo>
                    <a:pt x="6423725" y="3116972"/>
                  </a:lnTo>
                  <a:lnTo>
                    <a:pt x="6422911" y="3116972"/>
                  </a:lnTo>
                  <a:lnTo>
                    <a:pt x="6422096" y="3116972"/>
                  </a:lnTo>
                  <a:lnTo>
                    <a:pt x="6421281" y="3116972"/>
                  </a:lnTo>
                  <a:lnTo>
                    <a:pt x="6420466" y="3116972"/>
                  </a:lnTo>
                  <a:lnTo>
                    <a:pt x="6419652" y="3116972"/>
                  </a:lnTo>
                  <a:lnTo>
                    <a:pt x="6418837" y="3116972"/>
                  </a:lnTo>
                  <a:lnTo>
                    <a:pt x="6418022" y="3116972"/>
                  </a:lnTo>
                  <a:lnTo>
                    <a:pt x="6417207" y="3116972"/>
                  </a:lnTo>
                  <a:lnTo>
                    <a:pt x="6416392" y="3116972"/>
                  </a:lnTo>
                  <a:lnTo>
                    <a:pt x="6415578" y="3116972"/>
                  </a:lnTo>
                  <a:lnTo>
                    <a:pt x="6414763" y="3116972"/>
                  </a:lnTo>
                  <a:lnTo>
                    <a:pt x="6413948" y="3116972"/>
                  </a:lnTo>
                  <a:lnTo>
                    <a:pt x="6413133" y="3116972"/>
                  </a:lnTo>
                  <a:lnTo>
                    <a:pt x="6412318" y="3116972"/>
                  </a:lnTo>
                  <a:lnTo>
                    <a:pt x="6411504" y="3116972"/>
                  </a:lnTo>
                  <a:lnTo>
                    <a:pt x="6410689" y="3116972"/>
                  </a:lnTo>
                  <a:lnTo>
                    <a:pt x="6409874" y="3116972"/>
                  </a:lnTo>
                  <a:lnTo>
                    <a:pt x="6409059" y="3116972"/>
                  </a:lnTo>
                  <a:lnTo>
                    <a:pt x="6408245" y="3116972"/>
                  </a:lnTo>
                  <a:lnTo>
                    <a:pt x="6407430" y="3116972"/>
                  </a:lnTo>
                  <a:lnTo>
                    <a:pt x="6406615" y="3116972"/>
                  </a:lnTo>
                  <a:lnTo>
                    <a:pt x="6405800" y="3116972"/>
                  </a:lnTo>
                  <a:lnTo>
                    <a:pt x="6404985" y="3116972"/>
                  </a:lnTo>
                  <a:lnTo>
                    <a:pt x="6404171" y="3116972"/>
                  </a:lnTo>
                  <a:lnTo>
                    <a:pt x="6403356" y="3116972"/>
                  </a:lnTo>
                  <a:lnTo>
                    <a:pt x="6402541" y="3116972"/>
                  </a:lnTo>
                  <a:lnTo>
                    <a:pt x="6401726" y="3116972"/>
                  </a:lnTo>
                  <a:lnTo>
                    <a:pt x="6400912" y="3116972"/>
                  </a:lnTo>
                  <a:lnTo>
                    <a:pt x="6400097" y="3116972"/>
                  </a:lnTo>
                  <a:lnTo>
                    <a:pt x="6399282" y="3116972"/>
                  </a:lnTo>
                  <a:lnTo>
                    <a:pt x="6398467" y="3116972"/>
                  </a:lnTo>
                  <a:lnTo>
                    <a:pt x="6397652" y="3116972"/>
                  </a:lnTo>
                  <a:lnTo>
                    <a:pt x="6396838" y="3116972"/>
                  </a:lnTo>
                  <a:lnTo>
                    <a:pt x="6396023" y="3116972"/>
                  </a:lnTo>
                  <a:lnTo>
                    <a:pt x="6395208" y="3116972"/>
                  </a:lnTo>
                  <a:lnTo>
                    <a:pt x="6394393" y="3116972"/>
                  </a:lnTo>
                  <a:lnTo>
                    <a:pt x="6393579" y="3116972"/>
                  </a:lnTo>
                  <a:lnTo>
                    <a:pt x="6392764" y="3116972"/>
                  </a:lnTo>
                  <a:lnTo>
                    <a:pt x="6391949" y="3116972"/>
                  </a:lnTo>
                  <a:lnTo>
                    <a:pt x="6391134" y="3116972"/>
                  </a:lnTo>
                  <a:lnTo>
                    <a:pt x="6390319" y="3116972"/>
                  </a:lnTo>
                  <a:lnTo>
                    <a:pt x="6389505" y="3116972"/>
                  </a:lnTo>
                  <a:lnTo>
                    <a:pt x="6388690" y="3116972"/>
                  </a:lnTo>
                  <a:lnTo>
                    <a:pt x="6387875" y="3116972"/>
                  </a:lnTo>
                  <a:lnTo>
                    <a:pt x="6387060" y="3116972"/>
                  </a:lnTo>
                  <a:lnTo>
                    <a:pt x="6386246" y="3116972"/>
                  </a:lnTo>
                  <a:lnTo>
                    <a:pt x="6385431" y="3116972"/>
                  </a:lnTo>
                  <a:lnTo>
                    <a:pt x="6384616" y="3116972"/>
                  </a:lnTo>
                  <a:lnTo>
                    <a:pt x="6383801" y="3116972"/>
                  </a:lnTo>
                  <a:lnTo>
                    <a:pt x="6382986" y="3116972"/>
                  </a:lnTo>
                  <a:lnTo>
                    <a:pt x="6382172" y="3116972"/>
                  </a:lnTo>
                  <a:lnTo>
                    <a:pt x="6381357" y="3116972"/>
                  </a:lnTo>
                  <a:lnTo>
                    <a:pt x="6380542" y="3116972"/>
                  </a:lnTo>
                  <a:lnTo>
                    <a:pt x="6379727" y="3116972"/>
                  </a:lnTo>
                  <a:lnTo>
                    <a:pt x="6378913" y="3116972"/>
                  </a:lnTo>
                  <a:lnTo>
                    <a:pt x="6378098" y="3116972"/>
                  </a:lnTo>
                  <a:lnTo>
                    <a:pt x="6377283" y="3116972"/>
                  </a:lnTo>
                  <a:lnTo>
                    <a:pt x="6376468" y="3116972"/>
                  </a:lnTo>
                  <a:lnTo>
                    <a:pt x="6375653" y="3116972"/>
                  </a:lnTo>
                  <a:lnTo>
                    <a:pt x="6374839" y="3116972"/>
                  </a:lnTo>
                  <a:lnTo>
                    <a:pt x="6374024" y="3116972"/>
                  </a:lnTo>
                  <a:lnTo>
                    <a:pt x="6373209" y="3116972"/>
                  </a:lnTo>
                  <a:lnTo>
                    <a:pt x="6372394" y="3116972"/>
                  </a:lnTo>
                  <a:lnTo>
                    <a:pt x="6371579" y="3116972"/>
                  </a:lnTo>
                  <a:lnTo>
                    <a:pt x="6370765" y="3116972"/>
                  </a:lnTo>
                  <a:lnTo>
                    <a:pt x="6369950" y="3116972"/>
                  </a:lnTo>
                  <a:lnTo>
                    <a:pt x="6369135" y="3116972"/>
                  </a:lnTo>
                  <a:lnTo>
                    <a:pt x="6368320" y="3116972"/>
                  </a:lnTo>
                  <a:lnTo>
                    <a:pt x="6367506" y="3116972"/>
                  </a:lnTo>
                  <a:lnTo>
                    <a:pt x="6366691" y="3116972"/>
                  </a:lnTo>
                  <a:lnTo>
                    <a:pt x="6365876" y="3116972"/>
                  </a:lnTo>
                  <a:lnTo>
                    <a:pt x="6365061" y="3116972"/>
                  </a:lnTo>
                  <a:lnTo>
                    <a:pt x="6364246" y="3116972"/>
                  </a:lnTo>
                  <a:lnTo>
                    <a:pt x="6363432" y="3116972"/>
                  </a:lnTo>
                  <a:lnTo>
                    <a:pt x="6362617" y="3116972"/>
                  </a:lnTo>
                  <a:lnTo>
                    <a:pt x="6361802" y="3116972"/>
                  </a:lnTo>
                  <a:lnTo>
                    <a:pt x="6360987" y="3116972"/>
                  </a:lnTo>
                  <a:lnTo>
                    <a:pt x="6360173" y="3116972"/>
                  </a:lnTo>
                  <a:lnTo>
                    <a:pt x="6359358" y="3116972"/>
                  </a:lnTo>
                  <a:lnTo>
                    <a:pt x="6358543" y="3116972"/>
                  </a:lnTo>
                  <a:lnTo>
                    <a:pt x="6357728" y="3116972"/>
                  </a:lnTo>
                  <a:lnTo>
                    <a:pt x="6356913" y="3116972"/>
                  </a:lnTo>
                  <a:lnTo>
                    <a:pt x="6356099" y="3116972"/>
                  </a:lnTo>
                  <a:lnTo>
                    <a:pt x="6355284" y="3116972"/>
                  </a:lnTo>
                  <a:lnTo>
                    <a:pt x="6354469" y="3116972"/>
                  </a:lnTo>
                  <a:lnTo>
                    <a:pt x="6353654" y="3116972"/>
                  </a:lnTo>
                  <a:lnTo>
                    <a:pt x="6352840" y="3116972"/>
                  </a:lnTo>
                  <a:lnTo>
                    <a:pt x="6352025" y="3116972"/>
                  </a:lnTo>
                  <a:lnTo>
                    <a:pt x="6351210" y="3116972"/>
                  </a:lnTo>
                  <a:lnTo>
                    <a:pt x="6350395" y="3116972"/>
                  </a:lnTo>
                  <a:lnTo>
                    <a:pt x="6349580" y="3116972"/>
                  </a:lnTo>
                  <a:lnTo>
                    <a:pt x="6348766" y="3116972"/>
                  </a:lnTo>
                  <a:lnTo>
                    <a:pt x="6347951" y="3116972"/>
                  </a:lnTo>
                  <a:lnTo>
                    <a:pt x="6347136" y="3116972"/>
                  </a:lnTo>
                  <a:lnTo>
                    <a:pt x="6346321" y="3116972"/>
                  </a:lnTo>
                  <a:lnTo>
                    <a:pt x="6345507" y="3116972"/>
                  </a:lnTo>
                  <a:lnTo>
                    <a:pt x="6344692" y="3116972"/>
                  </a:lnTo>
                  <a:lnTo>
                    <a:pt x="6343877" y="3116972"/>
                  </a:lnTo>
                  <a:lnTo>
                    <a:pt x="6343062" y="3116972"/>
                  </a:lnTo>
                  <a:lnTo>
                    <a:pt x="6342247" y="3116972"/>
                  </a:lnTo>
                  <a:lnTo>
                    <a:pt x="6341433" y="3116972"/>
                  </a:lnTo>
                  <a:lnTo>
                    <a:pt x="6340618" y="3116972"/>
                  </a:lnTo>
                  <a:lnTo>
                    <a:pt x="6339803" y="3116972"/>
                  </a:lnTo>
                  <a:lnTo>
                    <a:pt x="6338988" y="3116972"/>
                  </a:lnTo>
                  <a:lnTo>
                    <a:pt x="6338174" y="3116972"/>
                  </a:lnTo>
                  <a:lnTo>
                    <a:pt x="6337359" y="3116972"/>
                  </a:lnTo>
                  <a:lnTo>
                    <a:pt x="6336544" y="3116972"/>
                  </a:lnTo>
                  <a:lnTo>
                    <a:pt x="6335729" y="3116972"/>
                  </a:lnTo>
                  <a:lnTo>
                    <a:pt x="6334914" y="3116972"/>
                  </a:lnTo>
                  <a:lnTo>
                    <a:pt x="6334100" y="3116972"/>
                  </a:lnTo>
                  <a:lnTo>
                    <a:pt x="6333285" y="3116972"/>
                  </a:lnTo>
                  <a:lnTo>
                    <a:pt x="6332470" y="3116972"/>
                  </a:lnTo>
                  <a:lnTo>
                    <a:pt x="6331655" y="3116972"/>
                  </a:lnTo>
                  <a:lnTo>
                    <a:pt x="6330840" y="3116972"/>
                  </a:lnTo>
                  <a:lnTo>
                    <a:pt x="6330026" y="3116972"/>
                  </a:lnTo>
                  <a:lnTo>
                    <a:pt x="6329211" y="3116972"/>
                  </a:lnTo>
                  <a:lnTo>
                    <a:pt x="6328396" y="3116972"/>
                  </a:lnTo>
                  <a:lnTo>
                    <a:pt x="6327581" y="3116972"/>
                  </a:lnTo>
                  <a:lnTo>
                    <a:pt x="6326767" y="3116972"/>
                  </a:lnTo>
                  <a:lnTo>
                    <a:pt x="6325952" y="3116972"/>
                  </a:lnTo>
                  <a:lnTo>
                    <a:pt x="6325137" y="3116972"/>
                  </a:lnTo>
                  <a:lnTo>
                    <a:pt x="6324322" y="3116972"/>
                  </a:lnTo>
                  <a:lnTo>
                    <a:pt x="6323507" y="3116972"/>
                  </a:lnTo>
                  <a:lnTo>
                    <a:pt x="6322693" y="3116972"/>
                  </a:lnTo>
                  <a:lnTo>
                    <a:pt x="6321878" y="3116972"/>
                  </a:lnTo>
                  <a:lnTo>
                    <a:pt x="6321063" y="3116972"/>
                  </a:lnTo>
                  <a:lnTo>
                    <a:pt x="6320248" y="3116972"/>
                  </a:lnTo>
                  <a:lnTo>
                    <a:pt x="6319434" y="3116972"/>
                  </a:lnTo>
                  <a:lnTo>
                    <a:pt x="6318619" y="3116972"/>
                  </a:lnTo>
                  <a:lnTo>
                    <a:pt x="6317804" y="3116972"/>
                  </a:lnTo>
                  <a:lnTo>
                    <a:pt x="6316989" y="3116972"/>
                  </a:lnTo>
                  <a:lnTo>
                    <a:pt x="6316174" y="3116972"/>
                  </a:lnTo>
                  <a:lnTo>
                    <a:pt x="6315360" y="3116972"/>
                  </a:lnTo>
                  <a:lnTo>
                    <a:pt x="6314545" y="3116972"/>
                  </a:lnTo>
                  <a:lnTo>
                    <a:pt x="6313730" y="3116972"/>
                  </a:lnTo>
                  <a:lnTo>
                    <a:pt x="6312915" y="3116972"/>
                  </a:lnTo>
                  <a:lnTo>
                    <a:pt x="6312101" y="3116972"/>
                  </a:lnTo>
                  <a:lnTo>
                    <a:pt x="6311286" y="3116972"/>
                  </a:lnTo>
                  <a:lnTo>
                    <a:pt x="6310471" y="3116972"/>
                  </a:lnTo>
                  <a:lnTo>
                    <a:pt x="6309656" y="3116972"/>
                  </a:lnTo>
                  <a:lnTo>
                    <a:pt x="6308841" y="3116972"/>
                  </a:lnTo>
                  <a:lnTo>
                    <a:pt x="6308027" y="3116972"/>
                  </a:lnTo>
                  <a:lnTo>
                    <a:pt x="6307212" y="3116972"/>
                  </a:lnTo>
                  <a:lnTo>
                    <a:pt x="6306397" y="3116972"/>
                  </a:lnTo>
                  <a:lnTo>
                    <a:pt x="6305582" y="3116972"/>
                  </a:lnTo>
                  <a:lnTo>
                    <a:pt x="6304768" y="3116972"/>
                  </a:lnTo>
                  <a:lnTo>
                    <a:pt x="6303953" y="3116972"/>
                  </a:lnTo>
                  <a:lnTo>
                    <a:pt x="6303138" y="3116972"/>
                  </a:lnTo>
                  <a:lnTo>
                    <a:pt x="6302323" y="3116972"/>
                  </a:lnTo>
                  <a:lnTo>
                    <a:pt x="6301508" y="3116972"/>
                  </a:lnTo>
                  <a:lnTo>
                    <a:pt x="6300694" y="3116972"/>
                  </a:lnTo>
                  <a:lnTo>
                    <a:pt x="6299879" y="3116972"/>
                  </a:lnTo>
                  <a:lnTo>
                    <a:pt x="6299064" y="3116972"/>
                  </a:lnTo>
                  <a:lnTo>
                    <a:pt x="6298249" y="3116972"/>
                  </a:lnTo>
                  <a:lnTo>
                    <a:pt x="6297435" y="3116972"/>
                  </a:lnTo>
                  <a:lnTo>
                    <a:pt x="6296620" y="3116972"/>
                  </a:lnTo>
                  <a:lnTo>
                    <a:pt x="6295805" y="3116972"/>
                  </a:lnTo>
                  <a:lnTo>
                    <a:pt x="6294990" y="3116972"/>
                  </a:lnTo>
                  <a:lnTo>
                    <a:pt x="6294175" y="3116972"/>
                  </a:lnTo>
                  <a:lnTo>
                    <a:pt x="6293361" y="3116972"/>
                  </a:lnTo>
                  <a:lnTo>
                    <a:pt x="6292546" y="3116972"/>
                  </a:lnTo>
                  <a:lnTo>
                    <a:pt x="6291731" y="3116972"/>
                  </a:lnTo>
                  <a:lnTo>
                    <a:pt x="6290916" y="3116972"/>
                  </a:lnTo>
                  <a:lnTo>
                    <a:pt x="6290101" y="3116972"/>
                  </a:lnTo>
                  <a:lnTo>
                    <a:pt x="6289287" y="3116972"/>
                  </a:lnTo>
                  <a:lnTo>
                    <a:pt x="6288472" y="3116972"/>
                  </a:lnTo>
                  <a:lnTo>
                    <a:pt x="6287657" y="3116972"/>
                  </a:lnTo>
                  <a:lnTo>
                    <a:pt x="6286842" y="3116972"/>
                  </a:lnTo>
                  <a:lnTo>
                    <a:pt x="6286028" y="3116972"/>
                  </a:lnTo>
                  <a:lnTo>
                    <a:pt x="6285213" y="3116972"/>
                  </a:lnTo>
                  <a:lnTo>
                    <a:pt x="6284398" y="3116972"/>
                  </a:lnTo>
                  <a:lnTo>
                    <a:pt x="6283583" y="3116972"/>
                  </a:lnTo>
                  <a:lnTo>
                    <a:pt x="6282768" y="3116972"/>
                  </a:lnTo>
                  <a:lnTo>
                    <a:pt x="6281954" y="3116972"/>
                  </a:lnTo>
                  <a:lnTo>
                    <a:pt x="6281139" y="3116972"/>
                  </a:lnTo>
                  <a:lnTo>
                    <a:pt x="6280324" y="3116972"/>
                  </a:lnTo>
                  <a:lnTo>
                    <a:pt x="6279509" y="3116972"/>
                  </a:lnTo>
                  <a:lnTo>
                    <a:pt x="6278695" y="3116972"/>
                  </a:lnTo>
                  <a:lnTo>
                    <a:pt x="6277880" y="3116972"/>
                  </a:lnTo>
                  <a:lnTo>
                    <a:pt x="6277065" y="3116972"/>
                  </a:lnTo>
                  <a:lnTo>
                    <a:pt x="6276250" y="3116972"/>
                  </a:lnTo>
                  <a:lnTo>
                    <a:pt x="6275435" y="3116972"/>
                  </a:lnTo>
                  <a:lnTo>
                    <a:pt x="6274621" y="3116972"/>
                  </a:lnTo>
                  <a:lnTo>
                    <a:pt x="6273806" y="3116972"/>
                  </a:lnTo>
                  <a:lnTo>
                    <a:pt x="6272991" y="3116972"/>
                  </a:lnTo>
                  <a:lnTo>
                    <a:pt x="6272176" y="3116972"/>
                  </a:lnTo>
                  <a:lnTo>
                    <a:pt x="6271362" y="3116972"/>
                  </a:lnTo>
                  <a:lnTo>
                    <a:pt x="6270547" y="3116972"/>
                  </a:lnTo>
                  <a:lnTo>
                    <a:pt x="6269732" y="3116972"/>
                  </a:lnTo>
                  <a:lnTo>
                    <a:pt x="6268917" y="3116972"/>
                  </a:lnTo>
                  <a:lnTo>
                    <a:pt x="6268102" y="3116972"/>
                  </a:lnTo>
                  <a:lnTo>
                    <a:pt x="6267288" y="3116972"/>
                  </a:lnTo>
                  <a:lnTo>
                    <a:pt x="6266473" y="3116972"/>
                  </a:lnTo>
                  <a:lnTo>
                    <a:pt x="6265658" y="3116972"/>
                  </a:lnTo>
                  <a:lnTo>
                    <a:pt x="6264843" y="3116972"/>
                  </a:lnTo>
                  <a:lnTo>
                    <a:pt x="6264029" y="3116972"/>
                  </a:lnTo>
                  <a:lnTo>
                    <a:pt x="6263214" y="3116972"/>
                  </a:lnTo>
                  <a:lnTo>
                    <a:pt x="6262399" y="3116972"/>
                  </a:lnTo>
                  <a:lnTo>
                    <a:pt x="6261584" y="3116972"/>
                  </a:lnTo>
                  <a:lnTo>
                    <a:pt x="6260769" y="3116972"/>
                  </a:lnTo>
                  <a:lnTo>
                    <a:pt x="6259955" y="3116972"/>
                  </a:lnTo>
                  <a:lnTo>
                    <a:pt x="6259140" y="3116972"/>
                  </a:lnTo>
                  <a:lnTo>
                    <a:pt x="6258325" y="3116972"/>
                  </a:lnTo>
                  <a:lnTo>
                    <a:pt x="6257510" y="3116972"/>
                  </a:lnTo>
                  <a:lnTo>
                    <a:pt x="6256696" y="3116972"/>
                  </a:lnTo>
                  <a:lnTo>
                    <a:pt x="6255881" y="3116972"/>
                  </a:lnTo>
                  <a:lnTo>
                    <a:pt x="6255066" y="3116972"/>
                  </a:lnTo>
                  <a:lnTo>
                    <a:pt x="6254251" y="3116972"/>
                  </a:lnTo>
                  <a:lnTo>
                    <a:pt x="6253436" y="3116972"/>
                  </a:lnTo>
                  <a:lnTo>
                    <a:pt x="6252622" y="3116972"/>
                  </a:lnTo>
                  <a:lnTo>
                    <a:pt x="6251807" y="3116972"/>
                  </a:lnTo>
                  <a:lnTo>
                    <a:pt x="6250992" y="3116972"/>
                  </a:lnTo>
                  <a:lnTo>
                    <a:pt x="6250177" y="3116972"/>
                  </a:lnTo>
                  <a:lnTo>
                    <a:pt x="6249362" y="3116972"/>
                  </a:lnTo>
                  <a:lnTo>
                    <a:pt x="6248548" y="3116972"/>
                  </a:lnTo>
                  <a:lnTo>
                    <a:pt x="6247733" y="3116972"/>
                  </a:lnTo>
                  <a:lnTo>
                    <a:pt x="6246918" y="3116972"/>
                  </a:lnTo>
                  <a:lnTo>
                    <a:pt x="6246103" y="3116972"/>
                  </a:lnTo>
                  <a:lnTo>
                    <a:pt x="6245289" y="3116972"/>
                  </a:lnTo>
                  <a:lnTo>
                    <a:pt x="6244474" y="3116972"/>
                  </a:lnTo>
                  <a:lnTo>
                    <a:pt x="6243659" y="3116972"/>
                  </a:lnTo>
                  <a:lnTo>
                    <a:pt x="6242844" y="3116972"/>
                  </a:lnTo>
                  <a:lnTo>
                    <a:pt x="6242029" y="3116972"/>
                  </a:lnTo>
                  <a:lnTo>
                    <a:pt x="6241215" y="3116972"/>
                  </a:lnTo>
                  <a:lnTo>
                    <a:pt x="6240400" y="3116972"/>
                  </a:lnTo>
                  <a:lnTo>
                    <a:pt x="6239585" y="3116972"/>
                  </a:lnTo>
                  <a:lnTo>
                    <a:pt x="6238770" y="3116972"/>
                  </a:lnTo>
                  <a:lnTo>
                    <a:pt x="6237956" y="3116972"/>
                  </a:lnTo>
                  <a:lnTo>
                    <a:pt x="6237141" y="3116972"/>
                  </a:lnTo>
                  <a:lnTo>
                    <a:pt x="6236326" y="3116972"/>
                  </a:lnTo>
                  <a:lnTo>
                    <a:pt x="6235511" y="3116972"/>
                  </a:lnTo>
                  <a:lnTo>
                    <a:pt x="6234696" y="3116972"/>
                  </a:lnTo>
                  <a:lnTo>
                    <a:pt x="6233882" y="3116972"/>
                  </a:lnTo>
                  <a:lnTo>
                    <a:pt x="6233067" y="3116972"/>
                  </a:lnTo>
                  <a:lnTo>
                    <a:pt x="6232252" y="3116972"/>
                  </a:lnTo>
                  <a:lnTo>
                    <a:pt x="6231437" y="3116972"/>
                  </a:lnTo>
                  <a:lnTo>
                    <a:pt x="6230623" y="3116972"/>
                  </a:lnTo>
                  <a:lnTo>
                    <a:pt x="6229808" y="3116972"/>
                  </a:lnTo>
                  <a:lnTo>
                    <a:pt x="6228993" y="3116972"/>
                  </a:lnTo>
                  <a:lnTo>
                    <a:pt x="6228178" y="3116972"/>
                  </a:lnTo>
                  <a:lnTo>
                    <a:pt x="6227363" y="3116972"/>
                  </a:lnTo>
                  <a:lnTo>
                    <a:pt x="6226549" y="3116972"/>
                  </a:lnTo>
                  <a:lnTo>
                    <a:pt x="6225734" y="3116972"/>
                  </a:lnTo>
                  <a:lnTo>
                    <a:pt x="6224919" y="3116972"/>
                  </a:lnTo>
                  <a:lnTo>
                    <a:pt x="6224104" y="3116972"/>
                  </a:lnTo>
                  <a:lnTo>
                    <a:pt x="6223290" y="3116972"/>
                  </a:lnTo>
                  <a:lnTo>
                    <a:pt x="6222475" y="3116972"/>
                  </a:lnTo>
                  <a:lnTo>
                    <a:pt x="6221660" y="3116972"/>
                  </a:lnTo>
                  <a:lnTo>
                    <a:pt x="6220845" y="3116972"/>
                  </a:lnTo>
                  <a:lnTo>
                    <a:pt x="6220030" y="3116972"/>
                  </a:lnTo>
                  <a:lnTo>
                    <a:pt x="6219216" y="3116972"/>
                  </a:lnTo>
                  <a:lnTo>
                    <a:pt x="6218401" y="3116972"/>
                  </a:lnTo>
                  <a:lnTo>
                    <a:pt x="6217586" y="3116972"/>
                  </a:lnTo>
                  <a:lnTo>
                    <a:pt x="6216771" y="3116972"/>
                  </a:lnTo>
                  <a:lnTo>
                    <a:pt x="6215957" y="3116972"/>
                  </a:lnTo>
                  <a:lnTo>
                    <a:pt x="6215142" y="3116972"/>
                  </a:lnTo>
                  <a:lnTo>
                    <a:pt x="6214327" y="3116972"/>
                  </a:lnTo>
                  <a:lnTo>
                    <a:pt x="6213512" y="3116972"/>
                  </a:lnTo>
                  <a:lnTo>
                    <a:pt x="6212697" y="3116972"/>
                  </a:lnTo>
                  <a:lnTo>
                    <a:pt x="6211883" y="3116972"/>
                  </a:lnTo>
                  <a:lnTo>
                    <a:pt x="6211068" y="3116972"/>
                  </a:lnTo>
                  <a:lnTo>
                    <a:pt x="6210253" y="3116972"/>
                  </a:lnTo>
                  <a:lnTo>
                    <a:pt x="6209438" y="3116972"/>
                  </a:lnTo>
                  <a:lnTo>
                    <a:pt x="6208623" y="3116972"/>
                  </a:lnTo>
                  <a:lnTo>
                    <a:pt x="6207809" y="3116972"/>
                  </a:lnTo>
                  <a:lnTo>
                    <a:pt x="6206994" y="3116972"/>
                  </a:lnTo>
                  <a:lnTo>
                    <a:pt x="6206179" y="3116972"/>
                  </a:lnTo>
                  <a:lnTo>
                    <a:pt x="6205364" y="3116972"/>
                  </a:lnTo>
                  <a:lnTo>
                    <a:pt x="6204550" y="3116972"/>
                  </a:lnTo>
                  <a:lnTo>
                    <a:pt x="6203735" y="3116972"/>
                  </a:lnTo>
                  <a:lnTo>
                    <a:pt x="6202920" y="3116972"/>
                  </a:lnTo>
                  <a:lnTo>
                    <a:pt x="6202105" y="3116972"/>
                  </a:lnTo>
                  <a:lnTo>
                    <a:pt x="6201290" y="3116972"/>
                  </a:lnTo>
                  <a:lnTo>
                    <a:pt x="6200476" y="3116972"/>
                  </a:lnTo>
                  <a:lnTo>
                    <a:pt x="6199661" y="3116972"/>
                  </a:lnTo>
                  <a:lnTo>
                    <a:pt x="6198846" y="3116972"/>
                  </a:lnTo>
                  <a:lnTo>
                    <a:pt x="6198031" y="3116972"/>
                  </a:lnTo>
                  <a:lnTo>
                    <a:pt x="6197217" y="3116972"/>
                  </a:lnTo>
                  <a:lnTo>
                    <a:pt x="6196402" y="3116972"/>
                  </a:lnTo>
                  <a:lnTo>
                    <a:pt x="6195587" y="3116972"/>
                  </a:lnTo>
                  <a:lnTo>
                    <a:pt x="6194772" y="3116972"/>
                  </a:lnTo>
                  <a:lnTo>
                    <a:pt x="6193957" y="3116972"/>
                  </a:lnTo>
                  <a:lnTo>
                    <a:pt x="6193143" y="3116972"/>
                  </a:lnTo>
                  <a:lnTo>
                    <a:pt x="6192328" y="3116972"/>
                  </a:lnTo>
                  <a:lnTo>
                    <a:pt x="6191513" y="3116972"/>
                  </a:lnTo>
                  <a:lnTo>
                    <a:pt x="6190698" y="3116972"/>
                  </a:lnTo>
                  <a:lnTo>
                    <a:pt x="6189884" y="3116972"/>
                  </a:lnTo>
                  <a:lnTo>
                    <a:pt x="6189069" y="3116972"/>
                  </a:lnTo>
                  <a:lnTo>
                    <a:pt x="6188254" y="3116972"/>
                  </a:lnTo>
                  <a:lnTo>
                    <a:pt x="6187439" y="3116972"/>
                  </a:lnTo>
                  <a:lnTo>
                    <a:pt x="6186624" y="3116972"/>
                  </a:lnTo>
                  <a:lnTo>
                    <a:pt x="6185810" y="3116972"/>
                  </a:lnTo>
                  <a:lnTo>
                    <a:pt x="6184995" y="3116972"/>
                  </a:lnTo>
                  <a:lnTo>
                    <a:pt x="6184180" y="3116972"/>
                  </a:lnTo>
                  <a:lnTo>
                    <a:pt x="6183365" y="3116972"/>
                  </a:lnTo>
                  <a:lnTo>
                    <a:pt x="6182551" y="3116972"/>
                  </a:lnTo>
                  <a:lnTo>
                    <a:pt x="6181736" y="3116972"/>
                  </a:lnTo>
                  <a:lnTo>
                    <a:pt x="6180921" y="3116972"/>
                  </a:lnTo>
                  <a:lnTo>
                    <a:pt x="6180106" y="3116972"/>
                  </a:lnTo>
                  <a:lnTo>
                    <a:pt x="6179291" y="3116972"/>
                  </a:lnTo>
                  <a:lnTo>
                    <a:pt x="6178477" y="3116972"/>
                  </a:lnTo>
                  <a:lnTo>
                    <a:pt x="6177662" y="3116972"/>
                  </a:lnTo>
                  <a:lnTo>
                    <a:pt x="6176847" y="3116972"/>
                  </a:lnTo>
                  <a:lnTo>
                    <a:pt x="6176032" y="3116972"/>
                  </a:lnTo>
                  <a:lnTo>
                    <a:pt x="6175218" y="3116972"/>
                  </a:lnTo>
                  <a:lnTo>
                    <a:pt x="6174403" y="3116972"/>
                  </a:lnTo>
                  <a:lnTo>
                    <a:pt x="6173588" y="3116972"/>
                  </a:lnTo>
                  <a:lnTo>
                    <a:pt x="6172773" y="3116972"/>
                  </a:lnTo>
                  <a:lnTo>
                    <a:pt x="6171958" y="3116972"/>
                  </a:lnTo>
                  <a:lnTo>
                    <a:pt x="6171144" y="3116972"/>
                  </a:lnTo>
                  <a:lnTo>
                    <a:pt x="6170329" y="3116972"/>
                  </a:lnTo>
                  <a:lnTo>
                    <a:pt x="6169514" y="3116972"/>
                  </a:lnTo>
                  <a:lnTo>
                    <a:pt x="6168699" y="3116972"/>
                  </a:lnTo>
                  <a:lnTo>
                    <a:pt x="6167884" y="3116972"/>
                  </a:lnTo>
                  <a:lnTo>
                    <a:pt x="6167070" y="3116972"/>
                  </a:lnTo>
                  <a:lnTo>
                    <a:pt x="6166255" y="3116972"/>
                  </a:lnTo>
                  <a:lnTo>
                    <a:pt x="6165440" y="3116972"/>
                  </a:lnTo>
                  <a:lnTo>
                    <a:pt x="6164625" y="3116972"/>
                  </a:lnTo>
                  <a:lnTo>
                    <a:pt x="6163811" y="3116972"/>
                  </a:lnTo>
                  <a:lnTo>
                    <a:pt x="6162996" y="3116972"/>
                  </a:lnTo>
                  <a:lnTo>
                    <a:pt x="6162181" y="3116972"/>
                  </a:lnTo>
                  <a:lnTo>
                    <a:pt x="6161366" y="3116972"/>
                  </a:lnTo>
                  <a:lnTo>
                    <a:pt x="6160551" y="3116972"/>
                  </a:lnTo>
                  <a:lnTo>
                    <a:pt x="6159737" y="3116972"/>
                  </a:lnTo>
                  <a:lnTo>
                    <a:pt x="6158922" y="3116972"/>
                  </a:lnTo>
                  <a:lnTo>
                    <a:pt x="6158107" y="3116972"/>
                  </a:lnTo>
                  <a:lnTo>
                    <a:pt x="6157292" y="3116972"/>
                  </a:lnTo>
                  <a:lnTo>
                    <a:pt x="6156478" y="3116972"/>
                  </a:lnTo>
                  <a:lnTo>
                    <a:pt x="6155663" y="3116972"/>
                  </a:lnTo>
                  <a:lnTo>
                    <a:pt x="6154848" y="3116972"/>
                  </a:lnTo>
                  <a:lnTo>
                    <a:pt x="6154033" y="3116972"/>
                  </a:lnTo>
                  <a:lnTo>
                    <a:pt x="6153218" y="3116972"/>
                  </a:lnTo>
                  <a:lnTo>
                    <a:pt x="6152404" y="3116972"/>
                  </a:lnTo>
                  <a:lnTo>
                    <a:pt x="6151589" y="3116972"/>
                  </a:lnTo>
                  <a:lnTo>
                    <a:pt x="6150774" y="3116972"/>
                  </a:lnTo>
                  <a:lnTo>
                    <a:pt x="6149959" y="3116972"/>
                  </a:lnTo>
                  <a:lnTo>
                    <a:pt x="6149145" y="3116972"/>
                  </a:lnTo>
                  <a:lnTo>
                    <a:pt x="6148330" y="3116972"/>
                  </a:lnTo>
                  <a:lnTo>
                    <a:pt x="6147515" y="3116972"/>
                  </a:lnTo>
                  <a:lnTo>
                    <a:pt x="6146700" y="3116972"/>
                  </a:lnTo>
                  <a:lnTo>
                    <a:pt x="6145885" y="3116972"/>
                  </a:lnTo>
                  <a:lnTo>
                    <a:pt x="6145071" y="3116972"/>
                  </a:lnTo>
                  <a:lnTo>
                    <a:pt x="6144256" y="3116972"/>
                  </a:lnTo>
                  <a:lnTo>
                    <a:pt x="6143441" y="3116972"/>
                  </a:lnTo>
                  <a:lnTo>
                    <a:pt x="6142626" y="3116972"/>
                  </a:lnTo>
                  <a:lnTo>
                    <a:pt x="6141812" y="3116972"/>
                  </a:lnTo>
                  <a:lnTo>
                    <a:pt x="6140997" y="3116972"/>
                  </a:lnTo>
                  <a:lnTo>
                    <a:pt x="6140182" y="3116972"/>
                  </a:lnTo>
                  <a:lnTo>
                    <a:pt x="6139367" y="3116972"/>
                  </a:lnTo>
                  <a:lnTo>
                    <a:pt x="6138552" y="3116972"/>
                  </a:lnTo>
                  <a:lnTo>
                    <a:pt x="6137738" y="3116972"/>
                  </a:lnTo>
                  <a:lnTo>
                    <a:pt x="6136923" y="3116972"/>
                  </a:lnTo>
                  <a:lnTo>
                    <a:pt x="6136108" y="3116972"/>
                  </a:lnTo>
                  <a:lnTo>
                    <a:pt x="6135293" y="3116972"/>
                  </a:lnTo>
                  <a:lnTo>
                    <a:pt x="6134479" y="3116972"/>
                  </a:lnTo>
                  <a:lnTo>
                    <a:pt x="6133664" y="3116972"/>
                  </a:lnTo>
                  <a:lnTo>
                    <a:pt x="6132849" y="3116972"/>
                  </a:lnTo>
                  <a:lnTo>
                    <a:pt x="6132034" y="3116972"/>
                  </a:lnTo>
                  <a:lnTo>
                    <a:pt x="6131219" y="3116972"/>
                  </a:lnTo>
                  <a:lnTo>
                    <a:pt x="6130405" y="3116972"/>
                  </a:lnTo>
                  <a:lnTo>
                    <a:pt x="6129590" y="3116972"/>
                  </a:lnTo>
                  <a:lnTo>
                    <a:pt x="6128775" y="3116972"/>
                  </a:lnTo>
                  <a:lnTo>
                    <a:pt x="6127960" y="3116972"/>
                  </a:lnTo>
                  <a:lnTo>
                    <a:pt x="6127145" y="3116972"/>
                  </a:lnTo>
                  <a:lnTo>
                    <a:pt x="6126331" y="3116972"/>
                  </a:lnTo>
                  <a:lnTo>
                    <a:pt x="6125516" y="3116972"/>
                  </a:lnTo>
                  <a:lnTo>
                    <a:pt x="6124701" y="3116972"/>
                  </a:lnTo>
                  <a:lnTo>
                    <a:pt x="6123886" y="3116972"/>
                  </a:lnTo>
                  <a:lnTo>
                    <a:pt x="6123072" y="3116972"/>
                  </a:lnTo>
                  <a:lnTo>
                    <a:pt x="6122257" y="3116972"/>
                  </a:lnTo>
                  <a:lnTo>
                    <a:pt x="6121442" y="3116972"/>
                  </a:lnTo>
                  <a:lnTo>
                    <a:pt x="6120627" y="3116972"/>
                  </a:lnTo>
                  <a:lnTo>
                    <a:pt x="6119812" y="3116972"/>
                  </a:lnTo>
                  <a:lnTo>
                    <a:pt x="6118998" y="3116972"/>
                  </a:lnTo>
                  <a:lnTo>
                    <a:pt x="6118183" y="3116972"/>
                  </a:lnTo>
                  <a:lnTo>
                    <a:pt x="6117368" y="3116972"/>
                  </a:lnTo>
                  <a:lnTo>
                    <a:pt x="6116553" y="3116972"/>
                  </a:lnTo>
                  <a:lnTo>
                    <a:pt x="6115739" y="3116972"/>
                  </a:lnTo>
                  <a:lnTo>
                    <a:pt x="6114924" y="3116972"/>
                  </a:lnTo>
                  <a:lnTo>
                    <a:pt x="6114109" y="3116972"/>
                  </a:lnTo>
                  <a:lnTo>
                    <a:pt x="6113294" y="3116972"/>
                  </a:lnTo>
                  <a:lnTo>
                    <a:pt x="6112479" y="3116972"/>
                  </a:lnTo>
                  <a:lnTo>
                    <a:pt x="6111665" y="3116972"/>
                  </a:lnTo>
                  <a:lnTo>
                    <a:pt x="6110850" y="3116972"/>
                  </a:lnTo>
                  <a:lnTo>
                    <a:pt x="6110035" y="3116972"/>
                  </a:lnTo>
                  <a:lnTo>
                    <a:pt x="6109220" y="3116972"/>
                  </a:lnTo>
                  <a:lnTo>
                    <a:pt x="6108406" y="3116972"/>
                  </a:lnTo>
                  <a:lnTo>
                    <a:pt x="6107591" y="3116972"/>
                  </a:lnTo>
                  <a:lnTo>
                    <a:pt x="6106776" y="3116972"/>
                  </a:lnTo>
                  <a:lnTo>
                    <a:pt x="6105961" y="3116972"/>
                  </a:lnTo>
                  <a:lnTo>
                    <a:pt x="6105146" y="3116972"/>
                  </a:lnTo>
                  <a:lnTo>
                    <a:pt x="6104332" y="3116972"/>
                  </a:lnTo>
                  <a:lnTo>
                    <a:pt x="6103517" y="3116972"/>
                  </a:lnTo>
                  <a:lnTo>
                    <a:pt x="6102702" y="3116972"/>
                  </a:lnTo>
                  <a:lnTo>
                    <a:pt x="6101887" y="3116972"/>
                  </a:lnTo>
                  <a:lnTo>
                    <a:pt x="6101073" y="3116972"/>
                  </a:lnTo>
                  <a:lnTo>
                    <a:pt x="6100258" y="3116972"/>
                  </a:lnTo>
                  <a:lnTo>
                    <a:pt x="6099443" y="3116972"/>
                  </a:lnTo>
                  <a:lnTo>
                    <a:pt x="6098628" y="3116972"/>
                  </a:lnTo>
                  <a:lnTo>
                    <a:pt x="6097813" y="3116972"/>
                  </a:lnTo>
                  <a:lnTo>
                    <a:pt x="6096999" y="3116972"/>
                  </a:lnTo>
                  <a:lnTo>
                    <a:pt x="6096184" y="3116972"/>
                  </a:lnTo>
                  <a:lnTo>
                    <a:pt x="6095369" y="3116972"/>
                  </a:lnTo>
                  <a:lnTo>
                    <a:pt x="6094554" y="3116972"/>
                  </a:lnTo>
                  <a:lnTo>
                    <a:pt x="6093739" y="3116972"/>
                  </a:lnTo>
                  <a:lnTo>
                    <a:pt x="6092925" y="3116972"/>
                  </a:lnTo>
                  <a:lnTo>
                    <a:pt x="6092110" y="3116972"/>
                  </a:lnTo>
                  <a:lnTo>
                    <a:pt x="6091295" y="3116972"/>
                  </a:lnTo>
                  <a:lnTo>
                    <a:pt x="6090480" y="3116972"/>
                  </a:lnTo>
                  <a:lnTo>
                    <a:pt x="6089666" y="3116972"/>
                  </a:lnTo>
                  <a:lnTo>
                    <a:pt x="6088851" y="3116972"/>
                  </a:lnTo>
                  <a:lnTo>
                    <a:pt x="6088036" y="3116972"/>
                  </a:lnTo>
                  <a:lnTo>
                    <a:pt x="6087221" y="3116972"/>
                  </a:lnTo>
                  <a:lnTo>
                    <a:pt x="6086406" y="3116972"/>
                  </a:lnTo>
                  <a:lnTo>
                    <a:pt x="6085592" y="3116972"/>
                  </a:lnTo>
                  <a:lnTo>
                    <a:pt x="6084777" y="3116972"/>
                  </a:lnTo>
                  <a:lnTo>
                    <a:pt x="6083962" y="3116972"/>
                  </a:lnTo>
                  <a:lnTo>
                    <a:pt x="6083147" y="3116972"/>
                  </a:lnTo>
                  <a:lnTo>
                    <a:pt x="6082333" y="3116972"/>
                  </a:lnTo>
                  <a:lnTo>
                    <a:pt x="6081518" y="3116972"/>
                  </a:lnTo>
                  <a:lnTo>
                    <a:pt x="6080703" y="3116972"/>
                  </a:lnTo>
                  <a:lnTo>
                    <a:pt x="6079888" y="3116972"/>
                  </a:lnTo>
                  <a:lnTo>
                    <a:pt x="6079073" y="3116972"/>
                  </a:lnTo>
                  <a:lnTo>
                    <a:pt x="6078259" y="3116972"/>
                  </a:lnTo>
                  <a:lnTo>
                    <a:pt x="6077444" y="3116972"/>
                  </a:lnTo>
                  <a:lnTo>
                    <a:pt x="6076629" y="3116972"/>
                  </a:lnTo>
                  <a:lnTo>
                    <a:pt x="6075814" y="3116972"/>
                  </a:lnTo>
                  <a:lnTo>
                    <a:pt x="6075000" y="3116972"/>
                  </a:lnTo>
                  <a:lnTo>
                    <a:pt x="6074185" y="3116972"/>
                  </a:lnTo>
                  <a:lnTo>
                    <a:pt x="6073370" y="3116972"/>
                  </a:lnTo>
                  <a:lnTo>
                    <a:pt x="6072555" y="3116972"/>
                  </a:lnTo>
                  <a:lnTo>
                    <a:pt x="6071740" y="3116972"/>
                  </a:lnTo>
                  <a:lnTo>
                    <a:pt x="6070926" y="3116972"/>
                  </a:lnTo>
                  <a:lnTo>
                    <a:pt x="6070111" y="3116972"/>
                  </a:lnTo>
                  <a:lnTo>
                    <a:pt x="6069296" y="3116972"/>
                  </a:lnTo>
                  <a:lnTo>
                    <a:pt x="6068481" y="3116972"/>
                  </a:lnTo>
                  <a:lnTo>
                    <a:pt x="6067667" y="3116972"/>
                  </a:lnTo>
                  <a:lnTo>
                    <a:pt x="6066852" y="3116972"/>
                  </a:lnTo>
                  <a:lnTo>
                    <a:pt x="6066037" y="3116972"/>
                  </a:lnTo>
                  <a:lnTo>
                    <a:pt x="6065222" y="3116972"/>
                  </a:lnTo>
                  <a:lnTo>
                    <a:pt x="6064407" y="3116972"/>
                  </a:lnTo>
                  <a:lnTo>
                    <a:pt x="6063593" y="3116972"/>
                  </a:lnTo>
                  <a:lnTo>
                    <a:pt x="6062778" y="3116972"/>
                  </a:lnTo>
                  <a:lnTo>
                    <a:pt x="6061963" y="3116972"/>
                  </a:lnTo>
                  <a:lnTo>
                    <a:pt x="6061148" y="3116972"/>
                  </a:lnTo>
                  <a:lnTo>
                    <a:pt x="6060334" y="3116972"/>
                  </a:lnTo>
                  <a:lnTo>
                    <a:pt x="6059519" y="3116972"/>
                  </a:lnTo>
                  <a:lnTo>
                    <a:pt x="6058704" y="3116972"/>
                  </a:lnTo>
                  <a:lnTo>
                    <a:pt x="6057889" y="3116972"/>
                  </a:lnTo>
                  <a:lnTo>
                    <a:pt x="6057074" y="3116972"/>
                  </a:lnTo>
                  <a:lnTo>
                    <a:pt x="6056260" y="3116972"/>
                  </a:lnTo>
                  <a:lnTo>
                    <a:pt x="6055445" y="3116972"/>
                  </a:lnTo>
                  <a:lnTo>
                    <a:pt x="6054630" y="3116972"/>
                  </a:lnTo>
                  <a:lnTo>
                    <a:pt x="6053815" y="3116972"/>
                  </a:lnTo>
                  <a:lnTo>
                    <a:pt x="6053000" y="3116972"/>
                  </a:lnTo>
                  <a:lnTo>
                    <a:pt x="6052186" y="3116972"/>
                  </a:lnTo>
                  <a:lnTo>
                    <a:pt x="6051371" y="3116972"/>
                  </a:lnTo>
                  <a:lnTo>
                    <a:pt x="6050556" y="3116972"/>
                  </a:lnTo>
                  <a:lnTo>
                    <a:pt x="6049741" y="3116972"/>
                  </a:lnTo>
                  <a:lnTo>
                    <a:pt x="6048927" y="3116972"/>
                  </a:lnTo>
                  <a:lnTo>
                    <a:pt x="6048112" y="3116972"/>
                  </a:lnTo>
                  <a:lnTo>
                    <a:pt x="6047297" y="3116972"/>
                  </a:lnTo>
                  <a:lnTo>
                    <a:pt x="6046482" y="3116972"/>
                  </a:lnTo>
                  <a:lnTo>
                    <a:pt x="6045667" y="3116972"/>
                  </a:lnTo>
                  <a:lnTo>
                    <a:pt x="6044853" y="3116972"/>
                  </a:lnTo>
                  <a:lnTo>
                    <a:pt x="6044038" y="3116972"/>
                  </a:lnTo>
                  <a:lnTo>
                    <a:pt x="6043223" y="3116972"/>
                  </a:lnTo>
                  <a:lnTo>
                    <a:pt x="6042408" y="3116972"/>
                  </a:lnTo>
                  <a:lnTo>
                    <a:pt x="6041594" y="3116972"/>
                  </a:lnTo>
                  <a:lnTo>
                    <a:pt x="6040779" y="3116972"/>
                  </a:lnTo>
                  <a:lnTo>
                    <a:pt x="6039964" y="3116972"/>
                  </a:lnTo>
                  <a:lnTo>
                    <a:pt x="6039149" y="3116972"/>
                  </a:lnTo>
                  <a:lnTo>
                    <a:pt x="6038334" y="3116972"/>
                  </a:lnTo>
                  <a:lnTo>
                    <a:pt x="6037520" y="3116972"/>
                  </a:lnTo>
                  <a:lnTo>
                    <a:pt x="6036705" y="3116972"/>
                  </a:lnTo>
                  <a:lnTo>
                    <a:pt x="6035890" y="3116972"/>
                  </a:lnTo>
                  <a:lnTo>
                    <a:pt x="6035075" y="3116972"/>
                  </a:lnTo>
                  <a:lnTo>
                    <a:pt x="6034261" y="3116972"/>
                  </a:lnTo>
                  <a:lnTo>
                    <a:pt x="6033446" y="3116972"/>
                  </a:lnTo>
                  <a:lnTo>
                    <a:pt x="6032631" y="3116972"/>
                  </a:lnTo>
                  <a:lnTo>
                    <a:pt x="6031816" y="3116972"/>
                  </a:lnTo>
                  <a:lnTo>
                    <a:pt x="6031001" y="3116972"/>
                  </a:lnTo>
                  <a:lnTo>
                    <a:pt x="6030187" y="3116972"/>
                  </a:lnTo>
                  <a:lnTo>
                    <a:pt x="6029372" y="3116972"/>
                  </a:lnTo>
                  <a:lnTo>
                    <a:pt x="6028557" y="3116972"/>
                  </a:lnTo>
                  <a:lnTo>
                    <a:pt x="6027742" y="3116972"/>
                  </a:lnTo>
                  <a:lnTo>
                    <a:pt x="6026928" y="3116972"/>
                  </a:lnTo>
                  <a:lnTo>
                    <a:pt x="6026113" y="3116972"/>
                  </a:lnTo>
                  <a:lnTo>
                    <a:pt x="6025298" y="3116972"/>
                  </a:lnTo>
                  <a:lnTo>
                    <a:pt x="6024483" y="3116972"/>
                  </a:lnTo>
                  <a:lnTo>
                    <a:pt x="6023668" y="3116972"/>
                  </a:lnTo>
                  <a:lnTo>
                    <a:pt x="6022854" y="3116972"/>
                  </a:lnTo>
                  <a:lnTo>
                    <a:pt x="6022039" y="3116972"/>
                  </a:lnTo>
                  <a:lnTo>
                    <a:pt x="6021224" y="3116972"/>
                  </a:lnTo>
                  <a:lnTo>
                    <a:pt x="6020409" y="3116972"/>
                  </a:lnTo>
                  <a:lnTo>
                    <a:pt x="6019595" y="3116972"/>
                  </a:lnTo>
                  <a:lnTo>
                    <a:pt x="6018780" y="3116972"/>
                  </a:lnTo>
                  <a:lnTo>
                    <a:pt x="6017965" y="3116972"/>
                  </a:lnTo>
                  <a:lnTo>
                    <a:pt x="6017150" y="3116972"/>
                  </a:lnTo>
                  <a:lnTo>
                    <a:pt x="6016335" y="3116972"/>
                  </a:lnTo>
                  <a:lnTo>
                    <a:pt x="6015521" y="3116972"/>
                  </a:lnTo>
                  <a:lnTo>
                    <a:pt x="6014706" y="3116972"/>
                  </a:lnTo>
                  <a:lnTo>
                    <a:pt x="6013891" y="3116972"/>
                  </a:lnTo>
                  <a:lnTo>
                    <a:pt x="6013076" y="3116972"/>
                  </a:lnTo>
                  <a:lnTo>
                    <a:pt x="6012261" y="3116972"/>
                  </a:lnTo>
                  <a:lnTo>
                    <a:pt x="6011447" y="3116972"/>
                  </a:lnTo>
                  <a:lnTo>
                    <a:pt x="6010632" y="3116972"/>
                  </a:lnTo>
                  <a:lnTo>
                    <a:pt x="6009817" y="3116972"/>
                  </a:lnTo>
                  <a:lnTo>
                    <a:pt x="6009002" y="3116972"/>
                  </a:lnTo>
                  <a:lnTo>
                    <a:pt x="6008188" y="3116972"/>
                  </a:lnTo>
                  <a:lnTo>
                    <a:pt x="6007373" y="3116972"/>
                  </a:lnTo>
                  <a:lnTo>
                    <a:pt x="6006558" y="3116972"/>
                  </a:lnTo>
                  <a:lnTo>
                    <a:pt x="6005743" y="3116972"/>
                  </a:lnTo>
                  <a:lnTo>
                    <a:pt x="6004928" y="3116972"/>
                  </a:lnTo>
                  <a:lnTo>
                    <a:pt x="6004114" y="3116972"/>
                  </a:lnTo>
                  <a:lnTo>
                    <a:pt x="6003299" y="3116972"/>
                  </a:lnTo>
                  <a:lnTo>
                    <a:pt x="6002484" y="3116972"/>
                  </a:lnTo>
                  <a:lnTo>
                    <a:pt x="6001669" y="3116972"/>
                  </a:lnTo>
                  <a:lnTo>
                    <a:pt x="6000855" y="3116972"/>
                  </a:lnTo>
                  <a:lnTo>
                    <a:pt x="6000040" y="3116972"/>
                  </a:lnTo>
                  <a:lnTo>
                    <a:pt x="5999225" y="3116972"/>
                  </a:lnTo>
                  <a:lnTo>
                    <a:pt x="5998410" y="3116972"/>
                  </a:lnTo>
                  <a:lnTo>
                    <a:pt x="5997595" y="3116972"/>
                  </a:lnTo>
                  <a:lnTo>
                    <a:pt x="5996781" y="3116972"/>
                  </a:lnTo>
                  <a:lnTo>
                    <a:pt x="5995966" y="3116972"/>
                  </a:lnTo>
                  <a:lnTo>
                    <a:pt x="5995151" y="3116972"/>
                  </a:lnTo>
                  <a:lnTo>
                    <a:pt x="5994336" y="3116972"/>
                  </a:lnTo>
                  <a:lnTo>
                    <a:pt x="5993522" y="3116972"/>
                  </a:lnTo>
                  <a:lnTo>
                    <a:pt x="5992707" y="3116972"/>
                  </a:lnTo>
                  <a:lnTo>
                    <a:pt x="5991892" y="3116972"/>
                  </a:lnTo>
                  <a:lnTo>
                    <a:pt x="5991077" y="3116972"/>
                  </a:lnTo>
                  <a:lnTo>
                    <a:pt x="5990262" y="3116972"/>
                  </a:lnTo>
                  <a:lnTo>
                    <a:pt x="5989448" y="3116972"/>
                  </a:lnTo>
                  <a:lnTo>
                    <a:pt x="5988633" y="3116972"/>
                  </a:lnTo>
                  <a:lnTo>
                    <a:pt x="5987818" y="3116972"/>
                  </a:lnTo>
                  <a:lnTo>
                    <a:pt x="5987003" y="3116972"/>
                  </a:lnTo>
                  <a:lnTo>
                    <a:pt x="5986189" y="3116972"/>
                  </a:lnTo>
                  <a:lnTo>
                    <a:pt x="5985374" y="3116972"/>
                  </a:lnTo>
                  <a:lnTo>
                    <a:pt x="5984559" y="3116972"/>
                  </a:lnTo>
                  <a:lnTo>
                    <a:pt x="5983744" y="3116972"/>
                  </a:lnTo>
                  <a:lnTo>
                    <a:pt x="5982929" y="3116972"/>
                  </a:lnTo>
                  <a:lnTo>
                    <a:pt x="5982115" y="3116972"/>
                  </a:lnTo>
                  <a:lnTo>
                    <a:pt x="5981300" y="3116972"/>
                  </a:lnTo>
                  <a:lnTo>
                    <a:pt x="5980485" y="3116972"/>
                  </a:lnTo>
                  <a:lnTo>
                    <a:pt x="5979670" y="3116972"/>
                  </a:lnTo>
                  <a:lnTo>
                    <a:pt x="5978856" y="3116972"/>
                  </a:lnTo>
                  <a:lnTo>
                    <a:pt x="5978041" y="3116972"/>
                  </a:lnTo>
                  <a:lnTo>
                    <a:pt x="5977226" y="3116972"/>
                  </a:lnTo>
                  <a:lnTo>
                    <a:pt x="5976411" y="3116972"/>
                  </a:lnTo>
                  <a:lnTo>
                    <a:pt x="5975596" y="3116972"/>
                  </a:lnTo>
                  <a:lnTo>
                    <a:pt x="5974782" y="3116972"/>
                  </a:lnTo>
                  <a:lnTo>
                    <a:pt x="5973967" y="3116972"/>
                  </a:lnTo>
                  <a:lnTo>
                    <a:pt x="5973152" y="3116972"/>
                  </a:lnTo>
                  <a:lnTo>
                    <a:pt x="5972337" y="3116972"/>
                  </a:lnTo>
                  <a:lnTo>
                    <a:pt x="5971522" y="3116972"/>
                  </a:lnTo>
                  <a:lnTo>
                    <a:pt x="5970708" y="3116972"/>
                  </a:lnTo>
                  <a:lnTo>
                    <a:pt x="5969893" y="3116972"/>
                  </a:lnTo>
                  <a:lnTo>
                    <a:pt x="5969078" y="3116972"/>
                  </a:lnTo>
                  <a:lnTo>
                    <a:pt x="5968263" y="3116972"/>
                  </a:lnTo>
                  <a:lnTo>
                    <a:pt x="5967449" y="3116972"/>
                  </a:lnTo>
                  <a:lnTo>
                    <a:pt x="5966634" y="3116972"/>
                  </a:lnTo>
                  <a:lnTo>
                    <a:pt x="5965819" y="3116972"/>
                  </a:lnTo>
                  <a:lnTo>
                    <a:pt x="5965004" y="3116972"/>
                  </a:lnTo>
                  <a:lnTo>
                    <a:pt x="5964189" y="3116972"/>
                  </a:lnTo>
                  <a:lnTo>
                    <a:pt x="5963375" y="3116972"/>
                  </a:lnTo>
                  <a:lnTo>
                    <a:pt x="5962560" y="3116972"/>
                  </a:lnTo>
                  <a:lnTo>
                    <a:pt x="5961745" y="3116972"/>
                  </a:lnTo>
                  <a:lnTo>
                    <a:pt x="5960930" y="3116972"/>
                  </a:lnTo>
                  <a:lnTo>
                    <a:pt x="5960116" y="3116972"/>
                  </a:lnTo>
                  <a:lnTo>
                    <a:pt x="5959301" y="3116972"/>
                  </a:lnTo>
                  <a:lnTo>
                    <a:pt x="5958486" y="3116972"/>
                  </a:lnTo>
                  <a:lnTo>
                    <a:pt x="5957671" y="3116972"/>
                  </a:lnTo>
                  <a:lnTo>
                    <a:pt x="5956856" y="3116972"/>
                  </a:lnTo>
                  <a:lnTo>
                    <a:pt x="5956042" y="3116972"/>
                  </a:lnTo>
                  <a:lnTo>
                    <a:pt x="5955227" y="3116972"/>
                  </a:lnTo>
                  <a:lnTo>
                    <a:pt x="5954412" y="3116972"/>
                  </a:lnTo>
                  <a:lnTo>
                    <a:pt x="5953597" y="3116972"/>
                  </a:lnTo>
                  <a:lnTo>
                    <a:pt x="5952783" y="3116972"/>
                  </a:lnTo>
                  <a:lnTo>
                    <a:pt x="5951968" y="3116972"/>
                  </a:lnTo>
                  <a:lnTo>
                    <a:pt x="5951153" y="3116972"/>
                  </a:lnTo>
                  <a:lnTo>
                    <a:pt x="5950338" y="3116972"/>
                  </a:lnTo>
                  <a:lnTo>
                    <a:pt x="5949523" y="3116972"/>
                  </a:lnTo>
                  <a:lnTo>
                    <a:pt x="5948709" y="3116972"/>
                  </a:lnTo>
                  <a:lnTo>
                    <a:pt x="5947894" y="3116972"/>
                  </a:lnTo>
                  <a:lnTo>
                    <a:pt x="5947079" y="3116972"/>
                  </a:lnTo>
                  <a:lnTo>
                    <a:pt x="5946264" y="3116972"/>
                  </a:lnTo>
                  <a:lnTo>
                    <a:pt x="5945450" y="3116972"/>
                  </a:lnTo>
                  <a:lnTo>
                    <a:pt x="5944635" y="3116972"/>
                  </a:lnTo>
                  <a:lnTo>
                    <a:pt x="5943820" y="3116972"/>
                  </a:lnTo>
                  <a:lnTo>
                    <a:pt x="5943005" y="3116972"/>
                  </a:lnTo>
                  <a:lnTo>
                    <a:pt x="5942190" y="3116972"/>
                  </a:lnTo>
                  <a:lnTo>
                    <a:pt x="5941376" y="3116972"/>
                  </a:lnTo>
                  <a:lnTo>
                    <a:pt x="5940561" y="3116972"/>
                  </a:lnTo>
                  <a:lnTo>
                    <a:pt x="5939746" y="3116972"/>
                  </a:lnTo>
                  <a:lnTo>
                    <a:pt x="5938931" y="3116972"/>
                  </a:lnTo>
                  <a:lnTo>
                    <a:pt x="5938117" y="3116972"/>
                  </a:lnTo>
                  <a:lnTo>
                    <a:pt x="5937302" y="3116972"/>
                  </a:lnTo>
                  <a:lnTo>
                    <a:pt x="5936487" y="3116972"/>
                  </a:lnTo>
                  <a:lnTo>
                    <a:pt x="5935672" y="3116972"/>
                  </a:lnTo>
                  <a:lnTo>
                    <a:pt x="5934857" y="3116972"/>
                  </a:lnTo>
                  <a:lnTo>
                    <a:pt x="5934043" y="3116972"/>
                  </a:lnTo>
                  <a:lnTo>
                    <a:pt x="5933228" y="3116972"/>
                  </a:lnTo>
                  <a:lnTo>
                    <a:pt x="5932413" y="3116972"/>
                  </a:lnTo>
                  <a:lnTo>
                    <a:pt x="5931598" y="3116972"/>
                  </a:lnTo>
                  <a:lnTo>
                    <a:pt x="5930783" y="3116972"/>
                  </a:lnTo>
                  <a:lnTo>
                    <a:pt x="5929969" y="3116972"/>
                  </a:lnTo>
                  <a:lnTo>
                    <a:pt x="5929154" y="3116972"/>
                  </a:lnTo>
                  <a:lnTo>
                    <a:pt x="5928339" y="3116972"/>
                  </a:lnTo>
                  <a:lnTo>
                    <a:pt x="5927524" y="3116972"/>
                  </a:lnTo>
                  <a:lnTo>
                    <a:pt x="5926710" y="3116972"/>
                  </a:lnTo>
                  <a:lnTo>
                    <a:pt x="5925895" y="3116972"/>
                  </a:lnTo>
                  <a:lnTo>
                    <a:pt x="5925080" y="3116972"/>
                  </a:lnTo>
                  <a:lnTo>
                    <a:pt x="5924265" y="3116972"/>
                  </a:lnTo>
                  <a:lnTo>
                    <a:pt x="5923450" y="3116972"/>
                  </a:lnTo>
                  <a:lnTo>
                    <a:pt x="5922636" y="3116972"/>
                  </a:lnTo>
                  <a:lnTo>
                    <a:pt x="5921821" y="3116972"/>
                  </a:lnTo>
                  <a:lnTo>
                    <a:pt x="5921006" y="3116972"/>
                  </a:lnTo>
                  <a:lnTo>
                    <a:pt x="5920191" y="3116972"/>
                  </a:lnTo>
                  <a:lnTo>
                    <a:pt x="5919377" y="3116972"/>
                  </a:lnTo>
                  <a:lnTo>
                    <a:pt x="5918562" y="3116972"/>
                  </a:lnTo>
                  <a:lnTo>
                    <a:pt x="5917747" y="3116972"/>
                  </a:lnTo>
                  <a:lnTo>
                    <a:pt x="5916932" y="3116972"/>
                  </a:lnTo>
                  <a:lnTo>
                    <a:pt x="5916117" y="3116972"/>
                  </a:lnTo>
                  <a:lnTo>
                    <a:pt x="5915303" y="3116972"/>
                  </a:lnTo>
                  <a:lnTo>
                    <a:pt x="5914488" y="3116972"/>
                  </a:lnTo>
                  <a:lnTo>
                    <a:pt x="5913673" y="3116972"/>
                  </a:lnTo>
                  <a:lnTo>
                    <a:pt x="5912858" y="3116972"/>
                  </a:lnTo>
                  <a:lnTo>
                    <a:pt x="5912044" y="3116972"/>
                  </a:lnTo>
                  <a:lnTo>
                    <a:pt x="5911229" y="3116972"/>
                  </a:lnTo>
                  <a:lnTo>
                    <a:pt x="5910414" y="3116972"/>
                  </a:lnTo>
                  <a:lnTo>
                    <a:pt x="5909599" y="3116972"/>
                  </a:lnTo>
                  <a:lnTo>
                    <a:pt x="5908784" y="3116972"/>
                  </a:lnTo>
                  <a:lnTo>
                    <a:pt x="5907970" y="3116972"/>
                  </a:lnTo>
                  <a:lnTo>
                    <a:pt x="5907155" y="3116972"/>
                  </a:lnTo>
                  <a:lnTo>
                    <a:pt x="5906340" y="3116972"/>
                  </a:lnTo>
                  <a:lnTo>
                    <a:pt x="5905525" y="3116972"/>
                  </a:lnTo>
                  <a:lnTo>
                    <a:pt x="5904711" y="3116972"/>
                  </a:lnTo>
                  <a:lnTo>
                    <a:pt x="5903896" y="3116972"/>
                  </a:lnTo>
                  <a:lnTo>
                    <a:pt x="5903081" y="3116972"/>
                  </a:lnTo>
                  <a:lnTo>
                    <a:pt x="5902266" y="3116972"/>
                  </a:lnTo>
                  <a:lnTo>
                    <a:pt x="5901451" y="3116972"/>
                  </a:lnTo>
                  <a:lnTo>
                    <a:pt x="5900637" y="3116972"/>
                  </a:lnTo>
                  <a:lnTo>
                    <a:pt x="5899822" y="3116972"/>
                  </a:lnTo>
                  <a:lnTo>
                    <a:pt x="5899007" y="3116972"/>
                  </a:lnTo>
                  <a:lnTo>
                    <a:pt x="5898192" y="3116972"/>
                  </a:lnTo>
                  <a:lnTo>
                    <a:pt x="5897378" y="3116972"/>
                  </a:lnTo>
                  <a:lnTo>
                    <a:pt x="5896563" y="3116972"/>
                  </a:lnTo>
                  <a:lnTo>
                    <a:pt x="5895748" y="3116972"/>
                  </a:lnTo>
                  <a:lnTo>
                    <a:pt x="5894933" y="3116972"/>
                  </a:lnTo>
                  <a:lnTo>
                    <a:pt x="5894118" y="3116972"/>
                  </a:lnTo>
                  <a:lnTo>
                    <a:pt x="5893304" y="3116972"/>
                  </a:lnTo>
                  <a:lnTo>
                    <a:pt x="5892489" y="3116972"/>
                  </a:lnTo>
                  <a:lnTo>
                    <a:pt x="5891674" y="3116972"/>
                  </a:lnTo>
                  <a:lnTo>
                    <a:pt x="5890859" y="3116972"/>
                  </a:lnTo>
                  <a:lnTo>
                    <a:pt x="5890044" y="3116972"/>
                  </a:lnTo>
                  <a:lnTo>
                    <a:pt x="5889230" y="3116972"/>
                  </a:lnTo>
                  <a:lnTo>
                    <a:pt x="5888415" y="3116972"/>
                  </a:lnTo>
                  <a:lnTo>
                    <a:pt x="5887600" y="3116972"/>
                  </a:lnTo>
                  <a:lnTo>
                    <a:pt x="5886785" y="3116972"/>
                  </a:lnTo>
                  <a:lnTo>
                    <a:pt x="5885971" y="3116972"/>
                  </a:lnTo>
                  <a:lnTo>
                    <a:pt x="5885156" y="3116972"/>
                  </a:lnTo>
                  <a:lnTo>
                    <a:pt x="5884341" y="3116972"/>
                  </a:lnTo>
                  <a:lnTo>
                    <a:pt x="5883526" y="3116972"/>
                  </a:lnTo>
                  <a:lnTo>
                    <a:pt x="5882711" y="3116972"/>
                  </a:lnTo>
                  <a:lnTo>
                    <a:pt x="5881897" y="3116972"/>
                  </a:lnTo>
                  <a:lnTo>
                    <a:pt x="5881082" y="3116972"/>
                  </a:lnTo>
                  <a:lnTo>
                    <a:pt x="5880267" y="3116972"/>
                  </a:lnTo>
                  <a:lnTo>
                    <a:pt x="5879452" y="3116972"/>
                  </a:lnTo>
                  <a:lnTo>
                    <a:pt x="5878638" y="3116972"/>
                  </a:lnTo>
                  <a:lnTo>
                    <a:pt x="5877823" y="3116972"/>
                  </a:lnTo>
                  <a:lnTo>
                    <a:pt x="5877008" y="3116972"/>
                  </a:lnTo>
                  <a:lnTo>
                    <a:pt x="5876193" y="3116972"/>
                  </a:lnTo>
                  <a:lnTo>
                    <a:pt x="5875378" y="3116972"/>
                  </a:lnTo>
                  <a:lnTo>
                    <a:pt x="5874564" y="3116972"/>
                  </a:lnTo>
                  <a:lnTo>
                    <a:pt x="5873749" y="3116972"/>
                  </a:lnTo>
                  <a:lnTo>
                    <a:pt x="5872934" y="3116972"/>
                  </a:lnTo>
                  <a:lnTo>
                    <a:pt x="5872119" y="3116972"/>
                  </a:lnTo>
                  <a:lnTo>
                    <a:pt x="5871305" y="3116972"/>
                  </a:lnTo>
                  <a:lnTo>
                    <a:pt x="5870490" y="3116972"/>
                  </a:lnTo>
                  <a:lnTo>
                    <a:pt x="5869675" y="3116972"/>
                  </a:lnTo>
                  <a:lnTo>
                    <a:pt x="5868860" y="3116972"/>
                  </a:lnTo>
                  <a:lnTo>
                    <a:pt x="5868045" y="3116972"/>
                  </a:lnTo>
                  <a:lnTo>
                    <a:pt x="5867231" y="3116972"/>
                  </a:lnTo>
                  <a:lnTo>
                    <a:pt x="5866416" y="3116972"/>
                  </a:lnTo>
                  <a:lnTo>
                    <a:pt x="5865601" y="3116972"/>
                  </a:lnTo>
                  <a:lnTo>
                    <a:pt x="5864786" y="3116972"/>
                  </a:lnTo>
                  <a:lnTo>
                    <a:pt x="5863972" y="3116972"/>
                  </a:lnTo>
                  <a:lnTo>
                    <a:pt x="5863157" y="3116972"/>
                  </a:lnTo>
                  <a:lnTo>
                    <a:pt x="5862342" y="3116972"/>
                  </a:lnTo>
                  <a:lnTo>
                    <a:pt x="5861527" y="3116972"/>
                  </a:lnTo>
                  <a:lnTo>
                    <a:pt x="5860712" y="3116972"/>
                  </a:lnTo>
                  <a:lnTo>
                    <a:pt x="5859898" y="3116972"/>
                  </a:lnTo>
                  <a:lnTo>
                    <a:pt x="5859083" y="3116972"/>
                  </a:lnTo>
                  <a:lnTo>
                    <a:pt x="5858268" y="3116972"/>
                  </a:lnTo>
                  <a:lnTo>
                    <a:pt x="5857453" y="3116972"/>
                  </a:lnTo>
                  <a:lnTo>
                    <a:pt x="5856639" y="3116972"/>
                  </a:lnTo>
                  <a:lnTo>
                    <a:pt x="5855824" y="3116972"/>
                  </a:lnTo>
                  <a:lnTo>
                    <a:pt x="5855009" y="3116972"/>
                  </a:lnTo>
                  <a:lnTo>
                    <a:pt x="5854194" y="3116972"/>
                  </a:lnTo>
                  <a:lnTo>
                    <a:pt x="5853379" y="3116972"/>
                  </a:lnTo>
                  <a:lnTo>
                    <a:pt x="5852565" y="3116972"/>
                  </a:lnTo>
                  <a:lnTo>
                    <a:pt x="5851750" y="3116972"/>
                  </a:lnTo>
                  <a:lnTo>
                    <a:pt x="5850935" y="3116972"/>
                  </a:lnTo>
                  <a:lnTo>
                    <a:pt x="5850120" y="3116972"/>
                  </a:lnTo>
                  <a:lnTo>
                    <a:pt x="5849305" y="3116972"/>
                  </a:lnTo>
                  <a:lnTo>
                    <a:pt x="5848491" y="3116972"/>
                  </a:lnTo>
                  <a:lnTo>
                    <a:pt x="5847676" y="3116972"/>
                  </a:lnTo>
                  <a:lnTo>
                    <a:pt x="5846861" y="3116972"/>
                  </a:lnTo>
                  <a:lnTo>
                    <a:pt x="5846046" y="3116972"/>
                  </a:lnTo>
                  <a:lnTo>
                    <a:pt x="5845232" y="3116972"/>
                  </a:lnTo>
                  <a:lnTo>
                    <a:pt x="5844417" y="3116972"/>
                  </a:lnTo>
                  <a:lnTo>
                    <a:pt x="5843602" y="3116972"/>
                  </a:lnTo>
                  <a:lnTo>
                    <a:pt x="5842787" y="3116972"/>
                  </a:lnTo>
                  <a:lnTo>
                    <a:pt x="5841972" y="3116972"/>
                  </a:lnTo>
                  <a:lnTo>
                    <a:pt x="5841158" y="3116972"/>
                  </a:lnTo>
                  <a:lnTo>
                    <a:pt x="5840343" y="3116972"/>
                  </a:lnTo>
                  <a:lnTo>
                    <a:pt x="5839528" y="3116972"/>
                  </a:lnTo>
                  <a:lnTo>
                    <a:pt x="5838713" y="3116972"/>
                  </a:lnTo>
                  <a:lnTo>
                    <a:pt x="5837899" y="3116972"/>
                  </a:lnTo>
                  <a:lnTo>
                    <a:pt x="5837084" y="3116972"/>
                  </a:lnTo>
                  <a:lnTo>
                    <a:pt x="5836269" y="3116972"/>
                  </a:lnTo>
                  <a:lnTo>
                    <a:pt x="5835454" y="3116972"/>
                  </a:lnTo>
                  <a:lnTo>
                    <a:pt x="5834639" y="3116972"/>
                  </a:lnTo>
                  <a:lnTo>
                    <a:pt x="5833825" y="3116972"/>
                  </a:lnTo>
                  <a:lnTo>
                    <a:pt x="5833010" y="3116972"/>
                  </a:lnTo>
                  <a:lnTo>
                    <a:pt x="5832195" y="3116972"/>
                  </a:lnTo>
                  <a:lnTo>
                    <a:pt x="5831380" y="3116972"/>
                  </a:lnTo>
                  <a:lnTo>
                    <a:pt x="5830566" y="3116972"/>
                  </a:lnTo>
                  <a:lnTo>
                    <a:pt x="5829751" y="3116972"/>
                  </a:lnTo>
                  <a:lnTo>
                    <a:pt x="5828936" y="3116972"/>
                  </a:lnTo>
                  <a:lnTo>
                    <a:pt x="5828121" y="3116972"/>
                  </a:lnTo>
                  <a:lnTo>
                    <a:pt x="5827306" y="3116972"/>
                  </a:lnTo>
                  <a:lnTo>
                    <a:pt x="5826492" y="3116972"/>
                  </a:lnTo>
                  <a:lnTo>
                    <a:pt x="5825677" y="3116972"/>
                  </a:lnTo>
                  <a:lnTo>
                    <a:pt x="5824862" y="3116972"/>
                  </a:lnTo>
                  <a:lnTo>
                    <a:pt x="5824047" y="3116972"/>
                  </a:lnTo>
                  <a:lnTo>
                    <a:pt x="5823233" y="3116972"/>
                  </a:lnTo>
                  <a:lnTo>
                    <a:pt x="5822418" y="3116972"/>
                  </a:lnTo>
                  <a:lnTo>
                    <a:pt x="5821603" y="3116972"/>
                  </a:lnTo>
                  <a:lnTo>
                    <a:pt x="5820788" y="3116972"/>
                  </a:lnTo>
                  <a:lnTo>
                    <a:pt x="5819973" y="3116972"/>
                  </a:lnTo>
                  <a:lnTo>
                    <a:pt x="5819159" y="3116972"/>
                  </a:lnTo>
                  <a:lnTo>
                    <a:pt x="5818344" y="3116972"/>
                  </a:lnTo>
                  <a:lnTo>
                    <a:pt x="5817529" y="3116972"/>
                  </a:lnTo>
                  <a:lnTo>
                    <a:pt x="5816714" y="3116972"/>
                  </a:lnTo>
                  <a:lnTo>
                    <a:pt x="5815900" y="3116972"/>
                  </a:lnTo>
                  <a:lnTo>
                    <a:pt x="5815085" y="3116972"/>
                  </a:lnTo>
                  <a:lnTo>
                    <a:pt x="5814270" y="3116972"/>
                  </a:lnTo>
                  <a:lnTo>
                    <a:pt x="5813455" y="3116972"/>
                  </a:lnTo>
                  <a:lnTo>
                    <a:pt x="5812640" y="3116972"/>
                  </a:lnTo>
                  <a:lnTo>
                    <a:pt x="5811826" y="3116972"/>
                  </a:lnTo>
                  <a:lnTo>
                    <a:pt x="5811011" y="3116972"/>
                  </a:lnTo>
                  <a:lnTo>
                    <a:pt x="5810196" y="3116972"/>
                  </a:lnTo>
                  <a:lnTo>
                    <a:pt x="5809381" y="3116972"/>
                  </a:lnTo>
                  <a:lnTo>
                    <a:pt x="5808566" y="3116972"/>
                  </a:lnTo>
                  <a:lnTo>
                    <a:pt x="5807752" y="3116972"/>
                  </a:lnTo>
                  <a:lnTo>
                    <a:pt x="5806937" y="3116972"/>
                  </a:lnTo>
                  <a:lnTo>
                    <a:pt x="5806122" y="3116972"/>
                  </a:lnTo>
                  <a:lnTo>
                    <a:pt x="5805307" y="3116972"/>
                  </a:lnTo>
                  <a:lnTo>
                    <a:pt x="5804493" y="3116972"/>
                  </a:lnTo>
                  <a:lnTo>
                    <a:pt x="5803678" y="3116972"/>
                  </a:lnTo>
                  <a:lnTo>
                    <a:pt x="5802863" y="3116972"/>
                  </a:lnTo>
                  <a:lnTo>
                    <a:pt x="5802048" y="3116972"/>
                  </a:lnTo>
                  <a:lnTo>
                    <a:pt x="5801233" y="3116972"/>
                  </a:lnTo>
                  <a:lnTo>
                    <a:pt x="5800419" y="3116972"/>
                  </a:lnTo>
                  <a:lnTo>
                    <a:pt x="5799604" y="3116972"/>
                  </a:lnTo>
                  <a:lnTo>
                    <a:pt x="5798789" y="3116972"/>
                  </a:lnTo>
                  <a:lnTo>
                    <a:pt x="5797974" y="3116972"/>
                  </a:lnTo>
                  <a:lnTo>
                    <a:pt x="5797160" y="3116972"/>
                  </a:lnTo>
                  <a:lnTo>
                    <a:pt x="5796345" y="3116972"/>
                  </a:lnTo>
                  <a:lnTo>
                    <a:pt x="5795530" y="3116972"/>
                  </a:lnTo>
                  <a:lnTo>
                    <a:pt x="5794715" y="3116972"/>
                  </a:lnTo>
                  <a:lnTo>
                    <a:pt x="5793900" y="3116972"/>
                  </a:lnTo>
                  <a:lnTo>
                    <a:pt x="5793086" y="3116972"/>
                  </a:lnTo>
                  <a:lnTo>
                    <a:pt x="5792271" y="3116972"/>
                  </a:lnTo>
                  <a:lnTo>
                    <a:pt x="5791456" y="3116972"/>
                  </a:lnTo>
                  <a:lnTo>
                    <a:pt x="5790641" y="3116972"/>
                  </a:lnTo>
                  <a:lnTo>
                    <a:pt x="5789827" y="3116972"/>
                  </a:lnTo>
                  <a:lnTo>
                    <a:pt x="5789012" y="3116972"/>
                  </a:lnTo>
                  <a:lnTo>
                    <a:pt x="5788197" y="3116972"/>
                  </a:lnTo>
                  <a:lnTo>
                    <a:pt x="5787382" y="3116972"/>
                  </a:lnTo>
                  <a:lnTo>
                    <a:pt x="5786567" y="3116972"/>
                  </a:lnTo>
                  <a:lnTo>
                    <a:pt x="5785753" y="3116972"/>
                  </a:lnTo>
                  <a:lnTo>
                    <a:pt x="5784938" y="3116972"/>
                  </a:lnTo>
                  <a:lnTo>
                    <a:pt x="5784123" y="3116972"/>
                  </a:lnTo>
                  <a:lnTo>
                    <a:pt x="5783308" y="3116972"/>
                  </a:lnTo>
                  <a:lnTo>
                    <a:pt x="5782494" y="3116972"/>
                  </a:lnTo>
                  <a:lnTo>
                    <a:pt x="5781679" y="3116972"/>
                  </a:lnTo>
                  <a:lnTo>
                    <a:pt x="5780864" y="3116972"/>
                  </a:lnTo>
                  <a:lnTo>
                    <a:pt x="5780049" y="3116972"/>
                  </a:lnTo>
                  <a:lnTo>
                    <a:pt x="5779234" y="3116972"/>
                  </a:lnTo>
                  <a:lnTo>
                    <a:pt x="5778420" y="3116972"/>
                  </a:lnTo>
                  <a:lnTo>
                    <a:pt x="5777605" y="3116972"/>
                  </a:lnTo>
                  <a:lnTo>
                    <a:pt x="5776790" y="3116972"/>
                  </a:lnTo>
                  <a:lnTo>
                    <a:pt x="5775975" y="3116972"/>
                  </a:lnTo>
                  <a:lnTo>
                    <a:pt x="5775160" y="3116972"/>
                  </a:lnTo>
                  <a:lnTo>
                    <a:pt x="5774346" y="3116972"/>
                  </a:lnTo>
                  <a:lnTo>
                    <a:pt x="5773531" y="3116972"/>
                  </a:lnTo>
                  <a:lnTo>
                    <a:pt x="5772716" y="3116972"/>
                  </a:lnTo>
                  <a:lnTo>
                    <a:pt x="5771901" y="3116972"/>
                  </a:lnTo>
                  <a:lnTo>
                    <a:pt x="5771087" y="3116972"/>
                  </a:lnTo>
                  <a:lnTo>
                    <a:pt x="5770272" y="3116972"/>
                  </a:lnTo>
                  <a:lnTo>
                    <a:pt x="5769457" y="3116972"/>
                  </a:lnTo>
                  <a:lnTo>
                    <a:pt x="5768642" y="3116972"/>
                  </a:lnTo>
                  <a:lnTo>
                    <a:pt x="5767827" y="3116972"/>
                  </a:lnTo>
                  <a:lnTo>
                    <a:pt x="5767013" y="3116972"/>
                  </a:lnTo>
                  <a:lnTo>
                    <a:pt x="5766198" y="3116972"/>
                  </a:lnTo>
                  <a:lnTo>
                    <a:pt x="5765383" y="3116972"/>
                  </a:lnTo>
                  <a:lnTo>
                    <a:pt x="5764568" y="3116972"/>
                  </a:lnTo>
                  <a:lnTo>
                    <a:pt x="5763754" y="3116972"/>
                  </a:lnTo>
                  <a:lnTo>
                    <a:pt x="5762939" y="3116972"/>
                  </a:lnTo>
                  <a:lnTo>
                    <a:pt x="5762124" y="3116972"/>
                  </a:lnTo>
                  <a:lnTo>
                    <a:pt x="5761309" y="3116972"/>
                  </a:lnTo>
                  <a:lnTo>
                    <a:pt x="5760494" y="3116972"/>
                  </a:lnTo>
                  <a:lnTo>
                    <a:pt x="5759680" y="3116972"/>
                  </a:lnTo>
                  <a:lnTo>
                    <a:pt x="5758865" y="3116972"/>
                  </a:lnTo>
                  <a:lnTo>
                    <a:pt x="5758050" y="3116972"/>
                  </a:lnTo>
                  <a:lnTo>
                    <a:pt x="5757235" y="3116972"/>
                  </a:lnTo>
                  <a:lnTo>
                    <a:pt x="5756421" y="3116972"/>
                  </a:lnTo>
                  <a:lnTo>
                    <a:pt x="5755606" y="3116972"/>
                  </a:lnTo>
                  <a:lnTo>
                    <a:pt x="5754791" y="3116972"/>
                  </a:lnTo>
                  <a:lnTo>
                    <a:pt x="5753976" y="3116972"/>
                  </a:lnTo>
                  <a:lnTo>
                    <a:pt x="5753161" y="3116972"/>
                  </a:lnTo>
                  <a:lnTo>
                    <a:pt x="5752347" y="3116972"/>
                  </a:lnTo>
                  <a:lnTo>
                    <a:pt x="5751532" y="3116972"/>
                  </a:lnTo>
                  <a:lnTo>
                    <a:pt x="5750717" y="3116972"/>
                  </a:lnTo>
                  <a:lnTo>
                    <a:pt x="5749902" y="3116972"/>
                  </a:lnTo>
                  <a:lnTo>
                    <a:pt x="5749088" y="3116972"/>
                  </a:lnTo>
                  <a:lnTo>
                    <a:pt x="5748273" y="3116972"/>
                  </a:lnTo>
                  <a:lnTo>
                    <a:pt x="5747458" y="3116972"/>
                  </a:lnTo>
                  <a:lnTo>
                    <a:pt x="5746643" y="3116972"/>
                  </a:lnTo>
                  <a:lnTo>
                    <a:pt x="5745828" y="3116972"/>
                  </a:lnTo>
                  <a:lnTo>
                    <a:pt x="5745014" y="3116972"/>
                  </a:lnTo>
                  <a:lnTo>
                    <a:pt x="5744199" y="3116972"/>
                  </a:lnTo>
                  <a:lnTo>
                    <a:pt x="5743384" y="3116972"/>
                  </a:lnTo>
                  <a:lnTo>
                    <a:pt x="5742569" y="3116972"/>
                  </a:lnTo>
                  <a:lnTo>
                    <a:pt x="5741755" y="3116972"/>
                  </a:lnTo>
                  <a:lnTo>
                    <a:pt x="5740940" y="3116972"/>
                  </a:lnTo>
                  <a:lnTo>
                    <a:pt x="5740125" y="3116972"/>
                  </a:lnTo>
                  <a:lnTo>
                    <a:pt x="5739310" y="3116972"/>
                  </a:lnTo>
                  <a:lnTo>
                    <a:pt x="5738495" y="3116972"/>
                  </a:lnTo>
                  <a:lnTo>
                    <a:pt x="5737681" y="3116972"/>
                  </a:lnTo>
                  <a:lnTo>
                    <a:pt x="5736866" y="3116972"/>
                  </a:lnTo>
                  <a:lnTo>
                    <a:pt x="5736051" y="3116972"/>
                  </a:lnTo>
                  <a:lnTo>
                    <a:pt x="5735236" y="3116972"/>
                  </a:lnTo>
                  <a:lnTo>
                    <a:pt x="5734421" y="3116972"/>
                  </a:lnTo>
                  <a:lnTo>
                    <a:pt x="5733607" y="3116972"/>
                  </a:lnTo>
                  <a:lnTo>
                    <a:pt x="5732792" y="3116972"/>
                  </a:lnTo>
                  <a:lnTo>
                    <a:pt x="5731977" y="3116972"/>
                  </a:lnTo>
                  <a:lnTo>
                    <a:pt x="5731162" y="3116972"/>
                  </a:lnTo>
                  <a:lnTo>
                    <a:pt x="5730348" y="3116972"/>
                  </a:lnTo>
                  <a:lnTo>
                    <a:pt x="5729533" y="3116972"/>
                  </a:lnTo>
                  <a:lnTo>
                    <a:pt x="5728718" y="3116972"/>
                  </a:lnTo>
                  <a:lnTo>
                    <a:pt x="5727903" y="3116972"/>
                  </a:lnTo>
                  <a:lnTo>
                    <a:pt x="5727088" y="3116972"/>
                  </a:lnTo>
                  <a:lnTo>
                    <a:pt x="5726274" y="3116972"/>
                  </a:lnTo>
                  <a:lnTo>
                    <a:pt x="5725459" y="3116972"/>
                  </a:lnTo>
                  <a:lnTo>
                    <a:pt x="5724644" y="3116972"/>
                  </a:lnTo>
                  <a:lnTo>
                    <a:pt x="5723829" y="3116972"/>
                  </a:lnTo>
                  <a:lnTo>
                    <a:pt x="5723015" y="3116972"/>
                  </a:lnTo>
                  <a:lnTo>
                    <a:pt x="5722200" y="3116972"/>
                  </a:lnTo>
                  <a:lnTo>
                    <a:pt x="5721385" y="3116972"/>
                  </a:lnTo>
                  <a:lnTo>
                    <a:pt x="5720570" y="3116972"/>
                  </a:lnTo>
                  <a:lnTo>
                    <a:pt x="5719755" y="3116972"/>
                  </a:lnTo>
                  <a:lnTo>
                    <a:pt x="5718941" y="3116972"/>
                  </a:lnTo>
                  <a:lnTo>
                    <a:pt x="5718126" y="3116972"/>
                  </a:lnTo>
                  <a:lnTo>
                    <a:pt x="5717311" y="3116972"/>
                  </a:lnTo>
                  <a:lnTo>
                    <a:pt x="5716496" y="3116972"/>
                  </a:lnTo>
                  <a:lnTo>
                    <a:pt x="5715682" y="3116972"/>
                  </a:lnTo>
                  <a:lnTo>
                    <a:pt x="5714867" y="3116972"/>
                  </a:lnTo>
                  <a:lnTo>
                    <a:pt x="5714052" y="3116972"/>
                  </a:lnTo>
                  <a:lnTo>
                    <a:pt x="5713237" y="3116972"/>
                  </a:lnTo>
                  <a:lnTo>
                    <a:pt x="5712422" y="3116972"/>
                  </a:lnTo>
                  <a:lnTo>
                    <a:pt x="5711608" y="3116972"/>
                  </a:lnTo>
                  <a:lnTo>
                    <a:pt x="5710793" y="3116972"/>
                  </a:lnTo>
                  <a:lnTo>
                    <a:pt x="5709978" y="3116972"/>
                  </a:lnTo>
                  <a:lnTo>
                    <a:pt x="5709163" y="3116972"/>
                  </a:lnTo>
                  <a:lnTo>
                    <a:pt x="5708349" y="3116972"/>
                  </a:lnTo>
                  <a:lnTo>
                    <a:pt x="5707534" y="3116972"/>
                  </a:lnTo>
                  <a:lnTo>
                    <a:pt x="5706719" y="3116972"/>
                  </a:lnTo>
                  <a:lnTo>
                    <a:pt x="5705904" y="3116972"/>
                  </a:lnTo>
                  <a:lnTo>
                    <a:pt x="5705089" y="3116972"/>
                  </a:lnTo>
                  <a:lnTo>
                    <a:pt x="5704275" y="3116972"/>
                  </a:lnTo>
                  <a:lnTo>
                    <a:pt x="5703460" y="3116972"/>
                  </a:lnTo>
                  <a:lnTo>
                    <a:pt x="5702645" y="3116972"/>
                  </a:lnTo>
                  <a:lnTo>
                    <a:pt x="5701830" y="3116972"/>
                  </a:lnTo>
                  <a:lnTo>
                    <a:pt x="5701016" y="3116972"/>
                  </a:lnTo>
                  <a:lnTo>
                    <a:pt x="5700201" y="3116972"/>
                  </a:lnTo>
                  <a:lnTo>
                    <a:pt x="5699386" y="3116972"/>
                  </a:lnTo>
                  <a:lnTo>
                    <a:pt x="5698571" y="3116972"/>
                  </a:lnTo>
                  <a:lnTo>
                    <a:pt x="5697756" y="3116972"/>
                  </a:lnTo>
                  <a:lnTo>
                    <a:pt x="5696942" y="3116972"/>
                  </a:lnTo>
                  <a:lnTo>
                    <a:pt x="5696127" y="3116972"/>
                  </a:lnTo>
                  <a:lnTo>
                    <a:pt x="5695312" y="3116972"/>
                  </a:lnTo>
                  <a:lnTo>
                    <a:pt x="5694497" y="3116972"/>
                  </a:lnTo>
                  <a:lnTo>
                    <a:pt x="5693682" y="3116972"/>
                  </a:lnTo>
                  <a:lnTo>
                    <a:pt x="5692868" y="3116972"/>
                  </a:lnTo>
                  <a:lnTo>
                    <a:pt x="5692053" y="3116972"/>
                  </a:lnTo>
                  <a:lnTo>
                    <a:pt x="5691238" y="3116972"/>
                  </a:lnTo>
                  <a:lnTo>
                    <a:pt x="5690423" y="3116972"/>
                  </a:lnTo>
                  <a:lnTo>
                    <a:pt x="5689609" y="3116972"/>
                  </a:lnTo>
                  <a:lnTo>
                    <a:pt x="5688794" y="3116972"/>
                  </a:lnTo>
                  <a:lnTo>
                    <a:pt x="5687979" y="3116972"/>
                  </a:lnTo>
                  <a:lnTo>
                    <a:pt x="5687164" y="3116972"/>
                  </a:lnTo>
                  <a:lnTo>
                    <a:pt x="5686349" y="3116972"/>
                  </a:lnTo>
                  <a:lnTo>
                    <a:pt x="5685535" y="3116972"/>
                  </a:lnTo>
                  <a:lnTo>
                    <a:pt x="5684720" y="3116972"/>
                  </a:lnTo>
                  <a:lnTo>
                    <a:pt x="5683905" y="3116972"/>
                  </a:lnTo>
                  <a:lnTo>
                    <a:pt x="5683090" y="3116972"/>
                  </a:lnTo>
                  <a:lnTo>
                    <a:pt x="5682276" y="3116972"/>
                  </a:lnTo>
                  <a:lnTo>
                    <a:pt x="5681461" y="3116972"/>
                  </a:lnTo>
                  <a:lnTo>
                    <a:pt x="5680646" y="3116972"/>
                  </a:lnTo>
                  <a:lnTo>
                    <a:pt x="5679831" y="3116972"/>
                  </a:lnTo>
                  <a:lnTo>
                    <a:pt x="5679016" y="3116972"/>
                  </a:lnTo>
                  <a:lnTo>
                    <a:pt x="5678202" y="3116972"/>
                  </a:lnTo>
                  <a:lnTo>
                    <a:pt x="5677387" y="3116972"/>
                  </a:lnTo>
                  <a:lnTo>
                    <a:pt x="5676572" y="3116972"/>
                  </a:lnTo>
                  <a:lnTo>
                    <a:pt x="5675757" y="3116972"/>
                  </a:lnTo>
                  <a:lnTo>
                    <a:pt x="5674943" y="3116972"/>
                  </a:lnTo>
                  <a:lnTo>
                    <a:pt x="5674128" y="3116972"/>
                  </a:lnTo>
                  <a:lnTo>
                    <a:pt x="5673313" y="3116972"/>
                  </a:lnTo>
                  <a:lnTo>
                    <a:pt x="5672498" y="3116972"/>
                  </a:lnTo>
                  <a:lnTo>
                    <a:pt x="5671683" y="3116972"/>
                  </a:lnTo>
                  <a:lnTo>
                    <a:pt x="5670869" y="3116972"/>
                  </a:lnTo>
                  <a:lnTo>
                    <a:pt x="5670054" y="3116972"/>
                  </a:lnTo>
                  <a:lnTo>
                    <a:pt x="5669239" y="3116972"/>
                  </a:lnTo>
                  <a:lnTo>
                    <a:pt x="5668424" y="3116972"/>
                  </a:lnTo>
                  <a:lnTo>
                    <a:pt x="5667610" y="3116972"/>
                  </a:lnTo>
                  <a:lnTo>
                    <a:pt x="5666795" y="3116972"/>
                  </a:lnTo>
                  <a:lnTo>
                    <a:pt x="5665980" y="3116972"/>
                  </a:lnTo>
                  <a:lnTo>
                    <a:pt x="5665165" y="3116972"/>
                  </a:lnTo>
                  <a:lnTo>
                    <a:pt x="5664350" y="3116972"/>
                  </a:lnTo>
                  <a:lnTo>
                    <a:pt x="5663536" y="3116972"/>
                  </a:lnTo>
                  <a:lnTo>
                    <a:pt x="5662721" y="3116972"/>
                  </a:lnTo>
                  <a:lnTo>
                    <a:pt x="5661906" y="3116972"/>
                  </a:lnTo>
                  <a:lnTo>
                    <a:pt x="5661091" y="3116972"/>
                  </a:lnTo>
                  <a:lnTo>
                    <a:pt x="5660277" y="3116972"/>
                  </a:lnTo>
                  <a:lnTo>
                    <a:pt x="5659462" y="3116972"/>
                  </a:lnTo>
                  <a:lnTo>
                    <a:pt x="5658647" y="3116972"/>
                  </a:lnTo>
                  <a:lnTo>
                    <a:pt x="5657832" y="3116972"/>
                  </a:lnTo>
                  <a:lnTo>
                    <a:pt x="5657017" y="3116972"/>
                  </a:lnTo>
                  <a:lnTo>
                    <a:pt x="5656203" y="3116972"/>
                  </a:lnTo>
                  <a:lnTo>
                    <a:pt x="5655388" y="3116972"/>
                  </a:lnTo>
                  <a:lnTo>
                    <a:pt x="5654573" y="3116972"/>
                  </a:lnTo>
                  <a:lnTo>
                    <a:pt x="5653758" y="3116972"/>
                  </a:lnTo>
                  <a:lnTo>
                    <a:pt x="5652943" y="3116972"/>
                  </a:lnTo>
                  <a:lnTo>
                    <a:pt x="5652129" y="3116972"/>
                  </a:lnTo>
                  <a:lnTo>
                    <a:pt x="5651314" y="3116972"/>
                  </a:lnTo>
                  <a:lnTo>
                    <a:pt x="5650499" y="3116972"/>
                  </a:lnTo>
                  <a:lnTo>
                    <a:pt x="5649684" y="3116972"/>
                  </a:lnTo>
                  <a:lnTo>
                    <a:pt x="5648870" y="3116972"/>
                  </a:lnTo>
                  <a:lnTo>
                    <a:pt x="5648055" y="3116972"/>
                  </a:lnTo>
                  <a:lnTo>
                    <a:pt x="5647240" y="3116972"/>
                  </a:lnTo>
                  <a:lnTo>
                    <a:pt x="5646425" y="3116972"/>
                  </a:lnTo>
                  <a:lnTo>
                    <a:pt x="5645610" y="3116972"/>
                  </a:lnTo>
                  <a:lnTo>
                    <a:pt x="5644796" y="3116972"/>
                  </a:lnTo>
                  <a:lnTo>
                    <a:pt x="5643981" y="3116972"/>
                  </a:lnTo>
                  <a:lnTo>
                    <a:pt x="5643166" y="3116972"/>
                  </a:lnTo>
                  <a:lnTo>
                    <a:pt x="5642351" y="3116972"/>
                  </a:lnTo>
                  <a:lnTo>
                    <a:pt x="5641537" y="3116972"/>
                  </a:lnTo>
                  <a:lnTo>
                    <a:pt x="5640722" y="3116972"/>
                  </a:lnTo>
                  <a:lnTo>
                    <a:pt x="5639907" y="3116972"/>
                  </a:lnTo>
                  <a:lnTo>
                    <a:pt x="5639092" y="3116972"/>
                  </a:lnTo>
                  <a:lnTo>
                    <a:pt x="5638277" y="3116972"/>
                  </a:lnTo>
                  <a:lnTo>
                    <a:pt x="5637463" y="3116972"/>
                  </a:lnTo>
                  <a:lnTo>
                    <a:pt x="5636648" y="3116972"/>
                  </a:lnTo>
                  <a:lnTo>
                    <a:pt x="5635833" y="3116972"/>
                  </a:lnTo>
                  <a:lnTo>
                    <a:pt x="5635018" y="3116972"/>
                  </a:lnTo>
                  <a:lnTo>
                    <a:pt x="5634204" y="3116972"/>
                  </a:lnTo>
                  <a:lnTo>
                    <a:pt x="5633389" y="3116972"/>
                  </a:lnTo>
                  <a:lnTo>
                    <a:pt x="5632574" y="3116972"/>
                  </a:lnTo>
                  <a:lnTo>
                    <a:pt x="5631759" y="3116972"/>
                  </a:lnTo>
                  <a:lnTo>
                    <a:pt x="5630944" y="3116972"/>
                  </a:lnTo>
                  <a:lnTo>
                    <a:pt x="5630130" y="3116972"/>
                  </a:lnTo>
                  <a:lnTo>
                    <a:pt x="5629315" y="3116972"/>
                  </a:lnTo>
                  <a:lnTo>
                    <a:pt x="5628500" y="3116972"/>
                  </a:lnTo>
                  <a:lnTo>
                    <a:pt x="5627685" y="3116972"/>
                  </a:lnTo>
                  <a:lnTo>
                    <a:pt x="5626871" y="3116972"/>
                  </a:lnTo>
                  <a:lnTo>
                    <a:pt x="5626056" y="3116972"/>
                  </a:lnTo>
                  <a:lnTo>
                    <a:pt x="5625241" y="3116972"/>
                  </a:lnTo>
                  <a:lnTo>
                    <a:pt x="5624426" y="3116972"/>
                  </a:lnTo>
                  <a:lnTo>
                    <a:pt x="5623611" y="3116972"/>
                  </a:lnTo>
                  <a:lnTo>
                    <a:pt x="5622797" y="3116972"/>
                  </a:lnTo>
                  <a:lnTo>
                    <a:pt x="5621982" y="3116972"/>
                  </a:lnTo>
                  <a:lnTo>
                    <a:pt x="5621167" y="3116972"/>
                  </a:lnTo>
                  <a:lnTo>
                    <a:pt x="5620352" y="3116972"/>
                  </a:lnTo>
                  <a:lnTo>
                    <a:pt x="5619538" y="3116972"/>
                  </a:lnTo>
                  <a:lnTo>
                    <a:pt x="5618723" y="3116972"/>
                  </a:lnTo>
                  <a:lnTo>
                    <a:pt x="5617908" y="3116972"/>
                  </a:lnTo>
                  <a:lnTo>
                    <a:pt x="5617093" y="3116972"/>
                  </a:lnTo>
                  <a:lnTo>
                    <a:pt x="5616278" y="3116972"/>
                  </a:lnTo>
                  <a:lnTo>
                    <a:pt x="5615464" y="3116972"/>
                  </a:lnTo>
                  <a:lnTo>
                    <a:pt x="5614649" y="3116972"/>
                  </a:lnTo>
                  <a:lnTo>
                    <a:pt x="5613834" y="3116972"/>
                  </a:lnTo>
                  <a:lnTo>
                    <a:pt x="5613019" y="3116972"/>
                  </a:lnTo>
                  <a:lnTo>
                    <a:pt x="5612204" y="3116972"/>
                  </a:lnTo>
                  <a:lnTo>
                    <a:pt x="5611390" y="3116972"/>
                  </a:lnTo>
                  <a:lnTo>
                    <a:pt x="5610575" y="3116972"/>
                  </a:lnTo>
                  <a:lnTo>
                    <a:pt x="5609760" y="3116972"/>
                  </a:lnTo>
                  <a:lnTo>
                    <a:pt x="5608945" y="3116972"/>
                  </a:lnTo>
                  <a:lnTo>
                    <a:pt x="5608131" y="3116972"/>
                  </a:lnTo>
                  <a:lnTo>
                    <a:pt x="5607316" y="3116972"/>
                  </a:lnTo>
                  <a:lnTo>
                    <a:pt x="5606501" y="3116972"/>
                  </a:lnTo>
                  <a:lnTo>
                    <a:pt x="5605686" y="3116972"/>
                  </a:lnTo>
                  <a:lnTo>
                    <a:pt x="5604871" y="3116972"/>
                  </a:lnTo>
                  <a:lnTo>
                    <a:pt x="5604057" y="3116972"/>
                  </a:lnTo>
                  <a:lnTo>
                    <a:pt x="5603242" y="3116972"/>
                  </a:lnTo>
                  <a:lnTo>
                    <a:pt x="5602427" y="3116972"/>
                  </a:lnTo>
                  <a:lnTo>
                    <a:pt x="5601612" y="3116972"/>
                  </a:lnTo>
                  <a:lnTo>
                    <a:pt x="5600798" y="3116972"/>
                  </a:lnTo>
                  <a:lnTo>
                    <a:pt x="5599983" y="3116972"/>
                  </a:lnTo>
                  <a:lnTo>
                    <a:pt x="5599168" y="3116972"/>
                  </a:lnTo>
                  <a:lnTo>
                    <a:pt x="5598353" y="3116972"/>
                  </a:lnTo>
                  <a:lnTo>
                    <a:pt x="5597538" y="3116972"/>
                  </a:lnTo>
                  <a:lnTo>
                    <a:pt x="5596724" y="3116972"/>
                  </a:lnTo>
                  <a:lnTo>
                    <a:pt x="5595909" y="3116972"/>
                  </a:lnTo>
                  <a:lnTo>
                    <a:pt x="5595094" y="3116972"/>
                  </a:lnTo>
                  <a:lnTo>
                    <a:pt x="5594279" y="3116972"/>
                  </a:lnTo>
                  <a:lnTo>
                    <a:pt x="5593465" y="3116972"/>
                  </a:lnTo>
                  <a:lnTo>
                    <a:pt x="5592650" y="3116972"/>
                  </a:lnTo>
                  <a:lnTo>
                    <a:pt x="5591835" y="3116972"/>
                  </a:lnTo>
                  <a:lnTo>
                    <a:pt x="5591020" y="3116972"/>
                  </a:lnTo>
                  <a:lnTo>
                    <a:pt x="5590205" y="3116972"/>
                  </a:lnTo>
                  <a:lnTo>
                    <a:pt x="5589391" y="3116972"/>
                  </a:lnTo>
                  <a:lnTo>
                    <a:pt x="5588576" y="3116972"/>
                  </a:lnTo>
                  <a:lnTo>
                    <a:pt x="5587761" y="3116972"/>
                  </a:lnTo>
                  <a:lnTo>
                    <a:pt x="5586946" y="3116972"/>
                  </a:lnTo>
                  <a:lnTo>
                    <a:pt x="5586132" y="3116972"/>
                  </a:lnTo>
                  <a:lnTo>
                    <a:pt x="5585317" y="3116972"/>
                  </a:lnTo>
                  <a:lnTo>
                    <a:pt x="5584502" y="3116972"/>
                  </a:lnTo>
                  <a:lnTo>
                    <a:pt x="5583687" y="3116972"/>
                  </a:lnTo>
                  <a:lnTo>
                    <a:pt x="5582872" y="3116972"/>
                  </a:lnTo>
                  <a:lnTo>
                    <a:pt x="5582058" y="3116972"/>
                  </a:lnTo>
                  <a:lnTo>
                    <a:pt x="5581243" y="3116972"/>
                  </a:lnTo>
                  <a:lnTo>
                    <a:pt x="5580428" y="3116972"/>
                  </a:lnTo>
                  <a:lnTo>
                    <a:pt x="5579613" y="3116972"/>
                  </a:lnTo>
                  <a:lnTo>
                    <a:pt x="5578799" y="3116972"/>
                  </a:lnTo>
                  <a:lnTo>
                    <a:pt x="5577984" y="3116972"/>
                  </a:lnTo>
                  <a:lnTo>
                    <a:pt x="5577169" y="3116972"/>
                  </a:lnTo>
                  <a:lnTo>
                    <a:pt x="5576354" y="3116972"/>
                  </a:lnTo>
                  <a:lnTo>
                    <a:pt x="5575539" y="3116972"/>
                  </a:lnTo>
                  <a:lnTo>
                    <a:pt x="5574725" y="3116972"/>
                  </a:lnTo>
                  <a:lnTo>
                    <a:pt x="5573910" y="3116972"/>
                  </a:lnTo>
                  <a:lnTo>
                    <a:pt x="5573095" y="3116972"/>
                  </a:lnTo>
                  <a:lnTo>
                    <a:pt x="5572280" y="3116972"/>
                  </a:lnTo>
                  <a:lnTo>
                    <a:pt x="5571465" y="3116972"/>
                  </a:lnTo>
                  <a:lnTo>
                    <a:pt x="5570651" y="3116972"/>
                  </a:lnTo>
                  <a:lnTo>
                    <a:pt x="5569836" y="3116972"/>
                  </a:lnTo>
                  <a:lnTo>
                    <a:pt x="5569021" y="3116972"/>
                  </a:lnTo>
                  <a:lnTo>
                    <a:pt x="5568206" y="3116972"/>
                  </a:lnTo>
                  <a:lnTo>
                    <a:pt x="5567392" y="3116972"/>
                  </a:lnTo>
                  <a:lnTo>
                    <a:pt x="5566577" y="3116972"/>
                  </a:lnTo>
                  <a:lnTo>
                    <a:pt x="5565762" y="3116972"/>
                  </a:lnTo>
                  <a:lnTo>
                    <a:pt x="5564947" y="3116972"/>
                  </a:lnTo>
                  <a:lnTo>
                    <a:pt x="5564132" y="3116972"/>
                  </a:lnTo>
                  <a:lnTo>
                    <a:pt x="5563318" y="3116972"/>
                  </a:lnTo>
                  <a:lnTo>
                    <a:pt x="5562503" y="3116972"/>
                  </a:lnTo>
                  <a:lnTo>
                    <a:pt x="5561688" y="3116972"/>
                  </a:lnTo>
                  <a:lnTo>
                    <a:pt x="5560873" y="3116972"/>
                  </a:lnTo>
                  <a:lnTo>
                    <a:pt x="5560059" y="3116972"/>
                  </a:lnTo>
                  <a:lnTo>
                    <a:pt x="5559244" y="3116972"/>
                  </a:lnTo>
                  <a:lnTo>
                    <a:pt x="5558429" y="3116972"/>
                  </a:lnTo>
                  <a:lnTo>
                    <a:pt x="5557614" y="3116972"/>
                  </a:lnTo>
                  <a:lnTo>
                    <a:pt x="5556799" y="3116972"/>
                  </a:lnTo>
                  <a:lnTo>
                    <a:pt x="5555985" y="3116972"/>
                  </a:lnTo>
                  <a:lnTo>
                    <a:pt x="5555170" y="3116972"/>
                  </a:lnTo>
                  <a:lnTo>
                    <a:pt x="5554355" y="3116972"/>
                  </a:lnTo>
                  <a:lnTo>
                    <a:pt x="5553540" y="3116972"/>
                  </a:lnTo>
                  <a:lnTo>
                    <a:pt x="5552726" y="3116972"/>
                  </a:lnTo>
                  <a:lnTo>
                    <a:pt x="5551911" y="3116972"/>
                  </a:lnTo>
                  <a:lnTo>
                    <a:pt x="5551096" y="3116972"/>
                  </a:lnTo>
                  <a:lnTo>
                    <a:pt x="5550281" y="3116972"/>
                  </a:lnTo>
                  <a:lnTo>
                    <a:pt x="5549466" y="3116972"/>
                  </a:lnTo>
                  <a:lnTo>
                    <a:pt x="5548652" y="3116972"/>
                  </a:lnTo>
                  <a:lnTo>
                    <a:pt x="5547837" y="3116972"/>
                  </a:lnTo>
                  <a:lnTo>
                    <a:pt x="5547022" y="3116972"/>
                  </a:lnTo>
                  <a:lnTo>
                    <a:pt x="5546207" y="3116972"/>
                  </a:lnTo>
                  <a:lnTo>
                    <a:pt x="5545393" y="3116972"/>
                  </a:lnTo>
                  <a:lnTo>
                    <a:pt x="5544578" y="3116972"/>
                  </a:lnTo>
                  <a:lnTo>
                    <a:pt x="5543763" y="3116972"/>
                  </a:lnTo>
                  <a:lnTo>
                    <a:pt x="5542948" y="3116972"/>
                  </a:lnTo>
                  <a:lnTo>
                    <a:pt x="5542133" y="3116972"/>
                  </a:lnTo>
                  <a:lnTo>
                    <a:pt x="5541319" y="3116972"/>
                  </a:lnTo>
                  <a:lnTo>
                    <a:pt x="5540504" y="3116972"/>
                  </a:lnTo>
                  <a:lnTo>
                    <a:pt x="5539689" y="3116972"/>
                  </a:lnTo>
                  <a:lnTo>
                    <a:pt x="5538874" y="3116972"/>
                  </a:lnTo>
                  <a:lnTo>
                    <a:pt x="5538060" y="3116972"/>
                  </a:lnTo>
                  <a:lnTo>
                    <a:pt x="5537245" y="3116972"/>
                  </a:lnTo>
                  <a:lnTo>
                    <a:pt x="5536430" y="3116972"/>
                  </a:lnTo>
                  <a:lnTo>
                    <a:pt x="5535615" y="3116972"/>
                  </a:lnTo>
                  <a:lnTo>
                    <a:pt x="5534800" y="3116972"/>
                  </a:lnTo>
                  <a:lnTo>
                    <a:pt x="5533986" y="3116972"/>
                  </a:lnTo>
                  <a:lnTo>
                    <a:pt x="5533171" y="3116972"/>
                  </a:lnTo>
                  <a:lnTo>
                    <a:pt x="5532356" y="3116972"/>
                  </a:lnTo>
                  <a:lnTo>
                    <a:pt x="5531541" y="3116972"/>
                  </a:lnTo>
                  <a:lnTo>
                    <a:pt x="5530726" y="3116972"/>
                  </a:lnTo>
                  <a:lnTo>
                    <a:pt x="5529912" y="3116972"/>
                  </a:lnTo>
                  <a:lnTo>
                    <a:pt x="5529097" y="3116972"/>
                  </a:lnTo>
                  <a:lnTo>
                    <a:pt x="5528282" y="3116972"/>
                  </a:lnTo>
                  <a:lnTo>
                    <a:pt x="5527467" y="3116972"/>
                  </a:lnTo>
                  <a:lnTo>
                    <a:pt x="5526653" y="3116972"/>
                  </a:lnTo>
                  <a:lnTo>
                    <a:pt x="5525838" y="3116972"/>
                  </a:lnTo>
                  <a:lnTo>
                    <a:pt x="5525023" y="3116972"/>
                  </a:lnTo>
                  <a:lnTo>
                    <a:pt x="5524208" y="3116972"/>
                  </a:lnTo>
                  <a:lnTo>
                    <a:pt x="5523393" y="3116972"/>
                  </a:lnTo>
                  <a:lnTo>
                    <a:pt x="5522579" y="3116972"/>
                  </a:lnTo>
                  <a:lnTo>
                    <a:pt x="5521764" y="3116972"/>
                  </a:lnTo>
                  <a:lnTo>
                    <a:pt x="5520949" y="3116972"/>
                  </a:lnTo>
                  <a:lnTo>
                    <a:pt x="5520134" y="3116972"/>
                  </a:lnTo>
                  <a:lnTo>
                    <a:pt x="5519320" y="3116972"/>
                  </a:lnTo>
                  <a:lnTo>
                    <a:pt x="5518505" y="3116972"/>
                  </a:lnTo>
                  <a:lnTo>
                    <a:pt x="5517690" y="3116972"/>
                  </a:lnTo>
                  <a:lnTo>
                    <a:pt x="5516875" y="3116972"/>
                  </a:lnTo>
                  <a:lnTo>
                    <a:pt x="5516060" y="3116972"/>
                  </a:lnTo>
                  <a:lnTo>
                    <a:pt x="5515246" y="3116972"/>
                  </a:lnTo>
                  <a:lnTo>
                    <a:pt x="5514431" y="3116972"/>
                  </a:lnTo>
                  <a:lnTo>
                    <a:pt x="5513616" y="3116972"/>
                  </a:lnTo>
                  <a:lnTo>
                    <a:pt x="5512801" y="3116972"/>
                  </a:lnTo>
                  <a:lnTo>
                    <a:pt x="5511987" y="3116972"/>
                  </a:lnTo>
                  <a:lnTo>
                    <a:pt x="5511172" y="3116972"/>
                  </a:lnTo>
                  <a:lnTo>
                    <a:pt x="5510357" y="3116972"/>
                  </a:lnTo>
                  <a:lnTo>
                    <a:pt x="5509542" y="3116972"/>
                  </a:lnTo>
                  <a:lnTo>
                    <a:pt x="5508727" y="3116972"/>
                  </a:lnTo>
                  <a:lnTo>
                    <a:pt x="5507913" y="3116972"/>
                  </a:lnTo>
                  <a:lnTo>
                    <a:pt x="5507098" y="3116972"/>
                  </a:lnTo>
                  <a:lnTo>
                    <a:pt x="5506283" y="3116972"/>
                  </a:lnTo>
                  <a:lnTo>
                    <a:pt x="5505468" y="3116972"/>
                  </a:lnTo>
                  <a:lnTo>
                    <a:pt x="5504654" y="3116972"/>
                  </a:lnTo>
                  <a:lnTo>
                    <a:pt x="5503839" y="3116972"/>
                  </a:lnTo>
                  <a:lnTo>
                    <a:pt x="5503024" y="3116972"/>
                  </a:lnTo>
                  <a:lnTo>
                    <a:pt x="5502209" y="3116972"/>
                  </a:lnTo>
                  <a:lnTo>
                    <a:pt x="5501394" y="3116972"/>
                  </a:lnTo>
                  <a:lnTo>
                    <a:pt x="5500580" y="3116972"/>
                  </a:lnTo>
                  <a:lnTo>
                    <a:pt x="5499765" y="3116972"/>
                  </a:lnTo>
                  <a:lnTo>
                    <a:pt x="5498950" y="3116972"/>
                  </a:lnTo>
                  <a:lnTo>
                    <a:pt x="5498135" y="3116972"/>
                  </a:lnTo>
                  <a:lnTo>
                    <a:pt x="5497321" y="3116972"/>
                  </a:lnTo>
                  <a:lnTo>
                    <a:pt x="5496506" y="3116972"/>
                  </a:lnTo>
                  <a:lnTo>
                    <a:pt x="5495691" y="3116972"/>
                  </a:lnTo>
                  <a:lnTo>
                    <a:pt x="5494876" y="3116972"/>
                  </a:lnTo>
                  <a:lnTo>
                    <a:pt x="5494061" y="3116972"/>
                  </a:lnTo>
                  <a:lnTo>
                    <a:pt x="5493247" y="3116972"/>
                  </a:lnTo>
                  <a:lnTo>
                    <a:pt x="5492432" y="3116972"/>
                  </a:lnTo>
                  <a:lnTo>
                    <a:pt x="5491617" y="3116972"/>
                  </a:lnTo>
                  <a:lnTo>
                    <a:pt x="5490802" y="3116972"/>
                  </a:lnTo>
                  <a:lnTo>
                    <a:pt x="5489987" y="3116972"/>
                  </a:lnTo>
                  <a:lnTo>
                    <a:pt x="5489173" y="3116972"/>
                  </a:lnTo>
                  <a:lnTo>
                    <a:pt x="5488358" y="3116972"/>
                  </a:lnTo>
                  <a:lnTo>
                    <a:pt x="5487543" y="3116972"/>
                  </a:lnTo>
                  <a:lnTo>
                    <a:pt x="5486728" y="3116972"/>
                  </a:lnTo>
                  <a:lnTo>
                    <a:pt x="5485914" y="3116972"/>
                  </a:lnTo>
                  <a:lnTo>
                    <a:pt x="5485099" y="3116972"/>
                  </a:lnTo>
                  <a:lnTo>
                    <a:pt x="5484284" y="3116972"/>
                  </a:lnTo>
                  <a:lnTo>
                    <a:pt x="5483469" y="3116972"/>
                  </a:lnTo>
                  <a:lnTo>
                    <a:pt x="5482654" y="3116972"/>
                  </a:lnTo>
                  <a:lnTo>
                    <a:pt x="5481840" y="3116972"/>
                  </a:lnTo>
                  <a:lnTo>
                    <a:pt x="5481025" y="3116972"/>
                  </a:lnTo>
                  <a:lnTo>
                    <a:pt x="5480210" y="3116972"/>
                  </a:lnTo>
                  <a:lnTo>
                    <a:pt x="5479395" y="3116972"/>
                  </a:lnTo>
                  <a:lnTo>
                    <a:pt x="5478581" y="3116972"/>
                  </a:lnTo>
                  <a:lnTo>
                    <a:pt x="5477766" y="3116972"/>
                  </a:lnTo>
                  <a:lnTo>
                    <a:pt x="5476951" y="3116972"/>
                  </a:lnTo>
                  <a:lnTo>
                    <a:pt x="5476136" y="3116972"/>
                  </a:lnTo>
                  <a:lnTo>
                    <a:pt x="5475321" y="3116972"/>
                  </a:lnTo>
                  <a:lnTo>
                    <a:pt x="5474507" y="3116972"/>
                  </a:lnTo>
                  <a:lnTo>
                    <a:pt x="5473692" y="3116972"/>
                  </a:lnTo>
                  <a:lnTo>
                    <a:pt x="5472877" y="3116972"/>
                  </a:lnTo>
                  <a:lnTo>
                    <a:pt x="5472062" y="3116972"/>
                  </a:lnTo>
                  <a:lnTo>
                    <a:pt x="5471248" y="3116972"/>
                  </a:lnTo>
                  <a:lnTo>
                    <a:pt x="5470433" y="3116972"/>
                  </a:lnTo>
                  <a:lnTo>
                    <a:pt x="5469618" y="3116972"/>
                  </a:lnTo>
                  <a:lnTo>
                    <a:pt x="5468803" y="3116972"/>
                  </a:lnTo>
                  <a:lnTo>
                    <a:pt x="5467988" y="3116972"/>
                  </a:lnTo>
                  <a:lnTo>
                    <a:pt x="5467174" y="3116972"/>
                  </a:lnTo>
                  <a:lnTo>
                    <a:pt x="5466359" y="3116972"/>
                  </a:lnTo>
                  <a:lnTo>
                    <a:pt x="5465544" y="3116972"/>
                  </a:lnTo>
                  <a:lnTo>
                    <a:pt x="5464729" y="3116972"/>
                  </a:lnTo>
                  <a:lnTo>
                    <a:pt x="5463915" y="3116972"/>
                  </a:lnTo>
                  <a:lnTo>
                    <a:pt x="5463100" y="3116972"/>
                  </a:lnTo>
                  <a:lnTo>
                    <a:pt x="5462285" y="3116972"/>
                  </a:lnTo>
                  <a:lnTo>
                    <a:pt x="5461470" y="3116972"/>
                  </a:lnTo>
                  <a:lnTo>
                    <a:pt x="5460655" y="3116972"/>
                  </a:lnTo>
                  <a:lnTo>
                    <a:pt x="5459841" y="3116972"/>
                  </a:lnTo>
                  <a:lnTo>
                    <a:pt x="5459026" y="3116972"/>
                  </a:lnTo>
                  <a:lnTo>
                    <a:pt x="5458211" y="3116972"/>
                  </a:lnTo>
                  <a:lnTo>
                    <a:pt x="5457396" y="3116972"/>
                  </a:lnTo>
                  <a:lnTo>
                    <a:pt x="5456581" y="3116972"/>
                  </a:lnTo>
                  <a:lnTo>
                    <a:pt x="5455767" y="3116972"/>
                  </a:lnTo>
                  <a:lnTo>
                    <a:pt x="5454952" y="3116972"/>
                  </a:lnTo>
                  <a:lnTo>
                    <a:pt x="5454137" y="3116972"/>
                  </a:lnTo>
                  <a:lnTo>
                    <a:pt x="5453322" y="3116972"/>
                  </a:lnTo>
                  <a:lnTo>
                    <a:pt x="5452508" y="3116972"/>
                  </a:lnTo>
                  <a:lnTo>
                    <a:pt x="5451693" y="3116972"/>
                  </a:lnTo>
                  <a:lnTo>
                    <a:pt x="5450878" y="3116972"/>
                  </a:lnTo>
                  <a:lnTo>
                    <a:pt x="5450063" y="3116972"/>
                  </a:lnTo>
                  <a:lnTo>
                    <a:pt x="5449248" y="3116972"/>
                  </a:lnTo>
                  <a:lnTo>
                    <a:pt x="5448434" y="3116972"/>
                  </a:lnTo>
                  <a:lnTo>
                    <a:pt x="5447619" y="3116972"/>
                  </a:lnTo>
                  <a:lnTo>
                    <a:pt x="5446804" y="3116972"/>
                  </a:lnTo>
                  <a:lnTo>
                    <a:pt x="5445989" y="3116972"/>
                  </a:lnTo>
                  <a:lnTo>
                    <a:pt x="5445175" y="3116972"/>
                  </a:lnTo>
                  <a:lnTo>
                    <a:pt x="5444360" y="3116972"/>
                  </a:lnTo>
                  <a:lnTo>
                    <a:pt x="5443545" y="3116972"/>
                  </a:lnTo>
                  <a:lnTo>
                    <a:pt x="5442730" y="3116972"/>
                  </a:lnTo>
                  <a:lnTo>
                    <a:pt x="5441915" y="3116972"/>
                  </a:lnTo>
                  <a:lnTo>
                    <a:pt x="5441101" y="3116972"/>
                  </a:lnTo>
                  <a:lnTo>
                    <a:pt x="5440286" y="3116972"/>
                  </a:lnTo>
                  <a:lnTo>
                    <a:pt x="5439471" y="3116972"/>
                  </a:lnTo>
                  <a:lnTo>
                    <a:pt x="5438656" y="3116972"/>
                  </a:lnTo>
                  <a:lnTo>
                    <a:pt x="5437842" y="3116972"/>
                  </a:lnTo>
                  <a:lnTo>
                    <a:pt x="5437027" y="3116972"/>
                  </a:lnTo>
                  <a:lnTo>
                    <a:pt x="5436212" y="3116972"/>
                  </a:lnTo>
                  <a:lnTo>
                    <a:pt x="5435397" y="3116972"/>
                  </a:lnTo>
                  <a:lnTo>
                    <a:pt x="5434582" y="3116972"/>
                  </a:lnTo>
                  <a:lnTo>
                    <a:pt x="5433768" y="3116972"/>
                  </a:lnTo>
                  <a:lnTo>
                    <a:pt x="5432953" y="3116972"/>
                  </a:lnTo>
                  <a:lnTo>
                    <a:pt x="5432138" y="3116972"/>
                  </a:lnTo>
                  <a:lnTo>
                    <a:pt x="5431323" y="3116972"/>
                  </a:lnTo>
                  <a:lnTo>
                    <a:pt x="5430509" y="3116972"/>
                  </a:lnTo>
                  <a:lnTo>
                    <a:pt x="5429694" y="3116972"/>
                  </a:lnTo>
                  <a:lnTo>
                    <a:pt x="5428879" y="3116972"/>
                  </a:lnTo>
                  <a:lnTo>
                    <a:pt x="5428064" y="3116972"/>
                  </a:lnTo>
                  <a:lnTo>
                    <a:pt x="5427249" y="3116972"/>
                  </a:lnTo>
                  <a:lnTo>
                    <a:pt x="5426435" y="3116972"/>
                  </a:lnTo>
                  <a:lnTo>
                    <a:pt x="5425620" y="3116972"/>
                  </a:lnTo>
                  <a:lnTo>
                    <a:pt x="5424805" y="3116972"/>
                  </a:lnTo>
                  <a:lnTo>
                    <a:pt x="5423990" y="3116972"/>
                  </a:lnTo>
                  <a:lnTo>
                    <a:pt x="5423176" y="3116972"/>
                  </a:lnTo>
                  <a:lnTo>
                    <a:pt x="5422361" y="3116972"/>
                  </a:lnTo>
                  <a:lnTo>
                    <a:pt x="5421546" y="3116972"/>
                  </a:lnTo>
                  <a:lnTo>
                    <a:pt x="5420731" y="3116972"/>
                  </a:lnTo>
                  <a:lnTo>
                    <a:pt x="5419916" y="3116972"/>
                  </a:lnTo>
                  <a:lnTo>
                    <a:pt x="5419102" y="3116972"/>
                  </a:lnTo>
                  <a:lnTo>
                    <a:pt x="5418287" y="3116972"/>
                  </a:lnTo>
                  <a:lnTo>
                    <a:pt x="5417472" y="3116972"/>
                  </a:lnTo>
                  <a:lnTo>
                    <a:pt x="5416657" y="3116972"/>
                  </a:lnTo>
                  <a:lnTo>
                    <a:pt x="5415842" y="3116972"/>
                  </a:lnTo>
                  <a:lnTo>
                    <a:pt x="5415028" y="3116972"/>
                  </a:lnTo>
                  <a:lnTo>
                    <a:pt x="5414213" y="3116972"/>
                  </a:lnTo>
                  <a:lnTo>
                    <a:pt x="5413398" y="3116972"/>
                  </a:lnTo>
                  <a:lnTo>
                    <a:pt x="5412583" y="3116972"/>
                  </a:lnTo>
                  <a:lnTo>
                    <a:pt x="5411769" y="3116972"/>
                  </a:lnTo>
                  <a:lnTo>
                    <a:pt x="5410954" y="3116972"/>
                  </a:lnTo>
                  <a:lnTo>
                    <a:pt x="5410139" y="3116972"/>
                  </a:lnTo>
                  <a:lnTo>
                    <a:pt x="5409324" y="3116972"/>
                  </a:lnTo>
                  <a:lnTo>
                    <a:pt x="5408509" y="3116972"/>
                  </a:lnTo>
                  <a:lnTo>
                    <a:pt x="5407695" y="3116972"/>
                  </a:lnTo>
                  <a:lnTo>
                    <a:pt x="5406880" y="3116972"/>
                  </a:lnTo>
                  <a:lnTo>
                    <a:pt x="5406065" y="3116972"/>
                  </a:lnTo>
                  <a:lnTo>
                    <a:pt x="5405250" y="3116972"/>
                  </a:lnTo>
                  <a:lnTo>
                    <a:pt x="5404436" y="3116972"/>
                  </a:lnTo>
                  <a:lnTo>
                    <a:pt x="5403621" y="3116972"/>
                  </a:lnTo>
                  <a:lnTo>
                    <a:pt x="5402806" y="3116972"/>
                  </a:lnTo>
                  <a:lnTo>
                    <a:pt x="5401991" y="3116972"/>
                  </a:lnTo>
                  <a:lnTo>
                    <a:pt x="5401176" y="3116972"/>
                  </a:lnTo>
                  <a:lnTo>
                    <a:pt x="5400362" y="3116972"/>
                  </a:lnTo>
                  <a:lnTo>
                    <a:pt x="5399547" y="3116972"/>
                  </a:lnTo>
                  <a:lnTo>
                    <a:pt x="5398732" y="3116972"/>
                  </a:lnTo>
                  <a:lnTo>
                    <a:pt x="5397917" y="3116972"/>
                  </a:lnTo>
                  <a:lnTo>
                    <a:pt x="5397103" y="3116972"/>
                  </a:lnTo>
                  <a:lnTo>
                    <a:pt x="5396288" y="3116972"/>
                  </a:lnTo>
                  <a:lnTo>
                    <a:pt x="5395473" y="3116972"/>
                  </a:lnTo>
                  <a:lnTo>
                    <a:pt x="5394658" y="3116972"/>
                  </a:lnTo>
                  <a:lnTo>
                    <a:pt x="5393843" y="3116972"/>
                  </a:lnTo>
                  <a:lnTo>
                    <a:pt x="5393029" y="3116972"/>
                  </a:lnTo>
                  <a:lnTo>
                    <a:pt x="5392214" y="3116972"/>
                  </a:lnTo>
                  <a:lnTo>
                    <a:pt x="5391399" y="3116972"/>
                  </a:lnTo>
                  <a:lnTo>
                    <a:pt x="5390584" y="3116972"/>
                  </a:lnTo>
                  <a:lnTo>
                    <a:pt x="5389770" y="3116972"/>
                  </a:lnTo>
                  <a:lnTo>
                    <a:pt x="5388955" y="3116972"/>
                  </a:lnTo>
                  <a:lnTo>
                    <a:pt x="5388140" y="3116972"/>
                  </a:lnTo>
                  <a:lnTo>
                    <a:pt x="5387325" y="3116972"/>
                  </a:lnTo>
                  <a:lnTo>
                    <a:pt x="5386510" y="3116972"/>
                  </a:lnTo>
                  <a:lnTo>
                    <a:pt x="5385696" y="3116972"/>
                  </a:lnTo>
                  <a:lnTo>
                    <a:pt x="5384881" y="3116972"/>
                  </a:lnTo>
                  <a:lnTo>
                    <a:pt x="5384066" y="3116972"/>
                  </a:lnTo>
                  <a:lnTo>
                    <a:pt x="5383251" y="3116972"/>
                  </a:lnTo>
                  <a:lnTo>
                    <a:pt x="5382437" y="3116972"/>
                  </a:lnTo>
                  <a:lnTo>
                    <a:pt x="5381622" y="3116972"/>
                  </a:lnTo>
                  <a:lnTo>
                    <a:pt x="5380807" y="3116972"/>
                  </a:lnTo>
                  <a:lnTo>
                    <a:pt x="5379992" y="3116972"/>
                  </a:lnTo>
                  <a:lnTo>
                    <a:pt x="5379177" y="3116972"/>
                  </a:lnTo>
                  <a:lnTo>
                    <a:pt x="5378363" y="3116972"/>
                  </a:lnTo>
                  <a:lnTo>
                    <a:pt x="5377548" y="3116972"/>
                  </a:lnTo>
                  <a:lnTo>
                    <a:pt x="5376733" y="3116972"/>
                  </a:lnTo>
                  <a:lnTo>
                    <a:pt x="5375918" y="3116972"/>
                  </a:lnTo>
                  <a:lnTo>
                    <a:pt x="5375103" y="3116972"/>
                  </a:lnTo>
                  <a:lnTo>
                    <a:pt x="5374289" y="3116972"/>
                  </a:lnTo>
                  <a:lnTo>
                    <a:pt x="5373474" y="3116972"/>
                  </a:lnTo>
                  <a:lnTo>
                    <a:pt x="5372659" y="3116972"/>
                  </a:lnTo>
                  <a:lnTo>
                    <a:pt x="5371844" y="3116972"/>
                  </a:lnTo>
                  <a:lnTo>
                    <a:pt x="5371030" y="3116972"/>
                  </a:lnTo>
                  <a:lnTo>
                    <a:pt x="5370215" y="3116972"/>
                  </a:lnTo>
                  <a:lnTo>
                    <a:pt x="5369400" y="3116972"/>
                  </a:lnTo>
                  <a:lnTo>
                    <a:pt x="5368585" y="3116972"/>
                  </a:lnTo>
                  <a:lnTo>
                    <a:pt x="5367770" y="3116972"/>
                  </a:lnTo>
                  <a:lnTo>
                    <a:pt x="5366956" y="3116972"/>
                  </a:lnTo>
                  <a:lnTo>
                    <a:pt x="5366141" y="3116972"/>
                  </a:lnTo>
                  <a:lnTo>
                    <a:pt x="5365326" y="3116972"/>
                  </a:lnTo>
                  <a:lnTo>
                    <a:pt x="5364511" y="3116972"/>
                  </a:lnTo>
                  <a:lnTo>
                    <a:pt x="5363697" y="3116972"/>
                  </a:lnTo>
                  <a:lnTo>
                    <a:pt x="5362882" y="3116972"/>
                  </a:lnTo>
                  <a:lnTo>
                    <a:pt x="5362067" y="3116972"/>
                  </a:lnTo>
                  <a:lnTo>
                    <a:pt x="5361252" y="3116972"/>
                  </a:lnTo>
                  <a:lnTo>
                    <a:pt x="5360437" y="3116972"/>
                  </a:lnTo>
                  <a:lnTo>
                    <a:pt x="5359623" y="3116972"/>
                  </a:lnTo>
                  <a:lnTo>
                    <a:pt x="5358808" y="3116972"/>
                  </a:lnTo>
                  <a:lnTo>
                    <a:pt x="5357993" y="3116972"/>
                  </a:lnTo>
                  <a:lnTo>
                    <a:pt x="5357178" y="3116972"/>
                  </a:lnTo>
                  <a:lnTo>
                    <a:pt x="5356364" y="3116972"/>
                  </a:lnTo>
                  <a:lnTo>
                    <a:pt x="5355549" y="3116972"/>
                  </a:lnTo>
                  <a:lnTo>
                    <a:pt x="5354734" y="3116972"/>
                  </a:lnTo>
                  <a:lnTo>
                    <a:pt x="5353919" y="3116972"/>
                  </a:lnTo>
                  <a:lnTo>
                    <a:pt x="5353104" y="3116972"/>
                  </a:lnTo>
                  <a:lnTo>
                    <a:pt x="5352290" y="3116972"/>
                  </a:lnTo>
                  <a:lnTo>
                    <a:pt x="5351475" y="3116972"/>
                  </a:lnTo>
                  <a:lnTo>
                    <a:pt x="5350660" y="3116972"/>
                  </a:lnTo>
                  <a:lnTo>
                    <a:pt x="5349845" y="3116972"/>
                  </a:lnTo>
                  <a:lnTo>
                    <a:pt x="5349031" y="3116972"/>
                  </a:lnTo>
                  <a:lnTo>
                    <a:pt x="5348216" y="3116972"/>
                  </a:lnTo>
                  <a:lnTo>
                    <a:pt x="5347401" y="3116972"/>
                  </a:lnTo>
                  <a:lnTo>
                    <a:pt x="5346586" y="3116972"/>
                  </a:lnTo>
                  <a:lnTo>
                    <a:pt x="5345771" y="3116972"/>
                  </a:lnTo>
                  <a:lnTo>
                    <a:pt x="5344957" y="3116972"/>
                  </a:lnTo>
                  <a:lnTo>
                    <a:pt x="5344142" y="3116972"/>
                  </a:lnTo>
                  <a:lnTo>
                    <a:pt x="5343327" y="3116972"/>
                  </a:lnTo>
                  <a:lnTo>
                    <a:pt x="5342512" y="3116972"/>
                  </a:lnTo>
                  <a:lnTo>
                    <a:pt x="5341698" y="3116972"/>
                  </a:lnTo>
                  <a:lnTo>
                    <a:pt x="5340883" y="3116972"/>
                  </a:lnTo>
                  <a:lnTo>
                    <a:pt x="5340068" y="3116972"/>
                  </a:lnTo>
                  <a:lnTo>
                    <a:pt x="5339253" y="3116972"/>
                  </a:lnTo>
                  <a:lnTo>
                    <a:pt x="5338438" y="3116972"/>
                  </a:lnTo>
                  <a:lnTo>
                    <a:pt x="5337624" y="3116972"/>
                  </a:lnTo>
                  <a:lnTo>
                    <a:pt x="5336809" y="3116972"/>
                  </a:lnTo>
                  <a:lnTo>
                    <a:pt x="5335994" y="3116972"/>
                  </a:lnTo>
                  <a:lnTo>
                    <a:pt x="5335179" y="3116972"/>
                  </a:lnTo>
                  <a:lnTo>
                    <a:pt x="5334364" y="3116972"/>
                  </a:lnTo>
                  <a:lnTo>
                    <a:pt x="5333550" y="3116972"/>
                  </a:lnTo>
                  <a:lnTo>
                    <a:pt x="5332735" y="3116972"/>
                  </a:lnTo>
                  <a:lnTo>
                    <a:pt x="5331920" y="3116972"/>
                  </a:lnTo>
                  <a:lnTo>
                    <a:pt x="5331105" y="3116972"/>
                  </a:lnTo>
                  <a:lnTo>
                    <a:pt x="5330291" y="3116972"/>
                  </a:lnTo>
                  <a:lnTo>
                    <a:pt x="5329476" y="3116972"/>
                  </a:lnTo>
                  <a:lnTo>
                    <a:pt x="5328661" y="3116972"/>
                  </a:lnTo>
                  <a:lnTo>
                    <a:pt x="5327846" y="3116972"/>
                  </a:lnTo>
                  <a:lnTo>
                    <a:pt x="5327031" y="3116972"/>
                  </a:lnTo>
                  <a:lnTo>
                    <a:pt x="5326217" y="3116972"/>
                  </a:lnTo>
                  <a:lnTo>
                    <a:pt x="5325402" y="3116972"/>
                  </a:lnTo>
                  <a:lnTo>
                    <a:pt x="5324587" y="3116972"/>
                  </a:lnTo>
                  <a:lnTo>
                    <a:pt x="5323772" y="3116972"/>
                  </a:lnTo>
                  <a:lnTo>
                    <a:pt x="5322958" y="3116972"/>
                  </a:lnTo>
                  <a:lnTo>
                    <a:pt x="5322143" y="3116972"/>
                  </a:lnTo>
                  <a:lnTo>
                    <a:pt x="5321328" y="3116972"/>
                  </a:lnTo>
                  <a:lnTo>
                    <a:pt x="5320513" y="3116972"/>
                  </a:lnTo>
                  <a:lnTo>
                    <a:pt x="5319698" y="3116972"/>
                  </a:lnTo>
                  <a:lnTo>
                    <a:pt x="5318884" y="3116972"/>
                  </a:lnTo>
                  <a:lnTo>
                    <a:pt x="5318069" y="3116972"/>
                  </a:lnTo>
                  <a:lnTo>
                    <a:pt x="5317254" y="3116972"/>
                  </a:lnTo>
                  <a:lnTo>
                    <a:pt x="5316439" y="3116972"/>
                  </a:lnTo>
                  <a:lnTo>
                    <a:pt x="5315625" y="3116972"/>
                  </a:lnTo>
                  <a:lnTo>
                    <a:pt x="5314810" y="3116972"/>
                  </a:lnTo>
                  <a:lnTo>
                    <a:pt x="5313995" y="3116972"/>
                  </a:lnTo>
                  <a:lnTo>
                    <a:pt x="5313180" y="3116972"/>
                  </a:lnTo>
                  <a:lnTo>
                    <a:pt x="5312365" y="3116972"/>
                  </a:lnTo>
                  <a:lnTo>
                    <a:pt x="5311551" y="3116972"/>
                  </a:lnTo>
                  <a:lnTo>
                    <a:pt x="5310736" y="3116972"/>
                  </a:lnTo>
                  <a:lnTo>
                    <a:pt x="5309921" y="3116972"/>
                  </a:lnTo>
                  <a:lnTo>
                    <a:pt x="5309106" y="3116972"/>
                  </a:lnTo>
                  <a:lnTo>
                    <a:pt x="5308292" y="3116972"/>
                  </a:lnTo>
                  <a:lnTo>
                    <a:pt x="5307477" y="3116972"/>
                  </a:lnTo>
                  <a:lnTo>
                    <a:pt x="5306662" y="3116972"/>
                  </a:lnTo>
                  <a:lnTo>
                    <a:pt x="5305847" y="3116972"/>
                  </a:lnTo>
                  <a:lnTo>
                    <a:pt x="5305032" y="3116972"/>
                  </a:lnTo>
                  <a:lnTo>
                    <a:pt x="5304218" y="3116972"/>
                  </a:lnTo>
                  <a:lnTo>
                    <a:pt x="5303403" y="3116972"/>
                  </a:lnTo>
                  <a:lnTo>
                    <a:pt x="5302588" y="3116972"/>
                  </a:lnTo>
                  <a:lnTo>
                    <a:pt x="5301773" y="3116972"/>
                  </a:lnTo>
                  <a:lnTo>
                    <a:pt x="5300959" y="3116972"/>
                  </a:lnTo>
                  <a:lnTo>
                    <a:pt x="5300144" y="3116972"/>
                  </a:lnTo>
                  <a:lnTo>
                    <a:pt x="5299329" y="3116972"/>
                  </a:lnTo>
                  <a:lnTo>
                    <a:pt x="5298514" y="3116972"/>
                  </a:lnTo>
                  <a:lnTo>
                    <a:pt x="5297699" y="3116972"/>
                  </a:lnTo>
                  <a:lnTo>
                    <a:pt x="5296885" y="3116972"/>
                  </a:lnTo>
                  <a:lnTo>
                    <a:pt x="5296070" y="3116972"/>
                  </a:lnTo>
                  <a:lnTo>
                    <a:pt x="5295255" y="3116972"/>
                  </a:lnTo>
                  <a:lnTo>
                    <a:pt x="5294440" y="3116972"/>
                  </a:lnTo>
                  <a:lnTo>
                    <a:pt x="5293625" y="3116972"/>
                  </a:lnTo>
                  <a:lnTo>
                    <a:pt x="5292811" y="3116972"/>
                  </a:lnTo>
                  <a:lnTo>
                    <a:pt x="5291996" y="3116972"/>
                  </a:lnTo>
                  <a:lnTo>
                    <a:pt x="5291181" y="3116972"/>
                  </a:lnTo>
                  <a:lnTo>
                    <a:pt x="5290366" y="3116972"/>
                  </a:lnTo>
                  <a:lnTo>
                    <a:pt x="5289552" y="3116972"/>
                  </a:lnTo>
                  <a:lnTo>
                    <a:pt x="5288737" y="3116972"/>
                  </a:lnTo>
                  <a:lnTo>
                    <a:pt x="5287922" y="3116972"/>
                  </a:lnTo>
                  <a:lnTo>
                    <a:pt x="5287107" y="3116972"/>
                  </a:lnTo>
                  <a:lnTo>
                    <a:pt x="5286292" y="3116972"/>
                  </a:lnTo>
                  <a:lnTo>
                    <a:pt x="5285478" y="3116972"/>
                  </a:lnTo>
                  <a:lnTo>
                    <a:pt x="5284663" y="3116972"/>
                  </a:lnTo>
                  <a:lnTo>
                    <a:pt x="5283848" y="3116972"/>
                  </a:lnTo>
                  <a:lnTo>
                    <a:pt x="5283033" y="3116972"/>
                  </a:lnTo>
                  <a:lnTo>
                    <a:pt x="5282219" y="3116972"/>
                  </a:lnTo>
                  <a:lnTo>
                    <a:pt x="5281404" y="3116972"/>
                  </a:lnTo>
                  <a:lnTo>
                    <a:pt x="5280589" y="3116972"/>
                  </a:lnTo>
                  <a:lnTo>
                    <a:pt x="5279774" y="3116972"/>
                  </a:lnTo>
                  <a:lnTo>
                    <a:pt x="5278959" y="3116972"/>
                  </a:lnTo>
                  <a:lnTo>
                    <a:pt x="5278145" y="3116972"/>
                  </a:lnTo>
                  <a:lnTo>
                    <a:pt x="5277330" y="3116972"/>
                  </a:lnTo>
                  <a:lnTo>
                    <a:pt x="5276515" y="3116972"/>
                  </a:lnTo>
                  <a:lnTo>
                    <a:pt x="5275700" y="3116972"/>
                  </a:lnTo>
                  <a:lnTo>
                    <a:pt x="5274886" y="3116972"/>
                  </a:lnTo>
                  <a:lnTo>
                    <a:pt x="5274071" y="3116972"/>
                  </a:lnTo>
                  <a:lnTo>
                    <a:pt x="5273256" y="3116972"/>
                  </a:lnTo>
                  <a:lnTo>
                    <a:pt x="5272441" y="3116972"/>
                  </a:lnTo>
                  <a:lnTo>
                    <a:pt x="5271626" y="3116972"/>
                  </a:lnTo>
                  <a:lnTo>
                    <a:pt x="5270812" y="3116972"/>
                  </a:lnTo>
                  <a:lnTo>
                    <a:pt x="5269997" y="3116972"/>
                  </a:lnTo>
                  <a:lnTo>
                    <a:pt x="5269182" y="3116972"/>
                  </a:lnTo>
                  <a:lnTo>
                    <a:pt x="5268367" y="3116972"/>
                  </a:lnTo>
                  <a:lnTo>
                    <a:pt x="5267553" y="3116972"/>
                  </a:lnTo>
                  <a:lnTo>
                    <a:pt x="5266738" y="3116972"/>
                  </a:lnTo>
                  <a:lnTo>
                    <a:pt x="5265923" y="3116972"/>
                  </a:lnTo>
                  <a:lnTo>
                    <a:pt x="5265108" y="3116972"/>
                  </a:lnTo>
                  <a:lnTo>
                    <a:pt x="5264293" y="3116972"/>
                  </a:lnTo>
                  <a:lnTo>
                    <a:pt x="5263479" y="3116972"/>
                  </a:lnTo>
                  <a:lnTo>
                    <a:pt x="5262664" y="3116972"/>
                  </a:lnTo>
                  <a:lnTo>
                    <a:pt x="5261849" y="3116972"/>
                  </a:lnTo>
                  <a:lnTo>
                    <a:pt x="5261034" y="3116972"/>
                  </a:lnTo>
                  <a:lnTo>
                    <a:pt x="5260220" y="3116972"/>
                  </a:lnTo>
                  <a:lnTo>
                    <a:pt x="5259405" y="3116972"/>
                  </a:lnTo>
                  <a:lnTo>
                    <a:pt x="5258590" y="3116972"/>
                  </a:lnTo>
                  <a:lnTo>
                    <a:pt x="5257775" y="3116972"/>
                  </a:lnTo>
                  <a:lnTo>
                    <a:pt x="5256960" y="3116972"/>
                  </a:lnTo>
                  <a:lnTo>
                    <a:pt x="5256146" y="3116972"/>
                  </a:lnTo>
                  <a:lnTo>
                    <a:pt x="5255331" y="3116972"/>
                  </a:lnTo>
                  <a:lnTo>
                    <a:pt x="5254516" y="3116972"/>
                  </a:lnTo>
                  <a:lnTo>
                    <a:pt x="5253701" y="3116972"/>
                  </a:lnTo>
                  <a:lnTo>
                    <a:pt x="5252886" y="3116972"/>
                  </a:lnTo>
                  <a:lnTo>
                    <a:pt x="5252072" y="3116972"/>
                  </a:lnTo>
                  <a:lnTo>
                    <a:pt x="5251257" y="3116972"/>
                  </a:lnTo>
                  <a:lnTo>
                    <a:pt x="5250442" y="3116972"/>
                  </a:lnTo>
                  <a:lnTo>
                    <a:pt x="5249627" y="3116972"/>
                  </a:lnTo>
                  <a:lnTo>
                    <a:pt x="5248813" y="3116972"/>
                  </a:lnTo>
                  <a:lnTo>
                    <a:pt x="5247998" y="3116972"/>
                  </a:lnTo>
                  <a:lnTo>
                    <a:pt x="5247183" y="3116972"/>
                  </a:lnTo>
                  <a:lnTo>
                    <a:pt x="5246368" y="3116972"/>
                  </a:lnTo>
                  <a:lnTo>
                    <a:pt x="5245553" y="3116972"/>
                  </a:lnTo>
                  <a:lnTo>
                    <a:pt x="5244739" y="3116972"/>
                  </a:lnTo>
                  <a:lnTo>
                    <a:pt x="5243924" y="3116972"/>
                  </a:lnTo>
                  <a:lnTo>
                    <a:pt x="5243109" y="3116972"/>
                  </a:lnTo>
                  <a:lnTo>
                    <a:pt x="5242294" y="3116972"/>
                  </a:lnTo>
                  <a:lnTo>
                    <a:pt x="5241480" y="3116972"/>
                  </a:lnTo>
                  <a:lnTo>
                    <a:pt x="5240665" y="3116972"/>
                  </a:lnTo>
                  <a:lnTo>
                    <a:pt x="5239850" y="3116972"/>
                  </a:lnTo>
                  <a:lnTo>
                    <a:pt x="5239035" y="3116972"/>
                  </a:lnTo>
                  <a:lnTo>
                    <a:pt x="5238220" y="3116972"/>
                  </a:lnTo>
                  <a:lnTo>
                    <a:pt x="5237406" y="3116972"/>
                  </a:lnTo>
                  <a:lnTo>
                    <a:pt x="5236591" y="3116972"/>
                  </a:lnTo>
                  <a:lnTo>
                    <a:pt x="5235776" y="3116972"/>
                  </a:lnTo>
                  <a:lnTo>
                    <a:pt x="5234961" y="3116972"/>
                  </a:lnTo>
                  <a:lnTo>
                    <a:pt x="5234147" y="3116972"/>
                  </a:lnTo>
                  <a:lnTo>
                    <a:pt x="5233332" y="3116972"/>
                  </a:lnTo>
                  <a:lnTo>
                    <a:pt x="5232517" y="3116972"/>
                  </a:lnTo>
                  <a:lnTo>
                    <a:pt x="5231702" y="3116972"/>
                  </a:lnTo>
                  <a:lnTo>
                    <a:pt x="5230887" y="3116972"/>
                  </a:lnTo>
                  <a:lnTo>
                    <a:pt x="5230073" y="3116972"/>
                  </a:lnTo>
                  <a:lnTo>
                    <a:pt x="5229258" y="3116972"/>
                  </a:lnTo>
                  <a:lnTo>
                    <a:pt x="5228443" y="3116972"/>
                  </a:lnTo>
                  <a:lnTo>
                    <a:pt x="5227628" y="3116972"/>
                  </a:lnTo>
                  <a:lnTo>
                    <a:pt x="5226814" y="3116972"/>
                  </a:lnTo>
                  <a:lnTo>
                    <a:pt x="5225999" y="3116972"/>
                  </a:lnTo>
                  <a:lnTo>
                    <a:pt x="5225184" y="3116972"/>
                  </a:lnTo>
                  <a:lnTo>
                    <a:pt x="5224369" y="3116972"/>
                  </a:lnTo>
                  <a:lnTo>
                    <a:pt x="5223554" y="3116972"/>
                  </a:lnTo>
                  <a:lnTo>
                    <a:pt x="5222740" y="3116972"/>
                  </a:lnTo>
                  <a:lnTo>
                    <a:pt x="5221925" y="3116972"/>
                  </a:lnTo>
                  <a:lnTo>
                    <a:pt x="5221110" y="3116972"/>
                  </a:lnTo>
                  <a:lnTo>
                    <a:pt x="5220295" y="3116972"/>
                  </a:lnTo>
                  <a:lnTo>
                    <a:pt x="5219481" y="3116972"/>
                  </a:lnTo>
                  <a:lnTo>
                    <a:pt x="5218666" y="3116972"/>
                  </a:lnTo>
                  <a:lnTo>
                    <a:pt x="5217851" y="3116972"/>
                  </a:lnTo>
                  <a:lnTo>
                    <a:pt x="5217036" y="3116972"/>
                  </a:lnTo>
                  <a:lnTo>
                    <a:pt x="5216221" y="3116972"/>
                  </a:lnTo>
                  <a:lnTo>
                    <a:pt x="5215407" y="3116972"/>
                  </a:lnTo>
                  <a:lnTo>
                    <a:pt x="5214592" y="3116972"/>
                  </a:lnTo>
                  <a:lnTo>
                    <a:pt x="5213777" y="3116972"/>
                  </a:lnTo>
                  <a:lnTo>
                    <a:pt x="5212962" y="3116972"/>
                  </a:lnTo>
                  <a:lnTo>
                    <a:pt x="5212147" y="3116972"/>
                  </a:lnTo>
                  <a:lnTo>
                    <a:pt x="5211333" y="3116972"/>
                  </a:lnTo>
                  <a:lnTo>
                    <a:pt x="5210518" y="3116972"/>
                  </a:lnTo>
                  <a:lnTo>
                    <a:pt x="5209703" y="3116972"/>
                  </a:lnTo>
                  <a:lnTo>
                    <a:pt x="5208888" y="3116972"/>
                  </a:lnTo>
                  <a:lnTo>
                    <a:pt x="5208074" y="3116972"/>
                  </a:lnTo>
                  <a:lnTo>
                    <a:pt x="5207259" y="3116972"/>
                  </a:lnTo>
                  <a:lnTo>
                    <a:pt x="5206444" y="3116972"/>
                  </a:lnTo>
                  <a:lnTo>
                    <a:pt x="5205629" y="3116972"/>
                  </a:lnTo>
                  <a:lnTo>
                    <a:pt x="5204814" y="3116972"/>
                  </a:lnTo>
                  <a:lnTo>
                    <a:pt x="5204000" y="3116972"/>
                  </a:lnTo>
                  <a:lnTo>
                    <a:pt x="5203185" y="3116972"/>
                  </a:lnTo>
                  <a:lnTo>
                    <a:pt x="5202370" y="3116972"/>
                  </a:lnTo>
                  <a:lnTo>
                    <a:pt x="5201555" y="3116972"/>
                  </a:lnTo>
                  <a:lnTo>
                    <a:pt x="5200741" y="3116972"/>
                  </a:lnTo>
                  <a:lnTo>
                    <a:pt x="5199926" y="3116972"/>
                  </a:lnTo>
                  <a:lnTo>
                    <a:pt x="5199111" y="3116972"/>
                  </a:lnTo>
                  <a:lnTo>
                    <a:pt x="5198296" y="3116972"/>
                  </a:lnTo>
                  <a:lnTo>
                    <a:pt x="5197481" y="3116972"/>
                  </a:lnTo>
                  <a:lnTo>
                    <a:pt x="5196667" y="3116972"/>
                  </a:lnTo>
                  <a:lnTo>
                    <a:pt x="5195852" y="3116972"/>
                  </a:lnTo>
                  <a:lnTo>
                    <a:pt x="5195037" y="3116972"/>
                  </a:lnTo>
                  <a:lnTo>
                    <a:pt x="5194222" y="3116972"/>
                  </a:lnTo>
                  <a:lnTo>
                    <a:pt x="5193408" y="3116972"/>
                  </a:lnTo>
                  <a:lnTo>
                    <a:pt x="5192593" y="3116972"/>
                  </a:lnTo>
                  <a:lnTo>
                    <a:pt x="5191778" y="3116972"/>
                  </a:lnTo>
                  <a:lnTo>
                    <a:pt x="5190963" y="3116972"/>
                  </a:lnTo>
                  <a:lnTo>
                    <a:pt x="5190148" y="3116972"/>
                  </a:lnTo>
                  <a:lnTo>
                    <a:pt x="5189334" y="3116972"/>
                  </a:lnTo>
                  <a:lnTo>
                    <a:pt x="5188519" y="3116972"/>
                  </a:lnTo>
                  <a:lnTo>
                    <a:pt x="5187704" y="3116972"/>
                  </a:lnTo>
                  <a:lnTo>
                    <a:pt x="5186889" y="3116972"/>
                  </a:lnTo>
                  <a:lnTo>
                    <a:pt x="5186075" y="3116972"/>
                  </a:lnTo>
                  <a:lnTo>
                    <a:pt x="5185260" y="3116972"/>
                  </a:lnTo>
                  <a:lnTo>
                    <a:pt x="5184445" y="3116972"/>
                  </a:lnTo>
                  <a:lnTo>
                    <a:pt x="5183630" y="3116972"/>
                  </a:lnTo>
                  <a:lnTo>
                    <a:pt x="5182815" y="3116972"/>
                  </a:lnTo>
                  <a:lnTo>
                    <a:pt x="5182001" y="3116972"/>
                  </a:lnTo>
                  <a:lnTo>
                    <a:pt x="5181186" y="3116972"/>
                  </a:lnTo>
                  <a:lnTo>
                    <a:pt x="5180371" y="3116972"/>
                  </a:lnTo>
                  <a:lnTo>
                    <a:pt x="5179556" y="3116972"/>
                  </a:lnTo>
                  <a:lnTo>
                    <a:pt x="5178742" y="3116972"/>
                  </a:lnTo>
                  <a:lnTo>
                    <a:pt x="5177927" y="3116972"/>
                  </a:lnTo>
                  <a:lnTo>
                    <a:pt x="5177112" y="3116972"/>
                  </a:lnTo>
                  <a:lnTo>
                    <a:pt x="5176297" y="3116972"/>
                  </a:lnTo>
                  <a:lnTo>
                    <a:pt x="5175482" y="3116972"/>
                  </a:lnTo>
                  <a:lnTo>
                    <a:pt x="5174668" y="3116972"/>
                  </a:lnTo>
                  <a:lnTo>
                    <a:pt x="5173853" y="3116972"/>
                  </a:lnTo>
                  <a:lnTo>
                    <a:pt x="5173038" y="3116972"/>
                  </a:lnTo>
                  <a:lnTo>
                    <a:pt x="5172223" y="3116972"/>
                  </a:lnTo>
                  <a:lnTo>
                    <a:pt x="5171408" y="3116972"/>
                  </a:lnTo>
                  <a:lnTo>
                    <a:pt x="5170594" y="3116972"/>
                  </a:lnTo>
                  <a:lnTo>
                    <a:pt x="5169779" y="3116972"/>
                  </a:lnTo>
                  <a:lnTo>
                    <a:pt x="5168964" y="3116972"/>
                  </a:lnTo>
                  <a:lnTo>
                    <a:pt x="5168149" y="3116972"/>
                  </a:lnTo>
                  <a:lnTo>
                    <a:pt x="5167335" y="3116972"/>
                  </a:lnTo>
                  <a:lnTo>
                    <a:pt x="5166520" y="3116972"/>
                  </a:lnTo>
                  <a:lnTo>
                    <a:pt x="5165705" y="3116972"/>
                  </a:lnTo>
                  <a:lnTo>
                    <a:pt x="5164890" y="3116972"/>
                  </a:lnTo>
                  <a:lnTo>
                    <a:pt x="5164075" y="3116972"/>
                  </a:lnTo>
                  <a:lnTo>
                    <a:pt x="5163261" y="3116972"/>
                  </a:lnTo>
                  <a:lnTo>
                    <a:pt x="5162446" y="3116972"/>
                  </a:lnTo>
                  <a:lnTo>
                    <a:pt x="5161631" y="3116972"/>
                  </a:lnTo>
                  <a:lnTo>
                    <a:pt x="5160816" y="3116972"/>
                  </a:lnTo>
                  <a:lnTo>
                    <a:pt x="5160002" y="3116972"/>
                  </a:lnTo>
                  <a:lnTo>
                    <a:pt x="5159187" y="3116972"/>
                  </a:lnTo>
                  <a:lnTo>
                    <a:pt x="5158372" y="3116972"/>
                  </a:lnTo>
                  <a:lnTo>
                    <a:pt x="5157557" y="3116972"/>
                  </a:lnTo>
                  <a:lnTo>
                    <a:pt x="5156742" y="3116972"/>
                  </a:lnTo>
                  <a:lnTo>
                    <a:pt x="5155928" y="3116972"/>
                  </a:lnTo>
                  <a:lnTo>
                    <a:pt x="5155113" y="3116972"/>
                  </a:lnTo>
                  <a:lnTo>
                    <a:pt x="5154298" y="3116972"/>
                  </a:lnTo>
                  <a:lnTo>
                    <a:pt x="5153483" y="3116972"/>
                  </a:lnTo>
                  <a:lnTo>
                    <a:pt x="5152669" y="3116972"/>
                  </a:lnTo>
                  <a:lnTo>
                    <a:pt x="5151854" y="3116972"/>
                  </a:lnTo>
                  <a:lnTo>
                    <a:pt x="5151039" y="3116972"/>
                  </a:lnTo>
                  <a:lnTo>
                    <a:pt x="5150224" y="3116972"/>
                  </a:lnTo>
                  <a:lnTo>
                    <a:pt x="5149409" y="3116972"/>
                  </a:lnTo>
                  <a:lnTo>
                    <a:pt x="5148595" y="3116972"/>
                  </a:lnTo>
                  <a:lnTo>
                    <a:pt x="5147780" y="3116972"/>
                  </a:lnTo>
                  <a:lnTo>
                    <a:pt x="5146965" y="3116972"/>
                  </a:lnTo>
                  <a:lnTo>
                    <a:pt x="5146150" y="3116972"/>
                  </a:lnTo>
                  <a:lnTo>
                    <a:pt x="5145336" y="3116972"/>
                  </a:lnTo>
                  <a:lnTo>
                    <a:pt x="5144521" y="3116972"/>
                  </a:lnTo>
                  <a:lnTo>
                    <a:pt x="5143706" y="3116972"/>
                  </a:lnTo>
                  <a:lnTo>
                    <a:pt x="5142891" y="3116972"/>
                  </a:lnTo>
                  <a:lnTo>
                    <a:pt x="5142076" y="3116972"/>
                  </a:lnTo>
                  <a:lnTo>
                    <a:pt x="5141262" y="3116972"/>
                  </a:lnTo>
                  <a:lnTo>
                    <a:pt x="5140447" y="3116972"/>
                  </a:lnTo>
                  <a:lnTo>
                    <a:pt x="5139632" y="3116972"/>
                  </a:lnTo>
                  <a:lnTo>
                    <a:pt x="5138817" y="3116972"/>
                  </a:lnTo>
                  <a:lnTo>
                    <a:pt x="5138002" y="3116972"/>
                  </a:lnTo>
                  <a:lnTo>
                    <a:pt x="5137188" y="3116972"/>
                  </a:lnTo>
                  <a:lnTo>
                    <a:pt x="5136373" y="3116972"/>
                  </a:lnTo>
                  <a:lnTo>
                    <a:pt x="5135558" y="3116972"/>
                  </a:lnTo>
                  <a:lnTo>
                    <a:pt x="5134743" y="3116972"/>
                  </a:lnTo>
                  <a:lnTo>
                    <a:pt x="5133929" y="3116972"/>
                  </a:lnTo>
                  <a:lnTo>
                    <a:pt x="5133114" y="3116972"/>
                  </a:lnTo>
                  <a:lnTo>
                    <a:pt x="5132299" y="3116972"/>
                  </a:lnTo>
                  <a:lnTo>
                    <a:pt x="5131484" y="3116972"/>
                  </a:lnTo>
                  <a:lnTo>
                    <a:pt x="5130669" y="3116972"/>
                  </a:lnTo>
                  <a:lnTo>
                    <a:pt x="5129855" y="3116972"/>
                  </a:lnTo>
                  <a:lnTo>
                    <a:pt x="5129040" y="3116972"/>
                  </a:lnTo>
                  <a:lnTo>
                    <a:pt x="5128225" y="3116972"/>
                  </a:lnTo>
                  <a:lnTo>
                    <a:pt x="5127410" y="3116972"/>
                  </a:lnTo>
                  <a:lnTo>
                    <a:pt x="5126596" y="3116972"/>
                  </a:lnTo>
                  <a:lnTo>
                    <a:pt x="5125781" y="3116972"/>
                  </a:lnTo>
                  <a:lnTo>
                    <a:pt x="5124966" y="3116972"/>
                  </a:lnTo>
                  <a:lnTo>
                    <a:pt x="5124151" y="3116972"/>
                  </a:lnTo>
                  <a:lnTo>
                    <a:pt x="5123336" y="3116972"/>
                  </a:lnTo>
                  <a:lnTo>
                    <a:pt x="5122522" y="3116972"/>
                  </a:lnTo>
                  <a:lnTo>
                    <a:pt x="5121707" y="3116972"/>
                  </a:lnTo>
                  <a:lnTo>
                    <a:pt x="5120892" y="3116972"/>
                  </a:lnTo>
                  <a:lnTo>
                    <a:pt x="5120077" y="3116972"/>
                  </a:lnTo>
                  <a:lnTo>
                    <a:pt x="5119263" y="3116972"/>
                  </a:lnTo>
                  <a:lnTo>
                    <a:pt x="5118448" y="3116972"/>
                  </a:lnTo>
                  <a:lnTo>
                    <a:pt x="5117633" y="3116972"/>
                  </a:lnTo>
                  <a:lnTo>
                    <a:pt x="5116818" y="3116972"/>
                  </a:lnTo>
                  <a:lnTo>
                    <a:pt x="5116003" y="3116972"/>
                  </a:lnTo>
                  <a:lnTo>
                    <a:pt x="5115189" y="3116972"/>
                  </a:lnTo>
                  <a:lnTo>
                    <a:pt x="5114374" y="3116972"/>
                  </a:lnTo>
                  <a:lnTo>
                    <a:pt x="5113559" y="3116972"/>
                  </a:lnTo>
                  <a:lnTo>
                    <a:pt x="5112744" y="3116972"/>
                  </a:lnTo>
                  <a:lnTo>
                    <a:pt x="5111930" y="3116972"/>
                  </a:lnTo>
                  <a:lnTo>
                    <a:pt x="5111115" y="3116972"/>
                  </a:lnTo>
                  <a:lnTo>
                    <a:pt x="5110300" y="3116972"/>
                  </a:lnTo>
                  <a:lnTo>
                    <a:pt x="5109485" y="3116972"/>
                  </a:lnTo>
                  <a:lnTo>
                    <a:pt x="5108670" y="3116972"/>
                  </a:lnTo>
                  <a:lnTo>
                    <a:pt x="5107856" y="3116972"/>
                  </a:lnTo>
                  <a:lnTo>
                    <a:pt x="5107041" y="3116972"/>
                  </a:lnTo>
                  <a:lnTo>
                    <a:pt x="5106226" y="3116972"/>
                  </a:lnTo>
                  <a:lnTo>
                    <a:pt x="5105411" y="3116972"/>
                  </a:lnTo>
                  <a:lnTo>
                    <a:pt x="5104597" y="3116972"/>
                  </a:lnTo>
                  <a:lnTo>
                    <a:pt x="5103782" y="3116972"/>
                  </a:lnTo>
                  <a:lnTo>
                    <a:pt x="5102967" y="3116972"/>
                  </a:lnTo>
                  <a:lnTo>
                    <a:pt x="5102152" y="3116972"/>
                  </a:lnTo>
                  <a:lnTo>
                    <a:pt x="5101337" y="3116972"/>
                  </a:lnTo>
                  <a:lnTo>
                    <a:pt x="5100523" y="3116972"/>
                  </a:lnTo>
                  <a:lnTo>
                    <a:pt x="5099708" y="3116972"/>
                  </a:lnTo>
                  <a:lnTo>
                    <a:pt x="5098893" y="3116972"/>
                  </a:lnTo>
                  <a:lnTo>
                    <a:pt x="5098078" y="3116972"/>
                  </a:lnTo>
                  <a:lnTo>
                    <a:pt x="5097263" y="3116972"/>
                  </a:lnTo>
                  <a:lnTo>
                    <a:pt x="5096449" y="3116972"/>
                  </a:lnTo>
                  <a:lnTo>
                    <a:pt x="5095634" y="3116972"/>
                  </a:lnTo>
                  <a:lnTo>
                    <a:pt x="5094819" y="3116972"/>
                  </a:lnTo>
                  <a:lnTo>
                    <a:pt x="5094004" y="3116972"/>
                  </a:lnTo>
                  <a:lnTo>
                    <a:pt x="5093190" y="3116972"/>
                  </a:lnTo>
                  <a:lnTo>
                    <a:pt x="5092375" y="3116972"/>
                  </a:lnTo>
                  <a:lnTo>
                    <a:pt x="5091560" y="3116972"/>
                  </a:lnTo>
                  <a:lnTo>
                    <a:pt x="5090745" y="3116972"/>
                  </a:lnTo>
                  <a:lnTo>
                    <a:pt x="5089930" y="3116972"/>
                  </a:lnTo>
                  <a:lnTo>
                    <a:pt x="5089116" y="3116972"/>
                  </a:lnTo>
                  <a:lnTo>
                    <a:pt x="5088301" y="3116972"/>
                  </a:lnTo>
                  <a:lnTo>
                    <a:pt x="5087486" y="3116972"/>
                  </a:lnTo>
                  <a:lnTo>
                    <a:pt x="5086671" y="3116972"/>
                  </a:lnTo>
                  <a:lnTo>
                    <a:pt x="5085857" y="3116972"/>
                  </a:lnTo>
                  <a:lnTo>
                    <a:pt x="5085042" y="3116972"/>
                  </a:lnTo>
                  <a:lnTo>
                    <a:pt x="5084227" y="3116972"/>
                  </a:lnTo>
                  <a:lnTo>
                    <a:pt x="5083412" y="3116972"/>
                  </a:lnTo>
                  <a:lnTo>
                    <a:pt x="5082597" y="3116972"/>
                  </a:lnTo>
                  <a:lnTo>
                    <a:pt x="5081783" y="3116972"/>
                  </a:lnTo>
                  <a:lnTo>
                    <a:pt x="5080968" y="3116972"/>
                  </a:lnTo>
                  <a:lnTo>
                    <a:pt x="5080153" y="3116972"/>
                  </a:lnTo>
                  <a:lnTo>
                    <a:pt x="5079338" y="3116972"/>
                  </a:lnTo>
                  <a:lnTo>
                    <a:pt x="5078524" y="3116972"/>
                  </a:lnTo>
                  <a:lnTo>
                    <a:pt x="5077709" y="3116972"/>
                  </a:lnTo>
                  <a:lnTo>
                    <a:pt x="5076894" y="3116972"/>
                  </a:lnTo>
                  <a:lnTo>
                    <a:pt x="5076079" y="3116972"/>
                  </a:lnTo>
                  <a:lnTo>
                    <a:pt x="5075264" y="3116972"/>
                  </a:lnTo>
                  <a:lnTo>
                    <a:pt x="5074450" y="3116972"/>
                  </a:lnTo>
                  <a:lnTo>
                    <a:pt x="5073635" y="3116972"/>
                  </a:lnTo>
                  <a:lnTo>
                    <a:pt x="5072820" y="3116972"/>
                  </a:lnTo>
                  <a:lnTo>
                    <a:pt x="5072005" y="3116972"/>
                  </a:lnTo>
                  <a:lnTo>
                    <a:pt x="5071191" y="3116972"/>
                  </a:lnTo>
                  <a:lnTo>
                    <a:pt x="5070376" y="3116972"/>
                  </a:lnTo>
                  <a:lnTo>
                    <a:pt x="5069561" y="3116972"/>
                  </a:lnTo>
                  <a:lnTo>
                    <a:pt x="5068746" y="3116972"/>
                  </a:lnTo>
                  <a:lnTo>
                    <a:pt x="5067931" y="3116972"/>
                  </a:lnTo>
                  <a:lnTo>
                    <a:pt x="5067117" y="3116972"/>
                  </a:lnTo>
                  <a:lnTo>
                    <a:pt x="5066302" y="3116972"/>
                  </a:lnTo>
                  <a:lnTo>
                    <a:pt x="5065487" y="3116972"/>
                  </a:lnTo>
                  <a:lnTo>
                    <a:pt x="5064672" y="3116972"/>
                  </a:lnTo>
                  <a:lnTo>
                    <a:pt x="5063858" y="3116972"/>
                  </a:lnTo>
                  <a:lnTo>
                    <a:pt x="5063043" y="3116972"/>
                  </a:lnTo>
                  <a:lnTo>
                    <a:pt x="5062228" y="3116972"/>
                  </a:lnTo>
                  <a:lnTo>
                    <a:pt x="5061413" y="3116972"/>
                  </a:lnTo>
                  <a:lnTo>
                    <a:pt x="5060598" y="3116972"/>
                  </a:lnTo>
                  <a:lnTo>
                    <a:pt x="5059784" y="3116972"/>
                  </a:lnTo>
                  <a:lnTo>
                    <a:pt x="5058969" y="3116972"/>
                  </a:lnTo>
                  <a:lnTo>
                    <a:pt x="5058154" y="3116972"/>
                  </a:lnTo>
                  <a:lnTo>
                    <a:pt x="5057339" y="3116972"/>
                  </a:lnTo>
                  <a:lnTo>
                    <a:pt x="5056524" y="3116972"/>
                  </a:lnTo>
                  <a:lnTo>
                    <a:pt x="5055710" y="3116972"/>
                  </a:lnTo>
                  <a:lnTo>
                    <a:pt x="5054895" y="3116972"/>
                  </a:lnTo>
                  <a:lnTo>
                    <a:pt x="5054080" y="3116972"/>
                  </a:lnTo>
                  <a:lnTo>
                    <a:pt x="5053265" y="3116972"/>
                  </a:lnTo>
                  <a:lnTo>
                    <a:pt x="5052451" y="3116972"/>
                  </a:lnTo>
                  <a:lnTo>
                    <a:pt x="5051636" y="3116972"/>
                  </a:lnTo>
                  <a:lnTo>
                    <a:pt x="5050821" y="3116972"/>
                  </a:lnTo>
                  <a:lnTo>
                    <a:pt x="5050006" y="3116972"/>
                  </a:lnTo>
                  <a:lnTo>
                    <a:pt x="5049191" y="3116972"/>
                  </a:lnTo>
                  <a:lnTo>
                    <a:pt x="5048377" y="3116972"/>
                  </a:lnTo>
                  <a:lnTo>
                    <a:pt x="5047562" y="3116972"/>
                  </a:lnTo>
                  <a:lnTo>
                    <a:pt x="5046747" y="3116972"/>
                  </a:lnTo>
                  <a:lnTo>
                    <a:pt x="5045932" y="3116972"/>
                  </a:lnTo>
                  <a:lnTo>
                    <a:pt x="5045118" y="3116972"/>
                  </a:lnTo>
                  <a:lnTo>
                    <a:pt x="5044303" y="3116972"/>
                  </a:lnTo>
                  <a:lnTo>
                    <a:pt x="5043488" y="3116972"/>
                  </a:lnTo>
                  <a:lnTo>
                    <a:pt x="5042673" y="3116972"/>
                  </a:lnTo>
                  <a:lnTo>
                    <a:pt x="5041858" y="3116972"/>
                  </a:lnTo>
                  <a:lnTo>
                    <a:pt x="5041044" y="3116972"/>
                  </a:lnTo>
                  <a:lnTo>
                    <a:pt x="5040229" y="3116972"/>
                  </a:lnTo>
                  <a:lnTo>
                    <a:pt x="5039414" y="3116972"/>
                  </a:lnTo>
                  <a:lnTo>
                    <a:pt x="5038599" y="3116972"/>
                  </a:lnTo>
                  <a:lnTo>
                    <a:pt x="5037785" y="3116972"/>
                  </a:lnTo>
                  <a:lnTo>
                    <a:pt x="5036970" y="3116972"/>
                  </a:lnTo>
                  <a:lnTo>
                    <a:pt x="5036155" y="3116972"/>
                  </a:lnTo>
                  <a:lnTo>
                    <a:pt x="5035340" y="3116972"/>
                  </a:lnTo>
                  <a:lnTo>
                    <a:pt x="5034525" y="3116972"/>
                  </a:lnTo>
                  <a:lnTo>
                    <a:pt x="5033711" y="3116972"/>
                  </a:lnTo>
                  <a:lnTo>
                    <a:pt x="5032896" y="3116972"/>
                  </a:lnTo>
                  <a:lnTo>
                    <a:pt x="5032081" y="3116972"/>
                  </a:lnTo>
                  <a:lnTo>
                    <a:pt x="5031266" y="3116972"/>
                  </a:lnTo>
                  <a:lnTo>
                    <a:pt x="5030452" y="3116972"/>
                  </a:lnTo>
                  <a:lnTo>
                    <a:pt x="5029637" y="3116972"/>
                  </a:lnTo>
                  <a:lnTo>
                    <a:pt x="5028822" y="3116972"/>
                  </a:lnTo>
                  <a:lnTo>
                    <a:pt x="5028007" y="3116972"/>
                  </a:lnTo>
                  <a:lnTo>
                    <a:pt x="5027192" y="3116972"/>
                  </a:lnTo>
                  <a:lnTo>
                    <a:pt x="5026378" y="3116972"/>
                  </a:lnTo>
                  <a:lnTo>
                    <a:pt x="5025563" y="3116972"/>
                  </a:lnTo>
                  <a:lnTo>
                    <a:pt x="5024748" y="3116972"/>
                  </a:lnTo>
                  <a:lnTo>
                    <a:pt x="5023933" y="3116972"/>
                  </a:lnTo>
                  <a:lnTo>
                    <a:pt x="5023119" y="3116972"/>
                  </a:lnTo>
                  <a:lnTo>
                    <a:pt x="5022304" y="3116972"/>
                  </a:lnTo>
                  <a:lnTo>
                    <a:pt x="5021489" y="3116972"/>
                  </a:lnTo>
                  <a:lnTo>
                    <a:pt x="5020674" y="3116972"/>
                  </a:lnTo>
                  <a:lnTo>
                    <a:pt x="5019859" y="3116972"/>
                  </a:lnTo>
                  <a:lnTo>
                    <a:pt x="5019045" y="3116972"/>
                  </a:lnTo>
                  <a:lnTo>
                    <a:pt x="5018230" y="3116972"/>
                  </a:lnTo>
                  <a:lnTo>
                    <a:pt x="5017415" y="3116972"/>
                  </a:lnTo>
                  <a:lnTo>
                    <a:pt x="5016600" y="3116972"/>
                  </a:lnTo>
                  <a:lnTo>
                    <a:pt x="5015785" y="3116972"/>
                  </a:lnTo>
                  <a:lnTo>
                    <a:pt x="5014971" y="3116972"/>
                  </a:lnTo>
                  <a:lnTo>
                    <a:pt x="5014156" y="3116972"/>
                  </a:lnTo>
                  <a:lnTo>
                    <a:pt x="5013341" y="3116972"/>
                  </a:lnTo>
                  <a:lnTo>
                    <a:pt x="5012526" y="3116972"/>
                  </a:lnTo>
                  <a:lnTo>
                    <a:pt x="5011712" y="3116972"/>
                  </a:lnTo>
                  <a:lnTo>
                    <a:pt x="5010897" y="3116972"/>
                  </a:lnTo>
                  <a:lnTo>
                    <a:pt x="5010082" y="3116972"/>
                  </a:lnTo>
                  <a:lnTo>
                    <a:pt x="5009267" y="3116972"/>
                  </a:lnTo>
                  <a:lnTo>
                    <a:pt x="5008452" y="3116972"/>
                  </a:lnTo>
                  <a:lnTo>
                    <a:pt x="5007638" y="3116972"/>
                  </a:lnTo>
                  <a:lnTo>
                    <a:pt x="5006823" y="3116972"/>
                  </a:lnTo>
                  <a:lnTo>
                    <a:pt x="5006008" y="3116972"/>
                  </a:lnTo>
                  <a:lnTo>
                    <a:pt x="5005193" y="3116972"/>
                  </a:lnTo>
                  <a:lnTo>
                    <a:pt x="5004379" y="3116972"/>
                  </a:lnTo>
                  <a:lnTo>
                    <a:pt x="5003564" y="3116972"/>
                  </a:lnTo>
                  <a:lnTo>
                    <a:pt x="5002749" y="3116972"/>
                  </a:lnTo>
                  <a:lnTo>
                    <a:pt x="5001934" y="3116972"/>
                  </a:lnTo>
                  <a:lnTo>
                    <a:pt x="5001119" y="3116972"/>
                  </a:lnTo>
                  <a:lnTo>
                    <a:pt x="5000305" y="3116972"/>
                  </a:lnTo>
                  <a:lnTo>
                    <a:pt x="4999490" y="3116972"/>
                  </a:lnTo>
                  <a:lnTo>
                    <a:pt x="4998675" y="3116972"/>
                  </a:lnTo>
                  <a:lnTo>
                    <a:pt x="4997860" y="3116972"/>
                  </a:lnTo>
                  <a:lnTo>
                    <a:pt x="4997046" y="3116972"/>
                  </a:lnTo>
                  <a:lnTo>
                    <a:pt x="4996231" y="3116972"/>
                  </a:lnTo>
                  <a:lnTo>
                    <a:pt x="4995416" y="3116972"/>
                  </a:lnTo>
                  <a:lnTo>
                    <a:pt x="4994601" y="3116972"/>
                  </a:lnTo>
                  <a:lnTo>
                    <a:pt x="4993786" y="3116972"/>
                  </a:lnTo>
                  <a:lnTo>
                    <a:pt x="4992972" y="3116972"/>
                  </a:lnTo>
                  <a:lnTo>
                    <a:pt x="4992157" y="3116972"/>
                  </a:lnTo>
                  <a:lnTo>
                    <a:pt x="4991342" y="3116972"/>
                  </a:lnTo>
                  <a:lnTo>
                    <a:pt x="4990527" y="3116972"/>
                  </a:lnTo>
                  <a:lnTo>
                    <a:pt x="4989713" y="3116972"/>
                  </a:lnTo>
                  <a:lnTo>
                    <a:pt x="4988898" y="3116972"/>
                  </a:lnTo>
                  <a:lnTo>
                    <a:pt x="4988083" y="3116972"/>
                  </a:lnTo>
                  <a:lnTo>
                    <a:pt x="4987268" y="3116972"/>
                  </a:lnTo>
                  <a:lnTo>
                    <a:pt x="4986453" y="3116972"/>
                  </a:lnTo>
                  <a:lnTo>
                    <a:pt x="4985639" y="3116972"/>
                  </a:lnTo>
                  <a:lnTo>
                    <a:pt x="4984824" y="3116972"/>
                  </a:lnTo>
                  <a:lnTo>
                    <a:pt x="4984009" y="3116972"/>
                  </a:lnTo>
                  <a:lnTo>
                    <a:pt x="4983194" y="3116972"/>
                  </a:lnTo>
                  <a:lnTo>
                    <a:pt x="4982380" y="3116972"/>
                  </a:lnTo>
                  <a:lnTo>
                    <a:pt x="4981565" y="3116972"/>
                  </a:lnTo>
                  <a:lnTo>
                    <a:pt x="4980750" y="3116972"/>
                  </a:lnTo>
                  <a:lnTo>
                    <a:pt x="4979935" y="3116972"/>
                  </a:lnTo>
                  <a:lnTo>
                    <a:pt x="4979120" y="3116972"/>
                  </a:lnTo>
                  <a:lnTo>
                    <a:pt x="4978306" y="3116972"/>
                  </a:lnTo>
                  <a:lnTo>
                    <a:pt x="4977491" y="3116972"/>
                  </a:lnTo>
                  <a:lnTo>
                    <a:pt x="4976676" y="3116972"/>
                  </a:lnTo>
                  <a:lnTo>
                    <a:pt x="4975861" y="3116972"/>
                  </a:lnTo>
                  <a:lnTo>
                    <a:pt x="4975046" y="3116972"/>
                  </a:lnTo>
                  <a:lnTo>
                    <a:pt x="4974232" y="3116972"/>
                  </a:lnTo>
                  <a:lnTo>
                    <a:pt x="4973417" y="3116972"/>
                  </a:lnTo>
                  <a:lnTo>
                    <a:pt x="4972602" y="3116972"/>
                  </a:lnTo>
                  <a:lnTo>
                    <a:pt x="4971787" y="3116972"/>
                  </a:lnTo>
                  <a:lnTo>
                    <a:pt x="4970973" y="3116972"/>
                  </a:lnTo>
                  <a:lnTo>
                    <a:pt x="4970158" y="3116972"/>
                  </a:lnTo>
                  <a:lnTo>
                    <a:pt x="4969343" y="3116972"/>
                  </a:lnTo>
                  <a:lnTo>
                    <a:pt x="4968528" y="3116972"/>
                  </a:lnTo>
                  <a:lnTo>
                    <a:pt x="4967713" y="3116972"/>
                  </a:lnTo>
                  <a:lnTo>
                    <a:pt x="4966899" y="3116972"/>
                  </a:lnTo>
                  <a:lnTo>
                    <a:pt x="4966084" y="3116972"/>
                  </a:lnTo>
                  <a:lnTo>
                    <a:pt x="4965269" y="3116972"/>
                  </a:lnTo>
                  <a:lnTo>
                    <a:pt x="4964454" y="3116972"/>
                  </a:lnTo>
                  <a:lnTo>
                    <a:pt x="4963640" y="3116972"/>
                  </a:lnTo>
                  <a:lnTo>
                    <a:pt x="4962825" y="3116972"/>
                  </a:lnTo>
                  <a:lnTo>
                    <a:pt x="4962010" y="3116972"/>
                  </a:lnTo>
                  <a:lnTo>
                    <a:pt x="4961195" y="3116972"/>
                  </a:lnTo>
                  <a:lnTo>
                    <a:pt x="4960380" y="3116972"/>
                  </a:lnTo>
                  <a:lnTo>
                    <a:pt x="4959566" y="3116972"/>
                  </a:lnTo>
                  <a:lnTo>
                    <a:pt x="4958751" y="3116972"/>
                  </a:lnTo>
                  <a:lnTo>
                    <a:pt x="4957936" y="3116972"/>
                  </a:lnTo>
                  <a:lnTo>
                    <a:pt x="4957121" y="3116972"/>
                  </a:lnTo>
                  <a:lnTo>
                    <a:pt x="4956307" y="3116972"/>
                  </a:lnTo>
                  <a:lnTo>
                    <a:pt x="4955492" y="3116972"/>
                  </a:lnTo>
                  <a:lnTo>
                    <a:pt x="4954677" y="3116972"/>
                  </a:lnTo>
                  <a:lnTo>
                    <a:pt x="4953862" y="3116972"/>
                  </a:lnTo>
                  <a:lnTo>
                    <a:pt x="4953047" y="3116972"/>
                  </a:lnTo>
                  <a:lnTo>
                    <a:pt x="4952233" y="3116972"/>
                  </a:lnTo>
                  <a:lnTo>
                    <a:pt x="4951418" y="3116972"/>
                  </a:lnTo>
                  <a:lnTo>
                    <a:pt x="4950603" y="3116972"/>
                  </a:lnTo>
                  <a:lnTo>
                    <a:pt x="4949788" y="3116972"/>
                  </a:lnTo>
                  <a:lnTo>
                    <a:pt x="4948974" y="3116972"/>
                  </a:lnTo>
                  <a:lnTo>
                    <a:pt x="4948159" y="3116972"/>
                  </a:lnTo>
                  <a:lnTo>
                    <a:pt x="4947344" y="3116972"/>
                  </a:lnTo>
                  <a:lnTo>
                    <a:pt x="4946529" y="3116972"/>
                  </a:lnTo>
                  <a:lnTo>
                    <a:pt x="4945714" y="3116972"/>
                  </a:lnTo>
                  <a:lnTo>
                    <a:pt x="4944900" y="3116972"/>
                  </a:lnTo>
                  <a:lnTo>
                    <a:pt x="4944085" y="3116972"/>
                  </a:lnTo>
                  <a:lnTo>
                    <a:pt x="4943270" y="3116972"/>
                  </a:lnTo>
                  <a:lnTo>
                    <a:pt x="4942455" y="3116972"/>
                  </a:lnTo>
                  <a:lnTo>
                    <a:pt x="4941641" y="3116972"/>
                  </a:lnTo>
                  <a:lnTo>
                    <a:pt x="4940826" y="3116972"/>
                  </a:lnTo>
                  <a:lnTo>
                    <a:pt x="4940011" y="3116972"/>
                  </a:lnTo>
                  <a:lnTo>
                    <a:pt x="4939196" y="3116972"/>
                  </a:lnTo>
                  <a:lnTo>
                    <a:pt x="4938381" y="3116972"/>
                  </a:lnTo>
                  <a:lnTo>
                    <a:pt x="4937567" y="3116972"/>
                  </a:lnTo>
                  <a:lnTo>
                    <a:pt x="4936752" y="3116972"/>
                  </a:lnTo>
                  <a:lnTo>
                    <a:pt x="4935937" y="3116972"/>
                  </a:lnTo>
                  <a:lnTo>
                    <a:pt x="4935122" y="3116972"/>
                  </a:lnTo>
                  <a:lnTo>
                    <a:pt x="4934307" y="3116972"/>
                  </a:lnTo>
                  <a:lnTo>
                    <a:pt x="4933493" y="3116972"/>
                  </a:lnTo>
                  <a:lnTo>
                    <a:pt x="4932678" y="3116972"/>
                  </a:lnTo>
                  <a:lnTo>
                    <a:pt x="4931863" y="3116972"/>
                  </a:lnTo>
                  <a:lnTo>
                    <a:pt x="4931048" y="3116972"/>
                  </a:lnTo>
                  <a:lnTo>
                    <a:pt x="4930234" y="3116972"/>
                  </a:lnTo>
                  <a:lnTo>
                    <a:pt x="4929419" y="3116972"/>
                  </a:lnTo>
                  <a:lnTo>
                    <a:pt x="4928604" y="3116972"/>
                  </a:lnTo>
                  <a:lnTo>
                    <a:pt x="4927789" y="3116972"/>
                  </a:lnTo>
                  <a:lnTo>
                    <a:pt x="4926974" y="3116972"/>
                  </a:lnTo>
                  <a:lnTo>
                    <a:pt x="4926160" y="3116972"/>
                  </a:lnTo>
                  <a:lnTo>
                    <a:pt x="4925345" y="3116972"/>
                  </a:lnTo>
                  <a:lnTo>
                    <a:pt x="4924530" y="3116972"/>
                  </a:lnTo>
                  <a:lnTo>
                    <a:pt x="4923715" y="3116972"/>
                  </a:lnTo>
                  <a:lnTo>
                    <a:pt x="4922901" y="3116972"/>
                  </a:lnTo>
                  <a:lnTo>
                    <a:pt x="4922086" y="3116972"/>
                  </a:lnTo>
                  <a:lnTo>
                    <a:pt x="4921271" y="3116972"/>
                  </a:lnTo>
                  <a:lnTo>
                    <a:pt x="4920456" y="3116972"/>
                  </a:lnTo>
                  <a:lnTo>
                    <a:pt x="4919641" y="3116972"/>
                  </a:lnTo>
                  <a:lnTo>
                    <a:pt x="4918827" y="3116972"/>
                  </a:lnTo>
                  <a:lnTo>
                    <a:pt x="4918012" y="3116972"/>
                  </a:lnTo>
                  <a:lnTo>
                    <a:pt x="4917197" y="3116972"/>
                  </a:lnTo>
                  <a:lnTo>
                    <a:pt x="4916382" y="3116972"/>
                  </a:lnTo>
                  <a:lnTo>
                    <a:pt x="4915568" y="3116972"/>
                  </a:lnTo>
                  <a:lnTo>
                    <a:pt x="4914753" y="3116972"/>
                  </a:lnTo>
                  <a:lnTo>
                    <a:pt x="4913938" y="3116972"/>
                  </a:lnTo>
                  <a:lnTo>
                    <a:pt x="4913123" y="3116972"/>
                  </a:lnTo>
                  <a:lnTo>
                    <a:pt x="4912308" y="3116972"/>
                  </a:lnTo>
                  <a:lnTo>
                    <a:pt x="4911494" y="3116972"/>
                  </a:lnTo>
                  <a:lnTo>
                    <a:pt x="4910679" y="3116972"/>
                  </a:lnTo>
                  <a:lnTo>
                    <a:pt x="4909864" y="3116972"/>
                  </a:lnTo>
                  <a:lnTo>
                    <a:pt x="4909049" y="3116972"/>
                  </a:lnTo>
                  <a:lnTo>
                    <a:pt x="4908235" y="3116972"/>
                  </a:lnTo>
                  <a:lnTo>
                    <a:pt x="4907420" y="3116972"/>
                  </a:lnTo>
                  <a:lnTo>
                    <a:pt x="4906605" y="3116972"/>
                  </a:lnTo>
                  <a:lnTo>
                    <a:pt x="4905790" y="3116972"/>
                  </a:lnTo>
                  <a:lnTo>
                    <a:pt x="4904975" y="3116972"/>
                  </a:lnTo>
                  <a:lnTo>
                    <a:pt x="4904161" y="3116972"/>
                  </a:lnTo>
                  <a:lnTo>
                    <a:pt x="4903346" y="3116972"/>
                  </a:lnTo>
                  <a:lnTo>
                    <a:pt x="4902531" y="3116972"/>
                  </a:lnTo>
                  <a:lnTo>
                    <a:pt x="4901716" y="3116972"/>
                  </a:lnTo>
                  <a:lnTo>
                    <a:pt x="4900902" y="3116972"/>
                  </a:lnTo>
                  <a:lnTo>
                    <a:pt x="4900087" y="3116972"/>
                  </a:lnTo>
                  <a:lnTo>
                    <a:pt x="4899272" y="3116972"/>
                  </a:lnTo>
                  <a:lnTo>
                    <a:pt x="4898457" y="3116972"/>
                  </a:lnTo>
                  <a:lnTo>
                    <a:pt x="4897642" y="3116972"/>
                  </a:lnTo>
                  <a:lnTo>
                    <a:pt x="4896828" y="3116972"/>
                  </a:lnTo>
                  <a:lnTo>
                    <a:pt x="4896013" y="3116972"/>
                  </a:lnTo>
                  <a:lnTo>
                    <a:pt x="4895198" y="3116972"/>
                  </a:lnTo>
                  <a:lnTo>
                    <a:pt x="4894383" y="3116972"/>
                  </a:lnTo>
                  <a:lnTo>
                    <a:pt x="4893568" y="3116972"/>
                  </a:lnTo>
                  <a:lnTo>
                    <a:pt x="4892754" y="3116972"/>
                  </a:lnTo>
                  <a:lnTo>
                    <a:pt x="4891939" y="3116972"/>
                  </a:lnTo>
                  <a:lnTo>
                    <a:pt x="4891124" y="3116972"/>
                  </a:lnTo>
                  <a:lnTo>
                    <a:pt x="4890309" y="3116972"/>
                  </a:lnTo>
                  <a:lnTo>
                    <a:pt x="4889495" y="3116972"/>
                  </a:lnTo>
                  <a:lnTo>
                    <a:pt x="4888680" y="3116972"/>
                  </a:lnTo>
                  <a:lnTo>
                    <a:pt x="4887865" y="3116972"/>
                  </a:lnTo>
                  <a:lnTo>
                    <a:pt x="4887050" y="3116972"/>
                  </a:lnTo>
                  <a:lnTo>
                    <a:pt x="4886235" y="3116972"/>
                  </a:lnTo>
                  <a:lnTo>
                    <a:pt x="4885421" y="3116972"/>
                  </a:lnTo>
                  <a:lnTo>
                    <a:pt x="4884606" y="3116972"/>
                  </a:lnTo>
                  <a:lnTo>
                    <a:pt x="4883791" y="3116972"/>
                  </a:lnTo>
                  <a:lnTo>
                    <a:pt x="4882976" y="3116972"/>
                  </a:lnTo>
                  <a:lnTo>
                    <a:pt x="4882162" y="3116972"/>
                  </a:lnTo>
                  <a:lnTo>
                    <a:pt x="4881347" y="3116972"/>
                  </a:lnTo>
                  <a:lnTo>
                    <a:pt x="4880532" y="3116972"/>
                  </a:lnTo>
                  <a:lnTo>
                    <a:pt x="4879717" y="3116972"/>
                  </a:lnTo>
                  <a:lnTo>
                    <a:pt x="4878902" y="3116972"/>
                  </a:lnTo>
                  <a:lnTo>
                    <a:pt x="4878088" y="3116972"/>
                  </a:lnTo>
                  <a:lnTo>
                    <a:pt x="4877273" y="3116972"/>
                  </a:lnTo>
                  <a:lnTo>
                    <a:pt x="4876458" y="3116972"/>
                  </a:lnTo>
                  <a:lnTo>
                    <a:pt x="4875643" y="3116972"/>
                  </a:lnTo>
                  <a:lnTo>
                    <a:pt x="4874829" y="3116972"/>
                  </a:lnTo>
                  <a:lnTo>
                    <a:pt x="4874014" y="3116972"/>
                  </a:lnTo>
                  <a:lnTo>
                    <a:pt x="4873199" y="3116972"/>
                  </a:lnTo>
                  <a:lnTo>
                    <a:pt x="4872384" y="3116972"/>
                  </a:lnTo>
                  <a:lnTo>
                    <a:pt x="4871569" y="3116972"/>
                  </a:lnTo>
                  <a:lnTo>
                    <a:pt x="4870755" y="3116972"/>
                  </a:lnTo>
                  <a:lnTo>
                    <a:pt x="4869940" y="3116972"/>
                  </a:lnTo>
                  <a:lnTo>
                    <a:pt x="4869125" y="3116972"/>
                  </a:lnTo>
                  <a:lnTo>
                    <a:pt x="4868310" y="3116972"/>
                  </a:lnTo>
                  <a:lnTo>
                    <a:pt x="4867496" y="3116972"/>
                  </a:lnTo>
                  <a:lnTo>
                    <a:pt x="4866681" y="3116972"/>
                  </a:lnTo>
                  <a:lnTo>
                    <a:pt x="4865866" y="3116972"/>
                  </a:lnTo>
                  <a:lnTo>
                    <a:pt x="4865051" y="3116972"/>
                  </a:lnTo>
                  <a:lnTo>
                    <a:pt x="4864236" y="3116972"/>
                  </a:lnTo>
                  <a:lnTo>
                    <a:pt x="4863422" y="3116972"/>
                  </a:lnTo>
                  <a:lnTo>
                    <a:pt x="4862607" y="3116972"/>
                  </a:lnTo>
                  <a:lnTo>
                    <a:pt x="4861792" y="3116972"/>
                  </a:lnTo>
                  <a:lnTo>
                    <a:pt x="4860977" y="3116972"/>
                  </a:lnTo>
                  <a:lnTo>
                    <a:pt x="4860163" y="3116972"/>
                  </a:lnTo>
                  <a:lnTo>
                    <a:pt x="4859348" y="3116972"/>
                  </a:lnTo>
                  <a:lnTo>
                    <a:pt x="4858533" y="3116972"/>
                  </a:lnTo>
                  <a:lnTo>
                    <a:pt x="4857718" y="3116972"/>
                  </a:lnTo>
                  <a:lnTo>
                    <a:pt x="4856903" y="3116972"/>
                  </a:lnTo>
                  <a:lnTo>
                    <a:pt x="4856089" y="3116972"/>
                  </a:lnTo>
                  <a:lnTo>
                    <a:pt x="4855274" y="3116972"/>
                  </a:lnTo>
                  <a:lnTo>
                    <a:pt x="4854459" y="3116972"/>
                  </a:lnTo>
                  <a:lnTo>
                    <a:pt x="4853644" y="3116972"/>
                  </a:lnTo>
                  <a:lnTo>
                    <a:pt x="4852829" y="3116972"/>
                  </a:lnTo>
                  <a:lnTo>
                    <a:pt x="4852015" y="3116972"/>
                  </a:lnTo>
                  <a:lnTo>
                    <a:pt x="4851200" y="3116972"/>
                  </a:lnTo>
                  <a:lnTo>
                    <a:pt x="4850385" y="3116972"/>
                  </a:lnTo>
                  <a:lnTo>
                    <a:pt x="4849570" y="3116972"/>
                  </a:lnTo>
                  <a:lnTo>
                    <a:pt x="4848756" y="3116972"/>
                  </a:lnTo>
                  <a:lnTo>
                    <a:pt x="4847941" y="3116972"/>
                  </a:lnTo>
                  <a:lnTo>
                    <a:pt x="4847126" y="3116972"/>
                  </a:lnTo>
                  <a:lnTo>
                    <a:pt x="4846311" y="3116972"/>
                  </a:lnTo>
                  <a:lnTo>
                    <a:pt x="4845496" y="3116972"/>
                  </a:lnTo>
                  <a:lnTo>
                    <a:pt x="4844682" y="3116972"/>
                  </a:lnTo>
                  <a:lnTo>
                    <a:pt x="4843867" y="3116972"/>
                  </a:lnTo>
                  <a:lnTo>
                    <a:pt x="4843052" y="3116972"/>
                  </a:lnTo>
                  <a:lnTo>
                    <a:pt x="4842237" y="3116972"/>
                  </a:lnTo>
                  <a:lnTo>
                    <a:pt x="4841423" y="3116972"/>
                  </a:lnTo>
                  <a:lnTo>
                    <a:pt x="4840608" y="3116972"/>
                  </a:lnTo>
                  <a:lnTo>
                    <a:pt x="4839793" y="3116972"/>
                  </a:lnTo>
                  <a:lnTo>
                    <a:pt x="4838978" y="3116972"/>
                  </a:lnTo>
                  <a:lnTo>
                    <a:pt x="4838163" y="3116972"/>
                  </a:lnTo>
                  <a:lnTo>
                    <a:pt x="4837349" y="3116972"/>
                  </a:lnTo>
                  <a:lnTo>
                    <a:pt x="4836534" y="3116972"/>
                  </a:lnTo>
                  <a:lnTo>
                    <a:pt x="4835719" y="3116972"/>
                  </a:lnTo>
                  <a:lnTo>
                    <a:pt x="4834904" y="3116972"/>
                  </a:lnTo>
                  <a:lnTo>
                    <a:pt x="4834090" y="3116972"/>
                  </a:lnTo>
                  <a:lnTo>
                    <a:pt x="4833275" y="3116972"/>
                  </a:lnTo>
                  <a:lnTo>
                    <a:pt x="4832460" y="3116972"/>
                  </a:lnTo>
                  <a:lnTo>
                    <a:pt x="4831645" y="3116972"/>
                  </a:lnTo>
                  <a:lnTo>
                    <a:pt x="4830830" y="3116972"/>
                  </a:lnTo>
                  <a:lnTo>
                    <a:pt x="4830016" y="3116972"/>
                  </a:lnTo>
                  <a:lnTo>
                    <a:pt x="4829201" y="3116972"/>
                  </a:lnTo>
                  <a:lnTo>
                    <a:pt x="4828386" y="3116972"/>
                  </a:lnTo>
                  <a:lnTo>
                    <a:pt x="4827571" y="3116972"/>
                  </a:lnTo>
                  <a:lnTo>
                    <a:pt x="4826757" y="3116972"/>
                  </a:lnTo>
                  <a:lnTo>
                    <a:pt x="4825942" y="3116972"/>
                  </a:lnTo>
                  <a:lnTo>
                    <a:pt x="4825127" y="3116972"/>
                  </a:lnTo>
                  <a:lnTo>
                    <a:pt x="4824312" y="3116972"/>
                  </a:lnTo>
                  <a:lnTo>
                    <a:pt x="4823497" y="3116972"/>
                  </a:lnTo>
                  <a:lnTo>
                    <a:pt x="4822683" y="3116972"/>
                  </a:lnTo>
                  <a:lnTo>
                    <a:pt x="4821868" y="3116972"/>
                  </a:lnTo>
                  <a:lnTo>
                    <a:pt x="4821053" y="3116972"/>
                  </a:lnTo>
                  <a:lnTo>
                    <a:pt x="4820238" y="3116972"/>
                  </a:lnTo>
                  <a:lnTo>
                    <a:pt x="4819423" y="3116972"/>
                  </a:lnTo>
                  <a:lnTo>
                    <a:pt x="4818609" y="3116972"/>
                  </a:lnTo>
                  <a:lnTo>
                    <a:pt x="4817794" y="3116972"/>
                  </a:lnTo>
                  <a:lnTo>
                    <a:pt x="4816979" y="3116972"/>
                  </a:lnTo>
                  <a:lnTo>
                    <a:pt x="4816164" y="3116972"/>
                  </a:lnTo>
                  <a:lnTo>
                    <a:pt x="4815350" y="3116972"/>
                  </a:lnTo>
                  <a:lnTo>
                    <a:pt x="4814535" y="3116972"/>
                  </a:lnTo>
                  <a:lnTo>
                    <a:pt x="4813720" y="3116972"/>
                  </a:lnTo>
                  <a:lnTo>
                    <a:pt x="4812905" y="3116972"/>
                  </a:lnTo>
                  <a:lnTo>
                    <a:pt x="4812090" y="3116972"/>
                  </a:lnTo>
                  <a:lnTo>
                    <a:pt x="4811276" y="3116972"/>
                  </a:lnTo>
                  <a:lnTo>
                    <a:pt x="4810461" y="3116972"/>
                  </a:lnTo>
                  <a:lnTo>
                    <a:pt x="4809646" y="3116972"/>
                  </a:lnTo>
                  <a:lnTo>
                    <a:pt x="4808831" y="3116972"/>
                  </a:lnTo>
                  <a:lnTo>
                    <a:pt x="4808017" y="3116972"/>
                  </a:lnTo>
                  <a:lnTo>
                    <a:pt x="4807202" y="3116972"/>
                  </a:lnTo>
                  <a:lnTo>
                    <a:pt x="4806387" y="3116972"/>
                  </a:lnTo>
                  <a:lnTo>
                    <a:pt x="4805572" y="3116972"/>
                  </a:lnTo>
                  <a:lnTo>
                    <a:pt x="4804757" y="3116972"/>
                  </a:lnTo>
                  <a:lnTo>
                    <a:pt x="4803943" y="3116972"/>
                  </a:lnTo>
                  <a:lnTo>
                    <a:pt x="4803128" y="3116972"/>
                  </a:lnTo>
                  <a:lnTo>
                    <a:pt x="4802313" y="3116972"/>
                  </a:lnTo>
                  <a:lnTo>
                    <a:pt x="4801498" y="3116972"/>
                  </a:lnTo>
                  <a:lnTo>
                    <a:pt x="4800684" y="3116972"/>
                  </a:lnTo>
                  <a:lnTo>
                    <a:pt x="4799869" y="3116972"/>
                  </a:lnTo>
                  <a:lnTo>
                    <a:pt x="4799054" y="3116972"/>
                  </a:lnTo>
                  <a:lnTo>
                    <a:pt x="4798239" y="3116972"/>
                  </a:lnTo>
                  <a:lnTo>
                    <a:pt x="4797424" y="3116972"/>
                  </a:lnTo>
                  <a:lnTo>
                    <a:pt x="4796610" y="3116972"/>
                  </a:lnTo>
                  <a:lnTo>
                    <a:pt x="4795795" y="3116972"/>
                  </a:lnTo>
                  <a:lnTo>
                    <a:pt x="4794980" y="3116972"/>
                  </a:lnTo>
                  <a:lnTo>
                    <a:pt x="4794165" y="3116972"/>
                  </a:lnTo>
                  <a:lnTo>
                    <a:pt x="4793351" y="3116972"/>
                  </a:lnTo>
                  <a:lnTo>
                    <a:pt x="4792536" y="3116972"/>
                  </a:lnTo>
                  <a:lnTo>
                    <a:pt x="4791721" y="3116972"/>
                  </a:lnTo>
                  <a:lnTo>
                    <a:pt x="4790906" y="3116972"/>
                  </a:lnTo>
                  <a:lnTo>
                    <a:pt x="4790091" y="3116972"/>
                  </a:lnTo>
                  <a:lnTo>
                    <a:pt x="4789277" y="3116972"/>
                  </a:lnTo>
                  <a:lnTo>
                    <a:pt x="4788462" y="3116972"/>
                  </a:lnTo>
                  <a:lnTo>
                    <a:pt x="4787647" y="3116972"/>
                  </a:lnTo>
                  <a:lnTo>
                    <a:pt x="4786832" y="3116972"/>
                  </a:lnTo>
                  <a:lnTo>
                    <a:pt x="4786018" y="3116972"/>
                  </a:lnTo>
                  <a:lnTo>
                    <a:pt x="4785203" y="3116972"/>
                  </a:lnTo>
                  <a:lnTo>
                    <a:pt x="4784388" y="3116972"/>
                  </a:lnTo>
                  <a:lnTo>
                    <a:pt x="4783573" y="3116972"/>
                  </a:lnTo>
                  <a:lnTo>
                    <a:pt x="4782758" y="3116972"/>
                  </a:lnTo>
                  <a:lnTo>
                    <a:pt x="4781944" y="3116972"/>
                  </a:lnTo>
                  <a:lnTo>
                    <a:pt x="4781129" y="3116972"/>
                  </a:lnTo>
                  <a:lnTo>
                    <a:pt x="4780314" y="3116972"/>
                  </a:lnTo>
                  <a:lnTo>
                    <a:pt x="4779499" y="3116972"/>
                  </a:lnTo>
                  <a:lnTo>
                    <a:pt x="4778684" y="3116972"/>
                  </a:lnTo>
                  <a:lnTo>
                    <a:pt x="4777870" y="3116972"/>
                  </a:lnTo>
                  <a:lnTo>
                    <a:pt x="4777055" y="3116972"/>
                  </a:lnTo>
                  <a:lnTo>
                    <a:pt x="4776240" y="3116972"/>
                  </a:lnTo>
                  <a:lnTo>
                    <a:pt x="4775425" y="3116972"/>
                  </a:lnTo>
                  <a:lnTo>
                    <a:pt x="4774611" y="3116972"/>
                  </a:lnTo>
                  <a:lnTo>
                    <a:pt x="4773796" y="3116972"/>
                  </a:lnTo>
                  <a:lnTo>
                    <a:pt x="4772981" y="3116972"/>
                  </a:lnTo>
                  <a:lnTo>
                    <a:pt x="4772166" y="3116972"/>
                  </a:lnTo>
                  <a:lnTo>
                    <a:pt x="4771351" y="3116972"/>
                  </a:lnTo>
                  <a:lnTo>
                    <a:pt x="4770537" y="3116972"/>
                  </a:lnTo>
                  <a:lnTo>
                    <a:pt x="4769722" y="3116972"/>
                  </a:lnTo>
                  <a:lnTo>
                    <a:pt x="4768907" y="3116972"/>
                  </a:lnTo>
                  <a:lnTo>
                    <a:pt x="4768092" y="3116972"/>
                  </a:lnTo>
                  <a:lnTo>
                    <a:pt x="4767278" y="3116972"/>
                  </a:lnTo>
                  <a:lnTo>
                    <a:pt x="4766463" y="3116972"/>
                  </a:lnTo>
                  <a:lnTo>
                    <a:pt x="4765648" y="3116972"/>
                  </a:lnTo>
                  <a:lnTo>
                    <a:pt x="4764833" y="3116972"/>
                  </a:lnTo>
                  <a:lnTo>
                    <a:pt x="4764018" y="3116972"/>
                  </a:lnTo>
                  <a:lnTo>
                    <a:pt x="4763204" y="3116972"/>
                  </a:lnTo>
                  <a:lnTo>
                    <a:pt x="4762389" y="3116972"/>
                  </a:lnTo>
                  <a:lnTo>
                    <a:pt x="4761574" y="3116972"/>
                  </a:lnTo>
                  <a:lnTo>
                    <a:pt x="4760759" y="3116972"/>
                  </a:lnTo>
                  <a:lnTo>
                    <a:pt x="4759945" y="3116972"/>
                  </a:lnTo>
                  <a:lnTo>
                    <a:pt x="4759130" y="3116972"/>
                  </a:lnTo>
                  <a:lnTo>
                    <a:pt x="4758315" y="3116972"/>
                  </a:lnTo>
                  <a:lnTo>
                    <a:pt x="4757500" y="3116972"/>
                  </a:lnTo>
                  <a:lnTo>
                    <a:pt x="4756685" y="3116972"/>
                  </a:lnTo>
                  <a:lnTo>
                    <a:pt x="4755871" y="3116972"/>
                  </a:lnTo>
                  <a:lnTo>
                    <a:pt x="4755056" y="3116972"/>
                  </a:lnTo>
                  <a:lnTo>
                    <a:pt x="4754241" y="3116972"/>
                  </a:lnTo>
                  <a:lnTo>
                    <a:pt x="4753426" y="3116972"/>
                  </a:lnTo>
                  <a:lnTo>
                    <a:pt x="4752612" y="3116972"/>
                  </a:lnTo>
                  <a:lnTo>
                    <a:pt x="4751797" y="3116972"/>
                  </a:lnTo>
                  <a:lnTo>
                    <a:pt x="4750982" y="3116972"/>
                  </a:lnTo>
                  <a:lnTo>
                    <a:pt x="4750167" y="3116972"/>
                  </a:lnTo>
                  <a:lnTo>
                    <a:pt x="4749352" y="3116972"/>
                  </a:lnTo>
                  <a:lnTo>
                    <a:pt x="4748538" y="3116972"/>
                  </a:lnTo>
                  <a:lnTo>
                    <a:pt x="4747723" y="3116972"/>
                  </a:lnTo>
                  <a:lnTo>
                    <a:pt x="4746908" y="3116972"/>
                  </a:lnTo>
                  <a:lnTo>
                    <a:pt x="4746093" y="3116972"/>
                  </a:lnTo>
                  <a:lnTo>
                    <a:pt x="4745279" y="3116972"/>
                  </a:lnTo>
                  <a:lnTo>
                    <a:pt x="4744464" y="3116972"/>
                  </a:lnTo>
                  <a:lnTo>
                    <a:pt x="4743649" y="3116972"/>
                  </a:lnTo>
                  <a:lnTo>
                    <a:pt x="4742834" y="3116972"/>
                  </a:lnTo>
                  <a:lnTo>
                    <a:pt x="4742019" y="3116972"/>
                  </a:lnTo>
                  <a:lnTo>
                    <a:pt x="4741205" y="3116972"/>
                  </a:lnTo>
                  <a:lnTo>
                    <a:pt x="4740390" y="3116972"/>
                  </a:lnTo>
                  <a:lnTo>
                    <a:pt x="4739575" y="3116972"/>
                  </a:lnTo>
                  <a:lnTo>
                    <a:pt x="4738760" y="3116972"/>
                  </a:lnTo>
                  <a:lnTo>
                    <a:pt x="4737945" y="3116972"/>
                  </a:lnTo>
                  <a:lnTo>
                    <a:pt x="4737131" y="3116972"/>
                  </a:lnTo>
                  <a:lnTo>
                    <a:pt x="4736316" y="3116972"/>
                  </a:lnTo>
                  <a:lnTo>
                    <a:pt x="4735501" y="3116972"/>
                  </a:lnTo>
                  <a:lnTo>
                    <a:pt x="4734686" y="3116972"/>
                  </a:lnTo>
                  <a:lnTo>
                    <a:pt x="4733872" y="3116972"/>
                  </a:lnTo>
                  <a:lnTo>
                    <a:pt x="4733057" y="3116972"/>
                  </a:lnTo>
                  <a:lnTo>
                    <a:pt x="4732242" y="3116972"/>
                  </a:lnTo>
                  <a:lnTo>
                    <a:pt x="4731427" y="3116972"/>
                  </a:lnTo>
                  <a:lnTo>
                    <a:pt x="4730612" y="3116972"/>
                  </a:lnTo>
                  <a:lnTo>
                    <a:pt x="4729798" y="3116972"/>
                  </a:lnTo>
                  <a:lnTo>
                    <a:pt x="4728983" y="3116972"/>
                  </a:lnTo>
                  <a:lnTo>
                    <a:pt x="4728168" y="3116972"/>
                  </a:lnTo>
                  <a:lnTo>
                    <a:pt x="4727353" y="3116972"/>
                  </a:lnTo>
                  <a:lnTo>
                    <a:pt x="4726539" y="3116972"/>
                  </a:lnTo>
                  <a:lnTo>
                    <a:pt x="4725724" y="3116972"/>
                  </a:lnTo>
                  <a:lnTo>
                    <a:pt x="4724909" y="3116972"/>
                  </a:lnTo>
                  <a:lnTo>
                    <a:pt x="4724094" y="3116972"/>
                  </a:lnTo>
                  <a:lnTo>
                    <a:pt x="4723279" y="3116972"/>
                  </a:lnTo>
                  <a:lnTo>
                    <a:pt x="4722465" y="3116972"/>
                  </a:lnTo>
                  <a:lnTo>
                    <a:pt x="4721650" y="3116972"/>
                  </a:lnTo>
                  <a:lnTo>
                    <a:pt x="4720835" y="3116972"/>
                  </a:lnTo>
                  <a:lnTo>
                    <a:pt x="4720020" y="3116972"/>
                  </a:lnTo>
                  <a:lnTo>
                    <a:pt x="4719206" y="3116972"/>
                  </a:lnTo>
                  <a:lnTo>
                    <a:pt x="4718391" y="3116972"/>
                  </a:lnTo>
                  <a:lnTo>
                    <a:pt x="4717576" y="3116972"/>
                  </a:lnTo>
                  <a:lnTo>
                    <a:pt x="4716761" y="3116972"/>
                  </a:lnTo>
                  <a:lnTo>
                    <a:pt x="4715946" y="3116972"/>
                  </a:lnTo>
                  <a:lnTo>
                    <a:pt x="4715132" y="3116972"/>
                  </a:lnTo>
                  <a:lnTo>
                    <a:pt x="4714317" y="3116972"/>
                  </a:lnTo>
                  <a:lnTo>
                    <a:pt x="4713502" y="3116972"/>
                  </a:lnTo>
                  <a:lnTo>
                    <a:pt x="4712687" y="3116972"/>
                  </a:lnTo>
                  <a:lnTo>
                    <a:pt x="4711873" y="3116972"/>
                  </a:lnTo>
                  <a:lnTo>
                    <a:pt x="4711058" y="3116972"/>
                  </a:lnTo>
                  <a:lnTo>
                    <a:pt x="4710243" y="3116972"/>
                  </a:lnTo>
                  <a:lnTo>
                    <a:pt x="4709428" y="3116972"/>
                  </a:lnTo>
                  <a:lnTo>
                    <a:pt x="4708613" y="3116972"/>
                  </a:lnTo>
                  <a:lnTo>
                    <a:pt x="4707799" y="3116972"/>
                  </a:lnTo>
                  <a:lnTo>
                    <a:pt x="4706984" y="3116972"/>
                  </a:lnTo>
                  <a:lnTo>
                    <a:pt x="4706169" y="3116972"/>
                  </a:lnTo>
                  <a:lnTo>
                    <a:pt x="4705354" y="3116972"/>
                  </a:lnTo>
                  <a:lnTo>
                    <a:pt x="4704540" y="3116972"/>
                  </a:lnTo>
                  <a:lnTo>
                    <a:pt x="4703725" y="3116972"/>
                  </a:lnTo>
                  <a:lnTo>
                    <a:pt x="4702910" y="3116972"/>
                  </a:lnTo>
                  <a:lnTo>
                    <a:pt x="4702095" y="3116972"/>
                  </a:lnTo>
                  <a:lnTo>
                    <a:pt x="4701280" y="3116972"/>
                  </a:lnTo>
                  <a:lnTo>
                    <a:pt x="4700466" y="3116972"/>
                  </a:lnTo>
                  <a:lnTo>
                    <a:pt x="4699651" y="3116972"/>
                  </a:lnTo>
                  <a:lnTo>
                    <a:pt x="4698836" y="3116972"/>
                  </a:lnTo>
                  <a:lnTo>
                    <a:pt x="4698021" y="3116972"/>
                  </a:lnTo>
                  <a:lnTo>
                    <a:pt x="4697206" y="3116972"/>
                  </a:lnTo>
                  <a:lnTo>
                    <a:pt x="4696392" y="3116972"/>
                  </a:lnTo>
                  <a:lnTo>
                    <a:pt x="4695577" y="3116972"/>
                  </a:lnTo>
                  <a:lnTo>
                    <a:pt x="4694762" y="3116972"/>
                  </a:lnTo>
                  <a:lnTo>
                    <a:pt x="4693947" y="3116972"/>
                  </a:lnTo>
                  <a:lnTo>
                    <a:pt x="4693133" y="3116972"/>
                  </a:lnTo>
                  <a:lnTo>
                    <a:pt x="4692318" y="3116972"/>
                  </a:lnTo>
                  <a:lnTo>
                    <a:pt x="4691503" y="3116972"/>
                  </a:lnTo>
                  <a:lnTo>
                    <a:pt x="4690688" y="3116972"/>
                  </a:lnTo>
                  <a:lnTo>
                    <a:pt x="4689873" y="3116972"/>
                  </a:lnTo>
                  <a:lnTo>
                    <a:pt x="4689059" y="3116972"/>
                  </a:lnTo>
                  <a:lnTo>
                    <a:pt x="4688244" y="3116972"/>
                  </a:lnTo>
                  <a:lnTo>
                    <a:pt x="4687429" y="3116972"/>
                  </a:lnTo>
                  <a:lnTo>
                    <a:pt x="4686614" y="3116972"/>
                  </a:lnTo>
                  <a:lnTo>
                    <a:pt x="4685800" y="3116972"/>
                  </a:lnTo>
                  <a:lnTo>
                    <a:pt x="4684985" y="3116972"/>
                  </a:lnTo>
                  <a:lnTo>
                    <a:pt x="4684170" y="3116972"/>
                  </a:lnTo>
                  <a:lnTo>
                    <a:pt x="4683355" y="3116972"/>
                  </a:lnTo>
                  <a:lnTo>
                    <a:pt x="4682540" y="3116972"/>
                  </a:lnTo>
                  <a:lnTo>
                    <a:pt x="4681726" y="3116972"/>
                  </a:lnTo>
                  <a:lnTo>
                    <a:pt x="4680911" y="3116972"/>
                  </a:lnTo>
                  <a:lnTo>
                    <a:pt x="4680096" y="3116972"/>
                  </a:lnTo>
                  <a:lnTo>
                    <a:pt x="4679281" y="3116972"/>
                  </a:lnTo>
                  <a:lnTo>
                    <a:pt x="4678467" y="3116972"/>
                  </a:lnTo>
                  <a:lnTo>
                    <a:pt x="4677652" y="3116972"/>
                  </a:lnTo>
                  <a:lnTo>
                    <a:pt x="4676837" y="3116972"/>
                  </a:lnTo>
                  <a:lnTo>
                    <a:pt x="4676022" y="3116972"/>
                  </a:lnTo>
                  <a:lnTo>
                    <a:pt x="4675207" y="3116972"/>
                  </a:lnTo>
                  <a:lnTo>
                    <a:pt x="4674393" y="3116972"/>
                  </a:lnTo>
                  <a:lnTo>
                    <a:pt x="4673578" y="3116972"/>
                  </a:lnTo>
                  <a:lnTo>
                    <a:pt x="4672763" y="3116972"/>
                  </a:lnTo>
                  <a:lnTo>
                    <a:pt x="4671948" y="3116972"/>
                  </a:lnTo>
                  <a:lnTo>
                    <a:pt x="4671134" y="3116972"/>
                  </a:lnTo>
                  <a:lnTo>
                    <a:pt x="4670319" y="3116972"/>
                  </a:lnTo>
                  <a:lnTo>
                    <a:pt x="4669504" y="3116972"/>
                  </a:lnTo>
                  <a:lnTo>
                    <a:pt x="4668689" y="3116972"/>
                  </a:lnTo>
                  <a:lnTo>
                    <a:pt x="4667874" y="3116972"/>
                  </a:lnTo>
                  <a:lnTo>
                    <a:pt x="4667060" y="3116972"/>
                  </a:lnTo>
                  <a:lnTo>
                    <a:pt x="4666245" y="3116972"/>
                  </a:lnTo>
                  <a:lnTo>
                    <a:pt x="4665430" y="3116972"/>
                  </a:lnTo>
                  <a:lnTo>
                    <a:pt x="4664615" y="3116972"/>
                  </a:lnTo>
                  <a:lnTo>
                    <a:pt x="4663801" y="3116972"/>
                  </a:lnTo>
                  <a:lnTo>
                    <a:pt x="4662986" y="3116972"/>
                  </a:lnTo>
                  <a:lnTo>
                    <a:pt x="4662171" y="3116972"/>
                  </a:lnTo>
                  <a:lnTo>
                    <a:pt x="4661356" y="3116972"/>
                  </a:lnTo>
                  <a:lnTo>
                    <a:pt x="4660541" y="3116972"/>
                  </a:lnTo>
                  <a:lnTo>
                    <a:pt x="4659727" y="3116972"/>
                  </a:lnTo>
                  <a:lnTo>
                    <a:pt x="4658912" y="3116972"/>
                  </a:lnTo>
                  <a:lnTo>
                    <a:pt x="4658097" y="3116972"/>
                  </a:lnTo>
                  <a:lnTo>
                    <a:pt x="4657282" y="3116972"/>
                  </a:lnTo>
                  <a:lnTo>
                    <a:pt x="4656467" y="3116972"/>
                  </a:lnTo>
                  <a:lnTo>
                    <a:pt x="4655653" y="3116972"/>
                  </a:lnTo>
                  <a:lnTo>
                    <a:pt x="4654838" y="3116972"/>
                  </a:lnTo>
                  <a:lnTo>
                    <a:pt x="4654023" y="3116972"/>
                  </a:lnTo>
                  <a:lnTo>
                    <a:pt x="4653208" y="3116972"/>
                  </a:lnTo>
                  <a:lnTo>
                    <a:pt x="4652394" y="3116972"/>
                  </a:lnTo>
                  <a:lnTo>
                    <a:pt x="4651579" y="3116972"/>
                  </a:lnTo>
                  <a:lnTo>
                    <a:pt x="4650764" y="3116972"/>
                  </a:lnTo>
                  <a:lnTo>
                    <a:pt x="4649949" y="3116972"/>
                  </a:lnTo>
                  <a:lnTo>
                    <a:pt x="4649134" y="3116972"/>
                  </a:lnTo>
                  <a:lnTo>
                    <a:pt x="4648320" y="3116972"/>
                  </a:lnTo>
                  <a:lnTo>
                    <a:pt x="4647505" y="3116972"/>
                  </a:lnTo>
                  <a:lnTo>
                    <a:pt x="4646690" y="3116972"/>
                  </a:lnTo>
                  <a:lnTo>
                    <a:pt x="4645875" y="3116972"/>
                  </a:lnTo>
                  <a:lnTo>
                    <a:pt x="4645061" y="3116972"/>
                  </a:lnTo>
                  <a:lnTo>
                    <a:pt x="4644246" y="3116972"/>
                  </a:lnTo>
                  <a:lnTo>
                    <a:pt x="4643431" y="3116972"/>
                  </a:lnTo>
                  <a:lnTo>
                    <a:pt x="4642616" y="3116972"/>
                  </a:lnTo>
                  <a:lnTo>
                    <a:pt x="4641801" y="3116972"/>
                  </a:lnTo>
                  <a:lnTo>
                    <a:pt x="4640987" y="3116972"/>
                  </a:lnTo>
                  <a:lnTo>
                    <a:pt x="4640172" y="3116972"/>
                  </a:lnTo>
                  <a:lnTo>
                    <a:pt x="4639357" y="3116972"/>
                  </a:lnTo>
                  <a:lnTo>
                    <a:pt x="4638542" y="3116972"/>
                  </a:lnTo>
                  <a:lnTo>
                    <a:pt x="4637728" y="3116972"/>
                  </a:lnTo>
                  <a:lnTo>
                    <a:pt x="4636913" y="3116972"/>
                  </a:lnTo>
                  <a:lnTo>
                    <a:pt x="4636098" y="3116972"/>
                  </a:lnTo>
                  <a:lnTo>
                    <a:pt x="4635283" y="3116972"/>
                  </a:lnTo>
                  <a:lnTo>
                    <a:pt x="4634468" y="3116972"/>
                  </a:lnTo>
                  <a:lnTo>
                    <a:pt x="4633654" y="3116972"/>
                  </a:lnTo>
                  <a:lnTo>
                    <a:pt x="4632839" y="3116972"/>
                  </a:lnTo>
                  <a:lnTo>
                    <a:pt x="4632024" y="3116972"/>
                  </a:lnTo>
                  <a:lnTo>
                    <a:pt x="4631209" y="3116972"/>
                  </a:lnTo>
                  <a:lnTo>
                    <a:pt x="4630395" y="3116972"/>
                  </a:lnTo>
                  <a:lnTo>
                    <a:pt x="4629580" y="3116972"/>
                  </a:lnTo>
                  <a:lnTo>
                    <a:pt x="4628765" y="3116972"/>
                  </a:lnTo>
                  <a:lnTo>
                    <a:pt x="4627950" y="3116972"/>
                  </a:lnTo>
                  <a:lnTo>
                    <a:pt x="4627135" y="3116972"/>
                  </a:lnTo>
                  <a:lnTo>
                    <a:pt x="4626321" y="3116972"/>
                  </a:lnTo>
                  <a:lnTo>
                    <a:pt x="4625506" y="3116972"/>
                  </a:lnTo>
                  <a:lnTo>
                    <a:pt x="4624691" y="3116972"/>
                  </a:lnTo>
                  <a:lnTo>
                    <a:pt x="4623876" y="3116972"/>
                  </a:lnTo>
                  <a:lnTo>
                    <a:pt x="4623062" y="3116972"/>
                  </a:lnTo>
                  <a:lnTo>
                    <a:pt x="4622247" y="3116972"/>
                  </a:lnTo>
                  <a:lnTo>
                    <a:pt x="4621432" y="3116972"/>
                  </a:lnTo>
                  <a:lnTo>
                    <a:pt x="4620617" y="3116972"/>
                  </a:lnTo>
                  <a:lnTo>
                    <a:pt x="4619802" y="3116972"/>
                  </a:lnTo>
                  <a:lnTo>
                    <a:pt x="4618988" y="3116972"/>
                  </a:lnTo>
                  <a:lnTo>
                    <a:pt x="4618173" y="3116972"/>
                  </a:lnTo>
                  <a:lnTo>
                    <a:pt x="4617358" y="3116972"/>
                  </a:lnTo>
                  <a:lnTo>
                    <a:pt x="4616543" y="3116972"/>
                  </a:lnTo>
                  <a:lnTo>
                    <a:pt x="4615728" y="3116972"/>
                  </a:lnTo>
                  <a:lnTo>
                    <a:pt x="4614914" y="3116972"/>
                  </a:lnTo>
                  <a:lnTo>
                    <a:pt x="4614099" y="3116972"/>
                  </a:lnTo>
                  <a:lnTo>
                    <a:pt x="4613284" y="3116972"/>
                  </a:lnTo>
                  <a:lnTo>
                    <a:pt x="4612469" y="3116972"/>
                  </a:lnTo>
                  <a:lnTo>
                    <a:pt x="4611655" y="3116972"/>
                  </a:lnTo>
                  <a:lnTo>
                    <a:pt x="4610840" y="3116972"/>
                  </a:lnTo>
                  <a:lnTo>
                    <a:pt x="4610025" y="3116972"/>
                  </a:lnTo>
                  <a:lnTo>
                    <a:pt x="4609210" y="3116972"/>
                  </a:lnTo>
                  <a:lnTo>
                    <a:pt x="4608395" y="3116972"/>
                  </a:lnTo>
                  <a:lnTo>
                    <a:pt x="4607581" y="3116972"/>
                  </a:lnTo>
                  <a:lnTo>
                    <a:pt x="4606766" y="3116972"/>
                  </a:lnTo>
                  <a:lnTo>
                    <a:pt x="4605951" y="3116972"/>
                  </a:lnTo>
                  <a:lnTo>
                    <a:pt x="4605136" y="3116972"/>
                  </a:lnTo>
                  <a:lnTo>
                    <a:pt x="4604322" y="3116972"/>
                  </a:lnTo>
                  <a:lnTo>
                    <a:pt x="4603507" y="3116972"/>
                  </a:lnTo>
                  <a:lnTo>
                    <a:pt x="4602692" y="3116972"/>
                  </a:lnTo>
                  <a:lnTo>
                    <a:pt x="4601877" y="3116972"/>
                  </a:lnTo>
                  <a:lnTo>
                    <a:pt x="4601062" y="3116972"/>
                  </a:lnTo>
                  <a:lnTo>
                    <a:pt x="4600248" y="3116972"/>
                  </a:lnTo>
                  <a:lnTo>
                    <a:pt x="4599433" y="3116972"/>
                  </a:lnTo>
                  <a:lnTo>
                    <a:pt x="4598618" y="3116972"/>
                  </a:lnTo>
                  <a:lnTo>
                    <a:pt x="4597803" y="3116972"/>
                  </a:lnTo>
                  <a:lnTo>
                    <a:pt x="4596989" y="3116972"/>
                  </a:lnTo>
                  <a:lnTo>
                    <a:pt x="4596174" y="3116972"/>
                  </a:lnTo>
                  <a:lnTo>
                    <a:pt x="4595359" y="3116972"/>
                  </a:lnTo>
                  <a:lnTo>
                    <a:pt x="4594544" y="3116972"/>
                  </a:lnTo>
                  <a:lnTo>
                    <a:pt x="4593729" y="3116972"/>
                  </a:lnTo>
                  <a:lnTo>
                    <a:pt x="4592915" y="3116972"/>
                  </a:lnTo>
                  <a:lnTo>
                    <a:pt x="4592100" y="3116972"/>
                  </a:lnTo>
                  <a:lnTo>
                    <a:pt x="4591285" y="3116972"/>
                  </a:lnTo>
                  <a:lnTo>
                    <a:pt x="4590470" y="3116972"/>
                  </a:lnTo>
                  <a:lnTo>
                    <a:pt x="4589656" y="3116972"/>
                  </a:lnTo>
                  <a:lnTo>
                    <a:pt x="4588841" y="3116972"/>
                  </a:lnTo>
                  <a:lnTo>
                    <a:pt x="4588026" y="3116972"/>
                  </a:lnTo>
                  <a:lnTo>
                    <a:pt x="4587211" y="3116972"/>
                  </a:lnTo>
                  <a:lnTo>
                    <a:pt x="4586396" y="3116972"/>
                  </a:lnTo>
                  <a:lnTo>
                    <a:pt x="4585582" y="3116972"/>
                  </a:lnTo>
                  <a:lnTo>
                    <a:pt x="4584767" y="3116972"/>
                  </a:lnTo>
                  <a:lnTo>
                    <a:pt x="4583952" y="3116972"/>
                  </a:lnTo>
                  <a:lnTo>
                    <a:pt x="4583137" y="3116972"/>
                  </a:lnTo>
                  <a:lnTo>
                    <a:pt x="4582323" y="3116972"/>
                  </a:lnTo>
                  <a:lnTo>
                    <a:pt x="4581508" y="3116972"/>
                  </a:lnTo>
                  <a:lnTo>
                    <a:pt x="4580693" y="3116972"/>
                  </a:lnTo>
                  <a:lnTo>
                    <a:pt x="4579878" y="3116972"/>
                  </a:lnTo>
                  <a:lnTo>
                    <a:pt x="4579063" y="3116972"/>
                  </a:lnTo>
                  <a:lnTo>
                    <a:pt x="4578249" y="3116972"/>
                  </a:lnTo>
                  <a:lnTo>
                    <a:pt x="4577434" y="3116972"/>
                  </a:lnTo>
                  <a:lnTo>
                    <a:pt x="4576619" y="3116972"/>
                  </a:lnTo>
                  <a:lnTo>
                    <a:pt x="4575804" y="3116972"/>
                  </a:lnTo>
                  <a:lnTo>
                    <a:pt x="4574989" y="3116972"/>
                  </a:lnTo>
                  <a:lnTo>
                    <a:pt x="4574175" y="3116972"/>
                  </a:lnTo>
                  <a:lnTo>
                    <a:pt x="4573360" y="3116972"/>
                  </a:lnTo>
                  <a:lnTo>
                    <a:pt x="4572545" y="3116972"/>
                  </a:lnTo>
                  <a:lnTo>
                    <a:pt x="4571730" y="3116972"/>
                  </a:lnTo>
                  <a:lnTo>
                    <a:pt x="4570916" y="3116972"/>
                  </a:lnTo>
                  <a:lnTo>
                    <a:pt x="4570101" y="3116972"/>
                  </a:lnTo>
                  <a:lnTo>
                    <a:pt x="4569286" y="3116972"/>
                  </a:lnTo>
                  <a:lnTo>
                    <a:pt x="4568471" y="3116972"/>
                  </a:lnTo>
                  <a:lnTo>
                    <a:pt x="4567656" y="3116972"/>
                  </a:lnTo>
                  <a:lnTo>
                    <a:pt x="4566842" y="3116972"/>
                  </a:lnTo>
                  <a:lnTo>
                    <a:pt x="4566027" y="3116972"/>
                  </a:lnTo>
                  <a:lnTo>
                    <a:pt x="4565212" y="3116972"/>
                  </a:lnTo>
                  <a:lnTo>
                    <a:pt x="4564397" y="3116972"/>
                  </a:lnTo>
                  <a:lnTo>
                    <a:pt x="4563583" y="3116972"/>
                  </a:lnTo>
                  <a:lnTo>
                    <a:pt x="4562768" y="3116972"/>
                  </a:lnTo>
                  <a:lnTo>
                    <a:pt x="4561953" y="3116972"/>
                  </a:lnTo>
                  <a:lnTo>
                    <a:pt x="4561138" y="3116972"/>
                  </a:lnTo>
                  <a:lnTo>
                    <a:pt x="4560323" y="3116972"/>
                  </a:lnTo>
                  <a:lnTo>
                    <a:pt x="4559509" y="3116972"/>
                  </a:lnTo>
                  <a:lnTo>
                    <a:pt x="4558694" y="3116972"/>
                  </a:lnTo>
                  <a:lnTo>
                    <a:pt x="4557879" y="3116972"/>
                  </a:lnTo>
                  <a:lnTo>
                    <a:pt x="4557064" y="3116972"/>
                  </a:lnTo>
                  <a:lnTo>
                    <a:pt x="4556250" y="3116972"/>
                  </a:lnTo>
                  <a:lnTo>
                    <a:pt x="4555435" y="3116972"/>
                  </a:lnTo>
                  <a:lnTo>
                    <a:pt x="4554620" y="3116972"/>
                  </a:lnTo>
                  <a:lnTo>
                    <a:pt x="4553805" y="3116972"/>
                  </a:lnTo>
                  <a:lnTo>
                    <a:pt x="4552990" y="3116972"/>
                  </a:lnTo>
                  <a:lnTo>
                    <a:pt x="4552176" y="3116972"/>
                  </a:lnTo>
                  <a:lnTo>
                    <a:pt x="4551361" y="3116972"/>
                  </a:lnTo>
                  <a:lnTo>
                    <a:pt x="4550546" y="3116972"/>
                  </a:lnTo>
                  <a:lnTo>
                    <a:pt x="4549731" y="3116972"/>
                  </a:lnTo>
                  <a:lnTo>
                    <a:pt x="4548917" y="3116972"/>
                  </a:lnTo>
                  <a:lnTo>
                    <a:pt x="4548102" y="3116972"/>
                  </a:lnTo>
                  <a:lnTo>
                    <a:pt x="4547287" y="3116972"/>
                  </a:lnTo>
                  <a:lnTo>
                    <a:pt x="4546472" y="3116972"/>
                  </a:lnTo>
                  <a:lnTo>
                    <a:pt x="4545657" y="3116972"/>
                  </a:lnTo>
                  <a:lnTo>
                    <a:pt x="4544843" y="3116972"/>
                  </a:lnTo>
                  <a:lnTo>
                    <a:pt x="4544028" y="3116972"/>
                  </a:lnTo>
                  <a:lnTo>
                    <a:pt x="4543213" y="3116972"/>
                  </a:lnTo>
                  <a:lnTo>
                    <a:pt x="4542398" y="3116972"/>
                  </a:lnTo>
                  <a:lnTo>
                    <a:pt x="4541584" y="3116972"/>
                  </a:lnTo>
                  <a:lnTo>
                    <a:pt x="4540769" y="3116972"/>
                  </a:lnTo>
                  <a:lnTo>
                    <a:pt x="4539954" y="3116972"/>
                  </a:lnTo>
                  <a:lnTo>
                    <a:pt x="4539139" y="3116972"/>
                  </a:lnTo>
                  <a:lnTo>
                    <a:pt x="4538324" y="3116972"/>
                  </a:lnTo>
                  <a:lnTo>
                    <a:pt x="4537510" y="3116972"/>
                  </a:lnTo>
                  <a:lnTo>
                    <a:pt x="4536695" y="3116972"/>
                  </a:lnTo>
                  <a:lnTo>
                    <a:pt x="4535880" y="3116972"/>
                  </a:lnTo>
                  <a:lnTo>
                    <a:pt x="4535065" y="3116972"/>
                  </a:lnTo>
                  <a:lnTo>
                    <a:pt x="4534250" y="3116972"/>
                  </a:lnTo>
                  <a:lnTo>
                    <a:pt x="4533436" y="3116972"/>
                  </a:lnTo>
                  <a:lnTo>
                    <a:pt x="4532621" y="3116972"/>
                  </a:lnTo>
                  <a:lnTo>
                    <a:pt x="4531806" y="3116972"/>
                  </a:lnTo>
                  <a:lnTo>
                    <a:pt x="4530991" y="3116972"/>
                  </a:lnTo>
                  <a:lnTo>
                    <a:pt x="4530177" y="3116972"/>
                  </a:lnTo>
                  <a:lnTo>
                    <a:pt x="4529362" y="3116972"/>
                  </a:lnTo>
                  <a:lnTo>
                    <a:pt x="4528547" y="3116972"/>
                  </a:lnTo>
                  <a:lnTo>
                    <a:pt x="4527732" y="3116972"/>
                  </a:lnTo>
                  <a:lnTo>
                    <a:pt x="4526917" y="3116972"/>
                  </a:lnTo>
                  <a:lnTo>
                    <a:pt x="4526103" y="3116972"/>
                  </a:lnTo>
                  <a:lnTo>
                    <a:pt x="4525288" y="3116972"/>
                  </a:lnTo>
                  <a:lnTo>
                    <a:pt x="4524473" y="3116972"/>
                  </a:lnTo>
                  <a:lnTo>
                    <a:pt x="4523658" y="3116972"/>
                  </a:lnTo>
                  <a:lnTo>
                    <a:pt x="4522844" y="3116972"/>
                  </a:lnTo>
                  <a:lnTo>
                    <a:pt x="4522029" y="3116972"/>
                  </a:lnTo>
                  <a:lnTo>
                    <a:pt x="4521214" y="3116972"/>
                  </a:lnTo>
                  <a:lnTo>
                    <a:pt x="4520399" y="3116972"/>
                  </a:lnTo>
                  <a:lnTo>
                    <a:pt x="4519584" y="3116972"/>
                  </a:lnTo>
                  <a:lnTo>
                    <a:pt x="4518770" y="3116972"/>
                  </a:lnTo>
                  <a:lnTo>
                    <a:pt x="4517955" y="3116972"/>
                  </a:lnTo>
                  <a:lnTo>
                    <a:pt x="4517140" y="3116972"/>
                  </a:lnTo>
                  <a:lnTo>
                    <a:pt x="4516325" y="3116972"/>
                  </a:lnTo>
                  <a:lnTo>
                    <a:pt x="4515511" y="3116972"/>
                  </a:lnTo>
                  <a:lnTo>
                    <a:pt x="4514696" y="3116972"/>
                  </a:lnTo>
                  <a:lnTo>
                    <a:pt x="4513881" y="3116972"/>
                  </a:lnTo>
                  <a:lnTo>
                    <a:pt x="4513066" y="3116972"/>
                  </a:lnTo>
                  <a:lnTo>
                    <a:pt x="4512251" y="3116972"/>
                  </a:lnTo>
                  <a:lnTo>
                    <a:pt x="4511437" y="3116972"/>
                  </a:lnTo>
                  <a:lnTo>
                    <a:pt x="4510622" y="3116972"/>
                  </a:lnTo>
                  <a:lnTo>
                    <a:pt x="4509807" y="3116972"/>
                  </a:lnTo>
                  <a:lnTo>
                    <a:pt x="4508992" y="3116972"/>
                  </a:lnTo>
                  <a:lnTo>
                    <a:pt x="4508178" y="3116972"/>
                  </a:lnTo>
                  <a:lnTo>
                    <a:pt x="4507363" y="3116972"/>
                  </a:lnTo>
                  <a:lnTo>
                    <a:pt x="4506548" y="3116972"/>
                  </a:lnTo>
                  <a:lnTo>
                    <a:pt x="4505733" y="3116972"/>
                  </a:lnTo>
                  <a:lnTo>
                    <a:pt x="4504918" y="3116972"/>
                  </a:lnTo>
                  <a:lnTo>
                    <a:pt x="4504104" y="3116972"/>
                  </a:lnTo>
                  <a:lnTo>
                    <a:pt x="4503289" y="3116972"/>
                  </a:lnTo>
                  <a:lnTo>
                    <a:pt x="4502474" y="3116972"/>
                  </a:lnTo>
                  <a:lnTo>
                    <a:pt x="4501659" y="3116972"/>
                  </a:lnTo>
                  <a:lnTo>
                    <a:pt x="4500844" y="3116972"/>
                  </a:lnTo>
                  <a:lnTo>
                    <a:pt x="4500030" y="3116972"/>
                  </a:lnTo>
                  <a:lnTo>
                    <a:pt x="4499215" y="3116972"/>
                  </a:lnTo>
                  <a:lnTo>
                    <a:pt x="4498400" y="3116972"/>
                  </a:lnTo>
                  <a:lnTo>
                    <a:pt x="4497585" y="3116972"/>
                  </a:lnTo>
                  <a:lnTo>
                    <a:pt x="4496771" y="3116972"/>
                  </a:lnTo>
                  <a:lnTo>
                    <a:pt x="4495956" y="3116972"/>
                  </a:lnTo>
                  <a:lnTo>
                    <a:pt x="4495141" y="3116972"/>
                  </a:lnTo>
                  <a:lnTo>
                    <a:pt x="4494326" y="3116972"/>
                  </a:lnTo>
                  <a:lnTo>
                    <a:pt x="4493511" y="3116972"/>
                  </a:lnTo>
                  <a:lnTo>
                    <a:pt x="4492697" y="3116972"/>
                  </a:lnTo>
                  <a:lnTo>
                    <a:pt x="4491882" y="3116972"/>
                  </a:lnTo>
                  <a:lnTo>
                    <a:pt x="4491067" y="3116972"/>
                  </a:lnTo>
                  <a:lnTo>
                    <a:pt x="4490252" y="3116972"/>
                  </a:lnTo>
                  <a:lnTo>
                    <a:pt x="4489438" y="3116972"/>
                  </a:lnTo>
                  <a:lnTo>
                    <a:pt x="4488623" y="3116972"/>
                  </a:lnTo>
                  <a:lnTo>
                    <a:pt x="4487808" y="3116972"/>
                  </a:lnTo>
                  <a:lnTo>
                    <a:pt x="4486993" y="3116972"/>
                  </a:lnTo>
                  <a:lnTo>
                    <a:pt x="4486178" y="3116972"/>
                  </a:lnTo>
                  <a:lnTo>
                    <a:pt x="4485364" y="3116972"/>
                  </a:lnTo>
                  <a:lnTo>
                    <a:pt x="4484549" y="3116972"/>
                  </a:lnTo>
                  <a:lnTo>
                    <a:pt x="4483734" y="3116972"/>
                  </a:lnTo>
                  <a:lnTo>
                    <a:pt x="4482919" y="3116972"/>
                  </a:lnTo>
                  <a:lnTo>
                    <a:pt x="4482105" y="3116972"/>
                  </a:lnTo>
                  <a:lnTo>
                    <a:pt x="4481290" y="3116972"/>
                  </a:lnTo>
                  <a:lnTo>
                    <a:pt x="4480475" y="3116972"/>
                  </a:lnTo>
                  <a:lnTo>
                    <a:pt x="4479660" y="3116972"/>
                  </a:lnTo>
                  <a:lnTo>
                    <a:pt x="4478845" y="3116972"/>
                  </a:lnTo>
                  <a:lnTo>
                    <a:pt x="4478031" y="3116972"/>
                  </a:lnTo>
                  <a:lnTo>
                    <a:pt x="4477216" y="3116972"/>
                  </a:lnTo>
                  <a:lnTo>
                    <a:pt x="4476401" y="3116972"/>
                  </a:lnTo>
                  <a:lnTo>
                    <a:pt x="4475586" y="3116972"/>
                  </a:lnTo>
                  <a:lnTo>
                    <a:pt x="4474772" y="3116972"/>
                  </a:lnTo>
                  <a:lnTo>
                    <a:pt x="4473957" y="3116972"/>
                  </a:lnTo>
                  <a:lnTo>
                    <a:pt x="4473142" y="3116972"/>
                  </a:lnTo>
                  <a:lnTo>
                    <a:pt x="4472327" y="3116972"/>
                  </a:lnTo>
                  <a:lnTo>
                    <a:pt x="4471512" y="3116972"/>
                  </a:lnTo>
                  <a:lnTo>
                    <a:pt x="4470698" y="3116972"/>
                  </a:lnTo>
                  <a:lnTo>
                    <a:pt x="4469883" y="3116972"/>
                  </a:lnTo>
                  <a:lnTo>
                    <a:pt x="4469068" y="3116972"/>
                  </a:lnTo>
                  <a:lnTo>
                    <a:pt x="4468253" y="3116972"/>
                  </a:lnTo>
                  <a:lnTo>
                    <a:pt x="4467439" y="3116972"/>
                  </a:lnTo>
                  <a:lnTo>
                    <a:pt x="4466624" y="3116972"/>
                  </a:lnTo>
                  <a:lnTo>
                    <a:pt x="4465809" y="3116972"/>
                  </a:lnTo>
                  <a:lnTo>
                    <a:pt x="4464994" y="3116972"/>
                  </a:lnTo>
                  <a:lnTo>
                    <a:pt x="4464179" y="3116972"/>
                  </a:lnTo>
                  <a:lnTo>
                    <a:pt x="4463365" y="3116972"/>
                  </a:lnTo>
                  <a:lnTo>
                    <a:pt x="4462550" y="3116972"/>
                  </a:lnTo>
                  <a:lnTo>
                    <a:pt x="4461735" y="3116972"/>
                  </a:lnTo>
                  <a:lnTo>
                    <a:pt x="4460920" y="3116972"/>
                  </a:lnTo>
                  <a:lnTo>
                    <a:pt x="4460105" y="3116972"/>
                  </a:lnTo>
                  <a:lnTo>
                    <a:pt x="4459291" y="3116972"/>
                  </a:lnTo>
                  <a:lnTo>
                    <a:pt x="4458476" y="3116972"/>
                  </a:lnTo>
                  <a:lnTo>
                    <a:pt x="4457661" y="3116972"/>
                  </a:lnTo>
                  <a:lnTo>
                    <a:pt x="4456846" y="3116972"/>
                  </a:lnTo>
                  <a:lnTo>
                    <a:pt x="4456032" y="3116972"/>
                  </a:lnTo>
                  <a:lnTo>
                    <a:pt x="4455217" y="3116972"/>
                  </a:lnTo>
                  <a:lnTo>
                    <a:pt x="4454402" y="3116972"/>
                  </a:lnTo>
                  <a:lnTo>
                    <a:pt x="4453587" y="3116972"/>
                  </a:lnTo>
                  <a:lnTo>
                    <a:pt x="4452772" y="3116972"/>
                  </a:lnTo>
                  <a:lnTo>
                    <a:pt x="4451958" y="3116972"/>
                  </a:lnTo>
                  <a:lnTo>
                    <a:pt x="4451143" y="3116972"/>
                  </a:lnTo>
                  <a:lnTo>
                    <a:pt x="4450328" y="3116972"/>
                  </a:lnTo>
                  <a:lnTo>
                    <a:pt x="4449513" y="3116972"/>
                  </a:lnTo>
                  <a:lnTo>
                    <a:pt x="4448699" y="3116972"/>
                  </a:lnTo>
                  <a:lnTo>
                    <a:pt x="4447884" y="3116972"/>
                  </a:lnTo>
                  <a:lnTo>
                    <a:pt x="4447069" y="3116972"/>
                  </a:lnTo>
                  <a:lnTo>
                    <a:pt x="4446254" y="3116972"/>
                  </a:lnTo>
                  <a:lnTo>
                    <a:pt x="4445439" y="3116972"/>
                  </a:lnTo>
                  <a:lnTo>
                    <a:pt x="4444625" y="3116972"/>
                  </a:lnTo>
                  <a:lnTo>
                    <a:pt x="4443810" y="3116972"/>
                  </a:lnTo>
                  <a:lnTo>
                    <a:pt x="4442995" y="3116972"/>
                  </a:lnTo>
                  <a:lnTo>
                    <a:pt x="4442180" y="3116972"/>
                  </a:lnTo>
                  <a:lnTo>
                    <a:pt x="4441366" y="3116972"/>
                  </a:lnTo>
                  <a:lnTo>
                    <a:pt x="4440551" y="3116972"/>
                  </a:lnTo>
                  <a:lnTo>
                    <a:pt x="4439736" y="3116972"/>
                  </a:lnTo>
                  <a:lnTo>
                    <a:pt x="4438921" y="3116972"/>
                  </a:lnTo>
                  <a:lnTo>
                    <a:pt x="4438106" y="3116972"/>
                  </a:lnTo>
                  <a:lnTo>
                    <a:pt x="4437292" y="3116972"/>
                  </a:lnTo>
                  <a:lnTo>
                    <a:pt x="4436477" y="3116972"/>
                  </a:lnTo>
                  <a:lnTo>
                    <a:pt x="4435662" y="3116972"/>
                  </a:lnTo>
                  <a:lnTo>
                    <a:pt x="4434847" y="3116972"/>
                  </a:lnTo>
                  <a:lnTo>
                    <a:pt x="4434033" y="3116972"/>
                  </a:lnTo>
                  <a:lnTo>
                    <a:pt x="4433218" y="3116972"/>
                  </a:lnTo>
                  <a:lnTo>
                    <a:pt x="4432403" y="3116972"/>
                  </a:lnTo>
                  <a:lnTo>
                    <a:pt x="4431588" y="3116972"/>
                  </a:lnTo>
                  <a:lnTo>
                    <a:pt x="4430773" y="3116972"/>
                  </a:lnTo>
                  <a:lnTo>
                    <a:pt x="4429959" y="3116972"/>
                  </a:lnTo>
                  <a:lnTo>
                    <a:pt x="4429144" y="3116972"/>
                  </a:lnTo>
                  <a:lnTo>
                    <a:pt x="4428329" y="3116972"/>
                  </a:lnTo>
                  <a:lnTo>
                    <a:pt x="4427514" y="3116972"/>
                  </a:lnTo>
                  <a:lnTo>
                    <a:pt x="4426700" y="3116972"/>
                  </a:lnTo>
                  <a:lnTo>
                    <a:pt x="4425885" y="3116972"/>
                  </a:lnTo>
                  <a:lnTo>
                    <a:pt x="4425070" y="3116972"/>
                  </a:lnTo>
                  <a:lnTo>
                    <a:pt x="4424255" y="3116972"/>
                  </a:lnTo>
                  <a:lnTo>
                    <a:pt x="4423440" y="3116972"/>
                  </a:lnTo>
                  <a:lnTo>
                    <a:pt x="4422626" y="3116972"/>
                  </a:lnTo>
                  <a:lnTo>
                    <a:pt x="4421811" y="3116972"/>
                  </a:lnTo>
                  <a:lnTo>
                    <a:pt x="4420996" y="3116972"/>
                  </a:lnTo>
                  <a:lnTo>
                    <a:pt x="4420181" y="3116972"/>
                  </a:lnTo>
                  <a:lnTo>
                    <a:pt x="4419366" y="3116972"/>
                  </a:lnTo>
                  <a:lnTo>
                    <a:pt x="4418552" y="3116972"/>
                  </a:lnTo>
                  <a:lnTo>
                    <a:pt x="4417737" y="3116972"/>
                  </a:lnTo>
                  <a:lnTo>
                    <a:pt x="4416922" y="3116972"/>
                  </a:lnTo>
                  <a:lnTo>
                    <a:pt x="4416107" y="3116972"/>
                  </a:lnTo>
                  <a:lnTo>
                    <a:pt x="4415293" y="3116972"/>
                  </a:lnTo>
                  <a:lnTo>
                    <a:pt x="4414478" y="3116972"/>
                  </a:lnTo>
                  <a:lnTo>
                    <a:pt x="4413663" y="3116972"/>
                  </a:lnTo>
                  <a:lnTo>
                    <a:pt x="4412848" y="3116972"/>
                  </a:lnTo>
                  <a:lnTo>
                    <a:pt x="4412033" y="3116972"/>
                  </a:lnTo>
                  <a:lnTo>
                    <a:pt x="4411219" y="3116972"/>
                  </a:lnTo>
                  <a:lnTo>
                    <a:pt x="4410404" y="3116972"/>
                  </a:lnTo>
                  <a:lnTo>
                    <a:pt x="4409589" y="3116972"/>
                  </a:lnTo>
                  <a:lnTo>
                    <a:pt x="4408774" y="3116972"/>
                  </a:lnTo>
                  <a:lnTo>
                    <a:pt x="4407960" y="3116972"/>
                  </a:lnTo>
                  <a:lnTo>
                    <a:pt x="4407145" y="3116972"/>
                  </a:lnTo>
                  <a:lnTo>
                    <a:pt x="4406330" y="3116972"/>
                  </a:lnTo>
                  <a:lnTo>
                    <a:pt x="4405515" y="3116972"/>
                  </a:lnTo>
                  <a:lnTo>
                    <a:pt x="4404700" y="3116972"/>
                  </a:lnTo>
                  <a:lnTo>
                    <a:pt x="4403886" y="3116972"/>
                  </a:lnTo>
                  <a:lnTo>
                    <a:pt x="4403071" y="3116972"/>
                  </a:lnTo>
                  <a:lnTo>
                    <a:pt x="4402256" y="3116972"/>
                  </a:lnTo>
                  <a:lnTo>
                    <a:pt x="4401441" y="3116972"/>
                  </a:lnTo>
                  <a:lnTo>
                    <a:pt x="4400627" y="3116972"/>
                  </a:lnTo>
                  <a:lnTo>
                    <a:pt x="4399812" y="3116972"/>
                  </a:lnTo>
                  <a:lnTo>
                    <a:pt x="4398997" y="3116972"/>
                  </a:lnTo>
                  <a:lnTo>
                    <a:pt x="4398182" y="3116972"/>
                  </a:lnTo>
                  <a:lnTo>
                    <a:pt x="4397367" y="3116972"/>
                  </a:lnTo>
                  <a:lnTo>
                    <a:pt x="4396553" y="3116972"/>
                  </a:lnTo>
                  <a:lnTo>
                    <a:pt x="4395738" y="3116972"/>
                  </a:lnTo>
                  <a:lnTo>
                    <a:pt x="4394923" y="3116972"/>
                  </a:lnTo>
                  <a:lnTo>
                    <a:pt x="4394108" y="3116972"/>
                  </a:lnTo>
                  <a:lnTo>
                    <a:pt x="4393294" y="3116972"/>
                  </a:lnTo>
                  <a:lnTo>
                    <a:pt x="4392479" y="3116972"/>
                  </a:lnTo>
                  <a:lnTo>
                    <a:pt x="4391664" y="3116972"/>
                  </a:lnTo>
                  <a:lnTo>
                    <a:pt x="4390849" y="3116972"/>
                  </a:lnTo>
                  <a:lnTo>
                    <a:pt x="4390034" y="3116972"/>
                  </a:lnTo>
                  <a:lnTo>
                    <a:pt x="4389220" y="3116972"/>
                  </a:lnTo>
                  <a:lnTo>
                    <a:pt x="4388405" y="3116972"/>
                  </a:lnTo>
                  <a:lnTo>
                    <a:pt x="4387590" y="3116972"/>
                  </a:lnTo>
                  <a:lnTo>
                    <a:pt x="4386775" y="3116972"/>
                  </a:lnTo>
                  <a:lnTo>
                    <a:pt x="4385961" y="3116972"/>
                  </a:lnTo>
                  <a:lnTo>
                    <a:pt x="4385146" y="3116972"/>
                  </a:lnTo>
                  <a:lnTo>
                    <a:pt x="4384331" y="3116972"/>
                  </a:lnTo>
                  <a:lnTo>
                    <a:pt x="4383516" y="3116972"/>
                  </a:lnTo>
                  <a:lnTo>
                    <a:pt x="4382701" y="3116972"/>
                  </a:lnTo>
                  <a:lnTo>
                    <a:pt x="4381887" y="3116972"/>
                  </a:lnTo>
                  <a:lnTo>
                    <a:pt x="4381072" y="3116972"/>
                  </a:lnTo>
                  <a:lnTo>
                    <a:pt x="4380257" y="3116972"/>
                  </a:lnTo>
                  <a:lnTo>
                    <a:pt x="4379442" y="3116972"/>
                  </a:lnTo>
                  <a:lnTo>
                    <a:pt x="4378627" y="3116972"/>
                  </a:lnTo>
                  <a:lnTo>
                    <a:pt x="4377813" y="3116972"/>
                  </a:lnTo>
                  <a:lnTo>
                    <a:pt x="4376998" y="3116972"/>
                  </a:lnTo>
                  <a:lnTo>
                    <a:pt x="4376183" y="3116972"/>
                  </a:lnTo>
                  <a:lnTo>
                    <a:pt x="4375368" y="3116972"/>
                  </a:lnTo>
                  <a:lnTo>
                    <a:pt x="4374554" y="3116972"/>
                  </a:lnTo>
                  <a:lnTo>
                    <a:pt x="4373739" y="3116972"/>
                  </a:lnTo>
                  <a:lnTo>
                    <a:pt x="4372924" y="3116972"/>
                  </a:lnTo>
                  <a:lnTo>
                    <a:pt x="4372109" y="3116972"/>
                  </a:lnTo>
                  <a:lnTo>
                    <a:pt x="4371294" y="3116972"/>
                  </a:lnTo>
                  <a:lnTo>
                    <a:pt x="4370480" y="3116972"/>
                  </a:lnTo>
                  <a:lnTo>
                    <a:pt x="4369665" y="3116972"/>
                  </a:lnTo>
                  <a:lnTo>
                    <a:pt x="4368850" y="3116972"/>
                  </a:lnTo>
                  <a:lnTo>
                    <a:pt x="4368035" y="3116972"/>
                  </a:lnTo>
                  <a:lnTo>
                    <a:pt x="4367221" y="3116972"/>
                  </a:lnTo>
                  <a:lnTo>
                    <a:pt x="4366406" y="3116972"/>
                  </a:lnTo>
                  <a:lnTo>
                    <a:pt x="4365591" y="3116972"/>
                  </a:lnTo>
                  <a:lnTo>
                    <a:pt x="4364776" y="3116972"/>
                  </a:lnTo>
                  <a:lnTo>
                    <a:pt x="4363961" y="3116972"/>
                  </a:lnTo>
                  <a:lnTo>
                    <a:pt x="4363147" y="3116972"/>
                  </a:lnTo>
                  <a:lnTo>
                    <a:pt x="4362332" y="3116972"/>
                  </a:lnTo>
                  <a:lnTo>
                    <a:pt x="4361517" y="3116972"/>
                  </a:lnTo>
                  <a:lnTo>
                    <a:pt x="4360702" y="3116972"/>
                  </a:lnTo>
                  <a:lnTo>
                    <a:pt x="4359888" y="3116972"/>
                  </a:lnTo>
                  <a:lnTo>
                    <a:pt x="4359073" y="3116972"/>
                  </a:lnTo>
                  <a:lnTo>
                    <a:pt x="4358258" y="3116972"/>
                  </a:lnTo>
                  <a:lnTo>
                    <a:pt x="4357443" y="3116972"/>
                  </a:lnTo>
                  <a:lnTo>
                    <a:pt x="4356628" y="3116972"/>
                  </a:lnTo>
                  <a:lnTo>
                    <a:pt x="4355814" y="3116972"/>
                  </a:lnTo>
                  <a:lnTo>
                    <a:pt x="4354999" y="3116972"/>
                  </a:lnTo>
                  <a:lnTo>
                    <a:pt x="4354184" y="3116972"/>
                  </a:lnTo>
                  <a:lnTo>
                    <a:pt x="4353369" y="3116972"/>
                  </a:lnTo>
                  <a:lnTo>
                    <a:pt x="4352555" y="3116972"/>
                  </a:lnTo>
                  <a:lnTo>
                    <a:pt x="4351740" y="3116972"/>
                  </a:lnTo>
                  <a:lnTo>
                    <a:pt x="4350925" y="3116972"/>
                  </a:lnTo>
                  <a:lnTo>
                    <a:pt x="4350110" y="3116972"/>
                  </a:lnTo>
                  <a:lnTo>
                    <a:pt x="4349295" y="3116972"/>
                  </a:lnTo>
                  <a:lnTo>
                    <a:pt x="4348481" y="3116972"/>
                  </a:lnTo>
                  <a:lnTo>
                    <a:pt x="4347666" y="3116972"/>
                  </a:lnTo>
                  <a:lnTo>
                    <a:pt x="4346851" y="3116972"/>
                  </a:lnTo>
                  <a:lnTo>
                    <a:pt x="4346036" y="3116972"/>
                  </a:lnTo>
                  <a:lnTo>
                    <a:pt x="4345222" y="3116972"/>
                  </a:lnTo>
                  <a:lnTo>
                    <a:pt x="4344407" y="3116972"/>
                  </a:lnTo>
                  <a:lnTo>
                    <a:pt x="4343592" y="3116972"/>
                  </a:lnTo>
                  <a:lnTo>
                    <a:pt x="4342777" y="3116972"/>
                  </a:lnTo>
                  <a:lnTo>
                    <a:pt x="4341962" y="3116972"/>
                  </a:lnTo>
                  <a:lnTo>
                    <a:pt x="4341148" y="3116972"/>
                  </a:lnTo>
                  <a:lnTo>
                    <a:pt x="4340333" y="3116972"/>
                  </a:lnTo>
                  <a:lnTo>
                    <a:pt x="4339518" y="3116972"/>
                  </a:lnTo>
                  <a:lnTo>
                    <a:pt x="4338703" y="3116972"/>
                  </a:lnTo>
                  <a:lnTo>
                    <a:pt x="4337888" y="3116972"/>
                  </a:lnTo>
                  <a:lnTo>
                    <a:pt x="4337074" y="3116972"/>
                  </a:lnTo>
                  <a:lnTo>
                    <a:pt x="4336259" y="3116972"/>
                  </a:lnTo>
                  <a:lnTo>
                    <a:pt x="4335444" y="3116972"/>
                  </a:lnTo>
                  <a:lnTo>
                    <a:pt x="4334629" y="3116972"/>
                  </a:lnTo>
                  <a:lnTo>
                    <a:pt x="4333815" y="3116972"/>
                  </a:lnTo>
                  <a:lnTo>
                    <a:pt x="4333000" y="3116972"/>
                  </a:lnTo>
                  <a:lnTo>
                    <a:pt x="4332185" y="3116972"/>
                  </a:lnTo>
                  <a:lnTo>
                    <a:pt x="4331370" y="3116972"/>
                  </a:lnTo>
                  <a:lnTo>
                    <a:pt x="4330555" y="3116972"/>
                  </a:lnTo>
                  <a:lnTo>
                    <a:pt x="4329741" y="3116972"/>
                  </a:lnTo>
                  <a:lnTo>
                    <a:pt x="4328926" y="3116972"/>
                  </a:lnTo>
                  <a:lnTo>
                    <a:pt x="4328111" y="3116972"/>
                  </a:lnTo>
                  <a:lnTo>
                    <a:pt x="4327296" y="3116972"/>
                  </a:lnTo>
                  <a:lnTo>
                    <a:pt x="4326482" y="3116972"/>
                  </a:lnTo>
                  <a:lnTo>
                    <a:pt x="4325667" y="3116972"/>
                  </a:lnTo>
                  <a:lnTo>
                    <a:pt x="4324852" y="3116972"/>
                  </a:lnTo>
                  <a:lnTo>
                    <a:pt x="4324037" y="3116972"/>
                  </a:lnTo>
                  <a:lnTo>
                    <a:pt x="4323222" y="3116972"/>
                  </a:lnTo>
                  <a:lnTo>
                    <a:pt x="4322408" y="3116972"/>
                  </a:lnTo>
                  <a:lnTo>
                    <a:pt x="4321593" y="3116972"/>
                  </a:lnTo>
                  <a:lnTo>
                    <a:pt x="4320778" y="3116972"/>
                  </a:lnTo>
                  <a:lnTo>
                    <a:pt x="4319963" y="3116972"/>
                  </a:lnTo>
                  <a:lnTo>
                    <a:pt x="4319149" y="3116972"/>
                  </a:lnTo>
                  <a:lnTo>
                    <a:pt x="4318334" y="3116972"/>
                  </a:lnTo>
                  <a:lnTo>
                    <a:pt x="4317519" y="3116972"/>
                  </a:lnTo>
                  <a:lnTo>
                    <a:pt x="4316704" y="3116972"/>
                  </a:lnTo>
                  <a:lnTo>
                    <a:pt x="4315889" y="3116972"/>
                  </a:lnTo>
                  <a:lnTo>
                    <a:pt x="4315075" y="3116972"/>
                  </a:lnTo>
                  <a:lnTo>
                    <a:pt x="4314260" y="3116972"/>
                  </a:lnTo>
                  <a:lnTo>
                    <a:pt x="4313445" y="3116972"/>
                  </a:lnTo>
                  <a:lnTo>
                    <a:pt x="4312630" y="3116972"/>
                  </a:lnTo>
                  <a:lnTo>
                    <a:pt x="4311816" y="3116972"/>
                  </a:lnTo>
                  <a:lnTo>
                    <a:pt x="4311001" y="3116972"/>
                  </a:lnTo>
                  <a:lnTo>
                    <a:pt x="4310186" y="3116972"/>
                  </a:lnTo>
                  <a:lnTo>
                    <a:pt x="4309371" y="3116972"/>
                  </a:lnTo>
                  <a:lnTo>
                    <a:pt x="4308556" y="3116972"/>
                  </a:lnTo>
                  <a:lnTo>
                    <a:pt x="4307742" y="3116972"/>
                  </a:lnTo>
                  <a:lnTo>
                    <a:pt x="4306927" y="3116972"/>
                  </a:lnTo>
                  <a:lnTo>
                    <a:pt x="4306112" y="3116972"/>
                  </a:lnTo>
                  <a:lnTo>
                    <a:pt x="4305297" y="3116972"/>
                  </a:lnTo>
                  <a:lnTo>
                    <a:pt x="4304483" y="3116972"/>
                  </a:lnTo>
                  <a:lnTo>
                    <a:pt x="4303668" y="3116972"/>
                  </a:lnTo>
                  <a:lnTo>
                    <a:pt x="4302853" y="3116972"/>
                  </a:lnTo>
                  <a:lnTo>
                    <a:pt x="4302038" y="3116972"/>
                  </a:lnTo>
                  <a:lnTo>
                    <a:pt x="4301223" y="3116972"/>
                  </a:lnTo>
                  <a:lnTo>
                    <a:pt x="4300409" y="3116972"/>
                  </a:lnTo>
                  <a:lnTo>
                    <a:pt x="4299594" y="3116972"/>
                  </a:lnTo>
                  <a:lnTo>
                    <a:pt x="4298779" y="3116972"/>
                  </a:lnTo>
                  <a:lnTo>
                    <a:pt x="4297964" y="3116972"/>
                  </a:lnTo>
                  <a:lnTo>
                    <a:pt x="4297149" y="3116972"/>
                  </a:lnTo>
                  <a:lnTo>
                    <a:pt x="4296335" y="3116972"/>
                  </a:lnTo>
                  <a:lnTo>
                    <a:pt x="4295520" y="3116972"/>
                  </a:lnTo>
                  <a:lnTo>
                    <a:pt x="4294705" y="3116972"/>
                  </a:lnTo>
                  <a:lnTo>
                    <a:pt x="4293890" y="3116972"/>
                  </a:lnTo>
                  <a:lnTo>
                    <a:pt x="4293076" y="3116972"/>
                  </a:lnTo>
                  <a:lnTo>
                    <a:pt x="4292261" y="3116972"/>
                  </a:lnTo>
                  <a:lnTo>
                    <a:pt x="4291446" y="3116972"/>
                  </a:lnTo>
                  <a:lnTo>
                    <a:pt x="4290631" y="3116972"/>
                  </a:lnTo>
                  <a:lnTo>
                    <a:pt x="4289816" y="3116972"/>
                  </a:lnTo>
                  <a:lnTo>
                    <a:pt x="4289002" y="3116972"/>
                  </a:lnTo>
                  <a:lnTo>
                    <a:pt x="4288187" y="3116972"/>
                  </a:lnTo>
                  <a:lnTo>
                    <a:pt x="4287372" y="3116972"/>
                  </a:lnTo>
                  <a:lnTo>
                    <a:pt x="4286557" y="3116972"/>
                  </a:lnTo>
                  <a:lnTo>
                    <a:pt x="4285743" y="3116972"/>
                  </a:lnTo>
                  <a:lnTo>
                    <a:pt x="4284928" y="3116972"/>
                  </a:lnTo>
                  <a:lnTo>
                    <a:pt x="4284113" y="3116972"/>
                  </a:lnTo>
                  <a:lnTo>
                    <a:pt x="4283298" y="3116972"/>
                  </a:lnTo>
                  <a:lnTo>
                    <a:pt x="4282483" y="3116972"/>
                  </a:lnTo>
                  <a:lnTo>
                    <a:pt x="4281669" y="3116972"/>
                  </a:lnTo>
                  <a:lnTo>
                    <a:pt x="4280854" y="3116972"/>
                  </a:lnTo>
                  <a:lnTo>
                    <a:pt x="4280039" y="3116972"/>
                  </a:lnTo>
                  <a:lnTo>
                    <a:pt x="4279224" y="3116972"/>
                  </a:lnTo>
                  <a:lnTo>
                    <a:pt x="4278410" y="3116972"/>
                  </a:lnTo>
                  <a:lnTo>
                    <a:pt x="4277595" y="3116972"/>
                  </a:lnTo>
                  <a:lnTo>
                    <a:pt x="4276780" y="3116972"/>
                  </a:lnTo>
                  <a:lnTo>
                    <a:pt x="4275965" y="3116972"/>
                  </a:lnTo>
                  <a:lnTo>
                    <a:pt x="4275150" y="3116972"/>
                  </a:lnTo>
                  <a:lnTo>
                    <a:pt x="4274336" y="3116972"/>
                  </a:lnTo>
                  <a:lnTo>
                    <a:pt x="4273521" y="3116972"/>
                  </a:lnTo>
                  <a:lnTo>
                    <a:pt x="4272706" y="3116972"/>
                  </a:lnTo>
                  <a:lnTo>
                    <a:pt x="4271891" y="3116972"/>
                  </a:lnTo>
                  <a:lnTo>
                    <a:pt x="4271077" y="3116972"/>
                  </a:lnTo>
                  <a:lnTo>
                    <a:pt x="4270262" y="3116972"/>
                  </a:lnTo>
                  <a:lnTo>
                    <a:pt x="4269447" y="3116972"/>
                  </a:lnTo>
                  <a:lnTo>
                    <a:pt x="4268632" y="3116972"/>
                  </a:lnTo>
                  <a:lnTo>
                    <a:pt x="4267817" y="3116972"/>
                  </a:lnTo>
                  <a:lnTo>
                    <a:pt x="4267003" y="3116972"/>
                  </a:lnTo>
                  <a:lnTo>
                    <a:pt x="4266188" y="3116972"/>
                  </a:lnTo>
                  <a:lnTo>
                    <a:pt x="4265373" y="3116972"/>
                  </a:lnTo>
                  <a:lnTo>
                    <a:pt x="4264558" y="3116972"/>
                  </a:lnTo>
                  <a:lnTo>
                    <a:pt x="4263744" y="3116972"/>
                  </a:lnTo>
                  <a:lnTo>
                    <a:pt x="4262929" y="3116972"/>
                  </a:lnTo>
                  <a:lnTo>
                    <a:pt x="4262114" y="3116972"/>
                  </a:lnTo>
                  <a:lnTo>
                    <a:pt x="4261299" y="3116972"/>
                  </a:lnTo>
                  <a:lnTo>
                    <a:pt x="4260484" y="3116972"/>
                  </a:lnTo>
                  <a:lnTo>
                    <a:pt x="4259670" y="3116972"/>
                  </a:lnTo>
                  <a:lnTo>
                    <a:pt x="4258855" y="3116972"/>
                  </a:lnTo>
                  <a:lnTo>
                    <a:pt x="4258040" y="3116972"/>
                  </a:lnTo>
                  <a:lnTo>
                    <a:pt x="4257225" y="3116972"/>
                  </a:lnTo>
                  <a:lnTo>
                    <a:pt x="4256410" y="3116972"/>
                  </a:lnTo>
                  <a:lnTo>
                    <a:pt x="4255596" y="3116972"/>
                  </a:lnTo>
                  <a:lnTo>
                    <a:pt x="4254781" y="3116972"/>
                  </a:lnTo>
                  <a:lnTo>
                    <a:pt x="4253966" y="3116972"/>
                  </a:lnTo>
                  <a:lnTo>
                    <a:pt x="4253151" y="3116972"/>
                  </a:lnTo>
                  <a:lnTo>
                    <a:pt x="4252337" y="3116972"/>
                  </a:lnTo>
                  <a:lnTo>
                    <a:pt x="4251522" y="3116972"/>
                  </a:lnTo>
                  <a:lnTo>
                    <a:pt x="4250707" y="3116972"/>
                  </a:lnTo>
                  <a:lnTo>
                    <a:pt x="4249892" y="3116972"/>
                  </a:lnTo>
                  <a:lnTo>
                    <a:pt x="4249077" y="3116972"/>
                  </a:lnTo>
                  <a:lnTo>
                    <a:pt x="4248263" y="3116972"/>
                  </a:lnTo>
                  <a:lnTo>
                    <a:pt x="4247448" y="3116972"/>
                  </a:lnTo>
                  <a:lnTo>
                    <a:pt x="4246633" y="3116972"/>
                  </a:lnTo>
                  <a:lnTo>
                    <a:pt x="4245818" y="3116972"/>
                  </a:lnTo>
                  <a:lnTo>
                    <a:pt x="4245004" y="3116972"/>
                  </a:lnTo>
                  <a:lnTo>
                    <a:pt x="4244189" y="3116972"/>
                  </a:lnTo>
                  <a:lnTo>
                    <a:pt x="4243374" y="3116972"/>
                  </a:lnTo>
                  <a:lnTo>
                    <a:pt x="4242559" y="3116972"/>
                  </a:lnTo>
                  <a:lnTo>
                    <a:pt x="4241744" y="3116972"/>
                  </a:lnTo>
                  <a:lnTo>
                    <a:pt x="4240930" y="3116972"/>
                  </a:lnTo>
                  <a:lnTo>
                    <a:pt x="4240115" y="3116972"/>
                  </a:lnTo>
                  <a:lnTo>
                    <a:pt x="4239300" y="3116972"/>
                  </a:lnTo>
                  <a:lnTo>
                    <a:pt x="4238485" y="3116972"/>
                  </a:lnTo>
                  <a:lnTo>
                    <a:pt x="4237671" y="3116972"/>
                  </a:lnTo>
                  <a:lnTo>
                    <a:pt x="4236856" y="3116972"/>
                  </a:lnTo>
                  <a:lnTo>
                    <a:pt x="4236041" y="3116972"/>
                  </a:lnTo>
                  <a:lnTo>
                    <a:pt x="4235226" y="3116972"/>
                  </a:lnTo>
                  <a:lnTo>
                    <a:pt x="4234411" y="3116972"/>
                  </a:lnTo>
                  <a:lnTo>
                    <a:pt x="4233597" y="3116972"/>
                  </a:lnTo>
                  <a:lnTo>
                    <a:pt x="4232782" y="3116972"/>
                  </a:lnTo>
                  <a:lnTo>
                    <a:pt x="4231967" y="3116972"/>
                  </a:lnTo>
                  <a:lnTo>
                    <a:pt x="4231152" y="3116972"/>
                  </a:lnTo>
                  <a:lnTo>
                    <a:pt x="4230338" y="3116972"/>
                  </a:lnTo>
                  <a:lnTo>
                    <a:pt x="4229523" y="3116972"/>
                  </a:lnTo>
                  <a:lnTo>
                    <a:pt x="4228708" y="3116972"/>
                  </a:lnTo>
                  <a:lnTo>
                    <a:pt x="4227893" y="3116972"/>
                  </a:lnTo>
                  <a:lnTo>
                    <a:pt x="4227078" y="3116972"/>
                  </a:lnTo>
                  <a:lnTo>
                    <a:pt x="4226264" y="3116972"/>
                  </a:lnTo>
                  <a:lnTo>
                    <a:pt x="4225449" y="3116972"/>
                  </a:lnTo>
                  <a:lnTo>
                    <a:pt x="4224634" y="3116972"/>
                  </a:lnTo>
                  <a:lnTo>
                    <a:pt x="4223819" y="3116972"/>
                  </a:lnTo>
                  <a:lnTo>
                    <a:pt x="4223005" y="3116972"/>
                  </a:lnTo>
                  <a:lnTo>
                    <a:pt x="4222190" y="3116972"/>
                  </a:lnTo>
                  <a:lnTo>
                    <a:pt x="4221375" y="3116972"/>
                  </a:lnTo>
                  <a:lnTo>
                    <a:pt x="4220560" y="3116972"/>
                  </a:lnTo>
                  <a:lnTo>
                    <a:pt x="4219745" y="3116972"/>
                  </a:lnTo>
                  <a:lnTo>
                    <a:pt x="4218931" y="3116972"/>
                  </a:lnTo>
                  <a:lnTo>
                    <a:pt x="4218116" y="3116972"/>
                  </a:lnTo>
                  <a:lnTo>
                    <a:pt x="4217301" y="3116972"/>
                  </a:lnTo>
                  <a:lnTo>
                    <a:pt x="4216486" y="3116972"/>
                  </a:lnTo>
                  <a:lnTo>
                    <a:pt x="4215671" y="3116972"/>
                  </a:lnTo>
                  <a:lnTo>
                    <a:pt x="4214857" y="3116972"/>
                  </a:lnTo>
                  <a:lnTo>
                    <a:pt x="4214042" y="3116972"/>
                  </a:lnTo>
                  <a:lnTo>
                    <a:pt x="4213227" y="3116972"/>
                  </a:lnTo>
                  <a:lnTo>
                    <a:pt x="4212412" y="3116972"/>
                  </a:lnTo>
                  <a:lnTo>
                    <a:pt x="4211598" y="3116972"/>
                  </a:lnTo>
                  <a:lnTo>
                    <a:pt x="4210783" y="3116972"/>
                  </a:lnTo>
                  <a:lnTo>
                    <a:pt x="4209968" y="3116972"/>
                  </a:lnTo>
                  <a:lnTo>
                    <a:pt x="4209153" y="3116972"/>
                  </a:lnTo>
                  <a:lnTo>
                    <a:pt x="4208338" y="3116972"/>
                  </a:lnTo>
                  <a:lnTo>
                    <a:pt x="4207524" y="3116972"/>
                  </a:lnTo>
                  <a:lnTo>
                    <a:pt x="4206709" y="3116972"/>
                  </a:lnTo>
                  <a:lnTo>
                    <a:pt x="4205894" y="3116972"/>
                  </a:lnTo>
                  <a:lnTo>
                    <a:pt x="4205079" y="3116972"/>
                  </a:lnTo>
                  <a:lnTo>
                    <a:pt x="4204265" y="3116972"/>
                  </a:lnTo>
                  <a:lnTo>
                    <a:pt x="4203450" y="3116972"/>
                  </a:lnTo>
                  <a:lnTo>
                    <a:pt x="4202635" y="3116972"/>
                  </a:lnTo>
                  <a:lnTo>
                    <a:pt x="4201820" y="3116972"/>
                  </a:lnTo>
                  <a:lnTo>
                    <a:pt x="4201005" y="3116972"/>
                  </a:lnTo>
                  <a:lnTo>
                    <a:pt x="4200191" y="3116972"/>
                  </a:lnTo>
                  <a:lnTo>
                    <a:pt x="4199376" y="3116972"/>
                  </a:lnTo>
                  <a:lnTo>
                    <a:pt x="4198561" y="3116972"/>
                  </a:lnTo>
                  <a:lnTo>
                    <a:pt x="4197746" y="3116972"/>
                  </a:lnTo>
                  <a:lnTo>
                    <a:pt x="4196932" y="3116972"/>
                  </a:lnTo>
                  <a:lnTo>
                    <a:pt x="4196117" y="3116972"/>
                  </a:lnTo>
                  <a:lnTo>
                    <a:pt x="4195302" y="3116972"/>
                  </a:lnTo>
                  <a:lnTo>
                    <a:pt x="4194487" y="3116972"/>
                  </a:lnTo>
                  <a:lnTo>
                    <a:pt x="4193672" y="3116972"/>
                  </a:lnTo>
                  <a:lnTo>
                    <a:pt x="4192858" y="3116972"/>
                  </a:lnTo>
                  <a:lnTo>
                    <a:pt x="4192043" y="3116972"/>
                  </a:lnTo>
                  <a:lnTo>
                    <a:pt x="4191228" y="3116972"/>
                  </a:lnTo>
                  <a:lnTo>
                    <a:pt x="4190413" y="3116972"/>
                  </a:lnTo>
                  <a:lnTo>
                    <a:pt x="4189599" y="3116972"/>
                  </a:lnTo>
                  <a:lnTo>
                    <a:pt x="4188784" y="3116972"/>
                  </a:lnTo>
                  <a:lnTo>
                    <a:pt x="4187969" y="3116972"/>
                  </a:lnTo>
                  <a:lnTo>
                    <a:pt x="4187154" y="3116972"/>
                  </a:lnTo>
                  <a:lnTo>
                    <a:pt x="4186339" y="3116972"/>
                  </a:lnTo>
                  <a:lnTo>
                    <a:pt x="4185525" y="3116972"/>
                  </a:lnTo>
                  <a:lnTo>
                    <a:pt x="4184710" y="3116972"/>
                  </a:lnTo>
                  <a:lnTo>
                    <a:pt x="4183895" y="3116972"/>
                  </a:lnTo>
                  <a:lnTo>
                    <a:pt x="4183080" y="3116972"/>
                  </a:lnTo>
                  <a:lnTo>
                    <a:pt x="4182265" y="3116972"/>
                  </a:lnTo>
                  <a:lnTo>
                    <a:pt x="4181451" y="3116972"/>
                  </a:lnTo>
                  <a:lnTo>
                    <a:pt x="4180636" y="3116972"/>
                  </a:lnTo>
                  <a:lnTo>
                    <a:pt x="4179821" y="3116972"/>
                  </a:lnTo>
                  <a:lnTo>
                    <a:pt x="4179006" y="3116972"/>
                  </a:lnTo>
                  <a:lnTo>
                    <a:pt x="4178192" y="3116972"/>
                  </a:lnTo>
                  <a:lnTo>
                    <a:pt x="4177377" y="3116972"/>
                  </a:lnTo>
                  <a:lnTo>
                    <a:pt x="4176562" y="3116972"/>
                  </a:lnTo>
                  <a:lnTo>
                    <a:pt x="4175747" y="3116972"/>
                  </a:lnTo>
                  <a:lnTo>
                    <a:pt x="4174932" y="3116972"/>
                  </a:lnTo>
                  <a:lnTo>
                    <a:pt x="4174118" y="3116972"/>
                  </a:lnTo>
                  <a:lnTo>
                    <a:pt x="4173303" y="3116972"/>
                  </a:lnTo>
                  <a:lnTo>
                    <a:pt x="4172488" y="3116972"/>
                  </a:lnTo>
                  <a:lnTo>
                    <a:pt x="4171673" y="3116972"/>
                  </a:lnTo>
                  <a:lnTo>
                    <a:pt x="4170859" y="3116972"/>
                  </a:lnTo>
                  <a:lnTo>
                    <a:pt x="4170044" y="3116972"/>
                  </a:lnTo>
                  <a:lnTo>
                    <a:pt x="4169229" y="3116972"/>
                  </a:lnTo>
                  <a:lnTo>
                    <a:pt x="4168414" y="3116972"/>
                  </a:lnTo>
                  <a:lnTo>
                    <a:pt x="4167599" y="3116972"/>
                  </a:lnTo>
                  <a:lnTo>
                    <a:pt x="4166785" y="3116972"/>
                  </a:lnTo>
                  <a:lnTo>
                    <a:pt x="4165970" y="3116972"/>
                  </a:lnTo>
                  <a:lnTo>
                    <a:pt x="4165155" y="3116972"/>
                  </a:lnTo>
                  <a:lnTo>
                    <a:pt x="4164340" y="3116972"/>
                  </a:lnTo>
                  <a:lnTo>
                    <a:pt x="4163526" y="3116972"/>
                  </a:lnTo>
                  <a:lnTo>
                    <a:pt x="4162711" y="3116972"/>
                  </a:lnTo>
                  <a:lnTo>
                    <a:pt x="4161896" y="3116972"/>
                  </a:lnTo>
                  <a:lnTo>
                    <a:pt x="4161081" y="3116972"/>
                  </a:lnTo>
                  <a:lnTo>
                    <a:pt x="4160266" y="3116972"/>
                  </a:lnTo>
                  <a:lnTo>
                    <a:pt x="4159452" y="3116972"/>
                  </a:lnTo>
                  <a:lnTo>
                    <a:pt x="4158637" y="3116972"/>
                  </a:lnTo>
                  <a:lnTo>
                    <a:pt x="4157822" y="3116972"/>
                  </a:lnTo>
                  <a:lnTo>
                    <a:pt x="4157007" y="3116972"/>
                  </a:lnTo>
                  <a:lnTo>
                    <a:pt x="4156193" y="3116972"/>
                  </a:lnTo>
                  <a:lnTo>
                    <a:pt x="4155378" y="3116972"/>
                  </a:lnTo>
                  <a:lnTo>
                    <a:pt x="4154563" y="3116972"/>
                  </a:lnTo>
                  <a:lnTo>
                    <a:pt x="4153748" y="3116972"/>
                  </a:lnTo>
                  <a:lnTo>
                    <a:pt x="4152933" y="3116972"/>
                  </a:lnTo>
                  <a:lnTo>
                    <a:pt x="4152119" y="3116972"/>
                  </a:lnTo>
                  <a:lnTo>
                    <a:pt x="4151304" y="3116972"/>
                  </a:lnTo>
                  <a:lnTo>
                    <a:pt x="4150489" y="3116972"/>
                  </a:lnTo>
                  <a:lnTo>
                    <a:pt x="4149674" y="3116972"/>
                  </a:lnTo>
                  <a:lnTo>
                    <a:pt x="4148860" y="3116972"/>
                  </a:lnTo>
                  <a:lnTo>
                    <a:pt x="4148045" y="3116972"/>
                  </a:lnTo>
                  <a:lnTo>
                    <a:pt x="4147230" y="3116972"/>
                  </a:lnTo>
                  <a:lnTo>
                    <a:pt x="4146415" y="3116972"/>
                  </a:lnTo>
                  <a:lnTo>
                    <a:pt x="4145600" y="3116972"/>
                  </a:lnTo>
                  <a:lnTo>
                    <a:pt x="4144786" y="3116972"/>
                  </a:lnTo>
                  <a:lnTo>
                    <a:pt x="4143971" y="3116972"/>
                  </a:lnTo>
                  <a:lnTo>
                    <a:pt x="4143156" y="3116972"/>
                  </a:lnTo>
                  <a:lnTo>
                    <a:pt x="4142341" y="3116972"/>
                  </a:lnTo>
                  <a:lnTo>
                    <a:pt x="4141526" y="3116972"/>
                  </a:lnTo>
                  <a:lnTo>
                    <a:pt x="4140712" y="3116972"/>
                  </a:lnTo>
                  <a:lnTo>
                    <a:pt x="4139897" y="3116972"/>
                  </a:lnTo>
                  <a:lnTo>
                    <a:pt x="4139082" y="3116972"/>
                  </a:lnTo>
                  <a:lnTo>
                    <a:pt x="4138267" y="3116972"/>
                  </a:lnTo>
                  <a:lnTo>
                    <a:pt x="4137453" y="3116972"/>
                  </a:lnTo>
                  <a:lnTo>
                    <a:pt x="4136638" y="3116972"/>
                  </a:lnTo>
                  <a:lnTo>
                    <a:pt x="4135823" y="3116972"/>
                  </a:lnTo>
                  <a:lnTo>
                    <a:pt x="4135008" y="3116972"/>
                  </a:lnTo>
                  <a:lnTo>
                    <a:pt x="4134193" y="3116972"/>
                  </a:lnTo>
                  <a:lnTo>
                    <a:pt x="4133379" y="3116972"/>
                  </a:lnTo>
                  <a:lnTo>
                    <a:pt x="4132564" y="3116972"/>
                  </a:lnTo>
                  <a:lnTo>
                    <a:pt x="4131749" y="3116972"/>
                  </a:lnTo>
                  <a:lnTo>
                    <a:pt x="4130934" y="3116972"/>
                  </a:lnTo>
                  <a:lnTo>
                    <a:pt x="4130120" y="3116972"/>
                  </a:lnTo>
                  <a:lnTo>
                    <a:pt x="4129305" y="3116972"/>
                  </a:lnTo>
                  <a:lnTo>
                    <a:pt x="4128490" y="3116972"/>
                  </a:lnTo>
                  <a:lnTo>
                    <a:pt x="4127675" y="3116972"/>
                  </a:lnTo>
                  <a:lnTo>
                    <a:pt x="4126860" y="3116972"/>
                  </a:lnTo>
                  <a:lnTo>
                    <a:pt x="4126046" y="3116972"/>
                  </a:lnTo>
                  <a:lnTo>
                    <a:pt x="4125231" y="3116972"/>
                  </a:lnTo>
                  <a:lnTo>
                    <a:pt x="4124416" y="3116972"/>
                  </a:lnTo>
                  <a:lnTo>
                    <a:pt x="4123601" y="3116972"/>
                  </a:lnTo>
                  <a:lnTo>
                    <a:pt x="4122787" y="3116972"/>
                  </a:lnTo>
                  <a:lnTo>
                    <a:pt x="4121972" y="3116972"/>
                  </a:lnTo>
                  <a:lnTo>
                    <a:pt x="4121157" y="3116972"/>
                  </a:lnTo>
                  <a:lnTo>
                    <a:pt x="4120342" y="3116972"/>
                  </a:lnTo>
                  <a:lnTo>
                    <a:pt x="4119527" y="3116972"/>
                  </a:lnTo>
                  <a:lnTo>
                    <a:pt x="4118713" y="3116972"/>
                  </a:lnTo>
                  <a:lnTo>
                    <a:pt x="4117898" y="3116972"/>
                  </a:lnTo>
                  <a:lnTo>
                    <a:pt x="4117083" y="3116972"/>
                  </a:lnTo>
                  <a:lnTo>
                    <a:pt x="4116268" y="3116972"/>
                  </a:lnTo>
                  <a:lnTo>
                    <a:pt x="4115454" y="3116972"/>
                  </a:lnTo>
                  <a:lnTo>
                    <a:pt x="4114639" y="3116972"/>
                  </a:lnTo>
                  <a:lnTo>
                    <a:pt x="4113824" y="3116972"/>
                  </a:lnTo>
                  <a:lnTo>
                    <a:pt x="4113009" y="3116972"/>
                  </a:lnTo>
                  <a:lnTo>
                    <a:pt x="4112194" y="3116972"/>
                  </a:lnTo>
                  <a:lnTo>
                    <a:pt x="4111380" y="3116972"/>
                  </a:lnTo>
                  <a:lnTo>
                    <a:pt x="4110565" y="3116972"/>
                  </a:lnTo>
                  <a:lnTo>
                    <a:pt x="4109750" y="3116972"/>
                  </a:lnTo>
                  <a:lnTo>
                    <a:pt x="4108935" y="3116972"/>
                  </a:lnTo>
                  <a:lnTo>
                    <a:pt x="4108121" y="3116972"/>
                  </a:lnTo>
                  <a:lnTo>
                    <a:pt x="4107306" y="3116972"/>
                  </a:lnTo>
                  <a:lnTo>
                    <a:pt x="4106491" y="3116972"/>
                  </a:lnTo>
                  <a:lnTo>
                    <a:pt x="4105676" y="3116972"/>
                  </a:lnTo>
                  <a:lnTo>
                    <a:pt x="4104861" y="3116972"/>
                  </a:lnTo>
                  <a:lnTo>
                    <a:pt x="4104047" y="3116972"/>
                  </a:lnTo>
                  <a:lnTo>
                    <a:pt x="4103232" y="3116972"/>
                  </a:lnTo>
                  <a:lnTo>
                    <a:pt x="4102417" y="3116972"/>
                  </a:lnTo>
                  <a:lnTo>
                    <a:pt x="4101602" y="3116972"/>
                  </a:lnTo>
                  <a:lnTo>
                    <a:pt x="4100787" y="3116972"/>
                  </a:lnTo>
                  <a:lnTo>
                    <a:pt x="4099973" y="3116972"/>
                  </a:lnTo>
                  <a:lnTo>
                    <a:pt x="4099158" y="3116972"/>
                  </a:lnTo>
                  <a:lnTo>
                    <a:pt x="4098343" y="3116972"/>
                  </a:lnTo>
                  <a:lnTo>
                    <a:pt x="4097528" y="3116972"/>
                  </a:lnTo>
                  <a:lnTo>
                    <a:pt x="4096714" y="3116972"/>
                  </a:lnTo>
                  <a:lnTo>
                    <a:pt x="4095899" y="3116972"/>
                  </a:lnTo>
                  <a:lnTo>
                    <a:pt x="4095084" y="3116972"/>
                  </a:lnTo>
                  <a:lnTo>
                    <a:pt x="4094269" y="3116972"/>
                  </a:lnTo>
                  <a:lnTo>
                    <a:pt x="4093454" y="3116972"/>
                  </a:lnTo>
                  <a:lnTo>
                    <a:pt x="4092640" y="3116972"/>
                  </a:lnTo>
                  <a:lnTo>
                    <a:pt x="4091825" y="3116972"/>
                  </a:lnTo>
                  <a:lnTo>
                    <a:pt x="4091010" y="3116972"/>
                  </a:lnTo>
                  <a:lnTo>
                    <a:pt x="4090195" y="3116972"/>
                  </a:lnTo>
                  <a:lnTo>
                    <a:pt x="4089381" y="3116972"/>
                  </a:lnTo>
                  <a:lnTo>
                    <a:pt x="4088566" y="3116972"/>
                  </a:lnTo>
                  <a:lnTo>
                    <a:pt x="4087751" y="3116972"/>
                  </a:lnTo>
                  <a:lnTo>
                    <a:pt x="4086936" y="3116972"/>
                  </a:lnTo>
                  <a:lnTo>
                    <a:pt x="4086121" y="3116972"/>
                  </a:lnTo>
                  <a:lnTo>
                    <a:pt x="4085307" y="3116972"/>
                  </a:lnTo>
                  <a:lnTo>
                    <a:pt x="4084492" y="3116972"/>
                  </a:lnTo>
                  <a:lnTo>
                    <a:pt x="4083677" y="3116972"/>
                  </a:lnTo>
                  <a:lnTo>
                    <a:pt x="4082862" y="3116972"/>
                  </a:lnTo>
                  <a:lnTo>
                    <a:pt x="4082048" y="3116972"/>
                  </a:lnTo>
                  <a:lnTo>
                    <a:pt x="4081233" y="3116972"/>
                  </a:lnTo>
                  <a:lnTo>
                    <a:pt x="4080418" y="3116972"/>
                  </a:lnTo>
                  <a:lnTo>
                    <a:pt x="4079603" y="3116972"/>
                  </a:lnTo>
                  <a:lnTo>
                    <a:pt x="4078788" y="3116972"/>
                  </a:lnTo>
                  <a:lnTo>
                    <a:pt x="4077974" y="3116972"/>
                  </a:lnTo>
                  <a:lnTo>
                    <a:pt x="4077159" y="3116972"/>
                  </a:lnTo>
                  <a:lnTo>
                    <a:pt x="4076344" y="3116972"/>
                  </a:lnTo>
                  <a:lnTo>
                    <a:pt x="4075529" y="3116972"/>
                  </a:lnTo>
                  <a:lnTo>
                    <a:pt x="4074715" y="3116972"/>
                  </a:lnTo>
                  <a:lnTo>
                    <a:pt x="4073900" y="3116972"/>
                  </a:lnTo>
                  <a:lnTo>
                    <a:pt x="4073085" y="3116972"/>
                  </a:lnTo>
                  <a:lnTo>
                    <a:pt x="4072270" y="3116972"/>
                  </a:lnTo>
                  <a:lnTo>
                    <a:pt x="4071455" y="3116972"/>
                  </a:lnTo>
                  <a:lnTo>
                    <a:pt x="4070641" y="3116972"/>
                  </a:lnTo>
                  <a:lnTo>
                    <a:pt x="4069826" y="3116972"/>
                  </a:lnTo>
                  <a:lnTo>
                    <a:pt x="4069011" y="3116972"/>
                  </a:lnTo>
                  <a:lnTo>
                    <a:pt x="4068196" y="3116972"/>
                  </a:lnTo>
                  <a:lnTo>
                    <a:pt x="4067382" y="3116972"/>
                  </a:lnTo>
                  <a:lnTo>
                    <a:pt x="4066567" y="3116972"/>
                  </a:lnTo>
                  <a:lnTo>
                    <a:pt x="4065752" y="3116972"/>
                  </a:lnTo>
                  <a:lnTo>
                    <a:pt x="4064937" y="3116972"/>
                  </a:lnTo>
                  <a:lnTo>
                    <a:pt x="4064122" y="3116972"/>
                  </a:lnTo>
                  <a:lnTo>
                    <a:pt x="4063308" y="3116972"/>
                  </a:lnTo>
                  <a:lnTo>
                    <a:pt x="4062493" y="3116972"/>
                  </a:lnTo>
                  <a:lnTo>
                    <a:pt x="4061678" y="3116972"/>
                  </a:lnTo>
                  <a:lnTo>
                    <a:pt x="4060863" y="3116972"/>
                  </a:lnTo>
                  <a:lnTo>
                    <a:pt x="4060048" y="3116972"/>
                  </a:lnTo>
                  <a:lnTo>
                    <a:pt x="4059234" y="3116972"/>
                  </a:lnTo>
                  <a:lnTo>
                    <a:pt x="4058419" y="3116972"/>
                  </a:lnTo>
                  <a:lnTo>
                    <a:pt x="4057604" y="3116972"/>
                  </a:lnTo>
                  <a:lnTo>
                    <a:pt x="4056789" y="3116972"/>
                  </a:lnTo>
                  <a:lnTo>
                    <a:pt x="4055975" y="3116972"/>
                  </a:lnTo>
                  <a:lnTo>
                    <a:pt x="4055160" y="3116972"/>
                  </a:lnTo>
                  <a:lnTo>
                    <a:pt x="4054345" y="3116972"/>
                  </a:lnTo>
                  <a:lnTo>
                    <a:pt x="4053530" y="3116972"/>
                  </a:lnTo>
                  <a:lnTo>
                    <a:pt x="4052715" y="3116972"/>
                  </a:lnTo>
                  <a:lnTo>
                    <a:pt x="4051901" y="3116972"/>
                  </a:lnTo>
                  <a:lnTo>
                    <a:pt x="4051086" y="3116972"/>
                  </a:lnTo>
                  <a:lnTo>
                    <a:pt x="4050271" y="3116972"/>
                  </a:lnTo>
                  <a:lnTo>
                    <a:pt x="4049456" y="3116972"/>
                  </a:lnTo>
                  <a:lnTo>
                    <a:pt x="4048642" y="3116972"/>
                  </a:lnTo>
                  <a:lnTo>
                    <a:pt x="4047827" y="3116972"/>
                  </a:lnTo>
                  <a:lnTo>
                    <a:pt x="4047012" y="3116972"/>
                  </a:lnTo>
                  <a:lnTo>
                    <a:pt x="4046197" y="3116972"/>
                  </a:lnTo>
                  <a:lnTo>
                    <a:pt x="4045382" y="3116972"/>
                  </a:lnTo>
                  <a:lnTo>
                    <a:pt x="4044568" y="3116972"/>
                  </a:lnTo>
                  <a:lnTo>
                    <a:pt x="4043753" y="3116972"/>
                  </a:lnTo>
                  <a:lnTo>
                    <a:pt x="4042938" y="3116972"/>
                  </a:lnTo>
                  <a:lnTo>
                    <a:pt x="4042123" y="3116972"/>
                  </a:lnTo>
                  <a:lnTo>
                    <a:pt x="4041309" y="3116972"/>
                  </a:lnTo>
                  <a:lnTo>
                    <a:pt x="4040494" y="3116972"/>
                  </a:lnTo>
                  <a:lnTo>
                    <a:pt x="4039679" y="3116972"/>
                  </a:lnTo>
                  <a:lnTo>
                    <a:pt x="4038864" y="3116972"/>
                  </a:lnTo>
                  <a:lnTo>
                    <a:pt x="4038049" y="3116972"/>
                  </a:lnTo>
                  <a:lnTo>
                    <a:pt x="4037235" y="3116972"/>
                  </a:lnTo>
                  <a:lnTo>
                    <a:pt x="4036420" y="3116972"/>
                  </a:lnTo>
                  <a:lnTo>
                    <a:pt x="4035605" y="3116972"/>
                  </a:lnTo>
                  <a:lnTo>
                    <a:pt x="4034790" y="3116972"/>
                  </a:lnTo>
                  <a:lnTo>
                    <a:pt x="4033976" y="3116972"/>
                  </a:lnTo>
                  <a:lnTo>
                    <a:pt x="4033161" y="3116972"/>
                  </a:lnTo>
                  <a:lnTo>
                    <a:pt x="4032346" y="3116972"/>
                  </a:lnTo>
                  <a:lnTo>
                    <a:pt x="4031531" y="3116972"/>
                  </a:lnTo>
                  <a:lnTo>
                    <a:pt x="4030716" y="3116972"/>
                  </a:lnTo>
                  <a:lnTo>
                    <a:pt x="4029902" y="3116972"/>
                  </a:lnTo>
                  <a:lnTo>
                    <a:pt x="4029087" y="3116972"/>
                  </a:lnTo>
                  <a:lnTo>
                    <a:pt x="4028272" y="3116972"/>
                  </a:lnTo>
                  <a:lnTo>
                    <a:pt x="4027457" y="3116972"/>
                  </a:lnTo>
                  <a:lnTo>
                    <a:pt x="4026643" y="3116972"/>
                  </a:lnTo>
                  <a:lnTo>
                    <a:pt x="4025828" y="3116972"/>
                  </a:lnTo>
                  <a:lnTo>
                    <a:pt x="4025013" y="3116972"/>
                  </a:lnTo>
                  <a:lnTo>
                    <a:pt x="4024198" y="3116972"/>
                  </a:lnTo>
                  <a:lnTo>
                    <a:pt x="4023383" y="3116972"/>
                  </a:lnTo>
                  <a:lnTo>
                    <a:pt x="4022569" y="3116972"/>
                  </a:lnTo>
                  <a:lnTo>
                    <a:pt x="4021754" y="3116972"/>
                  </a:lnTo>
                  <a:lnTo>
                    <a:pt x="4020939" y="3116972"/>
                  </a:lnTo>
                  <a:lnTo>
                    <a:pt x="4020124" y="3116972"/>
                  </a:lnTo>
                  <a:lnTo>
                    <a:pt x="4019309" y="3116972"/>
                  </a:lnTo>
                  <a:lnTo>
                    <a:pt x="4018495" y="3116972"/>
                  </a:lnTo>
                  <a:lnTo>
                    <a:pt x="4017680" y="3116972"/>
                  </a:lnTo>
                  <a:lnTo>
                    <a:pt x="4016865" y="3116972"/>
                  </a:lnTo>
                  <a:lnTo>
                    <a:pt x="4016050" y="3116972"/>
                  </a:lnTo>
                  <a:lnTo>
                    <a:pt x="4015236" y="3116972"/>
                  </a:lnTo>
                  <a:lnTo>
                    <a:pt x="4014421" y="3116972"/>
                  </a:lnTo>
                  <a:lnTo>
                    <a:pt x="4013606" y="3116972"/>
                  </a:lnTo>
                  <a:lnTo>
                    <a:pt x="4012791" y="3116972"/>
                  </a:lnTo>
                  <a:lnTo>
                    <a:pt x="4011976" y="3116972"/>
                  </a:lnTo>
                  <a:lnTo>
                    <a:pt x="4011162" y="3116972"/>
                  </a:lnTo>
                  <a:lnTo>
                    <a:pt x="4010347" y="3116972"/>
                  </a:lnTo>
                  <a:lnTo>
                    <a:pt x="4009532" y="3116972"/>
                  </a:lnTo>
                  <a:lnTo>
                    <a:pt x="4008717" y="3116972"/>
                  </a:lnTo>
                  <a:lnTo>
                    <a:pt x="4007903" y="3116972"/>
                  </a:lnTo>
                  <a:lnTo>
                    <a:pt x="4007088" y="3116972"/>
                  </a:lnTo>
                  <a:lnTo>
                    <a:pt x="4006273" y="3116972"/>
                  </a:lnTo>
                  <a:lnTo>
                    <a:pt x="4005458" y="3116972"/>
                  </a:lnTo>
                  <a:lnTo>
                    <a:pt x="4004643" y="3116972"/>
                  </a:lnTo>
                  <a:lnTo>
                    <a:pt x="4003829" y="3116972"/>
                  </a:lnTo>
                  <a:lnTo>
                    <a:pt x="4003014" y="3116972"/>
                  </a:lnTo>
                  <a:lnTo>
                    <a:pt x="4002199" y="3116972"/>
                  </a:lnTo>
                  <a:lnTo>
                    <a:pt x="4001384" y="3116972"/>
                  </a:lnTo>
                  <a:lnTo>
                    <a:pt x="4000570" y="3116972"/>
                  </a:lnTo>
                  <a:lnTo>
                    <a:pt x="3999755" y="3116972"/>
                  </a:lnTo>
                  <a:lnTo>
                    <a:pt x="3998940" y="3116972"/>
                  </a:lnTo>
                  <a:lnTo>
                    <a:pt x="3998125" y="3116972"/>
                  </a:lnTo>
                  <a:lnTo>
                    <a:pt x="3997310" y="3116972"/>
                  </a:lnTo>
                  <a:lnTo>
                    <a:pt x="3996496" y="3116972"/>
                  </a:lnTo>
                  <a:lnTo>
                    <a:pt x="3995681" y="3116972"/>
                  </a:lnTo>
                  <a:lnTo>
                    <a:pt x="3994866" y="3116972"/>
                  </a:lnTo>
                  <a:lnTo>
                    <a:pt x="3994051" y="3116972"/>
                  </a:lnTo>
                  <a:lnTo>
                    <a:pt x="3993237" y="3116972"/>
                  </a:lnTo>
                  <a:lnTo>
                    <a:pt x="3992422" y="3116972"/>
                  </a:lnTo>
                  <a:lnTo>
                    <a:pt x="3991607" y="3116972"/>
                  </a:lnTo>
                  <a:lnTo>
                    <a:pt x="3990792" y="3116972"/>
                  </a:lnTo>
                  <a:lnTo>
                    <a:pt x="3989977" y="3116972"/>
                  </a:lnTo>
                  <a:lnTo>
                    <a:pt x="3989163" y="3116972"/>
                  </a:lnTo>
                  <a:lnTo>
                    <a:pt x="3988348" y="3116972"/>
                  </a:lnTo>
                  <a:lnTo>
                    <a:pt x="3987533" y="3116972"/>
                  </a:lnTo>
                  <a:lnTo>
                    <a:pt x="3986718" y="3116972"/>
                  </a:lnTo>
                  <a:lnTo>
                    <a:pt x="3985904" y="3116972"/>
                  </a:lnTo>
                  <a:lnTo>
                    <a:pt x="3985089" y="3116972"/>
                  </a:lnTo>
                  <a:lnTo>
                    <a:pt x="3984274" y="3116972"/>
                  </a:lnTo>
                  <a:lnTo>
                    <a:pt x="3983459" y="3116972"/>
                  </a:lnTo>
                  <a:lnTo>
                    <a:pt x="3982644" y="3116972"/>
                  </a:lnTo>
                  <a:lnTo>
                    <a:pt x="3981830" y="3116972"/>
                  </a:lnTo>
                  <a:lnTo>
                    <a:pt x="3981015" y="3116972"/>
                  </a:lnTo>
                  <a:lnTo>
                    <a:pt x="3980200" y="3116972"/>
                  </a:lnTo>
                  <a:lnTo>
                    <a:pt x="3979385" y="3116972"/>
                  </a:lnTo>
                  <a:lnTo>
                    <a:pt x="3978570" y="3116972"/>
                  </a:lnTo>
                  <a:lnTo>
                    <a:pt x="3977756" y="3116972"/>
                  </a:lnTo>
                  <a:lnTo>
                    <a:pt x="3976941" y="3116972"/>
                  </a:lnTo>
                  <a:lnTo>
                    <a:pt x="3976126" y="3116972"/>
                  </a:lnTo>
                  <a:lnTo>
                    <a:pt x="3975311" y="3116972"/>
                  </a:lnTo>
                  <a:lnTo>
                    <a:pt x="3974497" y="3116972"/>
                  </a:lnTo>
                  <a:lnTo>
                    <a:pt x="3973682" y="3116972"/>
                  </a:lnTo>
                  <a:lnTo>
                    <a:pt x="3972867" y="3116972"/>
                  </a:lnTo>
                  <a:lnTo>
                    <a:pt x="3972052" y="3116972"/>
                  </a:lnTo>
                  <a:lnTo>
                    <a:pt x="3971237" y="3116972"/>
                  </a:lnTo>
                  <a:lnTo>
                    <a:pt x="3970423" y="3116972"/>
                  </a:lnTo>
                  <a:lnTo>
                    <a:pt x="3969608" y="3116972"/>
                  </a:lnTo>
                  <a:lnTo>
                    <a:pt x="3968793" y="3116972"/>
                  </a:lnTo>
                  <a:lnTo>
                    <a:pt x="3967978" y="3116972"/>
                  </a:lnTo>
                  <a:lnTo>
                    <a:pt x="3967164" y="3116972"/>
                  </a:lnTo>
                  <a:lnTo>
                    <a:pt x="3966349" y="3116972"/>
                  </a:lnTo>
                  <a:lnTo>
                    <a:pt x="3965534" y="3116972"/>
                  </a:lnTo>
                  <a:lnTo>
                    <a:pt x="3964719" y="3116972"/>
                  </a:lnTo>
                  <a:lnTo>
                    <a:pt x="3963904" y="3116972"/>
                  </a:lnTo>
                  <a:lnTo>
                    <a:pt x="3963090" y="3116972"/>
                  </a:lnTo>
                  <a:lnTo>
                    <a:pt x="3962275" y="3116972"/>
                  </a:lnTo>
                  <a:lnTo>
                    <a:pt x="3961460" y="3116972"/>
                  </a:lnTo>
                  <a:lnTo>
                    <a:pt x="3960645" y="3116972"/>
                  </a:lnTo>
                  <a:lnTo>
                    <a:pt x="3959831" y="3116972"/>
                  </a:lnTo>
                  <a:lnTo>
                    <a:pt x="3959016" y="3116972"/>
                  </a:lnTo>
                  <a:lnTo>
                    <a:pt x="3958201" y="3116972"/>
                  </a:lnTo>
                  <a:lnTo>
                    <a:pt x="3957386" y="3116972"/>
                  </a:lnTo>
                  <a:lnTo>
                    <a:pt x="3956571" y="3116972"/>
                  </a:lnTo>
                  <a:lnTo>
                    <a:pt x="3955757" y="3116972"/>
                  </a:lnTo>
                  <a:lnTo>
                    <a:pt x="3954942" y="3116972"/>
                  </a:lnTo>
                  <a:lnTo>
                    <a:pt x="3954127" y="3116972"/>
                  </a:lnTo>
                  <a:lnTo>
                    <a:pt x="3953312" y="3116972"/>
                  </a:lnTo>
                  <a:lnTo>
                    <a:pt x="3952498" y="3116972"/>
                  </a:lnTo>
                  <a:lnTo>
                    <a:pt x="3951683" y="3116972"/>
                  </a:lnTo>
                  <a:lnTo>
                    <a:pt x="3950868" y="3116972"/>
                  </a:lnTo>
                  <a:lnTo>
                    <a:pt x="3950053" y="3116972"/>
                  </a:lnTo>
                  <a:lnTo>
                    <a:pt x="3949238" y="3116972"/>
                  </a:lnTo>
                  <a:lnTo>
                    <a:pt x="3948424" y="3116972"/>
                  </a:lnTo>
                  <a:lnTo>
                    <a:pt x="3947609" y="3116972"/>
                  </a:lnTo>
                  <a:lnTo>
                    <a:pt x="3946794" y="3116972"/>
                  </a:lnTo>
                  <a:lnTo>
                    <a:pt x="3945979" y="3116972"/>
                  </a:lnTo>
                  <a:lnTo>
                    <a:pt x="3945165" y="3116972"/>
                  </a:lnTo>
                  <a:lnTo>
                    <a:pt x="3944350" y="3116972"/>
                  </a:lnTo>
                  <a:lnTo>
                    <a:pt x="3943535" y="3116972"/>
                  </a:lnTo>
                  <a:lnTo>
                    <a:pt x="3942720" y="3116972"/>
                  </a:lnTo>
                  <a:lnTo>
                    <a:pt x="3941905" y="3116972"/>
                  </a:lnTo>
                  <a:lnTo>
                    <a:pt x="3941091" y="3116972"/>
                  </a:lnTo>
                  <a:lnTo>
                    <a:pt x="3940276" y="3116972"/>
                  </a:lnTo>
                  <a:lnTo>
                    <a:pt x="3939461" y="3116972"/>
                  </a:lnTo>
                  <a:lnTo>
                    <a:pt x="3938646" y="3116972"/>
                  </a:lnTo>
                  <a:lnTo>
                    <a:pt x="3937831" y="3116972"/>
                  </a:lnTo>
                  <a:lnTo>
                    <a:pt x="3937017" y="3116972"/>
                  </a:lnTo>
                  <a:lnTo>
                    <a:pt x="3936202" y="3116972"/>
                  </a:lnTo>
                  <a:lnTo>
                    <a:pt x="3935387" y="3116972"/>
                  </a:lnTo>
                  <a:lnTo>
                    <a:pt x="3934572" y="3116972"/>
                  </a:lnTo>
                  <a:lnTo>
                    <a:pt x="3933758" y="3116972"/>
                  </a:lnTo>
                  <a:lnTo>
                    <a:pt x="3932943" y="3116972"/>
                  </a:lnTo>
                  <a:lnTo>
                    <a:pt x="3932128" y="3116972"/>
                  </a:lnTo>
                  <a:lnTo>
                    <a:pt x="3931313" y="3116972"/>
                  </a:lnTo>
                  <a:lnTo>
                    <a:pt x="3930498" y="3116972"/>
                  </a:lnTo>
                  <a:lnTo>
                    <a:pt x="3929684" y="3116972"/>
                  </a:lnTo>
                  <a:lnTo>
                    <a:pt x="3928869" y="3116972"/>
                  </a:lnTo>
                  <a:lnTo>
                    <a:pt x="3928054" y="3116972"/>
                  </a:lnTo>
                  <a:lnTo>
                    <a:pt x="3927239" y="3116972"/>
                  </a:lnTo>
                  <a:lnTo>
                    <a:pt x="3926425" y="3116972"/>
                  </a:lnTo>
                  <a:lnTo>
                    <a:pt x="3925610" y="3116972"/>
                  </a:lnTo>
                  <a:lnTo>
                    <a:pt x="3924795" y="3116972"/>
                  </a:lnTo>
                  <a:lnTo>
                    <a:pt x="3923980" y="3116972"/>
                  </a:lnTo>
                  <a:lnTo>
                    <a:pt x="3923165" y="3116972"/>
                  </a:lnTo>
                  <a:lnTo>
                    <a:pt x="3922351" y="3116972"/>
                  </a:lnTo>
                  <a:lnTo>
                    <a:pt x="3921536" y="3116972"/>
                  </a:lnTo>
                  <a:lnTo>
                    <a:pt x="3920721" y="3116972"/>
                  </a:lnTo>
                  <a:lnTo>
                    <a:pt x="3919906" y="3116972"/>
                  </a:lnTo>
                  <a:lnTo>
                    <a:pt x="3919092" y="3116972"/>
                  </a:lnTo>
                  <a:lnTo>
                    <a:pt x="3918277" y="3116972"/>
                  </a:lnTo>
                  <a:lnTo>
                    <a:pt x="3917462" y="3116972"/>
                  </a:lnTo>
                  <a:lnTo>
                    <a:pt x="3916647" y="3116972"/>
                  </a:lnTo>
                  <a:lnTo>
                    <a:pt x="3915832" y="3116972"/>
                  </a:lnTo>
                  <a:lnTo>
                    <a:pt x="3915018" y="3116972"/>
                  </a:lnTo>
                  <a:lnTo>
                    <a:pt x="3914203" y="3116972"/>
                  </a:lnTo>
                  <a:lnTo>
                    <a:pt x="3913388" y="3116972"/>
                  </a:lnTo>
                  <a:lnTo>
                    <a:pt x="3912573" y="3116972"/>
                  </a:lnTo>
                  <a:lnTo>
                    <a:pt x="3911759" y="3116972"/>
                  </a:lnTo>
                  <a:lnTo>
                    <a:pt x="3910944" y="3116972"/>
                  </a:lnTo>
                  <a:lnTo>
                    <a:pt x="3910129" y="3116972"/>
                  </a:lnTo>
                  <a:lnTo>
                    <a:pt x="3909314" y="3116972"/>
                  </a:lnTo>
                  <a:lnTo>
                    <a:pt x="3908499" y="3116972"/>
                  </a:lnTo>
                  <a:lnTo>
                    <a:pt x="3907685" y="3116972"/>
                  </a:lnTo>
                  <a:lnTo>
                    <a:pt x="3906870" y="3116972"/>
                  </a:lnTo>
                  <a:lnTo>
                    <a:pt x="3906055" y="3116972"/>
                  </a:lnTo>
                  <a:lnTo>
                    <a:pt x="3905240" y="3116972"/>
                  </a:lnTo>
                  <a:lnTo>
                    <a:pt x="3904426" y="3116972"/>
                  </a:lnTo>
                  <a:lnTo>
                    <a:pt x="3903611" y="3116972"/>
                  </a:lnTo>
                  <a:lnTo>
                    <a:pt x="3902796" y="3116972"/>
                  </a:lnTo>
                  <a:lnTo>
                    <a:pt x="3901981" y="3116972"/>
                  </a:lnTo>
                  <a:lnTo>
                    <a:pt x="3901166" y="3116972"/>
                  </a:lnTo>
                  <a:lnTo>
                    <a:pt x="3900352" y="3116972"/>
                  </a:lnTo>
                  <a:lnTo>
                    <a:pt x="3899537" y="3116972"/>
                  </a:lnTo>
                  <a:lnTo>
                    <a:pt x="3898722" y="3116972"/>
                  </a:lnTo>
                  <a:lnTo>
                    <a:pt x="3897907" y="3116972"/>
                  </a:lnTo>
                  <a:lnTo>
                    <a:pt x="3897092" y="3116972"/>
                  </a:lnTo>
                  <a:lnTo>
                    <a:pt x="3896278" y="3116972"/>
                  </a:lnTo>
                  <a:lnTo>
                    <a:pt x="3895463" y="3116972"/>
                  </a:lnTo>
                  <a:lnTo>
                    <a:pt x="3894648" y="3116972"/>
                  </a:lnTo>
                  <a:lnTo>
                    <a:pt x="3893833" y="3116972"/>
                  </a:lnTo>
                  <a:lnTo>
                    <a:pt x="3893019" y="3116972"/>
                  </a:lnTo>
                  <a:lnTo>
                    <a:pt x="3892204" y="3116972"/>
                  </a:lnTo>
                  <a:lnTo>
                    <a:pt x="3891389" y="3116972"/>
                  </a:lnTo>
                  <a:lnTo>
                    <a:pt x="3890574" y="3116972"/>
                  </a:lnTo>
                  <a:lnTo>
                    <a:pt x="3889759" y="3116972"/>
                  </a:lnTo>
                  <a:lnTo>
                    <a:pt x="3888945" y="3116972"/>
                  </a:lnTo>
                  <a:lnTo>
                    <a:pt x="3888130" y="3116972"/>
                  </a:lnTo>
                  <a:lnTo>
                    <a:pt x="3887315" y="3116972"/>
                  </a:lnTo>
                  <a:lnTo>
                    <a:pt x="3886500" y="3116972"/>
                  </a:lnTo>
                  <a:lnTo>
                    <a:pt x="3885686" y="3116972"/>
                  </a:lnTo>
                  <a:lnTo>
                    <a:pt x="3884871" y="3116972"/>
                  </a:lnTo>
                  <a:lnTo>
                    <a:pt x="3884056" y="3116972"/>
                  </a:lnTo>
                  <a:lnTo>
                    <a:pt x="3883241" y="3116972"/>
                  </a:lnTo>
                  <a:lnTo>
                    <a:pt x="3882426" y="3116972"/>
                  </a:lnTo>
                  <a:lnTo>
                    <a:pt x="3881612" y="3116972"/>
                  </a:lnTo>
                  <a:lnTo>
                    <a:pt x="3880797" y="3116972"/>
                  </a:lnTo>
                  <a:lnTo>
                    <a:pt x="3879982" y="3116972"/>
                  </a:lnTo>
                  <a:lnTo>
                    <a:pt x="3879167" y="3116972"/>
                  </a:lnTo>
                  <a:lnTo>
                    <a:pt x="3878353" y="3116972"/>
                  </a:lnTo>
                  <a:lnTo>
                    <a:pt x="3877538" y="3116972"/>
                  </a:lnTo>
                  <a:lnTo>
                    <a:pt x="3876723" y="3116972"/>
                  </a:lnTo>
                  <a:lnTo>
                    <a:pt x="3875908" y="3116972"/>
                  </a:lnTo>
                  <a:lnTo>
                    <a:pt x="3875093" y="3116972"/>
                  </a:lnTo>
                  <a:lnTo>
                    <a:pt x="3874279" y="3116972"/>
                  </a:lnTo>
                  <a:lnTo>
                    <a:pt x="3873464" y="3116972"/>
                  </a:lnTo>
                  <a:lnTo>
                    <a:pt x="3872649" y="3116972"/>
                  </a:lnTo>
                  <a:lnTo>
                    <a:pt x="3871834" y="3116972"/>
                  </a:lnTo>
                  <a:lnTo>
                    <a:pt x="3871020" y="3116972"/>
                  </a:lnTo>
                  <a:lnTo>
                    <a:pt x="3870205" y="3116972"/>
                  </a:lnTo>
                  <a:lnTo>
                    <a:pt x="3869390" y="3116972"/>
                  </a:lnTo>
                  <a:lnTo>
                    <a:pt x="3868575" y="3116972"/>
                  </a:lnTo>
                  <a:lnTo>
                    <a:pt x="3867760" y="3116972"/>
                  </a:lnTo>
                  <a:lnTo>
                    <a:pt x="3866946" y="3116972"/>
                  </a:lnTo>
                  <a:lnTo>
                    <a:pt x="3866131" y="3116972"/>
                  </a:lnTo>
                  <a:lnTo>
                    <a:pt x="3865316" y="3116972"/>
                  </a:lnTo>
                  <a:lnTo>
                    <a:pt x="3864501" y="3116972"/>
                  </a:lnTo>
                  <a:lnTo>
                    <a:pt x="3863686" y="3116972"/>
                  </a:lnTo>
                  <a:lnTo>
                    <a:pt x="3862872" y="3116972"/>
                  </a:lnTo>
                  <a:lnTo>
                    <a:pt x="3862057" y="3116972"/>
                  </a:lnTo>
                  <a:lnTo>
                    <a:pt x="3861242" y="3116972"/>
                  </a:lnTo>
                  <a:lnTo>
                    <a:pt x="3860427" y="3116972"/>
                  </a:lnTo>
                  <a:lnTo>
                    <a:pt x="3859613" y="3116972"/>
                  </a:lnTo>
                  <a:lnTo>
                    <a:pt x="3858798" y="3116972"/>
                  </a:lnTo>
                  <a:lnTo>
                    <a:pt x="3857983" y="3116972"/>
                  </a:lnTo>
                  <a:lnTo>
                    <a:pt x="3857168" y="3116972"/>
                  </a:lnTo>
                  <a:lnTo>
                    <a:pt x="3856353" y="3116972"/>
                  </a:lnTo>
                  <a:lnTo>
                    <a:pt x="3855539" y="3116972"/>
                  </a:lnTo>
                  <a:lnTo>
                    <a:pt x="3854724" y="3116972"/>
                  </a:lnTo>
                  <a:lnTo>
                    <a:pt x="3853909" y="3116972"/>
                  </a:lnTo>
                  <a:lnTo>
                    <a:pt x="3853094" y="3116972"/>
                  </a:lnTo>
                  <a:lnTo>
                    <a:pt x="3852280" y="3116972"/>
                  </a:lnTo>
                  <a:lnTo>
                    <a:pt x="3851465" y="3116972"/>
                  </a:lnTo>
                  <a:lnTo>
                    <a:pt x="3850650" y="3116972"/>
                  </a:lnTo>
                  <a:lnTo>
                    <a:pt x="3849835" y="3116972"/>
                  </a:lnTo>
                  <a:lnTo>
                    <a:pt x="3849020" y="3116972"/>
                  </a:lnTo>
                  <a:lnTo>
                    <a:pt x="3848206" y="3116972"/>
                  </a:lnTo>
                  <a:lnTo>
                    <a:pt x="3847391" y="3116972"/>
                  </a:lnTo>
                  <a:lnTo>
                    <a:pt x="3846576" y="3116972"/>
                  </a:lnTo>
                  <a:lnTo>
                    <a:pt x="3845761" y="3116972"/>
                  </a:lnTo>
                  <a:lnTo>
                    <a:pt x="3844947" y="3116972"/>
                  </a:lnTo>
                  <a:lnTo>
                    <a:pt x="3844132" y="3116972"/>
                  </a:lnTo>
                  <a:lnTo>
                    <a:pt x="3843317" y="3116972"/>
                  </a:lnTo>
                  <a:lnTo>
                    <a:pt x="3842502" y="3116972"/>
                  </a:lnTo>
                  <a:lnTo>
                    <a:pt x="3841687" y="3116972"/>
                  </a:lnTo>
                  <a:lnTo>
                    <a:pt x="3840873" y="3116972"/>
                  </a:lnTo>
                  <a:lnTo>
                    <a:pt x="3840058" y="3116972"/>
                  </a:lnTo>
                  <a:lnTo>
                    <a:pt x="3839243" y="3116972"/>
                  </a:lnTo>
                  <a:lnTo>
                    <a:pt x="3838428" y="3116972"/>
                  </a:lnTo>
                  <a:lnTo>
                    <a:pt x="3837614" y="3116972"/>
                  </a:lnTo>
                  <a:lnTo>
                    <a:pt x="3836799" y="3116972"/>
                  </a:lnTo>
                  <a:lnTo>
                    <a:pt x="3835984" y="3116972"/>
                  </a:lnTo>
                  <a:lnTo>
                    <a:pt x="3835169" y="3116972"/>
                  </a:lnTo>
                  <a:lnTo>
                    <a:pt x="3834354" y="3116972"/>
                  </a:lnTo>
                  <a:lnTo>
                    <a:pt x="3833540" y="3116972"/>
                  </a:lnTo>
                  <a:lnTo>
                    <a:pt x="3832725" y="3116972"/>
                  </a:lnTo>
                  <a:lnTo>
                    <a:pt x="3831910" y="3116972"/>
                  </a:lnTo>
                  <a:lnTo>
                    <a:pt x="3831095" y="3116972"/>
                  </a:lnTo>
                  <a:lnTo>
                    <a:pt x="3830281" y="3116972"/>
                  </a:lnTo>
                  <a:lnTo>
                    <a:pt x="3829466" y="3116972"/>
                  </a:lnTo>
                  <a:lnTo>
                    <a:pt x="3828651" y="3116972"/>
                  </a:lnTo>
                  <a:lnTo>
                    <a:pt x="3827836" y="3116972"/>
                  </a:lnTo>
                  <a:lnTo>
                    <a:pt x="3827021" y="3116972"/>
                  </a:lnTo>
                  <a:lnTo>
                    <a:pt x="3826207" y="3116972"/>
                  </a:lnTo>
                  <a:lnTo>
                    <a:pt x="3825392" y="3116972"/>
                  </a:lnTo>
                  <a:lnTo>
                    <a:pt x="3824577" y="3116972"/>
                  </a:lnTo>
                  <a:lnTo>
                    <a:pt x="3823762" y="3116972"/>
                  </a:lnTo>
                  <a:lnTo>
                    <a:pt x="3822947" y="3116972"/>
                  </a:lnTo>
                  <a:lnTo>
                    <a:pt x="3822133" y="3116972"/>
                  </a:lnTo>
                  <a:lnTo>
                    <a:pt x="3821318" y="3116972"/>
                  </a:lnTo>
                  <a:lnTo>
                    <a:pt x="3820503" y="3116972"/>
                  </a:lnTo>
                  <a:lnTo>
                    <a:pt x="3819688" y="3116972"/>
                  </a:lnTo>
                  <a:lnTo>
                    <a:pt x="3818874" y="3116972"/>
                  </a:lnTo>
                  <a:lnTo>
                    <a:pt x="3818059" y="3116972"/>
                  </a:lnTo>
                  <a:lnTo>
                    <a:pt x="3817244" y="3116972"/>
                  </a:lnTo>
                  <a:lnTo>
                    <a:pt x="3816429" y="3116972"/>
                  </a:lnTo>
                  <a:lnTo>
                    <a:pt x="3815614" y="3116972"/>
                  </a:lnTo>
                  <a:lnTo>
                    <a:pt x="3814800" y="3116972"/>
                  </a:lnTo>
                  <a:lnTo>
                    <a:pt x="3813985" y="3116972"/>
                  </a:lnTo>
                  <a:lnTo>
                    <a:pt x="3813170" y="3116972"/>
                  </a:lnTo>
                  <a:lnTo>
                    <a:pt x="3812355" y="3116972"/>
                  </a:lnTo>
                  <a:lnTo>
                    <a:pt x="3811541" y="3116972"/>
                  </a:lnTo>
                  <a:lnTo>
                    <a:pt x="3810726" y="3116972"/>
                  </a:lnTo>
                  <a:lnTo>
                    <a:pt x="3809911" y="3116972"/>
                  </a:lnTo>
                  <a:lnTo>
                    <a:pt x="3809096" y="3116972"/>
                  </a:lnTo>
                  <a:lnTo>
                    <a:pt x="3808281" y="3116972"/>
                  </a:lnTo>
                  <a:lnTo>
                    <a:pt x="3807467" y="3116972"/>
                  </a:lnTo>
                  <a:lnTo>
                    <a:pt x="3806652" y="3116972"/>
                  </a:lnTo>
                  <a:lnTo>
                    <a:pt x="3805837" y="3116972"/>
                  </a:lnTo>
                  <a:lnTo>
                    <a:pt x="3805022" y="3116972"/>
                  </a:lnTo>
                  <a:lnTo>
                    <a:pt x="3804208" y="3116972"/>
                  </a:lnTo>
                  <a:lnTo>
                    <a:pt x="3803393" y="3116972"/>
                  </a:lnTo>
                  <a:lnTo>
                    <a:pt x="3802578" y="3116972"/>
                  </a:lnTo>
                  <a:lnTo>
                    <a:pt x="3801763" y="3116972"/>
                  </a:lnTo>
                  <a:lnTo>
                    <a:pt x="3800948" y="3116972"/>
                  </a:lnTo>
                  <a:lnTo>
                    <a:pt x="3800134" y="3116972"/>
                  </a:lnTo>
                  <a:lnTo>
                    <a:pt x="3799319" y="3116972"/>
                  </a:lnTo>
                  <a:lnTo>
                    <a:pt x="3798504" y="3116972"/>
                  </a:lnTo>
                  <a:lnTo>
                    <a:pt x="3797689" y="3116972"/>
                  </a:lnTo>
                  <a:lnTo>
                    <a:pt x="3796875" y="3116972"/>
                  </a:lnTo>
                  <a:lnTo>
                    <a:pt x="3796060" y="3116972"/>
                  </a:lnTo>
                  <a:lnTo>
                    <a:pt x="3795245" y="3116972"/>
                  </a:lnTo>
                  <a:lnTo>
                    <a:pt x="3794430" y="3116972"/>
                  </a:lnTo>
                  <a:lnTo>
                    <a:pt x="3793615" y="3116972"/>
                  </a:lnTo>
                  <a:lnTo>
                    <a:pt x="3792801" y="3116972"/>
                  </a:lnTo>
                  <a:lnTo>
                    <a:pt x="3791986" y="3116972"/>
                  </a:lnTo>
                  <a:lnTo>
                    <a:pt x="3791171" y="3116972"/>
                  </a:lnTo>
                  <a:lnTo>
                    <a:pt x="3790356" y="3116972"/>
                  </a:lnTo>
                  <a:lnTo>
                    <a:pt x="3789542" y="3116972"/>
                  </a:lnTo>
                  <a:lnTo>
                    <a:pt x="3788727" y="3116972"/>
                  </a:lnTo>
                  <a:lnTo>
                    <a:pt x="3787912" y="3116972"/>
                  </a:lnTo>
                  <a:lnTo>
                    <a:pt x="3787097" y="3116972"/>
                  </a:lnTo>
                  <a:lnTo>
                    <a:pt x="3786282" y="3116972"/>
                  </a:lnTo>
                  <a:lnTo>
                    <a:pt x="3785468" y="3116972"/>
                  </a:lnTo>
                  <a:lnTo>
                    <a:pt x="3784653" y="3116972"/>
                  </a:lnTo>
                  <a:lnTo>
                    <a:pt x="3783838" y="3116972"/>
                  </a:lnTo>
                  <a:lnTo>
                    <a:pt x="3783023" y="3116972"/>
                  </a:lnTo>
                  <a:lnTo>
                    <a:pt x="3782208" y="3116972"/>
                  </a:lnTo>
                  <a:lnTo>
                    <a:pt x="3781394" y="3116972"/>
                  </a:lnTo>
                  <a:lnTo>
                    <a:pt x="3780579" y="3116972"/>
                  </a:lnTo>
                  <a:lnTo>
                    <a:pt x="3779764" y="3116972"/>
                  </a:lnTo>
                  <a:lnTo>
                    <a:pt x="3778949" y="3116972"/>
                  </a:lnTo>
                  <a:lnTo>
                    <a:pt x="3778135" y="3116972"/>
                  </a:lnTo>
                  <a:lnTo>
                    <a:pt x="3777320" y="3116972"/>
                  </a:lnTo>
                  <a:lnTo>
                    <a:pt x="3776505" y="3116972"/>
                  </a:lnTo>
                  <a:lnTo>
                    <a:pt x="3775690" y="3116972"/>
                  </a:lnTo>
                  <a:lnTo>
                    <a:pt x="3774875" y="3116972"/>
                  </a:lnTo>
                  <a:lnTo>
                    <a:pt x="3774061" y="3116972"/>
                  </a:lnTo>
                  <a:lnTo>
                    <a:pt x="3773246" y="3116972"/>
                  </a:lnTo>
                  <a:lnTo>
                    <a:pt x="3772431" y="3116972"/>
                  </a:lnTo>
                  <a:lnTo>
                    <a:pt x="3771616" y="3116972"/>
                  </a:lnTo>
                  <a:lnTo>
                    <a:pt x="3770802" y="3116972"/>
                  </a:lnTo>
                  <a:lnTo>
                    <a:pt x="3769987" y="3116972"/>
                  </a:lnTo>
                  <a:lnTo>
                    <a:pt x="3769172" y="3116972"/>
                  </a:lnTo>
                  <a:lnTo>
                    <a:pt x="3768357" y="3116972"/>
                  </a:lnTo>
                  <a:lnTo>
                    <a:pt x="3767542" y="3116972"/>
                  </a:lnTo>
                  <a:lnTo>
                    <a:pt x="3766728" y="3116972"/>
                  </a:lnTo>
                  <a:lnTo>
                    <a:pt x="3765913" y="3116972"/>
                  </a:lnTo>
                  <a:lnTo>
                    <a:pt x="3765098" y="3116972"/>
                  </a:lnTo>
                  <a:lnTo>
                    <a:pt x="3764283" y="3116972"/>
                  </a:lnTo>
                  <a:lnTo>
                    <a:pt x="3763469" y="3116972"/>
                  </a:lnTo>
                  <a:lnTo>
                    <a:pt x="3762654" y="3116972"/>
                  </a:lnTo>
                  <a:lnTo>
                    <a:pt x="3761839" y="3116972"/>
                  </a:lnTo>
                  <a:lnTo>
                    <a:pt x="3761024" y="3116972"/>
                  </a:lnTo>
                  <a:lnTo>
                    <a:pt x="3760209" y="3116972"/>
                  </a:lnTo>
                  <a:lnTo>
                    <a:pt x="3759395" y="3116972"/>
                  </a:lnTo>
                  <a:lnTo>
                    <a:pt x="3758580" y="3116972"/>
                  </a:lnTo>
                  <a:lnTo>
                    <a:pt x="3757765" y="3116972"/>
                  </a:lnTo>
                  <a:lnTo>
                    <a:pt x="3756950" y="3116972"/>
                  </a:lnTo>
                  <a:lnTo>
                    <a:pt x="3756136" y="3116972"/>
                  </a:lnTo>
                  <a:lnTo>
                    <a:pt x="3755321" y="3116972"/>
                  </a:lnTo>
                  <a:lnTo>
                    <a:pt x="3754506" y="3116972"/>
                  </a:lnTo>
                  <a:lnTo>
                    <a:pt x="3753691" y="3116972"/>
                  </a:lnTo>
                  <a:lnTo>
                    <a:pt x="3752876" y="3116972"/>
                  </a:lnTo>
                  <a:lnTo>
                    <a:pt x="3752062" y="3116972"/>
                  </a:lnTo>
                  <a:lnTo>
                    <a:pt x="3751247" y="3116972"/>
                  </a:lnTo>
                  <a:lnTo>
                    <a:pt x="3750432" y="3116972"/>
                  </a:lnTo>
                  <a:lnTo>
                    <a:pt x="3749617" y="3116972"/>
                  </a:lnTo>
                  <a:lnTo>
                    <a:pt x="3748803" y="3116972"/>
                  </a:lnTo>
                  <a:lnTo>
                    <a:pt x="3747988" y="3116972"/>
                  </a:lnTo>
                  <a:lnTo>
                    <a:pt x="3747173" y="3116972"/>
                  </a:lnTo>
                  <a:lnTo>
                    <a:pt x="3746358" y="3116972"/>
                  </a:lnTo>
                  <a:lnTo>
                    <a:pt x="3745543" y="3116972"/>
                  </a:lnTo>
                  <a:lnTo>
                    <a:pt x="3744729" y="3116972"/>
                  </a:lnTo>
                  <a:lnTo>
                    <a:pt x="3743914" y="3116972"/>
                  </a:lnTo>
                  <a:lnTo>
                    <a:pt x="3743099" y="3116972"/>
                  </a:lnTo>
                  <a:lnTo>
                    <a:pt x="3742284" y="3116972"/>
                  </a:lnTo>
                  <a:lnTo>
                    <a:pt x="3741469" y="3116972"/>
                  </a:lnTo>
                  <a:lnTo>
                    <a:pt x="3740655" y="3116972"/>
                  </a:lnTo>
                  <a:lnTo>
                    <a:pt x="3739840" y="3116972"/>
                  </a:lnTo>
                  <a:lnTo>
                    <a:pt x="3739025" y="3116972"/>
                  </a:lnTo>
                  <a:lnTo>
                    <a:pt x="3738210" y="3116972"/>
                  </a:lnTo>
                  <a:lnTo>
                    <a:pt x="3737396" y="3116972"/>
                  </a:lnTo>
                  <a:lnTo>
                    <a:pt x="3736581" y="3116972"/>
                  </a:lnTo>
                  <a:lnTo>
                    <a:pt x="3735766" y="3116972"/>
                  </a:lnTo>
                  <a:lnTo>
                    <a:pt x="3734951" y="3116972"/>
                  </a:lnTo>
                  <a:lnTo>
                    <a:pt x="3734136" y="3116972"/>
                  </a:lnTo>
                  <a:lnTo>
                    <a:pt x="3733322" y="3116972"/>
                  </a:lnTo>
                  <a:lnTo>
                    <a:pt x="3732507" y="3116972"/>
                  </a:lnTo>
                  <a:lnTo>
                    <a:pt x="3731692" y="3116972"/>
                  </a:lnTo>
                  <a:lnTo>
                    <a:pt x="3730877" y="3116972"/>
                  </a:lnTo>
                  <a:lnTo>
                    <a:pt x="3730063" y="3116972"/>
                  </a:lnTo>
                  <a:lnTo>
                    <a:pt x="3729248" y="3116972"/>
                  </a:lnTo>
                  <a:lnTo>
                    <a:pt x="3728433" y="3116972"/>
                  </a:lnTo>
                  <a:lnTo>
                    <a:pt x="3727618" y="3116972"/>
                  </a:lnTo>
                  <a:lnTo>
                    <a:pt x="3726803" y="3116972"/>
                  </a:lnTo>
                  <a:lnTo>
                    <a:pt x="3725989" y="3116972"/>
                  </a:lnTo>
                  <a:lnTo>
                    <a:pt x="3725174" y="3116972"/>
                  </a:lnTo>
                  <a:lnTo>
                    <a:pt x="3724359" y="3116972"/>
                  </a:lnTo>
                  <a:lnTo>
                    <a:pt x="3723544" y="3116972"/>
                  </a:lnTo>
                  <a:lnTo>
                    <a:pt x="3722730" y="3116972"/>
                  </a:lnTo>
                  <a:lnTo>
                    <a:pt x="3721915" y="3116972"/>
                  </a:lnTo>
                  <a:lnTo>
                    <a:pt x="3721100" y="3116972"/>
                  </a:lnTo>
                  <a:lnTo>
                    <a:pt x="3720285" y="3116972"/>
                  </a:lnTo>
                  <a:lnTo>
                    <a:pt x="3719470" y="3116972"/>
                  </a:lnTo>
                  <a:lnTo>
                    <a:pt x="3718656" y="3116972"/>
                  </a:lnTo>
                  <a:lnTo>
                    <a:pt x="3717841" y="3116972"/>
                  </a:lnTo>
                  <a:lnTo>
                    <a:pt x="3717026" y="3116972"/>
                  </a:lnTo>
                  <a:lnTo>
                    <a:pt x="3716211" y="3116972"/>
                  </a:lnTo>
                  <a:lnTo>
                    <a:pt x="3715397" y="3116972"/>
                  </a:lnTo>
                  <a:lnTo>
                    <a:pt x="3714582" y="3116972"/>
                  </a:lnTo>
                  <a:lnTo>
                    <a:pt x="3713767" y="3116972"/>
                  </a:lnTo>
                  <a:lnTo>
                    <a:pt x="3712952" y="3116972"/>
                  </a:lnTo>
                  <a:lnTo>
                    <a:pt x="3712137" y="3116972"/>
                  </a:lnTo>
                  <a:lnTo>
                    <a:pt x="3711323" y="3116972"/>
                  </a:lnTo>
                  <a:lnTo>
                    <a:pt x="3710508" y="3116972"/>
                  </a:lnTo>
                  <a:lnTo>
                    <a:pt x="3709693" y="3116972"/>
                  </a:lnTo>
                  <a:lnTo>
                    <a:pt x="3708878" y="3116972"/>
                  </a:lnTo>
                  <a:lnTo>
                    <a:pt x="3708064" y="3116972"/>
                  </a:lnTo>
                  <a:lnTo>
                    <a:pt x="3707249" y="3116972"/>
                  </a:lnTo>
                  <a:lnTo>
                    <a:pt x="3706434" y="3116972"/>
                  </a:lnTo>
                  <a:lnTo>
                    <a:pt x="3705619" y="3116972"/>
                  </a:lnTo>
                  <a:lnTo>
                    <a:pt x="3704804" y="3116972"/>
                  </a:lnTo>
                  <a:lnTo>
                    <a:pt x="3703990" y="3116972"/>
                  </a:lnTo>
                  <a:lnTo>
                    <a:pt x="3703175" y="3116972"/>
                  </a:lnTo>
                  <a:lnTo>
                    <a:pt x="3702360" y="3116972"/>
                  </a:lnTo>
                  <a:lnTo>
                    <a:pt x="3701545" y="3116972"/>
                  </a:lnTo>
                  <a:lnTo>
                    <a:pt x="3700730" y="3116972"/>
                  </a:lnTo>
                  <a:lnTo>
                    <a:pt x="3699916" y="3116972"/>
                  </a:lnTo>
                  <a:lnTo>
                    <a:pt x="3699101" y="3116972"/>
                  </a:lnTo>
                  <a:lnTo>
                    <a:pt x="3698286" y="3116972"/>
                  </a:lnTo>
                  <a:lnTo>
                    <a:pt x="3697471" y="3116972"/>
                  </a:lnTo>
                  <a:lnTo>
                    <a:pt x="3696657" y="3116972"/>
                  </a:lnTo>
                  <a:lnTo>
                    <a:pt x="3695842" y="3116972"/>
                  </a:lnTo>
                  <a:lnTo>
                    <a:pt x="3695027" y="3116972"/>
                  </a:lnTo>
                  <a:lnTo>
                    <a:pt x="3694212" y="3116972"/>
                  </a:lnTo>
                  <a:lnTo>
                    <a:pt x="3693397" y="3116972"/>
                  </a:lnTo>
                  <a:lnTo>
                    <a:pt x="3692583" y="3116972"/>
                  </a:lnTo>
                  <a:lnTo>
                    <a:pt x="3691768" y="3116972"/>
                  </a:lnTo>
                  <a:lnTo>
                    <a:pt x="3690953" y="3116972"/>
                  </a:lnTo>
                  <a:lnTo>
                    <a:pt x="3690138" y="3116972"/>
                  </a:lnTo>
                  <a:lnTo>
                    <a:pt x="3689324" y="3116972"/>
                  </a:lnTo>
                  <a:lnTo>
                    <a:pt x="3688509" y="3116972"/>
                  </a:lnTo>
                  <a:lnTo>
                    <a:pt x="3687694" y="3116972"/>
                  </a:lnTo>
                  <a:lnTo>
                    <a:pt x="3686879" y="3116972"/>
                  </a:lnTo>
                  <a:lnTo>
                    <a:pt x="3686064" y="3116972"/>
                  </a:lnTo>
                  <a:lnTo>
                    <a:pt x="3685250" y="3116972"/>
                  </a:lnTo>
                  <a:lnTo>
                    <a:pt x="3684435" y="3116972"/>
                  </a:lnTo>
                  <a:lnTo>
                    <a:pt x="3683620" y="3116972"/>
                  </a:lnTo>
                  <a:lnTo>
                    <a:pt x="3682805" y="3116972"/>
                  </a:lnTo>
                  <a:lnTo>
                    <a:pt x="3681991" y="3116972"/>
                  </a:lnTo>
                  <a:lnTo>
                    <a:pt x="3681176" y="3116972"/>
                  </a:lnTo>
                  <a:lnTo>
                    <a:pt x="3680361" y="3116972"/>
                  </a:lnTo>
                  <a:lnTo>
                    <a:pt x="3679546" y="3116972"/>
                  </a:lnTo>
                  <a:lnTo>
                    <a:pt x="3678731" y="3116972"/>
                  </a:lnTo>
                  <a:lnTo>
                    <a:pt x="3677917" y="3116972"/>
                  </a:lnTo>
                  <a:lnTo>
                    <a:pt x="3677102" y="3116972"/>
                  </a:lnTo>
                  <a:lnTo>
                    <a:pt x="3676287" y="3116972"/>
                  </a:lnTo>
                  <a:lnTo>
                    <a:pt x="3675472" y="3116972"/>
                  </a:lnTo>
                  <a:lnTo>
                    <a:pt x="3674658" y="3116972"/>
                  </a:lnTo>
                  <a:lnTo>
                    <a:pt x="3673843" y="3116972"/>
                  </a:lnTo>
                  <a:lnTo>
                    <a:pt x="3673028" y="3116972"/>
                  </a:lnTo>
                  <a:lnTo>
                    <a:pt x="3672213" y="3116972"/>
                  </a:lnTo>
                  <a:lnTo>
                    <a:pt x="3671398" y="3116972"/>
                  </a:lnTo>
                  <a:lnTo>
                    <a:pt x="3670584" y="3116972"/>
                  </a:lnTo>
                  <a:lnTo>
                    <a:pt x="3669769" y="3116972"/>
                  </a:lnTo>
                  <a:lnTo>
                    <a:pt x="3668954" y="3116972"/>
                  </a:lnTo>
                  <a:lnTo>
                    <a:pt x="3668139" y="3116972"/>
                  </a:lnTo>
                  <a:lnTo>
                    <a:pt x="3667325" y="3116972"/>
                  </a:lnTo>
                  <a:lnTo>
                    <a:pt x="3666510" y="3116972"/>
                  </a:lnTo>
                  <a:lnTo>
                    <a:pt x="3665695" y="3116972"/>
                  </a:lnTo>
                  <a:lnTo>
                    <a:pt x="3664880" y="3116972"/>
                  </a:lnTo>
                  <a:lnTo>
                    <a:pt x="3664065" y="3116972"/>
                  </a:lnTo>
                  <a:lnTo>
                    <a:pt x="3663251" y="3116972"/>
                  </a:lnTo>
                  <a:lnTo>
                    <a:pt x="3662436" y="3116972"/>
                  </a:lnTo>
                  <a:lnTo>
                    <a:pt x="3661621" y="3116972"/>
                  </a:lnTo>
                  <a:lnTo>
                    <a:pt x="3660806" y="3116972"/>
                  </a:lnTo>
                  <a:lnTo>
                    <a:pt x="3659991" y="3116972"/>
                  </a:lnTo>
                  <a:lnTo>
                    <a:pt x="3659177" y="3116972"/>
                  </a:lnTo>
                  <a:lnTo>
                    <a:pt x="3658362" y="3116972"/>
                  </a:lnTo>
                  <a:lnTo>
                    <a:pt x="3657547" y="3116972"/>
                  </a:lnTo>
                  <a:lnTo>
                    <a:pt x="3656732" y="3116972"/>
                  </a:lnTo>
                  <a:lnTo>
                    <a:pt x="3655918" y="3116972"/>
                  </a:lnTo>
                  <a:lnTo>
                    <a:pt x="3655103" y="3116972"/>
                  </a:lnTo>
                  <a:lnTo>
                    <a:pt x="3654288" y="3116972"/>
                  </a:lnTo>
                  <a:lnTo>
                    <a:pt x="3653473" y="3116972"/>
                  </a:lnTo>
                  <a:lnTo>
                    <a:pt x="3652658" y="3116972"/>
                  </a:lnTo>
                  <a:lnTo>
                    <a:pt x="3651844" y="3116972"/>
                  </a:lnTo>
                  <a:lnTo>
                    <a:pt x="3651029" y="3116972"/>
                  </a:lnTo>
                  <a:lnTo>
                    <a:pt x="3650214" y="3116972"/>
                  </a:lnTo>
                  <a:lnTo>
                    <a:pt x="3649399" y="3116972"/>
                  </a:lnTo>
                  <a:lnTo>
                    <a:pt x="3648585" y="3116972"/>
                  </a:lnTo>
                  <a:lnTo>
                    <a:pt x="3647770" y="3116972"/>
                  </a:lnTo>
                  <a:lnTo>
                    <a:pt x="3646955" y="3116972"/>
                  </a:lnTo>
                  <a:lnTo>
                    <a:pt x="3646140" y="3116972"/>
                  </a:lnTo>
                  <a:lnTo>
                    <a:pt x="3645325" y="3116972"/>
                  </a:lnTo>
                  <a:lnTo>
                    <a:pt x="3644511" y="3116972"/>
                  </a:lnTo>
                  <a:lnTo>
                    <a:pt x="3643696" y="3116972"/>
                  </a:lnTo>
                  <a:lnTo>
                    <a:pt x="3642881" y="3116972"/>
                  </a:lnTo>
                  <a:lnTo>
                    <a:pt x="3642066" y="3116972"/>
                  </a:lnTo>
                  <a:lnTo>
                    <a:pt x="3641252" y="3116972"/>
                  </a:lnTo>
                  <a:lnTo>
                    <a:pt x="3640437" y="3116972"/>
                  </a:lnTo>
                  <a:lnTo>
                    <a:pt x="3639622" y="3116972"/>
                  </a:lnTo>
                  <a:lnTo>
                    <a:pt x="3638807" y="3116972"/>
                  </a:lnTo>
                  <a:lnTo>
                    <a:pt x="3637992" y="3116972"/>
                  </a:lnTo>
                  <a:lnTo>
                    <a:pt x="3637178" y="3116972"/>
                  </a:lnTo>
                  <a:lnTo>
                    <a:pt x="3636363" y="3116972"/>
                  </a:lnTo>
                  <a:lnTo>
                    <a:pt x="3635548" y="3116972"/>
                  </a:lnTo>
                  <a:lnTo>
                    <a:pt x="3634733" y="3116972"/>
                  </a:lnTo>
                  <a:lnTo>
                    <a:pt x="3633919" y="3116972"/>
                  </a:lnTo>
                  <a:lnTo>
                    <a:pt x="3633104" y="3116972"/>
                  </a:lnTo>
                  <a:lnTo>
                    <a:pt x="3632289" y="3116972"/>
                  </a:lnTo>
                  <a:lnTo>
                    <a:pt x="3631474" y="3116972"/>
                  </a:lnTo>
                  <a:lnTo>
                    <a:pt x="3630659" y="3116972"/>
                  </a:lnTo>
                  <a:lnTo>
                    <a:pt x="3629845" y="3116972"/>
                  </a:lnTo>
                  <a:lnTo>
                    <a:pt x="3629030" y="3116972"/>
                  </a:lnTo>
                  <a:lnTo>
                    <a:pt x="3628215" y="3116972"/>
                  </a:lnTo>
                  <a:lnTo>
                    <a:pt x="3627400" y="3116972"/>
                  </a:lnTo>
                  <a:lnTo>
                    <a:pt x="3626586" y="3116972"/>
                  </a:lnTo>
                  <a:lnTo>
                    <a:pt x="3625771" y="3116972"/>
                  </a:lnTo>
                  <a:lnTo>
                    <a:pt x="3624956" y="3116972"/>
                  </a:lnTo>
                  <a:lnTo>
                    <a:pt x="3624141" y="3116972"/>
                  </a:lnTo>
                  <a:lnTo>
                    <a:pt x="3623326" y="3116972"/>
                  </a:lnTo>
                  <a:lnTo>
                    <a:pt x="3622512" y="3116972"/>
                  </a:lnTo>
                  <a:lnTo>
                    <a:pt x="3621697" y="3116972"/>
                  </a:lnTo>
                  <a:lnTo>
                    <a:pt x="3620882" y="3116972"/>
                  </a:lnTo>
                  <a:lnTo>
                    <a:pt x="3620067" y="3116972"/>
                  </a:lnTo>
                  <a:lnTo>
                    <a:pt x="3619252" y="3116972"/>
                  </a:lnTo>
                  <a:lnTo>
                    <a:pt x="3618438" y="3116972"/>
                  </a:lnTo>
                  <a:lnTo>
                    <a:pt x="3617623" y="3116972"/>
                  </a:lnTo>
                  <a:lnTo>
                    <a:pt x="3616808" y="3116972"/>
                  </a:lnTo>
                  <a:lnTo>
                    <a:pt x="3615993" y="3116972"/>
                  </a:lnTo>
                  <a:lnTo>
                    <a:pt x="3615179" y="3116972"/>
                  </a:lnTo>
                  <a:lnTo>
                    <a:pt x="3614364" y="3116972"/>
                  </a:lnTo>
                  <a:lnTo>
                    <a:pt x="3613549" y="3116972"/>
                  </a:lnTo>
                  <a:lnTo>
                    <a:pt x="3612734" y="3116972"/>
                  </a:lnTo>
                  <a:lnTo>
                    <a:pt x="3611919" y="3116972"/>
                  </a:lnTo>
                  <a:lnTo>
                    <a:pt x="3611105" y="3116972"/>
                  </a:lnTo>
                  <a:lnTo>
                    <a:pt x="3610290" y="3116972"/>
                  </a:lnTo>
                  <a:lnTo>
                    <a:pt x="3609475" y="3116972"/>
                  </a:lnTo>
                  <a:lnTo>
                    <a:pt x="3608660" y="3116972"/>
                  </a:lnTo>
                  <a:lnTo>
                    <a:pt x="3607846" y="3116972"/>
                  </a:lnTo>
                  <a:lnTo>
                    <a:pt x="3607031" y="3116972"/>
                  </a:lnTo>
                  <a:lnTo>
                    <a:pt x="3606216" y="3116972"/>
                  </a:lnTo>
                  <a:lnTo>
                    <a:pt x="3605401" y="3116972"/>
                  </a:lnTo>
                  <a:lnTo>
                    <a:pt x="3604586" y="3116972"/>
                  </a:lnTo>
                  <a:lnTo>
                    <a:pt x="3603772" y="3116972"/>
                  </a:lnTo>
                  <a:lnTo>
                    <a:pt x="3602957" y="3116972"/>
                  </a:lnTo>
                  <a:lnTo>
                    <a:pt x="3602142" y="3116972"/>
                  </a:lnTo>
                  <a:lnTo>
                    <a:pt x="3601327" y="3116972"/>
                  </a:lnTo>
                  <a:lnTo>
                    <a:pt x="3600513" y="3116972"/>
                  </a:lnTo>
                  <a:lnTo>
                    <a:pt x="3599698" y="3116972"/>
                  </a:lnTo>
                  <a:lnTo>
                    <a:pt x="3598883" y="3116972"/>
                  </a:lnTo>
                  <a:lnTo>
                    <a:pt x="3598068" y="3116972"/>
                  </a:lnTo>
                  <a:lnTo>
                    <a:pt x="3597253" y="3116972"/>
                  </a:lnTo>
                  <a:lnTo>
                    <a:pt x="3596439" y="3116972"/>
                  </a:lnTo>
                  <a:lnTo>
                    <a:pt x="3595624" y="3116972"/>
                  </a:lnTo>
                  <a:lnTo>
                    <a:pt x="3594809" y="3116972"/>
                  </a:lnTo>
                  <a:lnTo>
                    <a:pt x="3593994" y="3116972"/>
                  </a:lnTo>
                  <a:lnTo>
                    <a:pt x="3593180" y="3116972"/>
                  </a:lnTo>
                  <a:lnTo>
                    <a:pt x="3592365" y="3116972"/>
                  </a:lnTo>
                  <a:lnTo>
                    <a:pt x="3591550" y="3116972"/>
                  </a:lnTo>
                  <a:lnTo>
                    <a:pt x="3590735" y="3116972"/>
                  </a:lnTo>
                  <a:lnTo>
                    <a:pt x="3589920" y="3116972"/>
                  </a:lnTo>
                  <a:lnTo>
                    <a:pt x="3589106" y="3116972"/>
                  </a:lnTo>
                  <a:lnTo>
                    <a:pt x="3588291" y="3116972"/>
                  </a:lnTo>
                  <a:lnTo>
                    <a:pt x="3587476" y="3116972"/>
                  </a:lnTo>
                  <a:lnTo>
                    <a:pt x="3586661" y="3116972"/>
                  </a:lnTo>
                  <a:lnTo>
                    <a:pt x="3585847" y="3116972"/>
                  </a:lnTo>
                  <a:lnTo>
                    <a:pt x="3585032" y="3116972"/>
                  </a:lnTo>
                  <a:lnTo>
                    <a:pt x="3584217" y="3116972"/>
                  </a:lnTo>
                  <a:lnTo>
                    <a:pt x="3583402" y="3116972"/>
                  </a:lnTo>
                  <a:lnTo>
                    <a:pt x="3582587" y="3116972"/>
                  </a:lnTo>
                  <a:lnTo>
                    <a:pt x="3581773" y="3116972"/>
                  </a:lnTo>
                  <a:lnTo>
                    <a:pt x="3580958" y="3116972"/>
                  </a:lnTo>
                  <a:lnTo>
                    <a:pt x="3580143" y="3116972"/>
                  </a:lnTo>
                  <a:lnTo>
                    <a:pt x="3579328" y="3116972"/>
                  </a:lnTo>
                  <a:lnTo>
                    <a:pt x="3578513" y="3116972"/>
                  </a:lnTo>
                  <a:lnTo>
                    <a:pt x="3577699" y="3116972"/>
                  </a:lnTo>
                  <a:lnTo>
                    <a:pt x="3576884" y="3116972"/>
                  </a:lnTo>
                  <a:lnTo>
                    <a:pt x="3576069" y="3116972"/>
                  </a:lnTo>
                  <a:lnTo>
                    <a:pt x="3575254" y="3116972"/>
                  </a:lnTo>
                  <a:lnTo>
                    <a:pt x="3574440" y="3116972"/>
                  </a:lnTo>
                  <a:lnTo>
                    <a:pt x="3573625" y="3116972"/>
                  </a:lnTo>
                  <a:lnTo>
                    <a:pt x="3572810" y="3116972"/>
                  </a:lnTo>
                  <a:lnTo>
                    <a:pt x="3571995" y="3116972"/>
                  </a:lnTo>
                  <a:lnTo>
                    <a:pt x="3571180" y="3116972"/>
                  </a:lnTo>
                  <a:lnTo>
                    <a:pt x="3570366" y="3116972"/>
                  </a:lnTo>
                  <a:lnTo>
                    <a:pt x="3569551" y="3116972"/>
                  </a:lnTo>
                  <a:lnTo>
                    <a:pt x="3568736" y="3116972"/>
                  </a:lnTo>
                  <a:lnTo>
                    <a:pt x="3567921" y="3116972"/>
                  </a:lnTo>
                  <a:lnTo>
                    <a:pt x="3567107" y="3116972"/>
                  </a:lnTo>
                  <a:lnTo>
                    <a:pt x="3566292" y="3116972"/>
                  </a:lnTo>
                  <a:lnTo>
                    <a:pt x="3565477" y="3116972"/>
                  </a:lnTo>
                  <a:lnTo>
                    <a:pt x="3564662" y="3116972"/>
                  </a:lnTo>
                  <a:lnTo>
                    <a:pt x="3563847" y="3116972"/>
                  </a:lnTo>
                  <a:lnTo>
                    <a:pt x="3563033" y="3116972"/>
                  </a:lnTo>
                  <a:lnTo>
                    <a:pt x="3562218" y="3116972"/>
                  </a:lnTo>
                  <a:lnTo>
                    <a:pt x="3561403" y="3116972"/>
                  </a:lnTo>
                  <a:lnTo>
                    <a:pt x="3560588" y="3116972"/>
                  </a:lnTo>
                  <a:lnTo>
                    <a:pt x="3559774" y="3116972"/>
                  </a:lnTo>
                  <a:lnTo>
                    <a:pt x="3558959" y="3116972"/>
                  </a:lnTo>
                  <a:lnTo>
                    <a:pt x="3558144" y="3116972"/>
                  </a:lnTo>
                  <a:lnTo>
                    <a:pt x="3557329" y="3116972"/>
                  </a:lnTo>
                  <a:lnTo>
                    <a:pt x="3556514" y="3116972"/>
                  </a:lnTo>
                  <a:lnTo>
                    <a:pt x="3555700" y="3116972"/>
                  </a:lnTo>
                  <a:lnTo>
                    <a:pt x="3554885" y="3116972"/>
                  </a:lnTo>
                  <a:lnTo>
                    <a:pt x="3554070" y="3116972"/>
                  </a:lnTo>
                  <a:lnTo>
                    <a:pt x="3553255" y="3116972"/>
                  </a:lnTo>
                  <a:lnTo>
                    <a:pt x="3552441" y="3116972"/>
                  </a:lnTo>
                  <a:lnTo>
                    <a:pt x="3551626" y="3116972"/>
                  </a:lnTo>
                  <a:lnTo>
                    <a:pt x="3550811" y="3116972"/>
                  </a:lnTo>
                  <a:lnTo>
                    <a:pt x="3549996" y="3116972"/>
                  </a:lnTo>
                  <a:lnTo>
                    <a:pt x="3549181" y="3116972"/>
                  </a:lnTo>
                  <a:lnTo>
                    <a:pt x="3548367" y="3116972"/>
                  </a:lnTo>
                  <a:lnTo>
                    <a:pt x="3547552" y="3116972"/>
                  </a:lnTo>
                  <a:lnTo>
                    <a:pt x="3546737" y="3116972"/>
                  </a:lnTo>
                  <a:lnTo>
                    <a:pt x="3545922" y="3116972"/>
                  </a:lnTo>
                  <a:lnTo>
                    <a:pt x="3545108" y="3116972"/>
                  </a:lnTo>
                  <a:lnTo>
                    <a:pt x="3544293" y="3116972"/>
                  </a:lnTo>
                  <a:lnTo>
                    <a:pt x="3543478" y="3116972"/>
                  </a:lnTo>
                  <a:lnTo>
                    <a:pt x="3542663" y="3116972"/>
                  </a:lnTo>
                  <a:lnTo>
                    <a:pt x="3541848" y="3116972"/>
                  </a:lnTo>
                  <a:lnTo>
                    <a:pt x="3541034" y="3116972"/>
                  </a:lnTo>
                  <a:lnTo>
                    <a:pt x="3540219" y="3116972"/>
                  </a:lnTo>
                  <a:lnTo>
                    <a:pt x="3539404" y="3116972"/>
                  </a:lnTo>
                  <a:lnTo>
                    <a:pt x="3538589" y="3116972"/>
                  </a:lnTo>
                  <a:lnTo>
                    <a:pt x="3537774" y="3116972"/>
                  </a:lnTo>
                  <a:lnTo>
                    <a:pt x="3536960" y="3116972"/>
                  </a:lnTo>
                  <a:lnTo>
                    <a:pt x="3536145" y="3116972"/>
                  </a:lnTo>
                  <a:lnTo>
                    <a:pt x="3535330" y="3116972"/>
                  </a:lnTo>
                  <a:lnTo>
                    <a:pt x="3534515" y="3116972"/>
                  </a:lnTo>
                  <a:lnTo>
                    <a:pt x="3533701" y="3116972"/>
                  </a:lnTo>
                  <a:lnTo>
                    <a:pt x="3532886" y="3116972"/>
                  </a:lnTo>
                  <a:lnTo>
                    <a:pt x="3532071" y="3116972"/>
                  </a:lnTo>
                  <a:lnTo>
                    <a:pt x="3531256" y="3116972"/>
                  </a:lnTo>
                  <a:lnTo>
                    <a:pt x="3530441" y="3116972"/>
                  </a:lnTo>
                  <a:lnTo>
                    <a:pt x="3529627" y="3116972"/>
                  </a:lnTo>
                  <a:lnTo>
                    <a:pt x="3528812" y="3116972"/>
                  </a:lnTo>
                  <a:lnTo>
                    <a:pt x="3527997" y="3116972"/>
                  </a:lnTo>
                  <a:lnTo>
                    <a:pt x="3527182" y="3116972"/>
                  </a:lnTo>
                  <a:lnTo>
                    <a:pt x="3526368" y="3116972"/>
                  </a:lnTo>
                  <a:lnTo>
                    <a:pt x="3525553" y="3116972"/>
                  </a:lnTo>
                  <a:lnTo>
                    <a:pt x="3524738" y="3116972"/>
                  </a:lnTo>
                  <a:lnTo>
                    <a:pt x="3523923" y="3116972"/>
                  </a:lnTo>
                  <a:lnTo>
                    <a:pt x="3523108" y="3116972"/>
                  </a:lnTo>
                  <a:lnTo>
                    <a:pt x="3522294" y="3116972"/>
                  </a:lnTo>
                  <a:lnTo>
                    <a:pt x="3521479" y="3116972"/>
                  </a:lnTo>
                  <a:lnTo>
                    <a:pt x="3520664" y="3116972"/>
                  </a:lnTo>
                  <a:lnTo>
                    <a:pt x="3519849" y="3116972"/>
                  </a:lnTo>
                  <a:lnTo>
                    <a:pt x="3519035" y="3116972"/>
                  </a:lnTo>
                  <a:lnTo>
                    <a:pt x="3518220" y="3116972"/>
                  </a:lnTo>
                  <a:lnTo>
                    <a:pt x="3517405" y="3116972"/>
                  </a:lnTo>
                  <a:lnTo>
                    <a:pt x="3516590" y="3116972"/>
                  </a:lnTo>
                  <a:lnTo>
                    <a:pt x="3515775" y="3116972"/>
                  </a:lnTo>
                  <a:lnTo>
                    <a:pt x="3514961" y="3116972"/>
                  </a:lnTo>
                  <a:lnTo>
                    <a:pt x="3514146" y="3116972"/>
                  </a:lnTo>
                  <a:lnTo>
                    <a:pt x="3513331" y="3116972"/>
                  </a:lnTo>
                  <a:lnTo>
                    <a:pt x="3512516" y="3116972"/>
                  </a:lnTo>
                  <a:lnTo>
                    <a:pt x="3511702" y="3116972"/>
                  </a:lnTo>
                  <a:lnTo>
                    <a:pt x="3510887" y="3116972"/>
                  </a:lnTo>
                  <a:lnTo>
                    <a:pt x="3510072" y="3116972"/>
                  </a:lnTo>
                  <a:lnTo>
                    <a:pt x="3509257" y="3116972"/>
                  </a:lnTo>
                  <a:lnTo>
                    <a:pt x="3508442" y="3116972"/>
                  </a:lnTo>
                  <a:lnTo>
                    <a:pt x="3507628" y="3116972"/>
                  </a:lnTo>
                  <a:lnTo>
                    <a:pt x="3506813" y="3116972"/>
                  </a:lnTo>
                  <a:lnTo>
                    <a:pt x="3505998" y="3116972"/>
                  </a:lnTo>
                  <a:lnTo>
                    <a:pt x="3505183" y="3116972"/>
                  </a:lnTo>
                  <a:lnTo>
                    <a:pt x="3504368" y="3116972"/>
                  </a:lnTo>
                  <a:lnTo>
                    <a:pt x="3503554" y="3116972"/>
                  </a:lnTo>
                  <a:lnTo>
                    <a:pt x="3502739" y="3116972"/>
                  </a:lnTo>
                  <a:lnTo>
                    <a:pt x="3501924" y="3116972"/>
                  </a:lnTo>
                  <a:lnTo>
                    <a:pt x="3501109" y="3116972"/>
                  </a:lnTo>
                  <a:lnTo>
                    <a:pt x="3500295" y="3116972"/>
                  </a:lnTo>
                  <a:lnTo>
                    <a:pt x="3499480" y="3116972"/>
                  </a:lnTo>
                  <a:lnTo>
                    <a:pt x="3498665" y="3116972"/>
                  </a:lnTo>
                  <a:lnTo>
                    <a:pt x="3497850" y="3116972"/>
                  </a:lnTo>
                  <a:lnTo>
                    <a:pt x="3497035" y="3116972"/>
                  </a:lnTo>
                  <a:lnTo>
                    <a:pt x="3496221" y="3116972"/>
                  </a:lnTo>
                  <a:lnTo>
                    <a:pt x="3495406" y="3116972"/>
                  </a:lnTo>
                  <a:lnTo>
                    <a:pt x="3494591" y="3116972"/>
                  </a:lnTo>
                  <a:lnTo>
                    <a:pt x="3493776" y="3116972"/>
                  </a:lnTo>
                  <a:lnTo>
                    <a:pt x="3492962" y="3116972"/>
                  </a:lnTo>
                  <a:lnTo>
                    <a:pt x="3492147" y="3116972"/>
                  </a:lnTo>
                  <a:lnTo>
                    <a:pt x="3491332" y="3116972"/>
                  </a:lnTo>
                  <a:lnTo>
                    <a:pt x="3490517" y="3116972"/>
                  </a:lnTo>
                  <a:lnTo>
                    <a:pt x="3489702" y="3116972"/>
                  </a:lnTo>
                  <a:lnTo>
                    <a:pt x="3488888" y="3116972"/>
                  </a:lnTo>
                  <a:lnTo>
                    <a:pt x="3488073" y="3116972"/>
                  </a:lnTo>
                  <a:lnTo>
                    <a:pt x="3487258" y="3116972"/>
                  </a:lnTo>
                  <a:lnTo>
                    <a:pt x="3486443" y="3116972"/>
                  </a:lnTo>
                  <a:lnTo>
                    <a:pt x="3485629" y="3116972"/>
                  </a:lnTo>
                  <a:lnTo>
                    <a:pt x="3484814" y="3116972"/>
                  </a:lnTo>
                  <a:lnTo>
                    <a:pt x="3483999" y="3116972"/>
                  </a:lnTo>
                  <a:lnTo>
                    <a:pt x="3483184" y="3116972"/>
                  </a:lnTo>
                  <a:lnTo>
                    <a:pt x="3482369" y="3116972"/>
                  </a:lnTo>
                  <a:lnTo>
                    <a:pt x="3481555" y="3116972"/>
                  </a:lnTo>
                  <a:lnTo>
                    <a:pt x="3480740" y="3116972"/>
                  </a:lnTo>
                  <a:lnTo>
                    <a:pt x="3479925" y="3116972"/>
                  </a:lnTo>
                  <a:lnTo>
                    <a:pt x="3479110" y="3116972"/>
                  </a:lnTo>
                  <a:lnTo>
                    <a:pt x="3478296" y="3116972"/>
                  </a:lnTo>
                  <a:lnTo>
                    <a:pt x="3477481" y="3116972"/>
                  </a:lnTo>
                  <a:lnTo>
                    <a:pt x="3476666" y="3116972"/>
                  </a:lnTo>
                  <a:lnTo>
                    <a:pt x="3475851" y="3116972"/>
                  </a:lnTo>
                  <a:lnTo>
                    <a:pt x="3475036" y="3116972"/>
                  </a:lnTo>
                  <a:lnTo>
                    <a:pt x="3474222" y="3116972"/>
                  </a:lnTo>
                  <a:lnTo>
                    <a:pt x="3473407" y="3116972"/>
                  </a:lnTo>
                  <a:lnTo>
                    <a:pt x="3472592" y="3116972"/>
                  </a:lnTo>
                  <a:lnTo>
                    <a:pt x="3471777" y="3116972"/>
                  </a:lnTo>
                  <a:lnTo>
                    <a:pt x="3470963" y="3116972"/>
                  </a:lnTo>
                  <a:lnTo>
                    <a:pt x="3470148" y="3116972"/>
                  </a:lnTo>
                  <a:lnTo>
                    <a:pt x="3469333" y="3116972"/>
                  </a:lnTo>
                  <a:lnTo>
                    <a:pt x="3468518" y="3116972"/>
                  </a:lnTo>
                  <a:lnTo>
                    <a:pt x="3467703" y="3116972"/>
                  </a:lnTo>
                  <a:lnTo>
                    <a:pt x="3466889" y="3116972"/>
                  </a:lnTo>
                  <a:lnTo>
                    <a:pt x="3466074" y="3116972"/>
                  </a:lnTo>
                  <a:lnTo>
                    <a:pt x="3465259" y="3116972"/>
                  </a:lnTo>
                  <a:lnTo>
                    <a:pt x="3464444" y="3116972"/>
                  </a:lnTo>
                  <a:lnTo>
                    <a:pt x="3463629" y="3116972"/>
                  </a:lnTo>
                  <a:lnTo>
                    <a:pt x="3462815" y="3116972"/>
                  </a:lnTo>
                  <a:lnTo>
                    <a:pt x="3462000" y="3116972"/>
                  </a:lnTo>
                  <a:lnTo>
                    <a:pt x="3461185" y="3116972"/>
                  </a:lnTo>
                  <a:lnTo>
                    <a:pt x="3460370" y="3116972"/>
                  </a:lnTo>
                  <a:lnTo>
                    <a:pt x="3459556" y="3116972"/>
                  </a:lnTo>
                  <a:lnTo>
                    <a:pt x="3458741" y="3116972"/>
                  </a:lnTo>
                  <a:lnTo>
                    <a:pt x="3457926" y="3116972"/>
                  </a:lnTo>
                  <a:lnTo>
                    <a:pt x="3457111" y="3116972"/>
                  </a:lnTo>
                  <a:lnTo>
                    <a:pt x="3456296" y="3116972"/>
                  </a:lnTo>
                  <a:lnTo>
                    <a:pt x="3455482" y="3116972"/>
                  </a:lnTo>
                  <a:lnTo>
                    <a:pt x="3454667" y="3116972"/>
                  </a:lnTo>
                  <a:lnTo>
                    <a:pt x="3453852" y="3116972"/>
                  </a:lnTo>
                  <a:lnTo>
                    <a:pt x="3453037" y="3116972"/>
                  </a:lnTo>
                  <a:lnTo>
                    <a:pt x="3452223" y="3116972"/>
                  </a:lnTo>
                  <a:lnTo>
                    <a:pt x="3451408" y="3116972"/>
                  </a:lnTo>
                  <a:lnTo>
                    <a:pt x="3450593" y="3116972"/>
                  </a:lnTo>
                  <a:lnTo>
                    <a:pt x="3449778" y="3116972"/>
                  </a:lnTo>
                  <a:lnTo>
                    <a:pt x="3448963" y="3116972"/>
                  </a:lnTo>
                  <a:lnTo>
                    <a:pt x="3448149" y="3116972"/>
                  </a:lnTo>
                  <a:lnTo>
                    <a:pt x="3447334" y="3116972"/>
                  </a:lnTo>
                  <a:lnTo>
                    <a:pt x="3446519" y="3116972"/>
                  </a:lnTo>
                  <a:lnTo>
                    <a:pt x="3445704" y="3116972"/>
                  </a:lnTo>
                  <a:lnTo>
                    <a:pt x="3444890" y="3116972"/>
                  </a:lnTo>
                  <a:lnTo>
                    <a:pt x="3444075" y="3116972"/>
                  </a:lnTo>
                  <a:lnTo>
                    <a:pt x="3443260" y="3116972"/>
                  </a:lnTo>
                  <a:lnTo>
                    <a:pt x="3442445" y="3116972"/>
                  </a:lnTo>
                  <a:lnTo>
                    <a:pt x="3441630" y="3116972"/>
                  </a:lnTo>
                  <a:lnTo>
                    <a:pt x="3440816" y="3116972"/>
                  </a:lnTo>
                  <a:lnTo>
                    <a:pt x="3440001" y="3116972"/>
                  </a:lnTo>
                  <a:lnTo>
                    <a:pt x="3439186" y="3116972"/>
                  </a:lnTo>
                  <a:lnTo>
                    <a:pt x="3438371" y="3116972"/>
                  </a:lnTo>
                  <a:lnTo>
                    <a:pt x="3437557" y="3116972"/>
                  </a:lnTo>
                  <a:lnTo>
                    <a:pt x="3436742" y="3116972"/>
                  </a:lnTo>
                  <a:lnTo>
                    <a:pt x="3435927" y="3116972"/>
                  </a:lnTo>
                  <a:lnTo>
                    <a:pt x="3435112" y="3116972"/>
                  </a:lnTo>
                  <a:lnTo>
                    <a:pt x="3434297" y="3116972"/>
                  </a:lnTo>
                  <a:lnTo>
                    <a:pt x="3433483" y="3116972"/>
                  </a:lnTo>
                  <a:lnTo>
                    <a:pt x="3432668" y="3116972"/>
                  </a:lnTo>
                  <a:lnTo>
                    <a:pt x="3431853" y="3116972"/>
                  </a:lnTo>
                  <a:lnTo>
                    <a:pt x="3431038" y="3116972"/>
                  </a:lnTo>
                  <a:lnTo>
                    <a:pt x="3430224" y="3116972"/>
                  </a:lnTo>
                  <a:lnTo>
                    <a:pt x="3429409" y="3116972"/>
                  </a:lnTo>
                  <a:lnTo>
                    <a:pt x="3428594" y="3116972"/>
                  </a:lnTo>
                  <a:lnTo>
                    <a:pt x="3427779" y="3116972"/>
                  </a:lnTo>
                  <a:lnTo>
                    <a:pt x="3426964" y="3116972"/>
                  </a:lnTo>
                  <a:lnTo>
                    <a:pt x="3426150" y="3116972"/>
                  </a:lnTo>
                  <a:lnTo>
                    <a:pt x="3425335" y="3116972"/>
                  </a:lnTo>
                  <a:lnTo>
                    <a:pt x="3424520" y="3116972"/>
                  </a:lnTo>
                  <a:lnTo>
                    <a:pt x="3423705" y="3116972"/>
                  </a:lnTo>
                  <a:lnTo>
                    <a:pt x="3422890" y="3116972"/>
                  </a:lnTo>
                  <a:lnTo>
                    <a:pt x="3422076" y="3116972"/>
                  </a:lnTo>
                  <a:lnTo>
                    <a:pt x="3421261" y="3116972"/>
                  </a:lnTo>
                  <a:lnTo>
                    <a:pt x="3420446" y="3116972"/>
                  </a:lnTo>
                  <a:lnTo>
                    <a:pt x="3419631" y="3116972"/>
                  </a:lnTo>
                  <a:lnTo>
                    <a:pt x="3418817" y="3116972"/>
                  </a:lnTo>
                  <a:lnTo>
                    <a:pt x="3418002" y="3116972"/>
                  </a:lnTo>
                  <a:lnTo>
                    <a:pt x="3417187" y="3116972"/>
                  </a:lnTo>
                  <a:lnTo>
                    <a:pt x="3416372" y="3116972"/>
                  </a:lnTo>
                  <a:lnTo>
                    <a:pt x="3415557" y="3116972"/>
                  </a:lnTo>
                  <a:lnTo>
                    <a:pt x="3414743" y="3116972"/>
                  </a:lnTo>
                  <a:lnTo>
                    <a:pt x="3413928" y="3116972"/>
                  </a:lnTo>
                  <a:lnTo>
                    <a:pt x="3413113" y="3116972"/>
                  </a:lnTo>
                  <a:lnTo>
                    <a:pt x="3412298" y="3116972"/>
                  </a:lnTo>
                  <a:lnTo>
                    <a:pt x="3411484" y="3116972"/>
                  </a:lnTo>
                  <a:lnTo>
                    <a:pt x="3410669" y="3116972"/>
                  </a:lnTo>
                  <a:lnTo>
                    <a:pt x="3409854" y="3116972"/>
                  </a:lnTo>
                  <a:lnTo>
                    <a:pt x="3409039" y="3116972"/>
                  </a:lnTo>
                  <a:lnTo>
                    <a:pt x="3408224" y="3116972"/>
                  </a:lnTo>
                  <a:lnTo>
                    <a:pt x="3407410" y="3116972"/>
                  </a:lnTo>
                  <a:lnTo>
                    <a:pt x="3406595" y="3116972"/>
                  </a:lnTo>
                  <a:lnTo>
                    <a:pt x="3405780" y="3116972"/>
                  </a:lnTo>
                  <a:lnTo>
                    <a:pt x="3404965" y="3116972"/>
                  </a:lnTo>
                  <a:lnTo>
                    <a:pt x="3404151" y="3116972"/>
                  </a:lnTo>
                  <a:lnTo>
                    <a:pt x="3403336" y="3116972"/>
                  </a:lnTo>
                  <a:lnTo>
                    <a:pt x="3402521" y="3116972"/>
                  </a:lnTo>
                  <a:lnTo>
                    <a:pt x="3401706" y="3116972"/>
                  </a:lnTo>
                  <a:lnTo>
                    <a:pt x="3400891" y="3116972"/>
                  </a:lnTo>
                  <a:lnTo>
                    <a:pt x="3400077" y="3116972"/>
                  </a:lnTo>
                  <a:lnTo>
                    <a:pt x="3399262" y="3116972"/>
                  </a:lnTo>
                  <a:lnTo>
                    <a:pt x="3398447" y="3116972"/>
                  </a:lnTo>
                  <a:lnTo>
                    <a:pt x="3397632" y="3116972"/>
                  </a:lnTo>
                  <a:lnTo>
                    <a:pt x="3396818" y="3116972"/>
                  </a:lnTo>
                  <a:lnTo>
                    <a:pt x="3396003" y="3116972"/>
                  </a:lnTo>
                  <a:lnTo>
                    <a:pt x="3395188" y="3116972"/>
                  </a:lnTo>
                  <a:lnTo>
                    <a:pt x="3394373" y="3116972"/>
                  </a:lnTo>
                  <a:lnTo>
                    <a:pt x="3393558" y="3116972"/>
                  </a:lnTo>
                  <a:lnTo>
                    <a:pt x="3392744" y="3116972"/>
                  </a:lnTo>
                  <a:lnTo>
                    <a:pt x="3391929" y="3116972"/>
                  </a:lnTo>
                  <a:lnTo>
                    <a:pt x="3391114" y="3116972"/>
                  </a:lnTo>
                  <a:lnTo>
                    <a:pt x="3390299" y="3116972"/>
                  </a:lnTo>
                  <a:lnTo>
                    <a:pt x="3389485" y="3116972"/>
                  </a:lnTo>
                  <a:lnTo>
                    <a:pt x="3388670" y="3116972"/>
                  </a:lnTo>
                  <a:lnTo>
                    <a:pt x="3387855" y="3116972"/>
                  </a:lnTo>
                  <a:lnTo>
                    <a:pt x="3387040" y="3116972"/>
                  </a:lnTo>
                  <a:lnTo>
                    <a:pt x="3386225" y="3116972"/>
                  </a:lnTo>
                  <a:lnTo>
                    <a:pt x="3385411" y="3116972"/>
                  </a:lnTo>
                  <a:lnTo>
                    <a:pt x="3384596" y="3116972"/>
                  </a:lnTo>
                  <a:lnTo>
                    <a:pt x="3383781" y="3116972"/>
                  </a:lnTo>
                  <a:lnTo>
                    <a:pt x="3382966" y="3116972"/>
                  </a:lnTo>
                  <a:lnTo>
                    <a:pt x="3382151" y="3116972"/>
                  </a:lnTo>
                  <a:lnTo>
                    <a:pt x="3381337" y="3116972"/>
                  </a:lnTo>
                  <a:lnTo>
                    <a:pt x="3380522" y="3116972"/>
                  </a:lnTo>
                  <a:lnTo>
                    <a:pt x="3379707" y="3116972"/>
                  </a:lnTo>
                  <a:lnTo>
                    <a:pt x="3378892" y="3116972"/>
                  </a:lnTo>
                  <a:lnTo>
                    <a:pt x="3378078" y="3116972"/>
                  </a:lnTo>
                  <a:lnTo>
                    <a:pt x="3377263" y="3116972"/>
                  </a:lnTo>
                  <a:lnTo>
                    <a:pt x="3376448" y="3116972"/>
                  </a:lnTo>
                  <a:lnTo>
                    <a:pt x="3375633" y="3116972"/>
                  </a:lnTo>
                  <a:lnTo>
                    <a:pt x="3374818" y="3116972"/>
                  </a:lnTo>
                  <a:lnTo>
                    <a:pt x="3374004" y="3116972"/>
                  </a:lnTo>
                  <a:lnTo>
                    <a:pt x="3373189" y="3116972"/>
                  </a:lnTo>
                  <a:lnTo>
                    <a:pt x="3372374" y="3116972"/>
                  </a:lnTo>
                  <a:lnTo>
                    <a:pt x="3371559" y="3116972"/>
                  </a:lnTo>
                  <a:lnTo>
                    <a:pt x="3370745" y="3116972"/>
                  </a:lnTo>
                  <a:lnTo>
                    <a:pt x="3369930" y="3116972"/>
                  </a:lnTo>
                  <a:lnTo>
                    <a:pt x="3369115" y="3116972"/>
                  </a:lnTo>
                  <a:lnTo>
                    <a:pt x="3368300" y="3116972"/>
                  </a:lnTo>
                  <a:lnTo>
                    <a:pt x="3367485" y="3116972"/>
                  </a:lnTo>
                  <a:lnTo>
                    <a:pt x="3366671" y="3116972"/>
                  </a:lnTo>
                  <a:lnTo>
                    <a:pt x="3365856" y="3116972"/>
                  </a:lnTo>
                  <a:lnTo>
                    <a:pt x="3365041" y="3116972"/>
                  </a:lnTo>
                  <a:lnTo>
                    <a:pt x="3364226" y="3116972"/>
                  </a:lnTo>
                  <a:lnTo>
                    <a:pt x="3363412" y="3116972"/>
                  </a:lnTo>
                  <a:lnTo>
                    <a:pt x="3362597" y="3116972"/>
                  </a:lnTo>
                  <a:lnTo>
                    <a:pt x="3361782" y="3116972"/>
                  </a:lnTo>
                  <a:lnTo>
                    <a:pt x="3360967" y="3116972"/>
                  </a:lnTo>
                  <a:lnTo>
                    <a:pt x="3360152" y="3116972"/>
                  </a:lnTo>
                  <a:lnTo>
                    <a:pt x="3359338" y="3116972"/>
                  </a:lnTo>
                  <a:lnTo>
                    <a:pt x="3358523" y="3116972"/>
                  </a:lnTo>
                  <a:lnTo>
                    <a:pt x="3357708" y="3116972"/>
                  </a:lnTo>
                  <a:lnTo>
                    <a:pt x="3356893" y="3116972"/>
                  </a:lnTo>
                  <a:lnTo>
                    <a:pt x="3356079" y="3116972"/>
                  </a:lnTo>
                  <a:lnTo>
                    <a:pt x="3355264" y="3116972"/>
                  </a:lnTo>
                  <a:lnTo>
                    <a:pt x="3354449" y="3116972"/>
                  </a:lnTo>
                  <a:lnTo>
                    <a:pt x="3353634" y="3116972"/>
                  </a:lnTo>
                  <a:lnTo>
                    <a:pt x="3352819" y="3116972"/>
                  </a:lnTo>
                  <a:lnTo>
                    <a:pt x="3352005" y="3116972"/>
                  </a:lnTo>
                  <a:lnTo>
                    <a:pt x="3351190" y="3116972"/>
                  </a:lnTo>
                  <a:lnTo>
                    <a:pt x="3350375" y="3116972"/>
                  </a:lnTo>
                  <a:lnTo>
                    <a:pt x="3349560" y="3116972"/>
                  </a:lnTo>
                  <a:lnTo>
                    <a:pt x="3348746" y="3116972"/>
                  </a:lnTo>
                  <a:lnTo>
                    <a:pt x="3347931" y="3116972"/>
                  </a:lnTo>
                  <a:lnTo>
                    <a:pt x="3347116" y="3116972"/>
                  </a:lnTo>
                  <a:lnTo>
                    <a:pt x="3346301" y="3116972"/>
                  </a:lnTo>
                  <a:lnTo>
                    <a:pt x="3345486" y="3116972"/>
                  </a:lnTo>
                  <a:lnTo>
                    <a:pt x="3344672" y="3116972"/>
                  </a:lnTo>
                  <a:lnTo>
                    <a:pt x="3343857" y="3116972"/>
                  </a:lnTo>
                  <a:lnTo>
                    <a:pt x="3343042" y="3116972"/>
                  </a:lnTo>
                  <a:lnTo>
                    <a:pt x="3342227" y="3116972"/>
                  </a:lnTo>
                  <a:lnTo>
                    <a:pt x="3341412" y="3116972"/>
                  </a:lnTo>
                  <a:lnTo>
                    <a:pt x="3340598" y="3116972"/>
                  </a:lnTo>
                  <a:lnTo>
                    <a:pt x="3339783" y="3116972"/>
                  </a:lnTo>
                  <a:lnTo>
                    <a:pt x="3338968" y="3116972"/>
                  </a:lnTo>
                  <a:lnTo>
                    <a:pt x="3338153" y="3116972"/>
                  </a:lnTo>
                  <a:lnTo>
                    <a:pt x="3337339" y="3116972"/>
                  </a:lnTo>
                  <a:lnTo>
                    <a:pt x="3336524" y="3116972"/>
                  </a:lnTo>
                  <a:lnTo>
                    <a:pt x="3335709" y="3116972"/>
                  </a:lnTo>
                  <a:lnTo>
                    <a:pt x="3334894" y="3116972"/>
                  </a:lnTo>
                  <a:lnTo>
                    <a:pt x="3334079" y="3116972"/>
                  </a:lnTo>
                  <a:lnTo>
                    <a:pt x="3333265" y="3116972"/>
                  </a:lnTo>
                  <a:lnTo>
                    <a:pt x="3332450" y="3116972"/>
                  </a:lnTo>
                  <a:lnTo>
                    <a:pt x="3331635" y="3116972"/>
                  </a:lnTo>
                  <a:lnTo>
                    <a:pt x="3330820" y="3116972"/>
                  </a:lnTo>
                  <a:lnTo>
                    <a:pt x="3330006" y="3116972"/>
                  </a:lnTo>
                  <a:lnTo>
                    <a:pt x="3329191" y="3116972"/>
                  </a:lnTo>
                  <a:lnTo>
                    <a:pt x="3328376" y="3116972"/>
                  </a:lnTo>
                  <a:lnTo>
                    <a:pt x="3327561" y="3116972"/>
                  </a:lnTo>
                  <a:lnTo>
                    <a:pt x="3326746" y="3116972"/>
                  </a:lnTo>
                  <a:lnTo>
                    <a:pt x="3325932" y="3116972"/>
                  </a:lnTo>
                  <a:lnTo>
                    <a:pt x="3325117" y="3116972"/>
                  </a:lnTo>
                  <a:lnTo>
                    <a:pt x="3324302" y="3116972"/>
                  </a:lnTo>
                  <a:lnTo>
                    <a:pt x="3323487" y="3116972"/>
                  </a:lnTo>
                  <a:lnTo>
                    <a:pt x="3322673" y="3116972"/>
                  </a:lnTo>
                  <a:lnTo>
                    <a:pt x="3321858" y="3116972"/>
                  </a:lnTo>
                  <a:lnTo>
                    <a:pt x="3321043" y="3116972"/>
                  </a:lnTo>
                  <a:lnTo>
                    <a:pt x="3320228" y="3116972"/>
                  </a:lnTo>
                  <a:lnTo>
                    <a:pt x="3319413" y="3116972"/>
                  </a:lnTo>
                  <a:lnTo>
                    <a:pt x="3318599" y="3116972"/>
                  </a:lnTo>
                  <a:lnTo>
                    <a:pt x="3317784" y="3116972"/>
                  </a:lnTo>
                  <a:lnTo>
                    <a:pt x="3316969" y="3116972"/>
                  </a:lnTo>
                  <a:lnTo>
                    <a:pt x="3316154" y="3116972"/>
                  </a:lnTo>
                  <a:lnTo>
                    <a:pt x="3315340" y="3116972"/>
                  </a:lnTo>
                  <a:lnTo>
                    <a:pt x="3314525" y="3116972"/>
                  </a:lnTo>
                  <a:lnTo>
                    <a:pt x="3313710" y="3116972"/>
                  </a:lnTo>
                  <a:lnTo>
                    <a:pt x="3312895" y="3116972"/>
                  </a:lnTo>
                  <a:lnTo>
                    <a:pt x="3312080" y="3116972"/>
                  </a:lnTo>
                  <a:lnTo>
                    <a:pt x="3311266" y="3116972"/>
                  </a:lnTo>
                  <a:lnTo>
                    <a:pt x="3310451" y="3116972"/>
                  </a:lnTo>
                  <a:lnTo>
                    <a:pt x="3309636" y="3116972"/>
                  </a:lnTo>
                  <a:lnTo>
                    <a:pt x="3308821" y="3116972"/>
                  </a:lnTo>
                  <a:lnTo>
                    <a:pt x="3308007" y="3116972"/>
                  </a:lnTo>
                  <a:lnTo>
                    <a:pt x="3307192" y="3116972"/>
                  </a:lnTo>
                  <a:lnTo>
                    <a:pt x="3306377" y="3116972"/>
                  </a:lnTo>
                  <a:lnTo>
                    <a:pt x="3305562" y="3116972"/>
                  </a:lnTo>
                  <a:lnTo>
                    <a:pt x="3304747" y="3116972"/>
                  </a:lnTo>
                  <a:lnTo>
                    <a:pt x="3303933" y="3116972"/>
                  </a:lnTo>
                  <a:lnTo>
                    <a:pt x="3303118" y="3116972"/>
                  </a:lnTo>
                  <a:lnTo>
                    <a:pt x="3302303" y="3116972"/>
                  </a:lnTo>
                  <a:lnTo>
                    <a:pt x="3301488" y="3116972"/>
                  </a:lnTo>
                  <a:lnTo>
                    <a:pt x="3300673" y="3116972"/>
                  </a:lnTo>
                  <a:lnTo>
                    <a:pt x="3299859" y="3116972"/>
                  </a:lnTo>
                  <a:lnTo>
                    <a:pt x="3299044" y="3116972"/>
                  </a:lnTo>
                  <a:lnTo>
                    <a:pt x="3298229" y="3116972"/>
                  </a:lnTo>
                  <a:lnTo>
                    <a:pt x="3297414" y="3116972"/>
                  </a:lnTo>
                  <a:lnTo>
                    <a:pt x="3296600" y="3116972"/>
                  </a:lnTo>
                  <a:lnTo>
                    <a:pt x="3295785" y="3116972"/>
                  </a:lnTo>
                  <a:lnTo>
                    <a:pt x="3294970" y="3116972"/>
                  </a:lnTo>
                  <a:lnTo>
                    <a:pt x="3294155" y="3116972"/>
                  </a:lnTo>
                  <a:lnTo>
                    <a:pt x="3293340" y="3116972"/>
                  </a:lnTo>
                  <a:lnTo>
                    <a:pt x="3292526" y="3116972"/>
                  </a:lnTo>
                  <a:lnTo>
                    <a:pt x="3291711" y="3116972"/>
                  </a:lnTo>
                  <a:lnTo>
                    <a:pt x="3290896" y="3116972"/>
                  </a:lnTo>
                  <a:lnTo>
                    <a:pt x="3290081" y="3116972"/>
                  </a:lnTo>
                  <a:lnTo>
                    <a:pt x="3289267" y="3116972"/>
                  </a:lnTo>
                  <a:lnTo>
                    <a:pt x="3288452" y="3116972"/>
                  </a:lnTo>
                  <a:lnTo>
                    <a:pt x="3287637" y="3116972"/>
                  </a:lnTo>
                  <a:lnTo>
                    <a:pt x="3286822" y="3116972"/>
                  </a:lnTo>
                  <a:lnTo>
                    <a:pt x="3286007" y="3116972"/>
                  </a:lnTo>
                  <a:lnTo>
                    <a:pt x="3285193" y="3116972"/>
                  </a:lnTo>
                  <a:lnTo>
                    <a:pt x="3284378" y="3116972"/>
                  </a:lnTo>
                  <a:lnTo>
                    <a:pt x="3283563" y="3116972"/>
                  </a:lnTo>
                  <a:lnTo>
                    <a:pt x="3282748" y="3116972"/>
                  </a:lnTo>
                  <a:lnTo>
                    <a:pt x="3281934" y="3116972"/>
                  </a:lnTo>
                  <a:lnTo>
                    <a:pt x="3281119" y="3116972"/>
                  </a:lnTo>
                  <a:lnTo>
                    <a:pt x="3280304" y="3116972"/>
                  </a:lnTo>
                  <a:lnTo>
                    <a:pt x="3279489" y="3116972"/>
                  </a:lnTo>
                  <a:lnTo>
                    <a:pt x="3278674" y="3116972"/>
                  </a:lnTo>
                  <a:lnTo>
                    <a:pt x="3277860" y="3116972"/>
                  </a:lnTo>
                  <a:lnTo>
                    <a:pt x="3277045" y="3116972"/>
                  </a:lnTo>
                  <a:lnTo>
                    <a:pt x="3276230" y="3116972"/>
                  </a:lnTo>
                  <a:lnTo>
                    <a:pt x="3275415" y="3116972"/>
                  </a:lnTo>
                  <a:lnTo>
                    <a:pt x="3274601" y="3116972"/>
                  </a:lnTo>
                  <a:lnTo>
                    <a:pt x="3273786" y="3116972"/>
                  </a:lnTo>
                  <a:lnTo>
                    <a:pt x="3272971" y="3116972"/>
                  </a:lnTo>
                  <a:lnTo>
                    <a:pt x="3272156" y="3116972"/>
                  </a:lnTo>
                  <a:lnTo>
                    <a:pt x="3271341" y="3116972"/>
                  </a:lnTo>
                  <a:lnTo>
                    <a:pt x="3270527" y="3116972"/>
                  </a:lnTo>
                  <a:lnTo>
                    <a:pt x="3269712" y="3116972"/>
                  </a:lnTo>
                  <a:lnTo>
                    <a:pt x="3268897" y="3116972"/>
                  </a:lnTo>
                  <a:lnTo>
                    <a:pt x="3268082" y="3116972"/>
                  </a:lnTo>
                  <a:lnTo>
                    <a:pt x="3267268" y="3116972"/>
                  </a:lnTo>
                  <a:lnTo>
                    <a:pt x="3266453" y="3116972"/>
                  </a:lnTo>
                  <a:lnTo>
                    <a:pt x="3265638" y="3116972"/>
                  </a:lnTo>
                  <a:lnTo>
                    <a:pt x="3264823" y="3116972"/>
                  </a:lnTo>
                  <a:lnTo>
                    <a:pt x="3264008" y="3116972"/>
                  </a:lnTo>
                  <a:lnTo>
                    <a:pt x="3263194" y="3116972"/>
                  </a:lnTo>
                  <a:lnTo>
                    <a:pt x="3262379" y="3116972"/>
                  </a:lnTo>
                  <a:lnTo>
                    <a:pt x="3261564" y="3116972"/>
                  </a:lnTo>
                  <a:lnTo>
                    <a:pt x="3260749" y="3116972"/>
                  </a:lnTo>
                  <a:lnTo>
                    <a:pt x="3259934" y="3116972"/>
                  </a:lnTo>
                  <a:lnTo>
                    <a:pt x="3259120" y="3116972"/>
                  </a:lnTo>
                  <a:lnTo>
                    <a:pt x="3258305" y="3116972"/>
                  </a:lnTo>
                  <a:lnTo>
                    <a:pt x="3257490" y="3116972"/>
                  </a:lnTo>
                  <a:lnTo>
                    <a:pt x="3256675" y="3116972"/>
                  </a:lnTo>
                  <a:lnTo>
                    <a:pt x="3255861" y="3116972"/>
                  </a:lnTo>
                  <a:lnTo>
                    <a:pt x="3255046" y="3116972"/>
                  </a:lnTo>
                  <a:lnTo>
                    <a:pt x="3254231" y="3116972"/>
                  </a:lnTo>
                  <a:lnTo>
                    <a:pt x="3253416" y="3116972"/>
                  </a:lnTo>
                  <a:lnTo>
                    <a:pt x="3252601" y="3116972"/>
                  </a:lnTo>
                  <a:lnTo>
                    <a:pt x="3251787" y="3116972"/>
                  </a:lnTo>
                  <a:lnTo>
                    <a:pt x="3250972" y="3116972"/>
                  </a:lnTo>
                  <a:lnTo>
                    <a:pt x="3250157" y="3116972"/>
                  </a:lnTo>
                  <a:lnTo>
                    <a:pt x="3249342" y="3116972"/>
                  </a:lnTo>
                  <a:lnTo>
                    <a:pt x="3248528" y="3116972"/>
                  </a:lnTo>
                  <a:lnTo>
                    <a:pt x="3247713" y="3116972"/>
                  </a:lnTo>
                  <a:lnTo>
                    <a:pt x="3246898" y="3116972"/>
                  </a:lnTo>
                  <a:lnTo>
                    <a:pt x="3246083" y="3116972"/>
                  </a:lnTo>
                  <a:lnTo>
                    <a:pt x="3245268" y="3116972"/>
                  </a:lnTo>
                  <a:lnTo>
                    <a:pt x="3244454" y="3116972"/>
                  </a:lnTo>
                  <a:lnTo>
                    <a:pt x="3243639" y="3116972"/>
                  </a:lnTo>
                  <a:lnTo>
                    <a:pt x="3242824" y="3116972"/>
                  </a:lnTo>
                  <a:lnTo>
                    <a:pt x="3242009" y="3116972"/>
                  </a:lnTo>
                  <a:lnTo>
                    <a:pt x="3241195" y="3116972"/>
                  </a:lnTo>
                  <a:lnTo>
                    <a:pt x="3240380" y="3116972"/>
                  </a:lnTo>
                  <a:lnTo>
                    <a:pt x="3239565" y="3116972"/>
                  </a:lnTo>
                  <a:lnTo>
                    <a:pt x="3238750" y="3116972"/>
                  </a:lnTo>
                  <a:lnTo>
                    <a:pt x="3237935" y="3116972"/>
                  </a:lnTo>
                  <a:lnTo>
                    <a:pt x="3237121" y="3116972"/>
                  </a:lnTo>
                  <a:lnTo>
                    <a:pt x="3236306" y="3116972"/>
                  </a:lnTo>
                  <a:lnTo>
                    <a:pt x="3235491" y="3116972"/>
                  </a:lnTo>
                  <a:lnTo>
                    <a:pt x="3234676" y="3116972"/>
                  </a:lnTo>
                  <a:lnTo>
                    <a:pt x="3233862" y="3116972"/>
                  </a:lnTo>
                  <a:lnTo>
                    <a:pt x="3233047" y="3116972"/>
                  </a:lnTo>
                  <a:lnTo>
                    <a:pt x="3232232" y="3116972"/>
                  </a:lnTo>
                  <a:lnTo>
                    <a:pt x="3231417" y="3116972"/>
                  </a:lnTo>
                  <a:lnTo>
                    <a:pt x="3230602" y="3116972"/>
                  </a:lnTo>
                  <a:lnTo>
                    <a:pt x="3229788" y="3116972"/>
                  </a:lnTo>
                  <a:lnTo>
                    <a:pt x="3228973" y="3116972"/>
                  </a:lnTo>
                  <a:lnTo>
                    <a:pt x="3228158" y="3116972"/>
                  </a:lnTo>
                  <a:lnTo>
                    <a:pt x="3227343" y="3116972"/>
                  </a:lnTo>
                  <a:lnTo>
                    <a:pt x="3226529" y="3116972"/>
                  </a:lnTo>
                  <a:lnTo>
                    <a:pt x="3225714" y="3116972"/>
                  </a:lnTo>
                  <a:lnTo>
                    <a:pt x="3224899" y="3116972"/>
                  </a:lnTo>
                  <a:lnTo>
                    <a:pt x="3224084" y="3116972"/>
                  </a:lnTo>
                  <a:lnTo>
                    <a:pt x="3223269" y="3116972"/>
                  </a:lnTo>
                  <a:lnTo>
                    <a:pt x="3222455" y="3116972"/>
                  </a:lnTo>
                  <a:lnTo>
                    <a:pt x="3221640" y="3116972"/>
                  </a:lnTo>
                  <a:lnTo>
                    <a:pt x="3220825" y="3116972"/>
                  </a:lnTo>
                  <a:lnTo>
                    <a:pt x="3220010" y="3116972"/>
                  </a:lnTo>
                  <a:lnTo>
                    <a:pt x="3219195" y="3116972"/>
                  </a:lnTo>
                  <a:lnTo>
                    <a:pt x="3218381" y="3116972"/>
                  </a:lnTo>
                  <a:lnTo>
                    <a:pt x="3217566" y="3116972"/>
                  </a:lnTo>
                  <a:lnTo>
                    <a:pt x="3216751" y="3116972"/>
                  </a:lnTo>
                  <a:lnTo>
                    <a:pt x="3215936" y="3116972"/>
                  </a:lnTo>
                  <a:lnTo>
                    <a:pt x="3215122" y="3116972"/>
                  </a:lnTo>
                  <a:lnTo>
                    <a:pt x="3214307" y="3116972"/>
                  </a:lnTo>
                  <a:lnTo>
                    <a:pt x="3213492" y="3116972"/>
                  </a:lnTo>
                  <a:lnTo>
                    <a:pt x="3212677" y="3116972"/>
                  </a:lnTo>
                  <a:lnTo>
                    <a:pt x="3211862" y="3116972"/>
                  </a:lnTo>
                  <a:lnTo>
                    <a:pt x="3211048" y="3116972"/>
                  </a:lnTo>
                  <a:lnTo>
                    <a:pt x="3210233" y="3116972"/>
                  </a:lnTo>
                  <a:lnTo>
                    <a:pt x="3209418" y="3116972"/>
                  </a:lnTo>
                  <a:lnTo>
                    <a:pt x="3208603" y="3116972"/>
                  </a:lnTo>
                  <a:lnTo>
                    <a:pt x="3207789" y="3116972"/>
                  </a:lnTo>
                  <a:lnTo>
                    <a:pt x="3206974" y="3116972"/>
                  </a:lnTo>
                  <a:lnTo>
                    <a:pt x="3206159" y="3116972"/>
                  </a:lnTo>
                  <a:lnTo>
                    <a:pt x="3205344" y="3116972"/>
                  </a:lnTo>
                  <a:lnTo>
                    <a:pt x="3204529" y="3116972"/>
                  </a:lnTo>
                  <a:lnTo>
                    <a:pt x="3203715" y="3116972"/>
                  </a:lnTo>
                  <a:lnTo>
                    <a:pt x="3202900" y="3116972"/>
                  </a:lnTo>
                  <a:lnTo>
                    <a:pt x="3202085" y="3116972"/>
                  </a:lnTo>
                  <a:lnTo>
                    <a:pt x="3201270" y="3116972"/>
                  </a:lnTo>
                  <a:lnTo>
                    <a:pt x="3200456" y="3116972"/>
                  </a:lnTo>
                  <a:lnTo>
                    <a:pt x="3199641" y="3116972"/>
                  </a:lnTo>
                  <a:lnTo>
                    <a:pt x="3198826" y="3116972"/>
                  </a:lnTo>
                  <a:lnTo>
                    <a:pt x="3198011" y="3116972"/>
                  </a:lnTo>
                  <a:lnTo>
                    <a:pt x="3197196" y="3116972"/>
                  </a:lnTo>
                  <a:lnTo>
                    <a:pt x="3196382" y="3116972"/>
                  </a:lnTo>
                  <a:lnTo>
                    <a:pt x="3195567" y="3116972"/>
                  </a:lnTo>
                  <a:lnTo>
                    <a:pt x="3194752" y="3116972"/>
                  </a:lnTo>
                  <a:lnTo>
                    <a:pt x="3193937" y="3116972"/>
                  </a:lnTo>
                  <a:lnTo>
                    <a:pt x="3193123" y="3116972"/>
                  </a:lnTo>
                  <a:lnTo>
                    <a:pt x="3192308" y="3116972"/>
                  </a:lnTo>
                  <a:lnTo>
                    <a:pt x="3191493" y="3116972"/>
                  </a:lnTo>
                  <a:lnTo>
                    <a:pt x="3190678" y="3116972"/>
                  </a:lnTo>
                  <a:lnTo>
                    <a:pt x="3189863" y="3116972"/>
                  </a:lnTo>
                  <a:lnTo>
                    <a:pt x="3189049" y="3116972"/>
                  </a:lnTo>
                  <a:lnTo>
                    <a:pt x="3188234" y="3116972"/>
                  </a:lnTo>
                  <a:lnTo>
                    <a:pt x="3187419" y="3116972"/>
                  </a:lnTo>
                  <a:lnTo>
                    <a:pt x="3186604" y="3116972"/>
                  </a:lnTo>
                  <a:lnTo>
                    <a:pt x="3185789" y="3116972"/>
                  </a:lnTo>
                  <a:lnTo>
                    <a:pt x="3184975" y="3116972"/>
                  </a:lnTo>
                  <a:lnTo>
                    <a:pt x="3184160" y="3116972"/>
                  </a:lnTo>
                  <a:lnTo>
                    <a:pt x="3183345" y="3116972"/>
                  </a:lnTo>
                  <a:lnTo>
                    <a:pt x="3182530" y="3116972"/>
                  </a:lnTo>
                  <a:lnTo>
                    <a:pt x="3181716" y="3116972"/>
                  </a:lnTo>
                  <a:lnTo>
                    <a:pt x="3180901" y="3116972"/>
                  </a:lnTo>
                  <a:lnTo>
                    <a:pt x="3180086" y="3116972"/>
                  </a:lnTo>
                  <a:lnTo>
                    <a:pt x="3179271" y="3116972"/>
                  </a:lnTo>
                  <a:lnTo>
                    <a:pt x="3178456" y="3116972"/>
                  </a:lnTo>
                  <a:lnTo>
                    <a:pt x="3177642" y="3116972"/>
                  </a:lnTo>
                  <a:lnTo>
                    <a:pt x="3176827" y="3116972"/>
                  </a:lnTo>
                  <a:lnTo>
                    <a:pt x="3176012" y="3116972"/>
                  </a:lnTo>
                  <a:lnTo>
                    <a:pt x="3175197" y="3116972"/>
                  </a:lnTo>
                  <a:lnTo>
                    <a:pt x="3174383" y="3116972"/>
                  </a:lnTo>
                  <a:lnTo>
                    <a:pt x="3173568" y="3116972"/>
                  </a:lnTo>
                  <a:lnTo>
                    <a:pt x="3172753" y="3116972"/>
                  </a:lnTo>
                  <a:lnTo>
                    <a:pt x="3171938" y="3116972"/>
                  </a:lnTo>
                  <a:lnTo>
                    <a:pt x="3171123" y="3116972"/>
                  </a:lnTo>
                  <a:lnTo>
                    <a:pt x="3170309" y="3116972"/>
                  </a:lnTo>
                  <a:lnTo>
                    <a:pt x="3169494" y="3116972"/>
                  </a:lnTo>
                  <a:lnTo>
                    <a:pt x="3168679" y="3116972"/>
                  </a:lnTo>
                  <a:lnTo>
                    <a:pt x="3167864" y="3116972"/>
                  </a:lnTo>
                  <a:lnTo>
                    <a:pt x="3167050" y="3116972"/>
                  </a:lnTo>
                  <a:lnTo>
                    <a:pt x="3166235" y="3116972"/>
                  </a:lnTo>
                  <a:lnTo>
                    <a:pt x="3165420" y="3116972"/>
                  </a:lnTo>
                  <a:lnTo>
                    <a:pt x="3164605" y="3116972"/>
                  </a:lnTo>
                  <a:lnTo>
                    <a:pt x="3163790" y="3116972"/>
                  </a:lnTo>
                  <a:lnTo>
                    <a:pt x="3162976" y="3116972"/>
                  </a:lnTo>
                  <a:lnTo>
                    <a:pt x="3162161" y="3116972"/>
                  </a:lnTo>
                  <a:lnTo>
                    <a:pt x="3161346" y="3116972"/>
                  </a:lnTo>
                  <a:lnTo>
                    <a:pt x="3160531" y="3116972"/>
                  </a:lnTo>
                  <a:lnTo>
                    <a:pt x="3159717" y="3116972"/>
                  </a:lnTo>
                  <a:lnTo>
                    <a:pt x="3158902" y="3116972"/>
                  </a:lnTo>
                  <a:lnTo>
                    <a:pt x="3158087" y="3116972"/>
                  </a:lnTo>
                  <a:lnTo>
                    <a:pt x="3157272" y="3116972"/>
                  </a:lnTo>
                  <a:lnTo>
                    <a:pt x="3156457" y="3116972"/>
                  </a:lnTo>
                  <a:lnTo>
                    <a:pt x="3155643" y="3116972"/>
                  </a:lnTo>
                  <a:lnTo>
                    <a:pt x="3154828" y="3116972"/>
                  </a:lnTo>
                  <a:lnTo>
                    <a:pt x="3154013" y="3116972"/>
                  </a:lnTo>
                  <a:lnTo>
                    <a:pt x="3153198" y="3116972"/>
                  </a:lnTo>
                  <a:lnTo>
                    <a:pt x="3152384" y="3116972"/>
                  </a:lnTo>
                  <a:lnTo>
                    <a:pt x="3151569" y="3116972"/>
                  </a:lnTo>
                  <a:lnTo>
                    <a:pt x="3150754" y="3116972"/>
                  </a:lnTo>
                  <a:lnTo>
                    <a:pt x="3149939" y="3116972"/>
                  </a:lnTo>
                  <a:lnTo>
                    <a:pt x="3149124" y="3116972"/>
                  </a:lnTo>
                  <a:lnTo>
                    <a:pt x="3148310" y="3116972"/>
                  </a:lnTo>
                  <a:lnTo>
                    <a:pt x="3147495" y="3116972"/>
                  </a:lnTo>
                  <a:lnTo>
                    <a:pt x="3146680" y="3116972"/>
                  </a:lnTo>
                  <a:lnTo>
                    <a:pt x="3145865" y="3116972"/>
                  </a:lnTo>
                  <a:lnTo>
                    <a:pt x="3145050" y="3116972"/>
                  </a:lnTo>
                  <a:lnTo>
                    <a:pt x="3144236" y="3116972"/>
                  </a:lnTo>
                  <a:lnTo>
                    <a:pt x="3143421" y="3116972"/>
                  </a:lnTo>
                  <a:lnTo>
                    <a:pt x="3142606" y="3116972"/>
                  </a:lnTo>
                  <a:lnTo>
                    <a:pt x="3141791" y="3116972"/>
                  </a:lnTo>
                  <a:lnTo>
                    <a:pt x="3140977" y="3116972"/>
                  </a:lnTo>
                  <a:lnTo>
                    <a:pt x="3140162" y="3116972"/>
                  </a:lnTo>
                  <a:lnTo>
                    <a:pt x="3139347" y="3116972"/>
                  </a:lnTo>
                  <a:lnTo>
                    <a:pt x="3138532" y="3116972"/>
                  </a:lnTo>
                  <a:lnTo>
                    <a:pt x="3137717" y="3116972"/>
                  </a:lnTo>
                  <a:lnTo>
                    <a:pt x="3136903" y="3116972"/>
                  </a:lnTo>
                  <a:lnTo>
                    <a:pt x="3136088" y="3116972"/>
                  </a:lnTo>
                  <a:lnTo>
                    <a:pt x="3135273" y="3116972"/>
                  </a:lnTo>
                  <a:lnTo>
                    <a:pt x="3134458" y="3116972"/>
                  </a:lnTo>
                  <a:lnTo>
                    <a:pt x="3133644" y="3116972"/>
                  </a:lnTo>
                  <a:lnTo>
                    <a:pt x="3132829" y="3116972"/>
                  </a:lnTo>
                  <a:lnTo>
                    <a:pt x="3132014" y="3116972"/>
                  </a:lnTo>
                  <a:lnTo>
                    <a:pt x="3131199" y="3116972"/>
                  </a:lnTo>
                  <a:lnTo>
                    <a:pt x="3130384" y="3116972"/>
                  </a:lnTo>
                  <a:lnTo>
                    <a:pt x="3129570" y="3116972"/>
                  </a:lnTo>
                  <a:lnTo>
                    <a:pt x="3128755" y="3116972"/>
                  </a:lnTo>
                  <a:lnTo>
                    <a:pt x="3127940" y="3116972"/>
                  </a:lnTo>
                  <a:lnTo>
                    <a:pt x="3127125" y="3116972"/>
                  </a:lnTo>
                  <a:lnTo>
                    <a:pt x="3126311" y="3116972"/>
                  </a:lnTo>
                  <a:lnTo>
                    <a:pt x="3125496" y="3116972"/>
                  </a:lnTo>
                  <a:lnTo>
                    <a:pt x="3124681" y="3116972"/>
                  </a:lnTo>
                  <a:lnTo>
                    <a:pt x="3123866" y="3116972"/>
                  </a:lnTo>
                  <a:lnTo>
                    <a:pt x="3123051" y="3116972"/>
                  </a:lnTo>
                  <a:lnTo>
                    <a:pt x="3122237" y="3116972"/>
                  </a:lnTo>
                  <a:lnTo>
                    <a:pt x="3121422" y="3116972"/>
                  </a:lnTo>
                  <a:lnTo>
                    <a:pt x="3120607" y="3116972"/>
                  </a:lnTo>
                  <a:lnTo>
                    <a:pt x="3119792" y="3116972"/>
                  </a:lnTo>
                  <a:lnTo>
                    <a:pt x="3118978" y="3116972"/>
                  </a:lnTo>
                  <a:lnTo>
                    <a:pt x="3118163" y="3116972"/>
                  </a:lnTo>
                  <a:lnTo>
                    <a:pt x="3117348" y="3116972"/>
                  </a:lnTo>
                  <a:lnTo>
                    <a:pt x="3116533" y="3116972"/>
                  </a:lnTo>
                  <a:lnTo>
                    <a:pt x="3115718" y="3116972"/>
                  </a:lnTo>
                  <a:lnTo>
                    <a:pt x="3114904" y="3116972"/>
                  </a:lnTo>
                  <a:lnTo>
                    <a:pt x="3114089" y="3116972"/>
                  </a:lnTo>
                  <a:lnTo>
                    <a:pt x="3113274" y="3116972"/>
                  </a:lnTo>
                  <a:lnTo>
                    <a:pt x="3112459" y="3116972"/>
                  </a:lnTo>
                  <a:lnTo>
                    <a:pt x="3111645" y="3116972"/>
                  </a:lnTo>
                  <a:lnTo>
                    <a:pt x="3110830" y="3116972"/>
                  </a:lnTo>
                  <a:lnTo>
                    <a:pt x="3110015" y="3116972"/>
                  </a:lnTo>
                  <a:lnTo>
                    <a:pt x="3109200" y="3116972"/>
                  </a:lnTo>
                  <a:lnTo>
                    <a:pt x="3108385" y="3116972"/>
                  </a:lnTo>
                  <a:lnTo>
                    <a:pt x="3107571" y="3116972"/>
                  </a:lnTo>
                  <a:lnTo>
                    <a:pt x="3106756" y="3116972"/>
                  </a:lnTo>
                  <a:lnTo>
                    <a:pt x="3105941" y="3116972"/>
                  </a:lnTo>
                  <a:lnTo>
                    <a:pt x="3105126" y="3116972"/>
                  </a:lnTo>
                  <a:lnTo>
                    <a:pt x="3104311" y="3116972"/>
                  </a:lnTo>
                  <a:lnTo>
                    <a:pt x="3103497" y="3116972"/>
                  </a:lnTo>
                  <a:lnTo>
                    <a:pt x="3102682" y="3116972"/>
                  </a:lnTo>
                  <a:lnTo>
                    <a:pt x="3101867" y="3116972"/>
                  </a:lnTo>
                  <a:lnTo>
                    <a:pt x="3101052" y="3116972"/>
                  </a:lnTo>
                  <a:lnTo>
                    <a:pt x="3100238" y="3116972"/>
                  </a:lnTo>
                  <a:lnTo>
                    <a:pt x="3099423" y="3116972"/>
                  </a:lnTo>
                  <a:lnTo>
                    <a:pt x="3098608" y="3116972"/>
                  </a:lnTo>
                  <a:lnTo>
                    <a:pt x="3097793" y="3116972"/>
                  </a:lnTo>
                  <a:lnTo>
                    <a:pt x="3096978" y="3116972"/>
                  </a:lnTo>
                  <a:lnTo>
                    <a:pt x="3096164" y="3116972"/>
                  </a:lnTo>
                  <a:lnTo>
                    <a:pt x="3095349" y="3116972"/>
                  </a:lnTo>
                  <a:lnTo>
                    <a:pt x="3094534" y="3116972"/>
                  </a:lnTo>
                  <a:lnTo>
                    <a:pt x="3093719" y="3116972"/>
                  </a:lnTo>
                  <a:lnTo>
                    <a:pt x="3092905" y="3116972"/>
                  </a:lnTo>
                  <a:lnTo>
                    <a:pt x="3092090" y="3116972"/>
                  </a:lnTo>
                  <a:lnTo>
                    <a:pt x="3091275" y="3116972"/>
                  </a:lnTo>
                  <a:lnTo>
                    <a:pt x="3090460" y="3116972"/>
                  </a:lnTo>
                  <a:lnTo>
                    <a:pt x="3089645" y="3116972"/>
                  </a:lnTo>
                  <a:lnTo>
                    <a:pt x="3088831" y="3116972"/>
                  </a:lnTo>
                  <a:lnTo>
                    <a:pt x="3088016" y="3116972"/>
                  </a:lnTo>
                  <a:lnTo>
                    <a:pt x="3087201" y="3116972"/>
                  </a:lnTo>
                  <a:lnTo>
                    <a:pt x="3086386" y="3116972"/>
                  </a:lnTo>
                  <a:lnTo>
                    <a:pt x="3085572" y="3116972"/>
                  </a:lnTo>
                  <a:lnTo>
                    <a:pt x="3084757" y="3116972"/>
                  </a:lnTo>
                  <a:lnTo>
                    <a:pt x="3083942" y="3116972"/>
                  </a:lnTo>
                  <a:lnTo>
                    <a:pt x="3083127" y="3116972"/>
                  </a:lnTo>
                  <a:lnTo>
                    <a:pt x="3082312" y="3116972"/>
                  </a:lnTo>
                  <a:lnTo>
                    <a:pt x="3081498" y="3116972"/>
                  </a:lnTo>
                  <a:lnTo>
                    <a:pt x="3080683" y="3116972"/>
                  </a:lnTo>
                  <a:lnTo>
                    <a:pt x="3079868" y="3116972"/>
                  </a:lnTo>
                  <a:lnTo>
                    <a:pt x="3079053" y="3116972"/>
                  </a:lnTo>
                  <a:lnTo>
                    <a:pt x="3078239" y="3116972"/>
                  </a:lnTo>
                  <a:lnTo>
                    <a:pt x="3077424" y="3116972"/>
                  </a:lnTo>
                  <a:lnTo>
                    <a:pt x="3076609" y="3116972"/>
                  </a:lnTo>
                  <a:lnTo>
                    <a:pt x="3075794" y="3116972"/>
                  </a:lnTo>
                  <a:lnTo>
                    <a:pt x="3074979" y="3116972"/>
                  </a:lnTo>
                  <a:lnTo>
                    <a:pt x="3074165" y="3116972"/>
                  </a:lnTo>
                  <a:lnTo>
                    <a:pt x="3073350" y="3116972"/>
                  </a:lnTo>
                  <a:lnTo>
                    <a:pt x="3072535" y="3116972"/>
                  </a:lnTo>
                  <a:lnTo>
                    <a:pt x="3071720" y="3116972"/>
                  </a:lnTo>
                  <a:lnTo>
                    <a:pt x="3070906" y="3116972"/>
                  </a:lnTo>
                  <a:lnTo>
                    <a:pt x="3070091" y="3116972"/>
                  </a:lnTo>
                  <a:lnTo>
                    <a:pt x="3069276" y="3116972"/>
                  </a:lnTo>
                  <a:lnTo>
                    <a:pt x="3068461" y="3116972"/>
                  </a:lnTo>
                  <a:lnTo>
                    <a:pt x="3067646" y="3116972"/>
                  </a:lnTo>
                  <a:lnTo>
                    <a:pt x="3066832" y="3116972"/>
                  </a:lnTo>
                  <a:lnTo>
                    <a:pt x="3066017" y="3116972"/>
                  </a:lnTo>
                  <a:lnTo>
                    <a:pt x="3065202" y="3116972"/>
                  </a:lnTo>
                  <a:lnTo>
                    <a:pt x="3064387" y="3116972"/>
                  </a:lnTo>
                  <a:lnTo>
                    <a:pt x="3063572" y="3116972"/>
                  </a:lnTo>
                  <a:lnTo>
                    <a:pt x="3062758" y="3116972"/>
                  </a:lnTo>
                  <a:lnTo>
                    <a:pt x="3061943" y="3116972"/>
                  </a:lnTo>
                  <a:lnTo>
                    <a:pt x="3061128" y="3116972"/>
                  </a:lnTo>
                  <a:lnTo>
                    <a:pt x="3060313" y="3116972"/>
                  </a:lnTo>
                  <a:lnTo>
                    <a:pt x="3059499" y="3116972"/>
                  </a:lnTo>
                  <a:lnTo>
                    <a:pt x="3058684" y="3116972"/>
                  </a:lnTo>
                  <a:lnTo>
                    <a:pt x="3057869" y="3116972"/>
                  </a:lnTo>
                  <a:lnTo>
                    <a:pt x="3057054" y="3116972"/>
                  </a:lnTo>
                  <a:lnTo>
                    <a:pt x="3056239" y="3116972"/>
                  </a:lnTo>
                  <a:lnTo>
                    <a:pt x="3055425" y="3116972"/>
                  </a:lnTo>
                  <a:lnTo>
                    <a:pt x="3054610" y="3116972"/>
                  </a:lnTo>
                  <a:lnTo>
                    <a:pt x="3053795" y="3116972"/>
                  </a:lnTo>
                  <a:lnTo>
                    <a:pt x="3052980" y="3116972"/>
                  </a:lnTo>
                  <a:lnTo>
                    <a:pt x="3052166" y="3116972"/>
                  </a:lnTo>
                  <a:lnTo>
                    <a:pt x="3051351" y="3116972"/>
                  </a:lnTo>
                  <a:lnTo>
                    <a:pt x="3050536" y="3116972"/>
                  </a:lnTo>
                  <a:lnTo>
                    <a:pt x="3049721" y="3116972"/>
                  </a:lnTo>
                  <a:lnTo>
                    <a:pt x="3048906" y="3116972"/>
                  </a:lnTo>
                  <a:lnTo>
                    <a:pt x="3048092" y="3116972"/>
                  </a:lnTo>
                  <a:lnTo>
                    <a:pt x="3047277" y="3116972"/>
                  </a:lnTo>
                  <a:lnTo>
                    <a:pt x="3046462" y="3116972"/>
                  </a:lnTo>
                  <a:lnTo>
                    <a:pt x="3045647" y="3116972"/>
                  </a:lnTo>
                  <a:lnTo>
                    <a:pt x="3044833" y="3116972"/>
                  </a:lnTo>
                  <a:lnTo>
                    <a:pt x="3044018" y="3116972"/>
                  </a:lnTo>
                  <a:lnTo>
                    <a:pt x="3043203" y="3116972"/>
                  </a:lnTo>
                  <a:lnTo>
                    <a:pt x="3042388" y="3116972"/>
                  </a:lnTo>
                  <a:lnTo>
                    <a:pt x="3041573" y="3116972"/>
                  </a:lnTo>
                  <a:lnTo>
                    <a:pt x="3040759" y="3116972"/>
                  </a:lnTo>
                  <a:lnTo>
                    <a:pt x="3039944" y="3116972"/>
                  </a:lnTo>
                  <a:lnTo>
                    <a:pt x="3039129" y="3116972"/>
                  </a:lnTo>
                  <a:lnTo>
                    <a:pt x="3038314" y="3116972"/>
                  </a:lnTo>
                  <a:lnTo>
                    <a:pt x="3037500" y="3116972"/>
                  </a:lnTo>
                  <a:lnTo>
                    <a:pt x="3036685" y="3116972"/>
                  </a:lnTo>
                  <a:lnTo>
                    <a:pt x="3035870" y="3116972"/>
                  </a:lnTo>
                  <a:lnTo>
                    <a:pt x="3035055" y="3116972"/>
                  </a:lnTo>
                  <a:lnTo>
                    <a:pt x="3034240" y="3116972"/>
                  </a:lnTo>
                  <a:lnTo>
                    <a:pt x="3033426" y="3116972"/>
                  </a:lnTo>
                  <a:lnTo>
                    <a:pt x="3032611" y="3116972"/>
                  </a:lnTo>
                  <a:lnTo>
                    <a:pt x="3031796" y="3116972"/>
                  </a:lnTo>
                  <a:lnTo>
                    <a:pt x="3030981" y="3116972"/>
                  </a:lnTo>
                  <a:lnTo>
                    <a:pt x="3030167" y="3116972"/>
                  </a:lnTo>
                  <a:lnTo>
                    <a:pt x="3029352" y="3116972"/>
                  </a:lnTo>
                  <a:lnTo>
                    <a:pt x="3028537" y="3116972"/>
                  </a:lnTo>
                  <a:lnTo>
                    <a:pt x="3027722" y="3116972"/>
                  </a:lnTo>
                  <a:lnTo>
                    <a:pt x="3026907" y="3116972"/>
                  </a:lnTo>
                  <a:lnTo>
                    <a:pt x="3026093" y="3116972"/>
                  </a:lnTo>
                  <a:lnTo>
                    <a:pt x="3025278" y="3116972"/>
                  </a:lnTo>
                  <a:lnTo>
                    <a:pt x="3024463" y="3116972"/>
                  </a:lnTo>
                  <a:lnTo>
                    <a:pt x="3023648" y="3116972"/>
                  </a:lnTo>
                  <a:lnTo>
                    <a:pt x="3022833" y="3116972"/>
                  </a:lnTo>
                  <a:lnTo>
                    <a:pt x="3022019" y="3116972"/>
                  </a:lnTo>
                  <a:lnTo>
                    <a:pt x="3021204" y="3116972"/>
                  </a:lnTo>
                  <a:lnTo>
                    <a:pt x="3020389" y="3116972"/>
                  </a:lnTo>
                  <a:lnTo>
                    <a:pt x="3019574" y="3116972"/>
                  </a:lnTo>
                  <a:lnTo>
                    <a:pt x="3018760" y="3116972"/>
                  </a:lnTo>
                  <a:lnTo>
                    <a:pt x="3017945" y="3116972"/>
                  </a:lnTo>
                  <a:lnTo>
                    <a:pt x="3017130" y="3116972"/>
                  </a:lnTo>
                  <a:lnTo>
                    <a:pt x="3016315" y="3116972"/>
                  </a:lnTo>
                  <a:lnTo>
                    <a:pt x="3015500" y="3116972"/>
                  </a:lnTo>
                  <a:lnTo>
                    <a:pt x="3014686" y="3116972"/>
                  </a:lnTo>
                  <a:lnTo>
                    <a:pt x="3013871" y="3116972"/>
                  </a:lnTo>
                  <a:lnTo>
                    <a:pt x="3013056" y="3116972"/>
                  </a:lnTo>
                  <a:lnTo>
                    <a:pt x="3012241" y="3116972"/>
                  </a:lnTo>
                  <a:lnTo>
                    <a:pt x="3011427" y="3116972"/>
                  </a:lnTo>
                  <a:lnTo>
                    <a:pt x="3010612" y="3116972"/>
                  </a:lnTo>
                  <a:lnTo>
                    <a:pt x="3009797" y="3116972"/>
                  </a:lnTo>
                  <a:lnTo>
                    <a:pt x="3008982" y="3116972"/>
                  </a:lnTo>
                  <a:lnTo>
                    <a:pt x="3008167" y="3116972"/>
                  </a:lnTo>
                  <a:lnTo>
                    <a:pt x="3007353" y="3116972"/>
                  </a:lnTo>
                  <a:lnTo>
                    <a:pt x="3006538" y="3116972"/>
                  </a:lnTo>
                  <a:lnTo>
                    <a:pt x="3005723" y="3116972"/>
                  </a:lnTo>
                  <a:lnTo>
                    <a:pt x="3004908" y="3116972"/>
                  </a:lnTo>
                  <a:lnTo>
                    <a:pt x="3004094" y="3116972"/>
                  </a:lnTo>
                  <a:lnTo>
                    <a:pt x="3003279" y="3116972"/>
                  </a:lnTo>
                  <a:lnTo>
                    <a:pt x="3002464" y="3116972"/>
                  </a:lnTo>
                  <a:lnTo>
                    <a:pt x="3001649" y="3116972"/>
                  </a:lnTo>
                  <a:lnTo>
                    <a:pt x="3000834" y="3116972"/>
                  </a:lnTo>
                  <a:lnTo>
                    <a:pt x="3000020" y="3116972"/>
                  </a:lnTo>
                  <a:lnTo>
                    <a:pt x="2999205" y="3116972"/>
                  </a:lnTo>
                  <a:lnTo>
                    <a:pt x="2998390" y="3116972"/>
                  </a:lnTo>
                  <a:lnTo>
                    <a:pt x="2997575" y="3116972"/>
                  </a:lnTo>
                  <a:lnTo>
                    <a:pt x="2996761" y="3116972"/>
                  </a:lnTo>
                  <a:lnTo>
                    <a:pt x="2995946" y="3116972"/>
                  </a:lnTo>
                  <a:lnTo>
                    <a:pt x="2995131" y="3116972"/>
                  </a:lnTo>
                  <a:lnTo>
                    <a:pt x="2994316" y="3116972"/>
                  </a:lnTo>
                  <a:lnTo>
                    <a:pt x="2993501" y="3116972"/>
                  </a:lnTo>
                  <a:lnTo>
                    <a:pt x="2992687" y="3116972"/>
                  </a:lnTo>
                  <a:lnTo>
                    <a:pt x="2991872" y="3116972"/>
                  </a:lnTo>
                  <a:lnTo>
                    <a:pt x="2991057" y="3116972"/>
                  </a:lnTo>
                  <a:lnTo>
                    <a:pt x="2990242" y="3116972"/>
                  </a:lnTo>
                  <a:lnTo>
                    <a:pt x="2989428" y="3116972"/>
                  </a:lnTo>
                  <a:lnTo>
                    <a:pt x="2988613" y="3116972"/>
                  </a:lnTo>
                  <a:lnTo>
                    <a:pt x="2987798" y="3116972"/>
                  </a:lnTo>
                  <a:lnTo>
                    <a:pt x="2986983" y="3116972"/>
                  </a:lnTo>
                  <a:lnTo>
                    <a:pt x="2986168" y="3116972"/>
                  </a:lnTo>
                  <a:lnTo>
                    <a:pt x="2985354" y="3116972"/>
                  </a:lnTo>
                  <a:lnTo>
                    <a:pt x="2984539" y="3116972"/>
                  </a:lnTo>
                  <a:lnTo>
                    <a:pt x="2983724" y="3116972"/>
                  </a:lnTo>
                  <a:lnTo>
                    <a:pt x="2982909" y="3116972"/>
                  </a:lnTo>
                  <a:lnTo>
                    <a:pt x="2982094" y="3116972"/>
                  </a:lnTo>
                  <a:lnTo>
                    <a:pt x="2981280" y="3116972"/>
                  </a:lnTo>
                  <a:lnTo>
                    <a:pt x="2980465" y="3116972"/>
                  </a:lnTo>
                  <a:lnTo>
                    <a:pt x="2979650" y="3116972"/>
                  </a:lnTo>
                  <a:lnTo>
                    <a:pt x="2978835" y="3116972"/>
                  </a:lnTo>
                  <a:lnTo>
                    <a:pt x="2978021" y="3116972"/>
                  </a:lnTo>
                  <a:lnTo>
                    <a:pt x="2977206" y="3116972"/>
                  </a:lnTo>
                  <a:lnTo>
                    <a:pt x="2976391" y="3116972"/>
                  </a:lnTo>
                  <a:lnTo>
                    <a:pt x="2975576" y="3116972"/>
                  </a:lnTo>
                  <a:lnTo>
                    <a:pt x="2974761" y="3116972"/>
                  </a:lnTo>
                  <a:lnTo>
                    <a:pt x="2973947" y="3116972"/>
                  </a:lnTo>
                  <a:lnTo>
                    <a:pt x="2973132" y="3116972"/>
                  </a:lnTo>
                  <a:lnTo>
                    <a:pt x="2972317" y="3116972"/>
                  </a:lnTo>
                  <a:lnTo>
                    <a:pt x="2971502" y="3116972"/>
                  </a:lnTo>
                  <a:lnTo>
                    <a:pt x="2970688" y="3116972"/>
                  </a:lnTo>
                  <a:lnTo>
                    <a:pt x="2969873" y="3116972"/>
                  </a:lnTo>
                  <a:lnTo>
                    <a:pt x="2969058" y="3116972"/>
                  </a:lnTo>
                  <a:lnTo>
                    <a:pt x="2968243" y="3116972"/>
                  </a:lnTo>
                  <a:lnTo>
                    <a:pt x="2967428" y="3116972"/>
                  </a:lnTo>
                  <a:lnTo>
                    <a:pt x="2966614" y="3116972"/>
                  </a:lnTo>
                  <a:lnTo>
                    <a:pt x="2965799" y="3116972"/>
                  </a:lnTo>
                  <a:lnTo>
                    <a:pt x="2964984" y="3116972"/>
                  </a:lnTo>
                  <a:lnTo>
                    <a:pt x="2964169" y="3116972"/>
                  </a:lnTo>
                  <a:lnTo>
                    <a:pt x="2963355" y="3116972"/>
                  </a:lnTo>
                  <a:lnTo>
                    <a:pt x="2962540" y="3116972"/>
                  </a:lnTo>
                  <a:lnTo>
                    <a:pt x="2961725" y="3116972"/>
                  </a:lnTo>
                  <a:lnTo>
                    <a:pt x="2960910" y="3116972"/>
                  </a:lnTo>
                  <a:lnTo>
                    <a:pt x="2960095" y="3116972"/>
                  </a:lnTo>
                  <a:lnTo>
                    <a:pt x="2959281" y="3116972"/>
                  </a:lnTo>
                  <a:lnTo>
                    <a:pt x="2958466" y="3116972"/>
                  </a:lnTo>
                  <a:lnTo>
                    <a:pt x="2957651" y="3116972"/>
                  </a:lnTo>
                  <a:lnTo>
                    <a:pt x="2956836" y="3116972"/>
                  </a:lnTo>
                  <a:lnTo>
                    <a:pt x="2956022" y="3116972"/>
                  </a:lnTo>
                  <a:lnTo>
                    <a:pt x="2955207" y="3116972"/>
                  </a:lnTo>
                  <a:lnTo>
                    <a:pt x="2954392" y="3116972"/>
                  </a:lnTo>
                  <a:lnTo>
                    <a:pt x="2953577" y="3116972"/>
                  </a:lnTo>
                  <a:lnTo>
                    <a:pt x="2952762" y="3116972"/>
                  </a:lnTo>
                  <a:lnTo>
                    <a:pt x="2951948" y="3116972"/>
                  </a:lnTo>
                  <a:lnTo>
                    <a:pt x="2951133" y="3116972"/>
                  </a:lnTo>
                  <a:lnTo>
                    <a:pt x="2950318" y="3116972"/>
                  </a:lnTo>
                  <a:lnTo>
                    <a:pt x="2949503" y="3116972"/>
                  </a:lnTo>
                  <a:lnTo>
                    <a:pt x="2948689" y="3116972"/>
                  </a:lnTo>
                  <a:lnTo>
                    <a:pt x="2947874" y="3116972"/>
                  </a:lnTo>
                  <a:lnTo>
                    <a:pt x="2947059" y="3116972"/>
                  </a:lnTo>
                  <a:lnTo>
                    <a:pt x="2946244" y="3116972"/>
                  </a:lnTo>
                  <a:lnTo>
                    <a:pt x="2945429" y="3116972"/>
                  </a:lnTo>
                  <a:lnTo>
                    <a:pt x="2944615" y="3116972"/>
                  </a:lnTo>
                  <a:lnTo>
                    <a:pt x="2943800" y="3116972"/>
                  </a:lnTo>
                  <a:lnTo>
                    <a:pt x="2942985" y="3116972"/>
                  </a:lnTo>
                  <a:lnTo>
                    <a:pt x="2942170" y="3116972"/>
                  </a:lnTo>
                  <a:lnTo>
                    <a:pt x="2941355" y="3116972"/>
                  </a:lnTo>
                  <a:lnTo>
                    <a:pt x="2940541" y="3116972"/>
                  </a:lnTo>
                  <a:lnTo>
                    <a:pt x="2939726" y="3116972"/>
                  </a:lnTo>
                  <a:lnTo>
                    <a:pt x="2938911" y="3116972"/>
                  </a:lnTo>
                  <a:lnTo>
                    <a:pt x="2938096" y="3116972"/>
                  </a:lnTo>
                  <a:lnTo>
                    <a:pt x="2937282" y="3116972"/>
                  </a:lnTo>
                  <a:lnTo>
                    <a:pt x="2936467" y="3116972"/>
                  </a:lnTo>
                  <a:lnTo>
                    <a:pt x="2935652" y="3116972"/>
                  </a:lnTo>
                  <a:lnTo>
                    <a:pt x="2934837" y="3116972"/>
                  </a:lnTo>
                  <a:lnTo>
                    <a:pt x="2934022" y="3116972"/>
                  </a:lnTo>
                  <a:lnTo>
                    <a:pt x="2933208" y="3116972"/>
                  </a:lnTo>
                  <a:lnTo>
                    <a:pt x="2932393" y="3116972"/>
                  </a:lnTo>
                  <a:lnTo>
                    <a:pt x="2931578" y="3116972"/>
                  </a:lnTo>
                  <a:lnTo>
                    <a:pt x="2930763" y="3116972"/>
                  </a:lnTo>
                  <a:lnTo>
                    <a:pt x="2929949" y="3116972"/>
                  </a:lnTo>
                  <a:lnTo>
                    <a:pt x="2929134" y="3116972"/>
                  </a:lnTo>
                  <a:lnTo>
                    <a:pt x="2928319" y="3116972"/>
                  </a:lnTo>
                  <a:lnTo>
                    <a:pt x="2927504" y="3116972"/>
                  </a:lnTo>
                  <a:lnTo>
                    <a:pt x="2926689" y="3116972"/>
                  </a:lnTo>
                  <a:lnTo>
                    <a:pt x="2925875" y="3116972"/>
                  </a:lnTo>
                  <a:lnTo>
                    <a:pt x="2925060" y="3116972"/>
                  </a:lnTo>
                  <a:lnTo>
                    <a:pt x="2924245" y="3116972"/>
                  </a:lnTo>
                  <a:lnTo>
                    <a:pt x="2923430" y="3116972"/>
                  </a:lnTo>
                  <a:lnTo>
                    <a:pt x="2922616" y="3116972"/>
                  </a:lnTo>
                  <a:lnTo>
                    <a:pt x="2921801" y="3116972"/>
                  </a:lnTo>
                  <a:lnTo>
                    <a:pt x="2920986" y="3116972"/>
                  </a:lnTo>
                  <a:lnTo>
                    <a:pt x="2920171" y="3116972"/>
                  </a:lnTo>
                  <a:lnTo>
                    <a:pt x="2919356" y="3116972"/>
                  </a:lnTo>
                  <a:lnTo>
                    <a:pt x="2918542" y="3116972"/>
                  </a:lnTo>
                  <a:lnTo>
                    <a:pt x="2917727" y="3116972"/>
                  </a:lnTo>
                  <a:lnTo>
                    <a:pt x="2916912" y="3116972"/>
                  </a:lnTo>
                  <a:lnTo>
                    <a:pt x="2916097" y="3116972"/>
                  </a:lnTo>
                  <a:lnTo>
                    <a:pt x="2915283" y="3116972"/>
                  </a:lnTo>
                  <a:lnTo>
                    <a:pt x="2914468" y="3116972"/>
                  </a:lnTo>
                  <a:lnTo>
                    <a:pt x="2913653" y="3116972"/>
                  </a:lnTo>
                  <a:lnTo>
                    <a:pt x="2912838" y="3116972"/>
                  </a:lnTo>
                  <a:lnTo>
                    <a:pt x="2912023" y="3116972"/>
                  </a:lnTo>
                  <a:lnTo>
                    <a:pt x="2911209" y="3116972"/>
                  </a:lnTo>
                  <a:lnTo>
                    <a:pt x="2910394" y="3116972"/>
                  </a:lnTo>
                  <a:lnTo>
                    <a:pt x="2909579" y="3116972"/>
                  </a:lnTo>
                  <a:lnTo>
                    <a:pt x="2908764" y="3116972"/>
                  </a:lnTo>
                  <a:lnTo>
                    <a:pt x="2907950" y="3116972"/>
                  </a:lnTo>
                  <a:lnTo>
                    <a:pt x="2907135" y="3116972"/>
                  </a:lnTo>
                  <a:lnTo>
                    <a:pt x="2906320" y="3116972"/>
                  </a:lnTo>
                  <a:lnTo>
                    <a:pt x="2905505" y="3116972"/>
                  </a:lnTo>
                  <a:lnTo>
                    <a:pt x="2904690" y="3116972"/>
                  </a:lnTo>
                  <a:lnTo>
                    <a:pt x="2903876" y="3116972"/>
                  </a:lnTo>
                  <a:lnTo>
                    <a:pt x="2903061" y="3116972"/>
                  </a:lnTo>
                  <a:lnTo>
                    <a:pt x="2902246" y="3116972"/>
                  </a:lnTo>
                  <a:lnTo>
                    <a:pt x="2901431" y="3116972"/>
                  </a:lnTo>
                  <a:lnTo>
                    <a:pt x="2900616" y="3116972"/>
                  </a:lnTo>
                  <a:lnTo>
                    <a:pt x="2899802" y="3116972"/>
                  </a:lnTo>
                  <a:lnTo>
                    <a:pt x="2898987" y="3116972"/>
                  </a:lnTo>
                  <a:lnTo>
                    <a:pt x="2898172" y="3116972"/>
                  </a:lnTo>
                  <a:lnTo>
                    <a:pt x="2897357" y="3116972"/>
                  </a:lnTo>
                  <a:lnTo>
                    <a:pt x="2896543" y="3116972"/>
                  </a:lnTo>
                  <a:lnTo>
                    <a:pt x="2895728" y="3116972"/>
                  </a:lnTo>
                  <a:lnTo>
                    <a:pt x="2894913" y="3116972"/>
                  </a:lnTo>
                  <a:lnTo>
                    <a:pt x="2894098" y="3116972"/>
                  </a:lnTo>
                  <a:lnTo>
                    <a:pt x="2893283" y="3116972"/>
                  </a:lnTo>
                  <a:lnTo>
                    <a:pt x="2892469" y="3116972"/>
                  </a:lnTo>
                  <a:lnTo>
                    <a:pt x="2891654" y="3116972"/>
                  </a:lnTo>
                  <a:lnTo>
                    <a:pt x="2890839" y="3116972"/>
                  </a:lnTo>
                  <a:lnTo>
                    <a:pt x="2890024" y="3116972"/>
                  </a:lnTo>
                  <a:lnTo>
                    <a:pt x="2889210" y="3116972"/>
                  </a:lnTo>
                  <a:lnTo>
                    <a:pt x="2888395" y="3116972"/>
                  </a:lnTo>
                  <a:lnTo>
                    <a:pt x="2887580" y="3116972"/>
                  </a:lnTo>
                  <a:lnTo>
                    <a:pt x="2886765" y="3116972"/>
                  </a:lnTo>
                  <a:lnTo>
                    <a:pt x="2885950" y="3116972"/>
                  </a:lnTo>
                  <a:lnTo>
                    <a:pt x="2885136" y="3116972"/>
                  </a:lnTo>
                  <a:lnTo>
                    <a:pt x="2884321" y="3116972"/>
                  </a:lnTo>
                  <a:lnTo>
                    <a:pt x="2883506" y="3116972"/>
                  </a:lnTo>
                  <a:lnTo>
                    <a:pt x="2882691" y="3116972"/>
                  </a:lnTo>
                  <a:lnTo>
                    <a:pt x="2881877" y="3116972"/>
                  </a:lnTo>
                  <a:lnTo>
                    <a:pt x="2881062" y="3116972"/>
                  </a:lnTo>
                  <a:lnTo>
                    <a:pt x="2880247" y="3116972"/>
                  </a:lnTo>
                  <a:lnTo>
                    <a:pt x="2879432" y="3116972"/>
                  </a:lnTo>
                  <a:lnTo>
                    <a:pt x="2878617" y="3116972"/>
                  </a:lnTo>
                  <a:lnTo>
                    <a:pt x="2877803" y="3116972"/>
                  </a:lnTo>
                  <a:lnTo>
                    <a:pt x="2876988" y="3116972"/>
                  </a:lnTo>
                  <a:lnTo>
                    <a:pt x="2876173" y="3116972"/>
                  </a:lnTo>
                  <a:lnTo>
                    <a:pt x="2875358" y="3116972"/>
                  </a:lnTo>
                  <a:lnTo>
                    <a:pt x="2874544" y="3116972"/>
                  </a:lnTo>
                  <a:lnTo>
                    <a:pt x="2873729" y="3116972"/>
                  </a:lnTo>
                  <a:lnTo>
                    <a:pt x="2872914" y="3116972"/>
                  </a:lnTo>
                  <a:lnTo>
                    <a:pt x="2872099" y="3116972"/>
                  </a:lnTo>
                  <a:lnTo>
                    <a:pt x="2871284" y="3116972"/>
                  </a:lnTo>
                  <a:lnTo>
                    <a:pt x="2870470" y="3116972"/>
                  </a:lnTo>
                  <a:lnTo>
                    <a:pt x="2869655" y="3116972"/>
                  </a:lnTo>
                  <a:lnTo>
                    <a:pt x="2868840" y="3116972"/>
                  </a:lnTo>
                  <a:lnTo>
                    <a:pt x="2868025" y="3116972"/>
                  </a:lnTo>
                  <a:lnTo>
                    <a:pt x="2867210" y="3116972"/>
                  </a:lnTo>
                  <a:lnTo>
                    <a:pt x="2866396" y="3116972"/>
                  </a:lnTo>
                  <a:lnTo>
                    <a:pt x="2865581" y="3116972"/>
                  </a:lnTo>
                  <a:lnTo>
                    <a:pt x="2864766" y="3116972"/>
                  </a:lnTo>
                  <a:lnTo>
                    <a:pt x="2863951" y="3116972"/>
                  </a:lnTo>
                  <a:lnTo>
                    <a:pt x="2863137" y="3116972"/>
                  </a:lnTo>
                  <a:lnTo>
                    <a:pt x="2862322" y="3116972"/>
                  </a:lnTo>
                  <a:lnTo>
                    <a:pt x="2861507" y="3116972"/>
                  </a:lnTo>
                  <a:lnTo>
                    <a:pt x="2860692" y="3116972"/>
                  </a:lnTo>
                  <a:lnTo>
                    <a:pt x="2859877" y="3116972"/>
                  </a:lnTo>
                  <a:lnTo>
                    <a:pt x="2859063" y="3116972"/>
                  </a:lnTo>
                  <a:lnTo>
                    <a:pt x="2858248" y="3116972"/>
                  </a:lnTo>
                  <a:lnTo>
                    <a:pt x="2857433" y="3116972"/>
                  </a:lnTo>
                  <a:lnTo>
                    <a:pt x="2856618" y="3116972"/>
                  </a:lnTo>
                  <a:lnTo>
                    <a:pt x="2855804" y="3116972"/>
                  </a:lnTo>
                  <a:lnTo>
                    <a:pt x="2854989" y="3116972"/>
                  </a:lnTo>
                  <a:lnTo>
                    <a:pt x="2854174" y="3116972"/>
                  </a:lnTo>
                  <a:lnTo>
                    <a:pt x="2853359" y="3116972"/>
                  </a:lnTo>
                  <a:lnTo>
                    <a:pt x="2852544" y="3116972"/>
                  </a:lnTo>
                  <a:lnTo>
                    <a:pt x="2851730" y="3116972"/>
                  </a:lnTo>
                  <a:lnTo>
                    <a:pt x="2850915" y="3116972"/>
                  </a:lnTo>
                  <a:lnTo>
                    <a:pt x="2850100" y="3116972"/>
                  </a:lnTo>
                  <a:lnTo>
                    <a:pt x="2849285" y="3116972"/>
                  </a:lnTo>
                  <a:lnTo>
                    <a:pt x="2848471" y="3116972"/>
                  </a:lnTo>
                  <a:lnTo>
                    <a:pt x="2847656" y="3116972"/>
                  </a:lnTo>
                  <a:lnTo>
                    <a:pt x="2846841" y="3116972"/>
                  </a:lnTo>
                  <a:lnTo>
                    <a:pt x="2846026" y="3116972"/>
                  </a:lnTo>
                  <a:lnTo>
                    <a:pt x="2845211" y="3116972"/>
                  </a:lnTo>
                  <a:lnTo>
                    <a:pt x="2844397" y="3116972"/>
                  </a:lnTo>
                  <a:lnTo>
                    <a:pt x="2843582" y="3116972"/>
                  </a:lnTo>
                  <a:lnTo>
                    <a:pt x="2842767" y="3116972"/>
                  </a:lnTo>
                  <a:lnTo>
                    <a:pt x="2841952" y="3116972"/>
                  </a:lnTo>
                  <a:lnTo>
                    <a:pt x="2841138" y="3116972"/>
                  </a:lnTo>
                  <a:lnTo>
                    <a:pt x="2840323" y="3116972"/>
                  </a:lnTo>
                  <a:lnTo>
                    <a:pt x="2839508" y="3116972"/>
                  </a:lnTo>
                  <a:lnTo>
                    <a:pt x="2838693" y="3116972"/>
                  </a:lnTo>
                  <a:lnTo>
                    <a:pt x="2837878" y="3116972"/>
                  </a:lnTo>
                  <a:lnTo>
                    <a:pt x="2837064" y="3116972"/>
                  </a:lnTo>
                  <a:lnTo>
                    <a:pt x="2836249" y="3116972"/>
                  </a:lnTo>
                  <a:lnTo>
                    <a:pt x="2835434" y="3116972"/>
                  </a:lnTo>
                  <a:lnTo>
                    <a:pt x="2834619" y="3116972"/>
                  </a:lnTo>
                  <a:lnTo>
                    <a:pt x="2833805" y="3116972"/>
                  </a:lnTo>
                  <a:lnTo>
                    <a:pt x="2832990" y="3116972"/>
                  </a:lnTo>
                  <a:lnTo>
                    <a:pt x="2832175" y="3116972"/>
                  </a:lnTo>
                  <a:lnTo>
                    <a:pt x="2831360" y="3116972"/>
                  </a:lnTo>
                  <a:lnTo>
                    <a:pt x="2830545" y="3116972"/>
                  </a:lnTo>
                  <a:lnTo>
                    <a:pt x="2829731" y="3116972"/>
                  </a:lnTo>
                  <a:lnTo>
                    <a:pt x="2828916" y="3116972"/>
                  </a:lnTo>
                  <a:lnTo>
                    <a:pt x="2828101" y="3116972"/>
                  </a:lnTo>
                  <a:lnTo>
                    <a:pt x="2827286" y="3116972"/>
                  </a:lnTo>
                  <a:lnTo>
                    <a:pt x="2826471" y="3116972"/>
                  </a:lnTo>
                  <a:lnTo>
                    <a:pt x="2825657" y="3116972"/>
                  </a:lnTo>
                  <a:lnTo>
                    <a:pt x="2824842" y="3116972"/>
                  </a:lnTo>
                  <a:lnTo>
                    <a:pt x="2824027" y="3116972"/>
                  </a:lnTo>
                  <a:lnTo>
                    <a:pt x="2823212" y="3116972"/>
                  </a:lnTo>
                  <a:lnTo>
                    <a:pt x="2822398" y="3116972"/>
                  </a:lnTo>
                  <a:lnTo>
                    <a:pt x="2821583" y="3116972"/>
                  </a:lnTo>
                  <a:lnTo>
                    <a:pt x="2820768" y="3116972"/>
                  </a:lnTo>
                  <a:lnTo>
                    <a:pt x="2819953" y="3116972"/>
                  </a:lnTo>
                  <a:lnTo>
                    <a:pt x="2819138" y="3116972"/>
                  </a:lnTo>
                  <a:lnTo>
                    <a:pt x="2818324" y="3116972"/>
                  </a:lnTo>
                  <a:lnTo>
                    <a:pt x="2817509" y="3116972"/>
                  </a:lnTo>
                  <a:lnTo>
                    <a:pt x="2816694" y="3116972"/>
                  </a:lnTo>
                  <a:lnTo>
                    <a:pt x="2815879" y="3116972"/>
                  </a:lnTo>
                  <a:lnTo>
                    <a:pt x="2815065" y="3116972"/>
                  </a:lnTo>
                  <a:lnTo>
                    <a:pt x="2814250" y="3116972"/>
                  </a:lnTo>
                  <a:lnTo>
                    <a:pt x="2813435" y="3116972"/>
                  </a:lnTo>
                  <a:lnTo>
                    <a:pt x="2812620" y="3116972"/>
                  </a:lnTo>
                  <a:lnTo>
                    <a:pt x="2811805" y="3116972"/>
                  </a:lnTo>
                  <a:lnTo>
                    <a:pt x="2810991" y="3116972"/>
                  </a:lnTo>
                  <a:lnTo>
                    <a:pt x="2810176" y="3116972"/>
                  </a:lnTo>
                  <a:lnTo>
                    <a:pt x="2809361" y="3116972"/>
                  </a:lnTo>
                  <a:lnTo>
                    <a:pt x="2808546" y="3116972"/>
                  </a:lnTo>
                  <a:lnTo>
                    <a:pt x="2807732" y="3116972"/>
                  </a:lnTo>
                  <a:lnTo>
                    <a:pt x="2806917" y="3116972"/>
                  </a:lnTo>
                  <a:lnTo>
                    <a:pt x="2806102" y="3116972"/>
                  </a:lnTo>
                  <a:lnTo>
                    <a:pt x="2805287" y="3116972"/>
                  </a:lnTo>
                  <a:lnTo>
                    <a:pt x="2804472" y="3116972"/>
                  </a:lnTo>
                  <a:lnTo>
                    <a:pt x="2803658" y="3116972"/>
                  </a:lnTo>
                  <a:lnTo>
                    <a:pt x="2802843" y="3116972"/>
                  </a:lnTo>
                  <a:lnTo>
                    <a:pt x="2802028" y="3116972"/>
                  </a:lnTo>
                  <a:lnTo>
                    <a:pt x="2801213" y="3116972"/>
                  </a:lnTo>
                  <a:lnTo>
                    <a:pt x="2800399" y="3116972"/>
                  </a:lnTo>
                  <a:lnTo>
                    <a:pt x="2799584" y="3116972"/>
                  </a:lnTo>
                  <a:lnTo>
                    <a:pt x="2798769" y="3116972"/>
                  </a:lnTo>
                  <a:lnTo>
                    <a:pt x="2797954" y="3116972"/>
                  </a:lnTo>
                  <a:lnTo>
                    <a:pt x="2797139" y="3116972"/>
                  </a:lnTo>
                  <a:lnTo>
                    <a:pt x="2796325" y="3116972"/>
                  </a:lnTo>
                  <a:lnTo>
                    <a:pt x="2795510" y="3116972"/>
                  </a:lnTo>
                  <a:lnTo>
                    <a:pt x="2794695" y="3116972"/>
                  </a:lnTo>
                  <a:lnTo>
                    <a:pt x="2793880" y="3116972"/>
                  </a:lnTo>
                  <a:lnTo>
                    <a:pt x="2793066" y="3116972"/>
                  </a:lnTo>
                  <a:lnTo>
                    <a:pt x="2792251" y="3116972"/>
                  </a:lnTo>
                  <a:lnTo>
                    <a:pt x="2791436" y="3116972"/>
                  </a:lnTo>
                  <a:lnTo>
                    <a:pt x="2790621" y="3116972"/>
                  </a:lnTo>
                  <a:lnTo>
                    <a:pt x="2789806" y="3116972"/>
                  </a:lnTo>
                  <a:lnTo>
                    <a:pt x="2788992" y="3116972"/>
                  </a:lnTo>
                  <a:lnTo>
                    <a:pt x="2788177" y="3116972"/>
                  </a:lnTo>
                  <a:lnTo>
                    <a:pt x="2787362" y="3116972"/>
                  </a:lnTo>
                  <a:lnTo>
                    <a:pt x="2786547" y="3116972"/>
                  </a:lnTo>
                  <a:lnTo>
                    <a:pt x="2785732" y="3116972"/>
                  </a:lnTo>
                  <a:lnTo>
                    <a:pt x="2784918" y="3116972"/>
                  </a:lnTo>
                  <a:lnTo>
                    <a:pt x="2784103" y="3116972"/>
                  </a:lnTo>
                  <a:lnTo>
                    <a:pt x="2783288" y="3116972"/>
                  </a:lnTo>
                  <a:lnTo>
                    <a:pt x="2782473" y="3116972"/>
                  </a:lnTo>
                  <a:lnTo>
                    <a:pt x="2781659" y="3116972"/>
                  </a:lnTo>
                  <a:lnTo>
                    <a:pt x="2780844" y="3116972"/>
                  </a:lnTo>
                  <a:lnTo>
                    <a:pt x="2780029" y="3116972"/>
                  </a:lnTo>
                  <a:lnTo>
                    <a:pt x="2779214" y="3116972"/>
                  </a:lnTo>
                  <a:lnTo>
                    <a:pt x="2778399" y="3116972"/>
                  </a:lnTo>
                  <a:lnTo>
                    <a:pt x="2777585" y="3116972"/>
                  </a:lnTo>
                  <a:lnTo>
                    <a:pt x="2776770" y="3116972"/>
                  </a:lnTo>
                  <a:lnTo>
                    <a:pt x="2775955" y="3116972"/>
                  </a:lnTo>
                  <a:lnTo>
                    <a:pt x="2775140" y="3116972"/>
                  </a:lnTo>
                  <a:lnTo>
                    <a:pt x="2774326" y="3116972"/>
                  </a:lnTo>
                  <a:lnTo>
                    <a:pt x="2773511" y="3116972"/>
                  </a:lnTo>
                  <a:lnTo>
                    <a:pt x="2772696" y="3116972"/>
                  </a:lnTo>
                  <a:lnTo>
                    <a:pt x="2771881" y="3116972"/>
                  </a:lnTo>
                  <a:lnTo>
                    <a:pt x="2771066" y="3116972"/>
                  </a:lnTo>
                  <a:lnTo>
                    <a:pt x="2770252" y="3116972"/>
                  </a:lnTo>
                  <a:lnTo>
                    <a:pt x="2769437" y="3116972"/>
                  </a:lnTo>
                  <a:lnTo>
                    <a:pt x="2768622" y="3116972"/>
                  </a:lnTo>
                  <a:lnTo>
                    <a:pt x="2767807" y="3116972"/>
                  </a:lnTo>
                  <a:lnTo>
                    <a:pt x="2766993" y="3116972"/>
                  </a:lnTo>
                  <a:lnTo>
                    <a:pt x="2766178" y="3116972"/>
                  </a:lnTo>
                  <a:lnTo>
                    <a:pt x="2765363" y="3116972"/>
                  </a:lnTo>
                  <a:lnTo>
                    <a:pt x="2764548" y="3116972"/>
                  </a:lnTo>
                  <a:lnTo>
                    <a:pt x="2763733" y="3116972"/>
                  </a:lnTo>
                  <a:lnTo>
                    <a:pt x="2762919" y="3116972"/>
                  </a:lnTo>
                  <a:lnTo>
                    <a:pt x="2762104" y="3116972"/>
                  </a:lnTo>
                  <a:lnTo>
                    <a:pt x="2761289" y="3116972"/>
                  </a:lnTo>
                  <a:lnTo>
                    <a:pt x="2760474" y="3116972"/>
                  </a:lnTo>
                  <a:lnTo>
                    <a:pt x="2759660" y="3116972"/>
                  </a:lnTo>
                  <a:lnTo>
                    <a:pt x="2758845" y="3116972"/>
                  </a:lnTo>
                  <a:lnTo>
                    <a:pt x="2758030" y="3116972"/>
                  </a:lnTo>
                  <a:lnTo>
                    <a:pt x="2757215" y="3116972"/>
                  </a:lnTo>
                  <a:lnTo>
                    <a:pt x="2756400" y="3116972"/>
                  </a:lnTo>
                  <a:lnTo>
                    <a:pt x="2755586" y="3116972"/>
                  </a:lnTo>
                  <a:lnTo>
                    <a:pt x="2754771" y="3116972"/>
                  </a:lnTo>
                  <a:lnTo>
                    <a:pt x="2753956" y="3116972"/>
                  </a:lnTo>
                  <a:lnTo>
                    <a:pt x="2753141" y="3116972"/>
                  </a:lnTo>
                  <a:lnTo>
                    <a:pt x="2752327" y="3116972"/>
                  </a:lnTo>
                  <a:lnTo>
                    <a:pt x="2751512" y="3116972"/>
                  </a:lnTo>
                  <a:lnTo>
                    <a:pt x="2750697" y="3116972"/>
                  </a:lnTo>
                  <a:lnTo>
                    <a:pt x="2749882" y="3116972"/>
                  </a:lnTo>
                  <a:lnTo>
                    <a:pt x="2749067" y="3116972"/>
                  </a:lnTo>
                  <a:lnTo>
                    <a:pt x="2748253" y="3116972"/>
                  </a:lnTo>
                  <a:lnTo>
                    <a:pt x="2747438" y="3116972"/>
                  </a:lnTo>
                  <a:lnTo>
                    <a:pt x="2746623" y="3116972"/>
                  </a:lnTo>
                  <a:lnTo>
                    <a:pt x="2745808" y="3116972"/>
                  </a:lnTo>
                  <a:lnTo>
                    <a:pt x="2744993" y="3116972"/>
                  </a:lnTo>
                  <a:lnTo>
                    <a:pt x="2744179" y="3116972"/>
                  </a:lnTo>
                  <a:lnTo>
                    <a:pt x="2743364" y="3116972"/>
                  </a:lnTo>
                  <a:lnTo>
                    <a:pt x="2742549" y="3116972"/>
                  </a:lnTo>
                  <a:lnTo>
                    <a:pt x="2741734" y="3116972"/>
                  </a:lnTo>
                  <a:lnTo>
                    <a:pt x="2740920" y="3116972"/>
                  </a:lnTo>
                  <a:lnTo>
                    <a:pt x="2740105" y="3116972"/>
                  </a:lnTo>
                  <a:lnTo>
                    <a:pt x="2739290" y="3116972"/>
                  </a:lnTo>
                  <a:lnTo>
                    <a:pt x="2738475" y="3116972"/>
                  </a:lnTo>
                  <a:lnTo>
                    <a:pt x="2737660" y="3116972"/>
                  </a:lnTo>
                  <a:lnTo>
                    <a:pt x="2736846" y="3116972"/>
                  </a:lnTo>
                  <a:lnTo>
                    <a:pt x="2736031" y="3116972"/>
                  </a:lnTo>
                  <a:lnTo>
                    <a:pt x="2735216" y="3116972"/>
                  </a:lnTo>
                  <a:lnTo>
                    <a:pt x="2734401" y="3116972"/>
                  </a:lnTo>
                  <a:lnTo>
                    <a:pt x="2733587" y="3116972"/>
                  </a:lnTo>
                  <a:lnTo>
                    <a:pt x="2732772" y="3116972"/>
                  </a:lnTo>
                  <a:lnTo>
                    <a:pt x="2731957" y="3116972"/>
                  </a:lnTo>
                  <a:lnTo>
                    <a:pt x="2731142" y="3116972"/>
                  </a:lnTo>
                  <a:lnTo>
                    <a:pt x="2730327" y="3116972"/>
                  </a:lnTo>
                  <a:lnTo>
                    <a:pt x="2729513" y="3116972"/>
                  </a:lnTo>
                  <a:lnTo>
                    <a:pt x="2728698" y="3116972"/>
                  </a:lnTo>
                  <a:lnTo>
                    <a:pt x="2727883" y="3116972"/>
                  </a:lnTo>
                  <a:lnTo>
                    <a:pt x="2727068" y="3116972"/>
                  </a:lnTo>
                  <a:lnTo>
                    <a:pt x="2726254" y="3116972"/>
                  </a:lnTo>
                  <a:lnTo>
                    <a:pt x="2725439" y="3116972"/>
                  </a:lnTo>
                  <a:lnTo>
                    <a:pt x="2724624" y="3116972"/>
                  </a:lnTo>
                  <a:lnTo>
                    <a:pt x="2723809" y="3116972"/>
                  </a:lnTo>
                  <a:lnTo>
                    <a:pt x="2722994" y="3116972"/>
                  </a:lnTo>
                  <a:lnTo>
                    <a:pt x="2722180" y="3116972"/>
                  </a:lnTo>
                  <a:lnTo>
                    <a:pt x="2721365" y="3116972"/>
                  </a:lnTo>
                  <a:lnTo>
                    <a:pt x="2720550" y="3116972"/>
                  </a:lnTo>
                  <a:lnTo>
                    <a:pt x="2719735" y="3116972"/>
                  </a:lnTo>
                  <a:lnTo>
                    <a:pt x="2718921" y="3116972"/>
                  </a:lnTo>
                  <a:lnTo>
                    <a:pt x="2718106" y="3116972"/>
                  </a:lnTo>
                  <a:lnTo>
                    <a:pt x="2717291" y="3116972"/>
                  </a:lnTo>
                  <a:lnTo>
                    <a:pt x="2716476" y="3116972"/>
                  </a:lnTo>
                  <a:lnTo>
                    <a:pt x="2715661" y="3116972"/>
                  </a:lnTo>
                  <a:lnTo>
                    <a:pt x="2714847" y="3116972"/>
                  </a:lnTo>
                  <a:lnTo>
                    <a:pt x="2714032" y="3116972"/>
                  </a:lnTo>
                  <a:lnTo>
                    <a:pt x="2713217" y="3116972"/>
                  </a:lnTo>
                  <a:lnTo>
                    <a:pt x="2712402" y="3116972"/>
                  </a:lnTo>
                  <a:lnTo>
                    <a:pt x="2711588" y="3116972"/>
                  </a:lnTo>
                  <a:lnTo>
                    <a:pt x="2710773" y="3116972"/>
                  </a:lnTo>
                  <a:lnTo>
                    <a:pt x="2709958" y="3116972"/>
                  </a:lnTo>
                  <a:lnTo>
                    <a:pt x="2709143" y="3116972"/>
                  </a:lnTo>
                  <a:lnTo>
                    <a:pt x="2708328" y="3116972"/>
                  </a:lnTo>
                  <a:lnTo>
                    <a:pt x="2707514" y="3116972"/>
                  </a:lnTo>
                  <a:lnTo>
                    <a:pt x="2706699" y="3116972"/>
                  </a:lnTo>
                  <a:lnTo>
                    <a:pt x="2705884" y="3116972"/>
                  </a:lnTo>
                  <a:lnTo>
                    <a:pt x="2705069" y="3116972"/>
                  </a:lnTo>
                  <a:lnTo>
                    <a:pt x="2704254" y="3116972"/>
                  </a:lnTo>
                  <a:lnTo>
                    <a:pt x="2703440" y="3116972"/>
                  </a:lnTo>
                  <a:lnTo>
                    <a:pt x="2702625" y="3116972"/>
                  </a:lnTo>
                  <a:lnTo>
                    <a:pt x="2701810" y="3116972"/>
                  </a:lnTo>
                  <a:lnTo>
                    <a:pt x="2700995" y="3116972"/>
                  </a:lnTo>
                  <a:lnTo>
                    <a:pt x="2700181" y="3116972"/>
                  </a:lnTo>
                  <a:lnTo>
                    <a:pt x="2699366" y="3116972"/>
                  </a:lnTo>
                  <a:lnTo>
                    <a:pt x="2698551" y="3116972"/>
                  </a:lnTo>
                  <a:lnTo>
                    <a:pt x="2697736" y="3116972"/>
                  </a:lnTo>
                  <a:lnTo>
                    <a:pt x="2696921" y="3116972"/>
                  </a:lnTo>
                  <a:lnTo>
                    <a:pt x="2696107" y="3116972"/>
                  </a:lnTo>
                  <a:lnTo>
                    <a:pt x="2695292" y="3116972"/>
                  </a:lnTo>
                  <a:lnTo>
                    <a:pt x="2694477" y="3116972"/>
                  </a:lnTo>
                  <a:lnTo>
                    <a:pt x="2693662" y="3116972"/>
                  </a:lnTo>
                  <a:lnTo>
                    <a:pt x="2692848" y="3116972"/>
                  </a:lnTo>
                  <a:lnTo>
                    <a:pt x="2692033" y="3116972"/>
                  </a:lnTo>
                  <a:lnTo>
                    <a:pt x="2691218" y="3116972"/>
                  </a:lnTo>
                  <a:lnTo>
                    <a:pt x="2690403" y="3116972"/>
                  </a:lnTo>
                  <a:lnTo>
                    <a:pt x="2689588" y="3116972"/>
                  </a:lnTo>
                  <a:lnTo>
                    <a:pt x="2688774" y="3116972"/>
                  </a:lnTo>
                  <a:lnTo>
                    <a:pt x="2687959" y="3116972"/>
                  </a:lnTo>
                  <a:lnTo>
                    <a:pt x="2687144" y="3116972"/>
                  </a:lnTo>
                  <a:lnTo>
                    <a:pt x="2686329" y="3116972"/>
                  </a:lnTo>
                  <a:lnTo>
                    <a:pt x="2685515" y="3116972"/>
                  </a:lnTo>
                  <a:lnTo>
                    <a:pt x="2684700" y="3116972"/>
                  </a:lnTo>
                  <a:lnTo>
                    <a:pt x="2683885" y="3116972"/>
                  </a:lnTo>
                  <a:lnTo>
                    <a:pt x="2683070" y="3116972"/>
                  </a:lnTo>
                  <a:lnTo>
                    <a:pt x="2682255" y="3116972"/>
                  </a:lnTo>
                  <a:lnTo>
                    <a:pt x="2681441" y="3116972"/>
                  </a:lnTo>
                  <a:lnTo>
                    <a:pt x="2680626" y="3116972"/>
                  </a:lnTo>
                  <a:lnTo>
                    <a:pt x="2679811" y="3116972"/>
                  </a:lnTo>
                  <a:lnTo>
                    <a:pt x="2678996" y="3116972"/>
                  </a:lnTo>
                  <a:lnTo>
                    <a:pt x="2678182" y="3116972"/>
                  </a:lnTo>
                  <a:lnTo>
                    <a:pt x="2677367" y="3116972"/>
                  </a:lnTo>
                  <a:lnTo>
                    <a:pt x="2676552" y="3116972"/>
                  </a:lnTo>
                  <a:lnTo>
                    <a:pt x="2675737" y="3116972"/>
                  </a:lnTo>
                  <a:lnTo>
                    <a:pt x="2674922" y="3116972"/>
                  </a:lnTo>
                  <a:lnTo>
                    <a:pt x="2674108" y="3116972"/>
                  </a:lnTo>
                  <a:lnTo>
                    <a:pt x="2673293" y="3116972"/>
                  </a:lnTo>
                  <a:lnTo>
                    <a:pt x="2672478" y="3116972"/>
                  </a:lnTo>
                  <a:lnTo>
                    <a:pt x="2671663" y="3116972"/>
                  </a:lnTo>
                  <a:lnTo>
                    <a:pt x="2670849" y="3116972"/>
                  </a:lnTo>
                  <a:lnTo>
                    <a:pt x="2670034" y="3116972"/>
                  </a:lnTo>
                  <a:lnTo>
                    <a:pt x="2669219" y="3116972"/>
                  </a:lnTo>
                  <a:lnTo>
                    <a:pt x="2668404" y="3116972"/>
                  </a:lnTo>
                  <a:lnTo>
                    <a:pt x="2667589" y="3116972"/>
                  </a:lnTo>
                  <a:lnTo>
                    <a:pt x="2666775" y="3116972"/>
                  </a:lnTo>
                  <a:lnTo>
                    <a:pt x="2665960" y="3116972"/>
                  </a:lnTo>
                  <a:lnTo>
                    <a:pt x="2665145" y="3116972"/>
                  </a:lnTo>
                  <a:lnTo>
                    <a:pt x="2664330" y="3116972"/>
                  </a:lnTo>
                  <a:lnTo>
                    <a:pt x="2663515" y="3116972"/>
                  </a:lnTo>
                  <a:lnTo>
                    <a:pt x="2662701" y="3116972"/>
                  </a:lnTo>
                  <a:lnTo>
                    <a:pt x="2661886" y="3116972"/>
                  </a:lnTo>
                  <a:lnTo>
                    <a:pt x="2661071" y="3116972"/>
                  </a:lnTo>
                  <a:lnTo>
                    <a:pt x="2660256" y="3116972"/>
                  </a:lnTo>
                  <a:lnTo>
                    <a:pt x="2659442" y="3116972"/>
                  </a:lnTo>
                  <a:lnTo>
                    <a:pt x="2658627" y="3116972"/>
                  </a:lnTo>
                  <a:lnTo>
                    <a:pt x="2657812" y="3116972"/>
                  </a:lnTo>
                  <a:lnTo>
                    <a:pt x="2656997" y="3116972"/>
                  </a:lnTo>
                  <a:lnTo>
                    <a:pt x="2656182" y="3116972"/>
                  </a:lnTo>
                  <a:lnTo>
                    <a:pt x="2655368" y="3116972"/>
                  </a:lnTo>
                  <a:lnTo>
                    <a:pt x="2654553" y="3116972"/>
                  </a:lnTo>
                  <a:lnTo>
                    <a:pt x="2653738" y="3116972"/>
                  </a:lnTo>
                  <a:lnTo>
                    <a:pt x="2652923" y="3116972"/>
                  </a:lnTo>
                  <a:lnTo>
                    <a:pt x="2652109" y="3116972"/>
                  </a:lnTo>
                  <a:lnTo>
                    <a:pt x="2651294" y="3116972"/>
                  </a:lnTo>
                  <a:lnTo>
                    <a:pt x="2650479" y="3116972"/>
                  </a:lnTo>
                  <a:lnTo>
                    <a:pt x="2649664" y="3116972"/>
                  </a:lnTo>
                  <a:lnTo>
                    <a:pt x="2648849" y="3116972"/>
                  </a:lnTo>
                  <a:lnTo>
                    <a:pt x="2648035" y="3116972"/>
                  </a:lnTo>
                  <a:lnTo>
                    <a:pt x="2647220" y="3116972"/>
                  </a:lnTo>
                  <a:lnTo>
                    <a:pt x="2646405" y="3116972"/>
                  </a:lnTo>
                  <a:lnTo>
                    <a:pt x="2645590" y="3116972"/>
                  </a:lnTo>
                  <a:lnTo>
                    <a:pt x="2644776" y="3116972"/>
                  </a:lnTo>
                  <a:lnTo>
                    <a:pt x="2643961" y="3116972"/>
                  </a:lnTo>
                  <a:lnTo>
                    <a:pt x="2643146" y="3116972"/>
                  </a:lnTo>
                  <a:lnTo>
                    <a:pt x="2642331" y="3116972"/>
                  </a:lnTo>
                  <a:lnTo>
                    <a:pt x="2641516" y="3116972"/>
                  </a:lnTo>
                  <a:lnTo>
                    <a:pt x="2640702" y="3116972"/>
                  </a:lnTo>
                  <a:lnTo>
                    <a:pt x="2639887" y="3116972"/>
                  </a:lnTo>
                  <a:lnTo>
                    <a:pt x="2639072" y="3116972"/>
                  </a:lnTo>
                  <a:lnTo>
                    <a:pt x="2638257" y="3116972"/>
                  </a:lnTo>
                  <a:lnTo>
                    <a:pt x="2637443" y="3116972"/>
                  </a:lnTo>
                  <a:lnTo>
                    <a:pt x="2636628" y="3116972"/>
                  </a:lnTo>
                  <a:lnTo>
                    <a:pt x="2635813" y="3116972"/>
                  </a:lnTo>
                  <a:lnTo>
                    <a:pt x="2634998" y="3116972"/>
                  </a:lnTo>
                  <a:lnTo>
                    <a:pt x="2634183" y="3116972"/>
                  </a:lnTo>
                  <a:lnTo>
                    <a:pt x="2633369" y="3116972"/>
                  </a:lnTo>
                  <a:lnTo>
                    <a:pt x="2632554" y="3116972"/>
                  </a:lnTo>
                  <a:lnTo>
                    <a:pt x="2631739" y="3116972"/>
                  </a:lnTo>
                  <a:lnTo>
                    <a:pt x="2630924" y="3116972"/>
                  </a:lnTo>
                  <a:lnTo>
                    <a:pt x="2630110" y="3116972"/>
                  </a:lnTo>
                  <a:lnTo>
                    <a:pt x="2629295" y="3116972"/>
                  </a:lnTo>
                  <a:lnTo>
                    <a:pt x="2628480" y="3116972"/>
                  </a:lnTo>
                  <a:lnTo>
                    <a:pt x="2627665" y="3116972"/>
                  </a:lnTo>
                  <a:lnTo>
                    <a:pt x="2626850" y="3116972"/>
                  </a:lnTo>
                  <a:lnTo>
                    <a:pt x="2626036" y="3116972"/>
                  </a:lnTo>
                  <a:lnTo>
                    <a:pt x="2625221" y="3116972"/>
                  </a:lnTo>
                  <a:lnTo>
                    <a:pt x="2624406" y="3116972"/>
                  </a:lnTo>
                  <a:lnTo>
                    <a:pt x="2623591" y="3116972"/>
                  </a:lnTo>
                  <a:lnTo>
                    <a:pt x="2622776" y="3116972"/>
                  </a:lnTo>
                  <a:lnTo>
                    <a:pt x="2621962" y="3116972"/>
                  </a:lnTo>
                  <a:lnTo>
                    <a:pt x="2621147" y="3116972"/>
                  </a:lnTo>
                  <a:lnTo>
                    <a:pt x="2620332" y="3116972"/>
                  </a:lnTo>
                  <a:lnTo>
                    <a:pt x="2619517" y="3116972"/>
                  </a:lnTo>
                  <a:lnTo>
                    <a:pt x="2618703" y="3116972"/>
                  </a:lnTo>
                  <a:lnTo>
                    <a:pt x="2617888" y="3116972"/>
                  </a:lnTo>
                  <a:lnTo>
                    <a:pt x="2617073" y="3116972"/>
                  </a:lnTo>
                  <a:lnTo>
                    <a:pt x="2616258" y="3116972"/>
                  </a:lnTo>
                  <a:lnTo>
                    <a:pt x="2615443" y="3116972"/>
                  </a:lnTo>
                  <a:lnTo>
                    <a:pt x="2614629" y="3116972"/>
                  </a:lnTo>
                  <a:lnTo>
                    <a:pt x="2613814" y="3116972"/>
                  </a:lnTo>
                  <a:lnTo>
                    <a:pt x="2612999" y="3116972"/>
                  </a:lnTo>
                  <a:lnTo>
                    <a:pt x="2612184" y="3116972"/>
                  </a:lnTo>
                  <a:lnTo>
                    <a:pt x="2611370" y="3116972"/>
                  </a:lnTo>
                  <a:lnTo>
                    <a:pt x="2610555" y="3116972"/>
                  </a:lnTo>
                  <a:lnTo>
                    <a:pt x="2609740" y="3116972"/>
                  </a:lnTo>
                  <a:lnTo>
                    <a:pt x="2608925" y="3116972"/>
                  </a:lnTo>
                  <a:lnTo>
                    <a:pt x="2608110" y="3116972"/>
                  </a:lnTo>
                  <a:lnTo>
                    <a:pt x="2607296" y="3116972"/>
                  </a:lnTo>
                  <a:lnTo>
                    <a:pt x="2606481" y="3116972"/>
                  </a:lnTo>
                  <a:lnTo>
                    <a:pt x="2605666" y="3116972"/>
                  </a:lnTo>
                  <a:lnTo>
                    <a:pt x="2604851" y="3116972"/>
                  </a:lnTo>
                  <a:lnTo>
                    <a:pt x="2604037" y="3116972"/>
                  </a:lnTo>
                  <a:lnTo>
                    <a:pt x="2603222" y="3116972"/>
                  </a:lnTo>
                  <a:lnTo>
                    <a:pt x="2602407" y="3116972"/>
                  </a:lnTo>
                  <a:lnTo>
                    <a:pt x="2601592" y="3116972"/>
                  </a:lnTo>
                  <a:lnTo>
                    <a:pt x="2600777" y="3116972"/>
                  </a:lnTo>
                  <a:lnTo>
                    <a:pt x="2599963" y="3116972"/>
                  </a:lnTo>
                  <a:lnTo>
                    <a:pt x="2599148" y="3116972"/>
                  </a:lnTo>
                  <a:lnTo>
                    <a:pt x="2598333" y="3116972"/>
                  </a:lnTo>
                  <a:lnTo>
                    <a:pt x="2597518" y="3116972"/>
                  </a:lnTo>
                  <a:lnTo>
                    <a:pt x="2596704" y="3116972"/>
                  </a:lnTo>
                  <a:lnTo>
                    <a:pt x="2595889" y="3116972"/>
                  </a:lnTo>
                  <a:lnTo>
                    <a:pt x="2595074" y="3116972"/>
                  </a:lnTo>
                  <a:lnTo>
                    <a:pt x="2594259" y="3116972"/>
                  </a:lnTo>
                  <a:lnTo>
                    <a:pt x="2593444" y="3116972"/>
                  </a:lnTo>
                  <a:lnTo>
                    <a:pt x="2592630" y="3116972"/>
                  </a:lnTo>
                  <a:lnTo>
                    <a:pt x="2591815" y="3116972"/>
                  </a:lnTo>
                  <a:lnTo>
                    <a:pt x="2591000" y="3116972"/>
                  </a:lnTo>
                  <a:lnTo>
                    <a:pt x="2590185" y="3116972"/>
                  </a:lnTo>
                  <a:lnTo>
                    <a:pt x="2589371" y="3116972"/>
                  </a:lnTo>
                  <a:lnTo>
                    <a:pt x="2588556" y="3116972"/>
                  </a:lnTo>
                  <a:lnTo>
                    <a:pt x="2587741" y="3116972"/>
                  </a:lnTo>
                  <a:lnTo>
                    <a:pt x="2586926" y="3116972"/>
                  </a:lnTo>
                  <a:lnTo>
                    <a:pt x="2586111" y="3116972"/>
                  </a:lnTo>
                  <a:lnTo>
                    <a:pt x="2585297" y="3116972"/>
                  </a:lnTo>
                  <a:lnTo>
                    <a:pt x="2584482" y="3116972"/>
                  </a:lnTo>
                  <a:lnTo>
                    <a:pt x="2583667" y="3116972"/>
                  </a:lnTo>
                  <a:lnTo>
                    <a:pt x="2582852" y="3116972"/>
                  </a:lnTo>
                  <a:lnTo>
                    <a:pt x="2582037" y="3116972"/>
                  </a:lnTo>
                  <a:lnTo>
                    <a:pt x="2581223" y="3116972"/>
                  </a:lnTo>
                  <a:lnTo>
                    <a:pt x="2580408" y="3116972"/>
                  </a:lnTo>
                  <a:lnTo>
                    <a:pt x="2579593" y="3116972"/>
                  </a:lnTo>
                  <a:lnTo>
                    <a:pt x="2578778" y="3116972"/>
                  </a:lnTo>
                  <a:lnTo>
                    <a:pt x="2577964" y="3116972"/>
                  </a:lnTo>
                  <a:lnTo>
                    <a:pt x="2577149" y="3116972"/>
                  </a:lnTo>
                  <a:lnTo>
                    <a:pt x="2576334" y="3116972"/>
                  </a:lnTo>
                  <a:lnTo>
                    <a:pt x="2575519" y="3116972"/>
                  </a:lnTo>
                  <a:lnTo>
                    <a:pt x="2574704" y="3116972"/>
                  </a:lnTo>
                  <a:lnTo>
                    <a:pt x="2573890" y="3116972"/>
                  </a:lnTo>
                  <a:lnTo>
                    <a:pt x="2573075" y="3116972"/>
                  </a:lnTo>
                  <a:lnTo>
                    <a:pt x="2572260" y="3116972"/>
                  </a:lnTo>
                  <a:lnTo>
                    <a:pt x="2571445" y="3116972"/>
                  </a:lnTo>
                  <a:lnTo>
                    <a:pt x="2570631" y="3116972"/>
                  </a:lnTo>
                  <a:lnTo>
                    <a:pt x="2569816" y="3116972"/>
                  </a:lnTo>
                  <a:lnTo>
                    <a:pt x="2569001" y="3116972"/>
                  </a:lnTo>
                  <a:lnTo>
                    <a:pt x="2568186" y="3116972"/>
                  </a:lnTo>
                  <a:lnTo>
                    <a:pt x="2567371" y="3116972"/>
                  </a:lnTo>
                  <a:lnTo>
                    <a:pt x="2566557" y="3116972"/>
                  </a:lnTo>
                  <a:lnTo>
                    <a:pt x="2565742" y="3116972"/>
                  </a:lnTo>
                  <a:lnTo>
                    <a:pt x="2564927" y="3116972"/>
                  </a:lnTo>
                  <a:lnTo>
                    <a:pt x="2564112" y="3116972"/>
                  </a:lnTo>
                  <a:lnTo>
                    <a:pt x="2563298" y="3116972"/>
                  </a:lnTo>
                  <a:lnTo>
                    <a:pt x="2562483" y="3116972"/>
                  </a:lnTo>
                  <a:lnTo>
                    <a:pt x="2561668" y="3116972"/>
                  </a:lnTo>
                  <a:lnTo>
                    <a:pt x="2560853" y="3116972"/>
                  </a:lnTo>
                  <a:lnTo>
                    <a:pt x="2560038" y="3116972"/>
                  </a:lnTo>
                  <a:lnTo>
                    <a:pt x="2559224" y="3116972"/>
                  </a:lnTo>
                  <a:lnTo>
                    <a:pt x="2558409" y="3116972"/>
                  </a:lnTo>
                  <a:lnTo>
                    <a:pt x="2557594" y="3116972"/>
                  </a:lnTo>
                  <a:lnTo>
                    <a:pt x="2556779" y="3116972"/>
                  </a:lnTo>
                  <a:lnTo>
                    <a:pt x="2555965" y="3116972"/>
                  </a:lnTo>
                  <a:lnTo>
                    <a:pt x="2555150" y="3116972"/>
                  </a:lnTo>
                  <a:lnTo>
                    <a:pt x="2554335" y="3116972"/>
                  </a:lnTo>
                  <a:lnTo>
                    <a:pt x="2553520" y="3116972"/>
                  </a:lnTo>
                  <a:lnTo>
                    <a:pt x="2552705" y="3116972"/>
                  </a:lnTo>
                  <a:lnTo>
                    <a:pt x="2551891" y="3116972"/>
                  </a:lnTo>
                  <a:lnTo>
                    <a:pt x="2551076" y="3116972"/>
                  </a:lnTo>
                  <a:lnTo>
                    <a:pt x="2550261" y="3116972"/>
                  </a:lnTo>
                  <a:lnTo>
                    <a:pt x="2549446" y="3116972"/>
                  </a:lnTo>
                  <a:lnTo>
                    <a:pt x="2548631" y="3116972"/>
                  </a:lnTo>
                  <a:lnTo>
                    <a:pt x="2547817" y="3116972"/>
                  </a:lnTo>
                  <a:lnTo>
                    <a:pt x="2547002" y="3116972"/>
                  </a:lnTo>
                  <a:lnTo>
                    <a:pt x="2546187" y="3116972"/>
                  </a:lnTo>
                  <a:lnTo>
                    <a:pt x="2545372" y="3116972"/>
                  </a:lnTo>
                  <a:lnTo>
                    <a:pt x="2544558" y="3116972"/>
                  </a:lnTo>
                  <a:lnTo>
                    <a:pt x="2543743" y="3116972"/>
                  </a:lnTo>
                  <a:lnTo>
                    <a:pt x="2542928" y="3116972"/>
                  </a:lnTo>
                  <a:lnTo>
                    <a:pt x="2542113" y="3116972"/>
                  </a:lnTo>
                  <a:lnTo>
                    <a:pt x="2541298" y="3116972"/>
                  </a:lnTo>
                  <a:lnTo>
                    <a:pt x="2540484" y="3116972"/>
                  </a:lnTo>
                  <a:lnTo>
                    <a:pt x="2539669" y="3116972"/>
                  </a:lnTo>
                  <a:lnTo>
                    <a:pt x="2538854" y="3116972"/>
                  </a:lnTo>
                  <a:lnTo>
                    <a:pt x="2538039" y="3116972"/>
                  </a:lnTo>
                  <a:lnTo>
                    <a:pt x="2537225" y="3116972"/>
                  </a:lnTo>
                  <a:lnTo>
                    <a:pt x="2536410" y="3116972"/>
                  </a:lnTo>
                  <a:lnTo>
                    <a:pt x="2535595" y="3116972"/>
                  </a:lnTo>
                  <a:lnTo>
                    <a:pt x="2534780" y="3116972"/>
                  </a:lnTo>
                  <a:lnTo>
                    <a:pt x="2533965" y="3116972"/>
                  </a:lnTo>
                  <a:lnTo>
                    <a:pt x="2533151" y="3116972"/>
                  </a:lnTo>
                  <a:lnTo>
                    <a:pt x="2532336" y="3116972"/>
                  </a:lnTo>
                  <a:lnTo>
                    <a:pt x="2531521" y="3116972"/>
                  </a:lnTo>
                  <a:lnTo>
                    <a:pt x="2530706" y="3116972"/>
                  </a:lnTo>
                  <a:lnTo>
                    <a:pt x="2529892" y="3116972"/>
                  </a:lnTo>
                  <a:lnTo>
                    <a:pt x="2529077" y="3116972"/>
                  </a:lnTo>
                  <a:lnTo>
                    <a:pt x="2528262" y="3116972"/>
                  </a:lnTo>
                  <a:lnTo>
                    <a:pt x="2527447" y="3116972"/>
                  </a:lnTo>
                  <a:lnTo>
                    <a:pt x="2526632" y="3116972"/>
                  </a:lnTo>
                  <a:lnTo>
                    <a:pt x="2525818" y="3116972"/>
                  </a:lnTo>
                  <a:lnTo>
                    <a:pt x="2525003" y="3116972"/>
                  </a:lnTo>
                  <a:lnTo>
                    <a:pt x="2524188" y="3116972"/>
                  </a:lnTo>
                  <a:lnTo>
                    <a:pt x="2523373" y="3116972"/>
                  </a:lnTo>
                  <a:lnTo>
                    <a:pt x="2522559" y="3116972"/>
                  </a:lnTo>
                  <a:lnTo>
                    <a:pt x="2521744" y="3116972"/>
                  </a:lnTo>
                  <a:lnTo>
                    <a:pt x="2520929" y="3116972"/>
                  </a:lnTo>
                  <a:lnTo>
                    <a:pt x="2520114" y="3116972"/>
                  </a:lnTo>
                  <a:lnTo>
                    <a:pt x="2519299" y="3116972"/>
                  </a:lnTo>
                  <a:lnTo>
                    <a:pt x="2518485" y="3116972"/>
                  </a:lnTo>
                  <a:lnTo>
                    <a:pt x="2517670" y="3116972"/>
                  </a:lnTo>
                  <a:lnTo>
                    <a:pt x="2516855" y="3116972"/>
                  </a:lnTo>
                  <a:lnTo>
                    <a:pt x="2516040" y="3116972"/>
                  </a:lnTo>
                  <a:lnTo>
                    <a:pt x="2515226" y="3116972"/>
                  </a:lnTo>
                  <a:lnTo>
                    <a:pt x="2514411" y="3116972"/>
                  </a:lnTo>
                  <a:lnTo>
                    <a:pt x="2513596" y="3116972"/>
                  </a:lnTo>
                  <a:lnTo>
                    <a:pt x="2512781" y="3116972"/>
                  </a:lnTo>
                  <a:lnTo>
                    <a:pt x="2511966" y="3116972"/>
                  </a:lnTo>
                  <a:lnTo>
                    <a:pt x="2511152" y="3116972"/>
                  </a:lnTo>
                  <a:lnTo>
                    <a:pt x="2510337" y="3116972"/>
                  </a:lnTo>
                  <a:lnTo>
                    <a:pt x="2509522" y="3116972"/>
                  </a:lnTo>
                  <a:lnTo>
                    <a:pt x="2508707" y="3116972"/>
                  </a:lnTo>
                  <a:lnTo>
                    <a:pt x="2507892" y="3116972"/>
                  </a:lnTo>
                  <a:lnTo>
                    <a:pt x="2507078" y="3116972"/>
                  </a:lnTo>
                  <a:lnTo>
                    <a:pt x="2506263" y="3116972"/>
                  </a:lnTo>
                  <a:lnTo>
                    <a:pt x="2505448" y="3116972"/>
                  </a:lnTo>
                  <a:lnTo>
                    <a:pt x="2504633" y="3116972"/>
                  </a:lnTo>
                  <a:lnTo>
                    <a:pt x="2503819" y="3116972"/>
                  </a:lnTo>
                  <a:lnTo>
                    <a:pt x="2503004" y="3116972"/>
                  </a:lnTo>
                  <a:lnTo>
                    <a:pt x="2502189" y="3116972"/>
                  </a:lnTo>
                  <a:lnTo>
                    <a:pt x="2501374" y="3116972"/>
                  </a:lnTo>
                  <a:lnTo>
                    <a:pt x="2500559" y="3116972"/>
                  </a:lnTo>
                  <a:lnTo>
                    <a:pt x="2499745" y="3116972"/>
                  </a:lnTo>
                  <a:lnTo>
                    <a:pt x="2498930" y="3116972"/>
                  </a:lnTo>
                  <a:lnTo>
                    <a:pt x="2498115" y="3116972"/>
                  </a:lnTo>
                  <a:lnTo>
                    <a:pt x="2497300" y="3116972"/>
                  </a:lnTo>
                  <a:lnTo>
                    <a:pt x="2496486" y="3116972"/>
                  </a:lnTo>
                  <a:lnTo>
                    <a:pt x="2495671" y="3116972"/>
                  </a:lnTo>
                  <a:lnTo>
                    <a:pt x="2494856" y="3116972"/>
                  </a:lnTo>
                  <a:lnTo>
                    <a:pt x="2494041" y="3116972"/>
                  </a:lnTo>
                  <a:lnTo>
                    <a:pt x="2493226" y="3116972"/>
                  </a:lnTo>
                  <a:lnTo>
                    <a:pt x="2492412" y="3116972"/>
                  </a:lnTo>
                  <a:lnTo>
                    <a:pt x="2491597" y="3116972"/>
                  </a:lnTo>
                  <a:lnTo>
                    <a:pt x="2490782" y="3116972"/>
                  </a:lnTo>
                  <a:lnTo>
                    <a:pt x="2489967" y="3116972"/>
                  </a:lnTo>
                  <a:lnTo>
                    <a:pt x="2489153" y="3116972"/>
                  </a:lnTo>
                  <a:lnTo>
                    <a:pt x="2488338" y="3116972"/>
                  </a:lnTo>
                  <a:lnTo>
                    <a:pt x="2487523" y="3116972"/>
                  </a:lnTo>
                  <a:lnTo>
                    <a:pt x="2486708" y="3116972"/>
                  </a:lnTo>
                  <a:lnTo>
                    <a:pt x="2485893" y="3116972"/>
                  </a:lnTo>
                  <a:lnTo>
                    <a:pt x="2485079" y="3116972"/>
                  </a:lnTo>
                  <a:lnTo>
                    <a:pt x="2484264" y="3116972"/>
                  </a:lnTo>
                  <a:lnTo>
                    <a:pt x="2483449" y="3116972"/>
                  </a:lnTo>
                  <a:lnTo>
                    <a:pt x="2482634" y="3116972"/>
                  </a:lnTo>
                  <a:lnTo>
                    <a:pt x="2481820" y="3116972"/>
                  </a:lnTo>
                  <a:lnTo>
                    <a:pt x="2481005" y="3116972"/>
                  </a:lnTo>
                  <a:lnTo>
                    <a:pt x="2480190" y="3116972"/>
                  </a:lnTo>
                  <a:lnTo>
                    <a:pt x="2479375" y="3116972"/>
                  </a:lnTo>
                  <a:lnTo>
                    <a:pt x="2478560" y="3116972"/>
                  </a:lnTo>
                  <a:lnTo>
                    <a:pt x="2477746" y="3116972"/>
                  </a:lnTo>
                  <a:lnTo>
                    <a:pt x="2476931" y="3116972"/>
                  </a:lnTo>
                  <a:lnTo>
                    <a:pt x="2476116" y="3116972"/>
                  </a:lnTo>
                  <a:lnTo>
                    <a:pt x="2475301" y="3116972"/>
                  </a:lnTo>
                  <a:lnTo>
                    <a:pt x="2474487" y="3116972"/>
                  </a:lnTo>
                  <a:lnTo>
                    <a:pt x="2473672" y="3116972"/>
                  </a:lnTo>
                  <a:lnTo>
                    <a:pt x="2472857" y="3116972"/>
                  </a:lnTo>
                  <a:lnTo>
                    <a:pt x="2472042" y="3116972"/>
                  </a:lnTo>
                  <a:lnTo>
                    <a:pt x="2471227" y="3116972"/>
                  </a:lnTo>
                  <a:lnTo>
                    <a:pt x="2470413" y="3116972"/>
                  </a:lnTo>
                  <a:lnTo>
                    <a:pt x="2469598" y="3116972"/>
                  </a:lnTo>
                  <a:lnTo>
                    <a:pt x="2468783" y="3116972"/>
                  </a:lnTo>
                  <a:lnTo>
                    <a:pt x="2467968" y="3116972"/>
                  </a:lnTo>
                  <a:lnTo>
                    <a:pt x="2467153" y="3116972"/>
                  </a:lnTo>
                  <a:lnTo>
                    <a:pt x="2466339" y="3116972"/>
                  </a:lnTo>
                  <a:lnTo>
                    <a:pt x="2465524" y="3116972"/>
                  </a:lnTo>
                  <a:lnTo>
                    <a:pt x="2464709" y="3116972"/>
                  </a:lnTo>
                  <a:lnTo>
                    <a:pt x="2463894" y="3116972"/>
                  </a:lnTo>
                  <a:lnTo>
                    <a:pt x="2463080" y="3116972"/>
                  </a:lnTo>
                  <a:lnTo>
                    <a:pt x="2462265" y="3116972"/>
                  </a:lnTo>
                  <a:lnTo>
                    <a:pt x="2461450" y="3116972"/>
                  </a:lnTo>
                  <a:lnTo>
                    <a:pt x="2460635" y="3116972"/>
                  </a:lnTo>
                  <a:lnTo>
                    <a:pt x="2459820" y="3116972"/>
                  </a:lnTo>
                  <a:lnTo>
                    <a:pt x="2459006" y="3116972"/>
                  </a:lnTo>
                  <a:lnTo>
                    <a:pt x="2458191" y="3116972"/>
                  </a:lnTo>
                  <a:lnTo>
                    <a:pt x="2457376" y="3116972"/>
                  </a:lnTo>
                  <a:lnTo>
                    <a:pt x="2456561" y="3116972"/>
                  </a:lnTo>
                  <a:lnTo>
                    <a:pt x="2455747" y="3116972"/>
                  </a:lnTo>
                  <a:lnTo>
                    <a:pt x="2454932" y="3116972"/>
                  </a:lnTo>
                  <a:lnTo>
                    <a:pt x="2454117" y="3116972"/>
                  </a:lnTo>
                  <a:lnTo>
                    <a:pt x="2453302" y="3116972"/>
                  </a:lnTo>
                  <a:lnTo>
                    <a:pt x="2452487" y="3116972"/>
                  </a:lnTo>
                  <a:lnTo>
                    <a:pt x="2451673" y="3116972"/>
                  </a:lnTo>
                  <a:lnTo>
                    <a:pt x="2450858" y="3116972"/>
                  </a:lnTo>
                  <a:lnTo>
                    <a:pt x="2450043" y="3116972"/>
                  </a:lnTo>
                  <a:lnTo>
                    <a:pt x="2449228" y="3116972"/>
                  </a:lnTo>
                  <a:lnTo>
                    <a:pt x="2448414" y="3116972"/>
                  </a:lnTo>
                  <a:lnTo>
                    <a:pt x="2447599" y="3116972"/>
                  </a:lnTo>
                  <a:lnTo>
                    <a:pt x="2446784" y="3116972"/>
                  </a:lnTo>
                  <a:lnTo>
                    <a:pt x="2445969" y="3116972"/>
                  </a:lnTo>
                  <a:lnTo>
                    <a:pt x="2445154" y="3116972"/>
                  </a:lnTo>
                  <a:lnTo>
                    <a:pt x="2444340" y="3116972"/>
                  </a:lnTo>
                  <a:lnTo>
                    <a:pt x="2443525" y="3116972"/>
                  </a:lnTo>
                  <a:lnTo>
                    <a:pt x="2442710" y="3116972"/>
                  </a:lnTo>
                  <a:lnTo>
                    <a:pt x="2441895" y="3116972"/>
                  </a:lnTo>
                  <a:lnTo>
                    <a:pt x="2441081" y="3116972"/>
                  </a:lnTo>
                  <a:lnTo>
                    <a:pt x="2440266" y="3116972"/>
                  </a:lnTo>
                  <a:lnTo>
                    <a:pt x="2439451" y="3116972"/>
                  </a:lnTo>
                  <a:lnTo>
                    <a:pt x="2438636" y="3116972"/>
                  </a:lnTo>
                  <a:lnTo>
                    <a:pt x="2437821" y="3116972"/>
                  </a:lnTo>
                  <a:lnTo>
                    <a:pt x="2437007" y="3116972"/>
                  </a:lnTo>
                  <a:lnTo>
                    <a:pt x="2436192" y="3116972"/>
                  </a:lnTo>
                  <a:lnTo>
                    <a:pt x="2435377" y="3116972"/>
                  </a:lnTo>
                  <a:lnTo>
                    <a:pt x="2434562" y="3116972"/>
                  </a:lnTo>
                  <a:lnTo>
                    <a:pt x="2433748" y="3116972"/>
                  </a:lnTo>
                  <a:lnTo>
                    <a:pt x="2432933" y="3116972"/>
                  </a:lnTo>
                  <a:lnTo>
                    <a:pt x="2432118" y="3116972"/>
                  </a:lnTo>
                  <a:lnTo>
                    <a:pt x="2431303" y="3116972"/>
                  </a:lnTo>
                  <a:lnTo>
                    <a:pt x="2430488" y="3116972"/>
                  </a:lnTo>
                  <a:lnTo>
                    <a:pt x="2429674" y="3116972"/>
                  </a:lnTo>
                  <a:lnTo>
                    <a:pt x="2428859" y="3116972"/>
                  </a:lnTo>
                  <a:lnTo>
                    <a:pt x="2428044" y="3116972"/>
                  </a:lnTo>
                  <a:lnTo>
                    <a:pt x="2427229" y="3116972"/>
                  </a:lnTo>
                  <a:lnTo>
                    <a:pt x="2426414" y="3116972"/>
                  </a:lnTo>
                  <a:lnTo>
                    <a:pt x="2425600" y="3116972"/>
                  </a:lnTo>
                  <a:lnTo>
                    <a:pt x="2424785" y="3116972"/>
                  </a:lnTo>
                  <a:lnTo>
                    <a:pt x="2423970" y="3116972"/>
                  </a:lnTo>
                  <a:lnTo>
                    <a:pt x="2423155" y="3116972"/>
                  </a:lnTo>
                  <a:lnTo>
                    <a:pt x="2422341" y="3116972"/>
                  </a:lnTo>
                  <a:lnTo>
                    <a:pt x="2421526" y="3116972"/>
                  </a:lnTo>
                  <a:lnTo>
                    <a:pt x="2420711" y="3116972"/>
                  </a:lnTo>
                  <a:lnTo>
                    <a:pt x="2419896" y="3116972"/>
                  </a:lnTo>
                  <a:lnTo>
                    <a:pt x="2419081" y="3116972"/>
                  </a:lnTo>
                  <a:lnTo>
                    <a:pt x="2418267" y="3116972"/>
                  </a:lnTo>
                  <a:lnTo>
                    <a:pt x="2417452" y="3116972"/>
                  </a:lnTo>
                  <a:lnTo>
                    <a:pt x="2416637" y="3116972"/>
                  </a:lnTo>
                  <a:lnTo>
                    <a:pt x="2415822" y="3116972"/>
                  </a:lnTo>
                  <a:lnTo>
                    <a:pt x="2415008" y="3116972"/>
                  </a:lnTo>
                  <a:lnTo>
                    <a:pt x="2414193" y="3116972"/>
                  </a:lnTo>
                  <a:lnTo>
                    <a:pt x="2413378" y="3116972"/>
                  </a:lnTo>
                  <a:lnTo>
                    <a:pt x="2412563" y="3116972"/>
                  </a:lnTo>
                  <a:lnTo>
                    <a:pt x="2411748" y="3116972"/>
                  </a:lnTo>
                  <a:lnTo>
                    <a:pt x="2410934" y="3116972"/>
                  </a:lnTo>
                  <a:lnTo>
                    <a:pt x="2410119" y="3116972"/>
                  </a:lnTo>
                  <a:lnTo>
                    <a:pt x="2409304" y="3116972"/>
                  </a:lnTo>
                  <a:lnTo>
                    <a:pt x="2408489" y="3116972"/>
                  </a:lnTo>
                  <a:lnTo>
                    <a:pt x="2407675" y="3116972"/>
                  </a:lnTo>
                  <a:lnTo>
                    <a:pt x="2406860" y="3116972"/>
                  </a:lnTo>
                  <a:lnTo>
                    <a:pt x="2406045" y="3116972"/>
                  </a:lnTo>
                  <a:lnTo>
                    <a:pt x="2405230" y="3116972"/>
                  </a:lnTo>
                  <a:lnTo>
                    <a:pt x="2404415" y="3116972"/>
                  </a:lnTo>
                  <a:lnTo>
                    <a:pt x="2403601" y="3116972"/>
                  </a:lnTo>
                  <a:lnTo>
                    <a:pt x="2402786" y="3116972"/>
                  </a:lnTo>
                  <a:lnTo>
                    <a:pt x="2401971" y="3116972"/>
                  </a:lnTo>
                  <a:lnTo>
                    <a:pt x="2401156" y="3116972"/>
                  </a:lnTo>
                  <a:lnTo>
                    <a:pt x="2400342" y="3116972"/>
                  </a:lnTo>
                  <a:lnTo>
                    <a:pt x="2399527" y="3116972"/>
                  </a:lnTo>
                  <a:lnTo>
                    <a:pt x="2398712" y="3116972"/>
                  </a:lnTo>
                  <a:lnTo>
                    <a:pt x="2397897" y="3116972"/>
                  </a:lnTo>
                  <a:lnTo>
                    <a:pt x="2397082" y="3116972"/>
                  </a:lnTo>
                  <a:lnTo>
                    <a:pt x="2396268" y="3116972"/>
                  </a:lnTo>
                  <a:lnTo>
                    <a:pt x="2395453" y="3116972"/>
                  </a:lnTo>
                  <a:lnTo>
                    <a:pt x="2394638" y="3116972"/>
                  </a:lnTo>
                  <a:lnTo>
                    <a:pt x="2393823" y="3116972"/>
                  </a:lnTo>
                  <a:lnTo>
                    <a:pt x="2393009" y="3116972"/>
                  </a:lnTo>
                  <a:lnTo>
                    <a:pt x="2392194" y="3116972"/>
                  </a:lnTo>
                  <a:lnTo>
                    <a:pt x="2391379" y="3116972"/>
                  </a:lnTo>
                  <a:lnTo>
                    <a:pt x="2390564" y="3116972"/>
                  </a:lnTo>
                  <a:lnTo>
                    <a:pt x="2389749" y="3116972"/>
                  </a:lnTo>
                  <a:lnTo>
                    <a:pt x="2388935" y="3116972"/>
                  </a:lnTo>
                  <a:lnTo>
                    <a:pt x="2388120" y="3116972"/>
                  </a:lnTo>
                  <a:lnTo>
                    <a:pt x="2387305" y="3116972"/>
                  </a:lnTo>
                  <a:lnTo>
                    <a:pt x="2386490" y="3116972"/>
                  </a:lnTo>
                  <a:lnTo>
                    <a:pt x="2385675" y="3116972"/>
                  </a:lnTo>
                  <a:lnTo>
                    <a:pt x="2384861" y="3116972"/>
                  </a:lnTo>
                  <a:lnTo>
                    <a:pt x="2384046" y="3116972"/>
                  </a:lnTo>
                  <a:lnTo>
                    <a:pt x="2383231" y="3116972"/>
                  </a:lnTo>
                  <a:lnTo>
                    <a:pt x="2382416" y="3116972"/>
                  </a:lnTo>
                  <a:lnTo>
                    <a:pt x="2381602" y="3116972"/>
                  </a:lnTo>
                  <a:lnTo>
                    <a:pt x="2380787" y="3116972"/>
                  </a:lnTo>
                  <a:lnTo>
                    <a:pt x="2379972" y="3116972"/>
                  </a:lnTo>
                  <a:lnTo>
                    <a:pt x="2379157" y="3116972"/>
                  </a:lnTo>
                  <a:lnTo>
                    <a:pt x="2378342" y="3116972"/>
                  </a:lnTo>
                  <a:lnTo>
                    <a:pt x="2377528" y="3116972"/>
                  </a:lnTo>
                  <a:lnTo>
                    <a:pt x="2376713" y="3116972"/>
                  </a:lnTo>
                  <a:lnTo>
                    <a:pt x="2375898" y="3116972"/>
                  </a:lnTo>
                  <a:lnTo>
                    <a:pt x="2375083" y="3116972"/>
                  </a:lnTo>
                  <a:lnTo>
                    <a:pt x="2374269" y="3116972"/>
                  </a:lnTo>
                  <a:lnTo>
                    <a:pt x="2373454" y="3116972"/>
                  </a:lnTo>
                  <a:lnTo>
                    <a:pt x="2372639" y="3116972"/>
                  </a:lnTo>
                  <a:lnTo>
                    <a:pt x="2371824" y="3116972"/>
                  </a:lnTo>
                  <a:lnTo>
                    <a:pt x="2371009" y="3116972"/>
                  </a:lnTo>
                  <a:lnTo>
                    <a:pt x="2370195" y="3116972"/>
                  </a:lnTo>
                  <a:lnTo>
                    <a:pt x="2369380" y="3116972"/>
                  </a:lnTo>
                  <a:lnTo>
                    <a:pt x="2368565" y="3116972"/>
                  </a:lnTo>
                  <a:lnTo>
                    <a:pt x="2367750" y="3116972"/>
                  </a:lnTo>
                  <a:lnTo>
                    <a:pt x="2366936" y="3116972"/>
                  </a:lnTo>
                  <a:lnTo>
                    <a:pt x="2366121" y="3116972"/>
                  </a:lnTo>
                  <a:lnTo>
                    <a:pt x="2365306" y="3116972"/>
                  </a:lnTo>
                  <a:lnTo>
                    <a:pt x="2364491" y="3116972"/>
                  </a:lnTo>
                  <a:lnTo>
                    <a:pt x="2363676" y="3116972"/>
                  </a:lnTo>
                  <a:lnTo>
                    <a:pt x="2362862" y="3116972"/>
                  </a:lnTo>
                  <a:lnTo>
                    <a:pt x="2362047" y="3116972"/>
                  </a:lnTo>
                  <a:lnTo>
                    <a:pt x="2361232" y="3116972"/>
                  </a:lnTo>
                  <a:lnTo>
                    <a:pt x="2360417" y="3116972"/>
                  </a:lnTo>
                  <a:lnTo>
                    <a:pt x="2359603" y="3116972"/>
                  </a:lnTo>
                  <a:lnTo>
                    <a:pt x="2358788" y="3116972"/>
                  </a:lnTo>
                  <a:lnTo>
                    <a:pt x="2357973" y="3116972"/>
                  </a:lnTo>
                  <a:lnTo>
                    <a:pt x="2357158" y="3116972"/>
                  </a:lnTo>
                  <a:lnTo>
                    <a:pt x="2356343" y="3116972"/>
                  </a:lnTo>
                  <a:lnTo>
                    <a:pt x="2355529" y="3116972"/>
                  </a:lnTo>
                  <a:lnTo>
                    <a:pt x="2354714" y="3116972"/>
                  </a:lnTo>
                  <a:lnTo>
                    <a:pt x="2353899" y="3116972"/>
                  </a:lnTo>
                  <a:lnTo>
                    <a:pt x="2353084" y="3116972"/>
                  </a:lnTo>
                  <a:lnTo>
                    <a:pt x="2352270" y="3116972"/>
                  </a:lnTo>
                  <a:lnTo>
                    <a:pt x="2351455" y="3116972"/>
                  </a:lnTo>
                  <a:lnTo>
                    <a:pt x="2350640" y="3116972"/>
                  </a:lnTo>
                  <a:lnTo>
                    <a:pt x="2349825" y="3116972"/>
                  </a:lnTo>
                  <a:lnTo>
                    <a:pt x="2349010" y="3116972"/>
                  </a:lnTo>
                  <a:lnTo>
                    <a:pt x="2348196" y="3116972"/>
                  </a:lnTo>
                  <a:lnTo>
                    <a:pt x="2347381" y="3116972"/>
                  </a:lnTo>
                  <a:lnTo>
                    <a:pt x="2346566" y="3116972"/>
                  </a:lnTo>
                  <a:lnTo>
                    <a:pt x="2345751" y="3116972"/>
                  </a:lnTo>
                  <a:lnTo>
                    <a:pt x="2344936" y="3116972"/>
                  </a:lnTo>
                  <a:lnTo>
                    <a:pt x="2344122" y="3116972"/>
                  </a:lnTo>
                  <a:lnTo>
                    <a:pt x="2343307" y="3116972"/>
                  </a:lnTo>
                  <a:lnTo>
                    <a:pt x="2342492" y="3116972"/>
                  </a:lnTo>
                  <a:lnTo>
                    <a:pt x="2341677" y="3116972"/>
                  </a:lnTo>
                  <a:lnTo>
                    <a:pt x="2340863" y="3116972"/>
                  </a:lnTo>
                  <a:lnTo>
                    <a:pt x="2340048" y="3116972"/>
                  </a:lnTo>
                  <a:lnTo>
                    <a:pt x="2339233" y="3116972"/>
                  </a:lnTo>
                  <a:lnTo>
                    <a:pt x="2338418" y="3116972"/>
                  </a:lnTo>
                  <a:lnTo>
                    <a:pt x="2337603" y="3116972"/>
                  </a:lnTo>
                  <a:lnTo>
                    <a:pt x="2336789" y="3116972"/>
                  </a:lnTo>
                  <a:lnTo>
                    <a:pt x="2335974" y="3116972"/>
                  </a:lnTo>
                  <a:lnTo>
                    <a:pt x="2335159" y="3116972"/>
                  </a:lnTo>
                  <a:lnTo>
                    <a:pt x="2334344" y="3116972"/>
                  </a:lnTo>
                  <a:lnTo>
                    <a:pt x="2333530" y="3116972"/>
                  </a:lnTo>
                  <a:lnTo>
                    <a:pt x="2332715" y="3116972"/>
                  </a:lnTo>
                  <a:lnTo>
                    <a:pt x="2331900" y="3116972"/>
                  </a:lnTo>
                  <a:lnTo>
                    <a:pt x="2331085" y="3116972"/>
                  </a:lnTo>
                  <a:lnTo>
                    <a:pt x="2330270" y="3116972"/>
                  </a:lnTo>
                  <a:lnTo>
                    <a:pt x="2329456" y="3116972"/>
                  </a:lnTo>
                  <a:lnTo>
                    <a:pt x="2328641" y="3116972"/>
                  </a:lnTo>
                  <a:lnTo>
                    <a:pt x="2327826" y="3116972"/>
                  </a:lnTo>
                  <a:lnTo>
                    <a:pt x="2327011" y="3116972"/>
                  </a:lnTo>
                  <a:lnTo>
                    <a:pt x="2326197" y="3116972"/>
                  </a:lnTo>
                  <a:lnTo>
                    <a:pt x="2325382" y="3116972"/>
                  </a:lnTo>
                  <a:lnTo>
                    <a:pt x="2324567" y="3116972"/>
                  </a:lnTo>
                  <a:lnTo>
                    <a:pt x="2323752" y="3116972"/>
                  </a:lnTo>
                  <a:lnTo>
                    <a:pt x="2322937" y="3116972"/>
                  </a:lnTo>
                  <a:lnTo>
                    <a:pt x="2322123" y="3116972"/>
                  </a:lnTo>
                  <a:lnTo>
                    <a:pt x="2321308" y="3116972"/>
                  </a:lnTo>
                  <a:lnTo>
                    <a:pt x="2320493" y="3116972"/>
                  </a:lnTo>
                  <a:lnTo>
                    <a:pt x="2319678" y="3116972"/>
                  </a:lnTo>
                  <a:lnTo>
                    <a:pt x="2318864" y="3116972"/>
                  </a:lnTo>
                  <a:lnTo>
                    <a:pt x="2318049" y="3116972"/>
                  </a:lnTo>
                  <a:lnTo>
                    <a:pt x="2317234" y="3116972"/>
                  </a:lnTo>
                  <a:lnTo>
                    <a:pt x="2316419" y="3116972"/>
                  </a:lnTo>
                  <a:lnTo>
                    <a:pt x="2315604" y="3116972"/>
                  </a:lnTo>
                  <a:lnTo>
                    <a:pt x="2314790" y="3116972"/>
                  </a:lnTo>
                  <a:lnTo>
                    <a:pt x="2313975" y="3116972"/>
                  </a:lnTo>
                  <a:lnTo>
                    <a:pt x="2313160" y="3116972"/>
                  </a:lnTo>
                  <a:lnTo>
                    <a:pt x="2312345" y="3116972"/>
                  </a:lnTo>
                  <a:lnTo>
                    <a:pt x="2311531" y="3116972"/>
                  </a:lnTo>
                  <a:lnTo>
                    <a:pt x="2310716" y="3116972"/>
                  </a:lnTo>
                  <a:lnTo>
                    <a:pt x="2309901" y="3116972"/>
                  </a:lnTo>
                  <a:lnTo>
                    <a:pt x="2309086" y="3116972"/>
                  </a:lnTo>
                  <a:lnTo>
                    <a:pt x="2308271" y="3116972"/>
                  </a:lnTo>
                  <a:lnTo>
                    <a:pt x="2307457" y="3116972"/>
                  </a:lnTo>
                  <a:lnTo>
                    <a:pt x="2306642" y="3116972"/>
                  </a:lnTo>
                  <a:lnTo>
                    <a:pt x="2305827" y="3116972"/>
                  </a:lnTo>
                  <a:lnTo>
                    <a:pt x="2305012" y="3116972"/>
                  </a:lnTo>
                  <a:lnTo>
                    <a:pt x="2304197" y="3116972"/>
                  </a:lnTo>
                  <a:lnTo>
                    <a:pt x="2303383" y="3116972"/>
                  </a:lnTo>
                  <a:lnTo>
                    <a:pt x="2302568" y="3116972"/>
                  </a:lnTo>
                  <a:lnTo>
                    <a:pt x="2301753" y="3116972"/>
                  </a:lnTo>
                  <a:lnTo>
                    <a:pt x="2300938" y="3116972"/>
                  </a:lnTo>
                  <a:lnTo>
                    <a:pt x="2300124" y="3116972"/>
                  </a:lnTo>
                  <a:lnTo>
                    <a:pt x="2299309" y="3116972"/>
                  </a:lnTo>
                  <a:lnTo>
                    <a:pt x="2298494" y="3116972"/>
                  </a:lnTo>
                  <a:lnTo>
                    <a:pt x="2297679" y="3116972"/>
                  </a:lnTo>
                  <a:lnTo>
                    <a:pt x="2296864" y="3116972"/>
                  </a:lnTo>
                  <a:lnTo>
                    <a:pt x="2296050" y="3116972"/>
                  </a:lnTo>
                  <a:lnTo>
                    <a:pt x="2295235" y="3116972"/>
                  </a:lnTo>
                  <a:lnTo>
                    <a:pt x="2294420" y="3116972"/>
                  </a:lnTo>
                  <a:lnTo>
                    <a:pt x="2293605" y="3116972"/>
                  </a:lnTo>
                  <a:lnTo>
                    <a:pt x="2292791" y="3116972"/>
                  </a:lnTo>
                  <a:lnTo>
                    <a:pt x="2291976" y="3116972"/>
                  </a:lnTo>
                  <a:lnTo>
                    <a:pt x="2291161" y="3116972"/>
                  </a:lnTo>
                  <a:lnTo>
                    <a:pt x="2290346" y="3116972"/>
                  </a:lnTo>
                  <a:lnTo>
                    <a:pt x="2289531" y="3116972"/>
                  </a:lnTo>
                  <a:lnTo>
                    <a:pt x="2288717" y="3116972"/>
                  </a:lnTo>
                  <a:lnTo>
                    <a:pt x="2287902" y="3116972"/>
                  </a:lnTo>
                  <a:lnTo>
                    <a:pt x="2287087" y="3116972"/>
                  </a:lnTo>
                  <a:lnTo>
                    <a:pt x="2286272" y="3116972"/>
                  </a:lnTo>
                  <a:lnTo>
                    <a:pt x="2285458" y="3116972"/>
                  </a:lnTo>
                  <a:lnTo>
                    <a:pt x="2284643" y="3116972"/>
                  </a:lnTo>
                  <a:lnTo>
                    <a:pt x="2283828" y="3116972"/>
                  </a:lnTo>
                  <a:lnTo>
                    <a:pt x="2283013" y="3116972"/>
                  </a:lnTo>
                  <a:lnTo>
                    <a:pt x="2282198" y="3116972"/>
                  </a:lnTo>
                  <a:lnTo>
                    <a:pt x="2281384" y="3116972"/>
                  </a:lnTo>
                  <a:lnTo>
                    <a:pt x="2280569" y="3116972"/>
                  </a:lnTo>
                  <a:lnTo>
                    <a:pt x="2279754" y="3116972"/>
                  </a:lnTo>
                  <a:lnTo>
                    <a:pt x="2278939" y="3116972"/>
                  </a:lnTo>
                  <a:lnTo>
                    <a:pt x="2278125" y="3116972"/>
                  </a:lnTo>
                  <a:lnTo>
                    <a:pt x="2277310" y="3116972"/>
                  </a:lnTo>
                  <a:lnTo>
                    <a:pt x="2276495" y="3116972"/>
                  </a:lnTo>
                  <a:lnTo>
                    <a:pt x="2275680" y="3116972"/>
                  </a:lnTo>
                  <a:lnTo>
                    <a:pt x="2274865" y="3116972"/>
                  </a:lnTo>
                  <a:lnTo>
                    <a:pt x="2274051" y="3116972"/>
                  </a:lnTo>
                  <a:lnTo>
                    <a:pt x="2273236" y="3116972"/>
                  </a:lnTo>
                  <a:lnTo>
                    <a:pt x="2272421" y="3116972"/>
                  </a:lnTo>
                  <a:lnTo>
                    <a:pt x="2271606" y="3116972"/>
                  </a:lnTo>
                  <a:lnTo>
                    <a:pt x="2270792" y="3116972"/>
                  </a:lnTo>
                  <a:lnTo>
                    <a:pt x="2269977" y="3116972"/>
                  </a:lnTo>
                  <a:lnTo>
                    <a:pt x="2269162" y="3116972"/>
                  </a:lnTo>
                  <a:lnTo>
                    <a:pt x="2268347" y="3116972"/>
                  </a:lnTo>
                  <a:lnTo>
                    <a:pt x="2267532" y="3116972"/>
                  </a:lnTo>
                  <a:lnTo>
                    <a:pt x="2266718" y="3116972"/>
                  </a:lnTo>
                  <a:lnTo>
                    <a:pt x="2265903" y="3116972"/>
                  </a:lnTo>
                  <a:lnTo>
                    <a:pt x="2265088" y="3116972"/>
                  </a:lnTo>
                  <a:lnTo>
                    <a:pt x="2264273" y="3116972"/>
                  </a:lnTo>
                  <a:lnTo>
                    <a:pt x="2263458" y="3116972"/>
                  </a:lnTo>
                  <a:lnTo>
                    <a:pt x="2262644" y="3116972"/>
                  </a:lnTo>
                  <a:lnTo>
                    <a:pt x="2261829" y="3116972"/>
                  </a:lnTo>
                  <a:lnTo>
                    <a:pt x="2261014" y="3116972"/>
                  </a:lnTo>
                  <a:lnTo>
                    <a:pt x="2260199" y="3116972"/>
                  </a:lnTo>
                  <a:lnTo>
                    <a:pt x="2259385" y="3116972"/>
                  </a:lnTo>
                  <a:lnTo>
                    <a:pt x="2258570" y="3116972"/>
                  </a:lnTo>
                  <a:lnTo>
                    <a:pt x="2257755" y="3116972"/>
                  </a:lnTo>
                  <a:lnTo>
                    <a:pt x="2256940" y="3116972"/>
                  </a:lnTo>
                  <a:lnTo>
                    <a:pt x="2256125" y="3116972"/>
                  </a:lnTo>
                  <a:lnTo>
                    <a:pt x="2255311" y="3116972"/>
                  </a:lnTo>
                  <a:lnTo>
                    <a:pt x="2254496" y="3116972"/>
                  </a:lnTo>
                  <a:lnTo>
                    <a:pt x="2253681" y="3116972"/>
                  </a:lnTo>
                  <a:lnTo>
                    <a:pt x="2252866" y="3116972"/>
                  </a:lnTo>
                  <a:lnTo>
                    <a:pt x="2252052" y="3116972"/>
                  </a:lnTo>
                  <a:lnTo>
                    <a:pt x="2251237" y="3116972"/>
                  </a:lnTo>
                  <a:lnTo>
                    <a:pt x="2250422" y="3116972"/>
                  </a:lnTo>
                  <a:lnTo>
                    <a:pt x="2249607" y="3116972"/>
                  </a:lnTo>
                  <a:lnTo>
                    <a:pt x="2248792" y="3116972"/>
                  </a:lnTo>
                  <a:lnTo>
                    <a:pt x="2247978" y="3116972"/>
                  </a:lnTo>
                  <a:lnTo>
                    <a:pt x="2247163" y="3116972"/>
                  </a:lnTo>
                  <a:lnTo>
                    <a:pt x="2246348" y="3116972"/>
                  </a:lnTo>
                  <a:lnTo>
                    <a:pt x="2245533" y="3116972"/>
                  </a:lnTo>
                  <a:lnTo>
                    <a:pt x="2244719" y="3116972"/>
                  </a:lnTo>
                  <a:lnTo>
                    <a:pt x="2243904" y="3116972"/>
                  </a:lnTo>
                  <a:lnTo>
                    <a:pt x="2243089" y="3116972"/>
                  </a:lnTo>
                  <a:lnTo>
                    <a:pt x="2242274" y="3116972"/>
                  </a:lnTo>
                  <a:lnTo>
                    <a:pt x="2241459" y="3116972"/>
                  </a:lnTo>
                  <a:lnTo>
                    <a:pt x="2240645" y="3116972"/>
                  </a:lnTo>
                  <a:lnTo>
                    <a:pt x="2239830" y="3116972"/>
                  </a:lnTo>
                  <a:lnTo>
                    <a:pt x="2239015" y="3116972"/>
                  </a:lnTo>
                  <a:lnTo>
                    <a:pt x="2238200" y="3116972"/>
                  </a:lnTo>
                  <a:lnTo>
                    <a:pt x="2237386" y="3116972"/>
                  </a:lnTo>
                  <a:lnTo>
                    <a:pt x="2236571" y="3116972"/>
                  </a:lnTo>
                  <a:lnTo>
                    <a:pt x="2235756" y="3116972"/>
                  </a:lnTo>
                  <a:lnTo>
                    <a:pt x="2234941" y="3116972"/>
                  </a:lnTo>
                  <a:lnTo>
                    <a:pt x="2234126" y="3116972"/>
                  </a:lnTo>
                  <a:lnTo>
                    <a:pt x="2233312" y="3116972"/>
                  </a:lnTo>
                  <a:lnTo>
                    <a:pt x="2232497" y="3116972"/>
                  </a:lnTo>
                  <a:lnTo>
                    <a:pt x="2231682" y="3116972"/>
                  </a:lnTo>
                  <a:lnTo>
                    <a:pt x="2230867" y="3116972"/>
                  </a:lnTo>
                  <a:lnTo>
                    <a:pt x="2230052" y="3116972"/>
                  </a:lnTo>
                  <a:lnTo>
                    <a:pt x="2229238" y="3116972"/>
                  </a:lnTo>
                  <a:lnTo>
                    <a:pt x="2228423" y="3116972"/>
                  </a:lnTo>
                  <a:lnTo>
                    <a:pt x="2227608" y="3116972"/>
                  </a:lnTo>
                  <a:lnTo>
                    <a:pt x="2226793" y="3116972"/>
                  </a:lnTo>
                  <a:lnTo>
                    <a:pt x="2225979" y="3116972"/>
                  </a:lnTo>
                  <a:lnTo>
                    <a:pt x="2225164" y="3116972"/>
                  </a:lnTo>
                  <a:lnTo>
                    <a:pt x="2224349" y="3116972"/>
                  </a:lnTo>
                  <a:lnTo>
                    <a:pt x="2223534" y="3116972"/>
                  </a:lnTo>
                  <a:lnTo>
                    <a:pt x="2222719" y="3116972"/>
                  </a:lnTo>
                  <a:lnTo>
                    <a:pt x="2221905" y="3116972"/>
                  </a:lnTo>
                  <a:lnTo>
                    <a:pt x="2221090" y="3116972"/>
                  </a:lnTo>
                  <a:lnTo>
                    <a:pt x="2220275" y="3116972"/>
                  </a:lnTo>
                  <a:lnTo>
                    <a:pt x="2219460" y="3116972"/>
                  </a:lnTo>
                  <a:lnTo>
                    <a:pt x="2218646" y="3116972"/>
                  </a:lnTo>
                  <a:lnTo>
                    <a:pt x="2217831" y="3116972"/>
                  </a:lnTo>
                  <a:lnTo>
                    <a:pt x="2217016" y="3116972"/>
                  </a:lnTo>
                  <a:lnTo>
                    <a:pt x="2216201" y="3116972"/>
                  </a:lnTo>
                  <a:lnTo>
                    <a:pt x="2215386" y="3116972"/>
                  </a:lnTo>
                  <a:lnTo>
                    <a:pt x="2214572" y="3116972"/>
                  </a:lnTo>
                  <a:lnTo>
                    <a:pt x="2213757" y="3116972"/>
                  </a:lnTo>
                  <a:lnTo>
                    <a:pt x="2212942" y="3116972"/>
                  </a:lnTo>
                  <a:lnTo>
                    <a:pt x="2212127" y="3116972"/>
                  </a:lnTo>
                  <a:lnTo>
                    <a:pt x="2211313" y="3116972"/>
                  </a:lnTo>
                  <a:lnTo>
                    <a:pt x="2210498" y="3116972"/>
                  </a:lnTo>
                  <a:lnTo>
                    <a:pt x="2209683" y="3116972"/>
                  </a:lnTo>
                  <a:lnTo>
                    <a:pt x="2208868" y="3116972"/>
                  </a:lnTo>
                  <a:lnTo>
                    <a:pt x="2208053" y="3116972"/>
                  </a:lnTo>
                  <a:lnTo>
                    <a:pt x="2207239" y="3116972"/>
                  </a:lnTo>
                  <a:lnTo>
                    <a:pt x="2206424" y="3116972"/>
                  </a:lnTo>
                  <a:lnTo>
                    <a:pt x="2205609" y="3116972"/>
                  </a:lnTo>
                  <a:lnTo>
                    <a:pt x="2204794" y="3116972"/>
                  </a:lnTo>
                  <a:lnTo>
                    <a:pt x="2203980" y="3116972"/>
                  </a:lnTo>
                  <a:lnTo>
                    <a:pt x="2203165" y="3116972"/>
                  </a:lnTo>
                  <a:lnTo>
                    <a:pt x="2202350" y="3116972"/>
                  </a:lnTo>
                  <a:lnTo>
                    <a:pt x="2201535" y="3116972"/>
                  </a:lnTo>
                  <a:lnTo>
                    <a:pt x="2200720" y="3116972"/>
                  </a:lnTo>
                  <a:lnTo>
                    <a:pt x="2199906" y="3116972"/>
                  </a:lnTo>
                  <a:lnTo>
                    <a:pt x="2199091" y="3116972"/>
                  </a:lnTo>
                  <a:lnTo>
                    <a:pt x="2198276" y="3116972"/>
                  </a:lnTo>
                  <a:lnTo>
                    <a:pt x="2197461" y="3116972"/>
                  </a:lnTo>
                  <a:lnTo>
                    <a:pt x="2196647" y="3116972"/>
                  </a:lnTo>
                  <a:lnTo>
                    <a:pt x="2195832" y="3116972"/>
                  </a:lnTo>
                  <a:lnTo>
                    <a:pt x="2195017" y="3116972"/>
                  </a:lnTo>
                  <a:lnTo>
                    <a:pt x="2194202" y="3116972"/>
                  </a:lnTo>
                  <a:lnTo>
                    <a:pt x="2193387" y="3116972"/>
                  </a:lnTo>
                  <a:lnTo>
                    <a:pt x="2192573" y="3116972"/>
                  </a:lnTo>
                  <a:lnTo>
                    <a:pt x="2191758" y="3116972"/>
                  </a:lnTo>
                  <a:lnTo>
                    <a:pt x="2190943" y="3116972"/>
                  </a:lnTo>
                  <a:lnTo>
                    <a:pt x="2190128" y="3116972"/>
                  </a:lnTo>
                  <a:lnTo>
                    <a:pt x="2189313" y="3116972"/>
                  </a:lnTo>
                  <a:lnTo>
                    <a:pt x="2188499" y="3116972"/>
                  </a:lnTo>
                  <a:lnTo>
                    <a:pt x="2187684" y="3116972"/>
                  </a:lnTo>
                  <a:lnTo>
                    <a:pt x="2186869" y="3116972"/>
                  </a:lnTo>
                  <a:lnTo>
                    <a:pt x="2186054" y="3116972"/>
                  </a:lnTo>
                  <a:lnTo>
                    <a:pt x="2185240" y="3116972"/>
                  </a:lnTo>
                  <a:lnTo>
                    <a:pt x="2184425" y="3116972"/>
                  </a:lnTo>
                  <a:lnTo>
                    <a:pt x="2183610" y="3116972"/>
                  </a:lnTo>
                  <a:lnTo>
                    <a:pt x="2182795" y="3116972"/>
                  </a:lnTo>
                  <a:lnTo>
                    <a:pt x="2181980" y="3116972"/>
                  </a:lnTo>
                  <a:lnTo>
                    <a:pt x="2181166" y="3116972"/>
                  </a:lnTo>
                  <a:lnTo>
                    <a:pt x="2180351" y="3116972"/>
                  </a:lnTo>
                  <a:lnTo>
                    <a:pt x="2179536" y="3116972"/>
                  </a:lnTo>
                  <a:lnTo>
                    <a:pt x="2178721" y="3116972"/>
                  </a:lnTo>
                  <a:lnTo>
                    <a:pt x="2177907" y="3116972"/>
                  </a:lnTo>
                  <a:lnTo>
                    <a:pt x="2177092" y="3116972"/>
                  </a:lnTo>
                  <a:lnTo>
                    <a:pt x="2176277" y="3116972"/>
                  </a:lnTo>
                  <a:lnTo>
                    <a:pt x="2175462" y="3116972"/>
                  </a:lnTo>
                  <a:lnTo>
                    <a:pt x="2174647" y="3116972"/>
                  </a:lnTo>
                  <a:lnTo>
                    <a:pt x="2173833" y="3116972"/>
                  </a:lnTo>
                  <a:lnTo>
                    <a:pt x="2173018" y="3116972"/>
                  </a:lnTo>
                  <a:lnTo>
                    <a:pt x="2172203" y="3116972"/>
                  </a:lnTo>
                  <a:lnTo>
                    <a:pt x="2171388" y="3116972"/>
                  </a:lnTo>
                  <a:lnTo>
                    <a:pt x="2170574" y="3116972"/>
                  </a:lnTo>
                  <a:lnTo>
                    <a:pt x="2169759" y="3116972"/>
                  </a:lnTo>
                  <a:lnTo>
                    <a:pt x="2168944" y="3116972"/>
                  </a:lnTo>
                  <a:lnTo>
                    <a:pt x="2168129" y="3116972"/>
                  </a:lnTo>
                  <a:lnTo>
                    <a:pt x="2167314" y="3116972"/>
                  </a:lnTo>
                  <a:lnTo>
                    <a:pt x="2166500" y="3116972"/>
                  </a:lnTo>
                  <a:lnTo>
                    <a:pt x="2165685" y="3116972"/>
                  </a:lnTo>
                  <a:lnTo>
                    <a:pt x="2164870" y="3116972"/>
                  </a:lnTo>
                  <a:lnTo>
                    <a:pt x="2164055" y="3116972"/>
                  </a:lnTo>
                  <a:lnTo>
                    <a:pt x="2163241" y="3116972"/>
                  </a:lnTo>
                  <a:lnTo>
                    <a:pt x="2162426" y="3116972"/>
                  </a:lnTo>
                  <a:lnTo>
                    <a:pt x="2161611" y="3116972"/>
                  </a:lnTo>
                  <a:lnTo>
                    <a:pt x="2160796" y="3116972"/>
                  </a:lnTo>
                  <a:lnTo>
                    <a:pt x="2159981" y="3116972"/>
                  </a:lnTo>
                  <a:lnTo>
                    <a:pt x="2159167" y="3116972"/>
                  </a:lnTo>
                  <a:lnTo>
                    <a:pt x="2158352" y="3116972"/>
                  </a:lnTo>
                  <a:lnTo>
                    <a:pt x="2157537" y="3116972"/>
                  </a:lnTo>
                  <a:lnTo>
                    <a:pt x="2156722" y="3116972"/>
                  </a:lnTo>
                  <a:lnTo>
                    <a:pt x="2155908" y="3116972"/>
                  </a:lnTo>
                  <a:lnTo>
                    <a:pt x="2155093" y="3116972"/>
                  </a:lnTo>
                  <a:lnTo>
                    <a:pt x="2154278" y="3116972"/>
                  </a:lnTo>
                  <a:lnTo>
                    <a:pt x="2153463" y="3116972"/>
                  </a:lnTo>
                  <a:lnTo>
                    <a:pt x="2152648" y="3116972"/>
                  </a:lnTo>
                  <a:lnTo>
                    <a:pt x="2151834" y="3116972"/>
                  </a:lnTo>
                  <a:lnTo>
                    <a:pt x="2151019" y="3116972"/>
                  </a:lnTo>
                  <a:lnTo>
                    <a:pt x="2150204" y="3116972"/>
                  </a:lnTo>
                  <a:lnTo>
                    <a:pt x="2149389" y="3116972"/>
                  </a:lnTo>
                  <a:lnTo>
                    <a:pt x="2148574" y="3116972"/>
                  </a:lnTo>
                  <a:lnTo>
                    <a:pt x="2147760" y="3116972"/>
                  </a:lnTo>
                  <a:lnTo>
                    <a:pt x="2146945" y="3116972"/>
                  </a:lnTo>
                  <a:lnTo>
                    <a:pt x="2146130" y="3116972"/>
                  </a:lnTo>
                  <a:lnTo>
                    <a:pt x="2145315" y="3116972"/>
                  </a:lnTo>
                  <a:lnTo>
                    <a:pt x="2144501" y="3116972"/>
                  </a:lnTo>
                  <a:lnTo>
                    <a:pt x="2143686" y="3116972"/>
                  </a:lnTo>
                  <a:lnTo>
                    <a:pt x="2142871" y="3116972"/>
                  </a:lnTo>
                  <a:lnTo>
                    <a:pt x="2142056" y="3116972"/>
                  </a:lnTo>
                  <a:lnTo>
                    <a:pt x="2141241" y="3116972"/>
                  </a:lnTo>
                  <a:lnTo>
                    <a:pt x="2140427" y="3116972"/>
                  </a:lnTo>
                  <a:lnTo>
                    <a:pt x="2139612" y="3116972"/>
                  </a:lnTo>
                  <a:lnTo>
                    <a:pt x="2138797" y="3116972"/>
                  </a:lnTo>
                  <a:lnTo>
                    <a:pt x="2137982" y="3116972"/>
                  </a:lnTo>
                  <a:lnTo>
                    <a:pt x="2137168" y="3116972"/>
                  </a:lnTo>
                  <a:lnTo>
                    <a:pt x="2136353" y="3116972"/>
                  </a:lnTo>
                  <a:lnTo>
                    <a:pt x="2135538" y="3116972"/>
                  </a:lnTo>
                  <a:lnTo>
                    <a:pt x="2134723" y="3116972"/>
                  </a:lnTo>
                  <a:lnTo>
                    <a:pt x="2133908" y="3116972"/>
                  </a:lnTo>
                  <a:lnTo>
                    <a:pt x="2133094" y="3116972"/>
                  </a:lnTo>
                  <a:lnTo>
                    <a:pt x="2132279" y="3116972"/>
                  </a:lnTo>
                  <a:lnTo>
                    <a:pt x="2131464" y="3116972"/>
                  </a:lnTo>
                  <a:lnTo>
                    <a:pt x="2130649" y="3116972"/>
                  </a:lnTo>
                  <a:lnTo>
                    <a:pt x="2129835" y="3116972"/>
                  </a:lnTo>
                  <a:lnTo>
                    <a:pt x="2129020" y="3116972"/>
                  </a:lnTo>
                  <a:lnTo>
                    <a:pt x="2128205" y="3116972"/>
                  </a:lnTo>
                  <a:lnTo>
                    <a:pt x="2127390" y="3116972"/>
                  </a:lnTo>
                  <a:lnTo>
                    <a:pt x="2126575" y="3116972"/>
                  </a:lnTo>
                  <a:lnTo>
                    <a:pt x="2125761" y="3116972"/>
                  </a:lnTo>
                  <a:lnTo>
                    <a:pt x="2124946" y="3116972"/>
                  </a:lnTo>
                  <a:lnTo>
                    <a:pt x="2124131" y="3116972"/>
                  </a:lnTo>
                  <a:lnTo>
                    <a:pt x="2123316" y="3116972"/>
                  </a:lnTo>
                  <a:lnTo>
                    <a:pt x="2122502" y="3116972"/>
                  </a:lnTo>
                  <a:lnTo>
                    <a:pt x="2121687" y="3116972"/>
                  </a:lnTo>
                  <a:lnTo>
                    <a:pt x="2120872" y="3116972"/>
                  </a:lnTo>
                  <a:lnTo>
                    <a:pt x="2120057" y="3116972"/>
                  </a:lnTo>
                  <a:lnTo>
                    <a:pt x="2119242" y="3116972"/>
                  </a:lnTo>
                  <a:lnTo>
                    <a:pt x="2118428" y="3116972"/>
                  </a:lnTo>
                  <a:lnTo>
                    <a:pt x="2117613" y="3116972"/>
                  </a:lnTo>
                  <a:lnTo>
                    <a:pt x="2116798" y="3116972"/>
                  </a:lnTo>
                  <a:lnTo>
                    <a:pt x="2115983" y="3116972"/>
                  </a:lnTo>
                  <a:lnTo>
                    <a:pt x="2115169" y="3116972"/>
                  </a:lnTo>
                  <a:lnTo>
                    <a:pt x="2114354" y="3116972"/>
                  </a:lnTo>
                  <a:lnTo>
                    <a:pt x="2113539" y="3116972"/>
                  </a:lnTo>
                  <a:lnTo>
                    <a:pt x="2112724" y="3116972"/>
                  </a:lnTo>
                  <a:lnTo>
                    <a:pt x="2111909" y="3116972"/>
                  </a:lnTo>
                  <a:lnTo>
                    <a:pt x="2111095" y="3116972"/>
                  </a:lnTo>
                  <a:lnTo>
                    <a:pt x="2110280" y="3116972"/>
                  </a:lnTo>
                  <a:lnTo>
                    <a:pt x="2109465" y="3116972"/>
                  </a:lnTo>
                  <a:lnTo>
                    <a:pt x="2108650" y="3116972"/>
                  </a:lnTo>
                  <a:lnTo>
                    <a:pt x="2107835" y="3116972"/>
                  </a:lnTo>
                  <a:lnTo>
                    <a:pt x="2107021" y="3116972"/>
                  </a:lnTo>
                  <a:lnTo>
                    <a:pt x="2106206" y="3116972"/>
                  </a:lnTo>
                  <a:lnTo>
                    <a:pt x="2105391" y="3116972"/>
                  </a:lnTo>
                  <a:lnTo>
                    <a:pt x="2104576" y="3116972"/>
                  </a:lnTo>
                  <a:lnTo>
                    <a:pt x="2103762" y="3116972"/>
                  </a:lnTo>
                  <a:lnTo>
                    <a:pt x="2102947" y="3116972"/>
                  </a:lnTo>
                  <a:lnTo>
                    <a:pt x="2102132" y="3116972"/>
                  </a:lnTo>
                  <a:lnTo>
                    <a:pt x="2101317" y="3116972"/>
                  </a:lnTo>
                  <a:lnTo>
                    <a:pt x="2100502" y="3116972"/>
                  </a:lnTo>
                  <a:lnTo>
                    <a:pt x="2099688" y="3116972"/>
                  </a:lnTo>
                  <a:lnTo>
                    <a:pt x="2098873" y="3116972"/>
                  </a:lnTo>
                  <a:lnTo>
                    <a:pt x="2098058" y="3116972"/>
                  </a:lnTo>
                  <a:lnTo>
                    <a:pt x="2097243" y="3116972"/>
                  </a:lnTo>
                  <a:lnTo>
                    <a:pt x="2096429" y="3116972"/>
                  </a:lnTo>
                  <a:lnTo>
                    <a:pt x="2095614" y="3116972"/>
                  </a:lnTo>
                  <a:lnTo>
                    <a:pt x="2094799" y="3116972"/>
                  </a:lnTo>
                  <a:lnTo>
                    <a:pt x="2093984" y="3116972"/>
                  </a:lnTo>
                  <a:lnTo>
                    <a:pt x="2093169" y="3116972"/>
                  </a:lnTo>
                  <a:lnTo>
                    <a:pt x="2092355" y="3116972"/>
                  </a:lnTo>
                  <a:lnTo>
                    <a:pt x="2091540" y="3116972"/>
                  </a:lnTo>
                  <a:lnTo>
                    <a:pt x="2090725" y="3116972"/>
                  </a:lnTo>
                  <a:lnTo>
                    <a:pt x="2089910" y="3116972"/>
                  </a:lnTo>
                  <a:lnTo>
                    <a:pt x="2089096" y="3116972"/>
                  </a:lnTo>
                  <a:lnTo>
                    <a:pt x="2088281" y="3116972"/>
                  </a:lnTo>
                  <a:lnTo>
                    <a:pt x="2087466" y="3116972"/>
                  </a:lnTo>
                  <a:lnTo>
                    <a:pt x="2086651" y="3116972"/>
                  </a:lnTo>
                  <a:lnTo>
                    <a:pt x="2085836" y="3116972"/>
                  </a:lnTo>
                  <a:lnTo>
                    <a:pt x="2085022" y="3116972"/>
                  </a:lnTo>
                  <a:lnTo>
                    <a:pt x="2084207" y="3116972"/>
                  </a:lnTo>
                  <a:lnTo>
                    <a:pt x="2083392" y="3116972"/>
                  </a:lnTo>
                  <a:lnTo>
                    <a:pt x="2082577" y="3116972"/>
                  </a:lnTo>
                  <a:lnTo>
                    <a:pt x="2081763" y="3116972"/>
                  </a:lnTo>
                  <a:lnTo>
                    <a:pt x="2080948" y="3116972"/>
                  </a:lnTo>
                  <a:lnTo>
                    <a:pt x="2080133" y="3116972"/>
                  </a:lnTo>
                  <a:lnTo>
                    <a:pt x="2079318" y="3116972"/>
                  </a:lnTo>
                  <a:lnTo>
                    <a:pt x="2078503" y="3116972"/>
                  </a:lnTo>
                  <a:lnTo>
                    <a:pt x="2077689" y="3116972"/>
                  </a:lnTo>
                  <a:lnTo>
                    <a:pt x="2076874" y="3116972"/>
                  </a:lnTo>
                  <a:lnTo>
                    <a:pt x="2076059" y="3116972"/>
                  </a:lnTo>
                  <a:lnTo>
                    <a:pt x="2075244" y="3116972"/>
                  </a:lnTo>
                  <a:lnTo>
                    <a:pt x="2074430" y="3116972"/>
                  </a:lnTo>
                  <a:lnTo>
                    <a:pt x="2073615" y="3116972"/>
                  </a:lnTo>
                  <a:lnTo>
                    <a:pt x="2072800" y="3116972"/>
                  </a:lnTo>
                  <a:lnTo>
                    <a:pt x="2071985" y="3116972"/>
                  </a:lnTo>
                  <a:lnTo>
                    <a:pt x="2071170" y="3116972"/>
                  </a:lnTo>
                  <a:lnTo>
                    <a:pt x="2070356" y="3116972"/>
                  </a:lnTo>
                  <a:lnTo>
                    <a:pt x="2069541" y="3116972"/>
                  </a:lnTo>
                  <a:lnTo>
                    <a:pt x="2068726" y="3116972"/>
                  </a:lnTo>
                  <a:lnTo>
                    <a:pt x="2067911" y="3116972"/>
                  </a:lnTo>
                  <a:lnTo>
                    <a:pt x="2067096" y="3116972"/>
                  </a:lnTo>
                  <a:lnTo>
                    <a:pt x="2066282" y="3116972"/>
                  </a:lnTo>
                  <a:lnTo>
                    <a:pt x="2065467" y="3116972"/>
                  </a:lnTo>
                  <a:lnTo>
                    <a:pt x="2064652" y="3116972"/>
                  </a:lnTo>
                  <a:lnTo>
                    <a:pt x="2063837" y="3116972"/>
                  </a:lnTo>
                  <a:lnTo>
                    <a:pt x="2063023" y="3116972"/>
                  </a:lnTo>
                  <a:lnTo>
                    <a:pt x="2062208" y="3116972"/>
                  </a:lnTo>
                  <a:lnTo>
                    <a:pt x="2061393" y="3116972"/>
                  </a:lnTo>
                  <a:lnTo>
                    <a:pt x="2060578" y="3116972"/>
                  </a:lnTo>
                  <a:lnTo>
                    <a:pt x="2059763" y="3116972"/>
                  </a:lnTo>
                  <a:lnTo>
                    <a:pt x="2058949" y="3116972"/>
                  </a:lnTo>
                  <a:lnTo>
                    <a:pt x="2058134" y="3116972"/>
                  </a:lnTo>
                  <a:lnTo>
                    <a:pt x="2057319" y="3116972"/>
                  </a:lnTo>
                  <a:lnTo>
                    <a:pt x="2056504" y="3116972"/>
                  </a:lnTo>
                  <a:lnTo>
                    <a:pt x="2055690" y="3116972"/>
                  </a:lnTo>
                  <a:lnTo>
                    <a:pt x="2054875" y="3116972"/>
                  </a:lnTo>
                  <a:lnTo>
                    <a:pt x="2054060" y="3116972"/>
                  </a:lnTo>
                  <a:lnTo>
                    <a:pt x="2053245" y="3116972"/>
                  </a:lnTo>
                  <a:lnTo>
                    <a:pt x="2052430" y="3116972"/>
                  </a:lnTo>
                  <a:lnTo>
                    <a:pt x="2051616" y="3116972"/>
                  </a:lnTo>
                  <a:lnTo>
                    <a:pt x="2050801" y="3116972"/>
                  </a:lnTo>
                  <a:lnTo>
                    <a:pt x="2049986" y="3116972"/>
                  </a:lnTo>
                  <a:lnTo>
                    <a:pt x="2049171" y="3116972"/>
                  </a:lnTo>
                  <a:lnTo>
                    <a:pt x="2048357" y="3116972"/>
                  </a:lnTo>
                  <a:lnTo>
                    <a:pt x="2047542" y="3116972"/>
                  </a:lnTo>
                  <a:lnTo>
                    <a:pt x="2046727" y="3116972"/>
                  </a:lnTo>
                  <a:lnTo>
                    <a:pt x="2045912" y="3116972"/>
                  </a:lnTo>
                  <a:lnTo>
                    <a:pt x="2045097" y="3116972"/>
                  </a:lnTo>
                  <a:lnTo>
                    <a:pt x="2044283" y="3116972"/>
                  </a:lnTo>
                  <a:lnTo>
                    <a:pt x="2043468" y="3116972"/>
                  </a:lnTo>
                  <a:lnTo>
                    <a:pt x="2042653" y="3116972"/>
                  </a:lnTo>
                  <a:lnTo>
                    <a:pt x="2041838" y="3116972"/>
                  </a:lnTo>
                  <a:lnTo>
                    <a:pt x="2041024" y="3116972"/>
                  </a:lnTo>
                  <a:lnTo>
                    <a:pt x="2040209" y="3116972"/>
                  </a:lnTo>
                  <a:lnTo>
                    <a:pt x="2039394" y="3116972"/>
                  </a:lnTo>
                  <a:lnTo>
                    <a:pt x="2038579" y="3116972"/>
                  </a:lnTo>
                  <a:lnTo>
                    <a:pt x="2037764" y="3116972"/>
                  </a:lnTo>
                  <a:lnTo>
                    <a:pt x="2036950" y="3116972"/>
                  </a:lnTo>
                  <a:lnTo>
                    <a:pt x="2036135" y="3116972"/>
                  </a:lnTo>
                  <a:lnTo>
                    <a:pt x="2035320" y="3116972"/>
                  </a:lnTo>
                  <a:lnTo>
                    <a:pt x="2034505" y="3116972"/>
                  </a:lnTo>
                  <a:lnTo>
                    <a:pt x="2033691" y="3116972"/>
                  </a:lnTo>
                  <a:lnTo>
                    <a:pt x="2032876" y="3116972"/>
                  </a:lnTo>
                  <a:lnTo>
                    <a:pt x="2032061" y="3116972"/>
                  </a:lnTo>
                  <a:lnTo>
                    <a:pt x="2031246" y="3116972"/>
                  </a:lnTo>
                  <a:lnTo>
                    <a:pt x="2030431" y="3116972"/>
                  </a:lnTo>
                  <a:lnTo>
                    <a:pt x="2029617" y="3116972"/>
                  </a:lnTo>
                  <a:lnTo>
                    <a:pt x="2028802" y="3116972"/>
                  </a:lnTo>
                  <a:lnTo>
                    <a:pt x="2027987" y="3116972"/>
                  </a:lnTo>
                  <a:lnTo>
                    <a:pt x="2027172" y="3116972"/>
                  </a:lnTo>
                  <a:lnTo>
                    <a:pt x="2026357" y="3116972"/>
                  </a:lnTo>
                  <a:lnTo>
                    <a:pt x="2025543" y="3116972"/>
                  </a:lnTo>
                  <a:lnTo>
                    <a:pt x="2024728" y="3116972"/>
                  </a:lnTo>
                  <a:lnTo>
                    <a:pt x="2023913" y="3116972"/>
                  </a:lnTo>
                  <a:lnTo>
                    <a:pt x="2023098" y="3116972"/>
                  </a:lnTo>
                  <a:lnTo>
                    <a:pt x="2022284" y="3116972"/>
                  </a:lnTo>
                  <a:lnTo>
                    <a:pt x="2021469" y="3116972"/>
                  </a:lnTo>
                  <a:lnTo>
                    <a:pt x="2020654" y="3116972"/>
                  </a:lnTo>
                  <a:lnTo>
                    <a:pt x="2019839" y="3116972"/>
                  </a:lnTo>
                  <a:lnTo>
                    <a:pt x="2019024" y="3116972"/>
                  </a:lnTo>
                  <a:lnTo>
                    <a:pt x="2018210" y="3116972"/>
                  </a:lnTo>
                  <a:lnTo>
                    <a:pt x="2017395" y="3116972"/>
                  </a:lnTo>
                  <a:lnTo>
                    <a:pt x="2016580" y="3116972"/>
                  </a:lnTo>
                  <a:lnTo>
                    <a:pt x="2015765" y="3116972"/>
                  </a:lnTo>
                  <a:lnTo>
                    <a:pt x="2014951" y="3116972"/>
                  </a:lnTo>
                  <a:lnTo>
                    <a:pt x="2014136" y="3116972"/>
                  </a:lnTo>
                  <a:lnTo>
                    <a:pt x="2013321" y="3116972"/>
                  </a:lnTo>
                  <a:lnTo>
                    <a:pt x="2012506" y="3116972"/>
                  </a:lnTo>
                  <a:lnTo>
                    <a:pt x="2011691" y="3116972"/>
                  </a:lnTo>
                  <a:lnTo>
                    <a:pt x="2010877" y="3116972"/>
                  </a:lnTo>
                  <a:lnTo>
                    <a:pt x="2010062" y="3116972"/>
                  </a:lnTo>
                  <a:lnTo>
                    <a:pt x="2009247" y="3116972"/>
                  </a:lnTo>
                  <a:lnTo>
                    <a:pt x="2008432" y="3116972"/>
                  </a:lnTo>
                  <a:lnTo>
                    <a:pt x="2007618" y="3116972"/>
                  </a:lnTo>
                  <a:lnTo>
                    <a:pt x="2006803" y="3116972"/>
                  </a:lnTo>
                  <a:lnTo>
                    <a:pt x="2005988" y="3116972"/>
                  </a:lnTo>
                  <a:lnTo>
                    <a:pt x="2005173" y="3116972"/>
                  </a:lnTo>
                  <a:lnTo>
                    <a:pt x="2004358" y="3116972"/>
                  </a:lnTo>
                  <a:lnTo>
                    <a:pt x="2003544" y="3116972"/>
                  </a:lnTo>
                  <a:lnTo>
                    <a:pt x="2002729" y="3116972"/>
                  </a:lnTo>
                  <a:lnTo>
                    <a:pt x="2001914" y="3116972"/>
                  </a:lnTo>
                  <a:lnTo>
                    <a:pt x="2001099" y="3116972"/>
                  </a:lnTo>
                  <a:lnTo>
                    <a:pt x="2000285" y="3116972"/>
                  </a:lnTo>
                  <a:lnTo>
                    <a:pt x="1999470" y="3116972"/>
                  </a:lnTo>
                  <a:lnTo>
                    <a:pt x="1998655" y="3116972"/>
                  </a:lnTo>
                  <a:lnTo>
                    <a:pt x="1997840" y="3116972"/>
                  </a:lnTo>
                  <a:lnTo>
                    <a:pt x="1997025" y="3116972"/>
                  </a:lnTo>
                  <a:lnTo>
                    <a:pt x="1996211" y="3116972"/>
                  </a:lnTo>
                  <a:lnTo>
                    <a:pt x="1995396" y="3116972"/>
                  </a:lnTo>
                  <a:lnTo>
                    <a:pt x="1994581" y="3116972"/>
                  </a:lnTo>
                  <a:lnTo>
                    <a:pt x="1993766" y="3116972"/>
                  </a:lnTo>
                  <a:lnTo>
                    <a:pt x="1992952" y="3116972"/>
                  </a:lnTo>
                  <a:lnTo>
                    <a:pt x="1992137" y="3116972"/>
                  </a:lnTo>
                  <a:lnTo>
                    <a:pt x="1991322" y="3116972"/>
                  </a:lnTo>
                  <a:lnTo>
                    <a:pt x="1990507" y="3116972"/>
                  </a:lnTo>
                  <a:lnTo>
                    <a:pt x="1989692" y="3116972"/>
                  </a:lnTo>
                  <a:lnTo>
                    <a:pt x="1988878" y="3116972"/>
                  </a:lnTo>
                  <a:lnTo>
                    <a:pt x="1988063" y="3116972"/>
                  </a:lnTo>
                  <a:lnTo>
                    <a:pt x="1987248" y="3116972"/>
                  </a:lnTo>
                  <a:lnTo>
                    <a:pt x="1986433" y="3116972"/>
                  </a:lnTo>
                  <a:lnTo>
                    <a:pt x="1985618" y="3116972"/>
                  </a:lnTo>
                  <a:lnTo>
                    <a:pt x="1984804" y="3116972"/>
                  </a:lnTo>
                  <a:lnTo>
                    <a:pt x="1983989" y="3116972"/>
                  </a:lnTo>
                  <a:lnTo>
                    <a:pt x="1983174" y="3116972"/>
                  </a:lnTo>
                  <a:lnTo>
                    <a:pt x="1982359" y="3116972"/>
                  </a:lnTo>
                  <a:lnTo>
                    <a:pt x="1981545" y="3116972"/>
                  </a:lnTo>
                  <a:lnTo>
                    <a:pt x="1980730" y="3116972"/>
                  </a:lnTo>
                  <a:lnTo>
                    <a:pt x="1979915" y="3116972"/>
                  </a:lnTo>
                  <a:lnTo>
                    <a:pt x="1979100" y="3116972"/>
                  </a:lnTo>
                  <a:lnTo>
                    <a:pt x="1978285" y="3116972"/>
                  </a:lnTo>
                  <a:lnTo>
                    <a:pt x="1977471" y="3116972"/>
                  </a:lnTo>
                  <a:lnTo>
                    <a:pt x="1976656" y="3116972"/>
                  </a:lnTo>
                  <a:lnTo>
                    <a:pt x="1975841" y="3116972"/>
                  </a:lnTo>
                  <a:lnTo>
                    <a:pt x="1975026" y="3116972"/>
                  </a:lnTo>
                  <a:lnTo>
                    <a:pt x="1974212" y="3116972"/>
                  </a:lnTo>
                  <a:lnTo>
                    <a:pt x="1973397" y="3116972"/>
                  </a:lnTo>
                  <a:lnTo>
                    <a:pt x="1972582" y="3116972"/>
                  </a:lnTo>
                  <a:lnTo>
                    <a:pt x="1971767" y="3116972"/>
                  </a:lnTo>
                  <a:lnTo>
                    <a:pt x="1970952" y="3116972"/>
                  </a:lnTo>
                  <a:lnTo>
                    <a:pt x="1970138" y="3116972"/>
                  </a:lnTo>
                  <a:lnTo>
                    <a:pt x="1969323" y="3116972"/>
                  </a:lnTo>
                  <a:lnTo>
                    <a:pt x="1968508" y="3116972"/>
                  </a:lnTo>
                  <a:lnTo>
                    <a:pt x="1967693" y="3116972"/>
                  </a:lnTo>
                  <a:lnTo>
                    <a:pt x="1966879" y="3116972"/>
                  </a:lnTo>
                  <a:lnTo>
                    <a:pt x="1966064" y="3116972"/>
                  </a:lnTo>
                  <a:lnTo>
                    <a:pt x="1965249" y="3116972"/>
                  </a:lnTo>
                  <a:lnTo>
                    <a:pt x="1964434" y="3116972"/>
                  </a:lnTo>
                  <a:lnTo>
                    <a:pt x="1963619" y="3116972"/>
                  </a:lnTo>
                  <a:lnTo>
                    <a:pt x="1962805" y="3116972"/>
                  </a:lnTo>
                  <a:lnTo>
                    <a:pt x="1961990" y="3116972"/>
                  </a:lnTo>
                  <a:lnTo>
                    <a:pt x="1961175" y="3116972"/>
                  </a:lnTo>
                  <a:lnTo>
                    <a:pt x="1960360" y="3116972"/>
                  </a:lnTo>
                  <a:lnTo>
                    <a:pt x="1959546" y="3116972"/>
                  </a:lnTo>
                  <a:lnTo>
                    <a:pt x="1958731" y="3116972"/>
                  </a:lnTo>
                  <a:lnTo>
                    <a:pt x="1957916" y="3116972"/>
                  </a:lnTo>
                  <a:lnTo>
                    <a:pt x="1957101" y="3116972"/>
                  </a:lnTo>
                  <a:lnTo>
                    <a:pt x="1956286" y="3116972"/>
                  </a:lnTo>
                  <a:lnTo>
                    <a:pt x="1955472" y="3116972"/>
                  </a:lnTo>
                  <a:lnTo>
                    <a:pt x="1954657" y="3116972"/>
                  </a:lnTo>
                  <a:lnTo>
                    <a:pt x="1953842" y="3116972"/>
                  </a:lnTo>
                  <a:lnTo>
                    <a:pt x="1953027" y="3116972"/>
                  </a:lnTo>
                  <a:lnTo>
                    <a:pt x="1952213" y="3116972"/>
                  </a:lnTo>
                  <a:lnTo>
                    <a:pt x="1951398" y="3116972"/>
                  </a:lnTo>
                  <a:lnTo>
                    <a:pt x="1950583" y="3116972"/>
                  </a:lnTo>
                  <a:lnTo>
                    <a:pt x="1949768" y="3116972"/>
                  </a:lnTo>
                  <a:lnTo>
                    <a:pt x="1948953" y="3116972"/>
                  </a:lnTo>
                  <a:lnTo>
                    <a:pt x="1948139" y="3116972"/>
                  </a:lnTo>
                  <a:lnTo>
                    <a:pt x="1947324" y="3116972"/>
                  </a:lnTo>
                  <a:lnTo>
                    <a:pt x="1946509" y="3116972"/>
                  </a:lnTo>
                  <a:lnTo>
                    <a:pt x="1945694" y="3116972"/>
                  </a:lnTo>
                  <a:lnTo>
                    <a:pt x="1944879" y="3116972"/>
                  </a:lnTo>
                  <a:lnTo>
                    <a:pt x="1944065" y="3116972"/>
                  </a:lnTo>
                  <a:lnTo>
                    <a:pt x="1943250" y="3116972"/>
                  </a:lnTo>
                  <a:lnTo>
                    <a:pt x="1942435" y="3116972"/>
                  </a:lnTo>
                  <a:lnTo>
                    <a:pt x="1941620" y="3116972"/>
                  </a:lnTo>
                  <a:lnTo>
                    <a:pt x="1940806" y="3116972"/>
                  </a:lnTo>
                  <a:lnTo>
                    <a:pt x="1939991" y="3116972"/>
                  </a:lnTo>
                  <a:lnTo>
                    <a:pt x="1939176" y="3116972"/>
                  </a:lnTo>
                  <a:lnTo>
                    <a:pt x="1938361" y="3116972"/>
                  </a:lnTo>
                  <a:lnTo>
                    <a:pt x="1937546" y="3116972"/>
                  </a:lnTo>
                  <a:lnTo>
                    <a:pt x="1936732" y="3116972"/>
                  </a:lnTo>
                  <a:lnTo>
                    <a:pt x="1935917" y="3116972"/>
                  </a:lnTo>
                  <a:lnTo>
                    <a:pt x="1935102" y="3116972"/>
                  </a:lnTo>
                  <a:lnTo>
                    <a:pt x="1934287" y="3116972"/>
                  </a:lnTo>
                  <a:lnTo>
                    <a:pt x="1933473" y="3116972"/>
                  </a:lnTo>
                  <a:lnTo>
                    <a:pt x="1932658" y="3116972"/>
                  </a:lnTo>
                  <a:lnTo>
                    <a:pt x="1931843" y="3116972"/>
                  </a:lnTo>
                  <a:lnTo>
                    <a:pt x="1931028" y="3116972"/>
                  </a:lnTo>
                  <a:lnTo>
                    <a:pt x="1930213" y="3116972"/>
                  </a:lnTo>
                  <a:lnTo>
                    <a:pt x="1929399" y="3116972"/>
                  </a:lnTo>
                  <a:lnTo>
                    <a:pt x="1928584" y="3116972"/>
                  </a:lnTo>
                  <a:lnTo>
                    <a:pt x="1927769" y="3116972"/>
                  </a:lnTo>
                  <a:lnTo>
                    <a:pt x="1926954" y="3116972"/>
                  </a:lnTo>
                  <a:lnTo>
                    <a:pt x="1926140" y="3116972"/>
                  </a:lnTo>
                  <a:lnTo>
                    <a:pt x="1925325" y="3116972"/>
                  </a:lnTo>
                  <a:lnTo>
                    <a:pt x="1924510" y="3116972"/>
                  </a:lnTo>
                  <a:lnTo>
                    <a:pt x="1923695" y="3116972"/>
                  </a:lnTo>
                  <a:lnTo>
                    <a:pt x="1922880" y="3116972"/>
                  </a:lnTo>
                  <a:lnTo>
                    <a:pt x="1922066" y="3116972"/>
                  </a:lnTo>
                  <a:lnTo>
                    <a:pt x="1921251" y="3116972"/>
                  </a:lnTo>
                  <a:lnTo>
                    <a:pt x="1920436" y="3116972"/>
                  </a:lnTo>
                  <a:lnTo>
                    <a:pt x="1919621" y="3116972"/>
                  </a:lnTo>
                  <a:lnTo>
                    <a:pt x="1918807" y="3116972"/>
                  </a:lnTo>
                  <a:lnTo>
                    <a:pt x="1917992" y="3116972"/>
                  </a:lnTo>
                  <a:lnTo>
                    <a:pt x="1917177" y="3116972"/>
                  </a:lnTo>
                  <a:lnTo>
                    <a:pt x="1916362" y="3116972"/>
                  </a:lnTo>
                  <a:lnTo>
                    <a:pt x="1915547" y="3116972"/>
                  </a:lnTo>
                  <a:lnTo>
                    <a:pt x="1914733" y="3116972"/>
                  </a:lnTo>
                  <a:lnTo>
                    <a:pt x="1913918" y="3116972"/>
                  </a:lnTo>
                  <a:lnTo>
                    <a:pt x="1913103" y="3116972"/>
                  </a:lnTo>
                  <a:lnTo>
                    <a:pt x="1912288" y="3116972"/>
                  </a:lnTo>
                  <a:lnTo>
                    <a:pt x="1911473" y="3116972"/>
                  </a:lnTo>
                  <a:lnTo>
                    <a:pt x="1910659" y="3116972"/>
                  </a:lnTo>
                  <a:lnTo>
                    <a:pt x="1909844" y="3116972"/>
                  </a:lnTo>
                  <a:lnTo>
                    <a:pt x="1909029" y="3116972"/>
                  </a:lnTo>
                  <a:lnTo>
                    <a:pt x="1908214" y="3116972"/>
                  </a:lnTo>
                  <a:lnTo>
                    <a:pt x="1907400" y="3116972"/>
                  </a:lnTo>
                  <a:lnTo>
                    <a:pt x="1906585" y="3116972"/>
                  </a:lnTo>
                  <a:lnTo>
                    <a:pt x="1905770" y="3116972"/>
                  </a:lnTo>
                  <a:lnTo>
                    <a:pt x="1904955" y="3116972"/>
                  </a:lnTo>
                  <a:lnTo>
                    <a:pt x="1904140" y="3116972"/>
                  </a:lnTo>
                  <a:lnTo>
                    <a:pt x="1903326" y="3116972"/>
                  </a:lnTo>
                  <a:lnTo>
                    <a:pt x="1902511" y="3116972"/>
                  </a:lnTo>
                  <a:lnTo>
                    <a:pt x="1901696" y="3116972"/>
                  </a:lnTo>
                  <a:lnTo>
                    <a:pt x="1900881" y="3116972"/>
                  </a:lnTo>
                  <a:lnTo>
                    <a:pt x="1900067" y="3116972"/>
                  </a:lnTo>
                  <a:lnTo>
                    <a:pt x="1899252" y="3116972"/>
                  </a:lnTo>
                  <a:lnTo>
                    <a:pt x="1898437" y="3116972"/>
                  </a:lnTo>
                  <a:lnTo>
                    <a:pt x="1897622" y="3116972"/>
                  </a:lnTo>
                  <a:lnTo>
                    <a:pt x="1896807" y="3116972"/>
                  </a:lnTo>
                  <a:lnTo>
                    <a:pt x="1895993" y="3116972"/>
                  </a:lnTo>
                  <a:lnTo>
                    <a:pt x="1895178" y="3116972"/>
                  </a:lnTo>
                  <a:lnTo>
                    <a:pt x="1894363" y="3116972"/>
                  </a:lnTo>
                  <a:lnTo>
                    <a:pt x="1893548" y="3116972"/>
                  </a:lnTo>
                  <a:lnTo>
                    <a:pt x="1892734" y="3116972"/>
                  </a:lnTo>
                  <a:lnTo>
                    <a:pt x="1891919" y="3116972"/>
                  </a:lnTo>
                  <a:lnTo>
                    <a:pt x="1891104" y="3116972"/>
                  </a:lnTo>
                  <a:lnTo>
                    <a:pt x="1890289" y="3116972"/>
                  </a:lnTo>
                  <a:lnTo>
                    <a:pt x="1889474" y="3116972"/>
                  </a:lnTo>
                  <a:lnTo>
                    <a:pt x="1888660" y="3116972"/>
                  </a:lnTo>
                  <a:lnTo>
                    <a:pt x="1887845" y="3116972"/>
                  </a:lnTo>
                  <a:lnTo>
                    <a:pt x="1887030" y="3116972"/>
                  </a:lnTo>
                  <a:lnTo>
                    <a:pt x="1886215" y="3116972"/>
                  </a:lnTo>
                  <a:lnTo>
                    <a:pt x="1885401" y="3116972"/>
                  </a:lnTo>
                  <a:lnTo>
                    <a:pt x="1884586" y="3116972"/>
                  </a:lnTo>
                  <a:lnTo>
                    <a:pt x="1883771" y="3116972"/>
                  </a:lnTo>
                  <a:lnTo>
                    <a:pt x="1882956" y="3116972"/>
                  </a:lnTo>
                  <a:lnTo>
                    <a:pt x="1882141" y="3116972"/>
                  </a:lnTo>
                  <a:lnTo>
                    <a:pt x="1881327" y="3116972"/>
                  </a:lnTo>
                  <a:lnTo>
                    <a:pt x="1880512" y="3116972"/>
                  </a:lnTo>
                  <a:lnTo>
                    <a:pt x="1879697" y="3116972"/>
                  </a:lnTo>
                  <a:lnTo>
                    <a:pt x="1878882" y="3116972"/>
                  </a:lnTo>
                  <a:lnTo>
                    <a:pt x="1878068" y="3116972"/>
                  </a:lnTo>
                  <a:lnTo>
                    <a:pt x="1877253" y="3116972"/>
                  </a:lnTo>
                  <a:lnTo>
                    <a:pt x="1876438" y="3116972"/>
                  </a:lnTo>
                  <a:lnTo>
                    <a:pt x="1875623" y="3116972"/>
                  </a:lnTo>
                  <a:lnTo>
                    <a:pt x="1874808" y="3116972"/>
                  </a:lnTo>
                  <a:lnTo>
                    <a:pt x="1873994" y="3116972"/>
                  </a:lnTo>
                  <a:lnTo>
                    <a:pt x="1873179" y="3116972"/>
                  </a:lnTo>
                  <a:lnTo>
                    <a:pt x="1872364" y="3116972"/>
                  </a:lnTo>
                  <a:lnTo>
                    <a:pt x="1871549" y="3116972"/>
                  </a:lnTo>
                  <a:lnTo>
                    <a:pt x="1870734" y="3116972"/>
                  </a:lnTo>
                  <a:lnTo>
                    <a:pt x="1869920" y="3116972"/>
                  </a:lnTo>
                  <a:lnTo>
                    <a:pt x="1869105" y="3116972"/>
                  </a:lnTo>
                  <a:lnTo>
                    <a:pt x="1868290" y="3116972"/>
                  </a:lnTo>
                  <a:lnTo>
                    <a:pt x="1867475" y="3116972"/>
                  </a:lnTo>
                  <a:lnTo>
                    <a:pt x="1866661" y="3116972"/>
                  </a:lnTo>
                  <a:lnTo>
                    <a:pt x="1865846" y="3116972"/>
                  </a:lnTo>
                  <a:lnTo>
                    <a:pt x="1865031" y="3116972"/>
                  </a:lnTo>
                  <a:lnTo>
                    <a:pt x="1864216" y="3116972"/>
                  </a:lnTo>
                  <a:lnTo>
                    <a:pt x="1863401" y="3116972"/>
                  </a:lnTo>
                  <a:lnTo>
                    <a:pt x="1862587" y="3116972"/>
                  </a:lnTo>
                  <a:lnTo>
                    <a:pt x="1861772" y="3116972"/>
                  </a:lnTo>
                  <a:lnTo>
                    <a:pt x="1860957" y="3116972"/>
                  </a:lnTo>
                  <a:lnTo>
                    <a:pt x="1860142" y="3116972"/>
                  </a:lnTo>
                  <a:lnTo>
                    <a:pt x="1859328" y="3116972"/>
                  </a:lnTo>
                  <a:lnTo>
                    <a:pt x="1858513" y="3116972"/>
                  </a:lnTo>
                  <a:lnTo>
                    <a:pt x="1857698" y="3116972"/>
                  </a:lnTo>
                  <a:lnTo>
                    <a:pt x="1856883" y="3116972"/>
                  </a:lnTo>
                  <a:lnTo>
                    <a:pt x="1856068" y="3116972"/>
                  </a:lnTo>
                  <a:lnTo>
                    <a:pt x="1855254" y="3116972"/>
                  </a:lnTo>
                  <a:lnTo>
                    <a:pt x="1854439" y="3116972"/>
                  </a:lnTo>
                  <a:lnTo>
                    <a:pt x="1853624" y="3116972"/>
                  </a:lnTo>
                  <a:lnTo>
                    <a:pt x="1852809" y="3116972"/>
                  </a:lnTo>
                  <a:lnTo>
                    <a:pt x="1851995" y="3116972"/>
                  </a:lnTo>
                  <a:lnTo>
                    <a:pt x="1851180" y="3116972"/>
                  </a:lnTo>
                  <a:lnTo>
                    <a:pt x="1850365" y="3116972"/>
                  </a:lnTo>
                  <a:lnTo>
                    <a:pt x="1849550" y="3116972"/>
                  </a:lnTo>
                  <a:lnTo>
                    <a:pt x="1848735" y="3116972"/>
                  </a:lnTo>
                  <a:lnTo>
                    <a:pt x="1847921" y="3116972"/>
                  </a:lnTo>
                  <a:lnTo>
                    <a:pt x="1847106" y="3116972"/>
                  </a:lnTo>
                  <a:lnTo>
                    <a:pt x="1846291" y="3116972"/>
                  </a:lnTo>
                  <a:lnTo>
                    <a:pt x="1845476" y="3116972"/>
                  </a:lnTo>
                  <a:lnTo>
                    <a:pt x="1844662" y="3116972"/>
                  </a:lnTo>
                  <a:lnTo>
                    <a:pt x="1843847" y="3116972"/>
                  </a:lnTo>
                  <a:lnTo>
                    <a:pt x="1843032" y="3116972"/>
                  </a:lnTo>
                  <a:lnTo>
                    <a:pt x="1842217" y="3116972"/>
                  </a:lnTo>
                  <a:lnTo>
                    <a:pt x="1841402" y="3116972"/>
                  </a:lnTo>
                  <a:lnTo>
                    <a:pt x="1840588" y="3116972"/>
                  </a:lnTo>
                  <a:lnTo>
                    <a:pt x="1839773" y="3116972"/>
                  </a:lnTo>
                  <a:lnTo>
                    <a:pt x="1838958" y="3116972"/>
                  </a:lnTo>
                  <a:lnTo>
                    <a:pt x="1838143" y="3116972"/>
                  </a:lnTo>
                  <a:lnTo>
                    <a:pt x="1837329" y="3116972"/>
                  </a:lnTo>
                  <a:lnTo>
                    <a:pt x="1836514" y="3116972"/>
                  </a:lnTo>
                  <a:lnTo>
                    <a:pt x="1835699" y="3116972"/>
                  </a:lnTo>
                  <a:lnTo>
                    <a:pt x="1834884" y="3116972"/>
                  </a:lnTo>
                  <a:lnTo>
                    <a:pt x="1834069" y="3116972"/>
                  </a:lnTo>
                  <a:lnTo>
                    <a:pt x="1833255" y="3116972"/>
                  </a:lnTo>
                  <a:lnTo>
                    <a:pt x="1832440" y="3116972"/>
                  </a:lnTo>
                  <a:lnTo>
                    <a:pt x="1831625" y="3116972"/>
                  </a:lnTo>
                  <a:lnTo>
                    <a:pt x="1830810" y="3116972"/>
                  </a:lnTo>
                  <a:lnTo>
                    <a:pt x="1829995" y="3116972"/>
                  </a:lnTo>
                  <a:lnTo>
                    <a:pt x="1829181" y="3116972"/>
                  </a:lnTo>
                  <a:lnTo>
                    <a:pt x="1828366" y="3116972"/>
                  </a:lnTo>
                  <a:lnTo>
                    <a:pt x="1827551" y="3116972"/>
                  </a:lnTo>
                  <a:lnTo>
                    <a:pt x="1826736" y="3116972"/>
                  </a:lnTo>
                  <a:lnTo>
                    <a:pt x="1825922" y="3116972"/>
                  </a:lnTo>
                  <a:lnTo>
                    <a:pt x="1825107" y="3116972"/>
                  </a:lnTo>
                  <a:lnTo>
                    <a:pt x="1824292" y="3116972"/>
                  </a:lnTo>
                  <a:lnTo>
                    <a:pt x="1823477" y="3116972"/>
                  </a:lnTo>
                  <a:lnTo>
                    <a:pt x="1822662" y="3116972"/>
                  </a:lnTo>
                  <a:lnTo>
                    <a:pt x="1821848" y="3116972"/>
                  </a:lnTo>
                  <a:lnTo>
                    <a:pt x="1821033" y="3116972"/>
                  </a:lnTo>
                  <a:lnTo>
                    <a:pt x="1820218" y="3116972"/>
                  </a:lnTo>
                  <a:lnTo>
                    <a:pt x="1819403" y="3116972"/>
                  </a:lnTo>
                  <a:lnTo>
                    <a:pt x="1818589" y="3116972"/>
                  </a:lnTo>
                  <a:lnTo>
                    <a:pt x="1817774" y="3116972"/>
                  </a:lnTo>
                  <a:lnTo>
                    <a:pt x="1816959" y="3116972"/>
                  </a:lnTo>
                  <a:lnTo>
                    <a:pt x="1816144" y="3116972"/>
                  </a:lnTo>
                  <a:lnTo>
                    <a:pt x="1815329" y="3116972"/>
                  </a:lnTo>
                  <a:lnTo>
                    <a:pt x="1814515" y="3116972"/>
                  </a:lnTo>
                  <a:lnTo>
                    <a:pt x="1813700" y="3116972"/>
                  </a:lnTo>
                  <a:lnTo>
                    <a:pt x="1812885" y="3116972"/>
                  </a:lnTo>
                  <a:lnTo>
                    <a:pt x="1812070" y="3116972"/>
                  </a:lnTo>
                  <a:lnTo>
                    <a:pt x="1811256" y="3116972"/>
                  </a:lnTo>
                  <a:lnTo>
                    <a:pt x="1810441" y="3116972"/>
                  </a:lnTo>
                  <a:lnTo>
                    <a:pt x="1809626" y="3116972"/>
                  </a:lnTo>
                  <a:lnTo>
                    <a:pt x="1808811" y="3116972"/>
                  </a:lnTo>
                  <a:lnTo>
                    <a:pt x="1807996" y="3116972"/>
                  </a:lnTo>
                  <a:lnTo>
                    <a:pt x="1807182" y="3116972"/>
                  </a:lnTo>
                  <a:lnTo>
                    <a:pt x="1806367" y="3116972"/>
                  </a:lnTo>
                  <a:lnTo>
                    <a:pt x="1805552" y="3116972"/>
                  </a:lnTo>
                  <a:lnTo>
                    <a:pt x="1804737" y="3116972"/>
                  </a:lnTo>
                  <a:lnTo>
                    <a:pt x="1803923" y="3116972"/>
                  </a:lnTo>
                  <a:lnTo>
                    <a:pt x="1803108" y="3116972"/>
                  </a:lnTo>
                  <a:lnTo>
                    <a:pt x="1802293" y="3116972"/>
                  </a:lnTo>
                  <a:lnTo>
                    <a:pt x="1801478" y="3116972"/>
                  </a:lnTo>
                  <a:lnTo>
                    <a:pt x="1800663" y="3116972"/>
                  </a:lnTo>
                  <a:lnTo>
                    <a:pt x="1799849" y="3116972"/>
                  </a:lnTo>
                  <a:lnTo>
                    <a:pt x="1799034" y="3116972"/>
                  </a:lnTo>
                  <a:lnTo>
                    <a:pt x="1798219" y="3116972"/>
                  </a:lnTo>
                  <a:lnTo>
                    <a:pt x="1797404" y="3116972"/>
                  </a:lnTo>
                  <a:lnTo>
                    <a:pt x="1796590" y="3116972"/>
                  </a:lnTo>
                  <a:lnTo>
                    <a:pt x="1795775" y="3116972"/>
                  </a:lnTo>
                  <a:lnTo>
                    <a:pt x="1794960" y="3116972"/>
                  </a:lnTo>
                  <a:lnTo>
                    <a:pt x="1794145" y="3116972"/>
                  </a:lnTo>
                  <a:lnTo>
                    <a:pt x="1793330" y="3116972"/>
                  </a:lnTo>
                  <a:lnTo>
                    <a:pt x="1792516" y="3116972"/>
                  </a:lnTo>
                  <a:lnTo>
                    <a:pt x="1791701" y="3116972"/>
                  </a:lnTo>
                  <a:lnTo>
                    <a:pt x="1790886" y="3116972"/>
                  </a:lnTo>
                  <a:lnTo>
                    <a:pt x="1790071" y="3116972"/>
                  </a:lnTo>
                  <a:lnTo>
                    <a:pt x="1789256" y="3116972"/>
                  </a:lnTo>
                  <a:lnTo>
                    <a:pt x="1788442" y="3116972"/>
                  </a:lnTo>
                  <a:lnTo>
                    <a:pt x="1787627" y="3116972"/>
                  </a:lnTo>
                  <a:lnTo>
                    <a:pt x="1786812" y="3116972"/>
                  </a:lnTo>
                  <a:lnTo>
                    <a:pt x="1785997" y="3116972"/>
                  </a:lnTo>
                  <a:lnTo>
                    <a:pt x="1785183" y="3116972"/>
                  </a:lnTo>
                  <a:lnTo>
                    <a:pt x="1784368" y="3116972"/>
                  </a:lnTo>
                  <a:lnTo>
                    <a:pt x="1783553" y="3116972"/>
                  </a:lnTo>
                  <a:lnTo>
                    <a:pt x="1782738" y="3116972"/>
                  </a:lnTo>
                  <a:lnTo>
                    <a:pt x="1781923" y="3116972"/>
                  </a:lnTo>
                  <a:lnTo>
                    <a:pt x="1781109" y="3116972"/>
                  </a:lnTo>
                  <a:lnTo>
                    <a:pt x="1780294" y="3116972"/>
                  </a:lnTo>
                  <a:lnTo>
                    <a:pt x="1779479" y="3116972"/>
                  </a:lnTo>
                  <a:lnTo>
                    <a:pt x="1778664" y="3116972"/>
                  </a:lnTo>
                  <a:lnTo>
                    <a:pt x="1777850" y="3116972"/>
                  </a:lnTo>
                  <a:lnTo>
                    <a:pt x="1777035" y="3116972"/>
                  </a:lnTo>
                  <a:lnTo>
                    <a:pt x="1776220" y="3116972"/>
                  </a:lnTo>
                  <a:lnTo>
                    <a:pt x="1775405" y="3116972"/>
                  </a:lnTo>
                  <a:lnTo>
                    <a:pt x="1774590" y="3116972"/>
                  </a:lnTo>
                  <a:lnTo>
                    <a:pt x="1773776" y="3116972"/>
                  </a:lnTo>
                  <a:lnTo>
                    <a:pt x="1772961" y="3116972"/>
                  </a:lnTo>
                  <a:lnTo>
                    <a:pt x="1772146" y="3116972"/>
                  </a:lnTo>
                  <a:lnTo>
                    <a:pt x="1771331" y="3116972"/>
                  </a:lnTo>
                  <a:lnTo>
                    <a:pt x="1770517" y="3116972"/>
                  </a:lnTo>
                  <a:lnTo>
                    <a:pt x="1769702" y="3116972"/>
                  </a:lnTo>
                  <a:lnTo>
                    <a:pt x="1768887" y="3116972"/>
                  </a:lnTo>
                  <a:lnTo>
                    <a:pt x="1768072" y="3116972"/>
                  </a:lnTo>
                  <a:lnTo>
                    <a:pt x="1767257" y="3116972"/>
                  </a:lnTo>
                  <a:lnTo>
                    <a:pt x="1766443" y="3116972"/>
                  </a:lnTo>
                  <a:lnTo>
                    <a:pt x="1765628" y="3116972"/>
                  </a:lnTo>
                  <a:lnTo>
                    <a:pt x="1764813" y="3116972"/>
                  </a:lnTo>
                  <a:lnTo>
                    <a:pt x="1763998" y="3116972"/>
                  </a:lnTo>
                  <a:lnTo>
                    <a:pt x="1763184" y="3116972"/>
                  </a:lnTo>
                  <a:lnTo>
                    <a:pt x="1762369" y="3116972"/>
                  </a:lnTo>
                  <a:lnTo>
                    <a:pt x="1761554" y="3116972"/>
                  </a:lnTo>
                  <a:lnTo>
                    <a:pt x="1760739" y="3116972"/>
                  </a:lnTo>
                  <a:lnTo>
                    <a:pt x="1759924" y="3116972"/>
                  </a:lnTo>
                  <a:lnTo>
                    <a:pt x="1759110" y="3116972"/>
                  </a:lnTo>
                  <a:lnTo>
                    <a:pt x="1758295" y="3116972"/>
                  </a:lnTo>
                  <a:lnTo>
                    <a:pt x="1757480" y="3116972"/>
                  </a:lnTo>
                  <a:lnTo>
                    <a:pt x="1756665" y="3116972"/>
                  </a:lnTo>
                  <a:lnTo>
                    <a:pt x="1755851" y="3116972"/>
                  </a:lnTo>
                  <a:lnTo>
                    <a:pt x="1755036" y="3116972"/>
                  </a:lnTo>
                  <a:lnTo>
                    <a:pt x="1754221" y="3116972"/>
                  </a:lnTo>
                  <a:lnTo>
                    <a:pt x="1753406" y="3116972"/>
                  </a:lnTo>
                  <a:lnTo>
                    <a:pt x="1752591" y="3116972"/>
                  </a:lnTo>
                  <a:lnTo>
                    <a:pt x="1751777" y="3116972"/>
                  </a:lnTo>
                  <a:lnTo>
                    <a:pt x="1750962" y="3116972"/>
                  </a:lnTo>
                  <a:lnTo>
                    <a:pt x="1750147" y="3116972"/>
                  </a:lnTo>
                  <a:lnTo>
                    <a:pt x="1749332" y="3116972"/>
                  </a:lnTo>
                  <a:lnTo>
                    <a:pt x="1748517" y="3116972"/>
                  </a:lnTo>
                  <a:lnTo>
                    <a:pt x="1747703" y="3116972"/>
                  </a:lnTo>
                  <a:lnTo>
                    <a:pt x="1746888" y="3116972"/>
                  </a:lnTo>
                  <a:lnTo>
                    <a:pt x="1746073" y="3116972"/>
                  </a:lnTo>
                  <a:lnTo>
                    <a:pt x="1745258" y="3116972"/>
                  </a:lnTo>
                  <a:lnTo>
                    <a:pt x="1744444" y="3116972"/>
                  </a:lnTo>
                  <a:lnTo>
                    <a:pt x="1743629" y="3116972"/>
                  </a:lnTo>
                  <a:lnTo>
                    <a:pt x="1742814" y="3116972"/>
                  </a:lnTo>
                  <a:lnTo>
                    <a:pt x="1741999" y="3116972"/>
                  </a:lnTo>
                  <a:lnTo>
                    <a:pt x="1741184" y="3116972"/>
                  </a:lnTo>
                  <a:lnTo>
                    <a:pt x="1740370" y="3116972"/>
                  </a:lnTo>
                  <a:lnTo>
                    <a:pt x="1739555" y="3116972"/>
                  </a:lnTo>
                  <a:lnTo>
                    <a:pt x="1738740" y="3116972"/>
                  </a:lnTo>
                  <a:lnTo>
                    <a:pt x="1737925" y="3116972"/>
                  </a:lnTo>
                  <a:lnTo>
                    <a:pt x="1737111" y="3116972"/>
                  </a:lnTo>
                  <a:lnTo>
                    <a:pt x="1736296" y="3116972"/>
                  </a:lnTo>
                  <a:lnTo>
                    <a:pt x="1735481" y="3116972"/>
                  </a:lnTo>
                  <a:lnTo>
                    <a:pt x="1734666" y="3116972"/>
                  </a:lnTo>
                  <a:lnTo>
                    <a:pt x="1733851" y="3116972"/>
                  </a:lnTo>
                  <a:lnTo>
                    <a:pt x="1733037" y="3116972"/>
                  </a:lnTo>
                  <a:lnTo>
                    <a:pt x="1732222" y="3116972"/>
                  </a:lnTo>
                  <a:lnTo>
                    <a:pt x="1731407" y="3116972"/>
                  </a:lnTo>
                  <a:lnTo>
                    <a:pt x="1730592" y="3116972"/>
                  </a:lnTo>
                  <a:lnTo>
                    <a:pt x="1729778" y="3116972"/>
                  </a:lnTo>
                  <a:lnTo>
                    <a:pt x="1728963" y="3116972"/>
                  </a:lnTo>
                  <a:lnTo>
                    <a:pt x="1728148" y="3116972"/>
                  </a:lnTo>
                  <a:lnTo>
                    <a:pt x="1727333" y="3116972"/>
                  </a:lnTo>
                  <a:lnTo>
                    <a:pt x="1726518" y="3116972"/>
                  </a:lnTo>
                  <a:lnTo>
                    <a:pt x="1725704" y="3116972"/>
                  </a:lnTo>
                  <a:lnTo>
                    <a:pt x="1724889" y="3116972"/>
                  </a:lnTo>
                  <a:lnTo>
                    <a:pt x="1724074" y="3116972"/>
                  </a:lnTo>
                  <a:lnTo>
                    <a:pt x="1723259" y="3116972"/>
                  </a:lnTo>
                  <a:lnTo>
                    <a:pt x="1722445" y="3116972"/>
                  </a:lnTo>
                  <a:lnTo>
                    <a:pt x="1721630" y="3116972"/>
                  </a:lnTo>
                  <a:lnTo>
                    <a:pt x="1720815" y="3116972"/>
                  </a:lnTo>
                  <a:lnTo>
                    <a:pt x="1720000" y="3116972"/>
                  </a:lnTo>
                  <a:lnTo>
                    <a:pt x="1719185" y="3116972"/>
                  </a:lnTo>
                  <a:lnTo>
                    <a:pt x="1718371" y="3116972"/>
                  </a:lnTo>
                  <a:lnTo>
                    <a:pt x="1717556" y="3116972"/>
                  </a:lnTo>
                  <a:lnTo>
                    <a:pt x="1716741" y="3116972"/>
                  </a:lnTo>
                  <a:lnTo>
                    <a:pt x="1715926" y="3116972"/>
                  </a:lnTo>
                  <a:lnTo>
                    <a:pt x="1715112" y="3116972"/>
                  </a:lnTo>
                  <a:lnTo>
                    <a:pt x="1714297" y="3116972"/>
                  </a:lnTo>
                  <a:lnTo>
                    <a:pt x="1713482" y="3116972"/>
                  </a:lnTo>
                  <a:lnTo>
                    <a:pt x="1712667" y="3116972"/>
                  </a:lnTo>
                  <a:lnTo>
                    <a:pt x="1711852" y="3116972"/>
                  </a:lnTo>
                  <a:lnTo>
                    <a:pt x="1711038" y="3116972"/>
                  </a:lnTo>
                  <a:lnTo>
                    <a:pt x="1710223" y="3116972"/>
                  </a:lnTo>
                  <a:lnTo>
                    <a:pt x="1709408" y="3116972"/>
                  </a:lnTo>
                  <a:lnTo>
                    <a:pt x="1708593" y="3116972"/>
                  </a:lnTo>
                  <a:lnTo>
                    <a:pt x="1707778" y="3116972"/>
                  </a:lnTo>
                  <a:lnTo>
                    <a:pt x="1706964" y="3116972"/>
                  </a:lnTo>
                  <a:lnTo>
                    <a:pt x="1706149" y="3116972"/>
                  </a:lnTo>
                  <a:lnTo>
                    <a:pt x="1705334" y="3116972"/>
                  </a:lnTo>
                  <a:lnTo>
                    <a:pt x="1704519" y="3116972"/>
                  </a:lnTo>
                  <a:lnTo>
                    <a:pt x="1703705" y="3116972"/>
                  </a:lnTo>
                  <a:lnTo>
                    <a:pt x="1702890" y="3116972"/>
                  </a:lnTo>
                  <a:lnTo>
                    <a:pt x="1702075" y="3116972"/>
                  </a:lnTo>
                  <a:lnTo>
                    <a:pt x="1701260" y="3116972"/>
                  </a:lnTo>
                  <a:lnTo>
                    <a:pt x="1700445" y="3116972"/>
                  </a:lnTo>
                  <a:lnTo>
                    <a:pt x="1699631" y="3116972"/>
                  </a:lnTo>
                  <a:lnTo>
                    <a:pt x="1698816" y="3116972"/>
                  </a:lnTo>
                  <a:lnTo>
                    <a:pt x="1698001" y="3116972"/>
                  </a:lnTo>
                  <a:lnTo>
                    <a:pt x="1697186" y="3116972"/>
                  </a:lnTo>
                  <a:lnTo>
                    <a:pt x="1696372" y="3116972"/>
                  </a:lnTo>
                  <a:lnTo>
                    <a:pt x="1695557" y="3116972"/>
                  </a:lnTo>
                  <a:lnTo>
                    <a:pt x="1694742" y="3116972"/>
                  </a:lnTo>
                  <a:lnTo>
                    <a:pt x="1693927" y="3116972"/>
                  </a:lnTo>
                  <a:lnTo>
                    <a:pt x="1693112" y="3116972"/>
                  </a:lnTo>
                  <a:lnTo>
                    <a:pt x="1692298" y="3116972"/>
                  </a:lnTo>
                  <a:lnTo>
                    <a:pt x="1691483" y="3116972"/>
                  </a:lnTo>
                  <a:lnTo>
                    <a:pt x="1690668" y="3116972"/>
                  </a:lnTo>
                  <a:lnTo>
                    <a:pt x="1689853" y="3116972"/>
                  </a:lnTo>
                  <a:lnTo>
                    <a:pt x="1689039" y="3116972"/>
                  </a:lnTo>
                  <a:lnTo>
                    <a:pt x="1688224" y="3116972"/>
                  </a:lnTo>
                  <a:lnTo>
                    <a:pt x="1687409" y="3116972"/>
                  </a:lnTo>
                  <a:lnTo>
                    <a:pt x="1686594" y="3116972"/>
                  </a:lnTo>
                  <a:lnTo>
                    <a:pt x="1685779" y="3116972"/>
                  </a:lnTo>
                  <a:lnTo>
                    <a:pt x="1684965" y="3116972"/>
                  </a:lnTo>
                  <a:lnTo>
                    <a:pt x="1684150" y="3116972"/>
                  </a:lnTo>
                  <a:lnTo>
                    <a:pt x="1683335" y="3116972"/>
                  </a:lnTo>
                  <a:lnTo>
                    <a:pt x="1682520" y="3116972"/>
                  </a:lnTo>
                  <a:lnTo>
                    <a:pt x="1681706" y="3116972"/>
                  </a:lnTo>
                  <a:lnTo>
                    <a:pt x="1680891" y="3116972"/>
                  </a:lnTo>
                  <a:lnTo>
                    <a:pt x="1680076" y="3116972"/>
                  </a:lnTo>
                  <a:lnTo>
                    <a:pt x="1679261" y="3116972"/>
                  </a:lnTo>
                  <a:lnTo>
                    <a:pt x="1678446" y="3116972"/>
                  </a:lnTo>
                  <a:lnTo>
                    <a:pt x="1677632" y="3116972"/>
                  </a:lnTo>
                  <a:lnTo>
                    <a:pt x="1676817" y="3116972"/>
                  </a:lnTo>
                  <a:lnTo>
                    <a:pt x="1676002" y="3116972"/>
                  </a:lnTo>
                  <a:lnTo>
                    <a:pt x="1675187" y="3116972"/>
                  </a:lnTo>
                  <a:lnTo>
                    <a:pt x="1674373" y="3116972"/>
                  </a:lnTo>
                  <a:lnTo>
                    <a:pt x="1673558" y="3116972"/>
                  </a:lnTo>
                  <a:lnTo>
                    <a:pt x="1672743" y="3116972"/>
                  </a:lnTo>
                  <a:lnTo>
                    <a:pt x="1671928" y="3116972"/>
                  </a:lnTo>
                  <a:lnTo>
                    <a:pt x="1671113" y="3116972"/>
                  </a:lnTo>
                  <a:lnTo>
                    <a:pt x="1670299" y="3116972"/>
                  </a:lnTo>
                  <a:lnTo>
                    <a:pt x="1669484" y="3116972"/>
                  </a:lnTo>
                  <a:lnTo>
                    <a:pt x="1668669" y="3116972"/>
                  </a:lnTo>
                  <a:lnTo>
                    <a:pt x="1667854" y="3116972"/>
                  </a:lnTo>
                  <a:lnTo>
                    <a:pt x="1667039" y="3116972"/>
                  </a:lnTo>
                  <a:lnTo>
                    <a:pt x="1666225" y="3116972"/>
                  </a:lnTo>
                  <a:lnTo>
                    <a:pt x="1665410" y="3116972"/>
                  </a:lnTo>
                  <a:lnTo>
                    <a:pt x="1664595" y="3116972"/>
                  </a:lnTo>
                  <a:lnTo>
                    <a:pt x="1663780" y="3116972"/>
                  </a:lnTo>
                  <a:lnTo>
                    <a:pt x="1662966" y="3116972"/>
                  </a:lnTo>
                  <a:lnTo>
                    <a:pt x="1662151" y="3116972"/>
                  </a:lnTo>
                  <a:lnTo>
                    <a:pt x="1661336" y="3116972"/>
                  </a:lnTo>
                  <a:lnTo>
                    <a:pt x="1660521" y="3116972"/>
                  </a:lnTo>
                  <a:lnTo>
                    <a:pt x="1659706" y="3116972"/>
                  </a:lnTo>
                  <a:lnTo>
                    <a:pt x="1658892" y="3116972"/>
                  </a:lnTo>
                  <a:lnTo>
                    <a:pt x="1658077" y="3116972"/>
                  </a:lnTo>
                  <a:lnTo>
                    <a:pt x="1657262" y="3116972"/>
                  </a:lnTo>
                  <a:lnTo>
                    <a:pt x="1656447" y="3116972"/>
                  </a:lnTo>
                  <a:lnTo>
                    <a:pt x="1655633" y="3116972"/>
                  </a:lnTo>
                  <a:lnTo>
                    <a:pt x="1654818" y="3116972"/>
                  </a:lnTo>
                  <a:lnTo>
                    <a:pt x="1654003" y="3116972"/>
                  </a:lnTo>
                  <a:lnTo>
                    <a:pt x="1653188" y="3116972"/>
                  </a:lnTo>
                  <a:lnTo>
                    <a:pt x="1652373" y="3116972"/>
                  </a:lnTo>
                  <a:lnTo>
                    <a:pt x="1651559" y="3116972"/>
                  </a:lnTo>
                  <a:lnTo>
                    <a:pt x="1650744" y="3116972"/>
                  </a:lnTo>
                  <a:lnTo>
                    <a:pt x="1649929" y="3116972"/>
                  </a:lnTo>
                  <a:lnTo>
                    <a:pt x="1649114" y="3116972"/>
                  </a:lnTo>
                  <a:lnTo>
                    <a:pt x="1648300" y="3116972"/>
                  </a:lnTo>
                  <a:lnTo>
                    <a:pt x="1647485" y="3116972"/>
                  </a:lnTo>
                  <a:lnTo>
                    <a:pt x="1646670" y="3116972"/>
                  </a:lnTo>
                  <a:lnTo>
                    <a:pt x="1645855" y="3116972"/>
                  </a:lnTo>
                  <a:lnTo>
                    <a:pt x="1645040" y="3116972"/>
                  </a:lnTo>
                  <a:lnTo>
                    <a:pt x="1644226" y="3116972"/>
                  </a:lnTo>
                  <a:lnTo>
                    <a:pt x="1643411" y="3116972"/>
                  </a:lnTo>
                  <a:lnTo>
                    <a:pt x="1642596" y="3116972"/>
                  </a:lnTo>
                  <a:lnTo>
                    <a:pt x="1641781" y="3116972"/>
                  </a:lnTo>
                  <a:lnTo>
                    <a:pt x="1640967" y="3116972"/>
                  </a:lnTo>
                  <a:lnTo>
                    <a:pt x="1640152" y="3116972"/>
                  </a:lnTo>
                  <a:lnTo>
                    <a:pt x="1639337" y="3116972"/>
                  </a:lnTo>
                  <a:lnTo>
                    <a:pt x="1638522" y="3116972"/>
                  </a:lnTo>
                  <a:lnTo>
                    <a:pt x="1637707" y="3116972"/>
                  </a:lnTo>
                  <a:lnTo>
                    <a:pt x="1636893" y="3116972"/>
                  </a:lnTo>
                  <a:lnTo>
                    <a:pt x="1636078" y="3116972"/>
                  </a:lnTo>
                  <a:lnTo>
                    <a:pt x="1635263" y="3116972"/>
                  </a:lnTo>
                  <a:lnTo>
                    <a:pt x="1634448" y="3116972"/>
                  </a:lnTo>
                  <a:lnTo>
                    <a:pt x="1633634" y="3116972"/>
                  </a:lnTo>
                  <a:lnTo>
                    <a:pt x="1632819" y="3116972"/>
                  </a:lnTo>
                  <a:lnTo>
                    <a:pt x="1632004" y="3116972"/>
                  </a:lnTo>
                  <a:lnTo>
                    <a:pt x="1631189" y="3116972"/>
                  </a:lnTo>
                  <a:lnTo>
                    <a:pt x="1630374" y="3116972"/>
                  </a:lnTo>
                  <a:lnTo>
                    <a:pt x="1629560" y="3116972"/>
                  </a:lnTo>
                  <a:lnTo>
                    <a:pt x="1628745" y="3116972"/>
                  </a:lnTo>
                  <a:lnTo>
                    <a:pt x="1627930" y="3116972"/>
                  </a:lnTo>
                  <a:lnTo>
                    <a:pt x="1627115" y="3116972"/>
                  </a:lnTo>
                  <a:lnTo>
                    <a:pt x="1626300" y="3116972"/>
                  </a:lnTo>
                  <a:lnTo>
                    <a:pt x="1625486" y="3116972"/>
                  </a:lnTo>
                  <a:lnTo>
                    <a:pt x="1624671" y="3116972"/>
                  </a:lnTo>
                  <a:lnTo>
                    <a:pt x="1623856" y="3116972"/>
                  </a:lnTo>
                  <a:lnTo>
                    <a:pt x="1623041" y="3116972"/>
                  </a:lnTo>
                  <a:lnTo>
                    <a:pt x="1622227" y="3116972"/>
                  </a:lnTo>
                  <a:lnTo>
                    <a:pt x="1621412" y="3116972"/>
                  </a:lnTo>
                  <a:lnTo>
                    <a:pt x="1620597" y="3116972"/>
                  </a:lnTo>
                  <a:lnTo>
                    <a:pt x="1619782" y="3116972"/>
                  </a:lnTo>
                  <a:lnTo>
                    <a:pt x="1618967" y="3116972"/>
                  </a:lnTo>
                  <a:lnTo>
                    <a:pt x="1618153" y="3116972"/>
                  </a:lnTo>
                  <a:lnTo>
                    <a:pt x="1617338" y="3116972"/>
                  </a:lnTo>
                  <a:lnTo>
                    <a:pt x="1616523" y="3116972"/>
                  </a:lnTo>
                  <a:lnTo>
                    <a:pt x="1615708" y="3116972"/>
                  </a:lnTo>
                  <a:lnTo>
                    <a:pt x="1614894" y="3116972"/>
                  </a:lnTo>
                  <a:lnTo>
                    <a:pt x="1614079" y="3116972"/>
                  </a:lnTo>
                  <a:lnTo>
                    <a:pt x="1613264" y="3116972"/>
                  </a:lnTo>
                  <a:lnTo>
                    <a:pt x="1612449" y="3116972"/>
                  </a:lnTo>
                  <a:lnTo>
                    <a:pt x="1611634" y="3116972"/>
                  </a:lnTo>
                  <a:lnTo>
                    <a:pt x="1610820" y="3116972"/>
                  </a:lnTo>
                  <a:lnTo>
                    <a:pt x="1610005" y="3116972"/>
                  </a:lnTo>
                  <a:lnTo>
                    <a:pt x="1609190" y="3116972"/>
                  </a:lnTo>
                  <a:lnTo>
                    <a:pt x="1608375" y="3116972"/>
                  </a:lnTo>
                  <a:lnTo>
                    <a:pt x="1607561" y="3116972"/>
                  </a:lnTo>
                  <a:lnTo>
                    <a:pt x="1606746" y="3116972"/>
                  </a:lnTo>
                  <a:lnTo>
                    <a:pt x="1605931" y="3116972"/>
                  </a:lnTo>
                  <a:lnTo>
                    <a:pt x="1605116" y="3116972"/>
                  </a:lnTo>
                  <a:lnTo>
                    <a:pt x="1604301" y="3116972"/>
                  </a:lnTo>
                  <a:lnTo>
                    <a:pt x="1603487" y="3116972"/>
                  </a:lnTo>
                  <a:lnTo>
                    <a:pt x="1602672" y="3116972"/>
                  </a:lnTo>
                  <a:lnTo>
                    <a:pt x="1601857" y="3116972"/>
                  </a:lnTo>
                  <a:lnTo>
                    <a:pt x="1601042" y="3116972"/>
                  </a:lnTo>
                  <a:lnTo>
                    <a:pt x="1600228" y="3116972"/>
                  </a:lnTo>
                  <a:lnTo>
                    <a:pt x="1599413" y="3116972"/>
                  </a:lnTo>
                  <a:lnTo>
                    <a:pt x="1598598" y="3116972"/>
                  </a:lnTo>
                  <a:lnTo>
                    <a:pt x="1597783" y="3116972"/>
                  </a:lnTo>
                  <a:lnTo>
                    <a:pt x="1596968" y="3116972"/>
                  </a:lnTo>
                  <a:lnTo>
                    <a:pt x="1596154" y="3116972"/>
                  </a:lnTo>
                  <a:lnTo>
                    <a:pt x="1595339" y="3116972"/>
                  </a:lnTo>
                  <a:lnTo>
                    <a:pt x="1594524" y="3116972"/>
                  </a:lnTo>
                  <a:lnTo>
                    <a:pt x="1593709" y="3116972"/>
                  </a:lnTo>
                  <a:lnTo>
                    <a:pt x="1592894" y="3116972"/>
                  </a:lnTo>
                  <a:lnTo>
                    <a:pt x="1592080" y="3116972"/>
                  </a:lnTo>
                  <a:lnTo>
                    <a:pt x="1591265" y="3116972"/>
                  </a:lnTo>
                  <a:lnTo>
                    <a:pt x="1590450" y="3116972"/>
                  </a:lnTo>
                  <a:lnTo>
                    <a:pt x="1589635" y="3116972"/>
                  </a:lnTo>
                  <a:lnTo>
                    <a:pt x="1588821" y="3116972"/>
                  </a:lnTo>
                  <a:lnTo>
                    <a:pt x="1588006" y="3116972"/>
                  </a:lnTo>
                  <a:lnTo>
                    <a:pt x="1587191" y="3116972"/>
                  </a:lnTo>
                  <a:lnTo>
                    <a:pt x="1586376" y="3116972"/>
                  </a:lnTo>
                  <a:lnTo>
                    <a:pt x="1585561" y="3116972"/>
                  </a:lnTo>
                  <a:lnTo>
                    <a:pt x="1584747" y="3116972"/>
                  </a:lnTo>
                  <a:lnTo>
                    <a:pt x="1583932" y="3116972"/>
                  </a:lnTo>
                  <a:lnTo>
                    <a:pt x="1583117" y="3116972"/>
                  </a:lnTo>
                  <a:lnTo>
                    <a:pt x="1582302" y="3116972"/>
                  </a:lnTo>
                  <a:lnTo>
                    <a:pt x="1581488" y="3116972"/>
                  </a:lnTo>
                  <a:lnTo>
                    <a:pt x="1580673" y="3116972"/>
                  </a:lnTo>
                  <a:lnTo>
                    <a:pt x="1579858" y="3116972"/>
                  </a:lnTo>
                  <a:lnTo>
                    <a:pt x="1579043" y="3116972"/>
                  </a:lnTo>
                  <a:lnTo>
                    <a:pt x="1578228" y="3116972"/>
                  </a:lnTo>
                  <a:lnTo>
                    <a:pt x="1577414" y="3116972"/>
                  </a:lnTo>
                  <a:lnTo>
                    <a:pt x="1576599" y="3116972"/>
                  </a:lnTo>
                  <a:lnTo>
                    <a:pt x="1575784" y="3116972"/>
                  </a:lnTo>
                  <a:lnTo>
                    <a:pt x="1574969" y="3116972"/>
                  </a:lnTo>
                  <a:lnTo>
                    <a:pt x="1574155" y="3116972"/>
                  </a:lnTo>
                  <a:lnTo>
                    <a:pt x="1573340" y="3116972"/>
                  </a:lnTo>
                  <a:lnTo>
                    <a:pt x="1572525" y="3116972"/>
                  </a:lnTo>
                  <a:lnTo>
                    <a:pt x="1571710" y="3116972"/>
                  </a:lnTo>
                  <a:lnTo>
                    <a:pt x="1570895" y="3116972"/>
                  </a:lnTo>
                  <a:lnTo>
                    <a:pt x="1570081" y="3116972"/>
                  </a:lnTo>
                  <a:lnTo>
                    <a:pt x="1569266" y="3116972"/>
                  </a:lnTo>
                  <a:lnTo>
                    <a:pt x="1568451" y="3116972"/>
                  </a:lnTo>
                  <a:lnTo>
                    <a:pt x="1567636" y="3116972"/>
                  </a:lnTo>
                  <a:lnTo>
                    <a:pt x="1566822" y="3116972"/>
                  </a:lnTo>
                  <a:lnTo>
                    <a:pt x="1566007" y="3116972"/>
                  </a:lnTo>
                  <a:lnTo>
                    <a:pt x="1565192" y="3116972"/>
                  </a:lnTo>
                  <a:lnTo>
                    <a:pt x="1564377" y="3116972"/>
                  </a:lnTo>
                  <a:lnTo>
                    <a:pt x="1563562" y="3116972"/>
                  </a:lnTo>
                  <a:lnTo>
                    <a:pt x="1562748" y="3116972"/>
                  </a:lnTo>
                  <a:lnTo>
                    <a:pt x="1561933" y="3116972"/>
                  </a:lnTo>
                  <a:lnTo>
                    <a:pt x="1561118" y="3116972"/>
                  </a:lnTo>
                  <a:lnTo>
                    <a:pt x="1560303" y="3116972"/>
                  </a:lnTo>
                  <a:lnTo>
                    <a:pt x="1559489" y="3116972"/>
                  </a:lnTo>
                  <a:lnTo>
                    <a:pt x="1558674" y="3116972"/>
                  </a:lnTo>
                  <a:lnTo>
                    <a:pt x="1557859" y="3116972"/>
                  </a:lnTo>
                  <a:lnTo>
                    <a:pt x="1557044" y="3116972"/>
                  </a:lnTo>
                  <a:lnTo>
                    <a:pt x="1556229" y="3116972"/>
                  </a:lnTo>
                  <a:lnTo>
                    <a:pt x="1555415" y="3116972"/>
                  </a:lnTo>
                  <a:lnTo>
                    <a:pt x="1554600" y="3116972"/>
                  </a:lnTo>
                  <a:lnTo>
                    <a:pt x="1553785" y="3116972"/>
                  </a:lnTo>
                  <a:lnTo>
                    <a:pt x="1552970" y="3116972"/>
                  </a:lnTo>
                  <a:lnTo>
                    <a:pt x="1552155" y="3116972"/>
                  </a:lnTo>
                  <a:lnTo>
                    <a:pt x="1551341" y="3116972"/>
                  </a:lnTo>
                  <a:lnTo>
                    <a:pt x="1550526" y="3116972"/>
                  </a:lnTo>
                  <a:lnTo>
                    <a:pt x="1549711" y="3116972"/>
                  </a:lnTo>
                  <a:lnTo>
                    <a:pt x="1548896" y="3116972"/>
                  </a:lnTo>
                  <a:lnTo>
                    <a:pt x="1548082" y="3116972"/>
                  </a:lnTo>
                  <a:lnTo>
                    <a:pt x="1547267" y="3116972"/>
                  </a:lnTo>
                  <a:lnTo>
                    <a:pt x="1546452" y="3116972"/>
                  </a:lnTo>
                  <a:lnTo>
                    <a:pt x="1545637" y="3116972"/>
                  </a:lnTo>
                  <a:lnTo>
                    <a:pt x="1544822" y="3116972"/>
                  </a:lnTo>
                  <a:lnTo>
                    <a:pt x="1544008" y="3116972"/>
                  </a:lnTo>
                  <a:lnTo>
                    <a:pt x="1543193" y="3116972"/>
                  </a:lnTo>
                  <a:lnTo>
                    <a:pt x="1542378" y="3116972"/>
                  </a:lnTo>
                  <a:lnTo>
                    <a:pt x="1541563" y="3116972"/>
                  </a:lnTo>
                  <a:lnTo>
                    <a:pt x="1540749" y="3116972"/>
                  </a:lnTo>
                  <a:lnTo>
                    <a:pt x="1539934" y="3116972"/>
                  </a:lnTo>
                  <a:lnTo>
                    <a:pt x="1539119" y="3116972"/>
                  </a:lnTo>
                  <a:lnTo>
                    <a:pt x="1538304" y="3116972"/>
                  </a:lnTo>
                  <a:lnTo>
                    <a:pt x="1537489" y="3116972"/>
                  </a:lnTo>
                  <a:lnTo>
                    <a:pt x="1536675" y="3116972"/>
                  </a:lnTo>
                  <a:lnTo>
                    <a:pt x="1535860" y="3116972"/>
                  </a:lnTo>
                  <a:lnTo>
                    <a:pt x="1535045" y="3116972"/>
                  </a:lnTo>
                  <a:lnTo>
                    <a:pt x="1534230" y="3116972"/>
                  </a:lnTo>
                  <a:lnTo>
                    <a:pt x="1533416" y="3116972"/>
                  </a:lnTo>
                  <a:lnTo>
                    <a:pt x="1532601" y="3116972"/>
                  </a:lnTo>
                  <a:lnTo>
                    <a:pt x="1531786" y="3116972"/>
                  </a:lnTo>
                  <a:lnTo>
                    <a:pt x="1530971" y="3116972"/>
                  </a:lnTo>
                  <a:lnTo>
                    <a:pt x="1530156" y="3116972"/>
                  </a:lnTo>
                  <a:lnTo>
                    <a:pt x="1529342" y="3116972"/>
                  </a:lnTo>
                  <a:lnTo>
                    <a:pt x="1528527" y="3116972"/>
                  </a:lnTo>
                  <a:lnTo>
                    <a:pt x="1527712" y="3116972"/>
                  </a:lnTo>
                  <a:lnTo>
                    <a:pt x="1526897" y="3116972"/>
                  </a:lnTo>
                  <a:lnTo>
                    <a:pt x="1526083" y="3116972"/>
                  </a:lnTo>
                  <a:lnTo>
                    <a:pt x="1525268" y="3116972"/>
                  </a:lnTo>
                  <a:lnTo>
                    <a:pt x="1524453" y="3116972"/>
                  </a:lnTo>
                  <a:lnTo>
                    <a:pt x="1523638" y="3116972"/>
                  </a:lnTo>
                  <a:lnTo>
                    <a:pt x="1522823" y="3116972"/>
                  </a:lnTo>
                  <a:lnTo>
                    <a:pt x="1522009" y="3116972"/>
                  </a:lnTo>
                  <a:lnTo>
                    <a:pt x="1521194" y="3116972"/>
                  </a:lnTo>
                  <a:lnTo>
                    <a:pt x="1520379" y="3116972"/>
                  </a:lnTo>
                  <a:lnTo>
                    <a:pt x="1519564" y="3116972"/>
                  </a:lnTo>
                  <a:lnTo>
                    <a:pt x="1518750" y="3116972"/>
                  </a:lnTo>
                  <a:lnTo>
                    <a:pt x="1517935" y="3116972"/>
                  </a:lnTo>
                  <a:lnTo>
                    <a:pt x="1517120" y="3116972"/>
                  </a:lnTo>
                  <a:lnTo>
                    <a:pt x="1516305" y="3116972"/>
                  </a:lnTo>
                  <a:lnTo>
                    <a:pt x="1515490" y="3116972"/>
                  </a:lnTo>
                  <a:lnTo>
                    <a:pt x="1514676" y="3116972"/>
                  </a:lnTo>
                  <a:lnTo>
                    <a:pt x="1513861" y="3116972"/>
                  </a:lnTo>
                  <a:lnTo>
                    <a:pt x="1513046" y="3116972"/>
                  </a:lnTo>
                  <a:lnTo>
                    <a:pt x="1512231" y="3116972"/>
                  </a:lnTo>
                  <a:lnTo>
                    <a:pt x="1511416" y="3116972"/>
                  </a:lnTo>
                  <a:lnTo>
                    <a:pt x="1510602" y="3116972"/>
                  </a:lnTo>
                  <a:lnTo>
                    <a:pt x="1509787" y="3116972"/>
                  </a:lnTo>
                  <a:lnTo>
                    <a:pt x="1508972" y="3116972"/>
                  </a:lnTo>
                  <a:lnTo>
                    <a:pt x="1508157" y="3116972"/>
                  </a:lnTo>
                  <a:lnTo>
                    <a:pt x="1507343" y="3116972"/>
                  </a:lnTo>
                  <a:lnTo>
                    <a:pt x="1506528" y="3116972"/>
                  </a:lnTo>
                  <a:lnTo>
                    <a:pt x="1505713" y="3116972"/>
                  </a:lnTo>
                  <a:lnTo>
                    <a:pt x="1504898" y="3116972"/>
                  </a:lnTo>
                  <a:lnTo>
                    <a:pt x="1504083" y="3116972"/>
                  </a:lnTo>
                  <a:lnTo>
                    <a:pt x="1503269" y="3116972"/>
                  </a:lnTo>
                  <a:lnTo>
                    <a:pt x="1502454" y="3116972"/>
                  </a:lnTo>
                  <a:lnTo>
                    <a:pt x="1501639" y="3116972"/>
                  </a:lnTo>
                  <a:lnTo>
                    <a:pt x="1500824" y="3116972"/>
                  </a:lnTo>
                  <a:lnTo>
                    <a:pt x="1500010" y="3116972"/>
                  </a:lnTo>
                  <a:lnTo>
                    <a:pt x="1499195" y="3116972"/>
                  </a:lnTo>
                  <a:lnTo>
                    <a:pt x="1498380" y="3116972"/>
                  </a:lnTo>
                  <a:lnTo>
                    <a:pt x="1497565" y="3116972"/>
                  </a:lnTo>
                  <a:lnTo>
                    <a:pt x="1496750" y="3116972"/>
                  </a:lnTo>
                  <a:lnTo>
                    <a:pt x="1495936" y="3116972"/>
                  </a:lnTo>
                  <a:lnTo>
                    <a:pt x="1495121" y="3116972"/>
                  </a:lnTo>
                  <a:lnTo>
                    <a:pt x="1494306" y="3116972"/>
                  </a:lnTo>
                  <a:lnTo>
                    <a:pt x="1493491" y="3116972"/>
                  </a:lnTo>
                  <a:lnTo>
                    <a:pt x="1492677" y="3116972"/>
                  </a:lnTo>
                  <a:lnTo>
                    <a:pt x="1491862" y="3116972"/>
                  </a:lnTo>
                  <a:lnTo>
                    <a:pt x="1491047" y="3116972"/>
                  </a:lnTo>
                  <a:lnTo>
                    <a:pt x="1490232" y="3116972"/>
                  </a:lnTo>
                  <a:lnTo>
                    <a:pt x="1489417" y="3116972"/>
                  </a:lnTo>
                  <a:lnTo>
                    <a:pt x="1488603" y="3116972"/>
                  </a:lnTo>
                  <a:lnTo>
                    <a:pt x="1487788" y="3116972"/>
                  </a:lnTo>
                  <a:lnTo>
                    <a:pt x="1486973" y="3116972"/>
                  </a:lnTo>
                  <a:lnTo>
                    <a:pt x="1486158" y="3116972"/>
                  </a:lnTo>
                  <a:lnTo>
                    <a:pt x="1485344" y="3116972"/>
                  </a:lnTo>
                  <a:lnTo>
                    <a:pt x="1484529" y="3116972"/>
                  </a:lnTo>
                  <a:lnTo>
                    <a:pt x="1483714" y="3116972"/>
                  </a:lnTo>
                  <a:lnTo>
                    <a:pt x="1482899" y="3116972"/>
                  </a:lnTo>
                  <a:lnTo>
                    <a:pt x="1482084" y="3116972"/>
                  </a:lnTo>
                  <a:lnTo>
                    <a:pt x="1481270" y="3116972"/>
                  </a:lnTo>
                  <a:lnTo>
                    <a:pt x="1480455" y="3116972"/>
                  </a:lnTo>
                  <a:lnTo>
                    <a:pt x="1479640" y="3116972"/>
                  </a:lnTo>
                  <a:lnTo>
                    <a:pt x="1478825" y="3116972"/>
                  </a:lnTo>
                  <a:lnTo>
                    <a:pt x="1478011" y="3116972"/>
                  </a:lnTo>
                  <a:lnTo>
                    <a:pt x="1477196" y="3116972"/>
                  </a:lnTo>
                  <a:lnTo>
                    <a:pt x="1476381" y="3116972"/>
                  </a:lnTo>
                  <a:lnTo>
                    <a:pt x="1475566" y="3116972"/>
                  </a:lnTo>
                  <a:lnTo>
                    <a:pt x="1474751" y="3116972"/>
                  </a:lnTo>
                  <a:lnTo>
                    <a:pt x="1473937" y="3116972"/>
                  </a:lnTo>
                  <a:lnTo>
                    <a:pt x="1473122" y="3116972"/>
                  </a:lnTo>
                  <a:lnTo>
                    <a:pt x="1472307" y="3116972"/>
                  </a:lnTo>
                  <a:lnTo>
                    <a:pt x="1471492" y="3116972"/>
                  </a:lnTo>
                  <a:lnTo>
                    <a:pt x="1470677" y="3116972"/>
                  </a:lnTo>
                  <a:lnTo>
                    <a:pt x="1469863" y="3116972"/>
                  </a:lnTo>
                  <a:lnTo>
                    <a:pt x="1469048" y="3116972"/>
                  </a:lnTo>
                  <a:lnTo>
                    <a:pt x="1468233" y="3116972"/>
                  </a:lnTo>
                  <a:lnTo>
                    <a:pt x="1467418" y="3116972"/>
                  </a:lnTo>
                  <a:lnTo>
                    <a:pt x="1466604" y="3116972"/>
                  </a:lnTo>
                  <a:lnTo>
                    <a:pt x="1465789" y="3116972"/>
                  </a:lnTo>
                  <a:lnTo>
                    <a:pt x="1464974" y="3116972"/>
                  </a:lnTo>
                  <a:lnTo>
                    <a:pt x="1464159" y="3116972"/>
                  </a:lnTo>
                  <a:lnTo>
                    <a:pt x="1463344" y="3116972"/>
                  </a:lnTo>
                  <a:lnTo>
                    <a:pt x="1462530" y="3116972"/>
                  </a:lnTo>
                  <a:lnTo>
                    <a:pt x="1461715" y="3116972"/>
                  </a:lnTo>
                  <a:lnTo>
                    <a:pt x="1460900" y="3116972"/>
                  </a:lnTo>
                  <a:lnTo>
                    <a:pt x="1460085" y="3116972"/>
                  </a:lnTo>
                  <a:lnTo>
                    <a:pt x="1459271" y="3116972"/>
                  </a:lnTo>
                  <a:lnTo>
                    <a:pt x="1458456" y="3116972"/>
                  </a:lnTo>
                  <a:lnTo>
                    <a:pt x="1457641" y="3116972"/>
                  </a:lnTo>
                  <a:lnTo>
                    <a:pt x="1456826" y="3116972"/>
                  </a:lnTo>
                  <a:lnTo>
                    <a:pt x="1456011" y="3116972"/>
                  </a:lnTo>
                  <a:lnTo>
                    <a:pt x="1455197" y="3116972"/>
                  </a:lnTo>
                  <a:lnTo>
                    <a:pt x="1454382" y="3116972"/>
                  </a:lnTo>
                  <a:lnTo>
                    <a:pt x="1453567" y="3116972"/>
                  </a:lnTo>
                  <a:lnTo>
                    <a:pt x="1452752" y="3116972"/>
                  </a:lnTo>
                  <a:lnTo>
                    <a:pt x="1451938" y="3116972"/>
                  </a:lnTo>
                  <a:lnTo>
                    <a:pt x="1451123" y="3116972"/>
                  </a:lnTo>
                  <a:lnTo>
                    <a:pt x="1450308" y="3116972"/>
                  </a:lnTo>
                  <a:lnTo>
                    <a:pt x="1449493" y="3116972"/>
                  </a:lnTo>
                  <a:lnTo>
                    <a:pt x="1448678" y="3116972"/>
                  </a:lnTo>
                  <a:lnTo>
                    <a:pt x="1447864" y="3116972"/>
                  </a:lnTo>
                  <a:lnTo>
                    <a:pt x="1447049" y="3116972"/>
                  </a:lnTo>
                  <a:lnTo>
                    <a:pt x="1446234" y="3116972"/>
                  </a:lnTo>
                  <a:lnTo>
                    <a:pt x="1445419" y="3116972"/>
                  </a:lnTo>
                  <a:lnTo>
                    <a:pt x="1444605" y="3116972"/>
                  </a:lnTo>
                  <a:lnTo>
                    <a:pt x="1443790" y="3116972"/>
                  </a:lnTo>
                  <a:lnTo>
                    <a:pt x="1442975" y="3116972"/>
                  </a:lnTo>
                  <a:lnTo>
                    <a:pt x="1442160" y="3116972"/>
                  </a:lnTo>
                  <a:lnTo>
                    <a:pt x="1441345" y="3116972"/>
                  </a:lnTo>
                  <a:lnTo>
                    <a:pt x="1440531" y="3116972"/>
                  </a:lnTo>
                  <a:lnTo>
                    <a:pt x="1439716" y="3116972"/>
                  </a:lnTo>
                  <a:lnTo>
                    <a:pt x="1438901" y="3116972"/>
                  </a:lnTo>
                  <a:lnTo>
                    <a:pt x="1438086" y="3116972"/>
                  </a:lnTo>
                  <a:lnTo>
                    <a:pt x="1437272" y="3116972"/>
                  </a:lnTo>
                  <a:lnTo>
                    <a:pt x="1436457" y="3116972"/>
                  </a:lnTo>
                  <a:lnTo>
                    <a:pt x="1435642" y="3116972"/>
                  </a:lnTo>
                  <a:lnTo>
                    <a:pt x="1434827" y="3116972"/>
                  </a:lnTo>
                  <a:lnTo>
                    <a:pt x="1434012" y="3116972"/>
                  </a:lnTo>
                  <a:lnTo>
                    <a:pt x="1433198" y="3116972"/>
                  </a:lnTo>
                  <a:lnTo>
                    <a:pt x="1432383" y="3116972"/>
                  </a:lnTo>
                  <a:lnTo>
                    <a:pt x="1431568" y="3116972"/>
                  </a:lnTo>
                  <a:lnTo>
                    <a:pt x="1430753" y="3116972"/>
                  </a:lnTo>
                  <a:lnTo>
                    <a:pt x="1429938" y="3116972"/>
                  </a:lnTo>
                  <a:lnTo>
                    <a:pt x="1429124" y="3116972"/>
                  </a:lnTo>
                  <a:lnTo>
                    <a:pt x="1428309" y="3116972"/>
                  </a:lnTo>
                  <a:lnTo>
                    <a:pt x="1427494" y="3116972"/>
                  </a:lnTo>
                  <a:lnTo>
                    <a:pt x="1426679" y="3116972"/>
                  </a:lnTo>
                  <a:lnTo>
                    <a:pt x="1425865" y="3116972"/>
                  </a:lnTo>
                  <a:lnTo>
                    <a:pt x="1425050" y="3116972"/>
                  </a:lnTo>
                  <a:lnTo>
                    <a:pt x="1424235" y="3116972"/>
                  </a:lnTo>
                  <a:lnTo>
                    <a:pt x="1423420" y="3116972"/>
                  </a:lnTo>
                  <a:lnTo>
                    <a:pt x="1422605" y="3116972"/>
                  </a:lnTo>
                  <a:lnTo>
                    <a:pt x="1421791" y="3116972"/>
                  </a:lnTo>
                  <a:lnTo>
                    <a:pt x="1420976" y="3116972"/>
                  </a:lnTo>
                  <a:lnTo>
                    <a:pt x="1420161" y="3116972"/>
                  </a:lnTo>
                  <a:lnTo>
                    <a:pt x="1419346" y="3116972"/>
                  </a:lnTo>
                  <a:lnTo>
                    <a:pt x="1418532" y="3116972"/>
                  </a:lnTo>
                  <a:lnTo>
                    <a:pt x="1417717" y="3116972"/>
                  </a:lnTo>
                  <a:lnTo>
                    <a:pt x="1416902" y="3116972"/>
                  </a:lnTo>
                  <a:lnTo>
                    <a:pt x="1416087" y="3116972"/>
                  </a:lnTo>
                  <a:lnTo>
                    <a:pt x="1415272" y="3116972"/>
                  </a:lnTo>
                  <a:lnTo>
                    <a:pt x="1414458" y="3116972"/>
                  </a:lnTo>
                  <a:lnTo>
                    <a:pt x="1413643" y="3116972"/>
                  </a:lnTo>
                  <a:lnTo>
                    <a:pt x="1412828" y="3116972"/>
                  </a:lnTo>
                  <a:lnTo>
                    <a:pt x="1412013" y="3116972"/>
                  </a:lnTo>
                  <a:lnTo>
                    <a:pt x="1411199" y="3116972"/>
                  </a:lnTo>
                  <a:lnTo>
                    <a:pt x="1410384" y="3116972"/>
                  </a:lnTo>
                  <a:lnTo>
                    <a:pt x="1409569" y="3116972"/>
                  </a:lnTo>
                  <a:lnTo>
                    <a:pt x="1408754" y="3116972"/>
                  </a:lnTo>
                  <a:lnTo>
                    <a:pt x="1407939" y="3116972"/>
                  </a:lnTo>
                  <a:lnTo>
                    <a:pt x="1407125" y="3116972"/>
                  </a:lnTo>
                  <a:lnTo>
                    <a:pt x="1406310" y="3116972"/>
                  </a:lnTo>
                  <a:lnTo>
                    <a:pt x="1405495" y="3116972"/>
                  </a:lnTo>
                  <a:lnTo>
                    <a:pt x="1404680" y="3116972"/>
                  </a:lnTo>
                  <a:lnTo>
                    <a:pt x="1403866" y="3116972"/>
                  </a:lnTo>
                  <a:lnTo>
                    <a:pt x="1403051" y="3116972"/>
                  </a:lnTo>
                  <a:lnTo>
                    <a:pt x="1402236" y="3116972"/>
                  </a:lnTo>
                  <a:lnTo>
                    <a:pt x="1401421" y="3116972"/>
                  </a:lnTo>
                  <a:lnTo>
                    <a:pt x="1400606" y="3116972"/>
                  </a:lnTo>
                  <a:lnTo>
                    <a:pt x="1399792" y="3116972"/>
                  </a:lnTo>
                  <a:lnTo>
                    <a:pt x="1398977" y="3116972"/>
                  </a:lnTo>
                  <a:lnTo>
                    <a:pt x="1398162" y="3116972"/>
                  </a:lnTo>
                  <a:lnTo>
                    <a:pt x="1397347" y="3116972"/>
                  </a:lnTo>
                  <a:lnTo>
                    <a:pt x="1396533" y="3116972"/>
                  </a:lnTo>
                  <a:lnTo>
                    <a:pt x="1395718" y="3116972"/>
                  </a:lnTo>
                  <a:lnTo>
                    <a:pt x="1394903" y="3116972"/>
                  </a:lnTo>
                  <a:lnTo>
                    <a:pt x="1394088" y="3116972"/>
                  </a:lnTo>
                  <a:lnTo>
                    <a:pt x="1393273" y="3116972"/>
                  </a:lnTo>
                  <a:lnTo>
                    <a:pt x="1392459" y="3116972"/>
                  </a:lnTo>
                  <a:lnTo>
                    <a:pt x="1391644" y="3116972"/>
                  </a:lnTo>
                  <a:lnTo>
                    <a:pt x="1390829" y="3116972"/>
                  </a:lnTo>
                  <a:lnTo>
                    <a:pt x="1390014" y="3116972"/>
                  </a:lnTo>
                  <a:lnTo>
                    <a:pt x="1389199" y="3116972"/>
                  </a:lnTo>
                  <a:lnTo>
                    <a:pt x="1388385" y="3116972"/>
                  </a:lnTo>
                  <a:lnTo>
                    <a:pt x="1387570" y="3116972"/>
                  </a:lnTo>
                  <a:lnTo>
                    <a:pt x="1386755" y="3116972"/>
                  </a:lnTo>
                  <a:lnTo>
                    <a:pt x="1385940" y="3116972"/>
                  </a:lnTo>
                  <a:lnTo>
                    <a:pt x="1385126" y="3116972"/>
                  </a:lnTo>
                  <a:lnTo>
                    <a:pt x="1384311" y="3116972"/>
                  </a:lnTo>
                  <a:lnTo>
                    <a:pt x="1383496" y="3116972"/>
                  </a:lnTo>
                  <a:lnTo>
                    <a:pt x="1382681" y="3116972"/>
                  </a:lnTo>
                  <a:lnTo>
                    <a:pt x="1381866" y="3116972"/>
                  </a:lnTo>
                  <a:lnTo>
                    <a:pt x="1381052" y="3116972"/>
                  </a:lnTo>
                  <a:lnTo>
                    <a:pt x="1380237" y="3116972"/>
                  </a:lnTo>
                  <a:lnTo>
                    <a:pt x="1379422" y="3116972"/>
                  </a:lnTo>
                  <a:lnTo>
                    <a:pt x="1378607" y="3116972"/>
                  </a:lnTo>
                  <a:lnTo>
                    <a:pt x="1377793" y="3116972"/>
                  </a:lnTo>
                  <a:lnTo>
                    <a:pt x="1376978" y="3116972"/>
                  </a:lnTo>
                  <a:lnTo>
                    <a:pt x="1376163" y="3116972"/>
                  </a:lnTo>
                  <a:lnTo>
                    <a:pt x="1375348" y="3116972"/>
                  </a:lnTo>
                  <a:lnTo>
                    <a:pt x="1374533" y="3116972"/>
                  </a:lnTo>
                  <a:lnTo>
                    <a:pt x="1373719" y="3116972"/>
                  </a:lnTo>
                  <a:lnTo>
                    <a:pt x="1372904" y="3116972"/>
                  </a:lnTo>
                  <a:lnTo>
                    <a:pt x="1372089" y="3116972"/>
                  </a:lnTo>
                  <a:lnTo>
                    <a:pt x="1371274" y="3116972"/>
                  </a:lnTo>
                  <a:lnTo>
                    <a:pt x="1370460" y="3116972"/>
                  </a:lnTo>
                  <a:lnTo>
                    <a:pt x="1369645" y="3116972"/>
                  </a:lnTo>
                  <a:lnTo>
                    <a:pt x="1368830" y="3116972"/>
                  </a:lnTo>
                  <a:lnTo>
                    <a:pt x="1368015" y="3116972"/>
                  </a:lnTo>
                  <a:lnTo>
                    <a:pt x="1367200" y="3116972"/>
                  </a:lnTo>
                  <a:lnTo>
                    <a:pt x="1366386" y="3116972"/>
                  </a:lnTo>
                  <a:lnTo>
                    <a:pt x="1365571" y="3116972"/>
                  </a:lnTo>
                  <a:lnTo>
                    <a:pt x="1364756" y="3116972"/>
                  </a:lnTo>
                  <a:lnTo>
                    <a:pt x="1363941" y="3116972"/>
                  </a:lnTo>
                  <a:lnTo>
                    <a:pt x="1363127" y="3116972"/>
                  </a:lnTo>
                  <a:lnTo>
                    <a:pt x="1362312" y="3116972"/>
                  </a:lnTo>
                  <a:lnTo>
                    <a:pt x="1361497" y="3116972"/>
                  </a:lnTo>
                  <a:lnTo>
                    <a:pt x="1360682" y="3116972"/>
                  </a:lnTo>
                  <a:lnTo>
                    <a:pt x="1359867" y="3116972"/>
                  </a:lnTo>
                  <a:lnTo>
                    <a:pt x="1359053" y="3116972"/>
                  </a:lnTo>
                  <a:lnTo>
                    <a:pt x="1358238" y="3116972"/>
                  </a:lnTo>
                  <a:lnTo>
                    <a:pt x="1357423" y="3116972"/>
                  </a:lnTo>
                  <a:lnTo>
                    <a:pt x="1356608" y="3116972"/>
                  </a:lnTo>
                  <a:lnTo>
                    <a:pt x="1355794" y="3116972"/>
                  </a:lnTo>
                  <a:lnTo>
                    <a:pt x="1354979" y="3116972"/>
                  </a:lnTo>
                  <a:lnTo>
                    <a:pt x="1354164" y="3116972"/>
                  </a:lnTo>
                  <a:lnTo>
                    <a:pt x="1353349" y="3116972"/>
                  </a:lnTo>
                  <a:lnTo>
                    <a:pt x="1352534" y="3116972"/>
                  </a:lnTo>
                  <a:lnTo>
                    <a:pt x="1351720" y="3116972"/>
                  </a:lnTo>
                  <a:lnTo>
                    <a:pt x="1350905" y="3116972"/>
                  </a:lnTo>
                  <a:lnTo>
                    <a:pt x="1350090" y="3116972"/>
                  </a:lnTo>
                  <a:lnTo>
                    <a:pt x="1349275" y="3116972"/>
                  </a:lnTo>
                  <a:lnTo>
                    <a:pt x="1348460" y="3116972"/>
                  </a:lnTo>
                  <a:lnTo>
                    <a:pt x="1347646" y="3116972"/>
                  </a:lnTo>
                  <a:lnTo>
                    <a:pt x="1346831" y="3116972"/>
                  </a:lnTo>
                  <a:lnTo>
                    <a:pt x="1346016" y="3116972"/>
                  </a:lnTo>
                  <a:lnTo>
                    <a:pt x="1345201" y="3116972"/>
                  </a:lnTo>
                  <a:lnTo>
                    <a:pt x="1344387" y="3116972"/>
                  </a:lnTo>
                  <a:lnTo>
                    <a:pt x="1343572" y="3116972"/>
                  </a:lnTo>
                  <a:lnTo>
                    <a:pt x="1342757" y="3116972"/>
                  </a:lnTo>
                  <a:lnTo>
                    <a:pt x="1341942" y="3116972"/>
                  </a:lnTo>
                  <a:lnTo>
                    <a:pt x="1341127" y="3116972"/>
                  </a:lnTo>
                  <a:lnTo>
                    <a:pt x="1340313" y="3116972"/>
                  </a:lnTo>
                  <a:lnTo>
                    <a:pt x="1339498" y="3116972"/>
                  </a:lnTo>
                  <a:lnTo>
                    <a:pt x="1338683" y="3116972"/>
                  </a:lnTo>
                  <a:lnTo>
                    <a:pt x="1337868" y="3116972"/>
                  </a:lnTo>
                  <a:lnTo>
                    <a:pt x="1337054" y="3116972"/>
                  </a:lnTo>
                  <a:lnTo>
                    <a:pt x="1336239" y="3116972"/>
                  </a:lnTo>
                  <a:lnTo>
                    <a:pt x="1335424" y="3116972"/>
                  </a:lnTo>
                  <a:lnTo>
                    <a:pt x="1334609" y="3116972"/>
                  </a:lnTo>
                  <a:lnTo>
                    <a:pt x="1333794" y="3116972"/>
                  </a:lnTo>
                  <a:lnTo>
                    <a:pt x="1332980" y="3116972"/>
                  </a:lnTo>
                  <a:lnTo>
                    <a:pt x="1332165" y="3116972"/>
                  </a:lnTo>
                  <a:lnTo>
                    <a:pt x="1331350" y="3116972"/>
                  </a:lnTo>
                  <a:lnTo>
                    <a:pt x="1330535" y="3116972"/>
                  </a:lnTo>
                  <a:lnTo>
                    <a:pt x="1329721" y="3116972"/>
                  </a:lnTo>
                  <a:lnTo>
                    <a:pt x="1328906" y="3116972"/>
                  </a:lnTo>
                  <a:lnTo>
                    <a:pt x="1328091" y="3116972"/>
                  </a:lnTo>
                  <a:lnTo>
                    <a:pt x="1327276" y="3116972"/>
                  </a:lnTo>
                  <a:lnTo>
                    <a:pt x="1326461" y="3116972"/>
                  </a:lnTo>
                  <a:lnTo>
                    <a:pt x="1325647" y="3116972"/>
                  </a:lnTo>
                  <a:lnTo>
                    <a:pt x="1324832" y="3116972"/>
                  </a:lnTo>
                  <a:lnTo>
                    <a:pt x="1324017" y="3116972"/>
                  </a:lnTo>
                  <a:lnTo>
                    <a:pt x="1323202" y="3116972"/>
                  </a:lnTo>
                  <a:lnTo>
                    <a:pt x="1322388" y="3116972"/>
                  </a:lnTo>
                  <a:lnTo>
                    <a:pt x="1321573" y="3116972"/>
                  </a:lnTo>
                  <a:lnTo>
                    <a:pt x="1320758" y="3116972"/>
                  </a:lnTo>
                  <a:lnTo>
                    <a:pt x="1319943" y="3116972"/>
                  </a:lnTo>
                  <a:lnTo>
                    <a:pt x="1319128" y="3116972"/>
                  </a:lnTo>
                  <a:lnTo>
                    <a:pt x="1318314" y="3116972"/>
                  </a:lnTo>
                  <a:lnTo>
                    <a:pt x="1317499" y="3116972"/>
                  </a:lnTo>
                  <a:lnTo>
                    <a:pt x="1316684" y="3116972"/>
                  </a:lnTo>
                  <a:lnTo>
                    <a:pt x="1315869" y="3116972"/>
                  </a:lnTo>
                  <a:lnTo>
                    <a:pt x="1315055" y="3116972"/>
                  </a:lnTo>
                  <a:lnTo>
                    <a:pt x="1314240" y="3116972"/>
                  </a:lnTo>
                  <a:lnTo>
                    <a:pt x="1313425" y="3116972"/>
                  </a:lnTo>
                  <a:lnTo>
                    <a:pt x="1312610" y="3116972"/>
                  </a:lnTo>
                  <a:lnTo>
                    <a:pt x="1311795" y="3116972"/>
                  </a:lnTo>
                  <a:lnTo>
                    <a:pt x="1310981" y="3116972"/>
                  </a:lnTo>
                  <a:lnTo>
                    <a:pt x="1310166" y="3116972"/>
                  </a:lnTo>
                  <a:lnTo>
                    <a:pt x="1309351" y="3116972"/>
                  </a:lnTo>
                  <a:lnTo>
                    <a:pt x="1308536" y="3116972"/>
                  </a:lnTo>
                  <a:lnTo>
                    <a:pt x="1307721" y="3116972"/>
                  </a:lnTo>
                  <a:lnTo>
                    <a:pt x="1306907" y="3116972"/>
                  </a:lnTo>
                  <a:lnTo>
                    <a:pt x="1306092" y="3116972"/>
                  </a:lnTo>
                  <a:lnTo>
                    <a:pt x="1305277" y="3116972"/>
                  </a:lnTo>
                  <a:lnTo>
                    <a:pt x="1304462" y="3116972"/>
                  </a:lnTo>
                  <a:lnTo>
                    <a:pt x="1303648" y="3116972"/>
                  </a:lnTo>
                  <a:lnTo>
                    <a:pt x="1302833" y="3116972"/>
                  </a:lnTo>
                  <a:lnTo>
                    <a:pt x="1302018" y="3116972"/>
                  </a:lnTo>
                  <a:lnTo>
                    <a:pt x="1301203" y="3116972"/>
                  </a:lnTo>
                  <a:lnTo>
                    <a:pt x="1300388" y="3116972"/>
                  </a:lnTo>
                  <a:lnTo>
                    <a:pt x="1299574" y="3116972"/>
                  </a:lnTo>
                  <a:lnTo>
                    <a:pt x="1298759" y="3116972"/>
                  </a:lnTo>
                  <a:lnTo>
                    <a:pt x="1297944" y="3116972"/>
                  </a:lnTo>
                  <a:lnTo>
                    <a:pt x="1297129" y="3116972"/>
                  </a:lnTo>
                  <a:lnTo>
                    <a:pt x="1296315" y="3116972"/>
                  </a:lnTo>
                  <a:lnTo>
                    <a:pt x="1295500" y="3116972"/>
                  </a:lnTo>
                  <a:lnTo>
                    <a:pt x="1294685" y="3116972"/>
                  </a:lnTo>
                  <a:lnTo>
                    <a:pt x="1293870" y="3116972"/>
                  </a:lnTo>
                  <a:lnTo>
                    <a:pt x="1293055" y="3116972"/>
                  </a:lnTo>
                  <a:lnTo>
                    <a:pt x="1292241" y="3116972"/>
                  </a:lnTo>
                  <a:lnTo>
                    <a:pt x="1291426" y="3116972"/>
                  </a:lnTo>
                  <a:lnTo>
                    <a:pt x="1290611" y="3116972"/>
                  </a:lnTo>
                  <a:lnTo>
                    <a:pt x="1289796" y="3116972"/>
                  </a:lnTo>
                  <a:lnTo>
                    <a:pt x="1288982" y="3116972"/>
                  </a:lnTo>
                  <a:lnTo>
                    <a:pt x="1288167" y="3116972"/>
                  </a:lnTo>
                  <a:lnTo>
                    <a:pt x="1287352" y="3116972"/>
                  </a:lnTo>
                  <a:lnTo>
                    <a:pt x="1286537" y="3116972"/>
                  </a:lnTo>
                  <a:lnTo>
                    <a:pt x="1285722" y="3116972"/>
                  </a:lnTo>
                  <a:lnTo>
                    <a:pt x="1284908" y="3116972"/>
                  </a:lnTo>
                  <a:lnTo>
                    <a:pt x="1284093" y="3116972"/>
                  </a:lnTo>
                  <a:lnTo>
                    <a:pt x="1283278" y="3116972"/>
                  </a:lnTo>
                  <a:lnTo>
                    <a:pt x="1282463" y="3116972"/>
                  </a:lnTo>
                  <a:lnTo>
                    <a:pt x="1281649" y="3116972"/>
                  </a:lnTo>
                  <a:lnTo>
                    <a:pt x="1280834" y="3116972"/>
                  </a:lnTo>
                  <a:lnTo>
                    <a:pt x="1280019" y="3116972"/>
                  </a:lnTo>
                  <a:lnTo>
                    <a:pt x="1279204" y="3116972"/>
                  </a:lnTo>
                  <a:lnTo>
                    <a:pt x="1278389" y="3116972"/>
                  </a:lnTo>
                  <a:lnTo>
                    <a:pt x="1277575" y="3116972"/>
                  </a:lnTo>
                  <a:lnTo>
                    <a:pt x="1276760" y="3116972"/>
                  </a:lnTo>
                  <a:lnTo>
                    <a:pt x="1275945" y="3116972"/>
                  </a:lnTo>
                  <a:lnTo>
                    <a:pt x="1275130" y="3116972"/>
                  </a:lnTo>
                  <a:lnTo>
                    <a:pt x="1274315" y="3116972"/>
                  </a:lnTo>
                  <a:lnTo>
                    <a:pt x="1273501" y="3116972"/>
                  </a:lnTo>
                  <a:lnTo>
                    <a:pt x="1272686" y="3116972"/>
                  </a:lnTo>
                  <a:lnTo>
                    <a:pt x="1271871" y="3116972"/>
                  </a:lnTo>
                  <a:lnTo>
                    <a:pt x="1271056" y="3116972"/>
                  </a:lnTo>
                  <a:lnTo>
                    <a:pt x="1270242" y="3116972"/>
                  </a:lnTo>
                  <a:lnTo>
                    <a:pt x="1269427" y="3116972"/>
                  </a:lnTo>
                  <a:lnTo>
                    <a:pt x="1268612" y="3116972"/>
                  </a:lnTo>
                  <a:lnTo>
                    <a:pt x="1267797" y="3116972"/>
                  </a:lnTo>
                  <a:lnTo>
                    <a:pt x="1266982" y="3116972"/>
                  </a:lnTo>
                  <a:lnTo>
                    <a:pt x="1266168" y="3116972"/>
                  </a:lnTo>
                  <a:lnTo>
                    <a:pt x="1265353" y="3116972"/>
                  </a:lnTo>
                  <a:lnTo>
                    <a:pt x="1264538" y="3116972"/>
                  </a:lnTo>
                  <a:lnTo>
                    <a:pt x="1263723" y="3116972"/>
                  </a:lnTo>
                  <a:lnTo>
                    <a:pt x="1262909" y="3116972"/>
                  </a:lnTo>
                  <a:lnTo>
                    <a:pt x="1262094" y="3116972"/>
                  </a:lnTo>
                  <a:lnTo>
                    <a:pt x="1261279" y="3116972"/>
                  </a:lnTo>
                  <a:lnTo>
                    <a:pt x="1260464" y="3116972"/>
                  </a:lnTo>
                  <a:lnTo>
                    <a:pt x="1259649" y="3116972"/>
                  </a:lnTo>
                  <a:lnTo>
                    <a:pt x="1258835" y="3116972"/>
                  </a:lnTo>
                  <a:lnTo>
                    <a:pt x="1258020" y="3116972"/>
                  </a:lnTo>
                  <a:lnTo>
                    <a:pt x="1257205" y="3116972"/>
                  </a:lnTo>
                  <a:lnTo>
                    <a:pt x="1256390" y="3116972"/>
                  </a:lnTo>
                  <a:lnTo>
                    <a:pt x="1255576" y="3116972"/>
                  </a:lnTo>
                  <a:lnTo>
                    <a:pt x="1254761" y="3116972"/>
                  </a:lnTo>
                  <a:lnTo>
                    <a:pt x="1253946" y="3116972"/>
                  </a:lnTo>
                  <a:lnTo>
                    <a:pt x="1253131" y="3116972"/>
                  </a:lnTo>
                  <a:lnTo>
                    <a:pt x="1252316" y="3116972"/>
                  </a:lnTo>
                  <a:lnTo>
                    <a:pt x="1251502" y="3116972"/>
                  </a:lnTo>
                  <a:lnTo>
                    <a:pt x="1250687" y="3116972"/>
                  </a:lnTo>
                  <a:lnTo>
                    <a:pt x="1249872" y="3116972"/>
                  </a:lnTo>
                  <a:lnTo>
                    <a:pt x="1249057" y="3116972"/>
                  </a:lnTo>
                  <a:lnTo>
                    <a:pt x="1248243" y="3116972"/>
                  </a:lnTo>
                  <a:lnTo>
                    <a:pt x="1247428" y="3116972"/>
                  </a:lnTo>
                  <a:lnTo>
                    <a:pt x="1246613" y="3116972"/>
                  </a:lnTo>
                  <a:lnTo>
                    <a:pt x="1245798" y="3116972"/>
                  </a:lnTo>
                  <a:lnTo>
                    <a:pt x="1244983" y="3116972"/>
                  </a:lnTo>
                  <a:lnTo>
                    <a:pt x="1244169" y="3116972"/>
                  </a:lnTo>
                  <a:lnTo>
                    <a:pt x="1243354" y="3116972"/>
                  </a:lnTo>
                  <a:lnTo>
                    <a:pt x="1242539" y="3116972"/>
                  </a:lnTo>
                  <a:lnTo>
                    <a:pt x="1241724" y="3116972"/>
                  </a:lnTo>
                  <a:lnTo>
                    <a:pt x="1240910" y="3116972"/>
                  </a:lnTo>
                  <a:lnTo>
                    <a:pt x="1240095" y="3116972"/>
                  </a:lnTo>
                  <a:lnTo>
                    <a:pt x="1239280" y="3116972"/>
                  </a:lnTo>
                  <a:lnTo>
                    <a:pt x="1238465" y="3116972"/>
                  </a:lnTo>
                  <a:lnTo>
                    <a:pt x="1237650" y="3116972"/>
                  </a:lnTo>
                  <a:lnTo>
                    <a:pt x="1236836" y="3116972"/>
                  </a:lnTo>
                  <a:lnTo>
                    <a:pt x="1236021" y="3116972"/>
                  </a:lnTo>
                  <a:lnTo>
                    <a:pt x="1235206" y="3116972"/>
                  </a:lnTo>
                  <a:lnTo>
                    <a:pt x="1234391" y="3116972"/>
                  </a:lnTo>
                  <a:lnTo>
                    <a:pt x="1233576" y="3116972"/>
                  </a:lnTo>
                  <a:lnTo>
                    <a:pt x="1232762" y="3116972"/>
                  </a:lnTo>
                  <a:lnTo>
                    <a:pt x="1231947" y="3116972"/>
                  </a:lnTo>
                  <a:lnTo>
                    <a:pt x="1231132" y="3116972"/>
                  </a:lnTo>
                  <a:lnTo>
                    <a:pt x="1230317" y="3116972"/>
                  </a:lnTo>
                  <a:lnTo>
                    <a:pt x="1229503" y="3116972"/>
                  </a:lnTo>
                  <a:lnTo>
                    <a:pt x="1228688" y="3116972"/>
                  </a:lnTo>
                  <a:lnTo>
                    <a:pt x="1227873" y="3116972"/>
                  </a:lnTo>
                  <a:lnTo>
                    <a:pt x="1227058" y="3116972"/>
                  </a:lnTo>
                  <a:lnTo>
                    <a:pt x="1226243" y="3116972"/>
                  </a:lnTo>
                  <a:lnTo>
                    <a:pt x="1225429" y="3116972"/>
                  </a:lnTo>
                  <a:lnTo>
                    <a:pt x="1224614" y="3116972"/>
                  </a:lnTo>
                  <a:lnTo>
                    <a:pt x="1223799" y="3116972"/>
                  </a:lnTo>
                  <a:lnTo>
                    <a:pt x="1222984" y="3116972"/>
                  </a:lnTo>
                  <a:lnTo>
                    <a:pt x="1222170" y="3116972"/>
                  </a:lnTo>
                  <a:lnTo>
                    <a:pt x="1221355" y="3116972"/>
                  </a:lnTo>
                  <a:lnTo>
                    <a:pt x="1220540" y="3116972"/>
                  </a:lnTo>
                  <a:lnTo>
                    <a:pt x="1219725" y="3116972"/>
                  </a:lnTo>
                  <a:lnTo>
                    <a:pt x="1218910" y="3116972"/>
                  </a:lnTo>
                  <a:lnTo>
                    <a:pt x="1218096" y="3116972"/>
                  </a:lnTo>
                  <a:lnTo>
                    <a:pt x="1217281" y="3116972"/>
                  </a:lnTo>
                  <a:lnTo>
                    <a:pt x="1216466" y="3116972"/>
                  </a:lnTo>
                  <a:lnTo>
                    <a:pt x="1215651" y="3116972"/>
                  </a:lnTo>
                  <a:lnTo>
                    <a:pt x="1214837" y="3116972"/>
                  </a:lnTo>
                  <a:lnTo>
                    <a:pt x="1214022" y="3116972"/>
                  </a:lnTo>
                  <a:lnTo>
                    <a:pt x="1213207" y="3116972"/>
                  </a:lnTo>
                  <a:lnTo>
                    <a:pt x="1212392" y="3116972"/>
                  </a:lnTo>
                  <a:lnTo>
                    <a:pt x="1211577" y="3116972"/>
                  </a:lnTo>
                  <a:lnTo>
                    <a:pt x="1210763" y="3116972"/>
                  </a:lnTo>
                  <a:lnTo>
                    <a:pt x="1209948" y="3116972"/>
                  </a:lnTo>
                  <a:lnTo>
                    <a:pt x="1209133" y="3116972"/>
                  </a:lnTo>
                  <a:lnTo>
                    <a:pt x="1208318" y="3116972"/>
                  </a:lnTo>
                  <a:lnTo>
                    <a:pt x="1207504" y="3116972"/>
                  </a:lnTo>
                  <a:lnTo>
                    <a:pt x="1206689" y="3116972"/>
                  </a:lnTo>
                  <a:lnTo>
                    <a:pt x="1205874" y="3116972"/>
                  </a:lnTo>
                  <a:lnTo>
                    <a:pt x="1205059" y="3116972"/>
                  </a:lnTo>
                  <a:lnTo>
                    <a:pt x="1204244" y="3116972"/>
                  </a:lnTo>
                  <a:lnTo>
                    <a:pt x="1203430" y="3116972"/>
                  </a:lnTo>
                  <a:lnTo>
                    <a:pt x="1202615" y="3116972"/>
                  </a:lnTo>
                  <a:lnTo>
                    <a:pt x="1201800" y="3116972"/>
                  </a:lnTo>
                  <a:lnTo>
                    <a:pt x="1200985" y="3116972"/>
                  </a:lnTo>
                  <a:lnTo>
                    <a:pt x="1200171" y="3116972"/>
                  </a:lnTo>
                  <a:lnTo>
                    <a:pt x="1199356" y="3116972"/>
                  </a:lnTo>
                  <a:lnTo>
                    <a:pt x="1198541" y="3116972"/>
                  </a:lnTo>
                  <a:lnTo>
                    <a:pt x="1197726" y="3116972"/>
                  </a:lnTo>
                  <a:lnTo>
                    <a:pt x="1196911" y="3116972"/>
                  </a:lnTo>
                  <a:lnTo>
                    <a:pt x="1196097" y="3116972"/>
                  </a:lnTo>
                  <a:lnTo>
                    <a:pt x="1195282" y="3116972"/>
                  </a:lnTo>
                  <a:lnTo>
                    <a:pt x="1194467" y="3116972"/>
                  </a:lnTo>
                  <a:lnTo>
                    <a:pt x="1193652" y="3116972"/>
                  </a:lnTo>
                  <a:lnTo>
                    <a:pt x="1192837" y="3116972"/>
                  </a:lnTo>
                  <a:lnTo>
                    <a:pt x="1192023" y="3116972"/>
                  </a:lnTo>
                  <a:lnTo>
                    <a:pt x="1191208" y="3116972"/>
                  </a:lnTo>
                  <a:lnTo>
                    <a:pt x="1190393" y="3116972"/>
                  </a:lnTo>
                  <a:lnTo>
                    <a:pt x="1189578" y="3116972"/>
                  </a:lnTo>
                  <a:lnTo>
                    <a:pt x="1188764" y="3116972"/>
                  </a:lnTo>
                  <a:lnTo>
                    <a:pt x="1187949" y="3116972"/>
                  </a:lnTo>
                  <a:lnTo>
                    <a:pt x="1187134" y="3116972"/>
                  </a:lnTo>
                  <a:lnTo>
                    <a:pt x="1186319" y="3116972"/>
                  </a:lnTo>
                  <a:lnTo>
                    <a:pt x="1185504" y="3116972"/>
                  </a:lnTo>
                  <a:lnTo>
                    <a:pt x="1184690" y="3116972"/>
                  </a:lnTo>
                  <a:lnTo>
                    <a:pt x="1183875" y="3116972"/>
                  </a:lnTo>
                  <a:lnTo>
                    <a:pt x="1183060" y="3116972"/>
                  </a:lnTo>
                  <a:lnTo>
                    <a:pt x="1182245" y="3116972"/>
                  </a:lnTo>
                  <a:lnTo>
                    <a:pt x="1181431" y="3116972"/>
                  </a:lnTo>
                  <a:lnTo>
                    <a:pt x="1180616" y="3116972"/>
                  </a:lnTo>
                  <a:lnTo>
                    <a:pt x="1179801" y="3116972"/>
                  </a:lnTo>
                  <a:lnTo>
                    <a:pt x="1178986" y="3116972"/>
                  </a:lnTo>
                  <a:lnTo>
                    <a:pt x="1178171" y="3116972"/>
                  </a:lnTo>
                  <a:lnTo>
                    <a:pt x="1177357" y="3116972"/>
                  </a:lnTo>
                  <a:lnTo>
                    <a:pt x="1176542" y="3116972"/>
                  </a:lnTo>
                  <a:lnTo>
                    <a:pt x="1175727" y="3116972"/>
                  </a:lnTo>
                  <a:lnTo>
                    <a:pt x="1174912" y="3116972"/>
                  </a:lnTo>
                  <a:lnTo>
                    <a:pt x="1174098" y="3116972"/>
                  </a:lnTo>
                  <a:lnTo>
                    <a:pt x="1173283" y="3116972"/>
                  </a:lnTo>
                  <a:lnTo>
                    <a:pt x="1172468" y="3116972"/>
                  </a:lnTo>
                  <a:lnTo>
                    <a:pt x="1171653" y="3116972"/>
                  </a:lnTo>
                  <a:lnTo>
                    <a:pt x="1170838" y="3116972"/>
                  </a:lnTo>
                  <a:lnTo>
                    <a:pt x="1170024" y="3116972"/>
                  </a:lnTo>
                  <a:lnTo>
                    <a:pt x="1169209" y="3116972"/>
                  </a:lnTo>
                  <a:lnTo>
                    <a:pt x="1168394" y="3116972"/>
                  </a:lnTo>
                  <a:lnTo>
                    <a:pt x="1167579" y="3116972"/>
                  </a:lnTo>
                  <a:lnTo>
                    <a:pt x="1166765" y="3116972"/>
                  </a:lnTo>
                  <a:lnTo>
                    <a:pt x="1165950" y="3116972"/>
                  </a:lnTo>
                  <a:lnTo>
                    <a:pt x="1165135" y="3116972"/>
                  </a:lnTo>
                  <a:lnTo>
                    <a:pt x="1164320" y="3116972"/>
                  </a:lnTo>
                  <a:lnTo>
                    <a:pt x="1163505" y="3116972"/>
                  </a:lnTo>
                  <a:lnTo>
                    <a:pt x="1162691" y="3116972"/>
                  </a:lnTo>
                  <a:lnTo>
                    <a:pt x="1161876" y="3116972"/>
                  </a:lnTo>
                  <a:lnTo>
                    <a:pt x="1161061" y="3116972"/>
                  </a:lnTo>
                  <a:lnTo>
                    <a:pt x="1160246" y="3116972"/>
                  </a:lnTo>
                  <a:lnTo>
                    <a:pt x="1159432" y="3116972"/>
                  </a:lnTo>
                  <a:lnTo>
                    <a:pt x="1158617" y="3116972"/>
                  </a:lnTo>
                  <a:lnTo>
                    <a:pt x="1157802" y="3116972"/>
                  </a:lnTo>
                  <a:lnTo>
                    <a:pt x="1156987" y="3116972"/>
                  </a:lnTo>
                  <a:lnTo>
                    <a:pt x="1156172" y="3116972"/>
                  </a:lnTo>
                  <a:lnTo>
                    <a:pt x="1155358" y="3116972"/>
                  </a:lnTo>
                  <a:lnTo>
                    <a:pt x="1154543" y="3116972"/>
                  </a:lnTo>
                  <a:lnTo>
                    <a:pt x="1153728" y="3116972"/>
                  </a:lnTo>
                  <a:lnTo>
                    <a:pt x="1152913" y="3116972"/>
                  </a:lnTo>
                  <a:lnTo>
                    <a:pt x="1152098" y="3116972"/>
                  </a:lnTo>
                  <a:lnTo>
                    <a:pt x="1151284" y="3116972"/>
                  </a:lnTo>
                  <a:lnTo>
                    <a:pt x="1150469" y="3116972"/>
                  </a:lnTo>
                  <a:lnTo>
                    <a:pt x="1149654" y="3116972"/>
                  </a:lnTo>
                  <a:lnTo>
                    <a:pt x="1148839" y="3116972"/>
                  </a:lnTo>
                  <a:lnTo>
                    <a:pt x="1148025" y="3116972"/>
                  </a:lnTo>
                  <a:lnTo>
                    <a:pt x="1147210" y="3116972"/>
                  </a:lnTo>
                  <a:lnTo>
                    <a:pt x="1146395" y="3116972"/>
                  </a:lnTo>
                  <a:lnTo>
                    <a:pt x="1145580" y="3116972"/>
                  </a:lnTo>
                  <a:lnTo>
                    <a:pt x="1144765" y="3116972"/>
                  </a:lnTo>
                  <a:lnTo>
                    <a:pt x="1143951" y="3116972"/>
                  </a:lnTo>
                  <a:lnTo>
                    <a:pt x="1143136" y="3116972"/>
                  </a:lnTo>
                  <a:lnTo>
                    <a:pt x="1142321" y="3116972"/>
                  </a:lnTo>
                  <a:lnTo>
                    <a:pt x="1141506" y="3116972"/>
                  </a:lnTo>
                  <a:lnTo>
                    <a:pt x="1140692" y="3116972"/>
                  </a:lnTo>
                  <a:lnTo>
                    <a:pt x="1139877" y="3116972"/>
                  </a:lnTo>
                  <a:lnTo>
                    <a:pt x="1139062" y="3116972"/>
                  </a:lnTo>
                  <a:lnTo>
                    <a:pt x="1138247" y="3116972"/>
                  </a:lnTo>
                  <a:lnTo>
                    <a:pt x="1137432" y="3116972"/>
                  </a:lnTo>
                  <a:lnTo>
                    <a:pt x="1136618" y="3116972"/>
                  </a:lnTo>
                  <a:lnTo>
                    <a:pt x="1135803" y="3116972"/>
                  </a:lnTo>
                  <a:lnTo>
                    <a:pt x="1134988" y="3116972"/>
                  </a:lnTo>
                  <a:lnTo>
                    <a:pt x="1134173" y="3116972"/>
                  </a:lnTo>
                  <a:lnTo>
                    <a:pt x="1133359" y="3116972"/>
                  </a:lnTo>
                  <a:lnTo>
                    <a:pt x="1132544" y="3116972"/>
                  </a:lnTo>
                  <a:lnTo>
                    <a:pt x="1131729" y="3116972"/>
                  </a:lnTo>
                  <a:lnTo>
                    <a:pt x="1130914" y="3116972"/>
                  </a:lnTo>
                  <a:lnTo>
                    <a:pt x="1130099" y="3116972"/>
                  </a:lnTo>
                  <a:lnTo>
                    <a:pt x="1129285" y="3116972"/>
                  </a:lnTo>
                  <a:lnTo>
                    <a:pt x="1128470" y="3116972"/>
                  </a:lnTo>
                  <a:lnTo>
                    <a:pt x="1127655" y="3116972"/>
                  </a:lnTo>
                  <a:lnTo>
                    <a:pt x="1126840" y="3116972"/>
                  </a:lnTo>
                  <a:lnTo>
                    <a:pt x="1126026" y="3116972"/>
                  </a:lnTo>
                  <a:lnTo>
                    <a:pt x="1125211" y="3116972"/>
                  </a:lnTo>
                  <a:lnTo>
                    <a:pt x="1124396" y="3116972"/>
                  </a:lnTo>
                  <a:lnTo>
                    <a:pt x="1123581" y="3116972"/>
                  </a:lnTo>
                  <a:lnTo>
                    <a:pt x="1122766" y="3116972"/>
                  </a:lnTo>
                  <a:lnTo>
                    <a:pt x="1121952" y="3116972"/>
                  </a:lnTo>
                  <a:lnTo>
                    <a:pt x="1121137" y="3116972"/>
                  </a:lnTo>
                  <a:lnTo>
                    <a:pt x="1120322" y="3116972"/>
                  </a:lnTo>
                  <a:lnTo>
                    <a:pt x="1119507" y="3116972"/>
                  </a:lnTo>
                  <a:lnTo>
                    <a:pt x="1118693" y="3116972"/>
                  </a:lnTo>
                  <a:lnTo>
                    <a:pt x="1117878" y="3116972"/>
                  </a:lnTo>
                  <a:lnTo>
                    <a:pt x="1117063" y="3116972"/>
                  </a:lnTo>
                  <a:lnTo>
                    <a:pt x="1116248" y="3116972"/>
                  </a:lnTo>
                  <a:lnTo>
                    <a:pt x="1115433" y="3116972"/>
                  </a:lnTo>
                  <a:lnTo>
                    <a:pt x="1114619" y="3116972"/>
                  </a:lnTo>
                  <a:lnTo>
                    <a:pt x="1113804" y="3116972"/>
                  </a:lnTo>
                  <a:lnTo>
                    <a:pt x="1112989" y="3116972"/>
                  </a:lnTo>
                  <a:lnTo>
                    <a:pt x="1112174" y="3116972"/>
                  </a:lnTo>
                  <a:lnTo>
                    <a:pt x="1111359" y="3116972"/>
                  </a:lnTo>
                  <a:lnTo>
                    <a:pt x="1110545" y="3116972"/>
                  </a:lnTo>
                  <a:lnTo>
                    <a:pt x="1109730" y="3116972"/>
                  </a:lnTo>
                  <a:lnTo>
                    <a:pt x="1108915" y="3116972"/>
                  </a:lnTo>
                  <a:lnTo>
                    <a:pt x="1108100" y="3116972"/>
                  </a:lnTo>
                  <a:lnTo>
                    <a:pt x="1107286" y="3116972"/>
                  </a:lnTo>
                  <a:lnTo>
                    <a:pt x="1106471" y="3116972"/>
                  </a:lnTo>
                  <a:lnTo>
                    <a:pt x="1105656" y="3116972"/>
                  </a:lnTo>
                  <a:lnTo>
                    <a:pt x="1104841" y="3116972"/>
                  </a:lnTo>
                  <a:lnTo>
                    <a:pt x="1104026" y="3116972"/>
                  </a:lnTo>
                  <a:lnTo>
                    <a:pt x="1103212" y="3116972"/>
                  </a:lnTo>
                  <a:lnTo>
                    <a:pt x="1102397" y="3116972"/>
                  </a:lnTo>
                  <a:lnTo>
                    <a:pt x="1101582" y="3116972"/>
                  </a:lnTo>
                  <a:lnTo>
                    <a:pt x="1100767" y="3116972"/>
                  </a:lnTo>
                  <a:lnTo>
                    <a:pt x="1099953" y="3116972"/>
                  </a:lnTo>
                  <a:lnTo>
                    <a:pt x="1099138" y="3116972"/>
                  </a:lnTo>
                  <a:lnTo>
                    <a:pt x="1098323" y="3116972"/>
                  </a:lnTo>
                  <a:lnTo>
                    <a:pt x="1097508" y="3116972"/>
                  </a:lnTo>
                  <a:lnTo>
                    <a:pt x="1096693" y="3116972"/>
                  </a:lnTo>
                  <a:lnTo>
                    <a:pt x="1095879" y="3116972"/>
                  </a:lnTo>
                  <a:lnTo>
                    <a:pt x="1095064" y="3116972"/>
                  </a:lnTo>
                  <a:lnTo>
                    <a:pt x="1094249" y="3116972"/>
                  </a:lnTo>
                  <a:lnTo>
                    <a:pt x="1093434" y="3116972"/>
                  </a:lnTo>
                  <a:lnTo>
                    <a:pt x="1092620" y="3116972"/>
                  </a:lnTo>
                  <a:lnTo>
                    <a:pt x="1091805" y="3116972"/>
                  </a:lnTo>
                  <a:lnTo>
                    <a:pt x="1090990" y="3116972"/>
                  </a:lnTo>
                  <a:lnTo>
                    <a:pt x="1090175" y="3116972"/>
                  </a:lnTo>
                  <a:lnTo>
                    <a:pt x="1089360" y="3116972"/>
                  </a:lnTo>
                  <a:lnTo>
                    <a:pt x="1088546" y="3116972"/>
                  </a:lnTo>
                  <a:lnTo>
                    <a:pt x="1087731" y="3116972"/>
                  </a:lnTo>
                  <a:lnTo>
                    <a:pt x="1086916" y="3116972"/>
                  </a:lnTo>
                  <a:lnTo>
                    <a:pt x="1086101" y="3116972"/>
                  </a:lnTo>
                  <a:lnTo>
                    <a:pt x="1085287" y="3116972"/>
                  </a:lnTo>
                  <a:lnTo>
                    <a:pt x="1084472" y="3116972"/>
                  </a:lnTo>
                  <a:lnTo>
                    <a:pt x="1083657" y="3116972"/>
                  </a:lnTo>
                  <a:lnTo>
                    <a:pt x="1082842" y="3116972"/>
                  </a:lnTo>
                  <a:lnTo>
                    <a:pt x="1082027" y="3116972"/>
                  </a:lnTo>
                  <a:lnTo>
                    <a:pt x="1081213" y="3116972"/>
                  </a:lnTo>
                  <a:lnTo>
                    <a:pt x="1080398" y="3116972"/>
                  </a:lnTo>
                  <a:lnTo>
                    <a:pt x="1079583" y="3116972"/>
                  </a:lnTo>
                  <a:lnTo>
                    <a:pt x="1078768" y="3116972"/>
                  </a:lnTo>
                  <a:lnTo>
                    <a:pt x="1077954" y="3116972"/>
                  </a:lnTo>
                  <a:lnTo>
                    <a:pt x="1077139" y="3116972"/>
                  </a:lnTo>
                  <a:lnTo>
                    <a:pt x="1076324" y="3116972"/>
                  </a:lnTo>
                  <a:lnTo>
                    <a:pt x="1075509" y="3116972"/>
                  </a:lnTo>
                  <a:lnTo>
                    <a:pt x="1074694" y="3116972"/>
                  </a:lnTo>
                  <a:lnTo>
                    <a:pt x="1073880" y="3116972"/>
                  </a:lnTo>
                  <a:lnTo>
                    <a:pt x="1073065" y="3116972"/>
                  </a:lnTo>
                  <a:lnTo>
                    <a:pt x="1072250" y="3116972"/>
                  </a:lnTo>
                  <a:lnTo>
                    <a:pt x="1071435" y="3116972"/>
                  </a:lnTo>
                  <a:lnTo>
                    <a:pt x="1070620" y="3116972"/>
                  </a:lnTo>
                  <a:lnTo>
                    <a:pt x="1069806" y="3116972"/>
                  </a:lnTo>
                  <a:lnTo>
                    <a:pt x="1068991" y="3116972"/>
                  </a:lnTo>
                  <a:lnTo>
                    <a:pt x="1068176" y="3116972"/>
                  </a:lnTo>
                  <a:lnTo>
                    <a:pt x="1067361" y="3116972"/>
                  </a:lnTo>
                  <a:lnTo>
                    <a:pt x="1066547" y="3116972"/>
                  </a:lnTo>
                  <a:lnTo>
                    <a:pt x="1065732" y="3116972"/>
                  </a:lnTo>
                  <a:lnTo>
                    <a:pt x="1064917" y="3116972"/>
                  </a:lnTo>
                  <a:lnTo>
                    <a:pt x="1064102" y="3116972"/>
                  </a:lnTo>
                  <a:lnTo>
                    <a:pt x="1063287" y="3116972"/>
                  </a:lnTo>
                  <a:lnTo>
                    <a:pt x="1062473" y="3116972"/>
                  </a:lnTo>
                  <a:lnTo>
                    <a:pt x="1061658" y="3116972"/>
                  </a:lnTo>
                  <a:lnTo>
                    <a:pt x="1060843" y="3116972"/>
                  </a:lnTo>
                  <a:lnTo>
                    <a:pt x="1060028" y="3116972"/>
                  </a:lnTo>
                  <a:lnTo>
                    <a:pt x="1059214" y="3116972"/>
                  </a:lnTo>
                  <a:lnTo>
                    <a:pt x="1058399" y="3116972"/>
                  </a:lnTo>
                  <a:lnTo>
                    <a:pt x="1057584" y="3116972"/>
                  </a:lnTo>
                  <a:lnTo>
                    <a:pt x="1056769" y="3116972"/>
                  </a:lnTo>
                  <a:lnTo>
                    <a:pt x="1055954" y="3116972"/>
                  </a:lnTo>
                  <a:lnTo>
                    <a:pt x="1055140" y="3116972"/>
                  </a:lnTo>
                  <a:lnTo>
                    <a:pt x="1054325" y="3116972"/>
                  </a:lnTo>
                  <a:lnTo>
                    <a:pt x="1053510" y="3116972"/>
                  </a:lnTo>
                  <a:lnTo>
                    <a:pt x="1052695" y="3116972"/>
                  </a:lnTo>
                  <a:lnTo>
                    <a:pt x="1051881" y="3116972"/>
                  </a:lnTo>
                  <a:lnTo>
                    <a:pt x="1051066" y="3116972"/>
                  </a:lnTo>
                  <a:lnTo>
                    <a:pt x="1050251" y="3116972"/>
                  </a:lnTo>
                  <a:lnTo>
                    <a:pt x="1049436" y="3116972"/>
                  </a:lnTo>
                  <a:lnTo>
                    <a:pt x="1048621" y="3116972"/>
                  </a:lnTo>
                  <a:lnTo>
                    <a:pt x="1047807" y="3116972"/>
                  </a:lnTo>
                  <a:lnTo>
                    <a:pt x="1046992" y="3116972"/>
                  </a:lnTo>
                  <a:lnTo>
                    <a:pt x="1046177" y="3116972"/>
                  </a:lnTo>
                  <a:lnTo>
                    <a:pt x="1045362" y="3116972"/>
                  </a:lnTo>
                  <a:lnTo>
                    <a:pt x="1044548" y="3116972"/>
                  </a:lnTo>
                  <a:lnTo>
                    <a:pt x="1043733" y="3116972"/>
                  </a:lnTo>
                  <a:lnTo>
                    <a:pt x="1042918" y="3116972"/>
                  </a:lnTo>
                  <a:lnTo>
                    <a:pt x="1042103" y="3116972"/>
                  </a:lnTo>
                  <a:lnTo>
                    <a:pt x="1041288" y="3116972"/>
                  </a:lnTo>
                  <a:lnTo>
                    <a:pt x="1040474" y="3116972"/>
                  </a:lnTo>
                  <a:lnTo>
                    <a:pt x="1039659" y="3116972"/>
                  </a:lnTo>
                  <a:lnTo>
                    <a:pt x="1038844" y="3116972"/>
                  </a:lnTo>
                  <a:lnTo>
                    <a:pt x="1038029" y="3116972"/>
                  </a:lnTo>
                  <a:lnTo>
                    <a:pt x="1037215" y="3116972"/>
                  </a:lnTo>
                  <a:lnTo>
                    <a:pt x="1036400" y="3116972"/>
                  </a:lnTo>
                  <a:lnTo>
                    <a:pt x="1035585" y="3116972"/>
                  </a:lnTo>
                  <a:lnTo>
                    <a:pt x="1034770" y="3116972"/>
                  </a:lnTo>
                  <a:lnTo>
                    <a:pt x="1033955" y="3116972"/>
                  </a:lnTo>
                  <a:lnTo>
                    <a:pt x="1033141" y="3116972"/>
                  </a:lnTo>
                  <a:lnTo>
                    <a:pt x="1032326" y="3116972"/>
                  </a:lnTo>
                  <a:lnTo>
                    <a:pt x="1031511" y="3116972"/>
                  </a:lnTo>
                  <a:lnTo>
                    <a:pt x="1030696" y="3116972"/>
                  </a:lnTo>
                  <a:lnTo>
                    <a:pt x="1029881" y="3116972"/>
                  </a:lnTo>
                  <a:lnTo>
                    <a:pt x="1029067" y="3116972"/>
                  </a:lnTo>
                  <a:lnTo>
                    <a:pt x="1028252" y="3116972"/>
                  </a:lnTo>
                  <a:lnTo>
                    <a:pt x="1027437" y="3116972"/>
                  </a:lnTo>
                  <a:lnTo>
                    <a:pt x="1026622" y="3116972"/>
                  </a:lnTo>
                  <a:lnTo>
                    <a:pt x="1025808" y="3116972"/>
                  </a:lnTo>
                  <a:lnTo>
                    <a:pt x="1024993" y="3116972"/>
                  </a:lnTo>
                  <a:lnTo>
                    <a:pt x="1024178" y="3116972"/>
                  </a:lnTo>
                  <a:lnTo>
                    <a:pt x="1023363" y="3116972"/>
                  </a:lnTo>
                  <a:lnTo>
                    <a:pt x="1022548" y="3116972"/>
                  </a:lnTo>
                  <a:lnTo>
                    <a:pt x="1021734" y="3116972"/>
                  </a:lnTo>
                  <a:lnTo>
                    <a:pt x="1020919" y="3116972"/>
                  </a:lnTo>
                  <a:lnTo>
                    <a:pt x="1020104" y="3116972"/>
                  </a:lnTo>
                  <a:lnTo>
                    <a:pt x="1019289" y="3116972"/>
                  </a:lnTo>
                  <a:lnTo>
                    <a:pt x="1018475" y="3116972"/>
                  </a:lnTo>
                  <a:lnTo>
                    <a:pt x="1017660" y="3116972"/>
                  </a:lnTo>
                  <a:lnTo>
                    <a:pt x="1016845" y="3116972"/>
                  </a:lnTo>
                  <a:lnTo>
                    <a:pt x="1016030" y="3116972"/>
                  </a:lnTo>
                  <a:lnTo>
                    <a:pt x="1015215" y="3116972"/>
                  </a:lnTo>
                  <a:lnTo>
                    <a:pt x="1014401" y="3116972"/>
                  </a:lnTo>
                  <a:lnTo>
                    <a:pt x="1013586" y="3116972"/>
                  </a:lnTo>
                  <a:lnTo>
                    <a:pt x="1012771" y="3116972"/>
                  </a:lnTo>
                  <a:lnTo>
                    <a:pt x="1011956" y="3116972"/>
                  </a:lnTo>
                  <a:lnTo>
                    <a:pt x="1011142" y="3116972"/>
                  </a:lnTo>
                  <a:lnTo>
                    <a:pt x="1010327" y="3116972"/>
                  </a:lnTo>
                  <a:lnTo>
                    <a:pt x="1009512" y="3116972"/>
                  </a:lnTo>
                  <a:lnTo>
                    <a:pt x="1008697" y="3116972"/>
                  </a:lnTo>
                  <a:lnTo>
                    <a:pt x="1007882" y="3116972"/>
                  </a:lnTo>
                  <a:lnTo>
                    <a:pt x="1007068" y="3116972"/>
                  </a:lnTo>
                  <a:lnTo>
                    <a:pt x="1006253" y="3116972"/>
                  </a:lnTo>
                  <a:lnTo>
                    <a:pt x="1005438" y="3116972"/>
                  </a:lnTo>
                  <a:lnTo>
                    <a:pt x="1004623" y="3116972"/>
                  </a:lnTo>
                  <a:lnTo>
                    <a:pt x="1003809" y="3116972"/>
                  </a:lnTo>
                  <a:lnTo>
                    <a:pt x="1002994" y="3116972"/>
                  </a:lnTo>
                  <a:lnTo>
                    <a:pt x="1002179" y="3116972"/>
                  </a:lnTo>
                  <a:lnTo>
                    <a:pt x="1001364" y="3116972"/>
                  </a:lnTo>
                  <a:lnTo>
                    <a:pt x="1000549" y="3116972"/>
                  </a:lnTo>
                  <a:lnTo>
                    <a:pt x="999735" y="3116972"/>
                  </a:lnTo>
                  <a:lnTo>
                    <a:pt x="998920" y="3116972"/>
                  </a:lnTo>
                  <a:lnTo>
                    <a:pt x="998105" y="3116972"/>
                  </a:lnTo>
                  <a:lnTo>
                    <a:pt x="997290" y="3116972"/>
                  </a:lnTo>
                  <a:lnTo>
                    <a:pt x="996476" y="3116972"/>
                  </a:lnTo>
                  <a:lnTo>
                    <a:pt x="995661" y="3116972"/>
                  </a:lnTo>
                  <a:lnTo>
                    <a:pt x="994846" y="3116972"/>
                  </a:lnTo>
                  <a:lnTo>
                    <a:pt x="994031" y="3116972"/>
                  </a:lnTo>
                  <a:lnTo>
                    <a:pt x="993216" y="3116972"/>
                  </a:lnTo>
                  <a:lnTo>
                    <a:pt x="992402" y="3116972"/>
                  </a:lnTo>
                  <a:lnTo>
                    <a:pt x="991587" y="3116972"/>
                  </a:lnTo>
                  <a:lnTo>
                    <a:pt x="990772" y="3116972"/>
                  </a:lnTo>
                  <a:lnTo>
                    <a:pt x="989957" y="3116972"/>
                  </a:lnTo>
                  <a:lnTo>
                    <a:pt x="989142" y="3116972"/>
                  </a:lnTo>
                  <a:lnTo>
                    <a:pt x="988328" y="3116972"/>
                  </a:lnTo>
                  <a:lnTo>
                    <a:pt x="987513" y="3116972"/>
                  </a:lnTo>
                  <a:lnTo>
                    <a:pt x="986698" y="3116972"/>
                  </a:lnTo>
                  <a:lnTo>
                    <a:pt x="985883" y="3116972"/>
                  </a:lnTo>
                  <a:lnTo>
                    <a:pt x="985069" y="3116972"/>
                  </a:lnTo>
                  <a:lnTo>
                    <a:pt x="984254" y="3116972"/>
                  </a:lnTo>
                  <a:lnTo>
                    <a:pt x="983439" y="3116972"/>
                  </a:lnTo>
                  <a:lnTo>
                    <a:pt x="982624" y="3116972"/>
                  </a:lnTo>
                  <a:lnTo>
                    <a:pt x="981809" y="3116972"/>
                  </a:lnTo>
                  <a:lnTo>
                    <a:pt x="980995" y="3116972"/>
                  </a:lnTo>
                  <a:lnTo>
                    <a:pt x="980180" y="3116972"/>
                  </a:lnTo>
                  <a:lnTo>
                    <a:pt x="979365" y="3116972"/>
                  </a:lnTo>
                  <a:lnTo>
                    <a:pt x="978550" y="3116972"/>
                  </a:lnTo>
                  <a:lnTo>
                    <a:pt x="977736" y="3116972"/>
                  </a:lnTo>
                  <a:lnTo>
                    <a:pt x="976921" y="3116972"/>
                  </a:lnTo>
                  <a:lnTo>
                    <a:pt x="976106" y="3116972"/>
                  </a:lnTo>
                  <a:lnTo>
                    <a:pt x="975291" y="3116972"/>
                  </a:lnTo>
                  <a:lnTo>
                    <a:pt x="974476" y="3116972"/>
                  </a:lnTo>
                  <a:lnTo>
                    <a:pt x="973662" y="3116972"/>
                  </a:lnTo>
                  <a:lnTo>
                    <a:pt x="972847" y="3116972"/>
                  </a:lnTo>
                  <a:lnTo>
                    <a:pt x="972032" y="3116972"/>
                  </a:lnTo>
                  <a:lnTo>
                    <a:pt x="971217" y="3116972"/>
                  </a:lnTo>
                  <a:lnTo>
                    <a:pt x="970403" y="3116972"/>
                  </a:lnTo>
                  <a:lnTo>
                    <a:pt x="969588" y="3116972"/>
                  </a:lnTo>
                  <a:lnTo>
                    <a:pt x="968773" y="3116972"/>
                  </a:lnTo>
                  <a:lnTo>
                    <a:pt x="967958" y="3116972"/>
                  </a:lnTo>
                  <a:lnTo>
                    <a:pt x="967143" y="3116972"/>
                  </a:lnTo>
                  <a:lnTo>
                    <a:pt x="966329" y="3116972"/>
                  </a:lnTo>
                  <a:lnTo>
                    <a:pt x="965514" y="3116972"/>
                  </a:lnTo>
                  <a:lnTo>
                    <a:pt x="964699" y="3116972"/>
                  </a:lnTo>
                  <a:lnTo>
                    <a:pt x="963884" y="3116972"/>
                  </a:lnTo>
                  <a:lnTo>
                    <a:pt x="963070" y="3116972"/>
                  </a:lnTo>
                  <a:lnTo>
                    <a:pt x="962255" y="3116972"/>
                  </a:lnTo>
                  <a:lnTo>
                    <a:pt x="961440" y="3116972"/>
                  </a:lnTo>
                  <a:lnTo>
                    <a:pt x="960625" y="3116972"/>
                  </a:lnTo>
                  <a:lnTo>
                    <a:pt x="959810" y="3116972"/>
                  </a:lnTo>
                  <a:lnTo>
                    <a:pt x="958996" y="3116972"/>
                  </a:lnTo>
                  <a:lnTo>
                    <a:pt x="958181" y="3116972"/>
                  </a:lnTo>
                  <a:lnTo>
                    <a:pt x="957366" y="3116972"/>
                  </a:lnTo>
                  <a:lnTo>
                    <a:pt x="956551" y="3116972"/>
                  </a:lnTo>
                  <a:lnTo>
                    <a:pt x="955736" y="3116972"/>
                  </a:lnTo>
                  <a:lnTo>
                    <a:pt x="954922" y="3116972"/>
                  </a:lnTo>
                  <a:lnTo>
                    <a:pt x="954107" y="3116972"/>
                  </a:lnTo>
                  <a:lnTo>
                    <a:pt x="953292" y="3116972"/>
                  </a:lnTo>
                  <a:lnTo>
                    <a:pt x="952477" y="3116972"/>
                  </a:lnTo>
                  <a:lnTo>
                    <a:pt x="951663" y="3116972"/>
                  </a:lnTo>
                  <a:lnTo>
                    <a:pt x="950848" y="3116972"/>
                  </a:lnTo>
                  <a:lnTo>
                    <a:pt x="950033" y="3116972"/>
                  </a:lnTo>
                  <a:lnTo>
                    <a:pt x="949218" y="3116972"/>
                  </a:lnTo>
                  <a:lnTo>
                    <a:pt x="948403" y="3116972"/>
                  </a:lnTo>
                  <a:lnTo>
                    <a:pt x="947589" y="3116972"/>
                  </a:lnTo>
                  <a:lnTo>
                    <a:pt x="946774" y="3116972"/>
                  </a:lnTo>
                  <a:lnTo>
                    <a:pt x="945959" y="3116972"/>
                  </a:lnTo>
                  <a:lnTo>
                    <a:pt x="945144" y="3116972"/>
                  </a:lnTo>
                  <a:lnTo>
                    <a:pt x="944330" y="3116972"/>
                  </a:lnTo>
                  <a:lnTo>
                    <a:pt x="943515" y="3116972"/>
                  </a:lnTo>
                  <a:lnTo>
                    <a:pt x="942700" y="3116972"/>
                  </a:lnTo>
                  <a:lnTo>
                    <a:pt x="941885" y="3116972"/>
                  </a:lnTo>
                  <a:lnTo>
                    <a:pt x="941070" y="3116972"/>
                  </a:lnTo>
                  <a:lnTo>
                    <a:pt x="940256" y="3116972"/>
                  </a:lnTo>
                  <a:lnTo>
                    <a:pt x="939441" y="3116972"/>
                  </a:lnTo>
                  <a:lnTo>
                    <a:pt x="938626" y="3116972"/>
                  </a:lnTo>
                  <a:lnTo>
                    <a:pt x="937811" y="3116972"/>
                  </a:lnTo>
                  <a:lnTo>
                    <a:pt x="936997" y="3116972"/>
                  </a:lnTo>
                  <a:lnTo>
                    <a:pt x="936182" y="3116972"/>
                  </a:lnTo>
                  <a:lnTo>
                    <a:pt x="935367" y="3116972"/>
                  </a:lnTo>
                  <a:lnTo>
                    <a:pt x="934552" y="3116972"/>
                  </a:lnTo>
                  <a:lnTo>
                    <a:pt x="933737" y="3116972"/>
                  </a:lnTo>
                  <a:lnTo>
                    <a:pt x="932923" y="3116972"/>
                  </a:lnTo>
                  <a:lnTo>
                    <a:pt x="932108" y="3116972"/>
                  </a:lnTo>
                  <a:lnTo>
                    <a:pt x="931293" y="3116972"/>
                  </a:lnTo>
                  <a:lnTo>
                    <a:pt x="930478" y="3116972"/>
                  </a:lnTo>
                  <a:lnTo>
                    <a:pt x="929664" y="3116972"/>
                  </a:lnTo>
                  <a:lnTo>
                    <a:pt x="928849" y="3116972"/>
                  </a:lnTo>
                  <a:lnTo>
                    <a:pt x="928034" y="3116972"/>
                  </a:lnTo>
                  <a:lnTo>
                    <a:pt x="927219" y="3116972"/>
                  </a:lnTo>
                  <a:lnTo>
                    <a:pt x="926404" y="3116972"/>
                  </a:lnTo>
                  <a:lnTo>
                    <a:pt x="925590" y="3116972"/>
                  </a:lnTo>
                  <a:lnTo>
                    <a:pt x="924775" y="3116972"/>
                  </a:lnTo>
                  <a:lnTo>
                    <a:pt x="923960" y="3116972"/>
                  </a:lnTo>
                  <a:lnTo>
                    <a:pt x="923145" y="3116972"/>
                  </a:lnTo>
                  <a:lnTo>
                    <a:pt x="922331" y="3116972"/>
                  </a:lnTo>
                  <a:lnTo>
                    <a:pt x="921516" y="3116972"/>
                  </a:lnTo>
                  <a:lnTo>
                    <a:pt x="920701" y="3116972"/>
                  </a:lnTo>
                  <a:lnTo>
                    <a:pt x="919886" y="3116972"/>
                  </a:lnTo>
                  <a:lnTo>
                    <a:pt x="919071" y="3116972"/>
                  </a:lnTo>
                  <a:lnTo>
                    <a:pt x="918257" y="3116972"/>
                  </a:lnTo>
                  <a:lnTo>
                    <a:pt x="917442" y="3116972"/>
                  </a:lnTo>
                  <a:lnTo>
                    <a:pt x="916627" y="3116972"/>
                  </a:lnTo>
                  <a:lnTo>
                    <a:pt x="915812" y="3116972"/>
                  </a:lnTo>
                  <a:lnTo>
                    <a:pt x="914997" y="3116972"/>
                  </a:lnTo>
                  <a:lnTo>
                    <a:pt x="914183" y="3116972"/>
                  </a:lnTo>
                  <a:lnTo>
                    <a:pt x="913368" y="3116972"/>
                  </a:lnTo>
                  <a:lnTo>
                    <a:pt x="912553" y="3116972"/>
                  </a:lnTo>
                  <a:lnTo>
                    <a:pt x="911738" y="3116972"/>
                  </a:lnTo>
                  <a:lnTo>
                    <a:pt x="910924" y="3116972"/>
                  </a:lnTo>
                  <a:lnTo>
                    <a:pt x="910109" y="3116972"/>
                  </a:lnTo>
                  <a:lnTo>
                    <a:pt x="909294" y="3116972"/>
                  </a:lnTo>
                  <a:lnTo>
                    <a:pt x="908479" y="3116972"/>
                  </a:lnTo>
                  <a:lnTo>
                    <a:pt x="907664" y="3116972"/>
                  </a:lnTo>
                  <a:lnTo>
                    <a:pt x="906850" y="3116972"/>
                  </a:lnTo>
                  <a:lnTo>
                    <a:pt x="906035" y="3116972"/>
                  </a:lnTo>
                  <a:lnTo>
                    <a:pt x="905220" y="3116972"/>
                  </a:lnTo>
                  <a:lnTo>
                    <a:pt x="904405" y="3116972"/>
                  </a:lnTo>
                  <a:lnTo>
                    <a:pt x="903591" y="3116972"/>
                  </a:lnTo>
                  <a:lnTo>
                    <a:pt x="902776" y="3116972"/>
                  </a:lnTo>
                  <a:lnTo>
                    <a:pt x="901961" y="3116972"/>
                  </a:lnTo>
                  <a:lnTo>
                    <a:pt x="901146" y="3116972"/>
                  </a:lnTo>
                  <a:lnTo>
                    <a:pt x="900331" y="3116972"/>
                  </a:lnTo>
                  <a:lnTo>
                    <a:pt x="899517" y="3116972"/>
                  </a:lnTo>
                  <a:lnTo>
                    <a:pt x="898702" y="3116972"/>
                  </a:lnTo>
                  <a:lnTo>
                    <a:pt x="897887" y="3116972"/>
                  </a:lnTo>
                  <a:lnTo>
                    <a:pt x="897072" y="3116972"/>
                  </a:lnTo>
                  <a:lnTo>
                    <a:pt x="896258" y="3116972"/>
                  </a:lnTo>
                  <a:lnTo>
                    <a:pt x="895443" y="3116972"/>
                  </a:lnTo>
                  <a:lnTo>
                    <a:pt x="894628" y="3116972"/>
                  </a:lnTo>
                  <a:lnTo>
                    <a:pt x="893813" y="3116972"/>
                  </a:lnTo>
                  <a:lnTo>
                    <a:pt x="892998" y="3116972"/>
                  </a:lnTo>
                  <a:lnTo>
                    <a:pt x="892184" y="3116972"/>
                  </a:lnTo>
                  <a:lnTo>
                    <a:pt x="891369" y="3116972"/>
                  </a:lnTo>
                  <a:lnTo>
                    <a:pt x="890554" y="3116972"/>
                  </a:lnTo>
                  <a:lnTo>
                    <a:pt x="889739" y="3116972"/>
                  </a:lnTo>
                  <a:lnTo>
                    <a:pt x="888925" y="3116972"/>
                  </a:lnTo>
                  <a:lnTo>
                    <a:pt x="888110" y="3116972"/>
                  </a:lnTo>
                  <a:lnTo>
                    <a:pt x="887295" y="3116972"/>
                  </a:lnTo>
                  <a:lnTo>
                    <a:pt x="886480" y="3116972"/>
                  </a:lnTo>
                  <a:lnTo>
                    <a:pt x="885665" y="3116972"/>
                  </a:lnTo>
                  <a:lnTo>
                    <a:pt x="884851" y="3116972"/>
                  </a:lnTo>
                  <a:lnTo>
                    <a:pt x="884036" y="3116972"/>
                  </a:lnTo>
                  <a:lnTo>
                    <a:pt x="883221" y="3116972"/>
                  </a:lnTo>
                  <a:lnTo>
                    <a:pt x="882406" y="3116972"/>
                  </a:lnTo>
                  <a:lnTo>
                    <a:pt x="881592" y="3116972"/>
                  </a:lnTo>
                  <a:lnTo>
                    <a:pt x="880777" y="3116972"/>
                  </a:lnTo>
                  <a:lnTo>
                    <a:pt x="879962" y="3116972"/>
                  </a:lnTo>
                  <a:lnTo>
                    <a:pt x="879147" y="3116972"/>
                  </a:lnTo>
                  <a:lnTo>
                    <a:pt x="878332" y="3116972"/>
                  </a:lnTo>
                  <a:lnTo>
                    <a:pt x="877518" y="3116972"/>
                  </a:lnTo>
                  <a:lnTo>
                    <a:pt x="876703" y="3116972"/>
                  </a:lnTo>
                  <a:lnTo>
                    <a:pt x="875888" y="3116972"/>
                  </a:lnTo>
                  <a:lnTo>
                    <a:pt x="875073" y="3116972"/>
                  </a:lnTo>
                  <a:lnTo>
                    <a:pt x="874258" y="3116972"/>
                  </a:lnTo>
                  <a:lnTo>
                    <a:pt x="873444" y="3116972"/>
                  </a:lnTo>
                  <a:lnTo>
                    <a:pt x="872629" y="3116972"/>
                  </a:lnTo>
                  <a:lnTo>
                    <a:pt x="871814" y="3116972"/>
                  </a:lnTo>
                  <a:lnTo>
                    <a:pt x="870999" y="3116972"/>
                  </a:lnTo>
                  <a:lnTo>
                    <a:pt x="870185" y="3116972"/>
                  </a:lnTo>
                  <a:lnTo>
                    <a:pt x="869370" y="3116972"/>
                  </a:lnTo>
                  <a:lnTo>
                    <a:pt x="868555" y="3116972"/>
                  </a:lnTo>
                  <a:lnTo>
                    <a:pt x="867740" y="3116972"/>
                  </a:lnTo>
                  <a:lnTo>
                    <a:pt x="866925" y="3116972"/>
                  </a:lnTo>
                  <a:lnTo>
                    <a:pt x="866111" y="3116972"/>
                  </a:lnTo>
                  <a:lnTo>
                    <a:pt x="865296" y="3116972"/>
                  </a:lnTo>
                  <a:lnTo>
                    <a:pt x="864481" y="3116972"/>
                  </a:lnTo>
                  <a:lnTo>
                    <a:pt x="863666" y="3116972"/>
                  </a:lnTo>
                  <a:lnTo>
                    <a:pt x="862852" y="3116972"/>
                  </a:lnTo>
                  <a:lnTo>
                    <a:pt x="862037" y="3116972"/>
                  </a:lnTo>
                  <a:lnTo>
                    <a:pt x="861222" y="3116972"/>
                  </a:lnTo>
                  <a:lnTo>
                    <a:pt x="860407" y="3116972"/>
                  </a:lnTo>
                  <a:lnTo>
                    <a:pt x="859592" y="3116972"/>
                  </a:lnTo>
                  <a:lnTo>
                    <a:pt x="858778" y="3116972"/>
                  </a:lnTo>
                  <a:lnTo>
                    <a:pt x="857963" y="3116972"/>
                  </a:lnTo>
                  <a:lnTo>
                    <a:pt x="857148" y="3116972"/>
                  </a:lnTo>
                  <a:lnTo>
                    <a:pt x="856333" y="3116972"/>
                  </a:lnTo>
                  <a:lnTo>
                    <a:pt x="855519" y="3116972"/>
                  </a:lnTo>
                  <a:lnTo>
                    <a:pt x="854704" y="3116972"/>
                  </a:lnTo>
                  <a:lnTo>
                    <a:pt x="853889" y="3116972"/>
                  </a:lnTo>
                  <a:lnTo>
                    <a:pt x="853074" y="3116972"/>
                  </a:lnTo>
                  <a:lnTo>
                    <a:pt x="852259" y="3116972"/>
                  </a:lnTo>
                  <a:lnTo>
                    <a:pt x="851445" y="3116972"/>
                  </a:lnTo>
                  <a:lnTo>
                    <a:pt x="850630" y="3116972"/>
                  </a:lnTo>
                  <a:lnTo>
                    <a:pt x="849815" y="3116972"/>
                  </a:lnTo>
                  <a:lnTo>
                    <a:pt x="849000" y="3116972"/>
                  </a:lnTo>
                  <a:lnTo>
                    <a:pt x="848186" y="3116972"/>
                  </a:lnTo>
                  <a:lnTo>
                    <a:pt x="847371" y="3116972"/>
                  </a:lnTo>
                  <a:lnTo>
                    <a:pt x="846556" y="3116972"/>
                  </a:lnTo>
                  <a:lnTo>
                    <a:pt x="845741" y="3116972"/>
                  </a:lnTo>
                  <a:lnTo>
                    <a:pt x="844926" y="3116972"/>
                  </a:lnTo>
                  <a:lnTo>
                    <a:pt x="844112" y="3116972"/>
                  </a:lnTo>
                  <a:lnTo>
                    <a:pt x="843297" y="3116972"/>
                  </a:lnTo>
                  <a:lnTo>
                    <a:pt x="842482" y="3116972"/>
                  </a:lnTo>
                  <a:lnTo>
                    <a:pt x="841667" y="3116972"/>
                  </a:lnTo>
                  <a:lnTo>
                    <a:pt x="840853" y="3116972"/>
                  </a:lnTo>
                  <a:lnTo>
                    <a:pt x="840038" y="3116972"/>
                  </a:lnTo>
                  <a:lnTo>
                    <a:pt x="839223" y="3116972"/>
                  </a:lnTo>
                  <a:lnTo>
                    <a:pt x="838408" y="3116972"/>
                  </a:lnTo>
                  <a:lnTo>
                    <a:pt x="837593" y="3116972"/>
                  </a:lnTo>
                  <a:lnTo>
                    <a:pt x="836779" y="3116972"/>
                  </a:lnTo>
                  <a:lnTo>
                    <a:pt x="835964" y="3116972"/>
                  </a:lnTo>
                  <a:lnTo>
                    <a:pt x="835149" y="3116972"/>
                  </a:lnTo>
                  <a:lnTo>
                    <a:pt x="834334" y="3116972"/>
                  </a:lnTo>
                  <a:lnTo>
                    <a:pt x="833519" y="3116972"/>
                  </a:lnTo>
                  <a:lnTo>
                    <a:pt x="832705" y="3116972"/>
                  </a:lnTo>
                  <a:lnTo>
                    <a:pt x="831890" y="3116972"/>
                  </a:lnTo>
                  <a:lnTo>
                    <a:pt x="831075" y="3116972"/>
                  </a:lnTo>
                  <a:lnTo>
                    <a:pt x="830260" y="3116972"/>
                  </a:lnTo>
                  <a:lnTo>
                    <a:pt x="829446" y="3116972"/>
                  </a:lnTo>
                  <a:lnTo>
                    <a:pt x="828631" y="3116972"/>
                  </a:lnTo>
                  <a:lnTo>
                    <a:pt x="827816" y="3116972"/>
                  </a:lnTo>
                  <a:lnTo>
                    <a:pt x="827001" y="3116972"/>
                  </a:lnTo>
                  <a:lnTo>
                    <a:pt x="826186" y="3116972"/>
                  </a:lnTo>
                  <a:lnTo>
                    <a:pt x="825372" y="3116972"/>
                  </a:lnTo>
                  <a:lnTo>
                    <a:pt x="824557" y="3116972"/>
                  </a:lnTo>
                  <a:lnTo>
                    <a:pt x="823742" y="3116972"/>
                  </a:lnTo>
                  <a:lnTo>
                    <a:pt x="822927" y="3116972"/>
                  </a:lnTo>
                  <a:lnTo>
                    <a:pt x="822113" y="3116972"/>
                  </a:lnTo>
                  <a:lnTo>
                    <a:pt x="821298" y="3116972"/>
                  </a:lnTo>
                  <a:lnTo>
                    <a:pt x="820483" y="3116972"/>
                  </a:lnTo>
                  <a:lnTo>
                    <a:pt x="819668" y="3116972"/>
                  </a:lnTo>
                  <a:lnTo>
                    <a:pt x="818853" y="3116972"/>
                  </a:lnTo>
                  <a:lnTo>
                    <a:pt x="818039" y="3116972"/>
                  </a:lnTo>
                  <a:lnTo>
                    <a:pt x="817224" y="3116972"/>
                  </a:lnTo>
                  <a:lnTo>
                    <a:pt x="816409" y="3116972"/>
                  </a:lnTo>
                  <a:lnTo>
                    <a:pt x="815594" y="3116972"/>
                  </a:lnTo>
                  <a:lnTo>
                    <a:pt x="814780" y="3116972"/>
                  </a:lnTo>
                  <a:lnTo>
                    <a:pt x="813965" y="3116972"/>
                  </a:lnTo>
                  <a:lnTo>
                    <a:pt x="813150" y="3116972"/>
                  </a:lnTo>
                  <a:lnTo>
                    <a:pt x="812335" y="3116972"/>
                  </a:lnTo>
                  <a:lnTo>
                    <a:pt x="811520" y="3116972"/>
                  </a:lnTo>
                  <a:lnTo>
                    <a:pt x="810706" y="3116972"/>
                  </a:lnTo>
                  <a:lnTo>
                    <a:pt x="809891" y="3116972"/>
                  </a:lnTo>
                  <a:lnTo>
                    <a:pt x="809076" y="3116972"/>
                  </a:lnTo>
                  <a:lnTo>
                    <a:pt x="808261" y="3116972"/>
                  </a:lnTo>
                  <a:lnTo>
                    <a:pt x="807447" y="3116972"/>
                  </a:lnTo>
                  <a:lnTo>
                    <a:pt x="806632" y="3116972"/>
                  </a:lnTo>
                  <a:lnTo>
                    <a:pt x="805817" y="3116972"/>
                  </a:lnTo>
                  <a:lnTo>
                    <a:pt x="805002" y="3116972"/>
                  </a:lnTo>
                  <a:lnTo>
                    <a:pt x="804187" y="3116972"/>
                  </a:lnTo>
                  <a:lnTo>
                    <a:pt x="803373" y="3116972"/>
                  </a:lnTo>
                  <a:lnTo>
                    <a:pt x="802558" y="3116972"/>
                  </a:lnTo>
                  <a:lnTo>
                    <a:pt x="801743" y="3116972"/>
                  </a:lnTo>
                  <a:lnTo>
                    <a:pt x="800928" y="3116972"/>
                  </a:lnTo>
                  <a:lnTo>
                    <a:pt x="800114" y="3116972"/>
                  </a:lnTo>
                  <a:lnTo>
                    <a:pt x="799299" y="3116972"/>
                  </a:lnTo>
                  <a:lnTo>
                    <a:pt x="798484" y="3116972"/>
                  </a:lnTo>
                  <a:lnTo>
                    <a:pt x="797669" y="3116972"/>
                  </a:lnTo>
                  <a:lnTo>
                    <a:pt x="796854" y="3116972"/>
                  </a:lnTo>
                  <a:lnTo>
                    <a:pt x="796040" y="3116972"/>
                  </a:lnTo>
                  <a:lnTo>
                    <a:pt x="795225" y="3116972"/>
                  </a:lnTo>
                  <a:lnTo>
                    <a:pt x="794410" y="3116972"/>
                  </a:lnTo>
                  <a:lnTo>
                    <a:pt x="793595" y="3116972"/>
                  </a:lnTo>
                  <a:lnTo>
                    <a:pt x="792780" y="3116972"/>
                  </a:lnTo>
                  <a:lnTo>
                    <a:pt x="791966" y="3116972"/>
                  </a:lnTo>
                  <a:lnTo>
                    <a:pt x="791151" y="3116972"/>
                  </a:lnTo>
                  <a:lnTo>
                    <a:pt x="790336" y="3116972"/>
                  </a:lnTo>
                  <a:lnTo>
                    <a:pt x="789521" y="3116972"/>
                  </a:lnTo>
                  <a:lnTo>
                    <a:pt x="788707" y="3116972"/>
                  </a:lnTo>
                  <a:lnTo>
                    <a:pt x="787892" y="3116972"/>
                  </a:lnTo>
                  <a:lnTo>
                    <a:pt x="787077" y="3116972"/>
                  </a:lnTo>
                  <a:lnTo>
                    <a:pt x="786262" y="3116972"/>
                  </a:lnTo>
                  <a:lnTo>
                    <a:pt x="785447" y="3116972"/>
                  </a:lnTo>
                  <a:lnTo>
                    <a:pt x="784633" y="3116972"/>
                  </a:lnTo>
                  <a:lnTo>
                    <a:pt x="783818" y="3116972"/>
                  </a:lnTo>
                  <a:lnTo>
                    <a:pt x="783003" y="3116972"/>
                  </a:lnTo>
                  <a:lnTo>
                    <a:pt x="782188" y="3116972"/>
                  </a:lnTo>
                  <a:lnTo>
                    <a:pt x="781374" y="3116972"/>
                  </a:lnTo>
                  <a:lnTo>
                    <a:pt x="780559" y="3116972"/>
                  </a:lnTo>
                  <a:lnTo>
                    <a:pt x="779744" y="3116972"/>
                  </a:lnTo>
                  <a:lnTo>
                    <a:pt x="778929" y="3116972"/>
                  </a:lnTo>
                  <a:lnTo>
                    <a:pt x="778114" y="3116972"/>
                  </a:lnTo>
                  <a:lnTo>
                    <a:pt x="777300" y="3116972"/>
                  </a:lnTo>
                  <a:lnTo>
                    <a:pt x="776485" y="3116972"/>
                  </a:lnTo>
                  <a:lnTo>
                    <a:pt x="775670" y="3116972"/>
                  </a:lnTo>
                  <a:lnTo>
                    <a:pt x="774855" y="3116972"/>
                  </a:lnTo>
                  <a:lnTo>
                    <a:pt x="774041" y="3116972"/>
                  </a:lnTo>
                  <a:lnTo>
                    <a:pt x="773226" y="3116972"/>
                  </a:lnTo>
                  <a:lnTo>
                    <a:pt x="772411" y="3116972"/>
                  </a:lnTo>
                  <a:lnTo>
                    <a:pt x="771596" y="3116972"/>
                  </a:lnTo>
                  <a:lnTo>
                    <a:pt x="770781" y="3116972"/>
                  </a:lnTo>
                  <a:lnTo>
                    <a:pt x="769967" y="3116972"/>
                  </a:lnTo>
                  <a:lnTo>
                    <a:pt x="769152" y="3116972"/>
                  </a:lnTo>
                  <a:lnTo>
                    <a:pt x="768337" y="3116972"/>
                  </a:lnTo>
                  <a:lnTo>
                    <a:pt x="767522" y="3116972"/>
                  </a:lnTo>
                  <a:lnTo>
                    <a:pt x="766708" y="3116972"/>
                  </a:lnTo>
                  <a:lnTo>
                    <a:pt x="765893" y="3116972"/>
                  </a:lnTo>
                  <a:lnTo>
                    <a:pt x="765078" y="3116972"/>
                  </a:lnTo>
                  <a:lnTo>
                    <a:pt x="764263" y="3116972"/>
                  </a:lnTo>
                  <a:lnTo>
                    <a:pt x="763448" y="3116972"/>
                  </a:lnTo>
                  <a:lnTo>
                    <a:pt x="762634" y="3116972"/>
                  </a:lnTo>
                  <a:lnTo>
                    <a:pt x="761819" y="3116972"/>
                  </a:lnTo>
                  <a:lnTo>
                    <a:pt x="761004" y="3116972"/>
                  </a:lnTo>
                  <a:lnTo>
                    <a:pt x="760189" y="3116972"/>
                  </a:lnTo>
                  <a:lnTo>
                    <a:pt x="759375" y="3116972"/>
                  </a:lnTo>
                  <a:lnTo>
                    <a:pt x="758560" y="3116972"/>
                  </a:lnTo>
                  <a:lnTo>
                    <a:pt x="757745" y="3116972"/>
                  </a:lnTo>
                  <a:lnTo>
                    <a:pt x="756930" y="3116972"/>
                  </a:lnTo>
                  <a:lnTo>
                    <a:pt x="756115" y="3116972"/>
                  </a:lnTo>
                  <a:lnTo>
                    <a:pt x="755301" y="3116972"/>
                  </a:lnTo>
                  <a:lnTo>
                    <a:pt x="754486" y="3116972"/>
                  </a:lnTo>
                  <a:lnTo>
                    <a:pt x="753671" y="3116972"/>
                  </a:lnTo>
                  <a:lnTo>
                    <a:pt x="752856" y="3116972"/>
                  </a:lnTo>
                  <a:lnTo>
                    <a:pt x="752041" y="3116972"/>
                  </a:lnTo>
                  <a:lnTo>
                    <a:pt x="751227" y="3116972"/>
                  </a:lnTo>
                  <a:lnTo>
                    <a:pt x="750412" y="3116972"/>
                  </a:lnTo>
                  <a:lnTo>
                    <a:pt x="749597" y="3116972"/>
                  </a:lnTo>
                  <a:lnTo>
                    <a:pt x="748782" y="3116972"/>
                  </a:lnTo>
                  <a:lnTo>
                    <a:pt x="747968" y="3116972"/>
                  </a:lnTo>
                  <a:lnTo>
                    <a:pt x="747153" y="3116972"/>
                  </a:lnTo>
                  <a:lnTo>
                    <a:pt x="746338" y="3116972"/>
                  </a:lnTo>
                  <a:lnTo>
                    <a:pt x="745523" y="3116972"/>
                  </a:lnTo>
                  <a:lnTo>
                    <a:pt x="744708" y="3116972"/>
                  </a:lnTo>
                  <a:lnTo>
                    <a:pt x="743894" y="3116972"/>
                  </a:lnTo>
                  <a:lnTo>
                    <a:pt x="743079" y="3116972"/>
                  </a:lnTo>
                  <a:lnTo>
                    <a:pt x="742264" y="3116972"/>
                  </a:lnTo>
                  <a:lnTo>
                    <a:pt x="741449" y="3116972"/>
                  </a:lnTo>
                  <a:lnTo>
                    <a:pt x="740635" y="3116972"/>
                  </a:lnTo>
                  <a:lnTo>
                    <a:pt x="739820" y="3116972"/>
                  </a:lnTo>
                  <a:lnTo>
                    <a:pt x="739005" y="3116972"/>
                  </a:lnTo>
                  <a:lnTo>
                    <a:pt x="738190" y="3116972"/>
                  </a:lnTo>
                  <a:lnTo>
                    <a:pt x="737375" y="3116972"/>
                  </a:lnTo>
                  <a:lnTo>
                    <a:pt x="736561" y="3116972"/>
                  </a:lnTo>
                  <a:lnTo>
                    <a:pt x="735746" y="3116972"/>
                  </a:lnTo>
                  <a:lnTo>
                    <a:pt x="734931" y="3116972"/>
                  </a:lnTo>
                  <a:lnTo>
                    <a:pt x="734116" y="3116972"/>
                  </a:lnTo>
                  <a:lnTo>
                    <a:pt x="733302" y="3116972"/>
                  </a:lnTo>
                  <a:lnTo>
                    <a:pt x="732487" y="3116972"/>
                  </a:lnTo>
                  <a:lnTo>
                    <a:pt x="731672" y="3116972"/>
                  </a:lnTo>
                  <a:lnTo>
                    <a:pt x="730857" y="3116972"/>
                  </a:lnTo>
                  <a:lnTo>
                    <a:pt x="730042" y="3116972"/>
                  </a:lnTo>
                  <a:lnTo>
                    <a:pt x="729228" y="3116972"/>
                  </a:lnTo>
                  <a:lnTo>
                    <a:pt x="728413" y="3116972"/>
                  </a:lnTo>
                  <a:lnTo>
                    <a:pt x="727598" y="3116972"/>
                  </a:lnTo>
                  <a:lnTo>
                    <a:pt x="726783" y="3116972"/>
                  </a:lnTo>
                  <a:lnTo>
                    <a:pt x="725969" y="3116972"/>
                  </a:lnTo>
                  <a:lnTo>
                    <a:pt x="725154" y="3116972"/>
                  </a:lnTo>
                  <a:lnTo>
                    <a:pt x="724339" y="3116972"/>
                  </a:lnTo>
                  <a:lnTo>
                    <a:pt x="723524" y="3116972"/>
                  </a:lnTo>
                  <a:lnTo>
                    <a:pt x="722709" y="3116972"/>
                  </a:lnTo>
                  <a:lnTo>
                    <a:pt x="721895" y="3116972"/>
                  </a:lnTo>
                  <a:lnTo>
                    <a:pt x="721080" y="3116972"/>
                  </a:lnTo>
                  <a:lnTo>
                    <a:pt x="720265" y="3116972"/>
                  </a:lnTo>
                  <a:lnTo>
                    <a:pt x="719450" y="3116972"/>
                  </a:lnTo>
                  <a:lnTo>
                    <a:pt x="718636" y="3116972"/>
                  </a:lnTo>
                  <a:lnTo>
                    <a:pt x="717821" y="3116972"/>
                  </a:lnTo>
                  <a:lnTo>
                    <a:pt x="717006" y="3116972"/>
                  </a:lnTo>
                  <a:lnTo>
                    <a:pt x="716191" y="3116972"/>
                  </a:lnTo>
                  <a:lnTo>
                    <a:pt x="715376" y="3116972"/>
                  </a:lnTo>
                  <a:lnTo>
                    <a:pt x="714562" y="3116972"/>
                  </a:lnTo>
                  <a:lnTo>
                    <a:pt x="713747" y="3116972"/>
                  </a:lnTo>
                  <a:lnTo>
                    <a:pt x="712932" y="3116972"/>
                  </a:lnTo>
                  <a:lnTo>
                    <a:pt x="712117" y="3116972"/>
                  </a:lnTo>
                  <a:lnTo>
                    <a:pt x="711302" y="3116972"/>
                  </a:lnTo>
                  <a:lnTo>
                    <a:pt x="710488" y="3116972"/>
                  </a:lnTo>
                  <a:lnTo>
                    <a:pt x="709673" y="3116972"/>
                  </a:lnTo>
                  <a:lnTo>
                    <a:pt x="708858" y="3116972"/>
                  </a:lnTo>
                  <a:lnTo>
                    <a:pt x="708043" y="3116972"/>
                  </a:lnTo>
                  <a:lnTo>
                    <a:pt x="707229" y="3116972"/>
                  </a:lnTo>
                  <a:lnTo>
                    <a:pt x="706414" y="3116972"/>
                  </a:lnTo>
                  <a:lnTo>
                    <a:pt x="705599" y="3116972"/>
                  </a:lnTo>
                  <a:lnTo>
                    <a:pt x="704784" y="3116972"/>
                  </a:lnTo>
                  <a:lnTo>
                    <a:pt x="703969" y="3116972"/>
                  </a:lnTo>
                  <a:lnTo>
                    <a:pt x="703155" y="3116972"/>
                  </a:lnTo>
                  <a:lnTo>
                    <a:pt x="702340" y="3116972"/>
                  </a:lnTo>
                  <a:lnTo>
                    <a:pt x="701525" y="3116972"/>
                  </a:lnTo>
                  <a:lnTo>
                    <a:pt x="700710" y="3116972"/>
                  </a:lnTo>
                  <a:lnTo>
                    <a:pt x="699896" y="3116972"/>
                  </a:lnTo>
                  <a:lnTo>
                    <a:pt x="699081" y="3116972"/>
                  </a:lnTo>
                  <a:lnTo>
                    <a:pt x="698266" y="3116972"/>
                  </a:lnTo>
                  <a:lnTo>
                    <a:pt x="697451" y="3116972"/>
                  </a:lnTo>
                  <a:lnTo>
                    <a:pt x="696636" y="3116972"/>
                  </a:lnTo>
                  <a:lnTo>
                    <a:pt x="695822" y="3116972"/>
                  </a:lnTo>
                  <a:lnTo>
                    <a:pt x="695007" y="3116972"/>
                  </a:lnTo>
                  <a:lnTo>
                    <a:pt x="694192" y="3116972"/>
                  </a:lnTo>
                  <a:lnTo>
                    <a:pt x="693377" y="3116972"/>
                  </a:lnTo>
                  <a:lnTo>
                    <a:pt x="692563" y="3116972"/>
                  </a:lnTo>
                  <a:lnTo>
                    <a:pt x="691748" y="3116972"/>
                  </a:lnTo>
                  <a:lnTo>
                    <a:pt x="690933" y="3116972"/>
                  </a:lnTo>
                  <a:lnTo>
                    <a:pt x="690118" y="3116972"/>
                  </a:lnTo>
                  <a:lnTo>
                    <a:pt x="689303" y="3116972"/>
                  </a:lnTo>
                  <a:lnTo>
                    <a:pt x="688489" y="3116972"/>
                  </a:lnTo>
                  <a:lnTo>
                    <a:pt x="687674" y="3116972"/>
                  </a:lnTo>
                  <a:lnTo>
                    <a:pt x="686859" y="3116972"/>
                  </a:lnTo>
                  <a:lnTo>
                    <a:pt x="686044" y="3116972"/>
                  </a:lnTo>
                  <a:lnTo>
                    <a:pt x="685230" y="3116972"/>
                  </a:lnTo>
                  <a:lnTo>
                    <a:pt x="684415" y="3116972"/>
                  </a:lnTo>
                  <a:lnTo>
                    <a:pt x="683600" y="3116972"/>
                  </a:lnTo>
                  <a:lnTo>
                    <a:pt x="682785" y="3116972"/>
                  </a:lnTo>
                  <a:lnTo>
                    <a:pt x="681970" y="3116972"/>
                  </a:lnTo>
                  <a:lnTo>
                    <a:pt x="681156" y="3116972"/>
                  </a:lnTo>
                  <a:lnTo>
                    <a:pt x="680341" y="3116972"/>
                  </a:lnTo>
                  <a:lnTo>
                    <a:pt x="679526" y="3116972"/>
                  </a:lnTo>
                  <a:lnTo>
                    <a:pt x="678711" y="3116972"/>
                  </a:lnTo>
                  <a:lnTo>
                    <a:pt x="677897" y="3116972"/>
                  </a:lnTo>
                  <a:lnTo>
                    <a:pt x="677082" y="3116972"/>
                  </a:lnTo>
                  <a:lnTo>
                    <a:pt x="676267" y="3116972"/>
                  </a:lnTo>
                  <a:lnTo>
                    <a:pt x="675452" y="3116972"/>
                  </a:lnTo>
                  <a:lnTo>
                    <a:pt x="674637" y="3116972"/>
                  </a:lnTo>
                  <a:lnTo>
                    <a:pt x="673823" y="3116972"/>
                  </a:lnTo>
                  <a:lnTo>
                    <a:pt x="673008" y="3116972"/>
                  </a:lnTo>
                  <a:lnTo>
                    <a:pt x="672193" y="3116972"/>
                  </a:lnTo>
                  <a:lnTo>
                    <a:pt x="671378" y="3116972"/>
                  </a:lnTo>
                  <a:lnTo>
                    <a:pt x="670563" y="3116972"/>
                  </a:lnTo>
                  <a:lnTo>
                    <a:pt x="669749" y="3116972"/>
                  </a:lnTo>
                  <a:lnTo>
                    <a:pt x="668934" y="3116972"/>
                  </a:lnTo>
                  <a:lnTo>
                    <a:pt x="668119" y="3116972"/>
                  </a:lnTo>
                  <a:lnTo>
                    <a:pt x="667304" y="3116972"/>
                  </a:lnTo>
                  <a:lnTo>
                    <a:pt x="666490" y="3116972"/>
                  </a:lnTo>
                  <a:lnTo>
                    <a:pt x="665675" y="3116972"/>
                  </a:lnTo>
                  <a:lnTo>
                    <a:pt x="664860" y="3116972"/>
                  </a:lnTo>
                  <a:lnTo>
                    <a:pt x="664045" y="3116972"/>
                  </a:lnTo>
                  <a:lnTo>
                    <a:pt x="663230" y="3116972"/>
                  </a:lnTo>
                  <a:lnTo>
                    <a:pt x="662416" y="3116972"/>
                  </a:lnTo>
                  <a:lnTo>
                    <a:pt x="661601" y="3116972"/>
                  </a:lnTo>
                  <a:lnTo>
                    <a:pt x="660786" y="3116972"/>
                  </a:lnTo>
                  <a:lnTo>
                    <a:pt x="659971" y="3116972"/>
                  </a:lnTo>
                  <a:lnTo>
                    <a:pt x="659157" y="3116972"/>
                  </a:lnTo>
                  <a:lnTo>
                    <a:pt x="658342" y="3116972"/>
                  </a:lnTo>
                  <a:lnTo>
                    <a:pt x="657527" y="3116972"/>
                  </a:lnTo>
                  <a:lnTo>
                    <a:pt x="656712" y="3116972"/>
                  </a:lnTo>
                  <a:lnTo>
                    <a:pt x="655897" y="3116972"/>
                  </a:lnTo>
                  <a:lnTo>
                    <a:pt x="655083" y="3116972"/>
                  </a:lnTo>
                  <a:lnTo>
                    <a:pt x="654268" y="3116972"/>
                  </a:lnTo>
                  <a:lnTo>
                    <a:pt x="653453" y="3116972"/>
                  </a:lnTo>
                  <a:lnTo>
                    <a:pt x="652638" y="3116972"/>
                  </a:lnTo>
                  <a:lnTo>
                    <a:pt x="651824" y="3116972"/>
                  </a:lnTo>
                  <a:lnTo>
                    <a:pt x="651009" y="3116972"/>
                  </a:lnTo>
                  <a:lnTo>
                    <a:pt x="650194" y="3116972"/>
                  </a:lnTo>
                  <a:lnTo>
                    <a:pt x="649379" y="3116972"/>
                  </a:lnTo>
                  <a:lnTo>
                    <a:pt x="648564" y="3116972"/>
                  </a:lnTo>
                  <a:lnTo>
                    <a:pt x="647750" y="3116972"/>
                  </a:lnTo>
                  <a:lnTo>
                    <a:pt x="646935" y="3116972"/>
                  </a:lnTo>
                  <a:lnTo>
                    <a:pt x="646120" y="3116972"/>
                  </a:lnTo>
                  <a:lnTo>
                    <a:pt x="645305" y="3116972"/>
                  </a:lnTo>
                  <a:lnTo>
                    <a:pt x="644491" y="3116972"/>
                  </a:lnTo>
                  <a:lnTo>
                    <a:pt x="643676" y="3116972"/>
                  </a:lnTo>
                  <a:lnTo>
                    <a:pt x="642861" y="3116972"/>
                  </a:lnTo>
                  <a:lnTo>
                    <a:pt x="642046" y="3116972"/>
                  </a:lnTo>
                  <a:lnTo>
                    <a:pt x="641231" y="3116972"/>
                  </a:lnTo>
                  <a:lnTo>
                    <a:pt x="640417" y="3116972"/>
                  </a:lnTo>
                  <a:lnTo>
                    <a:pt x="639602" y="3116972"/>
                  </a:lnTo>
                  <a:lnTo>
                    <a:pt x="638787" y="3116972"/>
                  </a:lnTo>
                  <a:lnTo>
                    <a:pt x="637972" y="3116972"/>
                  </a:lnTo>
                  <a:lnTo>
                    <a:pt x="637157" y="3116972"/>
                  </a:lnTo>
                  <a:lnTo>
                    <a:pt x="636343" y="3116972"/>
                  </a:lnTo>
                  <a:lnTo>
                    <a:pt x="635528" y="3116972"/>
                  </a:lnTo>
                  <a:lnTo>
                    <a:pt x="634713" y="3116972"/>
                  </a:lnTo>
                  <a:lnTo>
                    <a:pt x="633898" y="3116972"/>
                  </a:lnTo>
                  <a:lnTo>
                    <a:pt x="633084" y="3116972"/>
                  </a:lnTo>
                  <a:lnTo>
                    <a:pt x="632269" y="3116972"/>
                  </a:lnTo>
                  <a:lnTo>
                    <a:pt x="631454" y="3116972"/>
                  </a:lnTo>
                  <a:lnTo>
                    <a:pt x="630639" y="3116972"/>
                  </a:lnTo>
                  <a:lnTo>
                    <a:pt x="629824" y="3116972"/>
                  </a:lnTo>
                  <a:lnTo>
                    <a:pt x="629010" y="3116972"/>
                  </a:lnTo>
                  <a:lnTo>
                    <a:pt x="628195" y="3116972"/>
                  </a:lnTo>
                  <a:lnTo>
                    <a:pt x="627380" y="3116972"/>
                  </a:lnTo>
                  <a:lnTo>
                    <a:pt x="626565" y="3116972"/>
                  </a:lnTo>
                  <a:lnTo>
                    <a:pt x="625751" y="3116972"/>
                  </a:lnTo>
                  <a:lnTo>
                    <a:pt x="624936" y="3116972"/>
                  </a:lnTo>
                  <a:lnTo>
                    <a:pt x="624121" y="3116972"/>
                  </a:lnTo>
                  <a:lnTo>
                    <a:pt x="623306" y="3116972"/>
                  </a:lnTo>
                  <a:lnTo>
                    <a:pt x="622491" y="3116972"/>
                  </a:lnTo>
                  <a:lnTo>
                    <a:pt x="621677" y="3116972"/>
                  </a:lnTo>
                  <a:lnTo>
                    <a:pt x="620862" y="3116972"/>
                  </a:lnTo>
                  <a:lnTo>
                    <a:pt x="620047" y="3116972"/>
                  </a:lnTo>
                  <a:lnTo>
                    <a:pt x="619232" y="3116972"/>
                  </a:lnTo>
                  <a:lnTo>
                    <a:pt x="618418" y="3116972"/>
                  </a:lnTo>
                  <a:lnTo>
                    <a:pt x="617603" y="3116972"/>
                  </a:lnTo>
                  <a:lnTo>
                    <a:pt x="616788" y="3116972"/>
                  </a:lnTo>
                  <a:lnTo>
                    <a:pt x="615973" y="3116972"/>
                  </a:lnTo>
                  <a:lnTo>
                    <a:pt x="615158" y="3116972"/>
                  </a:lnTo>
                  <a:lnTo>
                    <a:pt x="614344" y="3116972"/>
                  </a:lnTo>
                  <a:lnTo>
                    <a:pt x="613529" y="3116972"/>
                  </a:lnTo>
                  <a:lnTo>
                    <a:pt x="612714" y="3116972"/>
                  </a:lnTo>
                  <a:lnTo>
                    <a:pt x="611899" y="3116972"/>
                  </a:lnTo>
                  <a:lnTo>
                    <a:pt x="611085" y="3116972"/>
                  </a:lnTo>
                  <a:lnTo>
                    <a:pt x="610270" y="3116972"/>
                  </a:lnTo>
                  <a:lnTo>
                    <a:pt x="609455" y="3116972"/>
                  </a:lnTo>
                  <a:lnTo>
                    <a:pt x="608640" y="3116972"/>
                  </a:lnTo>
                  <a:lnTo>
                    <a:pt x="607825" y="3116972"/>
                  </a:lnTo>
                  <a:lnTo>
                    <a:pt x="607011" y="3116972"/>
                  </a:lnTo>
                  <a:lnTo>
                    <a:pt x="606196" y="3116972"/>
                  </a:lnTo>
                  <a:lnTo>
                    <a:pt x="605381" y="3116972"/>
                  </a:lnTo>
                  <a:lnTo>
                    <a:pt x="604566" y="3116972"/>
                  </a:lnTo>
                  <a:lnTo>
                    <a:pt x="603752" y="3116972"/>
                  </a:lnTo>
                  <a:lnTo>
                    <a:pt x="602937" y="3116972"/>
                  </a:lnTo>
                  <a:lnTo>
                    <a:pt x="602122" y="3116972"/>
                  </a:lnTo>
                  <a:lnTo>
                    <a:pt x="601307" y="3116972"/>
                  </a:lnTo>
                  <a:lnTo>
                    <a:pt x="600492" y="3116972"/>
                  </a:lnTo>
                  <a:lnTo>
                    <a:pt x="599678" y="3116972"/>
                  </a:lnTo>
                  <a:lnTo>
                    <a:pt x="598863" y="3116972"/>
                  </a:lnTo>
                  <a:lnTo>
                    <a:pt x="598048" y="3116972"/>
                  </a:lnTo>
                  <a:lnTo>
                    <a:pt x="597233" y="3116972"/>
                  </a:lnTo>
                  <a:lnTo>
                    <a:pt x="596418" y="3116972"/>
                  </a:lnTo>
                  <a:lnTo>
                    <a:pt x="595604" y="3116972"/>
                  </a:lnTo>
                  <a:lnTo>
                    <a:pt x="594789" y="3116972"/>
                  </a:lnTo>
                  <a:lnTo>
                    <a:pt x="593974" y="3116972"/>
                  </a:lnTo>
                  <a:lnTo>
                    <a:pt x="593159" y="3116972"/>
                  </a:lnTo>
                  <a:lnTo>
                    <a:pt x="592345" y="3116972"/>
                  </a:lnTo>
                  <a:lnTo>
                    <a:pt x="591530" y="3116972"/>
                  </a:lnTo>
                  <a:lnTo>
                    <a:pt x="590715" y="3116972"/>
                  </a:lnTo>
                  <a:lnTo>
                    <a:pt x="589900" y="3116972"/>
                  </a:lnTo>
                  <a:lnTo>
                    <a:pt x="589085" y="3116972"/>
                  </a:lnTo>
                  <a:lnTo>
                    <a:pt x="588271" y="3116972"/>
                  </a:lnTo>
                  <a:lnTo>
                    <a:pt x="587456" y="3116972"/>
                  </a:lnTo>
                  <a:lnTo>
                    <a:pt x="586641" y="3116972"/>
                  </a:lnTo>
                  <a:lnTo>
                    <a:pt x="585826" y="3116972"/>
                  </a:lnTo>
                  <a:lnTo>
                    <a:pt x="585012" y="3116972"/>
                  </a:lnTo>
                  <a:lnTo>
                    <a:pt x="584197" y="3116972"/>
                  </a:lnTo>
                  <a:lnTo>
                    <a:pt x="583382" y="3116972"/>
                  </a:lnTo>
                  <a:lnTo>
                    <a:pt x="582567" y="3116972"/>
                  </a:lnTo>
                  <a:lnTo>
                    <a:pt x="581752" y="3116972"/>
                  </a:lnTo>
                  <a:lnTo>
                    <a:pt x="580938" y="3116972"/>
                  </a:lnTo>
                  <a:lnTo>
                    <a:pt x="580123" y="3116972"/>
                  </a:lnTo>
                  <a:lnTo>
                    <a:pt x="579308" y="3116972"/>
                  </a:lnTo>
                  <a:lnTo>
                    <a:pt x="578493" y="3116972"/>
                  </a:lnTo>
                  <a:lnTo>
                    <a:pt x="577679" y="3116972"/>
                  </a:lnTo>
                  <a:lnTo>
                    <a:pt x="576864" y="3116972"/>
                  </a:lnTo>
                  <a:lnTo>
                    <a:pt x="576049" y="3116972"/>
                  </a:lnTo>
                  <a:lnTo>
                    <a:pt x="575234" y="3116972"/>
                  </a:lnTo>
                  <a:lnTo>
                    <a:pt x="574419" y="3116972"/>
                  </a:lnTo>
                  <a:lnTo>
                    <a:pt x="573605" y="3116972"/>
                  </a:lnTo>
                  <a:lnTo>
                    <a:pt x="572790" y="3116972"/>
                  </a:lnTo>
                  <a:lnTo>
                    <a:pt x="571975" y="3116972"/>
                  </a:lnTo>
                  <a:lnTo>
                    <a:pt x="571160" y="3116972"/>
                  </a:lnTo>
                  <a:lnTo>
                    <a:pt x="570346" y="3116972"/>
                  </a:lnTo>
                  <a:lnTo>
                    <a:pt x="569531" y="3116972"/>
                  </a:lnTo>
                  <a:lnTo>
                    <a:pt x="568716" y="3116972"/>
                  </a:lnTo>
                  <a:lnTo>
                    <a:pt x="567901" y="3116972"/>
                  </a:lnTo>
                  <a:lnTo>
                    <a:pt x="567086" y="3116972"/>
                  </a:lnTo>
                  <a:lnTo>
                    <a:pt x="566272" y="3116972"/>
                  </a:lnTo>
                  <a:lnTo>
                    <a:pt x="565457" y="3116972"/>
                  </a:lnTo>
                  <a:lnTo>
                    <a:pt x="564642" y="3116972"/>
                  </a:lnTo>
                  <a:lnTo>
                    <a:pt x="563827" y="3116972"/>
                  </a:lnTo>
                  <a:lnTo>
                    <a:pt x="563013" y="3116972"/>
                  </a:lnTo>
                  <a:lnTo>
                    <a:pt x="562198" y="3116972"/>
                  </a:lnTo>
                  <a:lnTo>
                    <a:pt x="561383" y="3116972"/>
                  </a:lnTo>
                  <a:lnTo>
                    <a:pt x="560568" y="3116972"/>
                  </a:lnTo>
                  <a:lnTo>
                    <a:pt x="559753" y="3116972"/>
                  </a:lnTo>
                  <a:lnTo>
                    <a:pt x="558939" y="3116972"/>
                  </a:lnTo>
                  <a:lnTo>
                    <a:pt x="558124" y="3116972"/>
                  </a:lnTo>
                  <a:lnTo>
                    <a:pt x="557309" y="3116972"/>
                  </a:lnTo>
                  <a:lnTo>
                    <a:pt x="556494" y="3116972"/>
                  </a:lnTo>
                  <a:lnTo>
                    <a:pt x="555679" y="3116972"/>
                  </a:lnTo>
                  <a:lnTo>
                    <a:pt x="554865" y="3116972"/>
                  </a:lnTo>
                  <a:lnTo>
                    <a:pt x="554050" y="3116972"/>
                  </a:lnTo>
                  <a:lnTo>
                    <a:pt x="553235" y="3116972"/>
                  </a:lnTo>
                  <a:lnTo>
                    <a:pt x="552420" y="3116972"/>
                  </a:lnTo>
                  <a:lnTo>
                    <a:pt x="551606" y="3116972"/>
                  </a:lnTo>
                  <a:lnTo>
                    <a:pt x="550791" y="3116972"/>
                  </a:lnTo>
                  <a:lnTo>
                    <a:pt x="549976" y="3116972"/>
                  </a:lnTo>
                  <a:lnTo>
                    <a:pt x="549161" y="3116972"/>
                  </a:lnTo>
                  <a:lnTo>
                    <a:pt x="548346" y="3116972"/>
                  </a:lnTo>
                  <a:lnTo>
                    <a:pt x="547532" y="3116972"/>
                  </a:lnTo>
                  <a:lnTo>
                    <a:pt x="546717" y="3116972"/>
                  </a:lnTo>
                  <a:lnTo>
                    <a:pt x="545902" y="3116972"/>
                  </a:lnTo>
                  <a:lnTo>
                    <a:pt x="545087" y="3116972"/>
                  </a:lnTo>
                  <a:lnTo>
                    <a:pt x="544273" y="3116972"/>
                  </a:lnTo>
                  <a:lnTo>
                    <a:pt x="543458" y="3116972"/>
                  </a:lnTo>
                  <a:lnTo>
                    <a:pt x="542643" y="3116972"/>
                  </a:lnTo>
                  <a:lnTo>
                    <a:pt x="541828" y="3116972"/>
                  </a:lnTo>
                  <a:lnTo>
                    <a:pt x="541013" y="3116972"/>
                  </a:lnTo>
                  <a:lnTo>
                    <a:pt x="540199" y="3116972"/>
                  </a:lnTo>
                  <a:lnTo>
                    <a:pt x="539384" y="3116972"/>
                  </a:lnTo>
                  <a:lnTo>
                    <a:pt x="538569" y="3116972"/>
                  </a:lnTo>
                  <a:lnTo>
                    <a:pt x="537754" y="3116972"/>
                  </a:lnTo>
                  <a:lnTo>
                    <a:pt x="536940" y="3116972"/>
                  </a:lnTo>
                  <a:lnTo>
                    <a:pt x="536125" y="3116972"/>
                  </a:lnTo>
                  <a:lnTo>
                    <a:pt x="535310" y="3116972"/>
                  </a:lnTo>
                  <a:lnTo>
                    <a:pt x="534495" y="3116972"/>
                  </a:lnTo>
                  <a:lnTo>
                    <a:pt x="533680" y="3116972"/>
                  </a:lnTo>
                  <a:lnTo>
                    <a:pt x="532866" y="3116972"/>
                  </a:lnTo>
                  <a:lnTo>
                    <a:pt x="532051" y="3116972"/>
                  </a:lnTo>
                  <a:lnTo>
                    <a:pt x="531236" y="3116972"/>
                  </a:lnTo>
                  <a:lnTo>
                    <a:pt x="530421" y="3116972"/>
                  </a:lnTo>
                  <a:lnTo>
                    <a:pt x="529607" y="3116972"/>
                  </a:lnTo>
                  <a:lnTo>
                    <a:pt x="528792" y="3116972"/>
                  </a:lnTo>
                  <a:lnTo>
                    <a:pt x="527977" y="3116972"/>
                  </a:lnTo>
                  <a:lnTo>
                    <a:pt x="527162" y="3116972"/>
                  </a:lnTo>
                  <a:lnTo>
                    <a:pt x="526347" y="3116972"/>
                  </a:lnTo>
                  <a:lnTo>
                    <a:pt x="525533" y="3116972"/>
                  </a:lnTo>
                  <a:lnTo>
                    <a:pt x="524718" y="3116972"/>
                  </a:lnTo>
                  <a:lnTo>
                    <a:pt x="523903" y="3116972"/>
                  </a:lnTo>
                  <a:lnTo>
                    <a:pt x="523088" y="3116972"/>
                  </a:lnTo>
                  <a:lnTo>
                    <a:pt x="522274" y="3116972"/>
                  </a:lnTo>
                  <a:lnTo>
                    <a:pt x="521459" y="3116972"/>
                  </a:lnTo>
                  <a:lnTo>
                    <a:pt x="520644" y="3116972"/>
                  </a:lnTo>
                  <a:lnTo>
                    <a:pt x="519829" y="3116972"/>
                  </a:lnTo>
                  <a:lnTo>
                    <a:pt x="519014" y="3116972"/>
                  </a:lnTo>
                  <a:lnTo>
                    <a:pt x="518200" y="3116972"/>
                  </a:lnTo>
                  <a:lnTo>
                    <a:pt x="517385" y="3116972"/>
                  </a:lnTo>
                  <a:lnTo>
                    <a:pt x="516570" y="3116972"/>
                  </a:lnTo>
                  <a:lnTo>
                    <a:pt x="515755" y="3116972"/>
                  </a:lnTo>
                  <a:lnTo>
                    <a:pt x="514940" y="3116972"/>
                  </a:lnTo>
                  <a:lnTo>
                    <a:pt x="514126" y="3116972"/>
                  </a:lnTo>
                  <a:lnTo>
                    <a:pt x="513311" y="3116972"/>
                  </a:lnTo>
                  <a:lnTo>
                    <a:pt x="512496" y="3116972"/>
                  </a:lnTo>
                  <a:lnTo>
                    <a:pt x="511681" y="3116972"/>
                  </a:lnTo>
                  <a:lnTo>
                    <a:pt x="510867" y="3116972"/>
                  </a:lnTo>
                  <a:lnTo>
                    <a:pt x="510052" y="3116972"/>
                  </a:lnTo>
                  <a:lnTo>
                    <a:pt x="509237" y="3116972"/>
                  </a:lnTo>
                  <a:lnTo>
                    <a:pt x="508422" y="3116972"/>
                  </a:lnTo>
                  <a:lnTo>
                    <a:pt x="507607" y="3116972"/>
                  </a:lnTo>
                  <a:lnTo>
                    <a:pt x="506793" y="3116972"/>
                  </a:lnTo>
                  <a:lnTo>
                    <a:pt x="505978" y="3116972"/>
                  </a:lnTo>
                  <a:lnTo>
                    <a:pt x="505163" y="3116972"/>
                  </a:lnTo>
                  <a:lnTo>
                    <a:pt x="504348" y="3116972"/>
                  </a:lnTo>
                  <a:lnTo>
                    <a:pt x="503534" y="3116972"/>
                  </a:lnTo>
                  <a:lnTo>
                    <a:pt x="502719" y="3116972"/>
                  </a:lnTo>
                  <a:lnTo>
                    <a:pt x="501904" y="3116972"/>
                  </a:lnTo>
                  <a:lnTo>
                    <a:pt x="501089" y="3116972"/>
                  </a:lnTo>
                  <a:lnTo>
                    <a:pt x="500274" y="3116972"/>
                  </a:lnTo>
                  <a:lnTo>
                    <a:pt x="499460" y="3116972"/>
                  </a:lnTo>
                  <a:lnTo>
                    <a:pt x="498645" y="3116972"/>
                  </a:lnTo>
                  <a:lnTo>
                    <a:pt x="497830" y="3116972"/>
                  </a:lnTo>
                  <a:lnTo>
                    <a:pt x="497015" y="3116972"/>
                  </a:lnTo>
                  <a:lnTo>
                    <a:pt x="496201" y="3116972"/>
                  </a:lnTo>
                  <a:lnTo>
                    <a:pt x="495386" y="3116972"/>
                  </a:lnTo>
                  <a:lnTo>
                    <a:pt x="494571" y="3116972"/>
                  </a:lnTo>
                  <a:lnTo>
                    <a:pt x="493756" y="3116972"/>
                  </a:lnTo>
                  <a:lnTo>
                    <a:pt x="492941" y="3116972"/>
                  </a:lnTo>
                  <a:lnTo>
                    <a:pt x="492127" y="3116972"/>
                  </a:lnTo>
                  <a:lnTo>
                    <a:pt x="491312" y="3116972"/>
                  </a:lnTo>
                  <a:lnTo>
                    <a:pt x="490497" y="3116972"/>
                  </a:lnTo>
                  <a:lnTo>
                    <a:pt x="489682" y="3116972"/>
                  </a:lnTo>
                  <a:lnTo>
                    <a:pt x="488868" y="3116972"/>
                  </a:lnTo>
                  <a:lnTo>
                    <a:pt x="488053" y="3116972"/>
                  </a:lnTo>
                  <a:lnTo>
                    <a:pt x="487238" y="3116972"/>
                  </a:lnTo>
                  <a:lnTo>
                    <a:pt x="486423" y="3116972"/>
                  </a:lnTo>
                  <a:lnTo>
                    <a:pt x="485608" y="3116972"/>
                  </a:lnTo>
                  <a:lnTo>
                    <a:pt x="484794" y="3116972"/>
                  </a:lnTo>
                  <a:lnTo>
                    <a:pt x="483979" y="3116972"/>
                  </a:lnTo>
                  <a:lnTo>
                    <a:pt x="483164" y="3116972"/>
                  </a:lnTo>
                  <a:lnTo>
                    <a:pt x="482349" y="3116972"/>
                  </a:lnTo>
                  <a:lnTo>
                    <a:pt x="481535" y="3116972"/>
                  </a:lnTo>
                  <a:lnTo>
                    <a:pt x="480720" y="3116972"/>
                  </a:lnTo>
                  <a:lnTo>
                    <a:pt x="479905" y="3116972"/>
                  </a:lnTo>
                  <a:lnTo>
                    <a:pt x="479090" y="3116972"/>
                  </a:lnTo>
                  <a:lnTo>
                    <a:pt x="478275" y="3116972"/>
                  </a:lnTo>
                  <a:lnTo>
                    <a:pt x="477461" y="3116972"/>
                  </a:lnTo>
                  <a:lnTo>
                    <a:pt x="476646" y="3116972"/>
                  </a:lnTo>
                  <a:lnTo>
                    <a:pt x="475831" y="3116972"/>
                  </a:lnTo>
                  <a:lnTo>
                    <a:pt x="475016" y="3116972"/>
                  </a:lnTo>
                  <a:lnTo>
                    <a:pt x="474201" y="3116972"/>
                  </a:lnTo>
                  <a:lnTo>
                    <a:pt x="473387" y="3116972"/>
                  </a:lnTo>
                  <a:lnTo>
                    <a:pt x="472572" y="3116972"/>
                  </a:lnTo>
                  <a:lnTo>
                    <a:pt x="471757" y="3116972"/>
                  </a:lnTo>
                  <a:lnTo>
                    <a:pt x="470942" y="3116972"/>
                  </a:lnTo>
                  <a:lnTo>
                    <a:pt x="470128" y="3116972"/>
                  </a:lnTo>
                  <a:lnTo>
                    <a:pt x="469313" y="3116972"/>
                  </a:lnTo>
                  <a:lnTo>
                    <a:pt x="468498" y="3116972"/>
                  </a:lnTo>
                  <a:lnTo>
                    <a:pt x="467683" y="3116972"/>
                  </a:lnTo>
                  <a:lnTo>
                    <a:pt x="466868" y="3116972"/>
                  </a:lnTo>
                  <a:lnTo>
                    <a:pt x="466054" y="3116972"/>
                  </a:lnTo>
                  <a:lnTo>
                    <a:pt x="465239" y="3116972"/>
                  </a:lnTo>
                  <a:lnTo>
                    <a:pt x="464424" y="3116972"/>
                  </a:lnTo>
                  <a:lnTo>
                    <a:pt x="463609" y="3116972"/>
                  </a:lnTo>
                  <a:lnTo>
                    <a:pt x="462795" y="3116972"/>
                  </a:lnTo>
                  <a:lnTo>
                    <a:pt x="461980" y="3116972"/>
                  </a:lnTo>
                  <a:lnTo>
                    <a:pt x="461165" y="3116972"/>
                  </a:lnTo>
                  <a:lnTo>
                    <a:pt x="460350" y="3116972"/>
                  </a:lnTo>
                  <a:lnTo>
                    <a:pt x="459535" y="3116972"/>
                  </a:lnTo>
                  <a:lnTo>
                    <a:pt x="458721" y="3116972"/>
                  </a:lnTo>
                  <a:lnTo>
                    <a:pt x="457906" y="3116972"/>
                  </a:lnTo>
                  <a:lnTo>
                    <a:pt x="457091" y="3116972"/>
                  </a:lnTo>
                  <a:lnTo>
                    <a:pt x="456276" y="3116972"/>
                  </a:lnTo>
                  <a:lnTo>
                    <a:pt x="455462" y="3116972"/>
                  </a:lnTo>
                  <a:lnTo>
                    <a:pt x="454647" y="3116972"/>
                  </a:lnTo>
                  <a:lnTo>
                    <a:pt x="453832" y="3116972"/>
                  </a:lnTo>
                  <a:lnTo>
                    <a:pt x="453017" y="3116972"/>
                  </a:lnTo>
                  <a:lnTo>
                    <a:pt x="452202" y="3116972"/>
                  </a:lnTo>
                  <a:lnTo>
                    <a:pt x="451388" y="3116972"/>
                  </a:lnTo>
                  <a:lnTo>
                    <a:pt x="450573" y="3116972"/>
                  </a:lnTo>
                  <a:lnTo>
                    <a:pt x="449758" y="3116972"/>
                  </a:lnTo>
                  <a:lnTo>
                    <a:pt x="448943" y="3116972"/>
                  </a:lnTo>
                  <a:lnTo>
                    <a:pt x="448129" y="3116972"/>
                  </a:lnTo>
                  <a:lnTo>
                    <a:pt x="447314" y="3116972"/>
                  </a:lnTo>
                  <a:lnTo>
                    <a:pt x="446499" y="3116972"/>
                  </a:lnTo>
                  <a:lnTo>
                    <a:pt x="445684" y="3116972"/>
                  </a:lnTo>
                  <a:lnTo>
                    <a:pt x="444869" y="3116972"/>
                  </a:lnTo>
                  <a:lnTo>
                    <a:pt x="444055" y="3116972"/>
                  </a:lnTo>
                  <a:lnTo>
                    <a:pt x="443240" y="3116972"/>
                  </a:lnTo>
                  <a:lnTo>
                    <a:pt x="442425" y="3116972"/>
                  </a:lnTo>
                  <a:lnTo>
                    <a:pt x="441610" y="3116972"/>
                  </a:lnTo>
                  <a:lnTo>
                    <a:pt x="440796" y="3116972"/>
                  </a:lnTo>
                  <a:lnTo>
                    <a:pt x="439981" y="3116972"/>
                  </a:lnTo>
                  <a:lnTo>
                    <a:pt x="439166" y="3116972"/>
                  </a:lnTo>
                  <a:lnTo>
                    <a:pt x="438351" y="3116972"/>
                  </a:lnTo>
                  <a:lnTo>
                    <a:pt x="437536" y="3116972"/>
                  </a:lnTo>
                  <a:lnTo>
                    <a:pt x="436722" y="3116972"/>
                  </a:lnTo>
                  <a:lnTo>
                    <a:pt x="435907" y="3116972"/>
                  </a:lnTo>
                  <a:lnTo>
                    <a:pt x="435092" y="3116972"/>
                  </a:lnTo>
                  <a:lnTo>
                    <a:pt x="434277" y="3116972"/>
                  </a:lnTo>
                  <a:lnTo>
                    <a:pt x="433462" y="3116972"/>
                  </a:lnTo>
                  <a:lnTo>
                    <a:pt x="432648" y="3116972"/>
                  </a:lnTo>
                  <a:lnTo>
                    <a:pt x="431833" y="3116972"/>
                  </a:lnTo>
                  <a:lnTo>
                    <a:pt x="431018" y="3116972"/>
                  </a:lnTo>
                  <a:lnTo>
                    <a:pt x="430203" y="3116972"/>
                  </a:lnTo>
                  <a:lnTo>
                    <a:pt x="429389" y="3116972"/>
                  </a:lnTo>
                  <a:lnTo>
                    <a:pt x="428574" y="3116972"/>
                  </a:lnTo>
                  <a:lnTo>
                    <a:pt x="427759" y="3116972"/>
                  </a:lnTo>
                  <a:lnTo>
                    <a:pt x="426944" y="3116972"/>
                  </a:lnTo>
                  <a:lnTo>
                    <a:pt x="426129" y="3116972"/>
                  </a:lnTo>
                  <a:lnTo>
                    <a:pt x="425315" y="3116972"/>
                  </a:lnTo>
                  <a:lnTo>
                    <a:pt x="424500" y="3116972"/>
                  </a:lnTo>
                  <a:lnTo>
                    <a:pt x="423685" y="3116972"/>
                  </a:lnTo>
                  <a:lnTo>
                    <a:pt x="422870" y="3116972"/>
                  </a:lnTo>
                  <a:lnTo>
                    <a:pt x="422056" y="3116972"/>
                  </a:lnTo>
                  <a:lnTo>
                    <a:pt x="421241" y="3116972"/>
                  </a:lnTo>
                  <a:lnTo>
                    <a:pt x="420426" y="3116972"/>
                  </a:lnTo>
                  <a:lnTo>
                    <a:pt x="419611" y="3116972"/>
                  </a:lnTo>
                  <a:lnTo>
                    <a:pt x="418796" y="3116972"/>
                  </a:lnTo>
                  <a:lnTo>
                    <a:pt x="417982" y="3116972"/>
                  </a:lnTo>
                  <a:lnTo>
                    <a:pt x="417167" y="3116972"/>
                  </a:lnTo>
                  <a:lnTo>
                    <a:pt x="416352" y="3116972"/>
                  </a:lnTo>
                  <a:lnTo>
                    <a:pt x="415537" y="3116972"/>
                  </a:lnTo>
                  <a:lnTo>
                    <a:pt x="414723" y="3116972"/>
                  </a:lnTo>
                  <a:lnTo>
                    <a:pt x="413908" y="3116972"/>
                  </a:lnTo>
                  <a:lnTo>
                    <a:pt x="413093" y="3116972"/>
                  </a:lnTo>
                  <a:lnTo>
                    <a:pt x="412278" y="3116972"/>
                  </a:lnTo>
                  <a:lnTo>
                    <a:pt x="411463" y="3116972"/>
                  </a:lnTo>
                  <a:lnTo>
                    <a:pt x="410649" y="3116972"/>
                  </a:lnTo>
                  <a:lnTo>
                    <a:pt x="409834" y="3116972"/>
                  </a:lnTo>
                  <a:lnTo>
                    <a:pt x="409019" y="3116972"/>
                  </a:lnTo>
                  <a:lnTo>
                    <a:pt x="408204" y="3116972"/>
                  </a:lnTo>
                  <a:lnTo>
                    <a:pt x="407390" y="3116972"/>
                  </a:lnTo>
                  <a:lnTo>
                    <a:pt x="406575" y="3116972"/>
                  </a:lnTo>
                  <a:lnTo>
                    <a:pt x="405760" y="3116972"/>
                  </a:lnTo>
                  <a:lnTo>
                    <a:pt x="404945" y="3116972"/>
                  </a:lnTo>
                  <a:lnTo>
                    <a:pt x="404130" y="3116972"/>
                  </a:lnTo>
                  <a:lnTo>
                    <a:pt x="403316" y="3116972"/>
                  </a:lnTo>
                  <a:lnTo>
                    <a:pt x="402501" y="3116972"/>
                  </a:lnTo>
                  <a:lnTo>
                    <a:pt x="401686" y="3116972"/>
                  </a:lnTo>
                  <a:lnTo>
                    <a:pt x="400871" y="3116972"/>
                  </a:lnTo>
                  <a:lnTo>
                    <a:pt x="400057" y="3116972"/>
                  </a:lnTo>
                  <a:lnTo>
                    <a:pt x="399242" y="3116972"/>
                  </a:lnTo>
                  <a:lnTo>
                    <a:pt x="398427" y="3116972"/>
                  </a:lnTo>
                  <a:lnTo>
                    <a:pt x="397612" y="3116972"/>
                  </a:lnTo>
                  <a:lnTo>
                    <a:pt x="396797" y="3116972"/>
                  </a:lnTo>
                  <a:lnTo>
                    <a:pt x="395983" y="3116972"/>
                  </a:lnTo>
                  <a:lnTo>
                    <a:pt x="395168" y="3116972"/>
                  </a:lnTo>
                  <a:lnTo>
                    <a:pt x="394353" y="3116972"/>
                  </a:lnTo>
                  <a:lnTo>
                    <a:pt x="393538" y="3116972"/>
                  </a:lnTo>
                  <a:lnTo>
                    <a:pt x="392723" y="3116972"/>
                  </a:lnTo>
                  <a:lnTo>
                    <a:pt x="391909" y="3116972"/>
                  </a:lnTo>
                  <a:lnTo>
                    <a:pt x="391094" y="3116972"/>
                  </a:lnTo>
                  <a:lnTo>
                    <a:pt x="390279" y="3116972"/>
                  </a:lnTo>
                  <a:lnTo>
                    <a:pt x="389464" y="3116972"/>
                  </a:lnTo>
                  <a:lnTo>
                    <a:pt x="388650" y="3116972"/>
                  </a:lnTo>
                  <a:lnTo>
                    <a:pt x="387835" y="3116972"/>
                  </a:lnTo>
                  <a:lnTo>
                    <a:pt x="387020" y="3116972"/>
                  </a:lnTo>
                  <a:lnTo>
                    <a:pt x="386205" y="3116972"/>
                  </a:lnTo>
                  <a:lnTo>
                    <a:pt x="385390" y="3116972"/>
                  </a:lnTo>
                  <a:lnTo>
                    <a:pt x="384576" y="3116972"/>
                  </a:lnTo>
                  <a:lnTo>
                    <a:pt x="383761" y="3116972"/>
                  </a:lnTo>
                  <a:lnTo>
                    <a:pt x="382946" y="3116972"/>
                  </a:lnTo>
                  <a:lnTo>
                    <a:pt x="382131" y="3116972"/>
                  </a:lnTo>
                  <a:lnTo>
                    <a:pt x="381317" y="3116972"/>
                  </a:lnTo>
                  <a:lnTo>
                    <a:pt x="380502" y="3116972"/>
                  </a:lnTo>
                  <a:lnTo>
                    <a:pt x="379687" y="3116972"/>
                  </a:lnTo>
                  <a:lnTo>
                    <a:pt x="378872" y="3116972"/>
                  </a:lnTo>
                  <a:lnTo>
                    <a:pt x="378057" y="3116972"/>
                  </a:lnTo>
                  <a:lnTo>
                    <a:pt x="377243" y="3116972"/>
                  </a:lnTo>
                  <a:lnTo>
                    <a:pt x="376428" y="3116972"/>
                  </a:lnTo>
                  <a:lnTo>
                    <a:pt x="375613" y="3116972"/>
                  </a:lnTo>
                  <a:lnTo>
                    <a:pt x="374798" y="3116972"/>
                  </a:lnTo>
                  <a:lnTo>
                    <a:pt x="373984" y="3116972"/>
                  </a:lnTo>
                  <a:lnTo>
                    <a:pt x="373169" y="3116972"/>
                  </a:lnTo>
                  <a:lnTo>
                    <a:pt x="372354" y="3116972"/>
                  </a:lnTo>
                  <a:lnTo>
                    <a:pt x="371539" y="3116972"/>
                  </a:lnTo>
                  <a:lnTo>
                    <a:pt x="370724" y="3116972"/>
                  </a:lnTo>
                  <a:lnTo>
                    <a:pt x="369910" y="3116972"/>
                  </a:lnTo>
                  <a:lnTo>
                    <a:pt x="369095" y="3116972"/>
                  </a:lnTo>
                  <a:lnTo>
                    <a:pt x="368280" y="3116972"/>
                  </a:lnTo>
                  <a:lnTo>
                    <a:pt x="367465" y="3116972"/>
                  </a:lnTo>
                  <a:lnTo>
                    <a:pt x="366651" y="3116972"/>
                  </a:lnTo>
                  <a:lnTo>
                    <a:pt x="365836" y="3116972"/>
                  </a:lnTo>
                  <a:lnTo>
                    <a:pt x="365021" y="3116972"/>
                  </a:lnTo>
                  <a:lnTo>
                    <a:pt x="364206" y="3116972"/>
                  </a:lnTo>
                  <a:lnTo>
                    <a:pt x="363391" y="3116972"/>
                  </a:lnTo>
                  <a:lnTo>
                    <a:pt x="362577" y="3116972"/>
                  </a:lnTo>
                  <a:lnTo>
                    <a:pt x="361762" y="3116972"/>
                  </a:lnTo>
                  <a:lnTo>
                    <a:pt x="360947" y="3116972"/>
                  </a:lnTo>
                  <a:lnTo>
                    <a:pt x="360132" y="3116972"/>
                  </a:lnTo>
                  <a:lnTo>
                    <a:pt x="359318" y="3116972"/>
                  </a:lnTo>
                  <a:lnTo>
                    <a:pt x="358503" y="3116972"/>
                  </a:lnTo>
                  <a:lnTo>
                    <a:pt x="357688" y="3116972"/>
                  </a:lnTo>
                  <a:lnTo>
                    <a:pt x="356873" y="3116972"/>
                  </a:lnTo>
                  <a:lnTo>
                    <a:pt x="356058" y="3116972"/>
                  </a:lnTo>
                  <a:lnTo>
                    <a:pt x="355244" y="3116972"/>
                  </a:lnTo>
                  <a:lnTo>
                    <a:pt x="354429" y="3116972"/>
                  </a:lnTo>
                  <a:lnTo>
                    <a:pt x="353614" y="3116972"/>
                  </a:lnTo>
                  <a:lnTo>
                    <a:pt x="352799" y="3116972"/>
                  </a:lnTo>
                  <a:lnTo>
                    <a:pt x="351984" y="3116972"/>
                  </a:lnTo>
                  <a:lnTo>
                    <a:pt x="351170" y="3116972"/>
                  </a:lnTo>
                  <a:lnTo>
                    <a:pt x="350355" y="3116972"/>
                  </a:lnTo>
                  <a:lnTo>
                    <a:pt x="349540" y="3116972"/>
                  </a:lnTo>
                  <a:lnTo>
                    <a:pt x="348725" y="3116972"/>
                  </a:lnTo>
                  <a:lnTo>
                    <a:pt x="347911" y="3116972"/>
                  </a:lnTo>
                  <a:lnTo>
                    <a:pt x="347096" y="3116972"/>
                  </a:lnTo>
                  <a:lnTo>
                    <a:pt x="346281" y="3116972"/>
                  </a:lnTo>
                  <a:lnTo>
                    <a:pt x="345466" y="3116972"/>
                  </a:lnTo>
                  <a:lnTo>
                    <a:pt x="344651" y="3116972"/>
                  </a:lnTo>
                  <a:lnTo>
                    <a:pt x="343837" y="3116972"/>
                  </a:lnTo>
                  <a:lnTo>
                    <a:pt x="343022" y="3116972"/>
                  </a:lnTo>
                  <a:lnTo>
                    <a:pt x="342207" y="3116972"/>
                  </a:lnTo>
                  <a:lnTo>
                    <a:pt x="341392" y="3116972"/>
                  </a:lnTo>
                  <a:lnTo>
                    <a:pt x="340578" y="3116972"/>
                  </a:lnTo>
                  <a:lnTo>
                    <a:pt x="339763" y="3116972"/>
                  </a:lnTo>
                  <a:lnTo>
                    <a:pt x="338948" y="3116972"/>
                  </a:lnTo>
                  <a:lnTo>
                    <a:pt x="338133" y="3116972"/>
                  </a:lnTo>
                  <a:lnTo>
                    <a:pt x="337318" y="3116972"/>
                  </a:lnTo>
                  <a:lnTo>
                    <a:pt x="336504" y="3116972"/>
                  </a:lnTo>
                  <a:lnTo>
                    <a:pt x="335689" y="3116972"/>
                  </a:lnTo>
                  <a:lnTo>
                    <a:pt x="334874" y="3116972"/>
                  </a:lnTo>
                  <a:lnTo>
                    <a:pt x="334059" y="3116972"/>
                  </a:lnTo>
                  <a:lnTo>
                    <a:pt x="333245" y="3116972"/>
                  </a:lnTo>
                  <a:lnTo>
                    <a:pt x="332430" y="3116972"/>
                  </a:lnTo>
                  <a:lnTo>
                    <a:pt x="331615" y="3116972"/>
                  </a:lnTo>
                  <a:lnTo>
                    <a:pt x="330800" y="3116972"/>
                  </a:lnTo>
                  <a:lnTo>
                    <a:pt x="329985" y="3116972"/>
                  </a:lnTo>
                  <a:lnTo>
                    <a:pt x="329171" y="3116972"/>
                  </a:lnTo>
                  <a:lnTo>
                    <a:pt x="328356" y="3116972"/>
                  </a:lnTo>
                  <a:lnTo>
                    <a:pt x="327541" y="3116972"/>
                  </a:lnTo>
                  <a:lnTo>
                    <a:pt x="326726" y="3116972"/>
                  </a:lnTo>
                  <a:lnTo>
                    <a:pt x="325912" y="3116972"/>
                  </a:lnTo>
                  <a:lnTo>
                    <a:pt x="325097" y="3116972"/>
                  </a:lnTo>
                  <a:lnTo>
                    <a:pt x="324282" y="3116972"/>
                  </a:lnTo>
                  <a:lnTo>
                    <a:pt x="323467" y="3116972"/>
                  </a:lnTo>
                  <a:lnTo>
                    <a:pt x="322652" y="3116972"/>
                  </a:lnTo>
                  <a:lnTo>
                    <a:pt x="321838" y="3116972"/>
                  </a:lnTo>
                  <a:lnTo>
                    <a:pt x="321023" y="3116972"/>
                  </a:lnTo>
                  <a:lnTo>
                    <a:pt x="320208" y="3116972"/>
                  </a:lnTo>
                  <a:lnTo>
                    <a:pt x="319393" y="3116972"/>
                  </a:lnTo>
                  <a:lnTo>
                    <a:pt x="318578" y="3116972"/>
                  </a:lnTo>
                  <a:lnTo>
                    <a:pt x="317764" y="3116972"/>
                  </a:lnTo>
                  <a:lnTo>
                    <a:pt x="316949" y="3116972"/>
                  </a:lnTo>
                  <a:lnTo>
                    <a:pt x="316134" y="3116972"/>
                  </a:lnTo>
                  <a:lnTo>
                    <a:pt x="315319" y="3116972"/>
                  </a:lnTo>
                  <a:lnTo>
                    <a:pt x="314505" y="3116972"/>
                  </a:lnTo>
                  <a:lnTo>
                    <a:pt x="313690" y="3116972"/>
                  </a:lnTo>
                  <a:lnTo>
                    <a:pt x="312875" y="3116972"/>
                  </a:lnTo>
                  <a:lnTo>
                    <a:pt x="312060" y="3116972"/>
                  </a:lnTo>
                  <a:lnTo>
                    <a:pt x="311245" y="3116972"/>
                  </a:lnTo>
                  <a:lnTo>
                    <a:pt x="310431" y="3116972"/>
                  </a:lnTo>
                  <a:lnTo>
                    <a:pt x="309616" y="3116972"/>
                  </a:lnTo>
                  <a:lnTo>
                    <a:pt x="308801" y="3116972"/>
                  </a:lnTo>
                  <a:lnTo>
                    <a:pt x="307986" y="3116972"/>
                  </a:lnTo>
                  <a:lnTo>
                    <a:pt x="307172" y="3116972"/>
                  </a:lnTo>
                  <a:lnTo>
                    <a:pt x="306357" y="3116972"/>
                  </a:lnTo>
                  <a:lnTo>
                    <a:pt x="305542" y="3116972"/>
                  </a:lnTo>
                  <a:lnTo>
                    <a:pt x="304727" y="3116972"/>
                  </a:lnTo>
                  <a:lnTo>
                    <a:pt x="303912" y="3116972"/>
                  </a:lnTo>
                  <a:lnTo>
                    <a:pt x="303098" y="3116972"/>
                  </a:lnTo>
                  <a:lnTo>
                    <a:pt x="302283" y="3116972"/>
                  </a:lnTo>
                  <a:lnTo>
                    <a:pt x="301468" y="3116972"/>
                  </a:lnTo>
                  <a:lnTo>
                    <a:pt x="300653" y="3116972"/>
                  </a:lnTo>
                  <a:lnTo>
                    <a:pt x="299839" y="3116972"/>
                  </a:lnTo>
                  <a:lnTo>
                    <a:pt x="299024" y="3116972"/>
                  </a:lnTo>
                  <a:lnTo>
                    <a:pt x="298209" y="3116972"/>
                  </a:lnTo>
                  <a:lnTo>
                    <a:pt x="297394" y="3116972"/>
                  </a:lnTo>
                  <a:lnTo>
                    <a:pt x="296579" y="3116972"/>
                  </a:lnTo>
                  <a:lnTo>
                    <a:pt x="295765" y="3116972"/>
                  </a:lnTo>
                  <a:lnTo>
                    <a:pt x="294950" y="3116972"/>
                  </a:lnTo>
                  <a:lnTo>
                    <a:pt x="294135" y="3116972"/>
                  </a:lnTo>
                  <a:lnTo>
                    <a:pt x="293320" y="3116972"/>
                  </a:lnTo>
                  <a:lnTo>
                    <a:pt x="292506" y="3116972"/>
                  </a:lnTo>
                  <a:lnTo>
                    <a:pt x="291691" y="3116972"/>
                  </a:lnTo>
                  <a:lnTo>
                    <a:pt x="290876" y="3116972"/>
                  </a:lnTo>
                  <a:lnTo>
                    <a:pt x="290061" y="3116972"/>
                  </a:lnTo>
                  <a:lnTo>
                    <a:pt x="289246" y="3116972"/>
                  </a:lnTo>
                  <a:lnTo>
                    <a:pt x="288432" y="3116972"/>
                  </a:lnTo>
                  <a:lnTo>
                    <a:pt x="287617" y="3116972"/>
                  </a:lnTo>
                  <a:lnTo>
                    <a:pt x="286802" y="3116972"/>
                  </a:lnTo>
                  <a:lnTo>
                    <a:pt x="285987" y="3116972"/>
                  </a:lnTo>
                  <a:lnTo>
                    <a:pt x="285173" y="3116972"/>
                  </a:lnTo>
                  <a:lnTo>
                    <a:pt x="284358" y="3116972"/>
                  </a:lnTo>
                  <a:lnTo>
                    <a:pt x="283543" y="3116972"/>
                  </a:lnTo>
                  <a:lnTo>
                    <a:pt x="282728" y="3116972"/>
                  </a:lnTo>
                  <a:lnTo>
                    <a:pt x="281913" y="3116972"/>
                  </a:lnTo>
                  <a:lnTo>
                    <a:pt x="281099" y="3116972"/>
                  </a:lnTo>
                  <a:lnTo>
                    <a:pt x="280284" y="3116972"/>
                  </a:lnTo>
                  <a:lnTo>
                    <a:pt x="279469" y="3116972"/>
                  </a:lnTo>
                  <a:lnTo>
                    <a:pt x="278654" y="3116972"/>
                  </a:lnTo>
                  <a:lnTo>
                    <a:pt x="277839" y="3116972"/>
                  </a:lnTo>
                  <a:lnTo>
                    <a:pt x="277025" y="3116972"/>
                  </a:lnTo>
                  <a:lnTo>
                    <a:pt x="276210" y="3116972"/>
                  </a:lnTo>
                  <a:lnTo>
                    <a:pt x="275395" y="3116972"/>
                  </a:lnTo>
                  <a:lnTo>
                    <a:pt x="274580" y="3116972"/>
                  </a:lnTo>
                  <a:lnTo>
                    <a:pt x="273766" y="3116972"/>
                  </a:lnTo>
                  <a:lnTo>
                    <a:pt x="272951" y="3116972"/>
                  </a:lnTo>
                  <a:lnTo>
                    <a:pt x="272136" y="3116972"/>
                  </a:lnTo>
                  <a:lnTo>
                    <a:pt x="271321" y="3116972"/>
                  </a:lnTo>
                  <a:lnTo>
                    <a:pt x="270506" y="3116972"/>
                  </a:lnTo>
                  <a:lnTo>
                    <a:pt x="269692" y="3116972"/>
                  </a:lnTo>
                  <a:lnTo>
                    <a:pt x="268877" y="3116972"/>
                  </a:lnTo>
                  <a:lnTo>
                    <a:pt x="268062" y="3116972"/>
                  </a:lnTo>
                  <a:lnTo>
                    <a:pt x="267247" y="3116972"/>
                  </a:lnTo>
                  <a:lnTo>
                    <a:pt x="266433" y="3116972"/>
                  </a:lnTo>
                  <a:lnTo>
                    <a:pt x="265618" y="3116972"/>
                  </a:lnTo>
                  <a:lnTo>
                    <a:pt x="264803" y="3116972"/>
                  </a:lnTo>
                  <a:lnTo>
                    <a:pt x="263988" y="3116972"/>
                  </a:lnTo>
                  <a:lnTo>
                    <a:pt x="263173" y="3116972"/>
                  </a:lnTo>
                  <a:lnTo>
                    <a:pt x="262359" y="3116972"/>
                  </a:lnTo>
                  <a:lnTo>
                    <a:pt x="261544" y="3116972"/>
                  </a:lnTo>
                  <a:lnTo>
                    <a:pt x="260729" y="3116972"/>
                  </a:lnTo>
                  <a:lnTo>
                    <a:pt x="259914" y="3116972"/>
                  </a:lnTo>
                  <a:lnTo>
                    <a:pt x="259100" y="3116972"/>
                  </a:lnTo>
                  <a:lnTo>
                    <a:pt x="258285" y="3116972"/>
                  </a:lnTo>
                  <a:lnTo>
                    <a:pt x="257470" y="3116972"/>
                  </a:lnTo>
                  <a:lnTo>
                    <a:pt x="256655" y="3116972"/>
                  </a:lnTo>
                  <a:lnTo>
                    <a:pt x="255840" y="3116972"/>
                  </a:lnTo>
                  <a:lnTo>
                    <a:pt x="255026" y="3116972"/>
                  </a:lnTo>
                  <a:lnTo>
                    <a:pt x="254211" y="3116972"/>
                  </a:lnTo>
                  <a:lnTo>
                    <a:pt x="253396" y="3116972"/>
                  </a:lnTo>
                  <a:lnTo>
                    <a:pt x="252581" y="3116972"/>
                  </a:lnTo>
                  <a:lnTo>
                    <a:pt x="251767" y="3116972"/>
                  </a:lnTo>
                  <a:lnTo>
                    <a:pt x="250952" y="3116972"/>
                  </a:lnTo>
                  <a:lnTo>
                    <a:pt x="250137" y="3116972"/>
                  </a:lnTo>
                  <a:lnTo>
                    <a:pt x="249322" y="3116972"/>
                  </a:lnTo>
                  <a:lnTo>
                    <a:pt x="248507" y="3116972"/>
                  </a:lnTo>
                  <a:lnTo>
                    <a:pt x="247693" y="3116972"/>
                  </a:lnTo>
                  <a:lnTo>
                    <a:pt x="246878" y="3116972"/>
                  </a:lnTo>
                  <a:lnTo>
                    <a:pt x="246063" y="3116972"/>
                  </a:lnTo>
                  <a:lnTo>
                    <a:pt x="245248" y="3116972"/>
                  </a:lnTo>
                  <a:lnTo>
                    <a:pt x="244434" y="3116972"/>
                  </a:lnTo>
                  <a:lnTo>
                    <a:pt x="243619" y="3116972"/>
                  </a:lnTo>
                  <a:lnTo>
                    <a:pt x="242804" y="3116972"/>
                  </a:lnTo>
                  <a:lnTo>
                    <a:pt x="241989" y="3116972"/>
                  </a:lnTo>
                  <a:lnTo>
                    <a:pt x="241174" y="3116972"/>
                  </a:lnTo>
                  <a:lnTo>
                    <a:pt x="240360" y="3116972"/>
                  </a:lnTo>
                  <a:lnTo>
                    <a:pt x="239545" y="3116972"/>
                  </a:lnTo>
                  <a:lnTo>
                    <a:pt x="238730" y="3116972"/>
                  </a:lnTo>
                  <a:lnTo>
                    <a:pt x="237915" y="3116972"/>
                  </a:lnTo>
                  <a:lnTo>
                    <a:pt x="237100" y="3116972"/>
                  </a:lnTo>
                  <a:lnTo>
                    <a:pt x="236286" y="3116972"/>
                  </a:lnTo>
                  <a:lnTo>
                    <a:pt x="235471" y="3116972"/>
                  </a:lnTo>
                  <a:lnTo>
                    <a:pt x="234656" y="3116972"/>
                  </a:lnTo>
                  <a:lnTo>
                    <a:pt x="233841" y="3116972"/>
                  </a:lnTo>
                  <a:lnTo>
                    <a:pt x="233027" y="3116972"/>
                  </a:lnTo>
                  <a:lnTo>
                    <a:pt x="232212" y="3116972"/>
                  </a:lnTo>
                  <a:lnTo>
                    <a:pt x="231397" y="3116972"/>
                  </a:lnTo>
                  <a:lnTo>
                    <a:pt x="230582" y="3116972"/>
                  </a:lnTo>
                  <a:lnTo>
                    <a:pt x="229767" y="3116972"/>
                  </a:lnTo>
                  <a:lnTo>
                    <a:pt x="228953" y="3116972"/>
                  </a:lnTo>
                  <a:lnTo>
                    <a:pt x="228138" y="3116972"/>
                  </a:lnTo>
                  <a:lnTo>
                    <a:pt x="227323" y="3116972"/>
                  </a:lnTo>
                  <a:lnTo>
                    <a:pt x="226508" y="3116972"/>
                  </a:lnTo>
                  <a:lnTo>
                    <a:pt x="225694" y="3116972"/>
                  </a:lnTo>
                  <a:lnTo>
                    <a:pt x="224879" y="3116972"/>
                  </a:lnTo>
                  <a:lnTo>
                    <a:pt x="224064" y="3116972"/>
                  </a:lnTo>
                  <a:lnTo>
                    <a:pt x="223249" y="3116972"/>
                  </a:lnTo>
                  <a:lnTo>
                    <a:pt x="222434" y="3116972"/>
                  </a:lnTo>
                  <a:lnTo>
                    <a:pt x="221620" y="3116972"/>
                  </a:lnTo>
                  <a:lnTo>
                    <a:pt x="220805" y="3116972"/>
                  </a:lnTo>
                  <a:lnTo>
                    <a:pt x="219990" y="3116972"/>
                  </a:lnTo>
                  <a:lnTo>
                    <a:pt x="219175" y="3116972"/>
                  </a:lnTo>
                  <a:lnTo>
                    <a:pt x="218361" y="3116972"/>
                  </a:lnTo>
                  <a:lnTo>
                    <a:pt x="217546" y="3116972"/>
                  </a:lnTo>
                  <a:lnTo>
                    <a:pt x="216731" y="3116972"/>
                  </a:lnTo>
                  <a:lnTo>
                    <a:pt x="215916" y="3116972"/>
                  </a:lnTo>
                  <a:lnTo>
                    <a:pt x="215101" y="3116972"/>
                  </a:lnTo>
                  <a:lnTo>
                    <a:pt x="214287" y="3116972"/>
                  </a:lnTo>
                  <a:lnTo>
                    <a:pt x="213472" y="3116972"/>
                  </a:lnTo>
                  <a:lnTo>
                    <a:pt x="212657" y="3116972"/>
                  </a:lnTo>
                  <a:lnTo>
                    <a:pt x="211842" y="3116972"/>
                  </a:lnTo>
                  <a:lnTo>
                    <a:pt x="211028" y="3116972"/>
                  </a:lnTo>
                  <a:lnTo>
                    <a:pt x="210213" y="3116972"/>
                  </a:lnTo>
                  <a:lnTo>
                    <a:pt x="209398" y="3116972"/>
                  </a:lnTo>
                  <a:lnTo>
                    <a:pt x="208583" y="3116972"/>
                  </a:lnTo>
                  <a:lnTo>
                    <a:pt x="207768" y="3116972"/>
                  </a:lnTo>
                  <a:lnTo>
                    <a:pt x="206954" y="3116972"/>
                  </a:lnTo>
                  <a:lnTo>
                    <a:pt x="206139" y="3116972"/>
                  </a:lnTo>
                  <a:lnTo>
                    <a:pt x="205324" y="3116972"/>
                  </a:lnTo>
                  <a:lnTo>
                    <a:pt x="204509" y="3116972"/>
                  </a:lnTo>
                  <a:lnTo>
                    <a:pt x="203695" y="3116972"/>
                  </a:lnTo>
                  <a:lnTo>
                    <a:pt x="202880" y="3116972"/>
                  </a:lnTo>
                  <a:lnTo>
                    <a:pt x="202065" y="3116972"/>
                  </a:lnTo>
                  <a:lnTo>
                    <a:pt x="201250" y="3116972"/>
                  </a:lnTo>
                  <a:lnTo>
                    <a:pt x="200435" y="3116972"/>
                  </a:lnTo>
                  <a:lnTo>
                    <a:pt x="199621" y="3116972"/>
                  </a:lnTo>
                  <a:lnTo>
                    <a:pt x="198806" y="3116972"/>
                  </a:lnTo>
                  <a:lnTo>
                    <a:pt x="197991" y="3116972"/>
                  </a:lnTo>
                  <a:lnTo>
                    <a:pt x="197176" y="3116972"/>
                  </a:lnTo>
                  <a:lnTo>
                    <a:pt x="196361" y="3116972"/>
                  </a:lnTo>
                  <a:lnTo>
                    <a:pt x="195547" y="3116972"/>
                  </a:lnTo>
                  <a:lnTo>
                    <a:pt x="194732" y="3116972"/>
                  </a:lnTo>
                  <a:lnTo>
                    <a:pt x="193917" y="3116972"/>
                  </a:lnTo>
                  <a:lnTo>
                    <a:pt x="193102" y="3116972"/>
                  </a:lnTo>
                  <a:lnTo>
                    <a:pt x="192288" y="3116972"/>
                  </a:lnTo>
                  <a:lnTo>
                    <a:pt x="191473" y="3116972"/>
                  </a:lnTo>
                  <a:lnTo>
                    <a:pt x="190658" y="3116972"/>
                  </a:lnTo>
                  <a:lnTo>
                    <a:pt x="189843" y="3116972"/>
                  </a:lnTo>
                  <a:lnTo>
                    <a:pt x="189028" y="3116972"/>
                  </a:lnTo>
                  <a:lnTo>
                    <a:pt x="188214" y="3116972"/>
                  </a:lnTo>
                  <a:lnTo>
                    <a:pt x="187399" y="3116972"/>
                  </a:lnTo>
                  <a:lnTo>
                    <a:pt x="186584" y="3116972"/>
                  </a:lnTo>
                  <a:lnTo>
                    <a:pt x="185769" y="3116972"/>
                  </a:lnTo>
                  <a:lnTo>
                    <a:pt x="184955" y="3116972"/>
                  </a:lnTo>
                  <a:lnTo>
                    <a:pt x="184140" y="3116972"/>
                  </a:lnTo>
                  <a:lnTo>
                    <a:pt x="183325" y="3116972"/>
                  </a:lnTo>
                  <a:lnTo>
                    <a:pt x="182510" y="3116972"/>
                  </a:lnTo>
                  <a:lnTo>
                    <a:pt x="181695" y="3116972"/>
                  </a:lnTo>
                  <a:lnTo>
                    <a:pt x="180881" y="3116972"/>
                  </a:lnTo>
                  <a:lnTo>
                    <a:pt x="180066" y="3116972"/>
                  </a:lnTo>
                  <a:lnTo>
                    <a:pt x="179251" y="3116972"/>
                  </a:lnTo>
                  <a:lnTo>
                    <a:pt x="178436" y="3116972"/>
                  </a:lnTo>
                  <a:lnTo>
                    <a:pt x="177622" y="3116972"/>
                  </a:lnTo>
                  <a:lnTo>
                    <a:pt x="176807" y="3116972"/>
                  </a:lnTo>
                  <a:lnTo>
                    <a:pt x="175992" y="3116972"/>
                  </a:lnTo>
                  <a:lnTo>
                    <a:pt x="175177" y="3116972"/>
                  </a:lnTo>
                  <a:lnTo>
                    <a:pt x="174362" y="3116972"/>
                  </a:lnTo>
                  <a:lnTo>
                    <a:pt x="173548" y="3116972"/>
                  </a:lnTo>
                  <a:lnTo>
                    <a:pt x="172733" y="3116972"/>
                  </a:lnTo>
                  <a:lnTo>
                    <a:pt x="171918" y="3116972"/>
                  </a:lnTo>
                  <a:lnTo>
                    <a:pt x="171103" y="3116972"/>
                  </a:lnTo>
                  <a:lnTo>
                    <a:pt x="170289" y="3116972"/>
                  </a:lnTo>
                  <a:lnTo>
                    <a:pt x="169474" y="3116972"/>
                  </a:lnTo>
                  <a:lnTo>
                    <a:pt x="168659" y="3116972"/>
                  </a:lnTo>
                  <a:lnTo>
                    <a:pt x="167844" y="3116972"/>
                  </a:lnTo>
                  <a:lnTo>
                    <a:pt x="167029" y="3116972"/>
                  </a:lnTo>
                  <a:lnTo>
                    <a:pt x="166215" y="3116972"/>
                  </a:lnTo>
                  <a:lnTo>
                    <a:pt x="165400" y="3116972"/>
                  </a:lnTo>
                  <a:lnTo>
                    <a:pt x="164585" y="3116972"/>
                  </a:lnTo>
                  <a:lnTo>
                    <a:pt x="163770" y="3116972"/>
                  </a:lnTo>
                  <a:lnTo>
                    <a:pt x="162956" y="3116972"/>
                  </a:lnTo>
                  <a:lnTo>
                    <a:pt x="162141" y="3116972"/>
                  </a:lnTo>
                  <a:lnTo>
                    <a:pt x="161326" y="3116972"/>
                  </a:lnTo>
                  <a:lnTo>
                    <a:pt x="160511" y="3116972"/>
                  </a:lnTo>
                  <a:lnTo>
                    <a:pt x="159696" y="3116972"/>
                  </a:lnTo>
                  <a:lnTo>
                    <a:pt x="158882" y="3116972"/>
                  </a:lnTo>
                  <a:lnTo>
                    <a:pt x="158067" y="3116972"/>
                  </a:lnTo>
                  <a:lnTo>
                    <a:pt x="157252" y="3116972"/>
                  </a:lnTo>
                  <a:lnTo>
                    <a:pt x="156437" y="3116972"/>
                  </a:lnTo>
                  <a:lnTo>
                    <a:pt x="155622" y="3116972"/>
                  </a:lnTo>
                  <a:lnTo>
                    <a:pt x="154808" y="3116972"/>
                  </a:lnTo>
                  <a:lnTo>
                    <a:pt x="153993" y="3116972"/>
                  </a:lnTo>
                  <a:lnTo>
                    <a:pt x="153178" y="3116972"/>
                  </a:lnTo>
                  <a:lnTo>
                    <a:pt x="152363" y="3116972"/>
                  </a:lnTo>
                  <a:lnTo>
                    <a:pt x="151549" y="3116972"/>
                  </a:lnTo>
                  <a:lnTo>
                    <a:pt x="150734" y="3116972"/>
                  </a:lnTo>
                  <a:lnTo>
                    <a:pt x="149919" y="3116972"/>
                  </a:lnTo>
                  <a:lnTo>
                    <a:pt x="149104" y="3116972"/>
                  </a:lnTo>
                  <a:lnTo>
                    <a:pt x="148289" y="3116972"/>
                  </a:lnTo>
                  <a:lnTo>
                    <a:pt x="147475" y="3116972"/>
                  </a:lnTo>
                  <a:lnTo>
                    <a:pt x="146660" y="3116972"/>
                  </a:lnTo>
                  <a:lnTo>
                    <a:pt x="145845" y="3116972"/>
                  </a:lnTo>
                  <a:lnTo>
                    <a:pt x="145030" y="3116972"/>
                  </a:lnTo>
                  <a:lnTo>
                    <a:pt x="144216" y="3116972"/>
                  </a:lnTo>
                  <a:lnTo>
                    <a:pt x="143401" y="3116972"/>
                  </a:lnTo>
                  <a:lnTo>
                    <a:pt x="142586" y="3116972"/>
                  </a:lnTo>
                  <a:lnTo>
                    <a:pt x="141771" y="3116972"/>
                  </a:lnTo>
                  <a:lnTo>
                    <a:pt x="140956" y="3116972"/>
                  </a:lnTo>
                  <a:lnTo>
                    <a:pt x="140142" y="3116972"/>
                  </a:lnTo>
                  <a:lnTo>
                    <a:pt x="139327" y="3116972"/>
                  </a:lnTo>
                  <a:lnTo>
                    <a:pt x="138512" y="3116972"/>
                  </a:lnTo>
                  <a:lnTo>
                    <a:pt x="137697" y="3116972"/>
                  </a:lnTo>
                  <a:lnTo>
                    <a:pt x="136883" y="3116972"/>
                  </a:lnTo>
                  <a:lnTo>
                    <a:pt x="136068" y="3116972"/>
                  </a:lnTo>
                  <a:lnTo>
                    <a:pt x="135253" y="3116972"/>
                  </a:lnTo>
                  <a:lnTo>
                    <a:pt x="134438" y="3116972"/>
                  </a:lnTo>
                  <a:lnTo>
                    <a:pt x="133623" y="3116972"/>
                  </a:lnTo>
                  <a:lnTo>
                    <a:pt x="132809" y="3116972"/>
                  </a:lnTo>
                  <a:lnTo>
                    <a:pt x="131994" y="3116972"/>
                  </a:lnTo>
                  <a:lnTo>
                    <a:pt x="131179" y="3116972"/>
                  </a:lnTo>
                  <a:lnTo>
                    <a:pt x="130364" y="3116972"/>
                  </a:lnTo>
                  <a:lnTo>
                    <a:pt x="129550" y="3116972"/>
                  </a:lnTo>
                  <a:lnTo>
                    <a:pt x="128735" y="3116972"/>
                  </a:lnTo>
                  <a:lnTo>
                    <a:pt x="127920" y="3116972"/>
                  </a:lnTo>
                  <a:lnTo>
                    <a:pt x="127105" y="3116972"/>
                  </a:lnTo>
                  <a:lnTo>
                    <a:pt x="126290" y="3116972"/>
                  </a:lnTo>
                  <a:lnTo>
                    <a:pt x="125476" y="3116972"/>
                  </a:lnTo>
                  <a:lnTo>
                    <a:pt x="124661" y="3116972"/>
                  </a:lnTo>
                  <a:lnTo>
                    <a:pt x="123846" y="3116972"/>
                  </a:lnTo>
                  <a:lnTo>
                    <a:pt x="123031" y="3116972"/>
                  </a:lnTo>
                  <a:lnTo>
                    <a:pt x="122217" y="3116972"/>
                  </a:lnTo>
                  <a:lnTo>
                    <a:pt x="121402" y="3116972"/>
                  </a:lnTo>
                  <a:lnTo>
                    <a:pt x="120587" y="3116972"/>
                  </a:lnTo>
                  <a:lnTo>
                    <a:pt x="119772" y="3116972"/>
                  </a:lnTo>
                  <a:lnTo>
                    <a:pt x="118957" y="3116972"/>
                  </a:lnTo>
                  <a:lnTo>
                    <a:pt x="118143" y="3116972"/>
                  </a:lnTo>
                  <a:lnTo>
                    <a:pt x="117328" y="3116972"/>
                  </a:lnTo>
                  <a:lnTo>
                    <a:pt x="116513" y="3116972"/>
                  </a:lnTo>
                  <a:lnTo>
                    <a:pt x="115698" y="3116972"/>
                  </a:lnTo>
                  <a:lnTo>
                    <a:pt x="114883" y="3116972"/>
                  </a:lnTo>
                  <a:lnTo>
                    <a:pt x="114069" y="3116972"/>
                  </a:lnTo>
                  <a:lnTo>
                    <a:pt x="113254" y="3116972"/>
                  </a:lnTo>
                  <a:lnTo>
                    <a:pt x="112439" y="3116972"/>
                  </a:lnTo>
                  <a:lnTo>
                    <a:pt x="111624" y="3116972"/>
                  </a:lnTo>
                  <a:lnTo>
                    <a:pt x="110810" y="3116972"/>
                  </a:lnTo>
                  <a:lnTo>
                    <a:pt x="109995" y="3116972"/>
                  </a:lnTo>
                  <a:lnTo>
                    <a:pt x="109180" y="3116972"/>
                  </a:lnTo>
                  <a:lnTo>
                    <a:pt x="108365" y="3116972"/>
                  </a:lnTo>
                  <a:lnTo>
                    <a:pt x="107550" y="3116972"/>
                  </a:lnTo>
                  <a:lnTo>
                    <a:pt x="106736" y="3116972"/>
                  </a:lnTo>
                  <a:lnTo>
                    <a:pt x="105921" y="3116972"/>
                  </a:lnTo>
                  <a:lnTo>
                    <a:pt x="105106" y="3116972"/>
                  </a:lnTo>
                  <a:lnTo>
                    <a:pt x="104291" y="3116972"/>
                  </a:lnTo>
                  <a:lnTo>
                    <a:pt x="103477" y="3116972"/>
                  </a:lnTo>
                  <a:lnTo>
                    <a:pt x="102662" y="3116972"/>
                  </a:lnTo>
                  <a:lnTo>
                    <a:pt x="101847" y="3116972"/>
                  </a:lnTo>
                  <a:lnTo>
                    <a:pt x="101032" y="3116972"/>
                  </a:lnTo>
                  <a:lnTo>
                    <a:pt x="100217" y="3116972"/>
                  </a:lnTo>
                  <a:lnTo>
                    <a:pt x="99403" y="3116972"/>
                  </a:lnTo>
                  <a:lnTo>
                    <a:pt x="98588" y="3116972"/>
                  </a:lnTo>
                  <a:lnTo>
                    <a:pt x="97773" y="3116972"/>
                  </a:lnTo>
                  <a:lnTo>
                    <a:pt x="96958" y="3116972"/>
                  </a:lnTo>
                  <a:lnTo>
                    <a:pt x="96144" y="3116972"/>
                  </a:lnTo>
                  <a:lnTo>
                    <a:pt x="95329" y="3116972"/>
                  </a:lnTo>
                  <a:lnTo>
                    <a:pt x="94514" y="3116972"/>
                  </a:lnTo>
                  <a:lnTo>
                    <a:pt x="93699" y="3116972"/>
                  </a:lnTo>
                  <a:lnTo>
                    <a:pt x="92884" y="3116972"/>
                  </a:lnTo>
                  <a:lnTo>
                    <a:pt x="92070" y="3116972"/>
                  </a:lnTo>
                  <a:lnTo>
                    <a:pt x="91255" y="3116972"/>
                  </a:lnTo>
                  <a:lnTo>
                    <a:pt x="90440" y="3116972"/>
                  </a:lnTo>
                  <a:lnTo>
                    <a:pt x="89625" y="3116972"/>
                  </a:lnTo>
                  <a:lnTo>
                    <a:pt x="88811" y="3116972"/>
                  </a:lnTo>
                  <a:lnTo>
                    <a:pt x="87996" y="3116972"/>
                  </a:lnTo>
                  <a:lnTo>
                    <a:pt x="87181" y="3116972"/>
                  </a:lnTo>
                  <a:lnTo>
                    <a:pt x="86366" y="3116972"/>
                  </a:lnTo>
                  <a:lnTo>
                    <a:pt x="85551" y="3116972"/>
                  </a:lnTo>
                  <a:lnTo>
                    <a:pt x="84737" y="3116972"/>
                  </a:lnTo>
                  <a:lnTo>
                    <a:pt x="83922" y="3116972"/>
                  </a:lnTo>
                  <a:lnTo>
                    <a:pt x="83107" y="3116972"/>
                  </a:lnTo>
                  <a:lnTo>
                    <a:pt x="82292" y="3116972"/>
                  </a:lnTo>
                  <a:lnTo>
                    <a:pt x="81478" y="3116972"/>
                  </a:lnTo>
                  <a:lnTo>
                    <a:pt x="80663" y="3116972"/>
                  </a:lnTo>
                  <a:lnTo>
                    <a:pt x="79848" y="3116972"/>
                  </a:lnTo>
                  <a:lnTo>
                    <a:pt x="79033" y="3116972"/>
                  </a:lnTo>
                  <a:lnTo>
                    <a:pt x="78218" y="3116972"/>
                  </a:lnTo>
                  <a:lnTo>
                    <a:pt x="77404" y="3116972"/>
                  </a:lnTo>
                  <a:lnTo>
                    <a:pt x="76589" y="3116972"/>
                  </a:lnTo>
                  <a:lnTo>
                    <a:pt x="75774" y="3116972"/>
                  </a:lnTo>
                  <a:lnTo>
                    <a:pt x="74959" y="3116972"/>
                  </a:lnTo>
                  <a:lnTo>
                    <a:pt x="74144" y="3116972"/>
                  </a:lnTo>
                  <a:lnTo>
                    <a:pt x="73330" y="3116972"/>
                  </a:lnTo>
                  <a:lnTo>
                    <a:pt x="72515" y="3116972"/>
                  </a:lnTo>
                  <a:lnTo>
                    <a:pt x="71700" y="3116972"/>
                  </a:lnTo>
                  <a:lnTo>
                    <a:pt x="70885" y="3116972"/>
                  </a:lnTo>
                  <a:lnTo>
                    <a:pt x="70071" y="3116972"/>
                  </a:lnTo>
                  <a:lnTo>
                    <a:pt x="69256" y="3116972"/>
                  </a:lnTo>
                  <a:lnTo>
                    <a:pt x="68441" y="3116972"/>
                  </a:lnTo>
                  <a:lnTo>
                    <a:pt x="67626" y="3116972"/>
                  </a:lnTo>
                  <a:lnTo>
                    <a:pt x="66811" y="3116972"/>
                  </a:lnTo>
                  <a:lnTo>
                    <a:pt x="65997" y="3116972"/>
                  </a:lnTo>
                  <a:lnTo>
                    <a:pt x="65182" y="3116972"/>
                  </a:lnTo>
                  <a:lnTo>
                    <a:pt x="64367" y="3116972"/>
                  </a:lnTo>
                  <a:lnTo>
                    <a:pt x="63552" y="3116972"/>
                  </a:lnTo>
                  <a:lnTo>
                    <a:pt x="62738" y="3116972"/>
                  </a:lnTo>
                  <a:lnTo>
                    <a:pt x="61923" y="3116972"/>
                  </a:lnTo>
                  <a:lnTo>
                    <a:pt x="61108" y="3116972"/>
                  </a:lnTo>
                  <a:lnTo>
                    <a:pt x="60293" y="3116972"/>
                  </a:lnTo>
                  <a:lnTo>
                    <a:pt x="59478" y="3116972"/>
                  </a:lnTo>
                  <a:lnTo>
                    <a:pt x="58664" y="3116972"/>
                  </a:lnTo>
                  <a:lnTo>
                    <a:pt x="57849" y="3116972"/>
                  </a:lnTo>
                  <a:lnTo>
                    <a:pt x="57034" y="3116972"/>
                  </a:lnTo>
                  <a:lnTo>
                    <a:pt x="56219" y="3116972"/>
                  </a:lnTo>
                  <a:lnTo>
                    <a:pt x="55405" y="3116972"/>
                  </a:lnTo>
                  <a:lnTo>
                    <a:pt x="54590" y="3116972"/>
                  </a:lnTo>
                  <a:lnTo>
                    <a:pt x="53775" y="3116972"/>
                  </a:lnTo>
                  <a:lnTo>
                    <a:pt x="52960" y="3116972"/>
                  </a:lnTo>
                  <a:lnTo>
                    <a:pt x="52145" y="3116972"/>
                  </a:lnTo>
                  <a:lnTo>
                    <a:pt x="51331" y="3116972"/>
                  </a:lnTo>
                  <a:lnTo>
                    <a:pt x="50516" y="3116972"/>
                  </a:lnTo>
                  <a:lnTo>
                    <a:pt x="49701" y="3116972"/>
                  </a:lnTo>
                  <a:lnTo>
                    <a:pt x="48886" y="3116972"/>
                  </a:lnTo>
                  <a:lnTo>
                    <a:pt x="48072" y="3116972"/>
                  </a:lnTo>
                  <a:lnTo>
                    <a:pt x="47257" y="3116972"/>
                  </a:lnTo>
                  <a:lnTo>
                    <a:pt x="46442" y="3116972"/>
                  </a:lnTo>
                  <a:lnTo>
                    <a:pt x="45627" y="3116972"/>
                  </a:lnTo>
                  <a:lnTo>
                    <a:pt x="44812" y="3116972"/>
                  </a:lnTo>
                  <a:lnTo>
                    <a:pt x="43998" y="3116972"/>
                  </a:lnTo>
                  <a:lnTo>
                    <a:pt x="43183" y="3116972"/>
                  </a:lnTo>
                  <a:lnTo>
                    <a:pt x="42368" y="3116972"/>
                  </a:lnTo>
                  <a:lnTo>
                    <a:pt x="41553" y="3116972"/>
                  </a:lnTo>
                  <a:lnTo>
                    <a:pt x="40739" y="3116972"/>
                  </a:lnTo>
                  <a:lnTo>
                    <a:pt x="39924" y="3116972"/>
                  </a:lnTo>
                  <a:lnTo>
                    <a:pt x="39109" y="3116972"/>
                  </a:lnTo>
                  <a:lnTo>
                    <a:pt x="38294" y="3116972"/>
                  </a:lnTo>
                  <a:lnTo>
                    <a:pt x="37479" y="3116972"/>
                  </a:lnTo>
                  <a:lnTo>
                    <a:pt x="36665" y="3116972"/>
                  </a:lnTo>
                  <a:lnTo>
                    <a:pt x="35850" y="3116972"/>
                  </a:lnTo>
                  <a:lnTo>
                    <a:pt x="35035" y="3116972"/>
                  </a:lnTo>
                  <a:lnTo>
                    <a:pt x="34220" y="3116972"/>
                  </a:lnTo>
                  <a:lnTo>
                    <a:pt x="33405" y="3116972"/>
                  </a:lnTo>
                  <a:lnTo>
                    <a:pt x="32591" y="3116972"/>
                  </a:lnTo>
                  <a:lnTo>
                    <a:pt x="31776" y="3116972"/>
                  </a:lnTo>
                  <a:lnTo>
                    <a:pt x="30961" y="3116972"/>
                  </a:lnTo>
                  <a:lnTo>
                    <a:pt x="30146" y="3116972"/>
                  </a:lnTo>
                  <a:lnTo>
                    <a:pt x="29332" y="3116972"/>
                  </a:lnTo>
                  <a:lnTo>
                    <a:pt x="28517" y="3116972"/>
                  </a:lnTo>
                  <a:lnTo>
                    <a:pt x="27702" y="3116972"/>
                  </a:lnTo>
                  <a:lnTo>
                    <a:pt x="26887" y="3116972"/>
                  </a:lnTo>
                  <a:lnTo>
                    <a:pt x="26072" y="3116972"/>
                  </a:lnTo>
                  <a:lnTo>
                    <a:pt x="25258" y="3116972"/>
                  </a:lnTo>
                  <a:lnTo>
                    <a:pt x="24443" y="3116972"/>
                  </a:lnTo>
                  <a:lnTo>
                    <a:pt x="23628" y="3116972"/>
                  </a:lnTo>
                  <a:lnTo>
                    <a:pt x="22813" y="3116972"/>
                  </a:lnTo>
                  <a:lnTo>
                    <a:pt x="21999" y="3116972"/>
                  </a:lnTo>
                  <a:lnTo>
                    <a:pt x="21184" y="3116972"/>
                  </a:lnTo>
                  <a:lnTo>
                    <a:pt x="20369" y="3116972"/>
                  </a:lnTo>
                  <a:lnTo>
                    <a:pt x="19554" y="3116972"/>
                  </a:lnTo>
                  <a:lnTo>
                    <a:pt x="18739" y="3116972"/>
                  </a:lnTo>
                  <a:lnTo>
                    <a:pt x="17925" y="3116972"/>
                  </a:lnTo>
                  <a:lnTo>
                    <a:pt x="17110" y="3116972"/>
                  </a:lnTo>
                  <a:lnTo>
                    <a:pt x="16295" y="3116972"/>
                  </a:lnTo>
                  <a:lnTo>
                    <a:pt x="15480" y="3116972"/>
                  </a:lnTo>
                  <a:lnTo>
                    <a:pt x="14666" y="3116972"/>
                  </a:lnTo>
                  <a:lnTo>
                    <a:pt x="13851" y="3116972"/>
                  </a:lnTo>
                  <a:lnTo>
                    <a:pt x="13036" y="3116972"/>
                  </a:lnTo>
                  <a:lnTo>
                    <a:pt x="12221" y="3116972"/>
                  </a:lnTo>
                  <a:lnTo>
                    <a:pt x="11406" y="3116972"/>
                  </a:lnTo>
                  <a:lnTo>
                    <a:pt x="10592" y="3116972"/>
                  </a:lnTo>
                  <a:lnTo>
                    <a:pt x="9777" y="3116972"/>
                  </a:lnTo>
                  <a:lnTo>
                    <a:pt x="8962" y="3116972"/>
                  </a:lnTo>
                  <a:lnTo>
                    <a:pt x="8147" y="3116972"/>
                  </a:lnTo>
                  <a:lnTo>
                    <a:pt x="7333" y="3116972"/>
                  </a:lnTo>
                  <a:lnTo>
                    <a:pt x="6518" y="3116972"/>
                  </a:lnTo>
                  <a:lnTo>
                    <a:pt x="5703" y="3116972"/>
                  </a:lnTo>
                  <a:lnTo>
                    <a:pt x="4888" y="3116972"/>
                  </a:lnTo>
                  <a:lnTo>
                    <a:pt x="4073" y="3116972"/>
                  </a:lnTo>
                  <a:lnTo>
                    <a:pt x="3259" y="3116972"/>
                  </a:lnTo>
                  <a:lnTo>
                    <a:pt x="2444" y="3116972"/>
                  </a:lnTo>
                  <a:lnTo>
                    <a:pt x="1629" y="3116972"/>
                  </a:lnTo>
                  <a:lnTo>
                    <a:pt x="814" y="3116972"/>
                  </a:lnTo>
                  <a:lnTo>
                    <a:pt x="0" y="3116972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444934" y="145504"/>
              <a:ext cx="8553560" cy="3116972"/>
            </a:xfrm>
            <a:custGeom>
              <a:avLst/>
              <a:pathLst>
                <a:path w="8553560" h="3116972">
                  <a:moveTo>
                    <a:pt x="0" y="2963321"/>
                  </a:moveTo>
                  <a:lnTo>
                    <a:pt x="814" y="2964840"/>
                  </a:lnTo>
                  <a:lnTo>
                    <a:pt x="1629" y="3026488"/>
                  </a:lnTo>
                  <a:lnTo>
                    <a:pt x="2444" y="3094472"/>
                  </a:lnTo>
                  <a:lnTo>
                    <a:pt x="3259" y="3047722"/>
                  </a:lnTo>
                  <a:lnTo>
                    <a:pt x="4073" y="3025581"/>
                  </a:lnTo>
                  <a:lnTo>
                    <a:pt x="4888" y="3009166"/>
                  </a:lnTo>
                  <a:lnTo>
                    <a:pt x="5703" y="3025734"/>
                  </a:lnTo>
                  <a:lnTo>
                    <a:pt x="6518" y="3010176"/>
                  </a:lnTo>
                  <a:lnTo>
                    <a:pt x="7333" y="2992902"/>
                  </a:lnTo>
                  <a:lnTo>
                    <a:pt x="8147" y="3058219"/>
                  </a:lnTo>
                  <a:lnTo>
                    <a:pt x="8962" y="3027281"/>
                  </a:lnTo>
                  <a:lnTo>
                    <a:pt x="9777" y="3014550"/>
                  </a:lnTo>
                  <a:lnTo>
                    <a:pt x="10592" y="3000582"/>
                  </a:lnTo>
                  <a:lnTo>
                    <a:pt x="11406" y="2996425"/>
                  </a:lnTo>
                  <a:lnTo>
                    <a:pt x="12221" y="2964203"/>
                  </a:lnTo>
                  <a:lnTo>
                    <a:pt x="13036" y="2942912"/>
                  </a:lnTo>
                  <a:lnTo>
                    <a:pt x="13851" y="2995995"/>
                  </a:lnTo>
                  <a:lnTo>
                    <a:pt x="14666" y="3025143"/>
                  </a:lnTo>
                  <a:lnTo>
                    <a:pt x="15480" y="3022543"/>
                  </a:lnTo>
                  <a:lnTo>
                    <a:pt x="16295" y="3015232"/>
                  </a:lnTo>
                  <a:lnTo>
                    <a:pt x="17110" y="3036837"/>
                  </a:lnTo>
                  <a:lnTo>
                    <a:pt x="17925" y="3009528"/>
                  </a:lnTo>
                  <a:lnTo>
                    <a:pt x="18739" y="2993178"/>
                  </a:lnTo>
                  <a:lnTo>
                    <a:pt x="19554" y="2953033"/>
                  </a:lnTo>
                  <a:lnTo>
                    <a:pt x="20369" y="2869411"/>
                  </a:lnTo>
                  <a:lnTo>
                    <a:pt x="21184" y="2818184"/>
                  </a:lnTo>
                  <a:lnTo>
                    <a:pt x="21999" y="2811692"/>
                  </a:lnTo>
                  <a:lnTo>
                    <a:pt x="22813" y="2855353"/>
                  </a:lnTo>
                  <a:lnTo>
                    <a:pt x="23628" y="2890409"/>
                  </a:lnTo>
                  <a:lnTo>
                    <a:pt x="24443" y="2880919"/>
                  </a:lnTo>
                  <a:lnTo>
                    <a:pt x="25258" y="2889575"/>
                  </a:lnTo>
                  <a:lnTo>
                    <a:pt x="26072" y="2894083"/>
                  </a:lnTo>
                  <a:lnTo>
                    <a:pt x="26887" y="2794231"/>
                  </a:lnTo>
                  <a:lnTo>
                    <a:pt x="27702" y="2707050"/>
                  </a:lnTo>
                  <a:lnTo>
                    <a:pt x="28517" y="2680516"/>
                  </a:lnTo>
                  <a:lnTo>
                    <a:pt x="29332" y="2711995"/>
                  </a:lnTo>
                  <a:lnTo>
                    <a:pt x="30146" y="2726584"/>
                  </a:lnTo>
                  <a:lnTo>
                    <a:pt x="30961" y="2759970"/>
                  </a:lnTo>
                  <a:lnTo>
                    <a:pt x="31776" y="2887836"/>
                  </a:lnTo>
                  <a:lnTo>
                    <a:pt x="32591" y="3010910"/>
                  </a:lnTo>
                  <a:lnTo>
                    <a:pt x="33405" y="3027442"/>
                  </a:lnTo>
                  <a:lnTo>
                    <a:pt x="34220" y="3045600"/>
                  </a:lnTo>
                  <a:lnTo>
                    <a:pt x="35035" y="3114234"/>
                  </a:lnTo>
                  <a:lnTo>
                    <a:pt x="35850" y="3116972"/>
                  </a:lnTo>
                  <a:lnTo>
                    <a:pt x="35850" y="3116972"/>
                  </a:lnTo>
                  <a:lnTo>
                    <a:pt x="36665" y="3087864"/>
                  </a:lnTo>
                  <a:lnTo>
                    <a:pt x="37479" y="3053144"/>
                  </a:lnTo>
                  <a:lnTo>
                    <a:pt x="38294" y="3044436"/>
                  </a:lnTo>
                  <a:lnTo>
                    <a:pt x="39109" y="3027306"/>
                  </a:lnTo>
                  <a:lnTo>
                    <a:pt x="39924" y="2992154"/>
                  </a:lnTo>
                  <a:lnTo>
                    <a:pt x="40739" y="3010487"/>
                  </a:lnTo>
                  <a:lnTo>
                    <a:pt x="41553" y="3011314"/>
                  </a:lnTo>
                  <a:lnTo>
                    <a:pt x="42368" y="3002740"/>
                  </a:lnTo>
                  <a:lnTo>
                    <a:pt x="43183" y="3003829"/>
                  </a:lnTo>
                  <a:lnTo>
                    <a:pt x="43998" y="3033838"/>
                  </a:lnTo>
                  <a:lnTo>
                    <a:pt x="44812" y="3106377"/>
                  </a:lnTo>
                  <a:lnTo>
                    <a:pt x="45627" y="3116972"/>
                  </a:lnTo>
                  <a:lnTo>
                    <a:pt x="45627" y="3116972"/>
                  </a:lnTo>
                  <a:lnTo>
                    <a:pt x="46442" y="3116972"/>
                  </a:lnTo>
                  <a:lnTo>
                    <a:pt x="47257" y="3116972"/>
                  </a:lnTo>
                  <a:lnTo>
                    <a:pt x="48072" y="3116972"/>
                  </a:lnTo>
                  <a:lnTo>
                    <a:pt x="48886" y="3116972"/>
                  </a:lnTo>
                  <a:lnTo>
                    <a:pt x="49701" y="3082361"/>
                  </a:lnTo>
                  <a:lnTo>
                    <a:pt x="50516" y="3049405"/>
                  </a:lnTo>
                  <a:lnTo>
                    <a:pt x="51331" y="3054428"/>
                  </a:lnTo>
                  <a:lnTo>
                    <a:pt x="52145" y="3076973"/>
                  </a:lnTo>
                  <a:lnTo>
                    <a:pt x="52960" y="3058242"/>
                  </a:lnTo>
                  <a:lnTo>
                    <a:pt x="53775" y="3049598"/>
                  </a:lnTo>
                  <a:lnTo>
                    <a:pt x="54590" y="3055184"/>
                  </a:lnTo>
                  <a:lnTo>
                    <a:pt x="55405" y="3028642"/>
                  </a:lnTo>
                  <a:lnTo>
                    <a:pt x="56219" y="3014003"/>
                  </a:lnTo>
                  <a:lnTo>
                    <a:pt x="57034" y="2977655"/>
                  </a:lnTo>
                  <a:lnTo>
                    <a:pt x="57849" y="2971621"/>
                  </a:lnTo>
                  <a:lnTo>
                    <a:pt x="58664" y="3012943"/>
                  </a:lnTo>
                  <a:lnTo>
                    <a:pt x="59478" y="3068369"/>
                  </a:lnTo>
                  <a:lnTo>
                    <a:pt x="60293" y="3116972"/>
                  </a:lnTo>
                  <a:lnTo>
                    <a:pt x="60293" y="3116972"/>
                  </a:lnTo>
                  <a:lnTo>
                    <a:pt x="61108" y="3116972"/>
                  </a:lnTo>
                  <a:lnTo>
                    <a:pt x="61923" y="3116972"/>
                  </a:lnTo>
                  <a:lnTo>
                    <a:pt x="62738" y="3069430"/>
                  </a:lnTo>
                  <a:lnTo>
                    <a:pt x="63552" y="2979501"/>
                  </a:lnTo>
                  <a:lnTo>
                    <a:pt x="64367" y="2918488"/>
                  </a:lnTo>
                  <a:lnTo>
                    <a:pt x="65182" y="2891105"/>
                  </a:lnTo>
                  <a:lnTo>
                    <a:pt x="65997" y="2881834"/>
                  </a:lnTo>
                  <a:lnTo>
                    <a:pt x="66811" y="2939297"/>
                  </a:lnTo>
                  <a:lnTo>
                    <a:pt x="67626" y="3071546"/>
                  </a:lnTo>
                  <a:lnTo>
                    <a:pt x="68441" y="3116972"/>
                  </a:lnTo>
                  <a:lnTo>
                    <a:pt x="68441" y="3116972"/>
                  </a:lnTo>
                  <a:lnTo>
                    <a:pt x="69256" y="3116972"/>
                  </a:lnTo>
                  <a:lnTo>
                    <a:pt x="70071" y="3116972"/>
                  </a:lnTo>
                  <a:lnTo>
                    <a:pt x="70885" y="3116972"/>
                  </a:lnTo>
                  <a:lnTo>
                    <a:pt x="71700" y="3116972"/>
                  </a:lnTo>
                  <a:lnTo>
                    <a:pt x="72515" y="3116972"/>
                  </a:lnTo>
                  <a:lnTo>
                    <a:pt x="73330" y="3116972"/>
                  </a:lnTo>
                  <a:lnTo>
                    <a:pt x="74144" y="3116972"/>
                  </a:lnTo>
                  <a:lnTo>
                    <a:pt x="74959" y="3116972"/>
                  </a:lnTo>
                  <a:lnTo>
                    <a:pt x="75774" y="3115992"/>
                  </a:lnTo>
                  <a:lnTo>
                    <a:pt x="76589" y="3036013"/>
                  </a:lnTo>
                  <a:lnTo>
                    <a:pt x="77404" y="2966651"/>
                  </a:lnTo>
                  <a:lnTo>
                    <a:pt x="78218" y="2894088"/>
                  </a:lnTo>
                  <a:lnTo>
                    <a:pt x="79033" y="2873420"/>
                  </a:lnTo>
                  <a:lnTo>
                    <a:pt x="79848" y="2840854"/>
                  </a:lnTo>
                  <a:lnTo>
                    <a:pt x="80663" y="2777090"/>
                  </a:lnTo>
                  <a:lnTo>
                    <a:pt x="81478" y="2753275"/>
                  </a:lnTo>
                  <a:lnTo>
                    <a:pt x="82292" y="2793271"/>
                  </a:lnTo>
                  <a:lnTo>
                    <a:pt x="83107" y="2888391"/>
                  </a:lnTo>
                  <a:lnTo>
                    <a:pt x="83922" y="2875877"/>
                  </a:lnTo>
                  <a:lnTo>
                    <a:pt x="84737" y="2879370"/>
                  </a:lnTo>
                  <a:lnTo>
                    <a:pt x="85551" y="2943136"/>
                  </a:lnTo>
                  <a:lnTo>
                    <a:pt x="86366" y="2997425"/>
                  </a:lnTo>
                  <a:lnTo>
                    <a:pt x="87181" y="3059875"/>
                  </a:lnTo>
                  <a:lnTo>
                    <a:pt x="87996" y="3059652"/>
                  </a:lnTo>
                  <a:lnTo>
                    <a:pt x="88811" y="3093700"/>
                  </a:lnTo>
                  <a:lnTo>
                    <a:pt x="89625" y="3115234"/>
                  </a:lnTo>
                  <a:lnTo>
                    <a:pt x="90440" y="3115235"/>
                  </a:lnTo>
                  <a:lnTo>
                    <a:pt x="91255" y="3115235"/>
                  </a:lnTo>
                  <a:lnTo>
                    <a:pt x="92070" y="3093453"/>
                  </a:lnTo>
                  <a:lnTo>
                    <a:pt x="92884" y="3097395"/>
                  </a:lnTo>
                  <a:lnTo>
                    <a:pt x="93699" y="3116972"/>
                  </a:lnTo>
                  <a:lnTo>
                    <a:pt x="93699" y="3116972"/>
                  </a:lnTo>
                  <a:lnTo>
                    <a:pt x="94514" y="3116972"/>
                  </a:lnTo>
                  <a:lnTo>
                    <a:pt x="95329" y="3116972"/>
                  </a:lnTo>
                  <a:lnTo>
                    <a:pt x="96144" y="3116972"/>
                  </a:lnTo>
                  <a:lnTo>
                    <a:pt x="96958" y="3063578"/>
                  </a:lnTo>
                  <a:lnTo>
                    <a:pt x="97773" y="3028386"/>
                  </a:lnTo>
                  <a:lnTo>
                    <a:pt x="98588" y="3012792"/>
                  </a:lnTo>
                  <a:lnTo>
                    <a:pt x="99403" y="2987140"/>
                  </a:lnTo>
                  <a:lnTo>
                    <a:pt x="100217" y="2960540"/>
                  </a:lnTo>
                  <a:lnTo>
                    <a:pt x="101032" y="2982739"/>
                  </a:lnTo>
                  <a:lnTo>
                    <a:pt x="101847" y="2984531"/>
                  </a:lnTo>
                  <a:lnTo>
                    <a:pt x="102662" y="2970529"/>
                  </a:lnTo>
                  <a:lnTo>
                    <a:pt x="103477" y="2972906"/>
                  </a:lnTo>
                  <a:lnTo>
                    <a:pt x="104291" y="2910500"/>
                  </a:lnTo>
                  <a:lnTo>
                    <a:pt x="105106" y="2901947"/>
                  </a:lnTo>
                  <a:lnTo>
                    <a:pt x="105921" y="2930484"/>
                  </a:lnTo>
                  <a:lnTo>
                    <a:pt x="106736" y="2969179"/>
                  </a:lnTo>
                  <a:lnTo>
                    <a:pt x="107550" y="2985889"/>
                  </a:lnTo>
                  <a:lnTo>
                    <a:pt x="108365" y="3038022"/>
                  </a:lnTo>
                  <a:lnTo>
                    <a:pt x="109180" y="3116972"/>
                  </a:lnTo>
                  <a:lnTo>
                    <a:pt x="109180" y="3116972"/>
                  </a:lnTo>
                  <a:lnTo>
                    <a:pt x="109995" y="3116972"/>
                  </a:lnTo>
                  <a:lnTo>
                    <a:pt x="110810" y="3116972"/>
                  </a:lnTo>
                  <a:lnTo>
                    <a:pt x="111624" y="3116972"/>
                  </a:lnTo>
                  <a:lnTo>
                    <a:pt x="112439" y="3116972"/>
                  </a:lnTo>
                  <a:lnTo>
                    <a:pt x="113254" y="3116972"/>
                  </a:lnTo>
                  <a:lnTo>
                    <a:pt x="114069" y="3094426"/>
                  </a:lnTo>
                  <a:lnTo>
                    <a:pt x="114883" y="3045187"/>
                  </a:lnTo>
                  <a:lnTo>
                    <a:pt x="115698" y="3036111"/>
                  </a:lnTo>
                  <a:lnTo>
                    <a:pt x="116513" y="3027110"/>
                  </a:lnTo>
                  <a:lnTo>
                    <a:pt x="117328" y="3099228"/>
                  </a:lnTo>
                  <a:lnTo>
                    <a:pt x="118143" y="3086313"/>
                  </a:lnTo>
                  <a:lnTo>
                    <a:pt x="118957" y="3018286"/>
                  </a:lnTo>
                  <a:lnTo>
                    <a:pt x="119772" y="3007260"/>
                  </a:lnTo>
                  <a:lnTo>
                    <a:pt x="120587" y="2976323"/>
                  </a:lnTo>
                  <a:lnTo>
                    <a:pt x="121402" y="2948977"/>
                  </a:lnTo>
                  <a:lnTo>
                    <a:pt x="122217" y="2948977"/>
                  </a:lnTo>
                  <a:lnTo>
                    <a:pt x="123031" y="2979189"/>
                  </a:lnTo>
                  <a:lnTo>
                    <a:pt x="123846" y="3047218"/>
                  </a:lnTo>
                  <a:lnTo>
                    <a:pt x="124661" y="3058242"/>
                  </a:lnTo>
                  <a:lnTo>
                    <a:pt x="125476" y="3043335"/>
                  </a:lnTo>
                  <a:lnTo>
                    <a:pt x="126290" y="2982957"/>
                  </a:lnTo>
                  <a:lnTo>
                    <a:pt x="127105" y="2966545"/>
                  </a:lnTo>
                  <a:lnTo>
                    <a:pt x="127920" y="2966545"/>
                  </a:lnTo>
                  <a:lnTo>
                    <a:pt x="128735" y="2966545"/>
                  </a:lnTo>
                  <a:lnTo>
                    <a:pt x="129550" y="2966546"/>
                  </a:lnTo>
                  <a:lnTo>
                    <a:pt x="130364" y="2944802"/>
                  </a:lnTo>
                  <a:lnTo>
                    <a:pt x="131179" y="2950416"/>
                  </a:lnTo>
                  <a:lnTo>
                    <a:pt x="131994" y="2966828"/>
                  </a:lnTo>
                  <a:lnTo>
                    <a:pt x="132809" y="2966829"/>
                  </a:lnTo>
                  <a:lnTo>
                    <a:pt x="133623" y="2966829"/>
                  </a:lnTo>
                  <a:lnTo>
                    <a:pt x="134438" y="2966829"/>
                  </a:lnTo>
                  <a:lnTo>
                    <a:pt x="135253" y="3003479"/>
                  </a:lnTo>
                  <a:lnTo>
                    <a:pt x="136068" y="3058242"/>
                  </a:lnTo>
                  <a:lnTo>
                    <a:pt x="136883" y="3058242"/>
                  </a:lnTo>
                  <a:lnTo>
                    <a:pt x="137697" y="3058242"/>
                  </a:lnTo>
                  <a:lnTo>
                    <a:pt x="138512" y="3058242"/>
                  </a:lnTo>
                  <a:lnTo>
                    <a:pt x="139327" y="3092656"/>
                  </a:lnTo>
                  <a:lnTo>
                    <a:pt x="140142" y="3116972"/>
                  </a:lnTo>
                  <a:lnTo>
                    <a:pt x="140142" y="3116972"/>
                  </a:lnTo>
                  <a:lnTo>
                    <a:pt x="140956" y="3116972"/>
                  </a:lnTo>
                  <a:lnTo>
                    <a:pt x="141771" y="3116972"/>
                  </a:lnTo>
                  <a:lnTo>
                    <a:pt x="142586" y="3116972"/>
                  </a:lnTo>
                  <a:lnTo>
                    <a:pt x="143401" y="3116972"/>
                  </a:lnTo>
                  <a:lnTo>
                    <a:pt x="144216" y="3116972"/>
                  </a:lnTo>
                  <a:lnTo>
                    <a:pt x="145030" y="3116972"/>
                  </a:lnTo>
                  <a:lnTo>
                    <a:pt x="145845" y="3116972"/>
                  </a:lnTo>
                  <a:lnTo>
                    <a:pt x="146660" y="3081337"/>
                  </a:lnTo>
                  <a:lnTo>
                    <a:pt x="147475" y="3010777"/>
                  </a:lnTo>
                  <a:lnTo>
                    <a:pt x="148289" y="2959987"/>
                  </a:lnTo>
                  <a:lnTo>
                    <a:pt x="149104" y="2861709"/>
                  </a:lnTo>
                  <a:lnTo>
                    <a:pt x="149919" y="2859357"/>
                  </a:lnTo>
                  <a:lnTo>
                    <a:pt x="150734" y="2937958"/>
                  </a:lnTo>
                  <a:lnTo>
                    <a:pt x="151549" y="2966848"/>
                  </a:lnTo>
                  <a:lnTo>
                    <a:pt x="152363" y="3020702"/>
                  </a:lnTo>
                  <a:lnTo>
                    <a:pt x="153178" y="3058242"/>
                  </a:lnTo>
                  <a:lnTo>
                    <a:pt x="153993" y="3058541"/>
                  </a:lnTo>
                  <a:lnTo>
                    <a:pt x="154808" y="3030835"/>
                  </a:lnTo>
                  <a:lnTo>
                    <a:pt x="155622" y="2962234"/>
                  </a:lnTo>
                  <a:lnTo>
                    <a:pt x="156437" y="2933994"/>
                  </a:lnTo>
                  <a:lnTo>
                    <a:pt x="157252" y="2933996"/>
                  </a:lnTo>
                  <a:lnTo>
                    <a:pt x="158067" y="2939808"/>
                  </a:lnTo>
                  <a:lnTo>
                    <a:pt x="158882" y="2975402"/>
                  </a:lnTo>
                  <a:lnTo>
                    <a:pt x="159696" y="3019582"/>
                  </a:lnTo>
                  <a:lnTo>
                    <a:pt x="160511" y="3043308"/>
                  </a:lnTo>
                  <a:lnTo>
                    <a:pt x="161326" y="2968298"/>
                  </a:lnTo>
                  <a:lnTo>
                    <a:pt x="162141" y="2948985"/>
                  </a:lnTo>
                  <a:lnTo>
                    <a:pt x="162956" y="2916037"/>
                  </a:lnTo>
                  <a:lnTo>
                    <a:pt x="163770" y="2820297"/>
                  </a:lnTo>
                  <a:lnTo>
                    <a:pt x="164585" y="2799396"/>
                  </a:lnTo>
                  <a:lnTo>
                    <a:pt x="165400" y="2844270"/>
                  </a:lnTo>
                  <a:lnTo>
                    <a:pt x="166215" y="2947520"/>
                  </a:lnTo>
                  <a:lnTo>
                    <a:pt x="167029" y="2966834"/>
                  </a:lnTo>
                  <a:lnTo>
                    <a:pt x="167844" y="2993970"/>
                  </a:lnTo>
                  <a:lnTo>
                    <a:pt x="168659" y="3053817"/>
                  </a:lnTo>
                  <a:lnTo>
                    <a:pt x="169474" y="3058242"/>
                  </a:lnTo>
                  <a:lnTo>
                    <a:pt x="170289" y="3058242"/>
                  </a:lnTo>
                  <a:lnTo>
                    <a:pt x="171103" y="3058242"/>
                  </a:lnTo>
                  <a:lnTo>
                    <a:pt x="171918" y="3058242"/>
                  </a:lnTo>
                  <a:lnTo>
                    <a:pt x="172733" y="3089369"/>
                  </a:lnTo>
                  <a:lnTo>
                    <a:pt x="173548" y="3116714"/>
                  </a:lnTo>
                  <a:lnTo>
                    <a:pt x="174362" y="3114086"/>
                  </a:lnTo>
                  <a:lnTo>
                    <a:pt x="175177" y="3060116"/>
                  </a:lnTo>
                  <a:lnTo>
                    <a:pt x="175992" y="3082328"/>
                  </a:lnTo>
                  <a:lnTo>
                    <a:pt x="176807" y="3116972"/>
                  </a:lnTo>
                  <a:lnTo>
                    <a:pt x="176807" y="3116972"/>
                  </a:lnTo>
                  <a:lnTo>
                    <a:pt x="177622" y="3116972"/>
                  </a:lnTo>
                  <a:lnTo>
                    <a:pt x="178436" y="3101021"/>
                  </a:lnTo>
                  <a:lnTo>
                    <a:pt x="179251" y="3116972"/>
                  </a:lnTo>
                  <a:lnTo>
                    <a:pt x="179251" y="3116972"/>
                  </a:lnTo>
                  <a:lnTo>
                    <a:pt x="180066" y="3116972"/>
                  </a:lnTo>
                  <a:lnTo>
                    <a:pt x="180881" y="3116972"/>
                  </a:lnTo>
                  <a:lnTo>
                    <a:pt x="181695" y="3068265"/>
                  </a:lnTo>
                  <a:lnTo>
                    <a:pt x="182510" y="3062664"/>
                  </a:lnTo>
                  <a:lnTo>
                    <a:pt x="183325" y="3068266"/>
                  </a:lnTo>
                  <a:lnTo>
                    <a:pt x="184140" y="3087736"/>
                  </a:lnTo>
                  <a:lnTo>
                    <a:pt x="184955" y="3116972"/>
                  </a:lnTo>
                  <a:lnTo>
                    <a:pt x="184955" y="3116972"/>
                  </a:lnTo>
                  <a:lnTo>
                    <a:pt x="185769" y="3116972"/>
                  </a:lnTo>
                  <a:lnTo>
                    <a:pt x="186584" y="3116972"/>
                  </a:lnTo>
                  <a:lnTo>
                    <a:pt x="187399" y="3116972"/>
                  </a:lnTo>
                  <a:lnTo>
                    <a:pt x="188214" y="3116972"/>
                  </a:lnTo>
                  <a:lnTo>
                    <a:pt x="189028" y="3038797"/>
                  </a:lnTo>
                  <a:lnTo>
                    <a:pt x="189843" y="2925637"/>
                  </a:lnTo>
                  <a:lnTo>
                    <a:pt x="190658" y="2829967"/>
                  </a:lnTo>
                  <a:lnTo>
                    <a:pt x="191473" y="2742200"/>
                  </a:lnTo>
                  <a:lnTo>
                    <a:pt x="192288" y="2791725"/>
                  </a:lnTo>
                  <a:lnTo>
                    <a:pt x="193102" y="2859538"/>
                  </a:lnTo>
                  <a:lnTo>
                    <a:pt x="193917" y="2951436"/>
                  </a:lnTo>
                  <a:lnTo>
                    <a:pt x="194732" y="3095669"/>
                  </a:lnTo>
                  <a:lnTo>
                    <a:pt x="195547" y="3116972"/>
                  </a:lnTo>
                  <a:lnTo>
                    <a:pt x="195547" y="3116972"/>
                  </a:lnTo>
                  <a:lnTo>
                    <a:pt x="196361" y="3116972"/>
                  </a:lnTo>
                  <a:lnTo>
                    <a:pt x="197176" y="3116972"/>
                  </a:lnTo>
                  <a:lnTo>
                    <a:pt x="197991" y="3116972"/>
                  </a:lnTo>
                  <a:lnTo>
                    <a:pt x="198806" y="3116972"/>
                  </a:lnTo>
                  <a:lnTo>
                    <a:pt x="199621" y="3095360"/>
                  </a:lnTo>
                  <a:lnTo>
                    <a:pt x="200435" y="2987505"/>
                  </a:lnTo>
                  <a:lnTo>
                    <a:pt x="201250" y="2908133"/>
                  </a:lnTo>
                  <a:lnTo>
                    <a:pt x="202065" y="2889326"/>
                  </a:lnTo>
                  <a:lnTo>
                    <a:pt x="202880" y="2912945"/>
                  </a:lnTo>
                  <a:lnTo>
                    <a:pt x="203695" y="2948507"/>
                  </a:lnTo>
                  <a:lnTo>
                    <a:pt x="204509" y="3026457"/>
                  </a:lnTo>
                  <a:lnTo>
                    <a:pt x="205324" y="3098036"/>
                  </a:lnTo>
                  <a:lnTo>
                    <a:pt x="206139" y="3116972"/>
                  </a:lnTo>
                  <a:lnTo>
                    <a:pt x="206139" y="3116972"/>
                  </a:lnTo>
                  <a:lnTo>
                    <a:pt x="206954" y="3116972"/>
                  </a:lnTo>
                  <a:lnTo>
                    <a:pt x="207768" y="3116972"/>
                  </a:lnTo>
                  <a:lnTo>
                    <a:pt x="208583" y="3116972"/>
                  </a:lnTo>
                  <a:lnTo>
                    <a:pt x="209398" y="3054121"/>
                  </a:lnTo>
                  <a:lnTo>
                    <a:pt x="210213" y="3098298"/>
                  </a:lnTo>
                  <a:lnTo>
                    <a:pt x="211028" y="3116972"/>
                  </a:lnTo>
                  <a:lnTo>
                    <a:pt x="211028" y="3116972"/>
                  </a:lnTo>
                  <a:lnTo>
                    <a:pt x="211842" y="3116972"/>
                  </a:lnTo>
                  <a:lnTo>
                    <a:pt x="212657" y="3116972"/>
                  </a:lnTo>
                  <a:lnTo>
                    <a:pt x="213472" y="3116972"/>
                  </a:lnTo>
                  <a:lnTo>
                    <a:pt x="214287" y="3116972"/>
                  </a:lnTo>
                  <a:lnTo>
                    <a:pt x="215101" y="3103494"/>
                  </a:lnTo>
                  <a:lnTo>
                    <a:pt x="215916" y="3075657"/>
                  </a:lnTo>
                  <a:lnTo>
                    <a:pt x="216731" y="3039764"/>
                  </a:lnTo>
                  <a:lnTo>
                    <a:pt x="217546" y="3012752"/>
                  </a:lnTo>
                  <a:lnTo>
                    <a:pt x="218361" y="3042742"/>
                  </a:lnTo>
                  <a:lnTo>
                    <a:pt x="219175" y="3116972"/>
                  </a:lnTo>
                  <a:lnTo>
                    <a:pt x="219175" y="3116972"/>
                  </a:lnTo>
                  <a:lnTo>
                    <a:pt x="219990" y="3116972"/>
                  </a:lnTo>
                  <a:lnTo>
                    <a:pt x="220805" y="3116972"/>
                  </a:lnTo>
                  <a:lnTo>
                    <a:pt x="221620" y="3086575"/>
                  </a:lnTo>
                  <a:lnTo>
                    <a:pt x="222434" y="3075311"/>
                  </a:lnTo>
                  <a:lnTo>
                    <a:pt x="223249" y="3069620"/>
                  </a:lnTo>
                  <a:lnTo>
                    <a:pt x="224064" y="3083824"/>
                  </a:lnTo>
                  <a:lnTo>
                    <a:pt x="224879" y="3116972"/>
                  </a:lnTo>
                  <a:lnTo>
                    <a:pt x="224879" y="3116972"/>
                  </a:lnTo>
                  <a:lnTo>
                    <a:pt x="225694" y="3116972"/>
                  </a:lnTo>
                  <a:lnTo>
                    <a:pt x="226508" y="3116972"/>
                  </a:lnTo>
                  <a:lnTo>
                    <a:pt x="227323" y="3116972"/>
                  </a:lnTo>
                  <a:lnTo>
                    <a:pt x="228138" y="3116972"/>
                  </a:lnTo>
                  <a:lnTo>
                    <a:pt x="228953" y="3116972"/>
                  </a:lnTo>
                  <a:lnTo>
                    <a:pt x="229767" y="3116972"/>
                  </a:lnTo>
                  <a:lnTo>
                    <a:pt x="230582" y="3116972"/>
                  </a:lnTo>
                  <a:lnTo>
                    <a:pt x="231397" y="3116972"/>
                  </a:lnTo>
                  <a:lnTo>
                    <a:pt x="232212" y="3026759"/>
                  </a:lnTo>
                  <a:lnTo>
                    <a:pt x="233027" y="2996655"/>
                  </a:lnTo>
                  <a:lnTo>
                    <a:pt x="233841" y="3072399"/>
                  </a:lnTo>
                  <a:lnTo>
                    <a:pt x="234656" y="3116972"/>
                  </a:lnTo>
                  <a:lnTo>
                    <a:pt x="234656" y="3116972"/>
                  </a:lnTo>
                  <a:lnTo>
                    <a:pt x="235471" y="3116972"/>
                  </a:lnTo>
                  <a:lnTo>
                    <a:pt x="236286" y="3116972"/>
                  </a:lnTo>
                  <a:lnTo>
                    <a:pt x="237100" y="3116972"/>
                  </a:lnTo>
                  <a:lnTo>
                    <a:pt x="237915" y="3116972"/>
                  </a:lnTo>
                  <a:lnTo>
                    <a:pt x="238730" y="3108226"/>
                  </a:lnTo>
                  <a:lnTo>
                    <a:pt x="239545" y="3106201"/>
                  </a:lnTo>
                  <a:lnTo>
                    <a:pt x="240360" y="3116972"/>
                  </a:lnTo>
                  <a:lnTo>
                    <a:pt x="240360" y="3116972"/>
                  </a:lnTo>
                  <a:lnTo>
                    <a:pt x="241174" y="3116972"/>
                  </a:lnTo>
                  <a:lnTo>
                    <a:pt x="241989" y="3116972"/>
                  </a:lnTo>
                  <a:lnTo>
                    <a:pt x="242804" y="3116972"/>
                  </a:lnTo>
                  <a:lnTo>
                    <a:pt x="243619" y="3116972"/>
                  </a:lnTo>
                  <a:lnTo>
                    <a:pt x="244434" y="3116972"/>
                  </a:lnTo>
                  <a:lnTo>
                    <a:pt x="245248" y="3116972"/>
                  </a:lnTo>
                  <a:lnTo>
                    <a:pt x="246063" y="3116972"/>
                  </a:lnTo>
                  <a:lnTo>
                    <a:pt x="246878" y="3114226"/>
                  </a:lnTo>
                  <a:lnTo>
                    <a:pt x="247693" y="3087061"/>
                  </a:lnTo>
                  <a:lnTo>
                    <a:pt x="248507" y="3089344"/>
                  </a:lnTo>
                  <a:lnTo>
                    <a:pt x="249322" y="3083209"/>
                  </a:lnTo>
                  <a:lnTo>
                    <a:pt x="250137" y="3116972"/>
                  </a:lnTo>
                  <a:lnTo>
                    <a:pt x="250137" y="3116972"/>
                  </a:lnTo>
                  <a:lnTo>
                    <a:pt x="250952" y="3116972"/>
                  </a:lnTo>
                  <a:lnTo>
                    <a:pt x="251767" y="3116972"/>
                  </a:lnTo>
                  <a:lnTo>
                    <a:pt x="252581" y="3116972"/>
                  </a:lnTo>
                  <a:lnTo>
                    <a:pt x="253396" y="3116972"/>
                  </a:lnTo>
                  <a:lnTo>
                    <a:pt x="254211" y="3116972"/>
                  </a:lnTo>
                  <a:lnTo>
                    <a:pt x="255026" y="3116972"/>
                  </a:lnTo>
                  <a:lnTo>
                    <a:pt x="255840" y="3116972"/>
                  </a:lnTo>
                  <a:lnTo>
                    <a:pt x="256655" y="3116972"/>
                  </a:lnTo>
                  <a:lnTo>
                    <a:pt x="257470" y="3116972"/>
                  </a:lnTo>
                  <a:lnTo>
                    <a:pt x="258285" y="3116972"/>
                  </a:lnTo>
                  <a:lnTo>
                    <a:pt x="259100" y="3116972"/>
                  </a:lnTo>
                  <a:lnTo>
                    <a:pt x="259914" y="3091883"/>
                  </a:lnTo>
                  <a:lnTo>
                    <a:pt x="260729" y="2999881"/>
                  </a:lnTo>
                  <a:lnTo>
                    <a:pt x="261544" y="2896788"/>
                  </a:lnTo>
                  <a:lnTo>
                    <a:pt x="262359" y="2849214"/>
                  </a:lnTo>
                  <a:lnTo>
                    <a:pt x="263173" y="2874487"/>
                  </a:lnTo>
                  <a:lnTo>
                    <a:pt x="263988" y="2920374"/>
                  </a:lnTo>
                  <a:lnTo>
                    <a:pt x="264803" y="2941069"/>
                  </a:lnTo>
                  <a:lnTo>
                    <a:pt x="265618" y="3023037"/>
                  </a:lnTo>
                  <a:lnTo>
                    <a:pt x="266433" y="3090950"/>
                  </a:lnTo>
                  <a:lnTo>
                    <a:pt x="267247" y="3110398"/>
                  </a:lnTo>
                  <a:lnTo>
                    <a:pt x="268062" y="3116972"/>
                  </a:lnTo>
                  <a:lnTo>
                    <a:pt x="268062" y="3116972"/>
                  </a:lnTo>
                  <a:lnTo>
                    <a:pt x="268877" y="3116972"/>
                  </a:lnTo>
                  <a:lnTo>
                    <a:pt x="269692" y="3116972"/>
                  </a:lnTo>
                  <a:lnTo>
                    <a:pt x="270506" y="3085846"/>
                  </a:lnTo>
                  <a:lnTo>
                    <a:pt x="271321" y="3028194"/>
                  </a:lnTo>
                  <a:lnTo>
                    <a:pt x="272136" y="3028195"/>
                  </a:lnTo>
                  <a:lnTo>
                    <a:pt x="272951" y="3012142"/>
                  </a:lnTo>
                  <a:lnTo>
                    <a:pt x="273766" y="2916572"/>
                  </a:lnTo>
                  <a:lnTo>
                    <a:pt x="274580" y="2874850"/>
                  </a:lnTo>
                  <a:lnTo>
                    <a:pt x="275395" y="2928642"/>
                  </a:lnTo>
                  <a:lnTo>
                    <a:pt x="276210" y="2958343"/>
                  </a:lnTo>
                  <a:lnTo>
                    <a:pt x="277025" y="2899143"/>
                  </a:lnTo>
                  <a:lnTo>
                    <a:pt x="277839" y="2868752"/>
                  </a:lnTo>
                  <a:lnTo>
                    <a:pt x="278654" y="2960766"/>
                  </a:lnTo>
                  <a:lnTo>
                    <a:pt x="279469" y="2985272"/>
                  </a:lnTo>
                  <a:lnTo>
                    <a:pt x="280284" y="2963639"/>
                  </a:lnTo>
                  <a:lnTo>
                    <a:pt x="281099" y="2959551"/>
                  </a:lnTo>
                  <a:lnTo>
                    <a:pt x="281913" y="2974745"/>
                  </a:lnTo>
                  <a:lnTo>
                    <a:pt x="282728" y="2976451"/>
                  </a:lnTo>
                  <a:lnTo>
                    <a:pt x="283543" y="2930084"/>
                  </a:lnTo>
                  <a:lnTo>
                    <a:pt x="284358" y="2869408"/>
                  </a:lnTo>
                  <a:lnTo>
                    <a:pt x="285173" y="2846955"/>
                  </a:lnTo>
                  <a:lnTo>
                    <a:pt x="285987" y="2856988"/>
                  </a:lnTo>
                  <a:lnTo>
                    <a:pt x="286802" y="2882660"/>
                  </a:lnTo>
                  <a:lnTo>
                    <a:pt x="287617" y="2877704"/>
                  </a:lnTo>
                  <a:lnTo>
                    <a:pt x="288432" y="2880207"/>
                  </a:lnTo>
                  <a:lnTo>
                    <a:pt x="289246" y="2943769"/>
                  </a:lnTo>
                  <a:lnTo>
                    <a:pt x="290061" y="2987853"/>
                  </a:lnTo>
                  <a:lnTo>
                    <a:pt x="290876" y="2973000"/>
                  </a:lnTo>
                  <a:lnTo>
                    <a:pt x="291691" y="2924053"/>
                  </a:lnTo>
                  <a:lnTo>
                    <a:pt x="292506" y="2852596"/>
                  </a:lnTo>
                  <a:lnTo>
                    <a:pt x="293320" y="2820013"/>
                  </a:lnTo>
                  <a:lnTo>
                    <a:pt x="294135" y="2807322"/>
                  </a:lnTo>
                  <a:lnTo>
                    <a:pt x="294950" y="2753582"/>
                  </a:lnTo>
                  <a:lnTo>
                    <a:pt x="295765" y="2677905"/>
                  </a:lnTo>
                  <a:lnTo>
                    <a:pt x="296579" y="2705008"/>
                  </a:lnTo>
                  <a:lnTo>
                    <a:pt x="297394" y="2886527"/>
                  </a:lnTo>
                  <a:lnTo>
                    <a:pt x="298209" y="2958531"/>
                  </a:lnTo>
                  <a:lnTo>
                    <a:pt x="299024" y="2962115"/>
                  </a:lnTo>
                  <a:lnTo>
                    <a:pt x="299839" y="3015856"/>
                  </a:lnTo>
                  <a:lnTo>
                    <a:pt x="300653" y="3116972"/>
                  </a:lnTo>
                  <a:lnTo>
                    <a:pt x="300653" y="3116972"/>
                  </a:lnTo>
                  <a:lnTo>
                    <a:pt x="301468" y="3116972"/>
                  </a:lnTo>
                  <a:lnTo>
                    <a:pt x="302283" y="3116972"/>
                  </a:lnTo>
                  <a:lnTo>
                    <a:pt x="303098" y="3116972"/>
                  </a:lnTo>
                  <a:lnTo>
                    <a:pt x="303912" y="3116972"/>
                  </a:lnTo>
                  <a:lnTo>
                    <a:pt x="304727" y="3116972"/>
                  </a:lnTo>
                  <a:lnTo>
                    <a:pt x="305542" y="3116972"/>
                  </a:lnTo>
                  <a:lnTo>
                    <a:pt x="306357" y="3116972"/>
                  </a:lnTo>
                  <a:lnTo>
                    <a:pt x="307172" y="3116972"/>
                  </a:lnTo>
                  <a:lnTo>
                    <a:pt x="307986" y="3116972"/>
                  </a:lnTo>
                  <a:lnTo>
                    <a:pt x="308801" y="3116972"/>
                  </a:lnTo>
                  <a:lnTo>
                    <a:pt x="309616" y="3116972"/>
                  </a:lnTo>
                  <a:lnTo>
                    <a:pt x="310431" y="3088857"/>
                  </a:lnTo>
                  <a:lnTo>
                    <a:pt x="311245" y="3058242"/>
                  </a:lnTo>
                  <a:lnTo>
                    <a:pt x="312060" y="3081790"/>
                  </a:lnTo>
                  <a:lnTo>
                    <a:pt x="312875" y="3065981"/>
                  </a:lnTo>
                  <a:lnTo>
                    <a:pt x="313690" y="2999802"/>
                  </a:lnTo>
                  <a:lnTo>
                    <a:pt x="314505" y="2972338"/>
                  </a:lnTo>
                  <a:lnTo>
                    <a:pt x="315319" y="2889496"/>
                  </a:lnTo>
                  <a:lnTo>
                    <a:pt x="316134" y="2872562"/>
                  </a:lnTo>
                  <a:lnTo>
                    <a:pt x="316949" y="2897676"/>
                  </a:lnTo>
                  <a:lnTo>
                    <a:pt x="317764" y="2948675"/>
                  </a:lnTo>
                  <a:lnTo>
                    <a:pt x="318578" y="3017453"/>
                  </a:lnTo>
                  <a:lnTo>
                    <a:pt x="319393" y="3065564"/>
                  </a:lnTo>
                  <a:lnTo>
                    <a:pt x="320208" y="3116972"/>
                  </a:lnTo>
                  <a:lnTo>
                    <a:pt x="320208" y="3116972"/>
                  </a:lnTo>
                  <a:lnTo>
                    <a:pt x="321023" y="3116972"/>
                  </a:lnTo>
                  <a:lnTo>
                    <a:pt x="321838" y="3116972"/>
                  </a:lnTo>
                  <a:lnTo>
                    <a:pt x="322652" y="3116972"/>
                  </a:lnTo>
                  <a:lnTo>
                    <a:pt x="323467" y="3116972"/>
                  </a:lnTo>
                  <a:lnTo>
                    <a:pt x="324282" y="3116972"/>
                  </a:lnTo>
                  <a:lnTo>
                    <a:pt x="325097" y="3086410"/>
                  </a:lnTo>
                  <a:lnTo>
                    <a:pt x="325912" y="3068658"/>
                  </a:lnTo>
                  <a:lnTo>
                    <a:pt x="326726" y="3063542"/>
                  </a:lnTo>
                  <a:lnTo>
                    <a:pt x="327541" y="3058947"/>
                  </a:lnTo>
                  <a:lnTo>
                    <a:pt x="328356" y="3000116"/>
                  </a:lnTo>
                  <a:lnTo>
                    <a:pt x="329171" y="3052533"/>
                  </a:lnTo>
                  <a:lnTo>
                    <a:pt x="329985" y="3116972"/>
                  </a:lnTo>
                  <a:lnTo>
                    <a:pt x="329985" y="3116972"/>
                  </a:lnTo>
                  <a:lnTo>
                    <a:pt x="330800" y="3116972"/>
                  </a:lnTo>
                  <a:lnTo>
                    <a:pt x="331615" y="3116972"/>
                  </a:lnTo>
                  <a:lnTo>
                    <a:pt x="332430" y="3116972"/>
                  </a:lnTo>
                  <a:lnTo>
                    <a:pt x="333245" y="3116972"/>
                  </a:lnTo>
                  <a:lnTo>
                    <a:pt x="334059" y="3116972"/>
                  </a:lnTo>
                  <a:lnTo>
                    <a:pt x="334874" y="3116972"/>
                  </a:lnTo>
                  <a:lnTo>
                    <a:pt x="335689" y="3116972"/>
                  </a:lnTo>
                  <a:lnTo>
                    <a:pt x="336504" y="3116972"/>
                  </a:lnTo>
                  <a:lnTo>
                    <a:pt x="337318" y="3116972"/>
                  </a:lnTo>
                  <a:lnTo>
                    <a:pt x="338133" y="3116972"/>
                  </a:lnTo>
                  <a:lnTo>
                    <a:pt x="338948" y="3116972"/>
                  </a:lnTo>
                  <a:lnTo>
                    <a:pt x="339763" y="3080823"/>
                  </a:lnTo>
                  <a:lnTo>
                    <a:pt x="340578" y="3116972"/>
                  </a:lnTo>
                  <a:lnTo>
                    <a:pt x="340578" y="3116972"/>
                  </a:lnTo>
                  <a:lnTo>
                    <a:pt x="341392" y="3116972"/>
                  </a:lnTo>
                  <a:lnTo>
                    <a:pt x="342207" y="3116972"/>
                  </a:lnTo>
                  <a:lnTo>
                    <a:pt x="343022" y="3116972"/>
                  </a:lnTo>
                  <a:lnTo>
                    <a:pt x="343837" y="3116972"/>
                  </a:lnTo>
                  <a:lnTo>
                    <a:pt x="344651" y="3116972"/>
                  </a:lnTo>
                  <a:lnTo>
                    <a:pt x="345466" y="3116972"/>
                  </a:lnTo>
                  <a:lnTo>
                    <a:pt x="346281" y="3116972"/>
                  </a:lnTo>
                  <a:lnTo>
                    <a:pt x="347096" y="3058239"/>
                  </a:lnTo>
                  <a:lnTo>
                    <a:pt x="347911" y="3022735"/>
                  </a:lnTo>
                  <a:lnTo>
                    <a:pt x="348725" y="2998303"/>
                  </a:lnTo>
                  <a:lnTo>
                    <a:pt x="349540" y="3051258"/>
                  </a:lnTo>
                  <a:lnTo>
                    <a:pt x="350355" y="3116972"/>
                  </a:lnTo>
                  <a:lnTo>
                    <a:pt x="350355" y="3116972"/>
                  </a:lnTo>
                  <a:lnTo>
                    <a:pt x="351170" y="3116972"/>
                  </a:lnTo>
                  <a:lnTo>
                    <a:pt x="351984" y="3116972"/>
                  </a:lnTo>
                  <a:lnTo>
                    <a:pt x="352799" y="3116972"/>
                  </a:lnTo>
                  <a:lnTo>
                    <a:pt x="353614" y="3116972"/>
                  </a:lnTo>
                  <a:lnTo>
                    <a:pt x="354429" y="3116972"/>
                  </a:lnTo>
                  <a:lnTo>
                    <a:pt x="355244" y="3116972"/>
                  </a:lnTo>
                  <a:lnTo>
                    <a:pt x="356058" y="3116972"/>
                  </a:lnTo>
                  <a:lnTo>
                    <a:pt x="356873" y="3116972"/>
                  </a:lnTo>
                  <a:lnTo>
                    <a:pt x="357688" y="3116972"/>
                  </a:lnTo>
                  <a:lnTo>
                    <a:pt x="358503" y="3116972"/>
                  </a:lnTo>
                  <a:lnTo>
                    <a:pt x="359318" y="3103327"/>
                  </a:lnTo>
                  <a:lnTo>
                    <a:pt x="360132" y="3067433"/>
                  </a:lnTo>
                  <a:lnTo>
                    <a:pt x="360947" y="3058242"/>
                  </a:lnTo>
                  <a:lnTo>
                    <a:pt x="361762" y="3058242"/>
                  </a:lnTo>
                  <a:lnTo>
                    <a:pt x="362577" y="3035744"/>
                  </a:lnTo>
                  <a:lnTo>
                    <a:pt x="363391" y="2984291"/>
                  </a:lnTo>
                  <a:lnTo>
                    <a:pt x="364206" y="2964022"/>
                  </a:lnTo>
                  <a:lnTo>
                    <a:pt x="365021" y="2964023"/>
                  </a:lnTo>
                  <a:lnTo>
                    <a:pt x="365836" y="2964024"/>
                  </a:lnTo>
                  <a:lnTo>
                    <a:pt x="366651" y="2964024"/>
                  </a:lnTo>
                  <a:lnTo>
                    <a:pt x="367465" y="2985331"/>
                  </a:lnTo>
                  <a:lnTo>
                    <a:pt x="368280" y="2996553"/>
                  </a:lnTo>
                  <a:lnTo>
                    <a:pt x="369095" y="2971394"/>
                  </a:lnTo>
                  <a:lnTo>
                    <a:pt x="369910" y="2964236"/>
                  </a:lnTo>
                  <a:lnTo>
                    <a:pt x="370724" y="2991530"/>
                  </a:lnTo>
                  <a:lnTo>
                    <a:pt x="371539" y="3066586"/>
                  </a:lnTo>
                  <a:lnTo>
                    <a:pt x="372354" y="3111288"/>
                  </a:lnTo>
                  <a:lnTo>
                    <a:pt x="373169" y="3116972"/>
                  </a:lnTo>
                  <a:lnTo>
                    <a:pt x="373169" y="3116972"/>
                  </a:lnTo>
                  <a:lnTo>
                    <a:pt x="373984" y="3116972"/>
                  </a:lnTo>
                  <a:lnTo>
                    <a:pt x="374798" y="3116972"/>
                  </a:lnTo>
                  <a:lnTo>
                    <a:pt x="375613" y="3116972"/>
                  </a:lnTo>
                  <a:lnTo>
                    <a:pt x="376428" y="3072991"/>
                  </a:lnTo>
                  <a:lnTo>
                    <a:pt x="377243" y="3049074"/>
                  </a:lnTo>
                  <a:lnTo>
                    <a:pt x="378057" y="3054674"/>
                  </a:lnTo>
                  <a:lnTo>
                    <a:pt x="378872" y="3051967"/>
                  </a:lnTo>
                  <a:lnTo>
                    <a:pt x="379687" y="3029537"/>
                  </a:lnTo>
                  <a:lnTo>
                    <a:pt x="380502" y="3072871"/>
                  </a:lnTo>
                  <a:lnTo>
                    <a:pt x="381317" y="3116972"/>
                  </a:lnTo>
                  <a:lnTo>
                    <a:pt x="381317" y="3116972"/>
                  </a:lnTo>
                  <a:lnTo>
                    <a:pt x="382131" y="3064305"/>
                  </a:lnTo>
                  <a:lnTo>
                    <a:pt x="382946" y="3022957"/>
                  </a:lnTo>
                  <a:lnTo>
                    <a:pt x="383761" y="3025596"/>
                  </a:lnTo>
                  <a:lnTo>
                    <a:pt x="384576" y="3013758"/>
                  </a:lnTo>
                  <a:lnTo>
                    <a:pt x="385390" y="2981109"/>
                  </a:lnTo>
                  <a:lnTo>
                    <a:pt x="386205" y="3029336"/>
                  </a:lnTo>
                  <a:lnTo>
                    <a:pt x="387020" y="3095414"/>
                  </a:lnTo>
                  <a:lnTo>
                    <a:pt x="387835" y="3116972"/>
                  </a:lnTo>
                  <a:lnTo>
                    <a:pt x="387835" y="3116972"/>
                  </a:lnTo>
                  <a:lnTo>
                    <a:pt x="388650" y="3116972"/>
                  </a:lnTo>
                  <a:lnTo>
                    <a:pt x="389464" y="3067197"/>
                  </a:lnTo>
                  <a:lnTo>
                    <a:pt x="390279" y="3046504"/>
                  </a:lnTo>
                  <a:lnTo>
                    <a:pt x="391094" y="3010611"/>
                  </a:lnTo>
                  <a:lnTo>
                    <a:pt x="391909" y="2990766"/>
                  </a:lnTo>
                  <a:lnTo>
                    <a:pt x="392723" y="2969281"/>
                  </a:lnTo>
                  <a:lnTo>
                    <a:pt x="393538" y="3009297"/>
                  </a:lnTo>
                  <a:lnTo>
                    <a:pt x="394353" y="3084983"/>
                  </a:lnTo>
                  <a:lnTo>
                    <a:pt x="395168" y="3110679"/>
                  </a:lnTo>
                  <a:lnTo>
                    <a:pt x="395983" y="3061774"/>
                  </a:lnTo>
                  <a:lnTo>
                    <a:pt x="396797" y="3056408"/>
                  </a:lnTo>
                  <a:lnTo>
                    <a:pt x="397612" y="3084236"/>
                  </a:lnTo>
                  <a:lnTo>
                    <a:pt x="398427" y="3074947"/>
                  </a:lnTo>
                  <a:lnTo>
                    <a:pt x="399242" y="3069133"/>
                  </a:lnTo>
                  <a:lnTo>
                    <a:pt x="400057" y="3095302"/>
                  </a:lnTo>
                  <a:lnTo>
                    <a:pt x="400871" y="3116972"/>
                  </a:lnTo>
                  <a:lnTo>
                    <a:pt x="400871" y="3116972"/>
                  </a:lnTo>
                  <a:lnTo>
                    <a:pt x="401686" y="3116972"/>
                  </a:lnTo>
                  <a:lnTo>
                    <a:pt x="402501" y="3116972"/>
                  </a:lnTo>
                  <a:lnTo>
                    <a:pt x="403316" y="3116972"/>
                  </a:lnTo>
                  <a:lnTo>
                    <a:pt x="404130" y="3116972"/>
                  </a:lnTo>
                  <a:lnTo>
                    <a:pt x="404945" y="3116972"/>
                  </a:lnTo>
                  <a:lnTo>
                    <a:pt x="405760" y="3116972"/>
                  </a:lnTo>
                  <a:lnTo>
                    <a:pt x="406575" y="3116972"/>
                  </a:lnTo>
                  <a:lnTo>
                    <a:pt x="407390" y="3116972"/>
                  </a:lnTo>
                  <a:lnTo>
                    <a:pt x="408204" y="3056398"/>
                  </a:lnTo>
                  <a:lnTo>
                    <a:pt x="409019" y="3044997"/>
                  </a:lnTo>
                  <a:lnTo>
                    <a:pt x="409834" y="3052051"/>
                  </a:lnTo>
                  <a:lnTo>
                    <a:pt x="410649" y="2965386"/>
                  </a:lnTo>
                  <a:lnTo>
                    <a:pt x="411463" y="2825405"/>
                  </a:lnTo>
                  <a:lnTo>
                    <a:pt x="412278" y="2885009"/>
                  </a:lnTo>
                  <a:lnTo>
                    <a:pt x="413093" y="3028591"/>
                  </a:lnTo>
                  <a:lnTo>
                    <a:pt x="413908" y="3034551"/>
                  </a:lnTo>
                  <a:lnTo>
                    <a:pt x="414723" y="3020629"/>
                  </a:lnTo>
                  <a:lnTo>
                    <a:pt x="415537" y="3052399"/>
                  </a:lnTo>
                  <a:lnTo>
                    <a:pt x="416352" y="3086054"/>
                  </a:lnTo>
                  <a:lnTo>
                    <a:pt x="417167" y="3030701"/>
                  </a:lnTo>
                  <a:lnTo>
                    <a:pt x="417982" y="3019090"/>
                  </a:lnTo>
                  <a:lnTo>
                    <a:pt x="418796" y="3053056"/>
                  </a:lnTo>
                  <a:lnTo>
                    <a:pt x="419611" y="3084825"/>
                  </a:lnTo>
                  <a:lnTo>
                    <a:pt x="420426" y="3111792"/>
                  </a:lnTo>
                  <a:lnTo>
                    <a:pt x="421241" y="3116972"/>
                  </a:lnTo>
                  <a:lnTo>
                    <a:pt x="421241" y="3116972"/>
                  </a:lnTo>
                  <a:lnTo>
                    <a:pt x="422056" y="3116972"/>
                  </a:lnTo>
                  <a:lnTo>
                    <a:pt x="422870" y="3099306"/>
                  </a:lnTo>
                  <a:lnTo>
                    <a:pt x="423685" y="3045808"/>
                  </a:lnTo>
                  <a:lnTo>
                    <a:pt x="424500" y="2932796"/>
                  </a:lnTo>
                  <a:lnTo>
                    <a:pt x="425315" y="2844306"/>
                  </a:lnTo>
                  <a:lnTo>
                    <a:pt x="426129" y="2803868"/>
                  </a:lnTo>
                  <a:lnTo>
                    <a:pt x="426944" y="2802022"/>
                  </a:lnTo>
                  <a:lnTo>
                    <a:pt x="427759" y="2773861"/>
                  </a:lnTo>
                  <a:lnTo>
                    <a:pt x="428574" y="2790792"/>
                  </a:lnTo>
                  <a:lnTo>
                    <a:pt x="429389" y="2872034"/>
                  </a:lnTo>
                  <a:lnTo>
                    <a:pt x="430203" y="2948816"/>
                  </a:lnTo>
                  <a:lnTo>
                    <a:pt x="431018" y="2992339"/>
                  </a:lnTo>
                  <a:lnTo>
                    <a:pt x="431833" y="3057455"/>
                  </a:lnTo>
                  <a:lnTo>
                    <a:pt x="432648" y="3116972"/>
                  </a:lnTo>
                  <a:lnTo>
                    <a:pt x="432648" y="3116972"/>
                  </a:lnTo>
                  <a:lnTo>
                    <a:pt x="433462" y="3116972"/>
                  </a:lnTo>
                  <a:lnTo>
                    <a:pt x="434277" y="3116972"/>
                  </a:lnTo>
                  <a:lnTo>
                    <a:pt x="435092" y="3116972"/>
                  </a:lnTo>
                  <a:lnTo>
                    <a:pt x="435907" y="3116972"/>
                  </a:lnTo>
                  <a:lnTo>
                    <a:pt x="436722" y="3116972"/>
                  </a:lnTo>
                  <a:lnTo>
                    <a:pt x="437536" y="3102364"/>
                  </a:lnTo>
                  <a:lnTo>
                    <a:pt x="438351" y="3003652"/>
                  </a:lnTo>
                  <a:lnTo>
                    <a:pt x="439166" y="2937232"/>
                  </a:lnTo>
                  <a:lnTo>
                    <a:pt x="439981" y="2891312"/>
                  </a:lnTo>
                  <a:lnTo>
                    <a:pt x="440796" y="2851649"/>
                  </a:lnTo>
                  <a:lnTo>
                    <a:pt x="441610" y="2799602"/>
                  </a:lnTo>
                  <a:lnTo>
                    <a:pt x="442425" y="2887008"/>
                  </a:lnTo>
                  <a:lnTo>
                    <a:pt x="443240" y="2904576"/>
                  </a:lnTo>
                  <a:lnTo>
                    <a:pt x="444055" y="2858972"/>
                  </a:lnTo>
                  <a:lnTo>
                    <a:pt x="444869" y="2787808"/>
                  </a:lnTo>
                  <a:lnTo>
                    <a:pt x="445684" y="2733970"/>
                  </a:lnTo>
                  <a:lnTo>
                    <a:pt x="446499" y="2773339"/>
                  </a:lnTo>
                  <a:lnTo>
                    <a:pt x="447314" y="2792663"/>
                  </a:lnTo>
                  <a:lnTo>
                    <a:pt x="448129" y="2907815"/>
                  </a:lnTo>
                  <a:lnTo>
                    <a:pt x="448943" y="2984084"/>
                  </a:lnTo>
                  <a:lnTo>
                    <a:pt x="449758" y="3061247"/>
                  </a:lnTo>
                  <a:lnTo>
                    <a:pt x="450573" y="3116972"/>
                  </a:lnTo>
                  <a:lnTo>
                    <a:pt x="450573" y="3116972"/>
                  </a:lnTo>
                  <a:lnTo>
                    <a:pt x="451388" y="3116972"/>
                  </a:lnTo>
                  <a:lnTo>
                    <a:pt x="452202" y="3116972"/>
                  </a:lnTo>
                  <a:lnTo>
                    <a:pt x="453017" y="3116972"/>
                  </a:lnTo>
                  <a:lnTo>
                    <a:pt x="453832" y="3116972"/>
                  </a:lnTo>
                  <a:lnTo>
                    <a:pt x="454647" y="3116972"/>
                  </a:lnTo>
                  <a:lnTo>
                    <a:pt x="455462" y="3116972"/>
                  </a:lnTo>
                  <a:lnTo>
                    <a:pt x="456276" y="3108536"/>
                  </a:lnTo>
                  <a:lnTo>
                    <a:pt x="457091" y="2981626"/>
                  </a:lnTo>
                  <a:lnTo>
                    <a:pt x="457906" y="2845957"/>
                  </a:lnTo>
                  <a:lnTo>
                    <a:pt x="458721" y="2847612"/>
                  </a:lnTo>
                  <a:lnTo>
                    <a:pt x="459535" y="2830078"/>
                  </a:lnTo>
                  <a:lnTo>
                    <a:pt x="460350" y="2777722"/>
                  </a:lnTo>
                  <a:lnTo>
                    <a:pt x="461165" y="2730449"/>
                  </a:lnTo>
                  <a:lnTo>
                    <a:pt x="461980" y="2764879"/>
                  </a:lnTo>
                  <a:lnTo>
                    <a:pt x="462795" y="2857184"/>
                  </a:lnTo>
                  <a:lnTo>
                    <a:pt x="463609" y="2794054"/>
                  </a:lnTo>
                  <a:lnTo>
                    <a:pt x="464424" y="2757427"/>
                  </a:lnTo>
                  <a:lnTo>
                    <a:pt x="465239" y="2757433"/>
                  </a:lnTo>
                  <a:lnTo>
                    <a:pt x="466054" y="2769665"/>
                  </a:lnTo>
                  <a:lnTo>
                    <a:pt x="466868" y="2818167"/>
                  </a:lnTo>
                  <a:lnTo>
                    <a:pt x="467683" y="2826592"/>
                  </a:lnTo>
                  <a:lnTo>
                    <a:pt x="468498" y="2869066"/>
                  </a:lnTo>
                  <a:lnTo>
                    <a:pt x="469313" y="2935017"/>
                  </a:lnTo>
                  <a:lnTo>
                    <a:pt x="470128" y="2978259"/>
                  </a:lnTo>
                  <a:lnTo>
                    <a:pt x="470942" y="3031473"/>
                  </a:lnTo>
                  <a:lnTo>
                    <a:pt x="471757" y="3044175"/>
                  </a:lnTo>
                  <a:lnTo>
                    <a:pt x="472572" y="3043529"/>
                  </a:lnTo>
                  <a:lnTo>
                    <a:pt x="473387" y="3029982"/>
                  </a:lnTo>
                  <a:lnTo>
                    <a:pt x="474201" y="3018191"/>
                  </a:lnTo>
                  <a:lnTo>
                    <a:pt x="475016" y="3037863"/>
                  </a:lnTo>
                  <a:lnTo>
                    <a:pt x="475831" y="3042792"/>
                  </a:lnTo>
                  <a:lnTo>
                    <a:pt x="476646" y="2990195"/>
                  </a:lnTo>
                  <a:lnTo>
                    <a:pt x="477461" y="2962089"/>
                  </a:lnTo>
                  <a:lnTo>
                    <a:pt x="478275" y="2975170"/>
                  </a:lnTo>
                  <a:lnTo>
                    <a:pt x="479090" y="2987521"/>
                  </a:lnTo>
                  <a:lnTo>
                    <a:pt x="479905" y="2977797"/>
                  </a:lnTo>
                  <a:lnTo>
                    <a:pt x="480720" y="2987050"/>
                  </a:lnTo>
                  <a:lnTo>
                    <a:pt x="481535" y="3063645"/>
                  </a:lnTo>
                  <a:lnTo>
                    <a:pt x="482349" y="3116972"/>
                  </a:lnTo>
                  <a:lnTo>
                    <a:pt x="482349" y="3116972"/>
                  </a:lnTo>
                  <a:lnTo>
                    <a:pt x="483164" y="3085654"/>
                  </a:lnTo>
                  <a:lnTo>
                    <a:pt x="483979" y="3007945"/>
                  </a:lnTo>
                  <a:lnTo>
                    <a:pt x="484794" y="2956728"/>
                  </a:lnTo>
                  <a:lnTo>
                    <a:pt x="485608" y="2915520"/>
                  </a:lnTo>
                  <a:lnTo>
                    <a:pt x="486423" y="2848012"/>
                  </a:lnTo>
                  <a:lnTo>
                    <a:pt x="487238" y="2829361"/>
                  </a:lnTo>
                  <a:lnTo>
                    <a:pt x="488053" y="2916427"/>
                  </a:lnTo>
                  <a:lnTo>
                    <a:pt x="488868" y="3022403"/>
                  </a:lnTo>
                  <a:lnTo>
                    <a:pt x="489682" y="3103303"/>
                  </a:lnTo>
                  <a:lnTo>
                    <a:pt x="490497" y="3116972"/>
                  </a:lnTo>
                  <a:lnTo>
                    <a:pt x="490497" y="3116972"/>
                  </a:lnTo>
                  <a:lnTo>
                    <a:pt x="491312" y="3116972"/>
                  </a:lnTo>
                  <a:lnTo>
                    <a:pt x="492127" y="3116972"/>
                  </a:lnTo>
                  <a:lnTo>
                    <a:pt x="492941" y="3116972"/>
                  </a:lnTo>
                  <a:lnTo>
                    <a:pt x="493756" y="3078201"/>
                  </a:lnTo>
                  <a:lnTo>
                    <a:pt x="494571" y="3058242"/>
                  </a:lnTo>
                  <a:lnTo>
                    <a:pt x="495386" y="3058242"/>
                  </a:lnTo>
                  <a:lnTo>
                    <a:pt x="496201" y="3058242"/>
                  </a:lnTo>
                  <a:lnTo>
                    <a:pt x="497015" y="3081804"/>
                  </a:lnTo>
                  <a:lnTo>
                    <a:pt x="497830" y="3068557"/>
                  </a:lnTo>
                  <a:lnTo>
                    <a:pt x="498645" y="3028326"/>
                  </a:lnTo>
                  <a:lnTo>
                    <a:pt x="499460" y="3035273"/>
                  </a:lnTo>
                  <a:lnTo>
                    <a:pt x="500274" y="3071167"/>
                  </a:lnTo>
                  <a:lnTo>
                    <a:pt x="501089" y="3086757"/>
                  </a:lnTo>
                  <a:lnTo>
                    <a:pt x="501904" y="3084039"/>
                  </a:lnTo>
                  <a:lnTo>
                    <a:pt x="502719" y="3090788"/>
                  </a:lnTo>
                  <a:lnTo>
                    <a:pt x="503534" y="3116972"/>
                  </a:lnTo>
                  <a:lnTo>
                    <a:pt x="503534" y="3116972"/>
                  </a:lnTo>
                  <a:lnTo>
                    <a:pt x="504348" y="3116972"/>
                  </a:lnTo>
                  <a:lnTo>
                    <a:pt x="505163" y="3116972"/>
                  </a:lnTo>
                  <a:lnTo>
                    <a:pt x="505978" y="3116972"/>
                  </a:lnTo>
                  <a:lnTo>
                    <a:pt x="506793" y="3116972"/>
                  </a:lnTo>
                  <a:lnTo>
                    <a:pt x="507607" y="3116972"/>
                  </a:lnTo>
                  <a:lnTo>
                    <a:pt x="508422" y="3087976"/>
                  </a:lnTo>
                  <a:lnTo>
                    <a:pt x="509237" y="2898596"/>
                  </a:lnTo>
                  <a:lnTo>
                    <a:pt x="510052" y="2862314"/>
                  </a:lnTo>
                  <a:lnTo>
                    <a:pt x="510867" y="2882380"/>
                  </a:lnTo>
                  <a:lnTo>
                    <a:pt x="511681" y="2887036"/>
                  </a:lnTo>
                  <a:lnTo>
                    <a:pt x="512496" y="2894493"/>
                  </a:lnTo>
                  <a:lnTo>
                    <a:pt x="513311" y="2972628"/>
                  </a:lnTo>
                  <a:lnTo>
                    <a:pt x="514126" y="3082677"/>
                  </a:lnTo>
                  <a:lnTo>
                    <a:pt x="514940" y="3116972"/>
                  </a:lnTo>
                  <a:lnTo>
                    <a:pt x="514940" y="3116972"/>
                  </a:lnTo>
                  <a:lnTo>
                    <a:pt x="515755" y="3116972"/>
                  </a:lnTo>
                  <a:lnTo>
                    <a:pt x="516570" y="3116972"/>
                  </a:lnTo>
                  <a:lnTo>
                    <a:pt x="517385" y="3116972"/>
                  </a:lnTo>
                  <a:lnTo>
                    <a:pt x="518200" y="3116972"/>
                  </a:lnTo>
                  <a:lnTo>
                    <a:pt x="519014" y="3116972"/>
                  </a:lnTo>
                  <a:lnTo>
                    <a:pt x="519829" y="3116972"/>
                  </a:lnTo>
                  <a:lnTo>
                    <a:pt x="520644" y="3048527"/>
                  </a:lnTo>
                  <a:lnTo>
                    <a:pt x="521459" y="2995705"/>
                  </a:lnTo>
                  <a:lnTo>
                    <a:pt x="522274" y="2961502"/>
                  </a:lnTo>
                  <a:lnTo>
                    <a:pt x="523088" y="2948289"/>
                  </a:lnTo>
                  <a:lnTo>
                    <a:pt x="523903" y="2973405"/>
                  </a:lnTo>
                  <a:lnTo>
                    <a:pt x="524718" y="3039465"/>
                  </a:lnTo>
                  <a:lnTo>
                    <a:pt x="525533" y="3058242"/>
                  </a:lnTo>
                  <a:lnTo>
                    <a:pt x="526347" y="3058242"/>
                  </a:lnTo>
                  <a:lnTo>
                    <a:pt x="527162" y="3058242"/>
                  </a:lnTo>
                  <a:lnTo>
                    <a:pt x="527977" y="3058242"/>
                  </a:lnTo>
                  <a:lnTo>
                    <a:pt x="528792" y="3058242"/>
                  </a:lnTo>
                  <a:lnTo>
                    <a:pt x="529607" y="3046447"/>
                  </a:lnTo>
                  <a:lnTo>
                    <a:pt x="530421" y="3035466"/>
                  </a:lnTo>
                  <a:lnTo>
                    <a:pt x="531236" y="3024174"/>
                  </a:lnTo>
                  <a:lnTo>
                    <a:pt x="532051" y="3084982"/>
                  </a:lnTo>
                  <a:lnTo>
                    <a:pt x="532866" y="3116972"/>
                  </a:lnTo>
                  <a:lnTo>
                    <a:pt x="532866" y="3116972"/>
                  </a:lnTo>
                  <a:lnTo>
                    <a:pt x="533680" y="3116972"/>
                  </a:lnTo>
                  <a:lnTo>
                    <a:pt x="534495" y="3116972"/>
                  </a:lnTo>
                  <a:lnTo>
                    <a:pt x="535310" y="3116972"/>
                  </a:lnTo>
                  <a:lnTo>
                    <a:pt x="536125" y="3116972"/>
                  </a:lnTo>
                  <a:lnTo>
                    <a:pt x="536940" y="3116972"/>
                  </a:lnTo>
                  <a:lnTo>
                    <a:pt x="537754" y="3116972"/>
                  </a:lnTo>
                  <a:lnTo>
                    <a:pt x="538569" y="3096844"/>
                  </a:lnTo>
                  <a:lnTo>
                    <a:pt x="539384" y="3116972"/>
                  </a:lnTo>
                  <a:lnTo>
                    <a:pt x="539384" y="3116972"/>
                  </a:lnTo>
                  <a:lnTo>
                    <a:pt x="540199" y="3116972"/>
                  </a:lnTo>
                  <a:lnTo>
                    <a:pt x="541013" y="3116972"/>
                  </a:lnTo>
                  <a:lnTo>
                    <a:pt x="541828" y="3116972"/>
                  </a:lnTo>
                  <a:lnTo>
                    <a:pt x="542643" y="3116972"/>
                  </a:lnTo>
                  <a:lnTo>
                    <a:pt x="543458" y="3116972"/>
                  </a:lnTo>
                  <a:lnTo>
                    <a:pt x="544273" y="3116972"/>
                  </a:lnTo>
                  <a:lnTo>
                    <a:pt x="545087" y="3116972"/>
                  </a:lnTo>
                  <a:lnTo>
                    <a:pt x="545902" y="3116972"/>
                  </a:lnTo>
                  <a:lnTo>
                    <a:pt x="546717" y="3116972"/>
                  </a:lnTo>
                  <a:lnTo>
                    <a:pt x="547532" y="3092638"/>
                  </a:lnTo>
                  <a:lnTo>
                    <a:pt x="548346" y="3074448"/>
                  </a:lnTo>
                  <a:lnTo>
                    <a:pt x="549161" y="3074449"/>
                  </a:lnTo>
                  <a:lnTo>
                    <a:pt x="549976" y="3036339"/>
                  </a:lnTo>
                  <a:lnTo>
                    <a:pt x="550791" y="3018794"/>
                  </a:lnTo>
                  <a:lnTo>
                    <a:pt x="551606" y="3049613"/>
                  </a:lnTo>
                  <a:lnTo>
                    <a:pt x="552420" y="3089179"/>
                  </a:lnTo>
                  <a:lnTo>
                    <a:pt x="553235" y="3116714"/>
                  </a:lnTo>
                  <a:lnTo>
                    <a:pt x="554050" y="3116972"/>
                  </a:lnTo>
                  <a:lnTo>
                    <a:pt x="554050" y="3116972"/>
                  </a:lnTo>
                  <a:lnTo>
                    <a:pt x="554865" y="3116972"/>
                  </a:lnTo>
                  <a:lnTo>
                    <a:pt x="555679" y="3116972"/>
                  </a:lnTo>
                  <a:lnTo>
                    <a:pt x="556494" y="3116972"/>
                  </a:lnTo>
                  <a:lnTo>
                    <a:pt x="557309" y="3116972"/>
                  </a:lnTo>
                  <a:lnTo>
                    <a:pt x="558124" y="3030251"/>
                  </a:lnTo>
                  <a:lnTo>
                    <a:pt x="558939" y="2984154"/>
                  </a:lnTo>
                  <a:lnTo>
                    <a:pt x="559753" y="2887498"/>
                  </a:lnTo>
                  <a:lnTo>
                    <a:pt x="560568" y="2816517"/>
                  </a:lnTo>
                  <a:lnTo>
                    <a:pt x="561383" y="2782928"/>
                  </a:lnTo>
                  <a:lnTo>
                    <a:pt x="562198" y="2793151"/>
                  </a:lnTo>
                  <a:lnTo>
                    <a:pt x="563013" y="2835653"/>
                  </a:lnTo>
                  <a:lnTo>
                    <a:pt x="563827" y="2817909"/>
                  </a:lnTo>
                  <a:lnTo>
                    <a:pt x="564642" y="2899455"/>
                  </a:lnTo>
                  <a:lnTo>
                    <a:pt x="565457" y="2974327"/>
                  </a:lnTo>
                  <a:lnTo>
                    <a:pt x="566272" y="3007916"/>
                  </a:lnTo>
                  <a:lnTo>
                    <a:pt x="567086" y="3021560"/>
                  </a:lnTo>
                  <a:lnTo>
                    <a:pt x="567901" y="3039436"/>
                  </a:lnTo>
                  <a:lnTo>
                    <a:pt x="568716" y="3078737"/>
                  </a:lnTo>
                  <a:lnTo>
                    <a:pt x="569531" y="3062131"/>
                  </a:lnTo>
                  <a:lnTo>
                    <a:pt x="570346" y="3039173"/>
                  </a:lnTo>
                  <a:lnTo>
                    <a:pt x="571160" y="3022165"/>
                  </a:lnTo>
                  <a:lnTo>
                    <a:pt x="571975" y="3065010"/>
                  </a:lnTo>
                  <a:lnTo>
                    <a:pt x="572790" y="3070822"/>
                  </a:lnTo>
                  <a:lnTo>
                    <a:pt x="573605" y="3070823"/>
                  </a:lnTo>
                  <a:lnTo>
                    <a:pt x="574419" y="3070823"/>
                  </a:lnTo>
                  <a:lnTo>
                    <a:pt x="575234" y="3089892"/>
                  </a:lnTo>
                  <a:lnTo>
                    <a:pt x="576049" y="3091177"/>
                  </a:lnTo>
                  <a:lnTo>
                    <a:pt x="576864" y="2984540"/>
                  </a:lnTo>
                  <a:lnTo>
                    <a:pt x="577679" y="2878041"/>
                  </a:lnTo>
                  <a:lnTo>
                    <a:pt x="578493" y="2830887"/>
                  </a:lnTo>
                  <a:lnTo>
                    <a:pt x="579308" y="2835203"/>
                  </a:lnTo>
                  <a:lnTo>
                    <a:pt x="580123" y="2826684"/>
                  </a:lnTo>
                  <a:lnTo>
                    <a:pt x="580938" y="2878302"/>
                  </a:lnTo>
                  <a:lnTo>
                    <a:pt x="581752" y="2955747"/>
                  </a:lnTo>
                  <a:lnTo>
                    <a:pt x="582567" y="3056435"/>
                  </a:lnTo>
                  <a:lnTo>
                    <a:pt x="583382" y="3116972"/>
                  </a:lnTo>
                  <a:lnTo>
                    <a:pt x="583382" y="3116972"/>
                  </a:lnTo>
                  <a:lnTo>
                    <a:pt x="584197" y="3116972"/>
                  </a:lnTo>
                  <a:lnTo>
                    <a:pt x="585012" y="3116972"/>
                  </a:lnTo>
                  <a:lnTo>
                    <a:pt x="585826" y="3116972"/>
                  </a:lnTo>
                  <a:lnTo>
                    <a:pt x="586641" y="3086933"/>
                  </a:lnTo>
                  <a:lnTo>
                    <a:pt x="587456" y="3070089"/>
                  </a:lnTo>
                  <a:lnTo>
                    <a:pt x="588271" y="2997845"/>
                  </a:lnTo>
                  <a:lnTo>
                    <a:pt x="589085" y="2959956"/>
                  </a:lnTo>
                  <a:lnTo>
                    <a:pt x="589900" y="3014479"/>
                  </a:lnTo>
                  <a:lnTo>
                    <a:pt x="590715" y="3077785"/>
                  </a:lnTo>
                  <a:lnTo>
                    <a:pt x="591530" y="3105923"/>
                  </a:lnTo>
                  <a:lnTo>
                    <a:pt x="592345" y="3116972"/>
                  </a:lnTo>
                  <a:lnTo>
                    <a:pt x="592345" y="3116972"/>
                  </a:lnTo>
                  <a:lnTo>
                    <a:pt x="593159" y="3116972"/>
                  </a:lnTo>
                  <a:lnTo>
                    <a:pt x="593974" y="3116972"/>
                  </a:lnTo>
                  <a:lnTo>
                    <a:pt x="594789" y="3116972"/>
                  </a:lnTo>
                  <a:lnTo>
                    <a:pt x="595604" y="3116972"/>
                  </a:lnTo>
                  <a:lnTo>
                    <a:pt x="596418" y="3116972"/>
                  </a:lnTo>
                  <a:lnTo>
                    <a:pt x="597233" y="3116972"/>
                  </a:lnTo>
                  <a:lnTo>
                    <a:pt x="598048" y="3116972"/>
                  </a:lnTo>
                  <a:lnTo>
                    <a:pt x="598863" y="3116972"/>
                  </a:lnTo>
                  <a:lnTo>
                    <a:pt x="599678" y="3116972"/>
                  </a:lnTo>
                  <a:lnTo>
                    <a:pt x="600492" y="3116972"/>
                  </a:lnTo>
                  <a:lnTo>
                    <a:pt x="601307" y="3116972"/>
                  </a:lnTo>
                  <a:lnTo>
                    <a:pt x="602122" y="3116972"/>
                  </a:lnTo>
                  <a:lnTo>
                    <a:pt x="602937" y="3116972"/>
                  </a:lnTo>
                  <a:lnTo>
                    <a:pt x="603752" y="3101604"/>
                  </a:lnTo>
                  <a:lnTo>
                    <a:pt x="604566" y="3044889"/>
                  </a:lnTo>
                  <a:lnTo>
                    <a:pt x="605381" y="3021386"/>
                  </a:lnTo>
                  <a:lnTo>
                    <a:pt x="606196" y="3055811"/>
                  </a:lnTo>
                  <a:lnTo>
                    <a:pt x="607011" y="3077338"/>
                  </a:lnTo>
                  <a:lnTo>
                    <a:pt x="607825" y="3042033"/>
                  </a:lnTo>
                  <a:lnTo>
                    <a:pt x="608640" y="3000496"/>
                  </a:lnTo>
                  <a:lnTo>
                    <a:pt x="609455" y="3004256"/>
                  </a:lnTo>
                  <a:lnTo>
                    <a:pt x="610270" y="3018126"/>
                  </a:lnTo>
                  <a:lnTo>
                    <a:pt x="611085" y="2966813"/>
                  </a:lnTo>
                  <a:lnTo>
                    <a:pt x="611899" y="2951019"/>
                  </a:lnTo>
                  <a:lnTo>
                    <a:pt x="612714" y="2988947"/>
                  </a:lnTo>
                  <a:lnTo>
                    <a:pt x="613529" y="3081342"/>
                  </a:lnTo>
                  <a:lnTo>
                    <a:pt x="614344" y="3116972"/>
                  </a:lnTo>
                  <a:lnTo>
                    <a:pt x="614344" y="3116972"/>
                  </a:lnTo>
                  <a:lnTo>
                    <a:pt x="615158" y="3116972"/>
                  </a:lnTo>
                  <a:lnTo>
                    <a:pt x="615973" y="3116972"/>
                  </a:lnTo>
                  <a:lnTo>
                    <a:pt x="616788" y="3116972"/>
                  </a:lnTo>
                  <a:lnTo>
                    <a:pt x="617603" y="3116972"/>
                  </a:lnTo>
                  <a:lnTo>
                    <a:pt x="618418" y="3060578"/>
                  </a:lnTo>
                  <a:lnTo>
                    <a:pt x="619232" y="2999782"/>
                  </a:lnTo>
                  <a:lnTo>
                    <a:pt x="620047" y="2964519"/>
                  </a:lnTo>
                  <a:lnTo>
                    <a:pt x="620862" y="2953858"/>
                  </a:lnTo>
                  <a:lnTo>
                    <a:pt x="621677" y="2921700"/>
                  </a:lnTo>
                  <a:lnTo>
                    <a:pt x="622491" y="2902832"/>
                  </a:lnTo>
                  <a:lnTo>
                    <a:pt x="623306" y="2947421"/>
                  </a:lnTo>
                  <a:lnTo>
                    <a:pt x="624121" y="2947739"/>
                  </a:lnTo>
                  <a:lnTo>
                    <a:pt x="624936" y="2936166"/>
                  </a:lnTo>
                  <a:lnTo>
                    <a:pt x="625751" y="2894312"/>
                  </a:lnTo>
                  <a:lnTo>
                    <a:pt x="626565" y="2937608"/>
                  </a:lnTo>
                  <a:lnTo>
                    <a:pt x="627380" y="2961446"/>
                  </a:lnTo>
                  <a:lnTo>
                    <a:pt x="628195" y="2961447"/>
                  </a:lnTo>
                  <a:lnTo>
                    <a:pt x="629010" y="3001986"/>
                  </a:lnTo>
                  <a:lnTo>
                    <a:pt x="629824" y="3073405"/>
                  </a:lnTo>
                  <a:lnTo>
                    <a:pt x="630639" y="3116972"/>
                  </a:lnTo>
                  <a:lnTo>
                    <a:pt x="630639" y="3116972"/>
                  </a:lnTo>
                  <a:lnTo>
                    <a:pt x="631454" y="3116972"/>
                  </a:lnTo>
                  <a:lnTo>
                    <a:pt x="632269" y="3116972"/>
                  </a:lnTo>
                  <a:lnTo>
                    <a:pt x="633084" y="3116972"/>
                  </a:lnTo>
                  <a:lnTo>
                    <a:pt x="633898" y="3106916"/>
                  </a:lnTo>
                  <a:lnTo>
                    <a:pt x="634713" y="3080319"/>
                  </a:lnTo>
                  <a:lnTo>
                    <a:pt x="635528" y="3052045"/>
                  </a:lnTo>
                  <a:lnTo>
                    <a:pt x="636343" y="2968788"/>
                  </a:lnTo>
                  <a:lnTo>
                    <a:pt x="637157" y="2939735"/>
                  </a:lnTo>
                  <a:lnTo>
                    <a:pt x="637972" y="2923385"/>
                  </a:lnTo>
                  <a:lnTo>
                    <a:pt x="638787" y="2923386"/>
                  </a:lnTo>
                  <a:lnTo>
                    <a:pt x="639602" y="2914090"/>
                  </a:lnTo>
                  <a:lnTo>
                    <a:pt x="640417" y="2866754"/>
                  </a:lnTo>
                  <a:lnTo>
                    <a:pt x="641231" y="2882312"/>
                  </a:lnTo>
                  <a:lnTo>
                    <a:pt x="642046" y="2879008"/>
                  </a:lnTo>
                  <a:lnTo>
                    <a:pt x="642861" y="2879184"/>
                  </a:lnTo>
                  <a:lnTo>
                    <a:pt x="643676" y="2879186"/>
                  </a:lnTo>
                  <a:lnTo>
                    <a:pt x="644491" y="2879188"/>
                  </a:lnTo>
                  <a:lnTo>
                    <a:pt x="645305" y="2942019"/>
                  </a:lnTo>
                  <a:lnTo>
                    <a:pt x="646120" y="3009713"/>
                  </a:lnTo>
                  <a:lnTo>
                    <a:pt x="646935" y="3042066"/>
                  </a:lnTo>
                  <a:lnTo>
                    <a:pt x="647750" y="3060796"/>
                  </a:lnTo>
                  <a:lnTo>
                    <a:pt x="648564" y="3040751"/>
                  </a:lnTo>
                  <a:lnTo>
                    <a:pt x="649379" y="3025028"/>
                  </a:lnTo>
                  <a:lnTo>
                    <a:pt x="650194" y="3029404"/>
                  </a:lnTo>
                  <a:lnTo>
                    <a:pt x="651009" y="3019760"/>
                  </a:lnTo>
                  <a:lnTo>
                    <a:pt x="651824" y="2983050"/>
                  </a:lnTo>
                  <a:lnTo>
                    <a:pt x="652638" y="2919346"/>
                  </a:lnTo>
                  <a:lnTo>
                    <a:pt x="653453" y="2918102"/>
                  </a:lnTo>
                  <a:lnTo>
                    <a:pt x="654268" y="2933824"/>
                  </a:lnTo>
                  <a:lnTo>
                    <a:pt x="655083" y="2929448"/>
                  </a:lnTo>
                  <a:lnTo>
                    <a:pt x="655897" y="2939094"/>
                  </a:lnTo>
                  <a:lnTo>
                    <a:pt x="656712" y="2975803"/>
                  </a:lnTo>
                  <a:lnTo>
                    <a:pt x="657527" y="3039554"/>
                  </a:lnTo>
                  <a:lnTo>
                    <a:pt x="658342" y="3095558"/>
                  </a:lnTo>
                  <a:lnTo>
                    <a:pt x="659157" y="3116972"/>
                  </a:lnTo>
                  <a:lnTo>
                    <a:pt x="659157" y="3116972"/>
                  </a:lnTo>
                  <a:lnTo>
                    <a:pt x="659971" y="3116972"/>
                  </a:lnTo>
                  <a:lnTo>
                    <a:pt x="660786" y="3116972"/>
                  </a:lnTo>
                  <a:lnTo>
                    <a:pt x="661601" y="3116972"/>
                  </a:lnTo>
                  <a:lnTo>
                    <a:pt x="662416" y="3116972"/>
                  </a:lnTo>
                  <a:lnTo>
                    <a:pt x="663230" y="3116972"/>
                  </a:lnTo>
                  <a:lnTo>
                    <a:pt x="664045" y="3116972"/>
                  </a:lnTo>
                  <a:lnTo>
                    <a:pt x="664860" y="3116972"/>
                  </a:lnTo>
                  <a:lnTo>
                    <a:pt x="665675" y="3116972"/>
                  </a:lnTo>
                  <a:lnTo>
                    <a:pt x="666490" y="3116972"/>
                  </a:lnTo>
                  <a:lnTo>
                    <a:pt x="667304" y="3116972"/>
                  </a:lnTo>
                  <a:lnTo>
                    <a:pt x="668119" y="3116972"/>
                  </a:lnTo>
                  <a:lnTo>
                    <a:pt x="668934" y="3116972"/>
                  </a:lnTo>
                  <a:lnTo>
                    <a:pt x="669749" y="3116972"/>
                  </a:lnTo>
                  <a:lnTo>
                    <a:pt x="670563" y="3114305"/>
                  </a:lnTo>
                  <a:lnTo>
                    <a:pt x="671378" y="3100537"/>
                  </a:lnTo>
                  <a:lnTo>
                    <a:pt x="672193" y="3064643"/>
                  </a:lnTo>
                  <a:lnTo>
                    <a:pt x="673008" y="3058242"/>
                  </a:lnTo>
                  <a:lnTo>
                    <a:pt x="673823" y="3058242"/>
                  </a:lnTo>
                  <a:lnTo>
                    <a:pt x="674637" y="3061054"/>
                  </a:lnTo>
                  <a:lnTo>
                    <a:pt x="675452" y="3096358"/>
                  </a:lnTo>
                  <a:lnTo>
                    <a:pt x="676267" y="3116524"/>
                  </a:lnTo>
                  <a:lnTo>
                    <a:pt x="677082" y="3116524"/>
                  </a:lnTo>
                  <a:lnTo>
                    <a:pt x="677897" y="3116526"/>
                  </a:lnTo>
                  <a:lnTo>
                    <a:pt x="678711" y="3116528"/>
                  </a:lnTo>
                  <a:lnTo>
                    <a:pt x="679526" y="3113717"/>
                  </a:lnTo>
                  <a:lnTo>
                    <a:pt x="680341" y="3081412"/>
                  </a:lnTo>
                  <a:lnTo>
                    <a:pt x="681156" y="3116972"/>
                  </a:lnTo>
                  <a:lnTo>
                    <a:pt x="681156" y="3116972"/>
                  </a:lnTo>
                  <a:lnTo>
                    <a:pt x="681970" y="3116972"/>
                  </a:lnTo>
                  <a:lnTo>
                    <a:pt x="682785" y="3116972"/>
                  </a:lnTo>
                  <a:lnTo>
                    <a:pt x="683600" y="3102034"/>
                  </a:lnTo>
                  <a:lnTo>
                    <a:pt x="684415" y="3116972"/>
                  </a:lnTo>
                  <a:lnTo>
                    <a:pt x="684415" y="3116972"/>
                  </a:lnTo>
                  <a:lnTo>
                    <a:pt x="685230" y="3116972"/>
                  </a:lnTo>
                  <a:lnTo>
                    <a:pt x="686044" y="3116972"/>
                  </a:lnTo>
                  <a:lnTo>
                    <a:pt x="686859" y="3116972"/>
                  </a:lnTo>
                  <a:lnTo>
                    <a:pt x="687674" y="3116972"/>
                  </a:lnTo>
                  <a:lnTo>
                    <a:pt x="688489" y="3116972"/>
                  </a:lnTo>
                  <a:lnTo>
                    <a:pt x="689303" y="3101409"/>
                  </a:lnTo>
                  <a:lnTo>
                    <a:pt x="690118" y="2930724"/>
                  </a:lnTo>
                  <a:lnTo>
                    <a:pt x="690933" y="2914732"/>
                  </a:lnTo>
                  <a:lnTo>
                    <a:pt x="691748" y="2872915"/>
                  </a:lnTo>
                  <a:lnTo>
                    <a:pt x="692563" y="2813065"/>
                  </a:lnTo>
                  <a:lnTo>
                    <a:pt x="693377" y="2851318"/>
                  </a:lnTo>
                  <a:lnTo>
                    <a:pt x="694192" y="2948481"/>
                  </a:lnTo>
                  <a:lnTo>
                    <a:pt x="695007" y="3071000"/>
                  </a:lnTo>
                  <a:lnTo>
                    <a:pt x="695822" y="3110271"/>
                  </a:lnTo>
                  <a:lnTo>
                    <a:pt x="696636" y="3116972"/>
                  </a:lnTo>
                  <a:lnTo>
                    <a:pt x="696636" y="3116972"/>
                  </a:lnTo>
                  <a:lnTo>
                    <a:pt x="697451" y="3116972"/>
                  </a:lnTo>
                  <a:lnTo>
                    <a:pt x="698266" y="3116972"/>
                  </a:lnTo>
                  <a:lnTo>
                    <a:pt x="699081" y="3116972"/>
                  </a:lnTo>
                  <a:lnTo>
                    <a:pt x="699896" y="3116972"/>
                  </a:lnTo>
                  <a:lnTo>
                    <a:pt x="700710" y="3045404"/>
                  </a:lnTo>
                  <a:lnTo>
                    <a:pt x="701525" y="2961879"/>
                  </a:lnTo>
                  <a:lnTo>
                    <a:pt x="702340" y="2904960"/>
                  </a:lnTo>
                  <a:lnTo>
                    <a:pt x="703155" y="2863853"/>
                  </a:lnTo>
                  <a:lnTo>
                    <a:pt x="703969" y="2824559"/>
                  </a:lnTo>
                  <a:lnTo>
                    <a:pt x="704784" y="2889218"/>
                  </a:lnTo>
                  <a:lnTo>
                    <a:pt x="705599" y="2920204"/>
                  </a:lnTo>
                  <a:lnTo>
                    <a:pt x="706414" y="3002069"/>
                  </a:lnTo>
                  <a:lnTo>
                    <a:pt x="707229" y="2989825"/>
                  </a:lnTo>
                  <a:lnTo>
                    <a:pt x="708043" y="2919787"/>
                  </a:lnTo>
                  <a:lnTo>
                    <a:pt x="708858" y="2806740"/>
                  </a:lnTo>
                  <a:lnTo>
                    <a:pt x="709673" y="2809776"/>
                  </a:lnTo>
                  <a:lnTo>
                    <a:pt x="710488" y="2895586"/>
                  </a:lnTo>
                  <a:lnTo>
                    <a:pt x="711302" y="2950974"/>
                  </a:lnTo>
                  <a:lnTo>
                    <a:pt x="712117" y="3006200"/>
                  </a:lnTo>
                  <a:lnTo>
                    <a:pt x="712932" y="2983984"/>
                  </a:lnTo>
                  <a:lnTo>
                    <a:pt x="713747" y="3049260"/>
                  </a:lnTo>
                  <a:lnTo>
                    <a:pt x="714562" y="3076999"/>
                  </a:lnTo>
                  <a:lnTo>
                    <a:pt x="715376" y="3032607"/>
                  </a:lnTo>
                  <a:lnTo>
                    <a:pt x="716191" y="2978880"/>
                  </a:lnTo>
                  <a:lnTo>
                    <a:pt x="717006" y="2976004"/>
                  </a:lnTo>
                  <a:lnTo>
                    <a:pt x="717821" y="3024605"/>
                  </a:lnTo>
                  <a:lnTo>
                    <a:pt x="718636" y="2978487"/>
                  </a:lnTo>
                  <a:lnTo>
                    <a:pt x="719450" y="2871621"/>
                  </a:lnTo>
                  <a:lnTo>
                    <a:pt x="720265" y="2845865"/>
                  </a:lnTo>
                  <a:lnTo>
                    <a:pt x="721080" y="2877935"/>
                  </a:lnTo>
                  <a:lnTo>
                    <a:pt x="721895" y="2778534"/>
                  </a:lnTo>
                  <a:lnTo>
                    <a:pt x="722709" y="2670492"/>
                  </a:lnTo>
                  <a:lnTo>
                    <a:pt x="723524" y="2721388"/>
                  </a:lnTo>
                  <a:lnTo>
                    <a:pt x="724339" y="2815076"/>
                  </a:lnTo>
                  <a:lnTo>
                    <a:pt x="725154" y="2743279"/>
                  </a:lnTo>
                  <a:lnTo>
                    <a:pt x="725969" y="2654021"/>
                  </a:lnTo>
                  <a:lnTo>
                    <a:pt x="726783" y="2745295"/>
                  </a:lnTo>
                  <a:lnTo>
                    <a:pt x="727598" y="2850405"/>
                  </a:lnTo>
                  <a:lnTo>
                    <a:pt x="728413" y="2831756"/>
                  </a:lnTo>
                  <a:lnTo>
                    <a:pt x="729228" y="2803311"/>
                  </a:lnTo>
                  <a:lnTo>
                    <a:pt x="730042" y="2848870"/>
                  </a:lnTo>
                  <a:lnTo>
                    <a:pt x="730857" y="2964224"/>
                  </a:lnTo>
                  <a:lnTo>
                    <a:pt x="731672" y="3025232"/>
                  </a:lnTo>
                  <a:lnTo>
                    <a:pt x="732487" y="2990687"/>
                  </a:lnTo>
                  <a:lnTo>
                    <a:pt x="733302" y="2972738"/>
                  </a:lnTo>
                  <a:lnTo>
                    <a:pt x="734116" y="2964211"/>
                  </a:lnTo>
                  <a:lnTo>
                    <a:pt x="734931" y="2953802"/>
                  </a:lnTo>
                  <a:lnTo>
                    <a:pt x="735746" y="2830966"/>
                  </a:lnTo>
                  <a:lnTo>
                    <a:pt x="736561" y="2749440"/>
                  </a:lnTo>
                  <a:lnTo>
                    <a:pt x="737375" y="2792206"/>
                  </a:lnTo>
                  <a:lnTo>
                    <a:pt x="738190" y="2855588"/>
                  </a:lnTo>
                  <a:lnTo>
                    <a:pt x="739005" y="2892812"/>
                  </a:lnTo>
                  <a:lnTo>
                    <a:pt x="739820" y="2943408"/>
                  </a:lnTo>
                  <a:lnTo>
                    <a:pt x="740635" y="3033637"/>
                  </a:lnTo>
                  <a:lnTo>
                    <a:pt x="741449" y="3008652"/>
                  </a:lnTo>
                  <a:lnTo>
                    <a:pt x="742264" y="2968835"/>
                  </a:lnTo>
                  <a:lnTo>
                    <a:pt x="743079" y="2993645"/>
                  </a:lnTo>
                  <a:lnTo>
                    <a:pt x="743894" y="3040107"/>
                  </a:lnTo>
                  <a:lnTo>
                    <a:pt x="744708" y="3094971"/>
                  </a:lnTo>
                  <a:lnTo>
                    <a:pt x="745523" y="3096649"/>
                  </a:lnTo>
                  <a:lnTo>
                    <a:pt x="746338" y="3116972"/>
                  </a:lnTo>
                  <a:lnTo>
                    <a:pt x="746338" y="3116972"/>
                  </a:lnTo>
                  <a:lnTo>
                    <a:pt x="747153" y="3116972"/>
                  </a:lnTo>
                  <a:lnTo>
                    <a:pt x="747968" y="3116972"/>
                  </a:lnTo>
                  <a:lnTo>
                    <a:pt x="748782" y="3116972"/>
                  </a:lnTo>
                  <a:lnTo>
                    <a:pt x="749597" y="3116972"/>
                  </a:lnTo>
                  <a:lnTo>
                    <a:pt x="750412" y="3116972"/>
                  </a:lnTo>
                  <a:lnTo>
                    <a:pt x="751227" y="3116972"/>
                  </a:lnTo>
                  <a:lnTo>
                    <a:pt x="752041" y="3116972"/>
                  </a:lnTo>
                  <a:lnTo>
                    <a:pt x="752856" y="3116972"/>
                  </a:lnTo>
                  <a:lnTo>
                    <a:pt x="753671" y="2972898"/>
                  </a:lnTo>
                  <a:lnTo>
                    <a:pt x="754486" y="2812896"/>
                  </a:lnTo>
                  <a:lnTo>
                    <a:pt x="755301" y="2747743"/>
                  </a:lnTo>
                  <a:lnTo>
                    <a:pt x="756115" y="2768859"/>
                  </a:lnTo>
                  <a:lnTo>
                    <a:pt x="756930" y="2867704"/>
                  </a:lnTo>
                  <a:lnTo>
                    <a:pt x="757745" y="2977594"/>
                  </a:lnTo>
                  <a:lnTo>
                    <a:pt x="758560" y="3031166"/>
                  </a:lnTo>
                  <a:lnTo>
                    <a:pt x="759375" y="3106072"/>
                  </a:lnTo>
                  <a:lnTo>
                    <a:pt x="760189" y="3069570"/>
                  </a:lnTo>
                  <a:lnTo>
                    <a:pt x="761004" y="3024361"/>
                  </a:lnTo>
                  <a:lnTo>
                    <a:pt x="761819" y="2960034"/>
                  </a:lnTo>
                  <a:lnTo>
                    <a:pt x="762634" y="2969160"/>
                  </a:lnTo>
                  <a:lnTo>
                    <a:pt x="763448" y="2983489"/>
                  </a:lnTo>
                  <a:lnTo>
                    <a:pt x="764263" y="3027229"/>
                  </a:lnTo>
                  <a:lnTo>
                    <a:pt x="765078" y="3116972"/>
                  </a:lnTo>
                  <a:lnTo>
                    <a:pt x="765078" y="3116972"/>
                  </a:lnTo>
                  <a:lnTo>
                    <a:pt x="765893" y="3116972"/>
                  </a:lnTo>
                  <a:lnTo>
                    <a:pt x="766708" y="3116451"/>
                  </a:lnTo>
                  <a:lnTo>
                    <a:pt x="767522" y="3076197"/>
                  </a:lnTo>
                  <a:lnTo>
                    <a:pt x="768337" y="3116972"/>
                  </a:lnTo>
                  <a:lnTo>
                    <a:pt x="768337" y="3116972"/>
                  </a:lnTo>
                  <a:lnTo>
                    <a:pt x="769152" y="3116972"/>
                  </a:lnTo>
                  <a:lnTo>
                    <a:pt x="769967" y="3116972"/>
                  </a:lnTo>
                  <a:lnTo>
                    <a:pt x="770781" y="3116972"/>
                  </a:lnTo>
                  <a:lnTo>
                    <a:pt x="771596" y="3116972"/>
                  </a:lnTo>
                  <a:lnTo>
                    <a:pt x="772411" y="3116972"/>
                  </a:lnTo>
                  <a:lnTo>
                    <a:pt x="773226" y="3116972"/>
                  </a:lnTo>
                  <a:lnTo>
                    <a:pt x="774041" y="3116972"/>
                  </a:lnTo>
                  <a:lnTo>
                    <a:pt x="774855" y="3116972"/>
                  </a:lnTo>
                  <a:lnTo>
                    <a:pt x="775670" y="3112138"/>
                  </a:lnTo>
                  <a:lnTo>
                    <a:pt x="776485" y="3061377"/>
                  </a:lnTo>
                  <a:lnTo>
                    <a:pt x="777300" y="3027683"/>
                  </a:lnTo>
                  <a:lnTo>
                    <a:pt x="778114" y="2982172"/>
                  </a:lnTo>
                  <a:lnTo>
                    <a:pt x="778929" y="3010782"/>
                  </a:lnTo>
                  <a:lnTo>
                    <a:pt x="779744" y="3116972"/>
                  </a:lnTo>
                  <a:lnTo>
                    <a:pt x="779744" y="3116972"/>
                  </a:lnTo>
                  <a:lnTo>
                    <a:pt x="780559" y="3116972"/>
                  </a:lnTo>
                  <a:lnTo>
                    <a:pt x="781374" y="3116972"/>
                  </a:lnTo>
                  <a:lnTo>
                    <a:pt x="782188" y="3116972"/>
                  </a:lnTo>
                  <a:lnTo>
                    <a:pt x="783003" y="3116972"/>
                  </a:lnTo>
                  <a:lnTo>
                    <a:pt x="783818" y="3116972"/>
                  </a:lnTo>
                  <a:lnTo>
                    <a:pt x="784633" y="3079504"/>
                  </a:lnTo>
                  <a:lnTo>
                    <a:pt x="785447" y="3058242"/>
                  </a:lnTo>
                  <a:lnTo>
                    <a:pt x="786262" y="3044036"/>
                  </a:lnTo>
                  <a:lnTo>
                    <a:pt x="787077" y="3057658"/>
                  </a:lnTo>
                  <a:lnTo>
                    <a:pt x="787892" y="3065604"/>
                  </a:lnTo>
                  <a:lnTo>
                    <a:pt x="788707" y="3065605"/>
                  </a:lnTo>
                  <a:lnTo>
                    <a:pt x="789521" y="3021901"/>
                  </a:lnTo>
                  <a:lnTo>
                    <a:pt x="790336" y="2932778"/>
                  </a:lnTo>
                  <a:lnTo>
                    <a:pt x="791151" y="2904740"/>
                  </a:lnTo>
                  <a:lnTo>
                    <a:pt x="791966" y="2885715"/>
                  </a:lnTo>
                  <a:lnTo>
                    <a:pt x="792780" y="2865094"/>
                  </a:lnTo>
                  <a:lnTo>
                    <a:pt x="793595" y="2864832"/>
                  </a:lnTo>
                  <a:lnTo>
                    <a:pt x="794410" y="2876614"/>
                  </a:lnTo>
                  <a:lnTo>
                    <a:pt x="795225" y="2916570"/>
                  </a:lnTo>
                  <a:lnTo>
                    <a:pt x="796040" y="2955462"/>
                  </a:lnTo>
                  <a:lnTo>
                    <a:pt x="796854" y="2996758"/>
                  </a:lnTo>
                  <a:lnTo>
                    <a:pt x="797669" y="3022318"/>
                  </a:lnTo>
                  <a:lnTo>
                    <a:pt x="798484" y="3022581"/>
                  </a:lnTo>
                  <a:lnTo>
                    <a:pt x="799299" y="3059353"/>
                  </a:lnTo>
                  <a:lnTo>
                    <a:pt x="800114" y="3079742"/>
                  </a:lnTo>
                  <a:lnTo>
                    <a:pt x="800928" y="3046097"/>
                  </a:lnTo>
                  <a:lnTo>
                    <a:pt x="801743" y="2979859"/>
                  </a:lnTo>
                  <a:lnTo>
                    <a:pt x="802558" y="2918368"/>
                  </a:lnTo>
                  <a:lnTo>
                    <a:pt x="803373" y="2918371"/>
                  </a:lnTo>
                  <a:lnTo>
                    <a:pt x="804187" y="2913520"/>
                  </a:lnTo>
                  <a:lnTo>
                    <a:pt x="805002" y="2942301"/>
                  </a:lnTo>
                  <a:lnTo>
                    <a:pt x="805817" y="2979295"/>
                  </a:lnTo>
                  <a:lnTo>
                    <a:pt x="806632" y="3009639"/>
                  </a:lnTo>
                  <a:lnTo>
                    <a:pt x="807447" y="3030150"/>
                  </a:lnTo>
                  <a:lnTo>
                    <a:pt x="808261" y="3002703"/>
                  </a:lnTo>
                  <a:lnTo>
                    <a:pt x="809076" y="2988481"/>
                  </a:lnTo>
                  <a:lnTo>
                    <a:pt x="809891" y="3003481"/>
                  </a:lnTo>
                  <a:lnTo>
                    <a:pt x="810706" y="3025476"/>
                  </a:lnTo>
                  <a:lnTo>
                    <a:pt x="811520" y="3064248"/>
                  </a:lnTo>
                  <a:lnTo>
                    <a:pt x="812335" y="3106255"/>
                  </a:lnTo>
                  <a:lnTo>
                    <a:pt x="813150" y="3116972"/>
                  </a:lnTo>
                  <a:lnTo>
                    <a:pt x="813150" y="3116972"/>
                  </a:lnTo>
                  <a:lnTo>
                    <a:pt x="813965" y="3116972"/>
                  </a:lnTo>
                  <a:lnTo>
                    <a:pt x="814780" y="3084099"/>
                  </a:lnTo>
                  <a:lnTo>
                    <a:pt x="815594" y="3083894"/>
                  </a:lnTo>
                  <a:lnTo>
                    <a:pt x="816409" y="3065481"/>
                  </a:lnTo>
                  <a:lnTo>
                    <a:pt x="817224" y="3051567"/>
                  </a:lnTo>
                  <a:lnTo>
                    <a:pt x="818039" y="3064936"/>
                  </a:lnTo>
                  <a:lnTo>
                    <a:pt x="818853" y="3113262"/>
                  </a:lnTo>
                  <a:lnTo>
                    <a:pt x="819668" y="3116972"/>
                  </a:lnTo>
                  <a:lnTo>
                    <a:pt x="819668" y="3116972"/>
                  </a:lnTo>
                  <a:lnTo>
                    <a:pt x="820483" y="3116972"/>
                  </a:lnTo>
                  <a:lnTo>
                    <a:pt x="821298" y="3116972"/>
                  </a:lnTo>
                  <a:lnTo>
                    <a:pt x="822113" y="3116972"/>
                  </a:lnTo>
                  <a:lnTo>
                    <a:pt x="822927" y="3109403"/>
                  </a:lnTo>
                  <a:lnTo>
                    <a:pt x="823742" y="3051108"/>
                  </a:lnTo>
                  <a:lnTo>
                    <a:pt x="824557" y="3000500"/>
                  </a:lnTo>
                  <a:lnTo>
                    <a:pt x="825372" y="2966099"/>
                  </a:lnTo>
                  <a:lnTo>
                    <a:pt x="826186" y="2893560"/>
                  </a:lnTo>
                  <a:lnTo>
                    <a:pt x="827001" y="2789839"/>
                  </a:lnTo>
                  <a:lnTo>
                    <a:pt x="827816" y="2854666"/>
                  </a:lnTo>
                  <a:lnTo>
                    <a:pt x="828631" y="2965367"/>
                  </a:lnTo>
                  <a:lnTo>
                    <a:pt x="829446" y="3028153"/>
                  </a:lnTo>
                  <a:lnTo>
                    <a:pt x="830260" y="3037033"/>
                  </a:lnTo>
                  <a:lnTo>
                    <a:pt x="831075" y="3116972"/>
                  </a:lnTo>
                  <a:lnTo>
                    <a:pt x="831075" y="3116972"/>
                  </a:lnTo>
                  <a:lnTo>
                    <a:pt x="831890" y="3116972"/>
                  </a:lnTo>
                  <a:lnTo>
                    <a:pt x="832705" y="3116972"/>
                  </a:lnTo>
                  <a:lnTo>
                    <a:pt x="833519" y="3116972"/>
                  </a:lnTo>
                  <a:lnTo>
                    <a:pt x="834334" y="3116972"/>
                  </a:lnTo>
                  <a:lnTo>
                    <a:pt x="835149" y="3116972"/>
                  </a:lnTo>
                  <a:lnTo>
                    <a:pt x="835964" y="3116972"/>
                  </a:lnTo>
                  <a:lnTo>
                    <a:pt x="836779" y="3116972"/>
                  </a:lnTo>
                  <a:lnTo>
                    <a:pt x="837593" y="3116972"/>
                  </a:lnTo>
                  <a:lnTo>
                    <a:pt x="838408" y="2987126"/>
                  </a:lnTo>
                  <a:lnTo>
                    <a:pt x="839223" y="2913107"/>
                  </a:lnTo>
                  <a:lnTo>
                    <a:pt x="840038" y="2869609"/>
                  </a:lnTo>
                  <a:lnTo>
                    <a:pt x="840853" y="2775343"/>
                  </a:lnTo>
                  <a:lnTo>
                    <a:pt x="841667" y="2684156"/>
                  </a:lnTo>
                  <a:lnTo>
                    <a:pt x="842482" y="2764044"/>
                  </a:lnTo>
                  <a:lnTo>
                    <a:pt x="843297" y="2873770"/>
                  </a:lnTo>
                  <a:lnTo>
                    <a:pt x="844112" y="2851270"/>
                  </a:lnTo>
                  <a:lnTo>
                    <a:pt x="844926" y="2856577"/>
                  </a:lnTo>
                  <a:lnTo>
                    <a:pt x="845741" y="2824278"/>
                  </a:lnTo>
                  <a:lnTo>
                    <a:pt x="846556" y="2765171"/>
                  </a:lnTo>
                  <a:lnTo>
                    <a:pt x="847371" y="2762181"/>
                  </a:lnTo>
                  <a:lnTo>
                    <a:pt x="848186" y="2768700"/>
                  </a:lnTo>
                  <a:lnTo>
                    <a:pt x="849000" y="2801053"/>
                  </a:lnTo>
                  <a:lnTo>
                    <a:pt x="849815" y="2827643"/>
                  </a:lnTo>
                  <a:lnTo>
                    <a:pt x="850630" y="2939210"/>
                  </a:lnTo>
                  <a:lnTo>
                    <a:pt x="851445" y="3059688"/>
                  </a:lnTo>
                  <a:lnTo>
                    <a:pt x="852259" y="3064243"/>
                  </a:lnTo>
                  <a:lnTo>
                    <a:pt x="853074" y="3058242"/>
                  </a:lnTo>
                  <a:lnTo>
                    <a:pt x="853889" y="3058242"/>
                  </a:lnTo>
                  <a:lnTo>
                    <a:pt x="854704" y="3082001"/>
                  </a:lnTo>
                  <a:lnTo>
                    <a:pt x="855519" y="3116526"/>
                  </a:lnTo>
                  <a:lnTo>
                    <a:pt x="856333" y="3116524"/>
                  </a:lnTo>
                  <a:lnTo>
                    <a:pt x="857148" y="3116972"/>
                  </a:lnTo>
                  <a:lnTo>
                    <a:pt x="857148" y="3116972"/>
                  </a:lnTo>
                  <a:lnTo>
                    <a:pt x="857963" y="3116972"/>
                  </a:lnTo>
                  <a:lnTo>
                    <a:pt x="858778" y="3116972"/>
                  </a:lnTo>
                  <a:lnTo>
                    <a:pt x="859592" y="3116972"/>
                  </a:lnTo>
                  <a:lnTo>
                    <a:pt x="860407" y="3116972"/>
                  </a:lnTo>
                  <a:lnTo>
                    <a:pt x="861222" y="3116972"/>
                  </a:lnTo>
                  <a:lnTo>
                    <a:pt x="862037" y="3116972"/>
                  </a:lnTo>
                  <a:lnTo>
                    <a:pt x="862852" y="3091277"/>
                  </a:lnTo>
                  <a:lnTo>
                    <a:pt x="863666" y="2995003"/>
                  </a:lnTo>
                  <a:lnTo>
                    <a:pt x="864481" y="2942748"/>
                  </a:lnTo>
                  <a:lnTo>
                    <a:pt x="865296" y="2907281"/>
                  </a:lnTo>
                  <a:lnTo>
                    <a:pt x="866111" y="2918240"/>
                  </a:lnTo>
                  <a:lnTo>
                    <a:pt x="866925" y="2935190"/>
                  </a:lnTo>
                  <a:lnTo>
                    <a:pt x="867740" y="2956341"/>
                  </a:lnTo>
                  <a:lnTo>
                    <a:pt x="868555" y="3025703"/>
                  </a:lnTo>
                  <a:lnTo>
                    <a:pt x="869370" y="3077957"/>
                  </a:lnTo>
                  <a:lnTo>
                    <a:pt x="870185" y="3116972"/>
                  </a:lnTo>
                  <a:lnTo>
                    <a:pt x="870185" y="3116972"/>
                  </a:lnTo>
                  <a:lnTo>
                    <a:pt x="870999" y="3115699"/>
                  </a:lnTo>
                  <a:lnTo>
                    <a:pt x="871814" y="3034592"/>
                  </a:lnTo>
                  <a:lnTo>
                    <a:pt x="872629" y="3009005"/>
                  </a:lnTo>
                  <a:lnTo>
                    <a:pt x="873444" y="3036241"/>
                  </a:lnTo>
                  <a:lnTo>
                    <a:pt x="874258" y="3013335"/>
                  </a:lnTo>
                  <a:lnTo>
                    <a:pt x="875073" y="3027484"/>
                  </a:lnTo>
                  <a:lnTo>
                    <a:pt x="875888" y="2977339"/>
                  </a:lnTo>
                  <a:lnTo>
                    <a:pt x="876703" y="3045216"/>
                  </a:lnTo>
                  <a:lnTo>
                    <a:pt x="877518" y="3063284"/>
                  </a:lnTo>
                  <a:lnTo>
                    <a:pt x="878332" y="3014249"/>
                  </a:lnTo>
                  <a:lnTo>
                    <a:pt x="879147" y="3089163"/>
                  </a:lnTo>
                  <a:lnTo>
                    <a:pt x="879962" y="2976788"/>
                  </a:lnTo>
                  <a:lnTo>
                    <a:pt x="880777" y="2931978"/>
                  </a:lnTo>
                  <a:lnTo>
                    <a:pt x="881592" y="2873000"/>
                  </a:lnTo>
                  <a:lnTo>
                    <a:pt x="882406" y="2908279"/>
                  </a:lnTo>
                  <a:lnTo>
                    <a:pt x="883221" y="2971682"/>
                  </a:lnTo>
                  <a:lnTo>
                    <a:pt x="884036" y="2894038"/>
                  </a:lnTo>
                  <a:lnTo>
                    <a:pt x="884851" y="2865708"/>
                  </a:lnTo>
                  <a:lnTo>
                    <a:pt x="885665" y="2873559"/>
                  </a:lnTo>
                  <a:lnTo>
                    <a:pt x="886480" y="2960926"/>
                  </a:lnTo>
                  <a:lnTo>
                    <a:pt x="887295" y="2962588"/>
                  </a:lnTo>
                  <a:lnTo>
                    <a:pt x="888110" y="2849364"/>
                  </a:lnTo>
                  <a:lnTo>
                    <a:pt x="888925" y="2795992"/>
                  </a:lnTo>
                  <a:lnTo>
                    <a:pt x="889739" y="2867503"/>
                  </a:lnTo>
                  <a:lnTo>
                    <a:pt x="890554" y="2952547"/>
                  </a:lnTo>
                  <a:lnTo>
                    <a:pt x="891369" y="2946477"/>
                  </a:lnTo>
                  <a:lnTo>
                    <a:pt x="892184" y="2927862"/>
                  </a:lnTo>
                  <a:lnTo>
                    <a:pt x="892998" y="3013636"/>
                  </a:lnTo>
                  <a:lnTo>
                    <a:pt x="893813" y="3116972"/>
                  </a:lnTo>
                  <a:lnTo>
                    <a:pt x="893813" y="3116972"/>
                  </a:lnTo>
                  <a:lnTo>
                    <a:pt x="894628" y="3116972"/>
                  </a:lnTo>
                  <a:lnTo>
                    <a:pt x="895443" y="3116972"/>
                  </a:lnTo>
                  <a:lnTo>
                    <a:pt x="896258" y="3116972"/>
                  </a:lnTo>
                  <a:lnTo>
                    <a:pt x="897072" y="3116972"/>
                  </a:lnTo>
                  <a:lnTo>
                    <a:pt x="897887" y="3116972"/>
                  </a:lnTo>
                  <a:lnTo>
                    <a:pt x="898702" y="3116972"/>
                  </a:lnTo>
                  <a:lnTo>
                    <a:pt x="899517" y="3086607"/>
                  </a:lnTo>
                  <a:lnTo>
                    <a:pt x="900331" y="3004484"/>
                  </a:lnTo>
                  <a:lnTo>
                    <a:pt x="901146" y="2969681"/>
                  </a:lnTo>
                  <a:lnTo>
                    <a:pt x="901961" y="3006858"/>
                  </a:lnTo>
                  <a:lnTo>
                    <a:pt x="902776" y="3045426"/>
                  </a:lnTo>
                  <a:lnTo>
                    <a:pt x="903591" y="3087836"/>
                  </a:lnTo>
                  <a:lnTo>
                    <a:pt x="904405" y="3116972"/>
                  </a:lnTo>
                  <a:lnTo>
                    <a:pt x="904405" y="3116972"/>
                  </a:lnTo>
                  <a:lnTo>
                    <a:pt x="905220" y="3116972"/>
                  </a:lnTo>
                  <a:lnTo>
                    <a:pt x="906035" y="3116972"/>
                  </a:lnTo>
                  <a:lnTo>
                    <a:pt x="906850" y="3116972"/>
                  </a:lnTo>
                  <a:lnTo>
                    <a:pt x="907664" y="3116972"/>
                  </a:lnTo>
                  <a:lnTo>
                    <a:pt x="908479" y="3116972"/>
                  </a:lnTo>
                  <a:lnTo>
                    <a:pt x="909294" y="3116972"/>
                  </a:lnTo>
                  <a:lnTo>
                    <a:pt x="910109" y="3079710"/>
                  </a:lnTo>
                  <a:lnTo>
                    <a:pt x="910924" y="3108973"/>
                  </a:lnTo>
                  <a:lnTo>
                    <a:pt x="911738" y="3106168"/>
                  </a:lnTo>
                  <a:lnTo>
                    <a:pt x="912553" y="3073085"/>
                  </a:lnTo>
                  <a:lnTo>
                    <a:pt x="913368" y="3050961"/>
                  </a:lnTo>
                  <a:lnTo>
                    <a:pt x="914183" y="3087726"/>
                  </a:lnTo>
                  <a:lnTo>
                    <a:pt x="914997" y="3018442"/>
                  </a:lnTo>
                  <a:lnTo>
                    <a:pt x="915812" y="2887586"/>
                  </a:lnTo>
                  <a:lnTo>
                    <a:pt x="916627" y="2810842"/>
                  </a:lnTo>
                  <a:lnTo>
                    <a:pt x="917442" y="2849599"/>
                  </a:lnTo>
                  <a:lnTo>
                    <a:pt x="918257" y="2935246"/>
                  </a:lnTo>
                  <a:lnTo>
                    <a:pt x="919071" y="2968242"/>
                  </a:lnTo>
                  <a:lnTo>
                    <a:pt x="919886" y="2989891"/>
                  </a:lnTo>
                  <a:lnTo>
                    <a:pt x="920701" y="3006522"/>
                  </a:lnTo>
                  <a:lnTo>
                    <a:pt x="921516" y="3025403"/>
                  </a:lnTo>
                  <a:lnTo>
                    <a:pt x="922331" y="3012467"/>
                  </a:lnTo>
                  <a:lnTo>
                    <a:pt x="923145" y="2921158"/>
                  </a:lnTo>
                  <a:lnTo>
                    <a:pt x="923960" y="2843342"/>
                  </a:lnTo>
                  <a:lnTo>
                    <a:pt x="924775" y="2923873"/>
                  </a:lnTo>
                  <a:lnTo>
                    <a:pt x="925590" y="2962782"/>
                  </a:lnTo>
                  <a:lnTo>
                    <a:pt x="926404" y="2910626"/>
                  </a:lnTo>
                  <a:lnTo>
                    <a:pt x="927219" y="2834438"/>
                  </a:lnTo>
                  <a:lnTo>
                    <a:pt x="928034" y="2823441"/>
                  </a:lnTo>
                  <a:lnTo>
                    <a:pt x="928849" y="2805797"/>
                  </a:lnTo>
                  <a:lnTo>
                    <a:pt x="929664" y="2699757"/>
                  </a:lnTo>
                  <a:lnTo>
                    <a:pt x="930478" y="2623096"/>
                  </a:lnTo>
                  <a:lnTo>
                    <a:pt x="931293" y="2683858"/>
                  </a:lnTo>
                  <a:lnTo>
                    <a:pt x="932108" y="2764502"/>
                  </a:lnTo>
                  <a:lnTo>
                    <a:pt x="932923" y="2795036"/>
                  </a:lnTo>
                  <a:lnTo>
                    <a:pt x="933737" y="2872472"/>
                  </a:lnTo>
                  <a:lnTo>
                    <a:pt x="934552" y="2904684"/>
                  </a:lnTo>
                  <a:lnTo>
                    <a:pt x="935367" y="2948994"/>
                  </a:lnTo>
                  <a:lnTo>
                    <a:pt x="936182" y="2963301"/>
                  </a:lnTo>
                  <a:lnTo>
                    <a:pt x="936997" y="2963104"/>
                  </a:lnTo>
                  <a:lnTo>
                    <a:pt x="937811" y="2932555"/>
                  </a:lnTo>
                  <a:lnTo>
                    <a:pt x="938626" y="2807387"/>
                  </a:lnTo>
                  <a:lnTo>
                    <a:pt x="939441" y="2711137"/>
                  </a:lnTo>
                  <a:lnTo>
                    <a:pt x="940256" y="2670919"/>
                  </a:lnTo>
                  <a:lnTo>
                    <a:pt x="941070" y="2635527"/>
                  </a:lnTo>
                  <a:lnTo>
                    <a:pt x="941885" y="2538392"/>
                  </a:lnTo>
                  <a:lnTo>
                    <a:pt x="942700" y="2533436"/>
                  </a:lnTo>
                  <a:lnTo>
                    <a:pt x="943515" y="2612133"/>
                  </a:lnTo>
                  <a:lnTo>
                    <a:pt x="944330" y="2715899"/>
                  </a:lnTo>
                  <a:lnTo>
                    <a:pt x="945144" y="2811390"/>
                  </a:lnTo>
                  <a:lnTo>
                    <a:pt x="945959" y="2859890"/>
                  </a:lnTo>
                  <a:lnTo>
                    <a:pt x="946774" y="2872530"/>
                  </a:lnTo>
                  <a:lnTo>
                    <a:pt x="947589" y="2776299"/>
                  </a:lnTo>
                  <a:lnTo>
                    <a:pt x="948403" y="2728949"/>
                  </a:lnTo>
                  <a:lnTo>
                    <a:pt x="949218" y="2734437"/>
                  </a:lnTo>
                  <a:lnTo>
                    <a:pt x="950033" y="2607067"/>
                  </a:lnTo>
                  <a:lnTo>
                    <a:pt x="950848" y="2418485"/>
                  </a:lnTo>
                  <a:lnTo>
                    <a:pt x="951663" y="2431517"/>
                  </a:lnTo>
                  <a:lnTo>
                    <a:pt x="952477" y="2565088"/>
                  </a:lnTo>
                  <a:lnTo>
                    <a:pt x="953292" y="2602860"/>
                  </a:lnTo>
                  <a:lnTo>
                    <a:pt x="954107" y="2552217"/>
                  </a:lnTo>
                  <a:lnTo>
                    <a:pt x="954922" y="2538125"/>
                  </a:lnTo>
                  <a:lnTo>
                    <a:pt x="955736" y="2645574"/>
                  </a:lnTo>
                  <a:lnTo>
                    <a:pt x="956551" y="2701516"/>
                  </a:lnTo>
                  <a:lnTo>
                    <a:pt x="957366" y="2753765"/>
                  </a:lnTo>
                  <a:lnTo>
                    <a:pt x="958181" y="2710373"/>
                  </a:lnTo>
                  <a:lnTo>
                    <a:pt x="958996" y="2621464"/>
                  </a:lnTo>
                  <a:lnTo>
                    <a:pt x="959810" y="2544970"/>
                  </a:lnTo>
                  <a:lnTo>
                    <a:pt x="960625" y="2486990"/>
                  </a:lnTo>
                  <a:lnTo>
                    <a:pt x="961440" y="2478013"/>
                  </a:lnTo>
                  <a:lnTo>
                    <a:pt x="962255" y="2471793"/>
                  </a:lnTo>
                  <a:lnTo>
                    <a:pt x="963070" y="2551175"/>
                  </a:lnTo>
                  <a:lnTo>
                    <a:pt x="963884" y="2635665"/>
                  </a:lnTo>
                  <a:lnTo>
                    <a:pt x="964699" y="2643464"/>
                  </a:lnTo>
                  <a:lnTo>
                    <a:pt x="965514" y="2448282"/>
                  </a:lnTo>
                  <a:lnTo>
                    <a:pt x="966329" y="2189431"/>
                  </a:lnTo>
                  <a:lnTo>
                    <a:pt x="967143" y="2036215"/>
                  </a:lnTo>
                  <a:lnTo>
                    <a:pt x="967958" y="1996022"/>
                  </a:lnTo>
                  <a:lnTo>
                    <a:pt x="968773" y="2001325"/>
                  </a:lnTo>
                  <a:lnTo>
                    <a:pt x="969588" y="2086900"/>
                  </a:lnTo>
                  <a:lnTo>
                    <a:pt x="970403" y="2290909"/>
                  </a:lnTo>
                  <a:lnTo>
                    <a:pt x="971217" y="2443666"/>
                  </a:lnTo>
                  <a:lnTo>
                    <a:pt x="972032" y="2418835"/>
                  </a:lnTo>
                  <a:lnTo>
                    <a:pt x="972847" y="2371198"/>
                  </a:lnTo>
                  <a:lnTo>
                    <a:pt x="973662" y="2387283"/>
                  </a:lnTo>
                  <a:lnTo>
                    <a:pt x="974476" y="2486163"/>
                  </a:lnTo>
                  <a:lnTo>
                    <a:pt x="975291" y="2558490"/>
                  </a:lnTo>
                  <a:lnTo>
                    <a:pt x="976106" y="2599461"/>
                  </a:lnTo>
                  <a:lnTo>
                    <a:pt x="976921" y="2711113"/>
                  </a:lnTo>
                  <a:lnTo>
                    <a:pt x="977736" y="2831273"/>
                  </a:lnTo>
                  <a:lnTo>
                    <a:pt x="978550" y="2892012"/>
                  </a:lnTo>
                  <a:lnTo>
                    <a:pt x="979365" y="2826937"/>
                  </a:lnTo>
                  <a:lnTo>
                    <a:pt x="980180" y="2754354"/>
                  </a:lnTo>
                  <a:lnTo>
                    <a:pt x="980995" y="2700571"/>
                  </a:lnTo>
                  <a:lnTo>
                    <a:pt x="981809" y="2668788"/>
                  </a:lnTo>
                  <a:lnTo>
                    <a:pt x="982624" y="2597243"/>
                  </a:lnTo>
                  <a:lnTo>
                    <a:pt x="983439" y="2542526"/>
                  </a:lnTo>
                  <a:lnTo>
                    <a:pt x="984254" y="2509459"/>
                  </a:lnTo>
                  <a:lnTo>
                    <a:pt x="985069" y="2427047"/>
                  </a:lnTo>
                  <a:lnTo>
                    <a:pt x="985883" y="2407246"/>
                  </a:lnTo>
                  <a:lnTo>
                    <a:pt x="986698" y="2341753"/>
                  </a:lnTo>
                  <a:lnTo>
                    <a:pt x="987513" y="2253815"/>
                  </a:lnTo>
                  <a:lnTo>
                    <a:pt x="988328" y="2189485"/>
                  </a:lnTo>
                  <a:lnTo>
                    <a:pt x="989142" y="2140051"/>
                  </a:lnTo>
                  <a:lnTo>
                    <a:pt x="989957" y="2089722"/>
                  </a:lnTo>
                  <a:lnTo>
                    <a:pt x="990772" y="2009853"/>
                  </a:lnTo>
                  <a:lnTo>
                    <a:pt x="991587" y="1972440"/>
                  </a:lnTo>
                  <a:lnTo>
                    <a:pt x="992402" y="1887843"/>
                  </a:lnTo>
                  <a:lnTo>
                    <a:pt x="993216" y="1733766"/>
                  </a:lnTo>
                  <a:lnTo>
                    <a:pt x="994031" y="1642499"/>
                  </a:lnTo>
                  <a:lnTo>
                    <a:pt x="994846" y="1748477"/>
                  </a:lnTo>
                  <a:lnTo>
                    <a:pt x="995661" y="1938446"/>
                  </a:lnTo>
                  <a:lnTo>
                    <a:pt x="996476" y="2088251"/>
                  </a:lnTo>
                  <a:lnTo>
                    <a:pt x="997290" y="2193990"/>
                  </a:lnTo>
                  <a:lnTo>
                    <a:pt x="998105" y="2371759"/>
                  </a:lnTo>
                  <a:lnTo>
                    <a:pt x="998920" y="2477061"/>
                  </a:lnTo>
                  <a:lnTo>
                    <a:pt x="999735" y="2475713"/>
                  </a:lnTo>
                  <a:lnTo>
                    <a:pt x="1000549" y="2407340"/>
                  </a:lnTo>
                  <a:lnTo>
                    <a:pt x="1001364" y="2308171"/>
                  </a:lnTo>
                  <a:lnTo>
                    <a:pt x="1002179" y="2299025"/>
                  </a:lnTo>
                  <a:lnTo>
                    <a:pt x="1002994" y="2376380"/>
                  </a:lnTo>
                  <a:lnTo>
                    <a:pt x="1003809" y="2458070"/>
                  </a:lnTo>
                  <a:lnTo>
                    <a:pt x="1004623" y="2462880"/>
                  </a:lnTo>
                  <a:lnTo>
                    <a:pt x="1005438" y="2521028"/>
                  </a:lnTo>
                  <a:lnTo>
                    <a:pt x="1006253" y="2625642"/>
                  </a:lnTo>
                  <a:lnTo>
                    <a:pt x="1007068" y="2679323"/>
                  </a:lnTo>
                  <a:lnTo>
                    <a:pt x="1007882" y="2609507"/>
                  </a:lnTo>
                  <a:lnTo>
                    <a:pt x="1008697" y="2524665"/>
                  </a:lnTo>
                  <a:lnTo>
                    <a:pt x="1009512" y="2530573"/>
                  </a:lnTo>
                  <a:lnTo>
                    <a:pt x="1010327" y="2573431"/>
                  </a:lnTo>
                  <a:lnTo>
                    <a:pt x="1011142" y="2572805"/>
                  </a:lnTo>
                  <a:lnTo>
                    <a:pt x="1011956" y="2616762"/>
                  </a:lnTo>
                  <a:lnTo>
                    <a:pt x="1012771" y="2711618"/>
                  </a:lnTo>
                  <a:lnTo>
                    <a:pt x="1013586" y="2886810"/>
                  </a:lnTo>
                  <a:lnTo>
                    <a:pt x="1014401" y="2959696"/>
                  </a:lnTo>
                  <a:lnTo>
                    <a:pt x="1015215" y="2918637"/>
                  </a:lnTo>
                  <a:lnTo>
                    <a:pt x="1016030" y="2799582"/>
                  </a:lnTo>
                  <a:lnTo>
                    <a:pt x="1016845" y="2666879"/>
                  </a:lnTo>
                  <a:lnTo>
                    <a:pt x="1017660" y="2698753"/>
                  </a:lnTo>
                  <a:lnTo>
                    <a:pt x="1018475" y="2696458"/>
                  </a:lnTo>
                  <a:lnTo>
                    <a:pt x="1019289" y="2771380"/>
                  </a:lnTo>
                  <a:lnTo>
                    <a:pt x="1020104" y="2867212"/>
                  </a:lnTo>
                  <a:lnTo>
                    <a:pt x="1020919" y="3057330"/>
                  </a:lnTo>
                  <a:lnTo>
                    <a:pt x="1021734" y="3116972"/>
                  </a:lnTo>
                  <a:lnTo>
                    <a:pt x="1021734" y="3116972"/>
                  </a:lnTo>
                  <a:lnTo>
                    <a:pt x="1022548" y="3098760"/>
                  </a:lnTo>
                  <a:lnTo>
                    <a:pt x="1023363" y="3008946"/>
                  </a:lnTo>
                  <a:lnTo>
                    <a:pt x="1024178" y="2940698"/>
                  </a:lnTo>
                  <a:lnTo>
                    <a:pt x="1024993" y="2905880"/>
                  </a:lnTo>
                  <a:lnTo>
                    <a:pt x="1025808" y="2875046"/>
                  </a:lnTo>
                  <a:lnTo>
                    <a:pt x="1026622" y="2899535"/>
                  </a:lnTo>
                  <a:lnTo>
                    <a:pt x="1027437" y="2951126"/>
                  </a:lnTo>
                  <a:lnTo>
                    <a:pt x="1028252" y="2962841"/>
                  </a:lnTo>
                  <a:lnTo>
                    <a:pt x="1029067" y="2981143"/>
                  </a:lnTo>
                  <a:lnTo>
                    <a:pt x="1029881" y="2917847"/>
                  </a:lnTo>
                  <a:lnTo>
                    <a:pt x="1030696" y="2814649"/>
                  </a:lnTo>
                  <a:lnTo>
                    <a:pt x="1031511" y="2725447"/>
                  </a:lnTo>
                  <a:lnTo>
                    <a:pt x="1032326" y="2711009"/>
                  </a:lnTo>
                  <a:lnTo>
                    <a:pt x="1033141" y="2762835"/>
                  </a:lnTo>
                  <a:lnTo>
                    <a:pt x="1033955" y="2756659"/>
                  </a:lnTo>
                  <a:lnTo>
                    <a:pt x="1034770" y="2800035"/>
                  </a:lnTo>
                  <a:lnTo>
                    <a:pt x="1035585" y="2873673"/>
                  </a:lnTo>
                  <a:lnTo>
                    <a:pt x="1036400" y="2823647"/>
                  </a:lnTo>
                  <a:lnTo>
                    <a:pt x="1037215" y="2727011"/>
                  </a:lnTo>
                  <a:lnTo>
                    <a:pt x="1038029" y="2604013"/>
                  </a:lnTo>
                  <a:lnTo>
                    <a:pt x="1038844" y="2461756"/>
                  </a:lnTo>
                  <a:lnTo>
                    <a:pt x="1039659" y="2313032"/>
                  </a:lnTo>
                  <a:lnTo>
                    <a:pt x="1040474" y="2188749"/>
                  </a:lnTo>
                  <a:lnTo>
                    <a:pt x="1041288" y="2278209"/>
                  </a:lnTo>
                  <a:lnTo>
                    <a:pt x="1042103" y="2396104"/>
                  </a:lnTo>
                  <a:lnTo>
                    <a:pt x="1042918" y="2458886"/>
                  </a:lnTo>
                  <a:lnTo>
                    <a:pt x="1043733" y="2576360"/>
                  </a:lnTo>
                  <a:lnTo>
                    <a:pt x="1044548" y="2725193"/>
                  </a:lnTo>
                  <a:lnTo>
                    <a:pt x="1045362" y="2857510"/>
                  </a:lnTo>
                  <a:lnTo>
                    <a:pt x="1046177" y="2833345"/>
                  </a:lnTo>
                  <a:lnTo>
                    <a:pt x="1046992" y="2730043"/>
                  </a:lnTo>
                  <a:lnTo>
                    <a:pt x="1047807" y="2712871"/>
                  </a:lnTo>
                  <a:lnTo>
                    <a:pt x="1048621" y="2700571"/>
                  </a:lnTo>
                  <a:lnTo>
                    <a:pt x="1049436" y="2719055"/>
                  </a:lnTo>
                  <a:lnTo>
                    <a:pt x="1050251" y="2658335"/>
                  </a:lnTo>
                  <a:lnTo>
                    <a:pt x="1051066" y="2601391"/>
                  </a:lnTo>
                  <a:lnTo>
                    <a:pt x="1051881" y="2691206"/>
                  </a:lnTo>
                  <a:lnTo>
                    <a:pt x="1052695" y="2685623"/>
                  </a:lnTo>
                  <a:lnTo>
                    <a:pt x="1053510" y="2636858"/>
                  </a:lnTo>
                  <a:lnTo>
                    <a:pt x="1054325" y="2568816"/>
                  </a:lnTo>
                  <a:lnTo>
                    <a:pt x="1055140" y="2559221"/>
                  </a:lnTo>
                  <a:lnTo>
                    <a:pt x="1055954" y="2623298"/>
                  </a:lnTo>
                  <a:lnTo>
                    <a:pt x="1056769" y="2586366"/>
                  </a:lnTo>
                  <a:lnTo>
                    <a:pt x="1057584" y="2626455"/>
                  </a:lnTo>
                  <a:lnTo>
                    <a:pt x="1058399" y="2690641"/>
                  </a:lnTo>
                  <a:lnTo>
                    <a:pt x="1059214" y="2715024"/>
                  </a:lnTo>
                  <a:lnTo>
                    <a:pt x="1060028" y="2769955"/>
                  </a:lnTo>
                  <a:lnTo>
                    <a:pt x="1060843" y="2800157"/>
                  </a:lnTo>
                  <a:lnTo>
                    <a:pt x="1061658" y="2866945"/>
                  </a:lnTo>
                  <a:lnTo>
                    <a:pt x="1062473" y="2900493"/>
                  </a:lnTo>
                  <a:lnTo>
                    <a:pt x="1063287" y="2879932"/>
                  </a:lnTo>
                  <a:lnTo>
                    <a:pt x="1064102" y="2924242"/>
                  </a:lnTo>
                  <a:lnTo>
                    <a:pt x="1064917" y="2971978"/>
                  </a:lnTo>
                  <a:lnTo>
                    <a:pt x="1065732" y="3058943"/>
                  </a:lnTo>
                  <a:lnTo>
                    <a:pt x="1066547" y="3115781"/>
                  </a:lnTo>
                  <a:lnTo>
                    <a:pt x="1067361" y="3116972"/>
                  </a:lnTo>
                  <a:lnTo>
                    <a:pt x="1067361" y="3116972"/>
                  </a:lnTo>
                  <a:lnTo>
                    <a:pt x="1068176" y="3116972"/>
                  </a:lnTo>
                  <a:lnTo>
                    <a:pt x="1068991" y="3116972"/>
                  </a:lnTo>
                  <a:lnTo>
                    <a:pt x="1069806" y="3116972"/>
                  </a:lnTo>
                  <a:lnTo>
                    <a:pt x="1070620" y="3116972"/>
                  </a:lnTo>
                  <a:lnTo>
                    <a:pt x="1071435" y="3116972"/>
                  </a:lnTo>
                  <a:lnTo>
                    <a:pt x="1072250" y="3116972"/>
                  </a:lnTo>
                  <a:lnTo>
                    <a:pt x="1073065" y="3116972"/>
                  </a:lnTo>
                  <a:lnTo>
                    <a:pt x="1073880" y="3116972"/>
                  </a:lnTo>
                  <a:lnTo>
                    <a:pt x="1074694" y="3079434"/>
                  </a:lnTo>
                  <a:lnTo>
                    <a:pt x="1075509" y="3058242"/>
                  </a:lnTo>
                  <a:lnTo>
                    <a:pt x="1076324" y="3058242"/>
                  </a:lnTo>
                  <a:lnTo>
                    <a:pt x="1077139" y="3057034"/>
                  </a:lnTo>
                  <a:lnTo>
                    <a:pt x="1077954" y="3011885"/>
                  </a:lnTo>
                  <a:lnTo>
                    <a:pt x="1078768" y="2986030"/>
                  </a:lnTo>
                  <a:lnTo>
                    <a:pt x="1079583" y="2982447"/>
                  </a:lnTo>
                  <a:lnTo>
                    <a:pt x="1080398" y="2923992"/>
                  </a:lnTo>
                  <a:lnTo>
                    <a:pt x="1081213" y="2889964"/>
                  </a:lnTo>
                  <a:lnTo>
                    <a:pt x="1082027" y="2853063"/>
                  </a:lnTo>
                  <a:lnTo>
                    <a:pt x="1082842" y="2855724"/>
                  </a:lnTo>
                  <a:lnTo>
                    <a:pt x="1083657" y="2863082"/>
                  </a:lnTo>
                  <a:lnTo>
                    <a:pt x="1084472" y="2807089"/>
                  </a:lnTo>
                  <a:lnTo>
                    <a:pt x="1085287" y="2893944"/>
                  </a:lnTo>
                  <a:lnTo>
                    <a:pt x="1086101" y="2976861"/>
                  </a:lnTo>
                  <a:lnTo>
                    <a:pt x="1086916" y="3014967"/>
                  </a:lnTo>
                  <a:lnTo>
                    <a:pt x="1087731" y="3057454"/>
                  </a:lnTo>
                  <a:lnTo>
                    <a:pt x="1088546" y="3075952"/>
                  </a:lnTo>
                  <a:lnTo>
                    <a:pt x="1089360" y="3100903"/>
                  </a:lnTo>
                  <a:lnTo>
                    <a:pt x="1090175" y="3026137"/>
                  </a:lnTo>
                  <a:lnTo>
                    <a:pt x="1090990" y="2963622"/>
                  </a:lnTo>
                  <a:lnTo>
                    <a:pt x="1091805" y="2963623"/>
                  </a:lnTo>
                  <a:lnTo>
                    <a:pt x="1092620" y="2963623"/>
                  </a:lnTo>
                  <a:lnTo>
                    <a:pt x="1093434" y="2963624"/>
                  </a:lnTo>
                  <a:lnTo>
                    <a:pt x="1094249" y="2998248"/>
                  </a:lnTo>
                  <a:lnTo>
                    <a:pt x="1095064" y="3044613"/>
                  </a:lnTo>
                  <a:lnTo>
                    <a:pt x="1095879" y="3058242"/>
                  </a:lnTo>
                  <a:lnTo>
                    <a:pt x="1096693" y="3058242"/>
                  </a:lnTo>
                  <a:lnTo>
                    <a:pt x="1097508" y="3058242"/>
                  </a:lnTo>
                  <a:lnTo>
                    <a:pt x="1098323" y="3077129"/>
                  </a:lnTo>
                  <a:lnTo>
                    <a:pt x="1099138" y="3072930"/>
                  </a:lnTo>
                  <a:lnTo>
                    <a:pt x="1099953" y="3011385"/>
                  </a:lnTo>
                  <a:lnTo>
                    <a:pt x="1100767" y="3011449"/>
                  </a:lnTo>
                  <a:lnTo>
                    <a:pt x="1101582" y="3001437"/>
                  </a:lnTo>
                  <a:lnTo>
                    <a:pt x="1102397" y="3021931"/>
                  </a:lnTo>
                  <a:lnTo>
                    <a:pt x="1103212" y="3043084"/>
                  </a:lnTo>
                  <a:lnTo>
                    <a:pt x="1104026" y="3078090"/>
                  </a:lnTo>
                  <a:lnTo>
                    <a:pt x="1104841" y="3116972"/>
                  </a:lnTo>
                  <a:lnTo>
                    <a:pt x="1104841" y="3116972"/>
                  </a:lnTo>
                  <a:lnTo>
                    <a:pt x="1105656" y="3116972"/>
                  </a:lnTo>
                  <a:lnTo>
                    <a:pt x="1106471" y="3111906"/>
                  </a:lnTo>
                  <a:lnTo>
                    <a:pt x="1107286" y="3017641"/>
                  </a:lnTo>
                  <a:lnTo>
                    <a:pt x="1108100" y="2921013"/>
                  </a:lnTo>
                  <a:lnTo>
                    <a:pt x="1108915" y="2878187"/>
                  </a:lnTo>
                  <a:lnTo>
                    <a:pt x="1109730" y="2878188"/>
                  </a:lnTo>
                  <a:lnTo>
                    <a:pt x="1110545" y="2878189"/>
                  </a:lnTo>
                  <a:lnTo>
                    <a:pt x="1111359" y="2887981"/>
                  </a:lnTo>
                  <a:lnTo>
                    <a:pt x="1112174" y="2911816"/>
                  </a:lnTo>
                  <a:lnTo>
                    <a:pt x="1112989" y="2895167"/>
                  </a:lnTo>
                  <a:lnTo>
                    <a:pt x="1113804" y="2810333"/>
                  </a:lnTo>
                  <a:lnTo>
                    <a:pt x="1114619" y="2708676"/>
                  </a:lnTo>
                  <a:lnTo>
                    <a:pt x="1115433" y="2645735"/>
                  </a:lnTo>
                  <a:lnTo>
                    <a:pt x="1116248" y="2655440"/>
                  </a:lnTo>
                  <a:lnTo>
                    <a:pt x="1117063" y="2705380"/>
                  </a:lnTo>
                  <a:lnTo>
                    <a:pt x="1117878" y="2787692"/>
                  </a:lnTo>
                  <a:lnTo>
                    <a:pt x="1118693" y="2960162"/>
                  </a:lnTo>
                  <a:lnTo>
                    <a:pt x="1119507" y="3116972"/>
                  </a:lnTo>
                  <a:lnTo>
                    <a:pt x="1119507" y="3116972"/>
                  </a:lnTo>
                  <a:lnTo>
                    <a:pt x="1120322" y="3116972"/>
                  </a:lnTo>
                  <a:lnTo>
                    <a:pt x="1121137" y="3116357"/>
                  </a:lnTo>
                  <a:lnTo>
                    <a:pt x="1121952" y="3067817"/>
                  </a:lnTo>
                  <a:lnTo>
                    <a:pt x="1122766" y="3050270"/>
                  </a:lnTo>
                  <a:lnTo>
                    <a:pt x="1123581" y="2965101"/>
                  </a:lnTo>
                  <a:lnTo>
                    <a:pt x="1124396" y="2848412"/>
                  </a:lnTo>
                  <a:lnTo>
                    <a:pt x="1125211" y="2819128"/>
                  </a:lnTo>
                  <a:lnTo>
                    <a:pt x="1126026" y="2820914"/>
                  </a:lnTo>
                  <a:lnTo>
                    <a:pt x="1126840" y="2791633"/>
                  </a:lnTo>
                  <a:lnTo>
                    <a:pt x="1127655" y="2800104"/>
                  </a:lnTo>
                  <a:lnTo>
                    <a:pt x="1128470" y="2809660"/>
                  </a:lnTo>
                  <a:lnTo>
                    <a:pt x="1129285" y="2866494"/>
                  </a:lnTo>
                  <a:lnTo>
                    <a:pt x="1130099" y="2883559"/>
                  </a:lnTo>
                  <a:lnTo>
                    <a:pt x="1130914" y="2856978"/>
                  </a:lnTo>
                  <a:lnTo>
                    <a:pt x="1131729" y="2875454"/>
                  </a:lnTo>
                  <a:lnTo>
                    <a:pt x="1132544" y="2866825"/>
                  </a:lnTo>
                  <a:lnTo>
                    <a:pt x="1133359" y="2866827"/>
                  </a:lnTo>
                  <a:lnTo>
                    <a:pt x="1134173" y="2854001"/>
                  </a:lnTo>
                  <a:lnTo>
                    <a:pt x="1134988" y="2875045"/>
                  </a:lnTo>
                  <a:lnTo>
                    <a:pt x="1135803" y="2990272"/>
                  </a:lnTo>
                  <a:lnTo>
                    <a:pt x="1136618" y="3041142"/>
                  </a:lnTo>
                  <a:lnTo>
                    <a:pt x="1137432" y="3006738"/>
                  </a:lnTo>
                  <a:lnTo>
                    <a:pt x="1138247" y="2967613"/>
                  </a:lnTo>
                  <a:lnTo>
                    <a:pt x="1139062" y="2953466"/>
                  </a:lnTo>
                  <a:lnTo>
                    <a:pt x="1139877" y="2896477"/>
                  </a:lnTo>
                  <a:lnTo>
                    <a:pt x="1140692" y="2807421"/>
                  </a:lnTo>
                  <a:lnTo>
                    <a:pt x="1141506" y="2760603"/>
                  </a:lnTo>
                  <a:lnTo>
                    <a:pt x="1142321" y="2723002"/>
                  </a:lnTo>
                  <a:lnTo>
                    <a:pt x="1143136" y="2693160"/>
                  </a:lnTo>
                  <a:lnTo>
                    <a:pt x="1143951" y="2582707"/>
                  </a:lnTo>
                  <a:lnTo>
                    <a:pt x="1144765" y="2488627"/>
                  </a:lnTo>
                  <a:lnTo>
                    <a:pt x="1145580" y="2454417"/>
                  </a:lnTo>
                  <a:lnTo>
                    <a:pt x="1146395" y="2440271"/>
                  </a:lnTo>
                  <a:lnTo>
                    <a:pt x="1147210" y="2488547"/>
                  </a:lnTo>
                  <a:lnTo>
                    <a:pt x="1148025" y="2508953"/>
                  </a:lnTo>
                  <a:lnTo>
                    <a:pt x="1148839" y="2540195"/>
                  </a:lnTo>
                  <a:lnTo>
                    <a:pt x="1149654" y="2582352"/>
                  </a:lnTo>
                  <a:lnTo>
                    <a:pt x="1150469" y="2580296"/>
                  </a:lnTo>
                  <a:lnTo>
                    <a:pt x="1151284" y="2512055"/>
                  </a:lnTo>
                  <a:lnTo>
                    <a:pt x="1152098" y="2504598"/>
                  </a:lnTo>
                  <a:lnTo>
                    <a:pt x="1152913" y="2560381"/>
                  </a:lnTo>
                  <a:lnTo>
                    <a:pt x="1153728" y="2627370"/>
                  </a:lnTo>
                  <a:lnTo>
                    <a:pt x="1154543" y="2593007"/>
                  </a:lnTo>
                  <a:lnTo>
                    <a:pt x="1155358" y="2618060"/>
                  </a:lnTo>
                  <a:lnTo>
                    <a:pt x="1156172" y="2652659"/>
                  </a:lnTo>
                  <a:lnTo>
                    <a:pt x="1156987" y="2525007"/>
                  </a:lnTo>
                  <a:lnTo>
                    <a:pt x="1157802" y="2379704"/>
                  </a:lnTo>
                  <a:lnTo>
                    <a:pt x="1158617" y="2307224"/>
                  </a:lnTo>
                  <a:lnTo>
                    <a:pt x="1159432" y="2426228"/>
                  </a:lnTo>
                  <a:lnTo>
                    <a:pt x="1160246" y="2477721"/>
                  </a:lnTo>
                  <a:lnTo>
                    <a:pt x="1161061" y="2501032"/>
                  </a:lnTo>
                  <a:lnTo>
                    <a:pt x="1161876" y="2553623"/>
                  </a:lnTo>
                  <a:lnTo>
                    <a:pt x="1162691" y="2647434"/>
                  </a:lnTo>
                  <a:lnTo>
                    <a:pt x="1163505" y="2714645"/>
                  </a:lnTo>
                  <a:lnTo>
                    <a:pt x="1164320" y="2688538"/>
                  </a:lnTo>
                  <a:lnTo>
                    <a:pt x="1165135" y="2677722"/>
                  </a:lnTo>
                  <a:lnTo>
                    <a:pt x="1165950" y="2745632"/>
                  </a:lnTo>
                  <a:lnTo>
                    <a:pt x="1166765" y="2893332"/>
                  </a:lnTo>
                  <a:lnTo>
                    <a:pt x="1167579" y="2909977"/>
                  </a:lnTo>
                  <a:lnTo>
                    <a:pt x="1168394" y="2880203"/>
                  </a:lnTo>
                  <a:lnTo>
                    <a:pt x="1169209" y="2864779"/>
                  </a:lnTo>
                  <a:lnTo>
                    <a:pt x="1170024" y="2881798"/>
                  </a:lnTo>
                  <a:lnTo>
                    <a:pt x="1170838" y="2881420"/>
                  </a:lnTo>
                  <a:lnTo>
                    <a:pt x="1171653" y="2769827"/>
                  </a:lnTo>
                  <a:lnTo>
                    <a:pt x="1172468" y="2650347"/>
                  </a:lnTo>
                  <a:lnTo>
                    <a:pt x="1173283" y="2577411"/>
                  </a:lnTo>
                  <a:lnTo>
                    <a:pt x="1174098" y="2579765"/>
                  </a:lnTo>
                  <a:lnTo>
                    <a:pt x="1174912" y="2529863"/>
                  </a:lnTo>
                  <a:lnTo>
                    <a:pt x="1175727" y="2450462"/>
                  </a:lnTo>
                  <a:lnTo>
                    <a:pt x="1176542" y="2510871"/>
                  </a:lnTo>
                  <a:lnTo>
                    <a:pt x="1177357" y="2614772"/>
                  </a:lnTo>
                  <a:lnTo>
                    <a:pt x="1178171" y="2623005"/>
                  </a:lnTo>
                  <a:lnTo>
                    <a:pt x="1178986" y="2501949"/>
                  </a:lnTo>
                  <a:lnTo>
                    <a:pt x="1179801" y="2406111"/>
                  </a:lnTo>
                  <a:lnTo>
                    <a:pt x="1180616" y="2385986"/>
                  </a:lnTo>
                  <a:lnTo>
                    <a:pt x="1181431" y="2347607"/>
                  </a:lnTo>
                  <a:lnTo>
                    <a:pt x="1182245" y="2253446"/>
                  </a:lnTo>
                  <a:lnTo>
                    <a:pt x="1183060" y="2256507"/>
                  </a:lnTo>
                  <a:lnTo>
                    <a:pt x="1183875" y="2276943"/>
                  </a:lnTo>
                  <a:lnTo>
                    <a:pt x="1184690" y="2335303"/>
                  </a:lnTo>
                  <a:lnTo>
                    <a:pt x="1185504" y="2399876"/>
                  </a:lnTo>
                  <a:lnTo>
                    <a:pt x="1186319" y="2444064"/>
                  </a:lnTo>
                  <a:lnTo>
                    <a:pt x="1187134" y="2505474"/>
                  </a:lnTo>
                  <a:lnTo>
                    <a:pt x="1187949" y="2506459"/>
                  </a:lnTo>
                  <a:lnTo>
                    <a:pt x="1188764" y="2584483"/>
                  </a:lnTo>
                  <a:lnTo>
                    <a:pt x="1189578" y="2603242"/>
                  </a:lnTo>
                  <a:lnTo>
                    <a:pt x="1190393" y="2550884"/>
                  </a:lnTo>
                  <a:lnTo>
                    <a:pt x="1191208" y="2495915"/>
                  </a:lnTo>
                  <a:lnTo>
                    <a:pt x="1192023" y="2536288"/>
                  </a:lnTo>
                  <a:lnTo>
                    <a:pt x="1192837" y="2519351"/>
                  </a:lnTo>
                  <a:lnTo>
                    <a:pt x="1193652" y="2425251"/>
                  </a:lnTo>
                  <a:lnTo>
                    <a:pt x="1194467" y="2419808"/>
                  </a:lnTo>
                  <a:lnTo>
                    <a:pt x="1195282" y="2395992"/>
                  </a:lnTo>
                  <a:lnTo>
                    <a:pt x="1196097" y="2246059"/>
                  </a:lnTo>
                  <a:lnTo>
                    <a:pt x="1196911" y="2045380"/>
                  </a:lnTo>
                  <a:lnTo>
                    <a:pt x="1197726" y="1946462"/>
                  </a:lnTo>
                  <a:lnTo>
                    <a:pt x="1198541" y="1941327"/>
                  </a:lnTo>
                  <a:lnTo>
                    <a:pt x="1199356" y="1853292"/>
                  </a:lnTo>
                  <a:lnTo>
                    <a:pt x="1200171" y="1843161"/>
                  </a:lnTo>
                  <a:lnTo>
                    <a:pt x="1200985" y="2003043"/>
                  </a:lnTo>
                  <a:lnTo>
                    <a:pt x="1201800" y="2171115"/>
                  </a:lnTo>
                  <a:lnTo>
                    <a:pt x="1202615" y="2274783"/>
                  </a:lnTo>
                  <a:lnTo>
                    <a:pt x="1203430" y="2252436"/>
                  </a:lnTo>
                  <a:lnTo>
                    <a:pt x="1204244" y="2307077"/>
                  </a:lnTo>
                  <a:lnTo>
                    <a:pt x="1205059" y="2336806"/>
                  </a:lnTo>
                  <a:lnTo>
                    <a:pt x="1205874" y="2355847"/>
                  </a:lnTo>
                  <a:lnTo>
                    <a:pt x="1206689" y="2344861"/>
                  </a:lnTo>
                  <a:lnTo>
                    <a:pt x="1207504" y="2301723"/>
                  </a:lnTo>
                  <a:lnTo>
                    <a:pt x="1208318" y="2326777"/>
                  </a:lnTo>
                  <a:lnTo>
                    <a:pt x="1209133" y="2338937"/>
                  </a:lnTo>
                  <a:lnTo>
                    <a:pt x="1209948" y="2349856"/>
                  </a:lnTo>
                  <a:lnTo>
                    <a:pt x="1210763" y="2321880"/>
                  </a:lnTo>
                  <a:lnTo>
                    <a:pt x="1211577" y="2353044"/>
                  </a:lnTo>
                  <a:lnTo>
                    <a:pt x="1212392" y="2536125"/>
                  </a:lnTo>
                  <a:lnTo>
                    <a:pt x="1213207" y="2696320"/>
                  </a:lnTo>
                  <a:lnTo>
                    <a:pt x="1214022" y="2794464"/>
                  </a:lnTo>
                  <a:lnTo>
                    <a:pt x="1214837" y="2772816"/>
                  </a:lnTo>
                  <a:lnTo>
                    <a:pt x="1215651" y="2577678"/>
                  </a:lnTo>
                  <a:lnTo>
                    <a:pt x="1216466" y="2343828"/>
                  </a:lnTo>
                  <a:lnTo>
                    <a:pt x="1217281" y="2159505"/>
                  </a:lnTo>
                  <a:lnTo>
                    <a:pt x="1218096" y="2081304"/>
                  </a:lnTo>
                  <a:lnTo>
                    <a:pt x="1218910" y="2057060"/>
                  </a:lnTo>
                  <a:lnTo>
                    <a:pt x="1219725" y="2142152"/>
                  </a:lnTo>
                  <a:lnTo>
                    <a:pt x="1220540" y="2389384"/>
                  </a:lnTo>
                  <a:lnTo>
                    <a:pt x="1221355" y="2637615"/>
                  </a:lnTo>
                  <a:lnTo>
                    <a:pt x="1222170" y="2776707"/>
                  </a:lnTo>
                  <a:lnTo>
                    <a:pt x="1222984" y="2847752"/>
                  </a:lnTo>
                  <a:lnTo>
                    <a:pt x="1223799" y="2836744"/>
                  </a:lnTo>
                  <a:lnTo>
                    <a:pt x="1224614" y="2769687"/>
                  </a:lnTo>
                  <a:lnTo>
                    <a:pt x="1225429" y="2742950"/>
                  </a:lnTo>
                  <a:lnTo>
                    <a:pt x="1226243" y="2753636"/>
                  </a:lnTo>
                  <a:lnTo>
                    <a:pt x="1227058" y="2778597"/>
                  </a:lnTo>
                  <a:lnTo>
                    <a:pt x="1227873" y="2824390"/>
                  </a:lnTo>
                  <a:lnTo>
                    <a:pt x="1228688" y="2828893"/>
                  </a:lnTo>
                  <a:lnTo>
                    <a:pt x="1229503" y="2896767"/>
                  </a:lnTo>
                  <a:lnTo>
                    <a:pt x="1230317" y="2856134"/>
                  </a:lnTo>
                  <a:lnTo>
                    <a:pt x="1231132" y="2817337"/>
                  </a:lnTo>
                  <a:lnTo>
                    <a:pt x="1231947" y="2847509"/>
                  </a:lnTo>
                  <a:lnTo>
                    <a:pt x="1232762" y="2853226"/>
                  </a:lnTo>
                  <a:lnTo>
                    <a:pt x="1233576" y="2774105"/>
                  </a:lnTo>
                  <a:lnTo>
                    <a:pt x="1234391" y="2504157"/>
                  </a:lnTo>
                  <a:lnTo>
                    <a:pt x="1235206" y="2342744"/>
                  </a:lnTo>
                  <a:lnTo>
                    <a:pt x="1236021" y="2197211"/>
                  </a:lnTo>
                  <a:lnTo>
                    <a:pt x="1236836" y="1950141"/>
                  </a:lnTo>
                  <a:lnTo>
                    <a:pt x="1237650" y="1798757"/>
                  </a:lnTo>
                  <a:lnTo>
                    <a:pt x="1238465" y="1930091"/>
                  </a:lnTo>
                  <a:lnTo>
                    <a:pt x="1239280" y="2228625"/>
                  </a:lnTo>
                  <a:lnTo>
                    <a:pt x="1240095" y="2471822"/>
                  </a:lnTo>
                  <a:lnTo>
                    <a:pt x="1240910" y="2679089"/>
                  </a:lnTo>
                  <a:lnTo>
                    <a:pt x="1241724" y="2909383"/>
                  </a:lnTo>
                  <a:lnTo>
                    <a:pt x="1242539" y="3030001"/>
                  </a:lnTo>
                  <a:lnTo>
                    <a:pt x="1243354" y="3024239"/>
                  </a:lnTo>
                  <a:lnTo>
                    <a:pt x="1244169" y="3024072"/>
                  </a:lnTo>
                  <a:lnTo>
                    <a:pt x="1244983" y="2981311"/>
                  </a:lnTo>
                  <a:lnTo>
                    <a:pt x="1245798" y="2944019"/>
                  </a:lnTo>
                  <a:lnTo>
                    <a:pt x="1246613" y="2940952"/>
                  </a:lnTo>
                  <a:lnTo>
                    <a:pt x="1247428" y="2909295"/>
                  </a:lnTo>
                  <a:lnTo>
                    <a:pt x="1248243" y="2883808"/>
                  </a:lnTo>
                  <a:lnTo>
                    <a:pt x="1249057" y="2803592"/>
                  </a:lnTo>
                  <a:lnTo>
                    <a:pt x="1249872" y="2745615"/>
                  </a:lnTo>
                  <a:lnTo>
                    <a:pt x="1250687" y="2672095"/>
                  </a:lnTo>
                  <a:lnTo>
                    <a:pt x="1251502" y="2568124"/>
                  </a:lnTo>
                  <a:lnTo>
                    <a:pt x="1252316" y="2524646"/>
                  </a:lnTo>
                  <a:lnTo>
                    <a:pt x="1253131" y="2520631"/>
                  </a:lnTo>
                  <a:lnTo>
                    <a:pt x="1253946" y="2528762"/>
                  </a:lnTo>
                  <a:lnTo>
                    <a:pt x="1254761" y="2565384"/>
                  </a:lnTo>
                  <a:lnTo>
                    <a:pt x="1255576" y="2649965"/>
                  </a:lnTo>
                  <a:lnTo>
                    <a:pt x="1256390" y="2758200"/>
                  </a:lnTo>
                  <a:lnTo>
                    <a:pt x="1257205" y="2842125"/>
                  </a:lnTo>
                  <a:lnTo>
                    <a:pt x="1258020" y="2875322"/>
                  </a:lnTo>
                  <a:lnTo>
                    <a:pt x="1258835" y="2887192"/>
                  </a:lnTo>
                  <a:lnTo>
                    <a:pt x="1259649" y="2940346"/>
                  </a:lnTo>
                  <a:lnTo>
                    <a:pt x="1260464" y="2966575"/>
                  </a:lnTo>
                  <a:lnTo>
                    <a:pt x="1261279" y="2907077"/>
                  </a:lnTo>
                  <a:lnTo>
                    <a:pt x="1262094" y="2822215"/>
                  </a:lnTo>
                  <a:lnTo>
                    <a:pt x="1262909" y="2811117"/>
                  </a:lnTo>
                  <a:lnTo>
                    <a:pt x="1263723" y="2826749"/>
                  </a:lnTo>
                  <a:lnTo>
                    <a:pt x="1264538" y="2741983"/>
                  </a:lnTo>
                  <a:lnTo>
                    <a:pt x="1265353" y="2711061"/>
                  </a:lnTo>
                  <a:lnTo>
                    <a:pt x="1266168" y="2716096"/>
                  </a:lnTo>
                  <a:lnTo>
                    <a:pt x="1266982" y="2695937"/>
                  </a:lnTo>
                  <a:lnTo>
                    <a:pt x="1267797" y="2705980"/>
                  </a:lnTo>
                  <a:lnTo>
                    <a:pt x="1268612" y="2824700"/>
                  </a:lnTo>
                  <a:lnTo>
                    <a:pt x="1269427" y="2956412"/>
                  </a:lnTo>
                  <a:lnTo>
                    <a:pt x="1270242" y="2988371"/>
                  </a:lnTo>
                  <a:lnTo>
                    <a:pt x="1271056" y="2971525"/>
                  </a:lnTo>
                  <a:lnTo>
                    <a:pt x="1271871" y="3016465"/>
                  </a:lnTo>
                  <a:lnTo>
                    <a:pt x="1272686" y="3021320"/>
                  </a:lnTo>
                  <a:lnTo>
                    <a:pt x="1273501" y="2947346"/>
                  </a:lnTo>
                  <a:lnTo>
                    <a:pt x="1274315" y="2911368"/>
                  </a:lnTo>
                  <a:lnTo>
                    <a:pt x="1275130" y="2910331"/>
                  </a:lnTo>
                  <a:lnTo>
                    <a:pt x="1275945" y="2981641"/>
                  </a:lnTo>
                  <a:lnTo>
                    <a:pt x="1276760" y="3041719"/>
                  </a:lnTo>
                  <a:lnTo>
                    <a:pt x="1277575" y="3058242"/>
                  </a:lnTo>
                  <a:lnTo>
                    <a:pt x="1278389" y="3037149"/>
                  </a:lnTo>
                  <a:lnTo>
                    <a:pt x="1279204" y="2966180"/>
                  </a:lnTo>
                  <a:lnTo>
                    <a:pt x="1280019" y="2849486"/>
                  </a:lnTo>
                  <a:lnTo>
                    <a:pt x="1280834" y="2664413"/>
                  </a:lnTo>
                  <a:lnTo>
                    <a:pt x="1281649" y="2524129"/>
                  </a:lnTo>
                  <a:lnTo>
                    <a:pt x="1282463" y="2390667"/>
                  </a:lnTo>
                  <a:lnTo>
                    <a:pt x="1283278" y="2374411"/>
                  </a:lnTo>
                  <a:lnTo>
                    <a:pt x="1284093" y="2370778"/>
                  </a:lnTo>
                  <a:lnTo>
                    <a:pt x="1284908" y="2437571"/>
                  </a:lnTo>
                  <a:lnTo>
                    <a:pt x="1285722" y="2601427"/>
                  </a:lnTo>
                  <a:lnTo>
                    <a:pt x="1286537" y="2688986"/>
                  </a:lnTo>
                  <a:lnTo>
                    <a:pt x="1287352" y="2745902"/>
                  </a:lnTo>
                  <a:lnTo>
                    <a:pt x="1288167" y="2684879"/>
                  </a:lnTo>
                  <a:lnTo>
                    <a:pt x="1288982" y="2703167"/>
                  </a:lnTo>
                  <a:lnTo>
                    <a:pt x="1289796" y="2710948"/>
                  </a:lnTo>
                  <a:lnTo>
                    <a:pt x="1290611" y="2609217"/>
                  </a:lnTo>
                  <a:lnTo>
                    <a:pt x="1291426" y="2571634"/>
                  </a:lnTo>
                  <a:lnTo>
                    <a:pt x="1292241" y="2562827"/>
                  </a:lnTo>
                  <a:lnTo>
                    <a:pt x="1293055" y="2562111"/>
                  </a:lnTo>
                  <a:lnTo>
                    <a:pt x="1293870" y="2587678"/>
                  </a:lnTo>
                  <a:lnTo>
                    <a:pt x="1294685" y="2622465"/>
                  </a:lnTo>
                  <a:lnTo>
                    <a:pt x="1295500" y="2705669"/>
                  </a:lnTo>
                  <a:lnTo>
                    <a:pt x="1296315" y="2743202"/>
                  </a:lnTo>
                  <a:lnTo>
                    <a:pt x="1297129" y="2815387"/>
                  </a:lnTo>
                  <a:lnTo>
                    <a:pt x="1297944" y="2914474"/>
                  </a:lnTo>
                  <a:lnTo>
                    <a:pt x="1298759" y="2945221"/>
                  </a:lnTo>
                  <a:lnTo>
                    <a:pt x="1299574" y="2952553"/>
                  </a:lnTo>
                  <a:lnTo>
                    <a:pt x="1300388" y="3005602"/>
                  </a:lnTo>
                  <a:lnTo>
                    <a:pt x="1301203" y="3006871"/>
                  </a:lnTo>
                  <a:lnTo>
                    <a:pt x="1302018" y="2865581"/>
                  </a:lnTo>
                  <a:lnTo>
                    <a:pt x="1302833" y="2704352"/>
                  </a:lnTo>
                  <a:lnTo>
                    <a:pt x="1303648" y="2600324"/>
                  </a:lnTo>
                  <a:lnTo>
                    <a:pt x="1304462" y="2452343"/>
                  </a:lnTo>
                  <a:lnTo>
                    <a:pt x="1305277" y="2274713"/>
                  </a:lnTo>
                  <a:lnTo>
                    <a:pt x="1306092" y="2168021"/>
                  </a:lnTo>
                  <a:lnTo>
                    <a:pt x="1306907" y="2231004"/>
                  </a:lnTo>
                  <a:lnTo>
                    <a:pt x="1307721" y="2236261"/>
                  </a:lnTo>
                  <a:lnTo>
                    <a:pt x="1308536" y="2178121"/>
                  </a:lnTo>
                  <a:lnTo>
                    <a:pt x="1309351" y="2270141"/>
                  </a:lnTo>
                  <a:lnTo>
                    <a:pt x="1310166" y="2402111"/>
                  </a:lnTo>
                  <a:lnTo>
                    <a:pt x="1310981" y="2547977"/>
                  </a:lnTo>
                  <a:lnTo>
                    <a:pt x="1311795" y="2602988"/>
                  </a:lnTo>
                  <a:lnTo>
                    <a:pt x="1312610" y="2649510"/>
                  </a:lnTo>
                  <a:lnTo>
                    <a:pt x="1313425" y="2685441"/>
                  </a:lnTo>
                  <a:lnTo>
                    <a:pt x="1314240" y="2651985"/>
                  </a:lnTo>
                  <a:lnTo>
                    <a:pt x="1315055" y="2583884"/>
                  </a:lnTo>
                  <a:lnTo>
                    <a:pt x="1315869" y="2534129"/>
                  </a:lnTo>
                  <a:lnTo>
                    <a:pt x="1316684" y="2507916"/>
                  </a:lnTo>
                  <a:lnTo>
                    <a:pt x="1317499" y="2481957"/>
                  </a:lnTo>
                  <a:lnTo>
                    <a:pt x="1318314" y="2440915"/>
                  </a:lnTo>
                  <a:lnTo>
                    <a:pt x="1319128" y="2387584"/>
                  </a:lnTo>
                  <a:lnTo>
                    <a:pt x="1319943" y="2354156"/>
                  </a:lnTo>
                  <a:lnTo>
                    <a:pt x="1320758" y="2214341"/>
                  </a:lnTo>
                  <a:lnTo>
                    <a:pt x="1321573" y="2110204"/>
                  </a:lnTo>
                  <a:lnTo>
                    <a:pt x="1322388" y="2149225"/>
                  </a:lnTo>
                  <a:lnTo>
                    <a:pt x="1323202" y="2255762"/>
                  </a:lnTo>
                  <a:lnTo>
                    <a:pt x="1324017" y="2306537"/>
                  </a:lnTo>
                  <a:lnTo>
                    <a:pt x="1324832" y="2400888"/>
                  </a:lnTo>
                  <a:lnTo>
                    <a:pt x="1325647" y="2569904"/>
                  </a:lnTo>
                  <a:lnTo>
                    <a:pt x="1326461" y="2647690"/>
                  </a:lnTo>
                  <a:lnTo>
                    <a:pt x="1327276" y="2721241"/>
                  </a:lnTo>
                  <a:lnTo>
                    <a:pt x="1328091" y="2781293"/>
                  </a:lnTo>
                  <a:lnTo>
                    <a:pt x="1328906" y="2772031"/>
                  </a:lnTo>
                  <a:lnTo>
                    <a:pt x="1329721" y="2666031"/>
                  </a:lnTo>
                  <a:lnTo>
                    <a:pt x="1330535" y="2601245"/>
                  </a:lnTo>
                  <a:lnTo>
                    <a:pt x="1331350" y="2602769"/>
                  </a:lnTo>
                  <a:lnTo>
                    <a:pt x="1332165" y="2540273"/>
                  </a:lnTo>
                  <a:lnTo>
                    <a:pt x="1332980" y="2456082"/>
                  </a:lnTo>
                  <a:lnTo>
                    <a:pt x="1333794" y="2517219"/>
                  </a:lnTo>
                  <a:lnTo>
                    <a:pt x="1334609" y="2592409"/>
                  </a:lnTo>
                  <a:lnTo>
                    <a:pt x="1335424" y="2568511"/>
                  </a:lnTo>
                  <a:lnTo>
                    <a:pt x="1336239" y="2553894"/>
                  </a:lnTo>
                  <a:lnTo>
                    <a:pt x="1337054" y="2593425"/>
                  </a:lnTo>
                  <a:lnTo>
                    <a:pt x="1337868" y="2617927"/>
                  </a:lnTo>
                  <a:lnTo>
                    <a:pt x="1338683" y="2649589"/>
                  </a:lnTo>
                  <a:lnTo>
                    <a:pt x="1339498" y="2719928"/>
                  </a:lnTo>
                  <a:lnTo>
                    <a:pt x="1340313" y="2822543"/>
                  </a:lnTo>
                  <a:lnTo>
                    <a:pt x="1341127" y="2850759"/>
                  </a:lnTo>
                  <a:lnTo>
                    <a:pt x="1341942" y="2828193"/>
                  </a:lnTo>
                  <a:lnTo>
                    <a:pt x="1342757" y="2832977"/>
                  </a:lnTo>
                  <a:lnTo>
                    <a:pt x="1343572" y="2725804"/>
                  </a:lnTo>
                  <a:lnTo>
                    <a:pt x="1344387" y="2664698"/>
                  </a:lnTo>
                  <a:lnTo>
                    <a:pt x="1345201" y="2723659"/>
                  </a:lnTo>
                  <a:lnTo>
                    <a:pt x="1346016" y="2832906"/>
                  </a:lnTo>
                  <a:lnTo>
                    <a:pt x="1346831" y="2901273"/>
                  </a:lnTo>
                  <a:lnTo>
                    <a:pt x="1347646" y="2936265"/>
                  </a:lnTo>
                  <a:lnTo>
                    <a:pt x="1348460" y="3005403"/>
                  </a:lnTo>
                  <a:lnTo>
                    <a:pt x="1349275" y="2997933"/>
                  </a:lnTo>
                  <a:lnTo>
                    <a:pt x="1350090" y="2865995"/>
                  </a:lnTo>
                  <a:lnTo>
                    <a:pt x="1350905" y="2769926"/>
                  </a:lnTo>
                  <a:lnTo>
                    <a:pt x="1351720" y="2696220"/>
                  </a:lnTo>
                  <a:lnTo>
                    <a:pt x="1352534" y="2627173"/>
                  </a:lnTo>
                  <a:lnTo>
                    <a:pt x="1353349" y="2647129"/>
                  </a:lnTo>
                  <a:lnTo>
                    <a:pt x="1354164" y="2715706"/>
                  </a:lnTo>
                  <a:lnTo>
                    <a:pt x="1354979" y="2787573"/>
                  </a:lnTo>
                  <a:lnTo>
                    <a:pt x="1355794" y="2822272"/>
                  </a:lnTo>
                  <a:lnTo>
                    <a:pt x="1356608" y="2893158"/>
                  </a:lnTo>
                  <a:lnTo>
                    <a:pt x="1357423" y="2936964"/>
                  </a:lnTo>
                  <a:lnTo>
                    <a:pt x="1358238" y="2951062"/>
                  </a:lnTo>
                  <a:lnTo>
                    <a:pt x="1359053" y="2985485"/>
                  </a:lnTo>
                  <a:lnTo>
                    <a:pt x="1359867" y="2989045"/>
                  </a:lnTo>
                  <a:lnTo>
                    <a:pt x="1360682" y="2959240"/>
                  </a:lnTo>
                  <a:lnTo>
                    <a:pt x="1361497" y="2945165"/>
                  </a:lnTo>
                  <a:lnTo>
                    <a:pt x="1362312" y="2986273"/>
                  </a:lnTo>
                  <a:lnTo>
                    <a:pt x="1363127" y="2945731"/>
                  </a:lnTo>
                  <a:lnTo>
                    <a:pt x="1363941" y="2852195"/>
                  </a:lnTo>
                  <a:lnTo>
                    <a:pt x="1364756" y="2820096"/>
                  </a:lnTo>
                  <a:lnTo>
                    <a:pt x="1365571" y="2859790"/>
                  </a:lnTo>
                  <a:lnTo>
                    <a:pt x="1366386" y="2864659"/>
                  </a:lnTo>
                  <a:lnTo>
                    <a:pt x="1367200" y="2789684"/>
                  </a:lnTo>
                  <a:lnTo>
                    <a:pt x="1368015" y="2777165"/>
                  </a:lnTo>
                  <a:lnTo>
                    <a:pt x="1368830" y="2817015"/>
                  </a:lnTo>
                  <a:lnTo>
                    <a:pt x="1369645" y="2865622"/>
                  </a:lnTo>
                  <a:lnTo>
                    <a:pt x="1370460" y="2864071"/>
                  </a:lnTo>
                  <a:lnTo>
                    <a:pt x="1371274" y="2753446"/>
                  </a:lnTo>
                  <a:lnTo>
                    <a:pt x="1372089" y="2598937"/>
                  </a:lnTo>
                  <a:lnTo>
                    <a:pt x="1372904" y="2439096"/>
                  </a:lnTo>
                  <a:lnTo>
                    <a:pt x="1373719" y="2356354"/>
                  </a:lnTo>
                  <a:lnTo>
                    <a:pt x="1374533" y="2341573"/>
                  </a:lnTo>
                  <a:lnTo>
                    <a:pt x="1375348" y="2359270"/>
                  </a:lnTo>
                  <a:lnTo>
                    <a:pt x="1376163" y="2441145"/>
                  </a:lnTo>
                  <a:lnTo>
                    <a:pt x="1376978" y="2647558"/>
                  </a:lnTo>
                  <a:lnTo>
                    <a:pt x="1377793" y="2811166"/>
                  </a:lnTo>
                  <a:lnTo>
                    <a:pt x="1378607" y="2734335"/>
                  </a:lnTo>
                  <a:lnTo>
                    <a:pt x="1379422" y="2618442"/>
                  </a:lnTo>
                  <a:lnTo>
                    <a:pt x="1380237" y="2557785"/>
                  </a:lnTo>
                  <a:lnTo>
                    <a:pt x="1381052" y="2555447"/>
                  </a:lnTo>
                  <a:lnTo>
                    <a:pt x="1381866" y="2481272"/>
                  </a:lnTo>
                  <a:lnTo>
                    <a:pt x="1382681" y="2329026"/>
                  </a:lnTo>
                  <a:lnTo>
                    <a:pt x="1383496" y="2380337"/>
                  </a:lnTo>
                  <a:lnTo>
                    <a:pt x="1384311" y="2454997"/>
                  </a:lnTo>
                  <a:lnTo>
                    <a:pt x="1385126" y="2402596"/>
                  </a:lnTo>
                  <a:lnTo>
                    <a:pt x="1385940" y="2345171"/>
                  </a:lnTo>
                  <a:lnTo>
                    <a:pt x="1386755" y="2324673"/>
                  </a:lnTo>
                  <a:lnTo>
                    <a:pt x="1387570" y="2402504"/>
                  </a:lnTo>
                  <a:lnTo>
                    <a:pt x="1388385" y="2303132"/>
                  </a:lnTo>
                  <a:lnTo>
                    <a:pt x="1389199" y="2119220"/>
                  </a:lnTo>
                  <a:lnTo>
                    <a:pt x="1390014" y="2077924"/>
                  </a:lnTo>
                  <a:lnTo>
                    <a:pt x="1390829" y="1993967"/>
                  </a:lnTo>
                  <a:lnTo>
                    <a:pt x="1391644" y="1996883"/>
                  </a:lnTo>
                  <a:lnTo>
                    <a:pt x="1392459" y="2086518"/>
                  </a:lnTo>
                  <a:lnTo>
                    <a:pt x="1393273" y="2236201"/>
                  </a:lnTo>
                  <a:lnTo>
                    <a:pt x="1394088" y="2325638"/>
                  </a:lnTo>
                  <a:lnTo>
                    <a:pt x="1394903" y="2365242"/>
                  </a:lnTo>
                  <a:lnTo>
                    <a:pt x="1395718" y="2475027"/>
                  </a:lnTo>
                  <a:lnTo>
                    <a:pt x="1396533" y="2433533"/>
                  </a:lnTo>
                  <a:lnTo>
                    <a:pt x="1397347" y="2322349"/>
                  </a:lnTo>
                  <a:lnTo>
                    <a:pt x="1398162" y="2300726"/>
                  </a:lnTo>
                  <a:lnTo>
                    <a:pt x="1398977" y="2351560"/>
                  </a:lnTo>
                  <a:lnTo>
                    <a:pt x="1399792" y="2381268"/>
                  </a:lnTo>
                  <a:lnTo>
                    <a:pt x="1400606" y="2367229"/>
                  </a:lnTo>
                  <a:lnTo>
                    <a:pt x="1401421" y="2459214"/>
                  </a:lnTo>
                  <a:lnTo>
                    <a:pt x="1402236" y="2607181"/>
                  </a:lnTo>
                  <a:lnTo>
                    <a:pt x="1403051" y="2694976"/>
                  </a:lnTo>
                  <a:lnTo>
                    <a:pt x="1403866" y="2713972"/>
                  </a:lnTo>
                  <a:lnTo>
                    <a:pt x="1404680" y="2650016"/>
                  </a:lnTo>
                  <a:lnTo>
                    <a:pt x="1405495" y="2609604"/>
                  </a:lnTo>
                  <a:lnTo>
                    <a:pt x="1406310" y="2516352"/>
                  </a:lnTo>
                  <a:lnTo>
                    <a:pt x="1407125" y="2337892"/>
                  </a:lnTo>
                  <a:lnTo>
                    <a:pt x="1407939" y="2247924"/>
                  </a:lnTo>
                  <a:lnTo>
                    <a:pt x="1408754" y="2329637"/>
                  </a:lnTo>
                  <a:lnTo>
                    <a:pt x="1409569" y="2443776"/>
                  </a:lnTo>
                  <a:lnTo>
                    <a:pt x="1410384" y="2517042"/>
                  </a:lnTo>
                  <a:lnTo>
                    <a:pt x="1411199" y="2659264"/>
                  </a:lnTo>
                  <a:lnTo>
                    <a:pt x="1412013" y="2847434"/>
                  </a:lnTo>
                  <a:lnTo>
                    <a:pt x="1412828" y="2948444"/>
                  </a:lnTo>
                  <a:lnTo>
                    <a:pt x="1413643" y="2947393"/>
                  </a:lnTo>
                  <a:lnTo>
                    <a:pt x="1414458" y="2982253"/>
                  </a:lnTo>
                  <a:lnTo>
                    <a:pt x="1415272" y="3024176"/>
                  </a:lnTo>
                  <a:lnTo>
                    <a:pt x="1416087" y="2998174"/>
                  </a:lnTo>
                  <a:lnTo>
                    <a:pt x="1416902" y="2982960"/>
                  </a:lnTo>
                  <a:lnTo>
                    <a:pt x="1417717" y="2958478"/>
                  </a:lnTo>
                  <a:lnTo>
                    <a:pt x="1418532" y="2947986"/>
                  </a:lnTo>
                  <a:lnTo>
                    <a:pt x="1419346" y="2947986"/>
                  </a:lnTo>
                  <a:lnTo>
                    <a:pt x="1420161" y="2961951"/>
                  </a:lnTo>
                  <a:lnTo>
                    <a:pt x="1420976" y="3004131"/>
                  </a:lnTo>
                  <a:lnTo>
                    <a:pt x="1421791" y="2960180"/>
                  </a:lnTo>
                  <a:lnTo>
                    <a:pt x="1422605" y="2956290"/>
                  </a:lnTo>
                  <a:lnTo>
                    <a:pt x="1423420" y="2966782"/>
                  </a:lnTo>
                  <a:lnTo>
                    <a:pt x="1424235" y="2966783"/>
                  </a:lnTo>
                  <a:lnTo>
                    <a:pt x="1425050" y="2966783"/>
                  </a:lnTo>
                  <a:lnTo>
                    <a:pt x="1425865" y="2967678"/>
                  </a:lnTo>
                  <a:lnTo>
                    <a:pt x="1426679" y="2997311"/>
                  </a:lnTo>
                  <a:lnTo>
                    <a:pt x="1427494" y="3025684"/>
                  </a:lnTo>
                  <a:lnTo>
                    <a:pt x="1428309" y="3025685"/>
                  </a:lnTo>
                  <a:lnTo>
                    <a:pt x="1429124" y="3035752"/>
                  </a:lnTo>
                  <a:lnTo>
                    <a:pt x="1429938" y="3071645"/>
                  </a:lnTo>
                  <a:lnTo>
                    <a:pt x="1430753" y="3087451"/>
                  </a:lnTo>
                  <a:lnTo>
                    <a:pt x="1431568" y="3116972"/>
                  </a:lnTo>
                  <a:lnTo>
                    <a:pt x="1431568" y="3116972"/>
                  </a:lnTo>
                  <a:lnTo>
                    <a:pt x="1432383" y="3116972"/>
                  </a:lnTo>
                  <a:lnTo>
                    <a:pt x="1433198" y="3116972"/>
                  </a:lnTo>
                  <a:lnTo>
                    <a:pt x="1434012" y="3106916"/>
                  </a:lnTo>
                  <a:lnTo>
                    <a:pt x="1434827" y="3071023"/>
                  </a:lnTo>
                  <a:lnTo>
                    <a:pt x="1435642" y="3058242"/>
                  </a:lnTo>
                  <a:lnTo>
                    <a:pt x="1436457" y="3058242"/>
                  </a:lnTo>
                  <a:lnTo>
                    <a:pt x="1437272" y="3058242"/>
                  </a:lnTo>
                  <a:lnTo>
                    <a:pt x="1438086" y="2987344"/>
                  </a:lnTo>
                  <a:lnTo>
                    <a:pt x="1438901" y="2891343"/>
                  </a:lnTo>
                  <a:lnTo>
                    <a:pt x="1439716" y="2846758"/>
                  </a:lnTo>
                  <a:lnTo>
                    <a:pt x="1440531" y="2774009"/>
                  </a:lnTo>
                  <a:lnTo>
                    <a:pt x="1441345" y="2728968"/>
                  </a:lnTo>
                  <a:lnTo>
                    <a:pt x="1442160" y="2693102"/>
                  </a:lnTo>
                  <a:lnTo>
                    <a:pt x="1442975" y="2764003"/>
                  </a:lnTo>
                  <a:lnTo>
                    <a:pt x="1443790" y="2860004"/>
                  </a:lnTo>
                  <a:lnTo>
                    <a:pt x="1444605" y="2879632"/>
                  </a:lnTo>
                  <a:lnTo>
                    <a:pt x="1445419" y="2892005"/>
                  </a:lnTo>
                  <a:lnTo>
                    <a:pt x="1446234" y="2931105"/>
                  </a:lnTo>
                  <a:lnTo>
                    <a:pt x="1447049" y="2966970"/>
                  </a:lnTo>
                  <a:lnTo>
                    <a:pt x="1447864" y="2966970"/>
                  </a:lnTo>
                  <a:lnTo>
                    <a:pt x="1448678" y="2966970"/>
                  </a:lnTo>
                  <a:lnTo>
                    <a:pt x="1449493" y="2991925"/>
                  </a:lnTo>
                  <a:lnTo>
                    <a:pt x="1450308" y="3033966"/>
                  </a:lnTo>
                  <a:lnTo>
                    <a:pt x="1451123" y="2941543"/>
                  </a:lnTo>
                  <a:lnTo>
                    <a:pt x="1451938" y="2818029"/>
                  </a:lnTo>
                  <a:lnTo>
                    <a:pt x="1452752" y="2792314"/>
                  </a:lnTo>
                  <a:lnTo>
                    <a:pt x="1453567" y="2801799"/>
                  </a:lnTo>
                  <a:lnTo>
                    <a:pt x="1454382" y="2757157"/>
                  </a:lnTo>
                  <a:lnTo>
                    <a:pt x="1455197" y="2728442"/>
                  </a:lnTo>
                  <a:lnTo>
                    <a:pt x="1456011" y="2856938"/>
                  </a:lnTo>
                  <a:lnTo>
                    <a:pt x="1456826" y="3014065"/>
                  </a:lnTo>
                  <a:lnTo>
                    <a:pt x="1457641" y="3059255"/>
                  </a:lnTo>
                  <a:lnTo>
                    <a:pt x="1458456" y="3085551"/>
                  </a:lnTo>
                  <a:lnTo>
                    <a:pt x="1459271" y="3113464"/>
                  </a:lnTo>
                  <a:lnTo>
                    <a:pt x="1460085" y="3116972"/>
                  </a:lnTo>
                  <a:lnTo>
                    <a:pt x="1460085" y="3116972"/>
                  </a:lnTo>
                  <a:lnTo>
                    <a:pt x="1460900" y="3116972"/>
                  </a:lnTo>
                  <a:lnTo>
                    <a:pt x="1461715" y="3091058"/>
                  </a:lnTo>
                  <a:lnTo>
                    <a:pt x="1462530" y="3106586"/>
                  </a:lnTo>
                  <a:lnTo>
                    <a:pt x="1463344" y="3078637"/>
                  </a:lnTo>
                  <a:lnTo>
                    <a:pt x="1464159" y="3062580"/>
                  </a:lnTo>
                  <a:lnTo>
                    <a:pt x="1464974" y="3091587"/>
                  </a:lnTo>
                  <a:lnTo>
                    <a:pt x="1465789" y="3091543"/>
                  </a:lnTo>
                  <a:lnTo>
                    <a:pt x="1466604" y="3116972"/>
                  </a:lnTo>
                  <a:lnTo>
                    <a:pt x="1466604" y="3116972"/>
                  </a:lnTo>
                  <a:lnTo>
                    <a:pt x="1467418" y="3100480"/>
                  </a:lnTo>
                  <a:lnTo>
                    <a:pt x="1468233" y="3032268"/>
                  </a:lnTo>
                  <a:lnTo>
                    <a:pt x="1469048" y="3043787"/>
                  </a:lnTo>
                  <a:lnTo>
                    <a:pt x="1469863" y="3034906"/>
                  </a:lnTo>
                  <a:lnTo>
                    <a:pt x="1470677" y="3058652"/>
                  </a:lnTo>
                  <a:lnTo>
                    <a:pt x="1471492" y="3063136"/>
                  </a:lnTo>
                  <a:lnTo>
                    <a:pt x="1472307" y="3084882"/>
                  </a:lnTo>
                  <a:lnTo>
                    <a:pt x="1473122" y="3116972"/>
                  </a:lnTo>
                  <a:lnTo>
                    <a:pt x="1473122" y="3116972"/>
                  </a:lnTo>
                  <a:lnTo>
                    <a:pt x="1473937" y="3114763"/>
                  </a:lnTo>
                  <a:lnTo>
                    <a:pt x="1474751" y="3103881"/>
                  </a:lnTo>
                  <a:lnTo>
                    <a:pt x="1475566" y="3079482"/>
                  </a:lnTo>
                  <a:lnTo>
                    <a:pt x="1476381" y="3062844"/>
                  </a:lnTo>
                  <a:lnTo>
                    <a:pt x="1477196" y="3072163"/>
                  </a:lnTo>
                  <a:lnTo>
                    <a:pt x="1478011" y="3087432"/>
                  </a:lnTo>
                  <a:lnTo>
                    <a:pt x="1478825" y="3090505"/>
                  </a:lnTo>
                  <a:lnTo>
                    <a:pt x="1479640" y="3054924"/>
                  </a:lnTo>
                  <a:lnTo>
                    <a:pt x="1480455" y="3025843"/>
                  </a:lnTo>
                  <a:lnTo>
                    <a:pt x="1481270" y="2996794"/>
                  </a:lnTo>
                  <a:lnTo>
                    <a:pt x="1482084" y="2922413"/>
                  </a:lnTo>
                  <a:lnTo>
                    <a:pt x="1482899" y="2869467"/>
                  </a:lnTo>
                  <a:lnTo>
                    <a:pt x="1483714" y="2902576"/>
                  </a:lnTo>
                  <a:lnTo>
                    <a:pt x="1484529" y="2941153"/>
                  </a:lnTo>
                  <a:lnTo>
                    <a:pt x="1485344" y="2896112"/>
                  </a:lnTo>
                  <a:lnTo>
                    <a:pt x="1486158" y="2834166"/>
                  </a:lnTo>
                  <a:lnTo>
                    <a:pt x="1486973" y="2831769"/>
                  </a:lnTo>
                  <a:lnTo>
                    <a:pt x="1487788" y="2878479"/>
                  </a:lnTo>
                  <a:lnTo>
                    <a:pt x="1488603" y="2900439"/>
                  </a:lnTo>
                  <a:lnTo>
                    <a:pt x="1489417" y="2938338"/>
                  </a:lnTo>
                  <a:lnTo>
                    <a:pt x="1490232" y="3073428"/>
                  </a:lnTo>
                  <a:lnTo>
                    <a:pt x="1491047" y="3116972"/>
                  </a:lnTo>
                  <a:lnTo>
                    <a:pt x="1491047" y="3116972"/>
                  </a:lnTo>
                  <a:lnTo>
                    <a:pt x="1491862" y="3116972"/>
                  </a:lnTo>
                  <a:lnTo>
                    <a:pt x="1492677" y="3116972"/>
                  </a:lnTo>
                  <a:lnTo>
                    <a:pt x="1493491" y="3116972"/>
                  </a:lnTo>
                  <a:lnTo>
                    <a:pt x="1494306" y="3116972"/>
                  </a:lnTo>
                  <a:lnTo>
                    <a:pt x="1495121" y="3116972"/>
                  </a:lnTo>
                  <a:lnTo>
                    <a:pt x="1495936" y="3011651"/>
                  </a:lnTo>
                  <a:lnTo>
                    <a:pt x="1496750" y="2889497"/>
                  </a:lnTo>
                  <a:lnTo>
                    <a:pt x="1497565" y="2856987"/>
                  </a:lnTo>
                  <a:lnTo>
                    <a:pt x="1498380" y="2892881"/>
                  </a:lnTo>
                  <a:lnTo>
                    <a:pt x="1499195" y="2898589"/>
                  </a:lnTo>
                  <a:lnTo>
                    <a:pt x="1500010" y="2919983"/>
                  </a:lnTo>
                  <a:lnTo>
                    <a:pt x="1500824" y="2937093"/>
                  </a:lnTo>
                  <a:lnTo>
                    <a:pt x="1501639" y="2954562"/>
                  </a:lnTo>
                  <a:lnTo>
                    <a:pt x="1502454" y="2949173"/>
                  </a:lnTo>
                  <a:lnTo>
                    <a:pt x="1503269" y="2904969"/>
                  </a:lnTo>
                  <a:lnTo>
                    <a:pt x="1504083" y="2850225"/>
                  </a:lnTo>
                  <a:lnTo>
                    <a:pt x="1504898" y="2842981"/>
                  </a:lnTo>
                  <a:lnTo>
                    <a:pt x="1505713" y="2961950"/>
                  </a:lnTo>
                  <a:lnTo>
                    <a:pt x="1506528" y="3056471"/>
                  </a:lnTo>
                  <a:lnTo>
                    <a:pt x="1507343" y="3022572"/>
                  </a:lnTo>
                  <a:lnTo>
                    <a:pt x="1508157" y="2994994"/>
                  </a:lnTo>
                  <a:lnTo>
                    <a:pt x="1508972" y="3045946"/>
                  </a:lnTo>
                  <a:lnTo>
                    <a:pt x="1509787" y="3082152"/>
                  </a:lnTo>
                  <a:lnTo>
                    <a:pt x="1510602" y="3035366"/>
                  </a:lnTo>
                  <a:lnTo>
                    <a:pt x="1511416" y="2952626"/>
                  </a:lnTo>
                  <a:lnTo>
                    <a:pt x="1512231" y="2924985"/>
                  </a:lnTo>
                  <a:lnTo>
                    <a:pt x="1513046" y="2966612"/>
                  </a:lnTo>
                  <a:lnTo>
                    <a:pt x="1513861" y="2986974"/>
                  </a:lnTo>
                  <a:lnTo>
                    <a:pt x="1514676" y="2919982"/>
                  </a:lnTo>
                  <a:lnTo>
                    <a:pt x="1515490" y="2780658"/>
                  </a:lnTo>
                  <a:lnTo>
                    <a:pt x="1516305" y="2735692"/>
                  </a:lnTo>
                  <a:lnTo>
                    <a:pt x="1517120" y="2765435"/>
                  </a:lnTo>
                  <a:lnTo>
                    <a:pt x="1517935" y="2759698"/>
                  </a:lnTo>
                  <a:lnTo>
                    <a:pt x="1518750" y="2756441"/>
                  </a:lnTo>
                  <a:lnTo>
                    <a:pt x="1519564" y="2851880"/>
                  </a:lnTo>
                  <a:lnTo>
                    <a:pt x="1520379" y="3006458"/>
                  </a:lnTo>
                  <a:lnTo>
                    <a:pt x="1521194" y="3116972"/>
                  </a:lnTo>
                  <a:lnTo>
                    <a:pt x="1521194" y="3116972"/>
                  </a:lnTo>
                  <a:lnTo>
                    <a:pt x="1522009" y="3116972"/>
                  </a:lnTo>
                  <a:lnTo>
                    <a:pt x="1522823" y="3116972"/>
                  </a:lnTo>
                  <a:lnTo>
                    <a:pt x="1523638" y="3116972"/>
                  </a:lnTo>
                  <a:lnTo>
                    <a:pt x="1524453" y="3116972"/>
                  </a:lnTo>
                  <a:lnTo>
                    <a:pt x="1525268" y="3100697"/>
                  </a:lnTo>
                  <a:lnTo>
                    <a:pt x="1526083" y="3003694"/>
                  </a:lnTo>
                  <a:lnTo>
                    <a:pt x="1526897" y="2965841"/>
                  </a:lnTo>
                  <a:lnTo>
                    <a:pt x="1527712" y="2908957"/>
                  </a:lnTo>
                  <a:lnTo>
                    <a:pt x="1528527" y="2808551"/>
                  </a:lnTo>
                  <a:lnTo>
                    <a:pt x="1529342" y="2735032"/>
                  </a:lnTo>
                  <a:lnTo>
                    <a:pt x="1530156" y="2723942"/>
                  </a:lnTo>
                  <a:lnTo>
                    <a:pt x="1530971" y="2732620"/>
                  </a:lnTo>
                  <a:lnTo>
                    <a:pt x="1531786" y="2754685"/>
                  </a:lnTo>
                  <a:lnTo>
                    <a:pt x="1532601" y="2775257"/>
                  </a:lnTo>
                  <a:lnTo>
                    <a:pt x="1533416" y="2782097"/>
                  </a:lnTo>
                  <a:lnTo>
                    <a:pt x="1534230" y="2800390"/>
                  </a:lnTo>
                  <a:lnTo>
                    <a:pt x="1535045" y="2792903"/>
                  </a:lnTo>
                  <a:lnTo>
                    <a:pt x="1535860" y="2768913"/>
                  </a:lnTo>
                  <a:lnTo>
                    <a:pt x="1536675" y="2779117"/>
                  </a:lnTo>
                  <a:lnTo>
                    <a:pt x="1537489" y="2826287"/>
                  </a:lnTo>
                  <a:lnTo>
                    <a:pt x="1538304" y="2924791"/>
                  </a:lnTo>
                  <a:lnTo>
                    <a:pt x="1539119" y="2978889"/>
                  </a:lnTo>
                  <a:lnTo>
                    <a:pt x="1539934" y="2975082"/>
                  </a:lnTo>
                  <a:lnTo>
                    <a:pt x="1540749" y="3018411"/>
                  </a:lnTo>
                  <a:lnTo>
                    <a:pt x="1541563" y="3006600"/>
                  </a:lnTo>
                  <a:lnTo>
                    <a:pt x="1542378" y="3034466"/>
                  </a:lnTo>
                  <a:lnTo>
                    <a:pt x="1543193" y="3026593"/>
                  </a:lnTo>
                  <a:lnTo>
                    <a:pt x="1544008" y="3015717"/>
                  </a:lnTo>
                  <a:lnTo>
                    <a:pt x="1544822" y="3070310"/>
                  </a:lnTo>
                  <a:lnTo>
                    <a:pt x="1545637" y="3090930"/>
                  </a:lnTo>
                  <a:lnTo>
                    <a:pt x="1546452" y="3109062"/>
                  </a:lnTo>
                  <a:lnTo>
                    <a:pt x="1547267" y="3081196"/>
                  </a:lnTo>
                  <a:lnTo>
                    <a:pt x="1548082" y="3058242"/>
                  </a:lnTo>
                  <a:lnTo>
                    <a:pt x="1548896" y="3064432"/>
                  </a:lnTo>
                  <a:lnTo>
                    <a:pt x="1549711" y="3116972"/>
                  </a:lnTo>
                  <a:lnTo>
                    <a:pt x="1549711" y="3116972"/>
                  </a:lnTo>
                  <a:lnTo>
                    <a:pt x="1550526" y="3116972"/>
                  </a:lnTo>
                  <a:lnTo>
                    <a:pt x="1551341" y="3116972"/>
                  </a:lnTo>
                  <a:lnTo>
                    <a:pt x="1552155" y="3116972"/>
                  </a:lnTo>
                  <a:lnTo>
                    <a:pt x="1552970" y="3116972"/>
                  </a:lnTo>
                  <a:lnTo>
                    <a:pt x="1553785" y="3116972"/>
                  </a:lnTo>
                  <a:lnTo>
                    <a:pt x="1554600" y="3116972"/>
                  </a:lnTo>
                  <a:lnTo>
                    <a:pt x="1555415" y="3116972"/>
                  </a:lnTo>
                  <a:lnTo>
                    <a:pt x="1556229" y="3116972"/>
                  </a:lnTo>
                  <a:lnTo>
                    <a:pt x="1557044" y="3116972"/>
                  </a:lnTo>
                  <a:lnTo>
                    <a:pt x="1557859" y="3116972"/>
                  </a:lnTo>
                  <a:lnTo>
                    <a:pt x="1558674" y="3116972"/>
                  </a:lnTo>
                  <a:lnTo>
                    <a:pt x="1559489" y="3116972"/>
                  </a:lnTo>
                  <a:lnTo>
                    <a:pt x="1560303" y="3116972"/>
                  </a:lnTo>
                  <a:lnTo>
                    <a:pt x="1561118" y="3116972"/>
                  </a:lnTo>
                  <a:lnTo>
                    <a:pt x="1561933" y="3116972"/>
                  </a:lnTo>
                  <a:lnTo>
                    <a:pt x="1562748" y="3116972"/>
                  </a:lnTo>
                  <a:lnTo>
                    <a:pt x="1563562" y="3089024"/>
                  </a:lnTo>
                  <a:lnTo>
                    <a:pt x="1564377" y="2961492"/>
                  </a:lnTo>
                  <a:lnTo>
                    <a:pt x="1565192" y="2903723"/>
                  </a:lnTo>
                  <a:lnTo>
                    <a:pt x="1566007" y="2864419"/>
                  </a:lnTo>
                  <a:lnTo>
                    <a:pt x="1566822" y="2785398"/>
                  </a:lnTo>
                  <a:lnTo>
                    <a:pt x="1567636" y="2785398"/>
                  </a:lnTo>
                  <a:lnTo>
                    <a:pt x="1568451" y="2761858"/>
                  </a:lnTo>
                  <a:lnTo>
                    <a:pt x="1569266" y="2816823"/>
                  </a:lnTo>
                  <a:lnTo>
                    <a:pt x="1570081" y="2894168"/>
                  </a:lnTo>
                  <a:lnTo>
                    <a:pt x="1570895" y="2943997"/>
                  </a:lnTo>
                  <a:lnTo>
                    <a:pt x="1571710" y="3043189"/>
                  </a:lnTo>
                  <a:lnTo>
                    <a:pt x="1572525" y="3088871"/>
                  </a:lnTo>
                  <a:lnTo>
                    <a:pt x="1573340" y="3116972"/>
                  </a:lnTo>
                  <a:lnTo>
                    <a:pt x="1573340" y="3116972"/>
                  </a:lnTo>
                  <a:lnTo>
                    <a:pt x="1574155" y="3116972"/>
                  </a:lnTo>
                  <a:lnTo>
                    <a:pt x="1574969" y="3116972"/>
                  </a:lnTo>
                  <a:lnTo>
                    <a:pt x="1575784" y="3116972"/>
                  </a:lnTo>
                  <a:lnTo>
                    <a:pt x="1576599" y="3116972"/>
                  </a:lnTo>
                  <a:lnTo>
                    <a:pt x="1577414" y="3116972"/>
                  </a:lnTo>
                  <a:lnTo>
                    <a:pt x="1578228" y="3116972"/>
                  </a:lnTo>
                  <a:lnTo>
                    <a:pt x="1579043" y="3116972"/>
                  </a:lnTo>
                  <a:lnTo>
                    <a:pt x="1579858" y="3116972"/>
                  </a:lnTo>
                  <a:lnTo>
                    <a:pt x="1580673" y="3067433"/>
                  </a:lnTo>
                  <a:lnTo>
                    <a:pt x="1581488" y="3058242"/>
                  </a:lnTo>
                  <a:lnTo>
                    <a:pt x="1582302" y="3058242"/>
                  </a:lnTo>
                  <a:lnTo>
                    <a:pt x="1583117" y="3058242"/>
                  </a:lnTo>
                  <a:lnTo>
                    <a:pt x="1583932" y="3058242"/>
                  </a:lnTo>
                  <a:lnTo>
                    <a:pt x="1584747" y="3058242"/>
                  </a:lnTo>
                  <a:lnTo>
                    <a:pt x="1585561" y="3058242"/>
                  </a:lnTo>
                  <a:lnTo>
                    <a:pt x="1586376" y="3045300"/>
                  </a:lnTo>
                  <a:lnTo>
                    <a:pt x="1587191" y="2990401"/>
                  </a:lnTo>
                  <a:lnTo>
                    <a:pt x="1588006" y="2910719"/>
                  </a:lnTo>
                  <a:lnTo>
                    <a:pt x="1588821" y="2843097"/>
                  </a:lnTo>
                  <a:lnTo>
                    <a:pt x="1589635" y="2699729"/>
                  </a:lnTo>
                  <a:lnTo>
                    <a:pt x="1590450" y="2531172"/>
                  </a:lnTo>
                  <a:lnTo>
                    <a:pt x="1591265" y="2397056"/>
                  </a:lnTo>
                  <a:lnTo>
                    <a:pt x="1592080" y="2362357"/>
                  </a:lnTo>
                  <a:lnTo>
                    <a:pt x="1592894" y="2426469"/>
                  </a:lnTo>
                  <a:lnTo>
                    <a:pt x="1593709" y="2474659"/>
                  </a:lnTo>
                  <a:lnTo>
                    <a:pt x="1594524" y="2490316"/>
                  </a:lnTo>
                  <a:lnTo>
                    <a:pt x="1595339" y="2546379"/>
                  </a:lnTo>
                  <a:lnTo>
                    <a:pt x="1596154" y="2641660"/>
                  </a:lnTo>
                  <a:lnTo>
                    <a:pt x="1596968" y="2681300"/>
                  </a:lnTo>
                  <a:lnTo>
                    <a:pt x="1597783" y="2586378"/>
                  </a:lnTo>
                  <a:lnTo>
                    <a:pt x="1598598" y="2499424"/>
                  </a:lnTo>
                  <a:lnTo>
                    <a:pt x="1599413" y="2532039"/>
                  </a:lnTo>
                  <a:lnTo>
                    <a:pt x="1600228" y="2520125"/>
                  </a:lnTo>
                  <a:lnTo>
                    <a:pt x="1601042" y="2532008"/>
                  </a:lnTo>
                  <a:lnTo>
                    <a:pt x="1601857" y="2617685"/>
                  </a:lnTo>
                  <a:lnTo>
                    <a:pt x="1602672" y="2666804"/>
                  </a:lnTo>
                  <a:lnTo>
                    <a:pt x="1603487" y="2686130"/>
                  </a:lnTo>
                  <a:lnTo>
                    <a:pt x="1604301" y="2764694"/>
                  </a:lnTo>
                  <a:lnTo>
                    <a:pt x="1605116" y="2877081"/>
                  </a:lnTo>
                  <a:lnTo>
                    <a:pt x="1605931" y="2885679"/>
                  </a:lnTo>
                  <a:lnTo>
                    <a:pt x="1606746" y="2851533"/>
                  </a:lnTo>
                  <a:lnTo>
                    <a:pt x="1607561" y="2891042"/>
                  </a:lnTo>
                  <a:lnTo>
                    <a:pt x="1608375" y="2891863"/>
                  </a:lnTo>
                  <a:lnTo>
                    <a:pt x="1609190" y="2819670"/>
                  </a:lnTo>
                  <a:lnTo>
                    <a:pt x="1610005" y="2728314"/>
                  </a:lnTo>
                  <a:lnTo>
                    <a:pt x="1610820" y="2723753"/>
                  </a:lnTo>
                  <a:lnTo>
                    <a:pt x="1611634" y="2711282"/>
                  </a:lnTo>
                  <a:lnTo>
                    <a:pt x="1612449" y="2696127"/>
                  </a:lnTo>
                  <a:lnTo>
                    <a:pt x="1613264" y="2737399"/>
                  </a:lnTo>
                  <a:lnTo>
                    <a:pt x="1614079" y="2775187"/>
                  </a:lnTo>
                  <a:lnTo>
                    <a:pt x="1614894" y="2869725"/>
                  </a:lnTo>
                  <a:lnTo>
                    <a:pt x="1615708" y="2825850"/>
                  </a:lnTo>
                  <a:lnTo>
                    <a:pt x="1616523" y="2746244"/>
                  </a:lnTo>
                  <a:lnTo>
                    <a:pt x="1617338" y="2714535"/>
                  </a:lnTo>
                  <a:lnTo>
                    <a:pt x="1618153" y="2746865"/>
                  </a:lnTo>
                  <a:lnTo>
                    <a:pt x="1618967" y="2797802"/>
                  </a:lnTo>
                  <a:lnTo>
                    <a:pt x="1619782" y="2800781"/>
                  </a:lnTo>
                  <a:lnTo>
                    <a:pt x="1620597" y="2848157"/>
                  </a:lnTo>
                  <a:lnTo>
                    <a:pt x="1621412" y="2945315"/>
                  </a:lnTo>
                  <a:lnTo>
                    <a:pt x="1622227" y="3040056"/>
                  </a:lnTo>
                  <a:lnTo>
                    <a:pt x="1623041" y="3071160"/>
                  </a:lnTo>
                  <a:lnTo>
                    <a:pt x="1623856" y="3025192"/>
                  </a:lnTo>
                  <a:lnTo>
                    <a:pt x="1624671" y="2990824"/>
                  </a:lnTo>
                  <a:lnTo>
                    <a:pt x="1625486" y="2968133"/>
                  </a:lnTo>
                  <a:lnTo>
                    <a:pt x="1626300" y="2856875"/>
                  </a:lnTo>
                  <a:lnTo>
                    <a:pt x="1627115" y="2776066"/>
                  </a:lnTo>
                  <a:lnTo>
                    <a:pt x="1627930" y="2683433"/>
                  </a:lnTo>
                  <a:lnTo>
                    <a:pt x="1628745" y="2652055"/>
                  </a:lnTo>
                  <a:lnTo>
                    <a:pt x="1629560" y="2625043"/>
                  </a:lnTo>
                  <a:lnTo>
                    <a:pt x="1630374" y="2604268"/>
                  </a:lnTo>
                  <a:lnTo>
                    <a:pt x="1631189" y="2682340"/>
                  </a:lnTo>
                  <a:lnTo>
                    <a:pt x="1632004" y="2731271"/>
                  </a:lnTo>
                  <a:lnTo>
                    <a:pt x="1632819" y="2787255"/>
                  </a:lnTo>
                  <a:lnTo>
                    <a:pt x="1633634" y="2773126"/>
                  </a:lnTo>
                  <a:lnTo>
                    <a:pt x="1634448" y="2721243"/>
                  </a:lnTo>
                  <a:lnTo>
                    <a:pt x="1635263" y="2696753"/>
                  </a:lnTo>
                  <a:lnTo>
                    <a:pt x="1636078" y="2658572"/>
                  </a:lnTo>
                  <a:lnTo>
                    <a:pt x="1636893" y="2587399"/>
                  </a:lnTo>
                  <a:lnTo>
                    <a:pt x="1637707" y="2505961"/>
                  </a:lnTo>
                  <a:lnTo>
                    <a:pt x="1638522" y="2514154"/>
                  </a:lnTo>
                  <a:lnTo>
                    <a:pt x="1639337" y="2558520"/>
                  </a:lnTo>
                  <a:lnTo>
                    <a:pt x="1640152" y="2554594"/>
                  </a:lnTo>
                  <a:lnTo>
                    <a:pt x="1640967" y="2546389"/>
                  </a:lnTo>
                  <a:lnTo>
                    <a:pt x="1641781" y="2563049"/>
                  </a:lnTo>
                  <a:lnTo>
                    <a:pt x="1642596" y="2681787"/>
                  </a:lnTo>
                  <a:lnTo>
                    <a:pt x="1643411" y="2752719"/>
                  </a:lnTo>
                  <a:lnTo>
                    <a:pt x="1644226" y="2635825"/>
                  </a:lnTo>
                  <a:lnTo>
                    <a:pt x="1645040" y="2578459"/>
                  </a:lnTo>
                  <a:lnTo>
                    <a:pt x="1645855" y="2595154"/>
                  </a:lnTo>
                  <a:lnTo>
                    <a:pt x="1646670" y="2578328"/>
                  </a:lnTo>
                  <a:lnTo>
                    <a:pt x="1647485" y="2482232"/>
                  </a:lnTo>
                  <a:lnTo>
                    <a:pt x="1648300" y="2446846"/>
                  </a:lnTo>
                  <a:lnTo>
                    <a:pt x="1649114" y="2630675"/>
                  </a:lnTo>
                  <a:lnTo>
                    <a:pt x="1649929" y="2776933"/>
                  </a:lnTo>
                  <a:lnTo>
                    <a:pt x="1650744" y="2677713"/>
                  </a:lnTo>
                  <a:lnTo>
                    <a:pt x="1651559" y="2572148"/>
                  </a:lnTo>
                  <a:lnTo>
                    <a:pt x="1652373" y="2600909"/>
                  </a:lnTo>
                  <a:lnTo>
                    <a:pt x="1653188" y="2583660"/>
                  </a:lnTo>
                  <a:lnTo>
                    <a:pt x="1654003" y="2422879"/>
                  </a:lnTo>
                  <a:lnTo>
                    <a:pt x="1654818" y="2327072"/>
                  </a:lnTo>
                  <a:lnTo>
                    <a:pt x="1655633" y="2327821"/>
                  </a:lnTo>
                  <a:lnTo>
                    <a:pt x="1656447" y="2393077"/>
                  </a:lnTo>
                  <a:lnTo>
                    <a:pt x="1657262" y="2383980"/>
                  </a:lnTo>
                  <a:lnTo>
                    <a:pt x="1658077" y="2346421"/>
                  </a:lnTo>
                  <a:lnTo>
                    <a:pt x="1658892" y="2343185"/>
                  </a:lnTo>
                  <a:lnTo>
                    <a:pt x="1659706" y="2315979"/>
                  </a:lnTo>
                  <a:lnTo>
                    <a:pt x="1660521" y="2346342"/>
                  </a:lnTo>
                  <a:lnTo>
                    <a:pt x="1661336" y="2383662"/>
                  </a:lnTo>
                  <a:lnTo>
                    <a:pt x="1662151" y="2424271"/>
                  </a:lnTo>
                  <a:lnTo>
                    <a:pt x="1662966" y="2504652"/>
                  </a:lnTo>
                  <a:lnTo>
                    <a:pt x="1663780" y="2553092"/>
                  </a:lnTo>
                  <a:lnTo>
                    <a:pt x="1664595" y="2533120"/>
                  </a:lnTo>
                  <a:lnTo>
                    <a:pt x="1665410" y="2587908"/>
                  </a:lnTo>
                  <a:lnTo>
                    <a:pt x="1666225" y="2668800"/>
                  </a:lnTo>
                  <a:lnTo>
                    <a:pt x="1667039" y="2617578"/>
                  </a:lnTo>
                  <a:lnTo>
                    <a:pt x="1667854" y="2551237"/>
                  </a:lnTo>
                  <a:lnTo>
                    <a:pt x="1668669" y="2673952"/>
                  </a:lnTo>
                  <a:lnTo>
                    <a:pt x="1669484" y="2832284"/>
                  </a:lnTo>
                  <a:lnTo>
                    <a:pt x="1670299" y="2901824"/>
                  </a:lnTo>
                  <a:lnTo>
                    <a:pt x="1671113" y="2901124"/>
                  </a:lnTo>
                  <a:lnTo>
                    <a:pt x="1671928" y="2955084"/>
                  </a:lnTo>
                  <a:lnTo>
                    <a:pt x="1672743" y="2996566"/>
                  </a:lnTo>
                  <a:lnTo>
                    <a:pt x="1673558" y="2982189"/>
                  </a:lnTo>
                  <a:lnTo>
                    <a:pt x="1674373" y="2962359"/>
                  </a:lnTo>
                  <a:lnTo>
                    <a:pt x="1675187" y="2879968"/>
                  </a:lnTo>
                  <a:lnTo>
                    <a:pt x="1676002" y="2734657"/>
                  </a:lnTo>
                  <a:lnTo>
                    <a:pt x="1676817" y="2592306"/>
                  </a:lnTo>
                  <a:lnTo>
                    <a:pt x="1677632" y="2568690"/>
                  </a:lnTo>
                  <a:lnTo>
                    <a:pt x="1678446" y="2504677"/>
                  </a:lnTo>
                  <a:lnTo>
                    <a:pt x="1679261" y="2498201"/>
                  </a:lnTo>
                  <a:lnTo>
                    <a:pt x="1680076" y="2488102"/>
                  </a:lnTo>
                  <a:lnTo>
                    <a:pt x="1680891" y="2504378"/>
                  </a:lnTo>
                  <a:lnTo>
                    <a:pt x="1681706" y="2651104"/>
                  </a:lnTo>
                  <a:lnTo>
                    <a:pt x="1682520" y="2675344"/>
                  </a:lnTo>
                  <a:lnTo>
                    <a:pt x="1683335" y="2653689"/>
                  </a:lnTo>
                  <a:lnTo>
                    <a:pt x="1684150" y="2607110"/>
                  </a:lnTo>
                  <a:lnTo>
                    <a:pt x="1684965" y="2613085"/>
                  </a:lnTo>
                  <a:lnTo>
                    <a:pt x="1685779" y="2748412"/>
                  </a:lnTo>
                  <a:lnTo>
                    <a:pt x="1686594" y="2793898"/>
                  </a:lnTo>
                  <a:lnTo>
                    <a:pt x="1687409" y="2853764"/>
                  </a:lnTo>
                  <a:lnTo>
                    <a:pt x="1688224" y="2954495"/>
                  </a:lnTo>
                  <a:lnTo>
                    <a:pt x="1689039" y="3027381"/>
                  </a:lnTo>
                  <a:lnTo>
                    <a:pt x="1689853" y="3113896"/>
                  </a:lnTo>
                  <a:lnTo>
                    <a:pt x="1690668" y="3107604"/>
                  </a:lnTo>
                  <a:lnTo>
                    <a:pt x="1691483" y="3071710"/>
                  </a:lnTo>
                  <a:lnTo>
                    <a:pt x="1692298" y="3048361"/>
                  </a:lnTo>
                  <a:lnTo>
                    <a:pt x="1693112" y="3001846"/>
                  </a:lnTo>
                  <a:lnTo>
                    <a:pt x="1693927" y="2964169"/>
                  </a:lnTo>
                  <a:lnTo>
                    <a:pt x="1694742" y="2953440"/>
                  </a:lnTo>
                  <a:lnTo>
                    <a:pt x="1695557" y="2905670"/>
                  </a:lnTo>
                  <a:lnTo>
                    <a:pt x="1696372" y="2758201"/>
                  </a:lnTo>
                  <a:lnTo>
                    <a:pt x="1697186" y="2555780"/>
                  </a:lnTo>
                  <a:lnTo>
                    <a:pt x="1698001" y="2394552"/>
                  </a:lnTo>
                  <a:lnTo>
                    <a:pt x="1698816" y="2301414"/>
                  </a:lnTo>
                  <a:lnTo>
                    <a:pt x="1699631" y="2354945"/>
                  </a:lnTo>
                  <a:lnTo>
                    <a:pt x="1700445" y="2456939"/>
                  </a:lnTo>
                  <a:lnTo>
                    <a:pt x="1701260" y="2548160"/>
                  </a:lnTo>
                  <a:lnTo>
                    <a:pt x="1702075" y="2672914"/>
                  </a:lnTo>
                  <a:lnTo>
                    <a:pt x="1702890" y="2774332"/>
                  </a:lnTo>
                  <a:lnTo>
                    <a:pt x="1703705" y="2795662"/>
                  </a:lnTo>
                  <a:lnTo>
                    <a:pt x="1704519" y="2695534"/>
                  </a:lnTo>
                  <a:lnTo>
                    <a:pt x="1705334" y="2617931"/>
                  </a:lnTo>
                  <a:lnTo>
                    <a:pt x="1706149" y="2624190"/>
                  </a:lnTo>
                  <a:lnTo>
                    <a:pt x="1706964" y="2586364"/>
                  </a:lnTo>
                  <a:lnTo>
                    <a:pt x="1707778" y="2574913"/>
                  </a:lnTo>
                  <a:lnTo>
                    <a:pt x="1708593" y="2558126"/>
                  </a:lnTo>
                  <a:lnTo>
                    <a:pt x="1709408" y="2481769"/>
                  </a:lnTo>
                  <a:lnTo>
                    <a:pt x="1710223" y="2382881"/>
                  </a:lnTo>
                  <a:lnTo>
                    <a:pt x="1711038" y="2368001"/>
                  </a:lnTo>
                  <a:lnTo>
                    <a:pt x="1711852" y="2511564"/>
                  </a:lnTo>
                  <a:lnTo>
                    <a:pt x="1712667" y="2665123"/>
                  </a:lnTo>
                  <a:lnTo>
                    <a:pt x="1713482" y="2746152"/>
                  </a:lnTo>
                  <a:lnTo>
                    <a:pt x="1714297" y="2758869"/>
                  </a:lnTo>
                  <a:lnTo>
                    <a:pt x="1715112" y="2778414"/>
                  </a:lnTo>
                  <a:lnTo>
                    <a:pt x="1715926" y="2630309"/>
                  </a:lnTo>
                  <a:lnTo>
                    <a:pt x="1716741" y="2402598"/>
                  </a:lnTo>
                  <a:lnTo>
                    <a:pt x="1717556" y="2207084"/>
                  </a:lnTo>
                  <a:lnTo>
                    <a:pt x="1718371" y="2091659"/>
                  </a:lnTo>
                  <a:lnTo>
                    <a:pt x="1719185" y="2098008"/>
                  </a:lnTo>
                  <a:lnTo>
                    <a:pt x="1720000" y="2109599"/>
                  </a:lnTo>
                  <a:lnTo>
                    <a:pt x="1720815" y="2183742"/>
                  </a:lnTo>
                  <a:lnTo>
                    <a:pt x="1721630" y="2277508"/>
                  </a:lnTo>
                  <a:lnTo>
                    <a:pt x="1722445" y="2301383"/>
                  </a:lnTo>
                  <a:lnTo>
                    <a:pt x="1723259" y="2294126"/>
                  </a:lnTo>
                  <a:lnTo>
                    <a:pt x="1724074" y="2353339"/>
                  </a:lnTo>
                  <a:lnTo>
                    <a:pt x="1724889" y="2298494"/>
                  </a:lnTo>
                  <a:lnTo>
                    <a:pt x="1725704" y="2266738"/>
                  </a:lnTo>
                  <a:lnTo>
                    <a:pt x="1726518" y="2230959"/>
                  </a:lnTo>
                  <a:lnTo>
                    <a:pt x="1727333" y="2195383"/>
                  </a:lnTo>
                  <a:lnTo>
                    <a:pt x="1728148" y="2131857"/>
                  </a:lnTo>
                  <a:lnTo>
                    <a:pt x="1728963" y="2030701"/>
                  </a:lnTo>
                  <a:lnTo>
                    <a:pt x="1729778" y="1981057"/>
                  </a:lnTo>
                  <a:lnTo>
                    <a:pt x="1730592" y="1829173"/>
                  </a:lnTo>
                  <a:lnTo>
                    <a:pt x="1731407" y="1712878"/>
                  </a:lnTo>
                  <a:lnTo>
                    <a:pt x="1732222" y="1801913"/>
                  </a:lnTo>
                  <a:lnTo>
                    <a:pt x="1733037" y="1966750"/>
                  </a:lnTo>
                  <a:lnTo>
                    <a:pt x="1733851" y="1970868"/>
                  </a:lnTo>
                  <a:lnTo>
                    <a:pt x="1734666" y="1984629"/>
                  </a:lnTo>
                  <a:lnTo>
                    <a:pt x="1735481" y="2111127"/>
                  </a:lnTo>
                  <a:lnTo>
                    <a:pt x="1736296" y="2131388"/>
                  </a:lnTo>
                  <a:lnTo>
                    <a:pt x="1737111" y="2009538"/>
                  </a:lnTo>
                  <a:lnTo>
                    <a:pt x="1737925" y="1980270"/>
                  </a:lnTo>
                  <a:lnTo>
                    <a:pt x="1738740" y="2065901"/>
                  </a:lnTo>
                  <a:lnTo>
                    <a:pt x="1739555" y="2155591"/>
                  </a:lnTo>
                  <a:lnTo>
                    <a:pt x="1740370" y="2214976"/>
                  </a:lnTo>
                  <a:lnTo>
                    <a:pt x="1741184" y="2274248"/>
                  </a:lnTo>
                  <a:lnTo>
                    <a:pt x="1741999" y="2317007"/>
                  </a:lnTo>
                  <a:lnTo>
                    <a:pt x="1742814" y="2237562"/>
                  </a:lnTo>
                  <a:lnTo>
                    <a:pt x="1743629" y="2215941"/>
                  </a:lnTo>
                  <a:lnTo>
                    <a:pt x="1744444" y="2278910"/>
                  </a:lnTo>
                  <a:lnTo>
                    <a:pt x="1745258" y="2401488"/>
                  </a:lnTo>
                  <a:lnTo>
                    <a:pt x="1746073" y="2537100"/>
                  </a:lnTo>
                  <a:lnTo>
                    <a:pt x="1746888" y="2552450"/>
                  </a:lnTo>
                  <a:lnTo>
                    <a:pt x="1747703" y="2491812"/>
                  </a:lnTo>
                  <a:lnTo>
                    <a:pt x="1748517" y="2366903"/>
                  </a:lnTo>
                  <a:lnTo>
                    <a:pt x="1749332" y="2215849"/>
                  </a:lnTo>
                  <a:lnTo>
                    <a:pt x="1750147" y="2101137"/>
                  </a:lnTo>
                  <a:lnTo>
                    <a:pt x="1750962" y="2036075"/>
                  </a:lnTo>
                  <a:lnTo>
                    <a:pt x="1751777" y="2064991"/>
                  </a:lnTo>
                  <a:lnTo>
                    <a:pt x="1752591" y="2191685"/>
                  </a:lnTo>
                  <a:lnTo>
                    <a:pt x="1753406" y="2391229"/>
                  </a:lnTo>
                  <a:lnTo>
                    <a:pt x="1754221" y="2553467"/>
                  </a:lnTo>
                  <a:lnTo>
                    <a:pt x="1755036" y="2623077"/>
                  </a:lnTo>
                  <a:lnTo>
                    <a:pt x="1755851" y="2677095"/>
                  </a:lnTo>
                  <a:lnTo>
                    <a:pt x="1756665" y="2791052"/>
                  </a:lnTo>
                  <a:lnTo>
                    <a:pt x="1757480" y="2891654"/>
                  </a:lnTo>
                  <a:lnTo>
                    <a:pt x="1758295" y="2850726"/>
                  </a:lnTo>
                  <a:lnTo>
                    <a:pt x="1759110" y="2854107"/>
                  </a:lnTo>
                  <a:lnTo>
                    <a:pt x="1759924" y="2929042"/>
                  </a:lnTo>
                  <a:lnTo>
                    <a:pt x="1760739" y="2959866"/>
                  </a:lnTo>
                  <a:lnTo>
                    <a:pt x="1761554" y="2928840"/>
                  </a:lnTo>
                  <a:lnTo>
                    <a:pt x="1762369" y="2888403"/>
                  </a:lnTo>
                  <a:lnTo>
                    <a:pt x="1763184" y="2897209"/>
                  </a:lnTo>
                  <a:lnTo>
                    <a:pt x="1763998" y="2862464"/>
                  </a:lnTo>
                  <a:lnTo>
                    <a:pt x="1764813" y="2728428"/>
                  </a:lnTo>
                  <a:lnTo>
                    <a:pt x="1765628" y="2528139"/>
                  </a:lnTo>
                  <a:lnTo>
                    <a:pt x="1766443" y="2277084"/>
                  </a:lnTo>
                  <a:lnTo>
                    <a:pt x="1767257" y="2148327"/>
                  </a:lnTo>
                  <a:lnTo>
                    <a:pt x="1768072" y="2165575"/>
                  </a:lnTo>
                  <a:lnTo>
                    <a:pt x="1768887" y="2214958"/>
                  </a:lnTo>
                  <a:lnTo>
                    <a:pt x="1769702" y="2333175"/>
                  </a:lnTo>
                  <a:lnTo>
                    <a:pt x="1770517" y="2540699"/>
                  </a:lnTo>
                  <a:lnTo>
                    <a:pt x="1771331" y="2756144"/>
                  </a:lnTo>
                  <a:lnTo>
                    <a:pt x="1772146" y="2840570"/>
                  </a:lnTo>
                  <a:lnTo>
                    <a:pt x="1772961" y="2806146"/>
                  </a:lnTo>
                  <a:lnTo>
                    <a:pt x="1773776" y="2789104"/>
                  </a:lnTo>
                  <a:lnTo>
                    <a:pt x="1774590" y="2722059"/>
                  </a:lnTo>
                  <a:lnTo>
                    <a:pt x="1775405" y="2643789"/>
                  </a:lnTo>
                  <a:lnTo>
                    <a:pt x="1776220" y="2646895"/>
                  </a:lnTo>
                  <a:lnTo>
                    <a:pt x="1777035" y="2707183"/>
                  </a:lnTo>
                  <a:lnTo>
                    <a:pt x="1777850" y="2656165"/>
                  </a:lnTo>
                  <a:lnTo>
                    <a:pt x="1778664" y="2481568"/>
                  </a:lnTo>
                  <a:lnTo>
                    <a:pt x="1779479" y="2429393"/>
                  </a:lnTo>
                  <a:lnTo>
                    <a:pt x="1780294" y="2382916"/>
                  </a:lnTo>
                  <a:lnTo>
                    <a:pt x="1781109" y="2215938"/>
                  </a:lnTo>
                  <a:lnTo>
                    <a:pt x="1781923" y="2018634"/>
                  </a:lnTo>
                  <a:lnTo>
                    <a:pt x="1782738" y="1971421"/>
                  </a:lnTo>
                  <a:lnTo>
                    <a:pt x="1783553" y="2062916"/>
                  </a:lnTo>
                  <a:lnTo>
                    <a:pt x="1784368" y="2123167"/>
                  </a:lnTo>
                  <a:lnTo>
                    <a:pt x="1785183" y="2243838"/>
                  </a:lnTo>
                  <a:lnTo>
                    <a:pt x="1785997" y="2376682"/>
                  </a:lnTo>
                  <a:lnTo>
                    <a:pt x="1786812" y="2474380"/>
                  </a:lnTo>
                  <a:lnTo>
                    <a:pt x="1787627" y="2512216"/>
                  </a:lnTo>
                  <a:lnTo>
                    <a:pt x="1788442" y="2497273"/>
                  </a:lnTo>
                  <a:lnTo>
                    <a:pt x="1789256" y="2383780"/>
                  </a:lnTo>
                  <a:lnTo>
                    <a:pt x="1790071" y="2264755"/>
                  </a:lnTo>
                  <a:lnTo>
                    <a:pt x="1790886" y="2236047"/>
                  </a:lnTo>
                  <a:lnTo>
                    <a:pt x="1791701" y="2250145"/>
                  </a:lnTo>
                  <a:lnTo>
                    <a:pt x="1792516" y="2326003"/>
                  </a:lnTo>
                  <a:lnTo>
                    <a:pt x="1793330" y="2302583"/>
                  </a:lnTo>
                  <a:lnTo>
                    <a:pt x="1794145" y="2275676"/>
                  </a:lnTo>
                  <a:lnTo>
                    <a:pt x="1794960" y="2262358"/>
                  </a:lnTo>
                  <a:lnTo>
                    <a:pt x="1795775" y="2206033"/>
                  </a:lnTo>
                  <a:lnTo>
                    <a:pt x="1796590" y="2218561"/>
                  </a:lnTo>
                  <a:lnTo>
                    <a:pt x="1797404" y="2248821"/>
                  </a:lnTo>
                  <a:lnTo>
                    <a:pt x="1798219" y="2365602"/>
                  </a:lnTo>
                  <a:lnTo>
                    <a:pt x="1799034" y="2510813"/>
                  </a:lnTo>
                  <a:lnTo>
                    <a:pt x="1799849" y="2637738"/>
                  </a:lnTo>
                  <a:lnTo>
                    <a:pt x="1800663" y="2684986"/>
                  </a:lnTo>
                  <a:lnTo>
                    <a:pt x="1801478" y="2590232"/>
                  </a:lnTo>
                  <a:lnTo>
                    <a:pt x="1802293" y="2384047"/>
                  </a:lnTo>
                  <a:lnTo>
                    <a:pt x="1803108" y="2225436"/>
                  </a:lnTo>
                  <a:lnTo>
                    <a:pt x="1803923" y="2173411"/>
                  </a:lnTo>
                  <a:lnTo>
                    <a:pt x="1804737" y="2155657"/>
                  </a:lnTo>
                  <a:lnTo>
                    <a:pt x="1805552" y="2251563"/>
                  </a:lnTo>
                  <a:lnTo>
                    <a:pt x="1806367" y="2383048"/>
                  </a:lnTo>
                  <a:lnTo>
                    <a:pt x="1807182" y="2481120"/>
                  </a:lnTo>
                  <a:lnTo>
                    <a:pt x="1807996" y="2501636"/>
                  </a:lnTo>
                  <a:lnTo>
                    <a:pt x="1808811" y="2438914"/>
                  </a:lnTo>
                  <a:lnTo>
                    <a:pt x="1809626" y="2462494"/>
                  </a:lnTo>
                  <a:lnTo>
                    <a:pt x="1810441" y="2500066"/>
                  </a:lnTo>
                  <a:lnTo>
                    <a:pt x="1811256" y="2510434"/>
                  </a:lnTo>
                  <a:lnTo>
                    <a:pt x="1812070" y="2569496"/>
                  </a:lnTo>
                  <a:lnTo>
                    <a:pt x="1812885" y="2565114"/>
                  </a:lnTo>
                  <a:lnTo>
                    <a:pt x="1813700" y="2545341"/>
                  </a:lnTo>
                  <a:lnTo>
                    <a:pt x="1814515" y="2421399"/>
                  </a:lnTo>
                  <a:lnTo>
                    <a:pt x="1815329" y="2271661"/>
                  </a:lnTo>
                  <a:lnTo>
                    <a:pt x="1816144" y="2093732"/>
                  </a:lnTo>
                  <a:lnTo>
                    <a:pt x="1816959" y="1948757"/>
                  </a:lnTo>
                  <a:lnTo>
                    <a:pt x="1817774" y="1912592"/>
                  </a:lnTo>
                  <a:lnTo>
                    <a:pt x="1818589" y="1943937"/>
                  </a:lnTo>
                  <a:lnTo>
                    <a:pt x="1819403" y="1944374"/>
                  </a:lnTo>
                  <a:lnTo>
                    <a:pt x="1820218" y="1920621"/>
                  </a:lnTo>
                  <a:lnTo>
                    <a:pt x="1821033" y="1974298"/>
                  </a:lnTo>
                  <a:lnTo>
                    <a:pt x="1821848" y="2009637"/>
                  </a:lnTo>
                  <a:lnTo>
                    <a:pt x="1822662" y="2089555"/>
                  </a:lnTo>
                  <a:lnTo>
                    <a:pt x="1823477" y="2138405"/>
                  </a:lnTo>
                  <a:lnTo>
                    <a:pt x="1824292" y="2208743"/>
                  </a:lnTo>
                  <a:lnTo>
                    <a:pt x="1825107" y="2378841"/>
                  </a:lnTo>
                  <a:lnTo>
                    <a:pt x="1825922" y="2521355"/>
                  </a:lnTo>
                  <a:lnTo>
                    <a:pt x="1826736" y="2658429"/>
                  </a:lnTo>
                  <a:lnTo>
                    <a:pt x="1827551" y="2761984"/>
                  </a:lnTo>
                  <a:lnTo>
                    <a:pt x="1828366" y="2737540"/>
                  </a:lnTo>
                  <a:lnTo>
                    <a:pt x="1829181" y="2603431"/>
                  </a:lnTo>
                  <a:lnTo>
                    <a:pt x="1829995" y="2437290"/>
                  </a:lnTo>
                  <a:lnTo>
                    <a:pt x="1830810" y="2389249"/>
                  </a:lnTo>
                  <a:lnTo>
                    <a:pt x="1831625" y="2352006"/>
                  </a:lnTo>
                  <a:lnTo>
                    <a:pt x="1832440" y="2247786"/>
                  </a:lnTo>
                  <a:lnTo>
                    <a:pt x="1833255" y="2319098"/>
                  </a:lnTo>
                  <a:lnTo>
                    <a:pt x="1834069" y="2524166"/>
                  </a:lnTo>
                  <a:lnTo>
                    <a:pt x="1834884" y="2597488"/>
                  </a:lnTo>
                  <a:lnTo>
                    <a:pt x="1835699" y="2343251"/>
                  </a:lnTo>
                  <a:lnTo>
                    <a:pt x="1836514" y="2065454"/>
                  </a:lnTo>
                  <a:lnTo>
                    <a:pt x="1837329" y="1898083"/>
                  </a:lnTo>
                  <a:lnTo>
                    <a:pt x="1838143" y="1597341"/>
                  </a:lnTo>
                  <a:lnTo>
                    <a:pt x="1838958" y="1144480"/>
                  </a:lnTo>
                  <a:lnTo>
                    <a:pt x="1839773" y="788815"/>
                  </a:lnTo>
                  <a:lnTo>
                    <a:pt x="1840588" y="703083"/>
                  </a:lnTo>
                  <a:lnTo>
                    <a:pt x="1841402" y="687985"/>
                  </a:lnTo>
                  <a:lnTo>
                    <a:pt x="1842217" y="767093"/>
                  </a:lnTo>
                  <a:lnTo>
                    <a:pt x="1843032" y="1008011"/>
                  </a:lnTo>
                  <a:lnTo>
                    <a:pt x="1843847" y="1392013"/>
                  </a:lnTo>
                  <a:lnTo>
                    <a:pt x="1844662" y="1707479"/>
                  </a:lnTo>
                  <a:lnTo>
                    <a:pt x="1845476" y="1888994"/>
                  </a:lnTo>
                  <a:lnTo>
                    <a:pt x="1846291" y="1932190"/>
                  </a:lnTo>
                  <a:lnTo>
                    <a:pt x="1847106" y="1992484"/>
                  </a:lnTo>
                  <a:lnTo>
                    <a:pt x="1847921" y="1982332"/>
                  </a:lnTo>
                  <a:lnTo>
                    <a:pt x="1848735" y="1855875"/>
                  </a:lnTo>
                  <a:lnTo>
                    <a:pt x="1849550" y="1835893"/>
                  </a:lnTo>
                  <a:lnTo>
                    <a:pt x="1850365" y="1998135"/>
                  </a:lnTo>
                  <a:lnTo>
                    <a:pt x="1851180" y="2239915"/>
                  </a:lnTo>
                  <a:lnTo>
                    <a:pt x="1851995" y="2250935"/>
                  </a:lnTo>
                  <a:lnTo>
                    <a:pt x="1852809" y="2053591"/>
                  </a:lnTo>
                  <a:lnTo>
                    <a:pt x="1853624" y="1910408"/>
                  </a:lnTo>
                  <a:lnTo>
                    <a:pt x="1854439" y="1831441"/>
                  </a:lnTo>
                  <a:lnTo>
                    <a:pt x="1855254" y="1728709"/>
                  </a:lnTo>
                  <a:lnTo>
                    <a:pt x="1856068" y="1627832"/>
                  </a:lnTo>
                  <a:lnTo>
                    <a:pt x="1856883" y="1578376"/>
                  </a:lnTo>
                  <a:lnTo>
                    <a:pt x="1857698" y="1684906"/>
                  </a:lnTo>
                  <a:lnTo>
                    <a:pt x="1858513" y="1827171"/>
                  </a:lnTo>
                  <a:lnTo>
                    <a:pt x="1859328" y="1954866"/>
                  </a:lnTo>
                  <a:lnTo>
                    <a:pt x="1860142" y="2076911"/>
                  </a:lnTo>
                  <a:lnTo>
                    <a:pt x="1860957" y="1971103"/>
                  </a:lnTo>
                  <a:lnTo>
                    <a:pt x="1861772" y="1805589"/>
                  </a:lnTo>
                  <a:lnTo>
                    <a:pt x="1862587" y="1670281"/>
                  </a:lnTo>
                  <a:lnTo>
                    <a:pt x="1863401" y="1492349"/>
                  </a:lnTo>
                  <a:lnTo>
                    <a:pt x="1864216" y="1259055"/>
                  </a:lnTo>
                  <a:lnTo>
                    <a:pt x="1865031" y="954854"/>
                  </a:lnTo>
                  <a:lnTo>
                    <a:pt x="1865846" y="886365"/>
                  </a:lnTo>
                  <a:lnTo>
                    <a:pt x="1866661" y="935440"/>
                  </a:lnTo>
                  <a:lnTo>
                    <a:pt x="1867475" y="940671"/>
                  </a:lnTo>
                  <a:lnTo>
                    <a:pt x="1868290" y="944559"/>
                  </a:lnTo>
                  <a:lnTo>
                    <a:pt x="1869105" y="860499"/>
                  </a:lnTo>
                  <a:lnTo>
                    <a:pt x="1869920" y="768639"/>
                  </a:lnTo>
                  <a:lnTo>
                    <a:pt x="1870734" y="679361"/>
                  </a:lnTo>
                  <a:lnTo>
                    <a:pt x="1871549" y="568138"/>
                  </a:lnTo>
                  <a:lnTo>
                    <a:pt x="1872364" y="561042"/>
                  </a:lnTo>
                  <a:lnTo>
                    <a:pt x="1873179" y="620668"/>
                  </a:lnTo>
                  <a:lnTo>
                    <a:pt x="1873994" y="731010"/>
                  </a:lnTo>
                  <a:lnTo>
                    <a:pt x="1874808" y="739071"/>
                  </a:lnTo>
                  <a:lnTo>
                    <a:pt x="1875623" y="695596"/>
                  </a:lnTo>
                  <a:lnTo>
                    <a:pt x="1876438" y="635772"/>
                  </a:lnTo>
                  <a:lnTo>
                    <a:pt x="1877253" y="567720"/>
                  </a:lnTo>
                  <a:lnTo>
                    <a:pt x="1878068" y="481690"/>
                  </a:lnTo>
                  <a:lnTo>
                    <a:pt x="1878882" y="302896"/>
                  </a:lnTo>
                  <a:lnTo>
                    <a:pt x="1879697" y="229619"/>
                  </a:lnTo>
                  <a:lnTo>
                    <a:pt x="1880512" y="223848"/>
                  </a:lnTo>
                  <a:lnTo>
                    <a:pt x="1881327" y="184594"/>
                  </a:lnTo>
                  <a:lnTo>
                    <a:pt x="1882141" y="103784"/>
                  </a:lnTo>
                  <a:lnTo>
                    <a:pt x="1882956" y="49335"/>
                  </a:lnTo>
                  <a:lnTo>
                    <a:pt x="1883771" y="131894"/>
                  </a:lnTo>
                  <a:lnTo>
                    <a:pt x="1884586" y="478384"/>
                  </a:lnTo>
                  <a:lnTo>
                    <a:pt x="1885401" y="969757"/>
                  </a:lnTo>
                  <a:lnTo>
                    <a:pt x="1886215" y="1365379"/>
                  </a:lnTo>
                  <a:lnTo>
                    <a:pt x="1887030" y="1694019"/>
                  </a:lnTo>
                  <a:lnTo>
                    <a:pt x="1887845" y="1879838"/>
                  </a:lnTo>
                  <a:lnTo>
                    <a:pt x="1888660" y="1944572"/>
                  </a:lnTo>
                  <a:lnTo>
                    <a:pt x="1889474" y="1733891"/>
                  </a:lnTo>
                  <a:lnTo>
                    <a:pt x="1890289" y="1405079"/>
                  </a:lnTo>
                  <a:lnTo>
                    <a:pt x="1891104" y="1281921"/>
                  </a:lnTo>
                  <a:lnTo>
                    <a:pt x="1891919" y="1340204"/>
                  </a:lnTo>
                  <a:lnTo>
                    <a:pt x="1892734" y="1417315"/>
                  </a:lnTo>
                  <a:lnTo>
                    <a:pt x="1893548" y="1430250"/>
                  </a:lnTo>
                  <a:lnTo>
                    <a:pt x="1894363" y="1453401"/>
                  </a:lnTo>
                  <a:lnTo>
                    <a:pt x="1895178" y="1453289"/>
                  </a:lnTo>
                  <a:lnTo>
                    <a:pt x="1895993" y="1432336"/>
                  </a:lnTo>
                  <a:lnTo>
                    <a:pt x="1896807" y="1273767"/>
                  </a:lnTo>
                  <a:lnTo>
                    <a:pt x="1897622" y="1177693"/>
                  </a:lnTo>
                  <a:lnTo>
                    <a:pt x="1898437" y="1198745"/>
                  </a:lnTo>
                  <a:lnTo>
                    <a:pt x="1899252" y="1178037"/>
                  </a:lnTo>
                  <a:lnTo>
                    <a:pt x="1900067" y="1133904"/>
                  </a:lnTo>
                  <a:lnTo>
                    <a:pt x="1900881" y="1166677"/>
                  </a:lnTo>
                  <a:lnTo>
                    <a:pt x="1901696" y="1419962"/>
                  </a:lnTo>
                  <a:lnTo>
                    <a:pt x="1902511" y="1638613"/>
                  </a:lnTo>
                  <a:lnTo>
                    <a:pt x="1903326" y="1819863"/>
                  </a:lnTo>
                  <a:lnTo>
                    <a:pt x="1904140" y="2052397"/>
                  </a:lnTo>
                  <a:lnTo>
                    <a:pt x="1904955" y="2290477"/>
                  </a:lnTo>
                  <a:lnTo>
                    <a:pt x="1905770" y="2372570"/>
                  </a:lnTo>
                  <a:lnTo>
                    <a:pt x="1906585" y="2303855"/>
                  </a:lnTo>
                  <a:lnTo>
                    <a:pt x="1907400" y="2352127"/>
                  </a:lnTo>
                  <a:lnTo>
                    <a:pt x="1908214" y="2416985"/>
                  </a:lnTo>
                  <a:lnTo>
                    <a:pt x="1909029" y="2564037"/>
                  </a:lnTo>
                  <a:lnTo>
                    <a:pt x="1909844" y="2695093"/>
                  </a:lnTo>
                  <a:lnTo>
                    <a:pt x="1910659" y="2782599"/>
                  </a:lnTo>
                  <a:lnTo>
                    <a:pt x="1911473" y="2856864"/>
                  </a:lnTo>
                  <a:lnTo>
                    <a:pt x="1912288" y="2885762"/>
                  </a:lnTo>
                  <a:lnTo>
                    <a:pt x="1913103" y="2956561"/>
                  </a:lnTo>
                  <a:lnTo>
                    <a:pt x="1913918" y="2855759"/>
                  </a:lnTo>
                  <a:lnTo>
                    <a:pt x="1914733" y="2643080"/>
                  </a:lnTo>
                  <a:lnTo>
                    <a:pt x="1915547" y="2526033"/>
                  </a:lnTo>
                  <a:lnTo>
                    <a:pt x="1916362" y="2234697"/>
                  </a:lnTo>
                  <a:lnTo>
                    <a:pt x="1917177" y="1896849"/>
                  </a:lnTo>
                  <a:lnTo>
                    <a:pt x="1917992" y="1638526"/>
                  </a:lnTo>
                  <a:lnTo>
                    <a:pt x="1918807" y="1499116"/>
                  </a:lnTo>
                  <a:lnTo>
                    <a:pt x="1919621" y="1524215"/>
                  </a:lnTo>
                  <a:lnTo>
                    <a:pt x="1920436" y="1603753"/>
                  </a:lnTo>
                  <a:lnTo>
                    <a:pt x="1921251" y="1876504"/>
                  </a:lnTo>
                  <a:lnTo>
                    <a:pt x="1922066" y="2143892"/>
                  </a:lnTo>
                  <a:lnTo>
                    <a:pt x="1922880" y="2283742"/>
                  </a:lnTo>
                  <a:lnTo>
                    <a:pt x="1923695" y="2457904"/>
                  </a:lnTo>
                  <a:lnTo>
                    <a:pt x="1924510" y="2503116"/>
                  </a:lnTo>
                  <a:lnTo>
                    <a:pt x="1925325" y="2424134"/>
                  </a:lnTo>
                  <a:lnTo>
                    <a:pt x="1926140" y="2371951"/>
                  </a:lnTo>
                  <a:lnTo>
                    <a:pt x="1926954" y="2383325"/>
                  </a:lnTo>
                  <a:lnTo>
                    <a:pt x="1927769" y="2333218"/>
                  </a:lnTo>
                  <a:lnTo>
                    <a:pt x="1928584" y="2172101"/>
                  </a:lnTo>
                  <a:lnTo>
                    <a:pt x="1929399" y="2136730"/>
                  </a:lnTo>
                  <a:lnTo>
                    <a:pt x="1930213" y="2187573"/>
                  </a:lnTo>
                  <a:lnTo>
                    <a:pt x="1931028" y="2146681"/>
                  </a:lnTo>
                  <a:lnTo>
                    <a:pt x="1931843" y="2062139"/>
                  </a:lnTo>
                  <a:lnTo>
                    <a:pt x="1932658" y="2058304"/>
                  </a:lnTo>
                  <a:lnTo>
                    <a:pt x="1933473" y="2113309"/>
                  </a:lnTo>
                  <a:lnTo>
                    <a:pt x="1934287" y="2179771"/>
                  </a:lnTo>
                  <a:lnTo>
                    <a:pt x="1935102" y="2180394"/>
                  </a:lnTo>
                  <a:lnTo>
                    <a:pt x="1935917" y="2157149"/>
                  </a:lnTo>
                  <a:lnTo>
                    <a:pt x="1936732" y="2053340"/>
                  </a:lnTo>
                  <a:lnTo>
                    <a:pt x="1937546" y="2079462"/>
                  </a:lnTo>
                  <a:lnTo>
                    <a:pt x="1938361" y="2173388"/>
                  </a:lnTo>
                  <a:lnTo>
                    <a:pt x="1939176" y="2204774"/>
                  </a:lnTo>
                  <a:lnTo>
                    <a:pt x="1939991" y="2288391"/>
                  </a:lnTo>
                  <a:lnTo>
                    <a:pt x="1940806" y="2384313"/>
                  </a:lnTo>
                  <a:lnTo>
                    <a:pt x="1941620" y="2559279"/>
                  </a:lnTo>
                  <a:lnTo>
                    <a:pt x="1942435" y="2706092"/>
                  </a:lnTo>
                  <a:lnTo>
                    <a:pt x="1943250" y="2802871"/>
                  </a:lnTo>
                  <a:lnTo>
                    <a:pt x="1944065" y="2929048"/>
                  </a:lnTo>
                  <a:lnTo>
                    <a:pt x="1944879" y="2972597"/>
                  </a:lnTo>
                  <a:lnTo>
                    <a:pt x="1945694" y="3010761"/>
                  </a:lnTo>
                  <a:lnTo>
                    <a:pt x="1946509" y="3044275"/>
                  </a:lnTo>
                  <a:lnTo>
                    <a:pt x="1947324" y="2993678"/>
                  </a:lnTo>
                  <a:lnTo>
                    <a:pt x="1948139" y="2928275"/>
                  </a:lnTo>
                  <a:lnTo>
                    <a:pt x="1948953" y="2862105"/>
                  </a:lnTo>
                  <a:lnTo>
                    <a:pt x="1949768" y="2860339"/>
                  </a:lnTo>
                  <a:lnTo>
                    <a:pt x="1950583" y="2884385"/>
                  </a:lnTo>
                  <a:lnTo>
                    <a:pt x="1951398" y="2921562"/>
                  </a:lnTo>
                  <a:lnTo>
                    <a:pt x="1952213" y="2946555"/>
                  </a:lnTo>
                  <a:lnTo>
                    <a:pt x="1953027" y="2957940"/>
                  </a:lnTo>
                  <a:lnTo>
                    <a:pt x="1953842" y="2913612"/>
                  </a:lnTo>
                  <a:lnTo>
                    <a:pt x="1954657" y="2889357"/>
                  </a:lnTo>
                  <a:lnTo>
                    <a:pt x="1955472" y="2919875"/>
                  </a:lnTo>
                  <a:lnTo>
                    <a:pt x="1956286" y="2911880"/>
                  </a:lnTo>
                  <a:lnTo>
                    <a:pt x="1957101" y="2929057"/>
                  </a:lnTo>
                  <a:lnTo>
                    <a:pt x="1957916" y="2944852"/>
                  </a:lnTo>
                  <a:lnTo>
                    <a:pt x="1958731" y="2990571"/>
                  </a:lnTo>
                  <a:lnTo>
                    <a:pt x="1959546" y="2884624"/>
                  </a:lnTo>
                  <a:lnTo>
                    <a:pt x="1960360" y="2736827"/>
                  </a:lnTo>
                  <a:lnTo>
                    <a:pt x="1961175" y="2658669"/>
                  </a:lnTo>
                  <a:lnTo>
                    <a:pt x="1961990" y="2597368"/>
                  </a:lnTo>
                  <a:lnTo>
                    <a:pt x="1962805" y="2520035"/>
                  </a:lnTo>
                  <a:lnTo>
                    <a:pt x="1963619" y="2439590"/>
                  </a:lnTo>
                  <a:lnTo>
                    <a:pt x="1964434" y="2507555"/>
                  </a:lnTo>
                  <a:lnTo>
                    <a:pt x="1965249" y="2544111"/>
                  </a:lnTo>
                  <a:lnTo>
                    <a:pt x="1966064" y="2549988"/>
                  </a:lnTo>
                  <a:lnTo>
                    <a:pt x="1966879" y="2495606"/>
                  </a:lnTo>
                  <a:lnTo>
                    <a:pt x="1967693" y="2495318"/>
                  </a:lnTo>
                  <a:lnTo>
                    <a:pt x="1968508" y="2557532"/>
                  </a:lnTo>
                  <a:lnTo>
                    <a:pt x="1969323" y="2619766"/>
                  </a:lnTo>
                  <a:lnTo>
                    <a:pt x="1970138" y="2698514"/>
                  </a:lnTo>
                  <a:lnTo>
                    <a:pt x="1970952" y="2780572"/>
                  </a:lnTo>
                  <a:lnTo>
                    <a:pt x="1971767" y="2861880"/>
                  </a:lnTo>
                  <a:lnTo>
                    <a:pt x="1972582" y="2833149"/>
                  </a:lnTo>
                  <a:lnTo>
                    <a:pt x="1973397" y="2765863"/>
                  </a:lnTo>
                  <a:lnTo>
                    <a:pt x="1974212" y="2746904"/>
                  </a:lnTo>
                  <a:lnTo>
                    <a:pt x="1975026" y="2746906"/>
                  </a:lnTo>
                  <a:lnTo>
                    <a:pt x="1975841" y="2726975"/>
                  </a:lnTo>
                  <a:lnTo>
                    <a:pt x="1976656" y="2720271"/>
                  </a:lnTo>
                  <a:lnTo>
                    <a:pt x="1977471" y="2830326"/>
                  </a:lnTo>
                  <a:lnTo>
                    <a:pt x="1978285" y="2911259"/>
                  </a:lnTo>
                  <a:lnTo>
                    <a:pt x="1979100" y="2867320"/>
                  </a:lnTo>
                  <a:lnTo>
                    <a:pt x="1979915" y="2817787"/>
                  </a:lnTo>
                  <a:lnTo>
                    <a:pt x="1980730" y="2800290"/>
                  </a:lnTo>
                  <a:lnTo>
                    <a:pt x="1981545" y="2848774"/>
                  </a:lnTo>
                  <a:lnTo>
                    <a:pt x="1982359" y="2873894"/>
                  </a:lnTo>
                  <a:lnTo>
                    <a:pt x="1983174" y="2907363"/>
                  </a:lnTo>
                  <a:lnTo>
                    <a:pt x="1983989" y="2970261"/>
                  </a:lnTo>
                  <a:lnTo>
                    <a:pt x="1984804" y="3036561"/>
                  </a:lnTo>
                  <a:lnTo>
                    <a:pt x="1985618" y="3109880"/>
                  </a:lnTo>
                  <a:lnTo>
                    <a:pt x="1986433" y="3116713"/>
                  </a:lnTo>
                  <a:lnTo>
                    <a:pt x="1987248" y="3116714"/>
                  </a:lnTo>
                  <a:lnTo>
                    <a:pt x="1988063" y="3116716"/>
                  </a:lnTo>
                  <a:lnTo>
                    <a:pt x="1988878" y="3107160"/>
                  </a:lnTo>
                  <a:lnTo>
                    <a:pt x="1989692" y="3042439"/>
                  </a:lnTo>
                  <a:lnTo>
                    <a:pt x="1990507" y="2976074"/>
                  </a:lnTo>
                  <a:lnTo>
                    <a:pt x="1991322" y="2954682"/>
                  </a:lnTo>
                  <a:lnTo>
                    <a:pt x="1992137" y="2895779"/>
                  </a:lnTo>
                  <a:lnTo>
                    <a:pt x="1992952" y="2897863"/>
                  </a:lnTo>
                  <a:lnTo>
                    <a:pt x="1993766" y="2937535"/>
                  </a:lnTo>
                  <a:lnTo>
                    <a:pt x="1994581" y="2953134"/>
                  </a:lnTo>
                  <a:lnTo>
                    <a:pt x="1995396" y="2972547"/>
                  </a:lnTo>
                  <a:lnTo>
                    <a:pt x="1996211" y="2988128"/>
                  </a:lnTo>
                  <a:lnTo>
                    <a:pt x="1997025" y="3020086"/>
                  </a:lnTo>
                  <a:lnTo>
                    <a:pt x="1997840" y="2991040"/>
                  </a:lnTo>
                  <a:lnTo>
                    <a:pt x="1998655" y="2946329"/>
                  </a:lnTo>
                  <a:lnTo>
                    <a:pt x="1999470" y="2958246"/>
                  </a:lnTo>
                  <a:lnTo>
                    <a:pt x="2000285" y="2901303"/>
                  </a:lnTo>
                  <a:lnTo>
                    <a:pt x="2001099" y="2806614"/>
                  </a:lnTo>
                  <a:lnTo>
                    <a:pt x="2001914" y="2723323"/>
                  </a:lnTo>
                  <a:lnTo>
                    <a:pt x="2002729" y="2655023"/>
                  </a:lnTo>
                  <a:lnTo>
                    <a:pt x="2003544" y="2518832"/>
                  </a:lnTo>
                  <a:lnTo>
                    <a:pt x="2004358" y="2401036"/>
                  </a:lnTo>
                  <a:lnTo>
                    <a:pt x="2005173" y="2444538"/>
                  </a:lnTo>
                  <a:lnTo>
                    <a:pt x="2005988" y="2575122"/>
                  </a:lnTo>
                  <a:lnTo>
                    <a:pt x="2006803" y="2725588"/>
                  </a:lnTo>
                  <a:lnTo>
                    <a:pt x="2007618" y="2854786"/>
                  </a:lnTo>
                  <a:lnTo>
                    <a:pt x="2008432" y="2982399"/>
                  </a:lnTo>
                  <a:lnTo>
                    <a:pt x="2009247" y="3074526"/>
                  </a:lnTo>
                  <a:lnTo>
                    <a:pt x="2010062" y="3112316"/>
                  </a:lnTo>
                  <a:lnTo>
                    <a:pt x="2010877" y="3096381"/>
                  </a:lnTo>
                  <a:lnTo>
                    <a:pt x="2011691" y="3028105"/>
                  </a:lnTo>
                  <a:lnTo>
                    <a:pt x="2012506" y="2926204"/>
                  </a:lnTo>
                  <a:lnTo>
                    <a:pt x="2013321" y="2853842"/>
                  </a:lnTo>
                  <a:lnTo>
                    <a:pt x="2014136" y="2797737"/>
                  </a:lnTo>
                  <a:lnTo>
                    <a:pt x="2014951" y="2686939"/>
                  </a:lnTo>
                  <a:lnTo>
                    <a:pt x="2015765" y="2637122"/>
                  </a:lnTo>
                  <a:lnTo>
                    <a:pt x="2016580" y="2665166"/>
                  </a:lnTo>
                  <a:lnTo>
                    <a:pt x="2017395" y="2660529"/>
                  </a:lnTo>
                  <a:lnTo>
                    <a:pt x="2018210" y="2597422"/>
                  </a:lnTo>
                  <a:lnTo>
                    <a:pt x="2019024" y="2495642"/>
                  </a:lnTo>
                  <a:lnTo>
                    <a:pt x="2019839" y="2428684"/>
                  </a:lnTo>
                  <a:lnTo>
                    <a:pt x="2020654" y="2336680"/>
                  </a:lnTo>
                  <a:lnTo>
                    <a:pt x="2021469" y="2208759"/>
                  </a:lnTo>
                  <a:lnTo>
                    <a:pt x="2022284" y="2109721"/>
                  </a:lnTo>
                  <a:lnTo>
                    <a:pt x="2023098" y="2140105"/>
                  </a:lnTo>
                  <a:lnTo>
                    <a:pt x="2023913" y="2331442"/>
                  </a:lnTo>
                  <a:lnTo>
                    <a:pt x="2024728" y="2456121"/>
                  </a:lnTo>
                  <a:lnTo>
                    <a:pt x="2025543" y="2507731"/>
                  </a:lnTo>
                  <a:lnTo>
                    <a:pt x="2026357" y="2586138"/>
                  </a:lnTo>
                  <a:lnTo>
                    <a:pt x="2027172" y="2738535"/>
                  </a:lnTo>
                  <a:lnTo>
                    <a:pt x="2027987" y="2859127"/>
                  </a:lnTo>
                  <a:lnTo>
                    <a:pt x="2028802" y="2813210"/>
                  </a:lnTo>
                  <a:lnTo>
                    <a:pt x="2029617" y="2770330"/>
                  </a:lnTo>
                  <a:lnTo>
                    <a:pt x="2030431" y="2754535"/>
                  </a:lnTo>
                  <a:lnTo>
                    <a:pt x="2031246" y="2723152"/>
                  </a:lnTo>
                  <a:lnTo>
                    <a:pt x="2032061" y="2623995"/>
                  </a:lnTo>
                  <a:lnTo>
                    <a:pt x="2032876" y="2468528"/>
                  </a:lnTo>
                  <a:lnTo>
                    <a:pt x="2033691" y="2424927"/>
                  </a:lnTo>
                  <a:lnTo>
                    <a:pt x="2034505" y="2467163"/>
                  </a:lnTo>
                  <a:lnTo>
                    <a:pt x="2035320" y="2441042"/>
                  </a:lnTo>
                  <a:lnTo>
                    <a:pt x="2036135" y="2362892"/>
                  </a:lnTo>
                  <a:lnTo>
                    <a:pt x="2036950" y="2358186"/>
                  </a:lnTo>
                  <a:lnTo>
                    <a:pt x="2037764" y="2478305"/>
                  </a:lnTo>
                  <a:lnTo>
                    <a:pt x="2038579" y="2568637"/>
                  </a:lnTo>
                  <a:lnTo>
                    <a:pt x="2039394" y="2506513"/>
                  </a:lnTo>
                  <a:lnTo>
                    <a:pt x="2040209" y="2444439"/>
                  </a:lnTo>
                  <a:lnTo>
                    <a:pt x="2041024" y="2419302"/>
                  </a:lnTo>
                  <a:lnTo>
                    <a:pt x="2041838" y="2304754"/>
                  </a:lnTo>
                  <a:lnTo>
                    <a:pt x="2042653" y="2060147"/>
                  </a:lnTo>
                  <a:lnTo>
                    <a:pt x="2043468" y="1837056"/>
                  </a:lnTo>
                  <a:lnTo>
                    <a:pt x="2044283" y="1752677"/>
                  </a:lnTo>
                  <a:lnTo>
                    <a:pt x="2045097" y="1773854"/>
                  </a:lnTo>
                  <a:lnTo>
                    <a:pt x="2045912" y="1800681"/>
                  </a:lnTo>
                  <a:lnTo>
                    <a:pt x="2046727" y="1860864"/>
                  </a:lnTo>
                  <a:lnTo>
                    <a:pt x="2047542" y="2061788"/>
                  </a:lnTo>
                  <a:lnTo>
                    <a:pt x="2048357" y="2123563"/>
                  </a:lnTo>
                  <a:lnTo>
                    <a:pt x="2049171" y="2017105"/>
                  </a:lnTo>
                  <a:lnTo>
                    <a:pt x="2049986" y="2000977"/>
                  </a:lnTo>
                  <a:lnTo>
                    <a:pt x="2050801" y="2034997"/>
                  </a:lnTo>
                  <a:lnTo>
                    <a:pt x="2051616" y="2082224"/>
                  </a:lnTo>
                  <a:lnTo>
                    <a:pt x="2052430" y="2118899"/>
                  </a:lnTo>
                  <a:lnTo>
                    <a:pt x="2053245" y="2249847"/>
                  </a:lnTo>
                  <a:lnTo>
                    <a:pt x="2054060" y="2455831"/>
                  </a:lnTo>
                  <a:lnTo>
                    <a:pt x="2054875" y="2588037"/>
                  </a:lnTo>
                  <a:lnTo>
                    <a:pt x="2055690" y="2689486"/>
                  </a:lnTo>
                  <a:lnTo>
                    <a:pt x="2056504" y="2762430"/>
                  </a:lnTo>
                  <a:lnTo>
                    <a:pt x="2057319" y="2728889"/>
                  </a:lnTo>
                  <a:lnTo>
                    <a:pt x="2058134" y="2787169"/>
                  </a:lnTo>
                  <a:lnTo>
                    <a:pt x="2058949" y="2805028"/>
                  </a:lnTo>
                  <a:lnTo>
                    <a:pt x="2059763" y="2711928"/>
                  </a:lnTo>
                  <a:lnTo>
                    <a:pt x="2060578" y="2748640"/>
                  </a:lnTo>
                  <a:lnTo>
                    <a:pt x="2061393" y="2824640"/>
                  </a:lnTo>
                  <a:lnTo>
                    <a:pt x="2062208" y="2836958"/>
                  </a:lnTo>
                  <a:lnTo>
                    <a:pt x="2063023" y="2690890"/>
                  </a:lnTo>
                  <a:lnTo>
                    <a:pt x="2063837" y="2563231"/>
                  </a:lnTo>
                  <a:lnTo>
                    <a:pt x="2064652" y="2500317"/>
                  </a:lnTo>
                  <a:lnTo>
                    <a:pt x="2065467" y="2314378"/>
                  </a:lnTo>
                  <a:lnTo>
                    <a:pt x="2066282" y="2161180"/>
                  </a:lnTo>
                  <a:lnTo>
                    <a:pt x="2067096" y="2126294"/>
                  </a:lnTo>
                  <a:lnTo>
                    <a:pt x="2067911" y="2179945"/>
                  </a:lnTo>
                  <a:lnTo>
                    <a:pt x="2068726" y="2303841"/>
                  </a:lnTo>
                  <a:lnTo>
                    <a:pt x="2069541" y="2476489"/>
                  </a:lnTo>
                  <a:lnTo>
                    <a:pt x="2070356" y="2601715"/>
                  </a:lnTo>
                  <a:lnTo>
                    <a:pt x="2071170" y="2667830"/>
                  </a:lnTo>
                  <a:lnTo>
                    <a:pt x="2071985" y="2684098"/>
                  </a:lnTo>
                  <a:lnTo>
                    <a:pt x="2072800" y="2668733"/>
                  </a:lnTo>
                  <a:lnTo>
                    <a:pt x="2073615" y="2603262"/>
                  </a:lnTo>
                  <a:lnTo>
                    <a:pt x="2074430" y="2500975"/>
                  </a:lnTo>
                  <a:lnTo>
                    <a:pt x="2075244" y="2475441"/>
                  </a:lnTo>
                  <a:lnTo>
                    <a:pt x="2076059" y="2476959"/>
                  </a:lnTo>
                  <a:lnTo>
                    <a:pt x="2076874" y="2522160"/>
                  </a:lnTo>
                  <a:lnTo>
                    <a:pt x="2077689" y="2610867"/>
                  </a:lnTo>
                  <a:lnTo>
                    <a:pt x="2078503" y="2683142"/>
                  </a:lnTo>
                  <a:lnTo>
                    <a:pt x="2079318" y="2619445"/>
                  </a:lnTo>
                  <a:lnTo>
                    <a:pt x="2080133" y="2509374"/>
                  </a:lnTo>
                  <a:lnTo>
                    <a:pt x="2080948" y="2419047"/>
                  </a:lnTo>
                  <a:lnTo>
                    <a:pt x="2081763" y="2251374"/>
                  </a:lnTo>
                  <a:lnTo>
                    <a:pt x="2082577" y="2025749"/>
                  </a:lnTo>
                  <a:lnTo>
                    <a:pt x="2083392" y="1942280"/>
                  </a:lnTo>
                  <a:lnTo>
                    <a:pt x="2084207" y="2069432"/>
                  </a:lnTo>
                  <a:lnTo>
                    <a:pt x="2085022" y="2152587"/>
                  </a:lnTo>
                  <a:lnTo>
                    <a:pt x="2085836" y="2143471"/>
                  </a:lnTo>
                  <a:lnTo>
                    <a:pt x="2086651" y="2194340"/>
                  </a:lnTo>
                  <a:lnTo>
                    <a:pt x="2087466" y="2251777"/>
                  </a:lnTo>
                  <a:lnTo>
                    <a:pt x="2088281" y="2167533"/>
                  </a:lnTo>
                  <a:lnTo>
                    <a:pt x="2089096" y="2075976"/>
                  </a:lnTo>
                  <a:lnTo>
                    <a:pt x="2089910" y="2103958"/>
                  </a:lnTo>
                  <a:lnTo>
                    <a:pt x="2090725" y="2099075"/>
                  </a:lnTo>
                  <a:lnTo>
                    <a:pt x="2091540" y="2073208"/>
                  </a:lnTo>
                  <a:lnTo>
                    <a:pt x="2092355" y="2038794"/>
                  </a:lnTo>
                  <a:lnTo>
                    <a:pt x="2093169" y="2058996"/>
                  </a:lnTo>
                  <a:lnTo>
                    <a:pt x="2093984" y="1988496"/>
                  </a:lnTo>
                  <a:lnTo>
                    <a:pt x="2094799" y="1817386"/>
                  </a:lnTo>
                  <a:lnTo>
                    <a:pt x="2095614" y="1717519"/>
                  </a:lnTo>
                  <a:lnTo>
                    <a:pt x="2096429" y="1710585"/>
                  </a:lnTo>
                  <a:lnTo>
                    <a:pt x="2097243" y="1691812"/>
                  </a:lnTo>
                  <a:lnTo>
                    <a:pt x="2098058" y="1616246"/>
                  </a:lnTo>
                  <a:lnTo>
                    <a:pt x="2098873" y="1512971"/>
                  </a:lnTo>
                  <a:lnTo>
                    <a:pt x="2099688" y="1422559"/>
                  </a:lnTo>
                  <a:lnTo>
                    <a:pt x="2100502" y="1311194"/>
                  </a:lnTo>
                  <a:lnTo>
                    <a:pt x="2101317" y="1077735"/>
                  </a:lnTo>
                  <a:lnTo>
                    <a:pt x="2102132" y="927559"/>
                  </a:lnTo>
                  <a:lnTo>
                    <a:pt x="2102947" y="818396"/>
                  </a:lnTo>
                  <a:lnTo>
                    <a:pt x="2103762" y="831387"/>
                  </a:lnTo>
                  <a:lnTo>
                    <a:pt x="2104576" y="939804"/>
                  </a:lnTo>
                  <a:lnTo>
                    <a:pt x="2105391" y="1000740"/>
                  </a:lnTo>
                  <a:lnTo>
                    <a:pt x="2106206" y="1137694"/>
                  </a:lnTo>
                  <a:lnTo>
                    <a:pt x="2107021" y="1283875"/>
                  </a:lnTo>
                  <a:lnTo>
                    <a:pt x="2107835" y="1354236"/>
                  </a:lnTo>
                  <a:lnTo>
                    <a:pt x="2108650" y="1374142"/>
                  </a:lnTo>
                  <a:lnTo>
                    <a:pt x="2109465" y="1412165"/>
                  </a:lnTo>
                  <a:lnTo>
                    <a:pt x="2110280" y="1586145"/>
                  </a:lnTo>
                  <a:lnTo>
                    <a:pt x="2111095" y="1774056"/>
                  </a:lnTo>
                  <a:lnTo>
                    <a:pt x="2111909" y="1793039"/>
                  </a:lnTo>
                  <a:lnTo>
                    <a:pt x="2112724" y="1900334"/>
                  </a:lnTo>
                  <a:lnTo>
                    <a:pt x="2113539" y="1981030"/>
                  </a:lnTo>
                  <a:lnTo>
                    <a:pt x="2114354" y="1926171"/>
                  </a:lnTo>
                  <a:lnTo>
                    <a:pt x="2115169" y="1903601"/>
                  </a:lnTo>
                  <a:lnTo>
                    <a:pt x="2115983" y="1862417"/>
                  </a:lnTo>
                  <a:lnTo>
                    <a:pt x="2116798" y="1899579"/>
                  </a:lnTo>
                  <a:lnTo>
                    <a:pt x="2117613" y="1936972"/>
                  </a:lnTo>
                  <a:lnTo>
                    <a:pt x="2118428" y="1900881"/>
                  </a:lnTo>
                  <a:lnTo>
                    <a:pt x="2119242" y="1889517"/>
                  </a:lnTo>
                  <a:lnTo>
                    <a:pt x="2120057" y="1835776"/>
                  </a:lnTo>
                  <a:lnTo>
                    <a:pt x="2120872" y="1839623"/>
                  </a:lnTo>
                  <a:lnTo>
                    <a:pt x="2121687" y="1845411"/>
                  </a:lnTo>
                  <a:lnTo>
                    <a:pt x="2122502" y="1876093"/>
                  </a:lnTo>
                  <a:lnTo>
                    <a:pt x="2123316" y="2023012"/>
                  </a:lnTo>
                  <a:lnTo>
                    <a:pt x="2124131" y="2225466"/>
                  </a:lnTo>
                  <a:lnTo>
                    <a:pt x="2124946" y="2383707"/>
                  </a:lnTo>
                  <a:lnTo>
                    <a:pt x="2125761" y="2411357"/>
                  </a:lnTo>
                  <a:lnTo>
                    <a:pt x="2126575" y="2505533"/>
                  </a:lnTo>
                  <a:lnTo>
                    <a:pt x="2127390" y="2569621"/>
                  </a:lnTo>
                  <a:lnTo>
                    <a:pt x="2128205" y="2510666"/>
                  </a:lnTo>
                  <a:lnTo>
                    <a:pt x="2129020" y="2454052"/>
                  </a:lnTo>
                  <a:lnTo>
                    <a:pt x="2129835" y="2507450"/>
                  </a:lnTo>
                  <a:lnTo>
                    <a:pt x="2130649" y="2610588"/>
                  </a:lnTo>
                  <a:lnTo>
                    <a:pt x="2131464" y="2617240"/>
                  </a:lnTo>
                  <a:lnTo>
                    <a:pt x="2132279" y="2661436"/>
                  </a:lnTo>
                  <a:lnTo>
                    <a:pt x="2133094" y="2813296"/>
                  </a:lnTo>
                  <a:lnTo>
                    <a:pt x="2133908" y="2786664"/>
                  </a:lnTo>
                  <a:lnTo>
                    <a:pt x="2134723" y="2549933"/>
                  </a:lnTo>
                  <a:lnTo>
                    <a:pt x="2135538" y="2295529"/>
                  </a:lnTo>
                  <a:lnTo>
                    <a:pt x="2136353" y="2174332"/>
                  </a:lnTo>
                  <a:lnTo>
                    <a:pt x="2137168" y="2149076"/>
                  </a:lnTo>
                  <a:lnTo>
                    <a:pt x="2137982" y="2089028"/>
                  </a:lnTo>
                  <a:lnTo>
                    <a:pt x="2138797" y="2113455"/>
                  </a:lnTo>
                  <a:lnTo>
                    <a:pt x="2139612" y="2295984"/>
                  </a:lnTo>
                  <a:lnTo>
                    <a:pt x="2140427" y="2361959"/>
                  </a:lnTo>
                  <a:lnTo>
                    <a:pt x="2141241" y="2275434"/>
                  </a:lnTo>
                  <a:lnTo>
                    <a:pt x="2142056" y="2084895"/>
                  </a:lnTo>
                  <a:lnTo>
                    <a:pt x="2142871" y="1962232"/>
                  </a:lnTo>
                  <a:lnTo>
                    <a:pt x="2143686" y="1930680"/>
                  </a:lnTo>
                  <a:lnTo>
                    <a:pt x="2144501" y="1836703"/>
                  </a:lnTo>
                  <a:lnTo>
                    <a:pt x="2145315" y="1884834"/>
                  </a:lnTo>
                  <a:lnTo>
                    <a:pt x="2146130" y="2004655"/>
                  </a:lnTo>
                  <a:lnTo>
                    <a:pt x="2146945" y="2133982"/>
                  </a:lnTo>
                  <a:lnTo>
                    <a:pt x="2147760" y="2296105"/>
                  </a:lnTo>
                  <a:lnTo>
                    <a:pt x="2148574" y="2435686"/>
                  </a:lnTo>
                  <a:lnTo>
                    <a:pt x="2149389" y="2555059"/>
                  </a:lnTo>
                  <a:lnTo>
                    <a:pt x="2150204" y="2636976"/>
                  </a:lnTo>
                  <a:lnTo>
                    <a:pt x="2151019" y="2722845"/>
                  </a:lnTo>
                  <a:lnTo>
                    <a:pt x="2151834" y="2750877"/>
                  </a:lnTo>
                  <a:lnTo>
                    <a:pt x="2152648" y="2768469"/>
                  </a:lnTo>
                  <a:lnTo>
                    <a:pt x="2153463" y="2745704"/>
                  </a:lnTo>
                  <a:lnTo>
                    <a:pt x="2154278" y="2707227"/>
                  </a:lnTo>
                  <a:lnTo>
                    <a:pt x="2155093" y="2692844"/>
                  </a:lnTo>
                  <a:lnTo>
                    <a:pt x="2155908" y="2610830"/>
                  </a:lnTo>
                  <a:lnTo>
                    <a:pt x="2156722" y="2604652"/>
                  </a:lnTo>
                  <a:lnTo>
                    <a:pt x="2157537" y="2540508"/>
                  </a:lnTo>
                  <a:lnTo>
                    <a:pt x="2158352" y="2493029"/>
                  </a:lnTo>
                  <a:lnTo>
                    <a:pt x="2159167" y="2516658"/>
                  </a:lnTo>
                  <a:lnTo>
                    <a:pt x="2159981" y="2517924"/>
                  </a:lnTo>
                  <a:lnTo>
                    <a:pt x="2160796" y="2519695"/>
                  </a:lnTo>
                  <a:lnTo>
                    <a:pt x="2161611" y="2382251"/>
                  </a:lnTo>
                  <a:lnTo>
                    <a:pt x="2162426" y="2143263"/>
                  </a:lnTo>
                  <a:lnTo>
                    <a:pt x="2163241" y="1987181"/>
                  </a:lnTo>
                  <a:lnTo>
                    <a:pt x="2164055" y="1899567"/>
                  </a:lnTo>
                  <a:lnTo>
                    <a:pt x="2164870" y="1780888"/>
                  </a:lnTo>
                  <a:lnTo>
                    <a:pt x="2165685" y="1681442"/>
                  </a:lnTo>
                  <a:lnTo>
                    <a:pt x="2166500" y="1789024"/>
                  </a:lnTo>
                  <a:lnTo>
                    <a:pt x="2167314" y="1915782"/>
                  </a:lnTo>
                  <a:lnTo>
                    <a:pt x="2168129" y="1884559"/>
                  </a:lnTo>
                  <a:lnTo>
                    <a:pt x="2168944" y="1794936"/>
                  </a:lnTo>
                  <a:lnTo>
                    <a:pt x="2169759" y="1866962"/>
                  </a:lnTo>
                  <a:lnTo>
                    <a:pt x="2170574" y="1991763"/>
                  </a:lnTo>
                  <a:lnTo>
                    <a:pt x="2171388" y="2025315"/>
                  </a:lnTo>
                  <a:lnTo>
                    <a:pt x="2172203" y="2103173"/>
                  </a:lnTo>
                  <a:lnTo>
                    <a:pt x="2173018" y="2189107"/>
                  </a:lnTo>
                  <a:lnTo>
                    <a:pt x="2173833" y="2209852"/>
                  </a:lnTo>
                  <a:lnTo>
                    <a:pt x="2174647" y="2139596"/>
                  </a:lnTo>
                  <a:lnTo>
                    <a:pt x="2175462" y="2155944"/>
                  </a:lnTo>
                  <a:lnTo>
                    <a:pt x="2176277" y="2212125"/>
                  </a:lnTo>
                  <a:lnTo>
                    <a:pt x="2177092" y="2219936"/>
                  </a:lnTo>
                  <a:lnTo>
                    <a:pt x="2177907" y="2248630"/>
                  </a:lnTo>
                  <a:lnTo>
                    <a:pt x="2178721" y="2275150"/>
                  </a:lnTo>
                  <a:lnTo>
                    <a:pt x="2179536" y="2388500"/>
                  </a:lnTo>
                  <a:lnTo>
                    <a:pt x="2180351" y="2398372"/>
                  </a:lnTo>
                  <a:lnTo>
                    <a:pt x="2181166" y="2318539"/>
                  </a:lnTo>
                  <a:lnTo>
                    <a:pt x="2181980" y="2239575"/>
                  </a:lnTo>
                  <a:lnTo>
                    <a:pt x="2182795" y="2208539"/>
                  </a:lnTo>
                  <a:lnTo>
                    <a:pt x="2183610" y="2212071"/>
                  </a:lnTo>
                  <a:lnTo>
                    <a:pt x="2184425" y="2138382"/>
                  </a:lnTo>
                  <a:lnTo>
                    <a:pt x="2185240" y="2085453"/>
                  </a:lnTo>
                  <a:lnTo>
                    <a:pt x="2186054" y="2053617"/>
                  </a:lnTo>
                  <a:lnTo>
                    <a:pt x="2186869" y="2036471"/>
                  </a:lnTo>
                  <a:lnTo>
                    <a:pt x="2187684" y="2022870"/>
                  </a:lnTo>
                  <a:lnTo>
                    <a:pt x="2188499" y="2098867"/>
                  </a:lnTo>
                  <a:lnTo>
                    <a:pt x="2189313" y="2092512"/>
                  </a:lnTo>
                  <a:lnTo>
                    <a:pt x="2190128" y="2106352"/>
                  </a:lnTo>
                  <a:lnTo>
                    <a:pt x="2190943" y="2128716"/>
                  </a:lnTo>
                  <a:lnTo>
                    <a:pt x="2191758" y="2199858"/>
                  </a:lnTo>
                  <a:lnTo>
                    <a:pt x="2192573" y="2296151"/>
                  </a:lnTo>
                  <a:lnTo>
                    <a:pt x="2193387" y="2235051"/>
                  </a:lnTo>
                  <a:lnTo>
                    <a:pt x="2194202" y="2182234"/>
                  </a:lnTo>
                  <a:lnTo>
                    <a:pt x="2195017" y="2045382"/>
                  </a:lnTo>
                  <a:lnTo>
                    <a:pt x="2195832" y="1971890"/>
                  </a:lnTo>
                  <a:lnTo>
                    <a:pt x="2196647" y="1862291"/>
                  </a:lnTo>
                  <a:lnTo>
                    <a:pt x="2197461" y="1859071"/>
                  </a:lnTo>
                  <a:lnTo>
                    <a:pt x="2198276" y="2007217"/>
                  </a:lnTo>
                  <a:lnTo>
                    <a:pt x="2199091" y="2130444"/>
                  </a:lnTo>
                  <a:lnTo>
                    <a:pt x="2199906" y="2296677"/>
                  </a:lnTo>
                  <a:lnTo>
                    <a:pt x="2200720" y="2442492"/>
                  </a:lnTo>
                  <a:lnTo>
                    <a:pt x="2201535" y="2623826"/>
                  </a:lnTo>
                  <a:lnTo>
                    <a:pt x="2202350" y="2580075"/>
                  </a:lnTo>
                  <a:lnTo>
                    <a:pt x="2203165" y="2512753"/>
                  </a:lnTo>
                  <a:lnTo>
                    <a:pt x="2203980" y="2526625"/>
                  </a:lnTo>
                  <a:lnTo>
                    <a:pt x="2204794" y="2560907"/>
                  </a:lnTo>
                  <a:lnTo>
                    <a:pt x="2205609" y="2636771"/>
                  </a:lnTo>
                  <a:lnTo>
                    <a:pt x="2206424" y="2666780"/>
                  </a:lnTo>
                  <a:lnTo>
                    <a:pt x="2207239" y="2774253"/>
                  </a:lnTo>
                  <a:lnTo>
                    <a:pt x="2208053" y="2736693"/>
                  </a:lnTo>
                  <a:lnTo>
                    <a:pt x="2208868" y="2653863"/>
                  </a:lnTo>
                  <a:lnTo>
                    <a:pt x="2209683" y="2563414"/>
                  </a:lnTo>
                  <a:lnTo>
                    <a:pt x="2210498" y="2454495"/>
                  </a:lnTo>
                  <a:lnTo>
                    <a:pt x="2211313" y="2465962"/>
                  </a:lnTo>
                  <a:lnTo>
                    <a:pt x="2212127" y="2447701"/>
                  </a:lnTo>
                  <a:lnTo>
                    <a:pt x="2212942" y="2481931"/>
                  </a:lnTo>
                  <a:lnTo>
                    <a:pt x="2213757" y="2608973"/>
                  </a:lnTo>
                  <a:lnTo>
                    <a:pt x="2214572" y="2771158"/>
                  </a:lnTo>
                  <a:lnTo>
                    <a:pt x="2215386" y="2870677"/>
                  </a:lnTo>
                  <a:lnTo>
                    <a:pt x="2216201" y="2883317"/>
                  </a:lnTo>
                  <a:lnTo>
                    <a:pt x="2217016" y="2932346"/>
                  </a:lnTo>
                  <a:lnTo>
                    <a:pt x="2217831" y="2988317"/>
                  </a:lnTo>
                  <a:lnTo>
                    <a:pt x="2218646" y="2923854"/>
                  </a:lnTo>
                  <a:lnTo>
                    <a:pt x="2219460" y="2749270"/>
                  </a:lnTo>
                  <a:lnTo>
                    <a:pt x="2220275" y="2623717"/>
                  </a:lnTo>
                  <a:lnTo>
                    <a:pt x="2221090" y="2510784"/>
                  </a:lnTo>
                  <a:lnTo>
                    <a:pt x="2221905" y="2325060"/>
                  </a:lnTo>
                  <a:lnTo>
                    <a:pt x="2222719" y="2207464"/>
                  </a:lnTo>
                  <a:lnTo>
                    <a:pt x="2223534" y="2213655"/>
                  </a:lnTo>
                  <a:lnTo>
                    <a:pt x="2224349" y="2342616"/>
                  </a:lnTo>
                  <a:lnTo>
                    <a:pt x="2225164" y="2417403"/>
                  </a:lnTo>
                  <a:lnTo>
                    <a:pt x="2225979" y="2512481"/>
                  </a:lnTo>
                  <a:lnTo>
                    <a:pt x="2226793" y="2698207"/>
                  </a:lnTo>
                  <a:lnTo>
                    <a:pt x="2227608" y="2858318"/>
                  </a:lnTo>
                  <a:lnTo>
                    <a:pt x="2228423" y="2951504"/>
                  </a:lnTo>
                  <a:lnTo>
                    <a:pt x="2229238" y="2980782"/>
                  </a:lnTo>
                  <a:lnTo>
                    <a:pt x="2230052" y="3019060"/>
                  </a:lnTo>
                  <a:lnTo>
                    <a:pt x="2230867" y="3005573"/>
                  </a:lnTo>
                  <a:lnTo>
                    <a:pt x="2231682" y="2922069"/>
                  </a:lnTo>
                  <a:lnTo>
                    <a:pt x="2232497" y="2867163"/>
                  </a:lnTo>
                  <a:lnTo>
                    <a:pt x="2233312" y="2841216"/>
                  </a:lnTo>
                  <a:lnTo>
                    <a:pt x="2234126" y="2774488"/>
                  </a:lnTo>
                  <a:lnTo>
                    <a:pt x="2234941" y="2743244"/>
                  </a:lnTo>
                  <a:lnTo>
                    <a:pt x="2235756" y="2712623"/>
                  </a:lnTo>
                  <a:lnTo>
                    <a:pt x="2236571" y="2740463"/>
                  </a:lnTo>
                  <a:lnTo>
                    <a:pt x="2237386" y="2722508"/>
                  </a:lnTo>
                  <a:lnTo>
                    <a:pt x="2238200" y="2715227"/>
                  </a:lnTo>
                  <a:lnTo>
                    <a:pt x="2239015" y="2835276"/>
                  </a:lnTo>
                  <a:lnTo>
                    <a:pt x="2239830" y="2908911"/>
                  </a:lnTo>
                  <a:lnTo>
                    <a:pt x="2240645" y="2956665"/>
                  </a:lnTo>
                  <a:lnTo>
                    <a:pt x="2241459" y="3046364"/>
                  </a:lnTo>
                  <a:lnTo>
                    <a:pt x="2242274" y="3116972"/>
                  </a:lnTo>
                  <a:lnTo>
                    <a:pt x="2242274" y="3116972"/>
                  </a:lnTo>
                  <a:lnTo>
                    <a:pt x="2243089" y="3116972"/>
                  </a:lnTo>
                  <a:lnTo>
                    <a:pt x="2243904" y="3089704"/>
                  </a:lnTo>
                  <a:lnTo>
                    <a:pt x="2244719" y="3059797"/>
                  </a:lnTo>
                  <a:lnTo>
                    <a:pt x="2245533" y="3074008"/>
                  </a:lnTo>
                  <a:lnTo>
                    <a:pt x="2246348" y="3039978"/>
                  </a:lnTo>
                  <a:lnTo>
                    <a:pt x="2247163" y="2984365"/>
                  </a:lnTo>
                  <a:lnTo>
                    <a:pt x="2247978" y="2906873"/>
                  </a:lnTo>
                  <a:lnTo>
                    <a:pt x="2248792" y="2816247"/>
                  </a:lnTo>
                  <a:lnTo>
                    <a:pt x="2249607" y="2809776"/>
                  </a:lnTo>
                  <a:lnTo>
                    <a:pt x="2250422" y="2809778"/>
                  </a:lnTo>
                  <a:lnTo>
                    <a:pt x="2251237" y="2809780"/>
                  </a:lnTo>
                  <a:lnTo>
                    <a:pt x="2252052" y="2849205"/>
                  </a:lnTo>
                  <a:lnTo>
                    <a:pt x="2252866" y="2953989"/>
                  </a:lnTo>
                  <a:lnTo>
                    <a:pt x="2253681" y="3051773"/>
                  </a:lnTo>
                  <a:lnTo>
                    <a:pt x="2254496" y="3040380"/>
                  </a:lnTo>
                  <a:lnTo>
                    <a:pt x="2255311" y="2980400"/>
                  </a:lnTo>
                  <a:lnTo>
                    <a:pt x="2256125" y="2965458"/>
                  </a:lnTo>
                  <a:lnTo>
                    <a:pt x="2256940" y="2965458"/>
                  </a:lnTo>
                  <a:lnTo>
                    <a:pt x="2257755" y="2965459"/>
                  </a:lnTo>
                  <a:lnTo>
                    <a:pt x="2258570" y="2965459"/>
                  </a:lnTo>
                  <a:lnTo>
                    <a:pt x="2259385" y="2978731"/>
                  </a:lnTo>
                  <a:lnTo>
                    <a:pt x="2260199" y="2973891"/>
                  </a:lnTo>
                  <a:lnTo>
                    <a:pt x="2261014" y="2903753"/>
                  </a:lnTo>
                  <a:lnTo>
                    <a:pt x="2261829" y="2884687"/>
                  </a:lnTo>
                  <a:lnTo>
                    <a:pt x="2262644" y="2884688"/>
                  </a:lnTo>
                  <a:lnTo>
                    <a:pt x="2263458" y="2884689"/>
                  </a:lnTo>
                  <a:lnTo>
                    <a:pt x="2264273" y="2889280"/>
                  </a:lnTo>
                  <a:lnTo>
                    <a:pt x="2265088" y="2903650"/>
                  </a:lnTo>
                  <a:lnTo>
                    <a:pt x="2265903" y="2918771"/>
                  </a:lnTo>
                  <a:lnTo>
                    <a:pt x="2266718" y="2889332"/>
                  </a:lnTo>
                  <a:lnTo>
                    <a:pt x="2267532" y="2877468"/>
                  </a:lnTo>
                  <a:lnTo>
                    <a:pt x="2268347" y="2869158"/>
                  </a:lnTo>
                  <a:lnTo>
                    <a:pt x="2269162" y="2833293"/>
                  </a:lnTo>
                  <a:lnTo>
                    <a:pt x="2269977" y="2871791"/>
                  </a:lnTo>
                  <a:lnTo>
                    <a:pt x="2270792" y="2883972"/>
                  </a:lnTo>
                  <a:lnTo>
                    <a:pt x="2271606" y="2924149"/>
                  </a:lnTo>
                  <a:lnTo>
                    <a:pt x="2272421" y="2933542"/>
                  </a:lnTo>
                  <a:lnTo>
                    <a:pt x="2273236" y="2885437"/>
                  </a:lnTo>
                  <a:lnTo>
                    <a:pt x="2274051" y="2834983"/>
                  </a:lnTo>
                  <a:lnTo>
                    <a:pt x="2274865" y="2807279"/>
                  </a:lnTo>
                  <a:lnTo>
                    <a:pt x="2275680" y="2878155"/>
                  </a:lnTo>
                  <a:lnTo>
                    <a:pt x="2276495" y="2911897"/>
                  </a:lnTo>
                  <a:lnTo>
                    <a:pt x="2277310" y="2926924"/>
                  </a:lnTo>
                  <a:lnTo>
                    <a:pt x="2278125" y="2966324"/>
                  </a:lnTo>
                  <a:lnTo>
                    <a:pt x="2278939" y="2978236"/>
                  </a:lnTo>
                  <a:lnTo>
                    <a:pt x="2279754" y="2891992"/>
                  </a:lnTo>
                  <a:lnTo>
                    <a:pt x="2280569" y="2816911"/>
                  </a:lnTo>
                  <a:lnTo>
                    <a:pt x="2281384" y="2668241"/>
                  </a:lnTo>
                  <a:lnTo>
                    <a:pt x="2282198" y="2490032"/>
                  </a:lnTo>
                  <a:lnTo>
                    <a:pt x="2283013" y="2361004"/>
                  </a:lnTo>
                  <a:lnTo>
                    <a:pt x="2283828" y="2408849"/>
                  </a:lnTo>
                  <a:lnTo>
                    <a:pt x="2284643" y="2531025"/>
                  </a:lnTo>
                  <a:lnTo>
                    <a:pt x="2285458" y="2568848"/>
                  </a:lnTo>
                  <a:lnTo>
                    <a:pt x="2286272" y="2648762"/>
                  </a:lnTo>
                  <a:lnTo>
                    <a:pt x="2287087" y="2774771"/>
                  </a:lnTo>
                  <a:lnTo>
                    <a:pt x="2287902" y="2850668"/>
                  </a:lnTo>
                  <a:lnTo>
                    <a:pt x="2288717" y="2831818"/>
                  </a:lnTo>
                  <a:lnTo>
                    <a:pt x="2289531" y="2815264"/>
                  </a:lnTo>
                  <a:lnTo>
                    <a:pt x="2290346" y="2802798"/>
                  </a:lnTo>
                  <a:lnTo>
                    <a:pt x="2291161" y="2813785"/>
                  </a:lnTo>
                  <a:lnTo>
                    <a:pt x="2291976" y="2824522"/>
                  </a:lnTo>
                  <a:lnTo>
                    <a:pt x="2292791" y="2807249"/>
                  </a:lnTo>
                  <a:lnTo>
                    <a:pt x="2293605" y="2717364"/>
                  </a:lnTo>
                  <a:lnTo>
                    <a:pt x="2294420" y="2672618"/>
                  </a:lnTo>
                  <a:lnTo>
                    <a:pt x="2295235" y="2676591"/>
                  </a:lnTo>
                  <a:lnTo>
                    <a:pt x="2296050" y="2659685"/>
                  </a:lnTo>
                  <a:lnTo>
                    <a:pt x="2296864" y="2661191"/>
                  </a:lnTo>
                  <a:lnTo>
                    <a:pt x="2297679" y="2738222"/>
                  </a:lnTo>
                  <a:lnTo>
                    <a:pt x="2298494" y="2768671"/>
                  </a:lnTo>
                  <a:lnTo>
                    <a:pt x="2299309" y="2731857"/>
                  </a:lnTo>
                  <a:lnTo>
                    <a:pt x="2300124" y="2682876"/>
                  </a:lnTo>
                  <a:lnTo>
                    <a:pt x="2300938" y="2618546"/>
                  </a:lnTo>
                  <a:lnTo>
                    <a:pt x="2301753" y="2559554"/>
                  </a:lnTo>
                  <a:lnTo>
                    <a:pt x="2302568" y="2466066"/>
                  </a:lnTo>
                  <a:lnTo>
                    <a:pt x="2303383" y="2452822"/>
                  </a:lnTo>
                  <a:lnTo>
                    <a:pt x="2304197" y="2389623"/>
                  </a:lnTo>
                  <a:lnTo>
                    <a:pt x="2305012" y="2308234"/>
                  </a:lnTo>
                  <a:lnTo>
                    <a:pt x="2305827" y="2228579"/>
                  </a:lnTo>
                  <a:lnTo>
                    <a:pt x="2306642" y="2128507"/>
                  </a:lnTo>
                  <a:lnTo>
                    <a:pt x="2307457" y="2064812"/>
                  </a:lnTo>
                  <a:lnTo>
                    <a:pt x="2308271" y="1974750"/>
                  </a:lnTo>
                  <a:lnTo>
                    <a:pt x="2309086" y="2048352"/>
                  </a:lnTo>
                  <a:lnTo>
                    <a:pt x="2309901" y="2079274"/>
                  </a:lnTo>
                  <a:lnTo>
                    <a:pt x="2310716" y="2149558"/>
                  </a:lnTo>
                  <a:lnTo>
                    <a:pt x="2311531" y="2216154"/>
                  </a:lnTo>
                  <a:lnTo>
                    <a:pt x="2312345" y="2257874"/>
                  </a:lnTo>
                  <a:lnTo>
                    <a:pt x="2313160" y="2395820"/>
                  </a:lnTo>
                  <a:lnTo>
                    <a:pt x="2313975" y="2429541"/>
                  </a:lnTo>
                  <a:lnTo>
                    <a:pt x="2314790" y="2452482"/>
                  </a:lnTo>
                  <a:lnTo>
                    <a:pt x="2315604" y="2528315"/>
                  </a:lnTo>
                  <a:lnTo>
                    <a:pt x="2316419" y="2601152"/>
                  </a:lnTo>
                  <a:lnTo>
                    <a:pt x="2317234" y="2670493"/>
                  </a:lnTo>
                  <a:lnTo>
                    <a:pt x="2318049" y="2664364"/>
                  </a:lnTo>
                  <a:lnTo>
                    <a:pt x="2318864" y="2604764"/>
                  </a:lnTo>
                  <a:lnTo>
                    <a:pt x="2319678" y="2551589"/>
                  </a:lnTo>
                  <a:lnTo>
                    <a:pt x="2320493" y="2459147"/>
                  </a:lnTo>
                  <a:lnTo>
                    <a:pt x="2321308" y="2435005"/>
                  </a:lnTo>
                  <a:lnTo>
                    <a:pt x="2322123" y="2417868"/>
                  </a:lnTo>
                  <a:lnTo>
                    <a:pt x="2322937" y="2483473"/>
                  </a:lnTo>
                  <a:lnTo>
                    <a:pt x="2323752" y="2600783"/>
                  </a:lnTo>
                  <a:lnTo>
                    <a:pt x="2324567" y="2745256"/>
                  </a:lnTo>
                  <a:lnTo>
                    <a:pt x="2325382" y="2798357"/>
                  </a:lnTo>
                  <a:lnTo>
                    <a:pt x="2326197" y="2728593"/>
                  </a:lnTo>
                  <a:lnTo>
                    <a:pt x="2327011" y="2752469"/>
                  </a:lnTo>
                  <a:lnTo>
                    <a:pt x="2327826" y="2770845"/>
                  </a:lnTo>
                  <a:lnTo>
                    <a:pt x="2328641" y="2814078"/>
                  </a:lnTo>
                  <a:lnTo>
                    <a:pt x="2329456" y="2835715"/>
                  </a:lnTo>
                  <a:lnTo>
                    <a:pt x="2330270" y="2890747"/>
                  </a:lnTo>
                  <a:lnTo>
                    <a:pt x="2331085" y="3025070"/>
                  </a:lnTo>
                  <a:lnTo>
                    <a:pt x="2331900" y="3067777"/>
                  </a:lnTo>
                  <a:lnTo>
                    <a:pt x="2332715" y="2973803"/>
                  </a:lnTo>
                  <a:lnTo>
                    <a:pt x="2333530" y="2806576"/>
                  </a:lnTo>
                  <a:lnTo>
                    <a:pt x="2334344" y="2680255"/>
                  </a:lnTo>
                  <a:lnTo>
                    <a:pt x="2335159" y="2719630"/>
                  </a:lnTo>
                  <a:lnTo>
                    <a:pt x="2335974" y="2714578"/>
                  </a:lnTo>
                  <a:lnTo>
                    <a:pt x="2336789" y="2563567"/>
                  </a:lnTo>
                  <a:lnTo>
                    <a:pt x="2337603" y="2457104"/>
                  </a:lnTo>
                  <a:lnTo>
                    <a:pt x="2338418" y="2427810"/>
                  </a:lnTo>
                  <a:lnTo>
                    <a:pt x="2339233" y="2389187"/>
                  </a:lnTo>
                  <a:lnTo>
                    <a:pt x="2340048" y="2386480"/>
                  </a:lnTo>
                  <a:lnTo>
                    <a:pt x="2340863" y="2416003"/>
                  </a:lnTo>
                  <a:lnTo>
                    <a:pt x="2341677" y="2496006"/>
                  </a:lnTo>
                  <a:lnTo>
                    <a:pt x="2342492" y="2604004"/>
                  </a:lnTo>
                  <a:lnTo>
                    <a:pt x="2343307" y="2647929"/>
                  </a:lnTo>
                  <a:lnTo>
                    <a:pt x="2344122" y="2811002"/>
                  </a:lnTo>
                  <a:lnTo>
                    <a:pt x="2344936" y="2779252"/>
                  </a:lnTo>
                  <a:lnTo>
                    <a:pt x="2345751" y="2676271"/>
                  </a:lnTo>
                  <a:lnTo>
                    <a:pt x="2346566" y="2593816"/>
                  </a:lnTo>
                  <a:lnTo>
                    <a:pt x="2347381" y="2485815"/>
                  </a:lnTo>
                  <a:lnTo>
                    <a:pt x="2348196" y="2522510"/>
                  </a:lnTo>
                  <a:lnTo>
                    <a:pt x="2349010" y="2520598"/>
                  </a:lnTo>
                  <a:lnTo>
                    <a:pt x="2349825" y="2547126"/>
                  </a:lnTo>
                  <a:lnTo>
                    <a:pt x="2350640" y="2632253"/>
                  </a:lnTo>
                  <a:lnTo>
                    <a:pt x="2351455" y="2745188"/>
                  </a:lnTo>
                  <a:lnTo>
                    <a:pt x="2352270" y="2894324"/>
                  </a:lnTo>
                  <a:lnTo>
                    <a:pt x="2353084" y="2966991"/>
                  </a:lnTo>
                  <a:lnTo>
                    <a:pt x="2353899" y="2895266"/>
                  </a:lnTo>
                  <a:lnTo>
                    <a:pt x="2354714" y="2778159"/>
                  </a:lnTo>
                  <a:lnTo>
                    <a:pt x="2355529" y="2707510"/>
                  </a:lnTo>
                  <a:lnTo>
                    <a:pt x="2356343" y="2628154"/>
                  </a:lnTo>
                  <a:lnTo>
                    <a:pt x="2357158" y="2536125"/>
                  </a:lnTo>
                  <a:lnTo>
                    <a:pt x="2357973" y="2508934"/>
                  </a:lnTo>
                  <a:lnTo>
                    <a:pt x="2358788" y="2580660"/>
                  </a:lnTo>
                  <a:lnTo>
                    <a:pt x="2359603" y="2697767"/>
                  </a:lnTo>
                  <a:lnTo>
                    <a:pt x="2360417" y="2768415"/>
                  </a:lnTo>
                  <a:lnTo>
                    <a:pt x="2361232" y="2893204"/>
                  </a:lnTo>
                  <a:lnTo>
                    <a:pt x="2362047" y="2978617"/>
                  </a:lnTo>
                  <a:lnTo>
                    <a:pt x="2362862" y="2927917"/>
                  </a:lnTo>
                  <a:lnTo>
                    <a:pt x="2363676" y="2891832"/>
                  </a:lnTo>
                  <a:lnTo>
                    <a:pt x="2364491" y="2752410"/>
                  </a:lnTo>
                  <a:lnTo>
                    <a:pt x="2365306" y="2566117"/>
                  </a:lnTo>
                  <a:lnTo>
                    <a:pt x="2366121" y="2524330"/>
                  </a:lnTo>
                  <a:lnTo>
                    <a:pt x="2366936" y="2558233"/>
                  </a:lnTo>
                  <a:lnTo>
                    <a:pt x="2367750" y="2634101"/>
                  </a:lnTo>
                  <a:lnTo>
                    <a:pt x="2368565" y="2668661"/>
                  </a:lnTo>
                  <a:lnTo>
                    <a:pt x="2369380" y="2815412"/>
                  </a:lnTo>
                  <a:lnTo>
                    <a:pt x="2370195" y="2949126"/>
                  </a:lnTo>
                  <a:lnTo>
                    <a:pt x="2371009" y="2876740"/>
                  </a:lnTo>
                  <a:lnTo>
                    <a:pt x="2371824" y="2817627"/>
                  </a:lnTo>
                  <a:lnTo>
                    <a:pt x="2372639" y="2715379"/>
                  </a:lnTo>
                  <a:lnTo>
                    <a:pt x="2373454" y="2666763"/>
                  </a:lnTo>
                  <a:lnTo>
                    <a:pt x="2374269" y="2650185"/>
                  </a:lnTo>
                  <a:lnTo>
                    <a:pt x="2375083" y="2619484"/>
                  </a:lnTo>
                  <a:lnTo>
                    <a:pt x="2375898" y="2532709"/>
                  </a:lnTo>
                  <a:lnTo>
                    <a:pt x="2376713" y="2418713"/>
                  </a:lnTo>
                  <a:lnTo>
                    <a:pt x="2377528" y="2288713"/>
                  </a:lnTo>
                  <a:lnTo>
                    <a:pt x="2378342" y="2085418"/>
                  </a:lnTo>
                  <a:lnTo>
                    <a:pt x="2379157" y="1792836"/>
                  </a:lnTo>
                  <a:lnTo>
                    <a:pt x="2379972" y="1551062"/>
                  </a:lnTo>
                  <a:lnTo>
                    <a:pt x="2380787" y="1425342"/>
                  </a:lnTo>
                  <a:lnTo>
                    <a:pt x="2381602" y="1293927"/>
                  </a:lnTo>
                  <a:lnTo>
                    <a:pt x="2382416" y="1271040"/>
                  </a:lnTo>
                  <a:lnTo>
                    <a:pt x="2383231" y="1265021"/>
                  </a:lnTo>
                  <a:lnTo>
                    <a:pt x="2384046" y="1243563"/>
                  </a:lnTo>
                  <a:lnTo>
                    <a:pt x="2384861" y="1270112"/>
                  </a:lnTo>
                  <a:lnTo>
                    <a:pt x="2385675" y="1276754"/>
                  </a:lnTo>
                  <a:lnTo>
                    <a:pt x="2386490" y="1258065"/>
                  </a:lnTo>
                  <a:lnTo>
                    <a:pt x="2387305" y="1274519"/>
                  </a:lnTo>
                  <a:lnTo>
                    <a:pt x="2388120" y="1314551"/>
                  </a:lnTo>
                  <a:lnTo>
                    <a:pt x="2388935" y="1333834"/>
                  </a:lnTo>
                  <a:lnTo>
                    <a:pt x="2389749" y="1338192"/>
                  </a:lnTo>
                  <a:lnTo>
                    <a:pt x="2390564" y="1413190"/>
                  </a:lnTo>
                  <a:lnTo>
                    <a:pt x="2391379" y="1462308"/>
                  </a:lnTo>
                  <a:lnTo>
                    <a:pt x="2392194" y="1376170"/>
                  </a:lnTo>
                  <a:lnTo>
                    <a:pt x="2393009" y="1231284"/>
                  </a:lnTo>
                  <a:lnTo>
                    <a:pt x="2393823" y="1121783"/>
                  </a:lnTo>
                  <a:lnTo>
                    <a:pt x="2394638" y="900821"/>
                  </a:lnTo>
                  <a:lnTo>
                    <a:pt x="2395453" y="617050"/>
                  </a:lnTo>
                  <a:lnTo>
                    <a:pt x="2396268" y="395934"/>
                  </a:lnTo>
                  <a:lnTo>
                    <a:pt x="2397082" y="209286"/>
                  </a:lnTo>
                  <a:lnTo>
                    <a:pt x="2397897" y="57565"/>
                  </a:lnTo>
                  <a:lnTo>
                    <a:pt x="2398712" y="0"/>
                  </a:lnTo>
                  <a:lnTo>
                    <a:pt x="2398712" y="0"/>
                  </a:lnTo>
                  <a:lnTo>
                    <a:pt x="2399527" y="42688"/>
                  </a:lnTo>
                  <a:lnTo>
                    <a:pt x="2400342" y="65293"/>
                  </a:lnTo>
                  <a:lnTo>
                    <a:pt x="2401156" y="59350"/>
                  </a:lnTo>
                  <a:lnTo>
                    <a:pt x="2401971" y="103945"/>
                  </a:lnTo>
                  <a:lnTo>
                    <a:pt x="2402786" y="216361"/>
                  </a:lnTo>
                  <a:lnTo>
                    <a:pt x="2403601" y="335053"/>
                  </a:lnTo>
                  <a:lnTo>
                    <a:pt x="2404415" y="553691"/>
                  </a:lnTo>
                  <a:lnTo>
                    <a:pt x="2405230" y="825142"/>
                  </a:lnTo>
                  <a:lnTo>
                    <a:pt x="2406045" y="1122776"/>
                  </a:lnTo>
                  <a:lnTo>
                    <a:pt x="2406860" y="1501809"/>
                  </a:lnTo>
                  <a:lnTo>
                    <a:pt x="2407675" y="1760883"/>
                  </a:lnTo>
                  <a:lnTo>
                    <a:pt x="2408489" y="1852243"/>
                  </a:lnTo>
                  <a:lnTo>
                    <a:pt x="2409304" y="1857784"/>
                  </a:lnTo>
                  <a:lnTo>
                    <a:pt x="2410119" y="1950928"/>
                  </a:lnTo>
                  <a:lnTo>
                    <a:pt x="2410934" y="2099524"/>
                  </a:lnTo>
                  <a:lnTo>
                    <a:pt x="2411748" y="2024031"/>
                  </a:lnTo>
                  <a:lnTo>
                    <a:pt x="2412563" y="1883627"/>
                  </a:lnTo>
                  <a:lnTo>
                    <a:pt x="2413378" y="1847584"/>
                  </a:lnTo>
                  <a:lnTo>
                    <a:pt x="2414193" y="1833522"/>
                  </a:lnTo>
                  <a:lnTo>
                    <a:pt x="2415008" y="1769787"/>
                  </a:lnTo>
                  <a:lnTo>
                    <a:pt x="2415822" y="1612257"/>
                  </a:lnTo>
                  <a:lnTo>
                    <a:pt x="2416637" y="1576967"/>
                  </a:lnTo>
                  <a:lnTo>
                    <a:pt x="2417452" y="1792987"/>
                  </a:lnTo>
                  <a:lnTo>
                    <a:pt x="2418267" y="1967410"/>
                  </a:lnTo>
                  <a:lnTo>
                    <a:pt x="2419081" y="2046040"/>
                  </a:lnTo>
                  <a:lnTo>
                    <a:pt x="2419896" y="2142217"/>
                  </a:lnTo>
                  <a:lnTo>
                    <a:pt x="2420711" y="2282979"/>
                  </a:lnTo>
                  <a:lnTo>
                    <a:pt x="2421526" y="2335608"/>
                  </a:lnTo>
                  <a:lnTo>
                    <a:pt x="2422341" y="2190458"/>
                  </a:lnTo>
                  <a:lnTo>
                    <a:pt x="2423155" y="2103359"/>
                  </a:lnTo>
                  <a:lnTo>
                    <a:pt x="2423970" y="2129650"/>
                  </a:lnTo>
                  <a:lnTo>
                    <a:pt x="2424785" y="2078829"/>
                  </a:lnTo>
                  <a:lnTo>
                    <a:pt x="2425600" y="1981745"/>
                  </a:lnTo>
                  <a:lnTo>
                    <a:pt x="2426414" y="2003292"/>
                  </a:lnTo>
                  <a:lnTo>
                    <a:pt x="2427229" y="1983102"/>
                  </a:lnTo>
                  <a:lnTo>
                    <a:pt x="2428044" y="1874637"/>
                  </a:lnTo>
                  <a:lnTo>
                    <a:pt x="2428859" y="1761117"/>
                  </a:lnTo>
                  <a:lnTo>
                    <a:pt x="2429674" y="1681272"/>
                  </a:lnTo>
                  <a:lnTo>
                    <a:pt x="2430488" y="1662767"/>
                  </a:lnTo>
                  <a:lnTo>
                    <a:pt x="2431303" y="1636497"/>
                  </a:lnTo>
                  <a:lnTo>
                    <a:pt x="2432118" y="1722988"/>
                  </a:lnTo>
                  <a:lnTo>
                    <a:pt x="2432933" y="1893899"/>
                  </a:lnTo>
                  <a:lnTo>
                    <a:pt x="2433748" y="1996339"/>
                  </a:lnTo>
                  <a:lnTo>
                    <a:pt x="2434562" y="1960175"/>
                  </a:lnTo>
                  <a:lnTo>
                    <a:pt x="2435377" y="1835324"/>
                  </a:lnTo>
                  <a:lnTo>
                    <a:pt x="2436192" y="1661998"/>
                  </a:lnTo>
                  <a:lnTo>
                    <a:pt x="2437007" y="1486536"/>
                  </a:lnTo>
                  <a:lnTo>
                    <a:pt x="2437821" y="1350579"/>
                  </a:lnTo>
                  <a:lnTo>
                    <a:pt x="2438636" y="1320990"/>
                  </a:lnTo>
                  <a:lnTo>
                    <a:pt x="2439451" y="1377203"/>
                  </a:lnTo>
                  <a:lnTo>
                    <a:pt x="2440266" y="1436733"/>
                  </a:lnTo>
                  <a:lnTo>
                    <a:pt x="2441081" y="1490405"/>
                  </a:lnTo>
                  <a:lnTo>
                    <a:pt x="2441895" y="1516468"/>
                  </a:lnTo>
                  <a:lnTo>
                    <a:pt x="2442710" y="1590897"/>
                  </a:lnTo>
                  <a:lnTo>
                    <a:pt x="2443525" y="1597553"/>
                  </a:lnTo>
                  <a:lnTo>
                    <a:pt x="2444340" y="1596942"/>
                  </a:lnTo>
                  <a:lnTo>
                    <a:pt x="2445154" y="1565461"/>
                  </a:lnTo>
                  <a:lnTo>
                    <a:pt x="2445969" y="1557710"/>
                  </a:lnTo>
                  <a:lnTo>
                    <a:pt x="2446784" y="1581360"/>
                  </a:lnTo>
                  <a:lnTo>
                    <a:pt x="2447599" y="1589923"/>
                  </a:lnTo>
                  <a:lnTo>
                    <a:pt x="2448414" y="1616823"/>
                  </a:lnTo>
                  <a:lnTo>
                    <a:pt x="2449228" y="1715228"/>
                  </a:lnTo>
                  <a:lnTo>
                    <a:pt x="2450043" y="1779468"/>
                  </a:lnTo>
                  <a:lnTo>
                    <a:pt x="2450858" y="1789751"/>
                  </a:lnTo>
                  <a:lnTo>
                    <a:pt x="2451673" y="1904822"/>
                  </a:lnTo>
                  <a:lnTo>
                    <a:pt x="2452487" y="2002191"/>
                  </a:lnTo>
                  <a:lnTo>
                    <a:pt x="2453302" y="2018688"/>
                  </a:lnTo>
                  <a:lnTo>
                    <a:pt x="2454117" y="2046265"/>
                  </a:lnTo>
                  <a:lnTo>
                    <a:pt x="2454932" y="2284748"/>
                  </a:lnTo>
                  <a:lnTo>
                    <a:pt x="2455747" y="2515641"/>
                  </a:lnTo>
                  <a:lnTo>
                    <a:pt x="2456561" y="2634593"/>
                  </a:lnTo>
                  <a:lnTo>
                    <a:pt x="2457376" y="2764742"/>
                  </a:lnTo>
                  <a:lnTo>
                    <a:pt x="2458191" y="2907346"/>
                  </a:lnTo>
                  <a:lnTo>
                    <a:pt x="2459006" y="2967860"/>
                  </a:lnTo>
                  <a:lnTo>
                    <a:pt x="2459820" y="2879593"/>
                  </a:lnTo>
                  <a:lnTo>
                    <a:pt x="2460635" y="2793360"/>
                  </a:lnTo>
                  <a:lnTo>
                    <a:pt x="2461450" y="2690569"/>
                  </a:lnTo>
                  <a:lnTo>
                    <a:pt x="2462265" y="2534145"/>
                  </a:lnTo>
                  <a:lnTo>
                    <a:pt x="2463080" y="2442954"/>
                  </a:lnTo>
                  <a:lnTo>
                    <a:pt x="2463894" y="2334162"/>
                  </a:lnTo>
                  <a:lnTo>
                    <a:pt x="2464709" y="2202837"/>
                  </a:lnTo>
                  <a:lnTo>
                    <a:pt x="2465524" y="2146699"/>
                  </a:lnTo>
                  <a:lnTo>
                    <a:pt x="2466339" y="2112157"/>
                  </a:lnTo>
                  <a:lnTo>
                    <a:pt x="2467153" y="2119167"/>
                  </a:lnTo>
                  <a:lnTo>
                    <a:pt x="2467968" y="2030469"/>
                  </a:lnTo>
                  <a:lnTo>
                    <a:pt x="2468783" y="1983033"/>
                  </a:lnTo>
                  <a:lnTo>
                    <a:pt x="2469598" y="2066908"/>
                  </a:lnTo>
                  <a:lnTo>
                    <a:pt x="2470413" y="2139848"/>
                  </a:lnTo>
                  <a:lnTo>
                    <a:pt x="2471227" y="2205703"/>
                  </a:lnTo>
                  <a:lnTo>
                    <a:pt x="2472042" y="2246807"/>
                  </a:lnTo>
                  <a:lnTo>
                    <a:pt x="2472857" y="2352886"/>
                  </a:lnTo>
                  <a:lnTo>
                    <a:pt x="2473672" y="2424766"/>
                  </a:lnTo>
                  <a:lnTo>
                    <a:pt x="2474487" y="2422849"/>
                  </a:lnTo>
                  <a:lnTo>
                    <a:pt x="2475301" y="2494795"/>
                  </a:lnTo>
                  <a:lnTo>
                    <a:pt x="2476116" y="2567813"/>
                  </a:lnTo>
                  <a:lnTo>
                    <a:pt x="2476931" y="2604468"/>
                  </a:lnTo>
                  <a:lnTo>
                    <a:pt x="2477746" y="2585891"/>
                  </a:lnTo>
                  <a:lnTo>
                    <a:pt x="2478560" y="2629812"/>
                  </a:lnTo>
                  <a:lnTo>
                    <a:pt x="2479375" y="2672918"/>
                  </a:lnTo>
                  <a:lnTo>
                    <a:pt x="2480190" y="2680234"/>
                  </a:lnTo>
                  <a:lnTo>
                    <a:pt x="2481005" y="2684250"/>
                  </a:lnTo>
                  <a:lnTo>
                    <a:pt x="2481820" y="2682820"/>
                  </a:lnTo>
                  <a:lnTo>
                    <a:pt x="2482634" y="2765452"/>
                  </a:lnTo>
                  <a:lnTo>
                    <a:pt x="2483449" y="2817230"/>
                  </a:lnTo>
                  <a:lnTo>
                    <a:pt x="2484264" y="2871619"/>
                  </a:lnTo>
                  <a:lnTo>
                    <a:pt x="2485079" y="2777418"/>
                  </a:lnTo>
                  <a:lnTo>
                    <a:pt x="2485893" y="2662961"/>
                  </a:lnTo>
                  <a:lnTo>
                    <a:pt x="2486708" y="2645058"/>
                  </a:lnTo>
                  <a:lnTo>
                    <a:pt x="2487523" y="2694811"/>
                  </a:lnTo>
                  <a:lnTo>
                    <a:pt x="2488338" y="2787121"/>
                  </a:lnTo>
                  <a:lnTo>
                    <a:pt x="2489153" y="2881728"/>
                  </a:lnTo>
                  <a:lnTo>
                    <a:pt x="2489967" y="3074949"/>
                  </a:lnTo>
                  <a:lnTo>
                    <a:pt x="2490782" y="3116972"/>
                  </a:lnTo>
                  <a:lnTo>
                    <a:pt x="2490782" y="3116972"/>
                  </a:lnTo>
                  <a:lnTo>
                    <a:pt x="2491597" y="3116972"/>
                  </a:lnTo>
                  <a:lnTo>
                    <a:pt x="2492412" y="3116972"/>
                  </a:lnTo>
                  <a:lnTo>
                    <a:pt x="2493226" y="3025425"/>
                  </a:lnTo>
                  <a:lnTo>
                    <a:pt x="2494041" y="2946733"/>
                  </a:lnTo>
                  <a:lnTo>
                    <a:pt x="2494856" y="2829379"/>
                  </a:lnTo>
                  <a:lnTo>
                    <a:pt x="2495671" y="2803083"/>
                  </a:lnTo>
                  <a:lnTo>
                    <a:pt x="2496486" y="2842277"/>
                  </a:lnTo>
                  <a:lnTo>
                    <a:pt x="2497300" y="2830384"/>
                  </a:lnTo>
                  <a:lnTo>
                    <a:pt x="2498115" y="2820593"/>
                  </a:lnTo>
                  <a:lnTo>
                    <a:pt x="2498930" y="2788834"/>
                  </a:lnTo>
                  <a:lnTo>
                    <a:pt x="2499745" y="2748190"/>
                  </a:lnTo>
                  <a:lnTo>
                    <a:pt x="2500559" y="2759085"/>
                  </a:lnTo>
                  <a:lnTo>
                    <a:pt x="2501374" y="2729407"/>
                  </a:lnTo>
                  <a:lnTo>
                    <a:pt x="2502189" y="2668280"/>
                  </a:lnTo>
                  <a:lnTo>
                    <a:pt x="2503004" y="2589329"/>
                  </a:lnTo>
                  <a:lnTo>
                    <a:pt x="2503819" y="2559107"/>
                  </a:lnTo>
                  <a:lnTo>
                    <a:pt x="2504633" y="2594612"/>
                  </a:lnTo>
                  <a:lnTo>
                    <a:pt x="2505448" y="2624867"/>
                  </a:lnTo>
                  <a:lnTo>
                    <a:pt x="2506263" y="2615697"/>
                  </a:lnTo>
                  <a:lnTo>
                    <a:pt x="2507078" y="2631005"/>
                  </a:lnTo>
                  <a:lnTo>
                    <a:pt x="2507892" y="2695288"/>
                  </a:lnTo>
                  <a:lnTo>
                    <a:pt x="2508707" y="2719235"/>
                  </a:lnTo>
                  <a:lnTo>
                    <a:pt x="2509522" y="2667340"/>
                  </a:lnTo>
                  <a:lnTo>
                    <a:pt x="2510337" y="2597621"/>
                  </a:lnTo>
                  <a:lnTo>
                    <a:pt x="2511152" y="2615867"/>
                  </a:lnTo>
                  <a:lnTo>
                    <a:pt x="2511966" y="2617193"/>
                  </a:lnTo>
                  <a:lnTo>
                    <a:pt x="2512781" y="2557960"/>
                  </a:lnTo>
                  <a:lnTo>
                    <a:pt x="2513596" y="2534872"/>
                  </a:lnTo>
                  <a:lnTo>
                    <a:pt x="2514411" y="2556805"/>
                  </a:lnTo>
                  <a:lnTo>
                    <a:pt x="2515226" y="2584349"/>
                  </a:lnTo>
                  <a:lnTo>
                    <a:pt x="2516040" y="2587868"/>
                  </a:lnTo>
                  <a:lnTo>
                    <a:pt x="2516855" y="2639348"/>
                  </a:lnTo>
                  <a:lnTo>
                    <a:pt x="2517670" y="2778141"/>
                  </a:lnTo>
                  <a:lnTo>
                    <a:pt x="2518485" y="2744198"/>
                  </a:lnTo>
                  <a:lnTo>
                    <a:pt x="2519299" y="2742565"/>
                  </a:lnTo>
                  <a:lnTo>
                    <a:pt x="2520114" y="2763370"/>
                  </a:lnTo>
                  <a:lnTo>
                    <a:pt x="2520929" y="2699640"/>
                  </a:lnTo>
                  <a:lnTo>
                    <a:pt x="2521744" y="2640056"/>
                  </a:lnTo>
                  <a:lnTo>
                    <a:pt x="2522559" y="2588969"/>
                  </a:lnTo>
                  <a:lnTo>
                    <a:pt x="2523373" y="2701752"/>
                  </a:lnTo>
                  <a:lnTo>
                    <a:pt x="2524188" y="2817176"/>
                  </a:lnTo>
                  <a:lnTo>
                    <a:pt x="2525003" y="2867446"/>
                  </a:lnTo>
                  <a:lnTo>
                    <a:pt x="2525818" y="2904549"/>
                  </a:lnTo>
                  <a:lnTo>
                    <a:pt x="2526632" y="2884546"/>
                  </a:lnTo>
                  <a:lnTo>
                    <a:pt x="2527447" y="2777582"/>
                  </a:lnTo>
                  <a:lnTo>
                    <a:pt x="2528262" y="2679110"/>
                  </a:lnTo>
                  <a:lnTo>
                    <a:pt x="2529077" y="2611361"/>
                  </a:lnTo>
                  <a:lnTo>
                    <a:pt x="2529892" y="2583369"/>
                  </a:lnTo>
                  <a:lnTo>
                    <a:pt x="2530706" y="2659657"/>
                  </a:lnTo>
                  <a:lnTo>
                    <a:pt x="2531521" y="2802276"/>
                  </a:lnTo>
                  <a:lnTo>
                    <a:pt x="2532336" y="2954479"/>
                  </a:lnTo>
                  <a:lnTo>
                    <a:pt x="2533151" y="3022445"/>
                  </a:lnTo>
                  <a:lnTo>
                    <a:pt x="2533965" y="2990553"/>
                  </a:lnTo>
                  <a:lnTo>
                    <a:pt x="2534780" y="2940460"/>
                  </a:lnTo>
                  <a:lnTo>
                    <a:pt x="2535595" y="2810546"/>
                  </a:lnTo>
                  <a:lnTo>
                    <a:pt x="2536410" y="2692407"/>
                  </a:lnTo>
                  <a:lnTo>
                    <a:pt x="2537225" y="2554729"/>
                  </a:lnTo>
                  <a:lnTo>
                    <a:pt x="2538039" y="2498417"/>
                  </a:lnTo>
                  <a:lnTo>
                    <a:pt x="2538854" y="2549454"/>
                  </a:lnTo>
                  <a:lnTo>
                    <a:pt x="2539669" y="2594414"/>
                  </a:lnTo>
                  <a:lnTo>
                    <a:pt x="2540484" y="2635422"/>
                  </a:lnTo>
                  <a:lnTo>
                    <a:pt x="2541298" y="2638309"/>
                  </a:lnTo>
                  <a:lnTo>
                    <a:pt x="2542113" y="2745373"/>
                  </a:lnTo>
                  <a:lnTo>
                    <a:pt x="2542928" y="2830719"/>
                  </a:lnTo>
                  <a:lnTo>
                    <a:pt x="2543743" y="2792475"/>
                  </a:lnTo>
                  <a:lnTo>
                    <a:pt x="2544558" y="2722784"/>
                  </a:lnTo>
                  <a:lnTo>
                    <a:pt x="2545372" y="2747786"/>
                  </a:lnTo>
                  <a:lnTo>
                    <a:pt x="2546187" y="2839731"/>
                  </a:lnTo>
                  <a:lnTo>
                    <a:pt x="2547002" y="2814681"/>
                  </a:lnTo>
                  <a:lnTo>
                    <a:pt x="2547817" y="2806864"/>
                  </a:lnTo>
                  <a:lnTo>
                    <a:pt x="2548631" y="2858906"/>
                  </a:lnTo>
                  <a:lnTo>
                    <a:pt x="2549446" y="2916386"/>
                  </a:lnTo>
                  <a:lnTo>
                    <a:pt x="2550261" y="2882953"/>
                  </a:lnTo>
                  <a:lnTo>
                    <a:pt x="2551076" y="2815027"/>
                  </a:lnTo>
                  <a:lnTo>
                    <a:pt x="2551891" y="2857062"/>
                  </a:lnTo>
                  <a:lnTo>
                    <a:pt x="2552705" y="2850038"/>
                  </a:lnTo>
                  <a:lnTo>
                    <a:pt x="2553520" y="2849807"/>
                  </a:lnTo>
                  <a:lnTo>
                    <a:pt x="2554335" y="2772848"/>
                  </a:lnTo>
                  <a:lnTo>
                    <a:pt x="2555150" y="2699051"/>
                  </a:lnTo>
                  <a:lnTo>
                    <a:pt x="2555965" y="2733434"/>
                  </a:lnTo>
                  <a:lnTo>
                    <a:pt x="2556779" y="2654138"/>
                  </a:lnTo>
                  <a:lnTo>
                    <a:pt x="2557594" y="2596098"/>
                  </a:lnTo>
                  <a:lnTo>
                    <a:pt x="2558409" y="2518897"/>
                  </a:lnTo>
                  <a:lnTo>
                    <a:pt x="2559224" y="2525602"/>
                  </a:lnTo>
                  <a:lnTo>
                    <a:pt x="2560038" y="2589579"/>
                  </a:lnTo>
                  <a:lnTo>
                    <a:pt x="2560853" y="2552625"/>
                  </a:lnTo>
                  <a:lnTo>
                    <a:pt x="2561668" y="2555917"/>
                  </a:lnTo>
                  <a:lnTo>
                    <a:pt x="2562483" y="2536197"/>
                  </a:lnTo>
                  <a:lnTo>
                    <a:pt x="2563298" y="2533476"/>
                  </a:lnTo>
                  <a:lnTo>
                    <a:pt x="2564112" y="2636222"/>
                  </a:lnTo>
                  <a:lnTo>
                    <a:pt x="2564927" y="2673602"/>
                  </a:lnTo>
                  <a:lnTo>
                    <a:pt x="2565742" y="2643343"/>
                  </a:lnTo>
                  <a:lnTo>
                    <a:pt x="2566557" y="2671974"/>
                  </a:lnTo>
                  <a:lnTo>
                    <a:pt x="2567371" y="2696832"/>
                  </a:lnTo>
                  <a:lnTo>
                    <a:pt x="2568186" y="2721774"/>
                  </a:lnTo>
                  <a:lnTo>
                    <a:pt x="2569001" y="2666053"/>
                  </a:lnTo>
                  <a:lnTo>
                    <a:pt x="2569816" y="2545007"/>
                  </a:lnTo>
                  <a:lnTo>
                    <a:pt x="2570631" y="2491486"/>
                  </a:lnTo>
                  <a:lnTo>
                    <a:pt x="2571445" y="2406582"/>
                  </a:lnTo>
                  <a:lnTo>
                    <a:pt x="2572260" y="2329300"/>
                  </a:lnTo>
                  <a:lnTo>
                    <a:pt x="2573075" y="2338863"/>
                  </a:lnTo>
                  <a:lnTo>
                    <a:pt x="2573890" y="2391295"/>
                  </a:lnTo>
                  <a:lnTo>
                    <a:pt x="2574704" y="2485872"/>
                  </a:lnTo>
                  <a:lnTo>
                    <a:pt x="2575519" y="2520162"/>
                  </a:lnTo>
                  <a:lnTo>
                    <a:pt x="2576334" y="2537643"/>
                  </a:lnTo>
                  <a:lnTo>
                    <a:pt x="2577149" y="2624866"/>
                  </a:lnTo>
                  <a:lnTo>
                    <a:pt x="2577964" y="2572526"/>
                  </a:lnTo>
                  <a:lnTo>
                    <a:pt x="2578778" y="2498511"/>
                  </a:lnTo>
                  <a:lnTo>
                    <a:pt x="2579593" y="2552519"/>
                  </a:lnTo>
                  <a:lnTo>
                    <a:pt x="2580408" y="2663155"/>
                  </a:lnTo>
                  <a:lnTo>
                    <a:pt x="2581223" y="2796297"/>
                  </a:lnTo>
                  <a:lnTo>
                    <a:pt x="2582037" y="2815000"/>
                  </a:lnTo>
                  <a:lnTo>
                    <a:pt x="2582852" y="2781016"/>
                  </a:lnTo>
                  <a:lnTo>
                    <a:pt x="2583667" y="2751362"/>
                  </a:lnTo>
                  <a:lnTo>
                    <a:pt x="2584482" y="2746562"/>
                  </a:lnTo>
                  <a:lnTo>
                    <a:pt x="2585297" y="2746563"/>
                  </a:lnTo>
                  <a:lnTo>
                    <a:pt x="2586111" y="2746564"/>
                  </a:lnTo>
                  <a:lnTo>
                    <a:pt x="2586926" y="2791365"/>
                  </a:lnTo>
                  <a:lnTo>
                    <a:pt x="2587741" y="2926917"/>
                  </a:lnTo>
                  <a:lnTo>
                    <a:pt x="2588556" y="3042141"/>
                  </a:lnTo>
                  <a:lnTo>
                    <a:pt x="2589371" y="3067643"/>
                  </a:lnTo>
                  <a:lnTo>
                    <a:pt x="2590185" y="3104302"/>
                  </a:lnTo>
                  <a:lnTo>
                    <a:pt x="2591000" y="3116972"/>
                  </a:lnTo>
                  <a:lnTo>
                    <a:pt x="2591000" y="3116972"/>
                  </a:lnTo>
                  <a:lnTo>
                    <a:pt x="2591815" y="3116972"/>
                  </a:lnTo>
                  <a:lnTo>
                    <a:pt x="2592630" y="3015934"/>
                  </a:lnTo>
                  <a:lnTo>
                    <a:pt x="2593444" y="2904555"/>
                  </a:lnTo>
                  <a:lnTo>
                    <a:pt x="2594259" y="2873051"/>
                  </a:lnTo>
                  <a:lnTo>
                    <a:pt x="2595074" y="2775485"/>
                  </a:lnTo>
                  <a:lnTo>
                    <a:pt x="2595889" y="2688623"/>
                  </a:lnTo>
                  <a:lnTo>
                    <a:pt x="2596704" y="2683668"/>
                  </a:lnTo>
                  <a:lnTo>
                    <a:pt x="2597518" y="2802955"/>
                  </a:lnTo>
                  <a:lnTo>
                    <a:pt x="2598333" y="2843005"/>
                  </a:lnTo>
                  <a:lnTo>
                    <a:pt x="2599148" y="2849940"/>
                  </a:lnTo>
                  <a:lnTo>
                    <a:pt x="2599963" y="2902586"/>
                  </a:lnTo>
                  <a:lnTo>
                    <a:pt x="2600777" y="2924444"/>
                  </a:lnTo>
                  <a:lnTo>
                    <a:pt x="2601592" y="2929954"/>
                  </a:lnTo>
                  <a:lnTo>
                    <a:pt x="2602407" y="2925631"/>
                  </a:lnTo>
                  <a:lnTo>
                    <a:pt x="2603222" y="2981167"/>
                  </a:lnTo>
                  <a:lnTo>
                    <a:pt x="2604037" y="2969375"/>
                  </a:lnTo>
                  <a:lnTo>
                    <a:pt x="2604851" y="2870008"/>
                  </a:lnTo>
                  <a:lnTo>
                    <a:pt x="2605666" y="2826176"/>
                  </a:lnTo>
                  <a:lnTo>
                    <a:pt x="2606481" y="2829218"/>
                  </a:lnTo>
                  <a:lnTo>
                    <a:pt x="2607296" y="2824243"/>
                  </a:lnTo>
                  <a:lnTo>
                    <a:pt x="2608110" y="2807790"/>
                  </a:lnTo>
                  <a:lnTo>
                    <a:pt x="2608925" y="2749165"/>
                  </a:lnTo>
                  <a:lnTo>
                    <a:pt x="2609740" y="2726974"/>
                  </a:lnTo>
                  <a:lnTo>
                    <a:pt x="2610555" y="2660650"/>
                  </a:lnTo>
                  <a:lnTo>
                    <a:pt x="2611370" y="2520273"/>
                  </a:lnTo>
                  <a:lnTo>
                    <a:pt x="2612184" y="2410220"/>
                  </a:lnTo>
                  <a:lnTo>
                    <a:pt x="2612999" y="2274713"/>
                  </a:lnTo>
                  <a:lnTo>
                    <a:pt x="2613814" y="2110301"/>
                  </a:lnTo>
                  <a:lnTo>
                    <a:pt x="2614629" y="2000561"/>
                  </a:lnTo>
                  <a:lnTo>
                    <a:pt x="2615443" y="1939857"/>
                  </a:lnTo>
                  <a:lnTo>
                    <a:pt x="2616258" y="1933447"/>
                  </a:lnTo>
                  <a:lnTo>
                    <a:pt x="2617073" y="2023041"/>
                  </a:lnTo>
                  <a:lnTo>
                    <a:pt x="2617888" y="2187701"/>
                  </a:lnTo>
                  <a:lnTo>
                    <a:pt x="2618703" y="2398757"/>
                  </a:lnTo>
                  <a:lnTo>
                    <a:pt x="2619517" y="2569991"/>
                  </a:lnTo>
                  <a:lnTo>
                    <a:pt x="2620332" y="2682120"/>
                  </a:lnTo>
                  <a:lnTo>
                    <a:pt x="2621147" y="2711217"/>
                  </a:lnTo>
                  <a:lnTo>
                    <a:pt x="2621962" y="2682413"/>
                  </a:lnTo>
                  <a:lnTo>
                    <a:pt x="2622776" y="2677020"/>
                  </a:lnTo>
                  <a:lnTo>
                    <a:pt x="2623591" y="2742201"/>
                  </a:lnTo>
                  <a:lnTo>
                    <a:pt x="2624406" y="2764051"/>
                  </a:lnTo>
                  <a:lnTo>
                    <a:pt x="2625221" y="2796810"/>
                  </a:lnTo>
                  <a:lnTo>
                    <a:pt x="2626036" y="2923639"/>
                  </a:lnTo>
                  <a:lnTo>
                    <a:pt x="2626850" y="2900220"/>
                  </a:lnTo>
                  <a:lnTo>
                    <a:pt x="2627665" y="2776452"/>
                  </a:lnTo>
                  <a:lnTo>
                    <a:pt x="2628480" y="2600844"/>
                  </a:lnTo>
                  <a:lnTo>
                    <a:pt x="2629295" y="2556764"/>
                  </a:lnTo>
                  <a:lnTo>
                    <a:pt x="2630110" y="2576559"/>
                  </a:lnTo>
                  <a:lnTo>
                    <a:pt x="2630924" y="2455959"/>
                  </a:lnTo>
                  <a:lnTo>
                    <a:pt x="2631739" y="2406856"/>
                  </a:lnTo>
                  <a:lnTo>
                    <a:pt x="2632554" y="2435384"/>
                  </a:lnTo>
                  <a:lnTo>
                    <a:pt x="2633369" y="2460722"/>
                  </a:lnTo>
                  <a:lnTo>
                    <a:pt x="2634183" y="2474917"/>
                  </a:lnTo>
                  <a:lnTo>
                    <a:pt x="2634998" y="2431081"/>
                  </a:lnTo>
                  <a:lnTo>
                    <a:pt x="2635813" y="2381519"/>
                  </a:lnTo>
                  <a:lnTo>
                    <a:pt x="2636628" y="2267470"/>
                  </a:lnTo>
                  <a:lnTo>
                    <a:pt x="2637443" y="2173053"/>
                  </a:lnTo>
                  <a:lnTo>
                    <a:pt x="2638257" y="2083964"/>
                  </a:lnTo>
                  <a:lnTo>
                    <a:pt x="2639072" y="1982923"/>
                  </a:lnTo>
                  <a:lnTo>
                    <a:pt x="2639887" y="1911598"/>
                  </a:lnTo>
                  <a:lnTo>
                    <a:pt x="2640702" y="1979369"/>
                  </a:lnTo>
                  <a:lnTo>
                    <a:pt x="2641516" y="2180236"/>
                  </a:lnTo>
                  <a:lnTo>
                    <a:pt x="2642331" y="2336154"/>
                  </a:lnTo>
                  <a:lnTo>
                    <a:pt x="2643146" y="2450498"/>
                  </a:lnTo>
                  <a:lnTo>
                    <a:pt x="2643961" y="2495380"/>
                  </a:lnTo>
                  <a:lnTo>
                    <a:pt x="2644776" y="2633893"/>
                  </a:lnTo>
                  <a:lnTo>
                    <a:pt x="2645590" y="2724960"/>
                  </a:lnTo>
                  <a:lnTo>
                    <a:pt x="2646405" y="2773056"/>
                  </a:lnTo>
                  <a:lnTo>
                    <a:pt x="2647220" y="2809430"/>
                  </a:lnTo>
                  <a:lnTo>
                    <a:pt x="2648035" y="2850637"/>
                  </a:lnTo>
                  <a:lnTo>
                    <a:pt x="2648849" y="2938079"/>
                  </a:lnTo>
                  <a:lnTo>
                    <a:pt x="2649664" y="2857715"/>
                  </a:lnTo>
                  <a:lnTo>
                    <a:pt x="2650479" y="2751876"/>
                  </a:lnTo>
                  <a:lnTo>
                    <a:pt x="2651294" y="2666886"/>
                  </a:lnTo>
                  <a:lnTo>
                    <a:pt x="2652109" y="2609516"/>
                  </a:lnTo>
                  <a:lnTo>
                    <a:pt x="2652923" y="2603409"/>
                  </a:lnTo>
                  <a:lnTo>
                    <a:pt x="2653738" y="2552921"/>
                  </a:lnTo>
                  <a:lnTo>
                    <a:pt x="2654553" y="2551078"/>
                  </a:lnTo>
                  <a:lnTo>
                    <a:pt x="2655368" y="2586359"/>
                  </a:lnTo>
                  <a:lnTo>
                    <a:pt x="2656182" y="2637740"/>
                  </a:lnTo>
                  <a:lnTo>
                    <a:pt x="2656997" y="2547285"/>
                  </a:lnTo>
                  <a:lnTo>
                    <a:pt x="2657812" y="2377603"/>
                  </a:lnTo>
                  <a:lnTo>
                    <a:pt x="2658627" y="2248557"/>
                  </a:lnTo>
                  <a:lnTo>
                    <a:pt x="2659442" y="2116639"/>
                  </a:lnTo>
                  <a:lnTo>
                    <a:pt x="2660256" y="2013033"/>
                  </a:lnTo>
                  <a:lnTo>
                    <a:pt x="2661071" y="1918983"/>
                  </a:lnTo>
                  <a:lnTo>
                    <a:pt x="2661886" y="2099358"/>
                  </a:lnTo>
                  <a:lnTo>
                    <a:pt x="2662701" y="2355080"/>
                  </a:lnTo>
                  <a:lnTo>
                    <a:pt x="2663515" y="2585240"/>
                  </a:lnTo>
                  <a:lnTo>
                    <a:pt x="2664330" y="2759738"/>
                  </a:lnTo>
                  <a:lnTo>
                    <a:pt x="2665145" y="2871894"/>
                  </a:lnTo>
                  <a:lnTo>
                    <a:pt x="2665960" y="2910813"/>
                  </a:lnTo>
                  <a:lnTo>
                    <a:pt x="2666775" y="2764477"/>
                  </a:lnTo>
                  <a:lnTo>
                    <a:pt x="2667589" y="2590684"/>
                  </a:lnTo>
                  <a:lnTo>
                    <a:pt x="2668404" y="2442010"/>
                  </a:lnTo>
                  <a:lnTo>
                    <a:pt x="2669219" y="2427909"/>
                  </a:lnTo>
                  <a:lnTo>
                    <a:pt x="2670034" y="2495164"/>
                  </a:lnTo>
                  <a:lnTo>
                    <a:pt x="2670849" y="2583908"/>
                  </a:lnTo>
                  <a:lnTo>
                    <a:pt x="2671663" y="2703541"/>
                  </a:lnTo>
                  <a:lnTo>
                    <a:pt x="2672478" y="2840975"/>
                  </a:lnTo>
                  <a:lnTo>
                    <a:pt x="2673293" y="2919555"/>
                  </a:lnTo>
                  <a:lnTo>
                    <a:pt x="2674108" y="2879095"/>
                  </a:lnTo>
                  <a:lnTo>
                    <a:pt x="2674922" y="2735445"/>
                  </a:lnTo>
                  <a:lnTo>
                    <a:pt x="2675737" y="2589436"/>
                  </a:lnTo>
                  <a:lnTo>
                    <a:pt x="2676552" y="2472209"/>
                  </a:lnTo>
                  <a:lnTo>
                    <a:pt x="2677367" y="2373965"/>
                  </a:lnTo>
                  <a:lnTo>
                    <a:pt x="2678182" y="2353887"/>
                  </a:lnTo>
                  <a:lnTo>
                    <a:pt x="2678996" y="2383254"/>
                  </a:lnTo>
                  <a:lnTo>
                    <a:pt x="2679811" y="2438406"/>
                  </a:lnTo>
                  <a:lnTo>
                    <a:pt x="2680626" y="2427496"/>
                  </a:lnTo>
                  <a:lnTo>
                    <a:pt x="2681441" y="2340110"/>
                  </a:lnTo>
                  <a:lnTo>
                    <a:pt x="2682255" y="2337804"/>
                  </a:lnTo>
                  <a:lnTo>
                    <a:pt x="2683070" y="2345548"/>
                  </a:lnTo>
                  <a:lnTo>
                    <a:pt x="2683885" y="2331449"/>
                  </a:lnTo>
                  <a:lnTo>
                    <a:pt x="2684700" y="2300167"/>
                  </a:lnTo>
                  <a:lnTo>
                    <a:pt x="2685515" y="2323101"/>
                  </a:lnTo>
                  <a:lnTo>
                    <a:pt x="2686329" y="2411923"/>
                  </a:lnTo>
                  <a:lnTo>
                    <a:pt x="2687144" y="2399321"/>
                  </a:lnTo>
                  <a:lnTo>
                    <a:pt x="2687959" y="2358895"/>
                  </a:lnTo>
                  <a:lnTo>
                    <a:pt x="2688774" y="2294346"/>
                  </a:lnTo>
                  <a:lnTo>
                    <a:pt x="2689588" y="2279423"/>
                  </a:lnTo>
                  <a:lnTo>
                    <a:pt x="2690403" y="2307822"/>
                  </a:lnTo>
                  <a:lnTo>
                    <a:pt x="2691218" y="2323928"/>
                  </a:lnTo>
                  <a:lnTo>
                    <a:pt x="2692033" y="2306160"/>
                  </a:lnTo>
                  <a:lnTo>
                    <a:pt x="2692848" y="2290080"/>
                  </a:lnTo>
                  <a:lnTo>
                    <a:pt x="2693662" y="2302977"/>
                  </a:lnTo>
                  <a:lnTo>
                    <a:pt x="2694477" y="2252015"/>
                  </a:lnTo>
                  <a:lnTo>
                    <a:pt x="2695292" y="2154997"/>
                  </a:lnTo>
                  <a:lnTo>
                    <a:pt x="2696107" y="2014670"/>
                  </a:lnTo>
                  <a:lnTo>
                    <a:pt x="2696921" y="1892738"/>
                  </a:lnTo>
                  <a:lnTo>
                    <a:pt x="2697736" y="1779540"/>
                  </a:lnTo>
                  <a:lnTo>
                    <a:pt x="2698551" y="1718873"/>
                  </a:lnTo>
                  <a:lnTo>
                    <a:pt x="2699366" y="1739445"/>
                  </a:lnTo>
                  <a:lnTo>
                    <a:pt x="2700181" y="1831644"/>
                  </a:lnTo>
                  <a:lnTo>
                    <a:pt x="2700995" y="1964812"/>
                  </a:lnTo>
                  <a:lnTo>
                    <a:pt x="2701810" y="2085450"/>
                  </a:lnTo>
                  <a:lnTo>
                    <a:pt x="2702625" y="2138375"/>
                  </a:lnTo>
                  <a:lnTo>
                    <a:pt x="2703440" y="2133163"/>
                  </a:lnTo>
                  <a:lnTo>
                    <a:pt x="2704254" y="2223707"/>
                  </a:lnTo>
                  <a:lnTo>
                    <a:pt x="2705069" y="2219691"/>
                  </a:lnTo>
                  <a:lnTo>
                    <a:pt x="2705884" y="2183680"/>
                  </a:lnTo>
                  <a:lnTo>
                    <a:pt x="2706699" y="2306009"/>
                  </a:lnTo>
                  <a:lnTo>
                    <a:pt x="2707514" y="2489988"/>
                  </a:lnTo>
                  <a:lnTo>
                    <a:pt x="2708328" y="2630619"/>
                  </a:lnTo>
                  <a:lnTo>
                    <a:pt x="2709143" y="2587472"/>
                  </a:lnTo>
                  <a:lnTo>
                    <a:pt x="2709958" y="2549455"/>
                  </a:lnTo>
                  <a:lnTo>
                    <a:pt x="2710773" y="2565870"/>
                  </a:lnTo>
                  <a:lnTo>
                    <a:pt x="2711588" y="2523721"/>
                  </a:lnTo>
                  <a:lnTo>
                    <a:pt x="2712402" y="2376965"/>
                  </a:lnTo>
                  <a:lnTo>
                    <a:pt x="2713217" y="2319312"/>
                  </a:lnTo>
                  <a:lnTo>
                    <a:pt x="2714032" y="2423100"/>
                  </a:lnTo>
                  <a:lnTo>
                    <a:pt x="2714847" y="2529704"/>
                  </a:lnTo>
                  <a:lnTo>
                    <a:pt x="2715661" y="2592845"/>
                  </a:lnTo>
                  <a:lnTo>
                    <a:pt x="2716476" y="2620580"/>
                  </a:lnTo>
                  <a:lnTo>
                    <a:pt x="2717291" y="2722629"/>
                  </a:lnTo>
                  <a:lnTo>
                    <a:pt x="2718106" y="2790535"/>
                  </a:lnTo>
                  <a:lnTo>
                    <a:pt x="2718921" y="2790817"/>
                  </a:lnTo>
                  <a:lnTo>
                    <a:pt x="2719735" y="2746473"/>
                  </a:lnTo>
                  <a:lnTo>
                    <a:pt x="2720550" y="2645447"/>
                  </a:lnTo>
                  <a:lnTo>
                    <a:pt x="2721365" y="2547313"/>
                  </a:lnTo>
                  <a:lnTo>
                    <a:pt x="2722180" y="2516677"/>
                  </a:lnTo>
                  <a:lnTo>
                    <a:pt x="2722994" y="2543709"/>
                  </a:lnTo>
                  <a:lnTo>
                    <a:pt x="2723809" y="2510492"/>
                  </a:lnTo>
                  <a:lnTo>
                    <a:pt x="2724624" y="2492395"/>
                  </a:lnTo>
                  <a:lnTo>
                    <a:pt x="2725439" y="2454567"/>
                  </a:lnTo>
                  <a:lnTo>
                    <a:pt x="2726254" y="2457717"/>
                  </a:lnTo>
                  <a:lnTo>
                    <a:pt x="2727068" y="2458119"/>
                  </a:lnTo>
                  <a:lnTo>
                    <a:pt x="2727883" y="2362024"/>
                  </a:lnTo>
                  <a:lnTo>
                    <a:pt x="2728698" y="2310890"/>
                  </a:lnTo>
                  <a:lnTo>
                    <a:pt x="2729513" y="2385578"/>
                  </a:lnTo>
                  <a:lnTo>
                    <a:pt x="2730327" y="2445382"/>
                  </a:lnTo>
                  <a:lnTo>
                    <a:pt x="2731142" y="2397612"/>
                  </a:lnTo>
                  <a:lnTo>
                    <a:pt x="2731957" y="2266077"/>
                  </a:lnTo>
                  <a:lnTo>
                    <a:pt x="2732772" y="2245193"/>
                  </a:lnTo>
                  <a:lnTo>
                    <a:pt x="2733587" y="2309344"/>
                  </a:lnTo>
                  <a:lnTo>
                    <a:pt x="2734401" y="2142134"/>
                  </a:lnTo>
                  <a:lnTo>
                    <a:pt x="2735216" y="2026263"/>
                  </a:lnTo>
                  <a:lnTo>
                    <a:pt x="2736031" y="1952824"/>
                  </a:lnTo>
                  <a:lnTo>
                    <a:pt x="2736846" y="1901651"/>
                  </a:lnTo>
                  <a:lnTo>
                    <a:pt x="2737660" y="1879409"/>
                  </a:lnTo>
                  <a:lnTo>
                    <a:pt x="2738475" y="1872279"/>
                  </a:lnTo>
                  <a:lnTo>
                    <a:pt x="2739290" y="2073080"/>
                  </a:lnTo>
                  <a:lnTo>
                    <a:pt x="2740105" y="2331301"/>
                  </a:lnTo>
                  <a:lnTo>
                    <a:pt x="2740920" y="2571791"/>
                  </a:lnTo>
                  <a:lnTo>
                    <a:pt x="2741734" y="2728164"/>
                  </a:lnTo>
                  <a:lnTo>
                    <a:pt x="2742549" y="2690838"/>
                  </a:lnTo>
                  <a:lnTo>
                    <a:pt x="2743364" y="2507291"/>
                  </a:lnTo>
                  <a:lnTo>
                    <a:pt x="2744179" y="2410271"/>
                  </a:lnTo>
                  <a:lnTo>
                    <a:pt x="2744993" y="2459513"/>
                  </a:lnTo>
                  <a:lnTo>
                    <a:pt x="2745808" y="2378036"/>
                  </a:lnTo>
                  <a:lnTo>
                    <a:pt x="2746623" y="2317013"/>
                  </a:lnTo>
                  <a:lnTo>
                    <a:pt x="2747438" y="2439216"/>
                  </a:lnTo>
                  <a:lnTo>
                    <a:pt x="2748253" y="2669123"/>
                  </a:lnTo>
                  <a:lnTo>
                    <a:pt x="2749067" y="2708853"/>
                  </a:lnTo>
                  <a:lnTo>
                    <a:pt x="2749882" y="2613818"/>
                  </a:lnTo>
                  <a:lnTo>
                    <a:pt x="2750697" y="2685026"/>
                  </a:lnTo>
                  <a:lnTo>
                    <a:pt x="2751512" y="2715639"/>
                  </a:lnTo>
                  <a:lnTo>
                    <a:pt x="2752327" y="2583592"/>
                  </a:lnTo>
                  <a:lnTo>
                    <a:pt x="2753141" y="2408472"/>
                  </a:lnTo>
                  <a:lnTo>
                    <a:pt x="2753956" y="2333674"/>
                  </a:lnTo>
                  <a:lnTo>
                    <a:pt x="2754771" y="2242741"/>
                  </a:lnTo>
                  <a:lnTo>
                    <a:pt x="2755586" y="2154209"/>
                  </a:lnTo>
                  <a:lnTo>
                    <a:pt x="2756400" y="2110331"/>
                  </a:lnTo>
                  <a:lnTo>
                    <a:pt x="2757215" y="2138687"/>
                  </a:lnTo>
                  <a:lnTo>
                    <a:pt x="2758030" y="2163922"/>
                  </a:lnTo>
                  <a:lnTo>
                    <a:pt x="2758845" y="2129018"/>
                  </a:lnTo>
                  <a:lnTo>
                    <a:pt x="2759660" y="2104517"/>
                  </a:lnTo>
                  <a:lnTo>
                    <a:pt x="2760474" y="2113105"/>
                  </a:lnTo>
                  <a:lnTo>
                    <a:pt x="2761289" y="2215126"/>
                  </a:lnTo>
                  <a:lnTo>
                    <a:pt x="2762104" y="2361106"/>
                  </a:lnTo>
                  <a:lnTo>
                    <a:pt x="2762919" y="2456425"/>
                  </a:lnTo>
                  <a:lnTo>
                    <a:pt x="2763733" y="2432044"/>
                  </a:lnTo>
                  <a:lnTo>
                    <a:pt x="2764548" y="2371385"/>
                  </a:lnTo>
                  <a:lnTo>
                    <a:pt x="2765363" y="2316786"/>
                  </a:lnTo>
                  <a:lnTo>
                    <a:pt x="2766178" y="2302317"/>
                  </a:lnTo>
                  <a:lnTo>
                    <a:pt x="2766993" y="2288305"/>
                  </a:lnTo>
                  <a:lnTo>
                    <a:pt x="2767807" y="2243166"/>
                  </a:lnTo>
                  <a:lnTo>
                    <a:pt x="2768622" y="2289967"/>
                  </a:lnTo>
                  <a:lnTo>
                    <a:pt x="2769437" y="2341612"/>
                  </a:lnTo>
                  <a:lnTo>
                    <a:pt x="2770252" y="2380214"/>
                  </a:lnTo>
                  <a:lnTo>
                    <a:pt x="2771066" y="2406498"/>
                  </a:lnTo>
                  <a:lnTo>
                    <a:pt x="2771881" y="2354693"/>
                  </a:lnTo>
                  <a:lnTo>
                    <a:pt x="2772696" y="2355979"/>
                  </a:lnTo>
                  <a:lnTo>
                    <a:pt x="2773511" y="2475439"/>
                  </a:lnTo>
                  <a:lnTo>
                    <a:pt x="2774326" y="2611798"/>
                  </a:lnTo>
                  <a:lnTo>
                    <a:pt x="2775140" y="2612491"/>
                  </a:lnTo>
                  <a:lnTo>
                    <a:pt x="2775955" y="2492269"/>
                  </a:lnTo>
                  <a:lnTo>
                    <a:pt x="2776770" y="2391643"/>
                  </a:lnTo>
                  <a:lnTo>
                    <a:pt x="2777585" y="2281971"/>
                  </a:lnTo>
                  <a:lnTo>
                    <a:pt x="2778399" y="2117740"/>
                  </a:lnTo>
                  <a:lnTo>
                    <a:pt x="2779214" y="1934441"/>
                  </a:lnTo>
                  <a:lnTo>
                    <a:pt x="2780029" y="1906974"/>
                  </a:lnTo>
                  <a:lnTo>
                    <a:pt x="2780844" y="2052492"/>
                  </a:lnTo>
                  <a:lnTo>
                    <a:pt x="2781659" y="2235648"/>
                  </a:lnTo>
                  <a:lnTo>
                    <a:pt x="2782473" y="2354989"/>
                  </a:lnTo>
                  <a:lnTo>
                    <a:pt x="2783288" y="2376666"/>
                  </a:lnTo>
                  <a:lnTo>
                    <a:pt x="2784103" y="2371167"/>
                  </a:lnTo>
                  <a:lnTo>
                    <a:pt x="2784918" y="2281474"/>
                  </a:lnTo>
                  <a:lnTo>
                    <a:pt x="2785732" y="2139069"/>
                  </a:lnTo>
                  <a:lnTo>
                    <a:pt x="2786547" y="1995617"/>
                  </a:lnTo>
                  <a:lnTo>
                    <a:pt x="2787362" y="1881637"/>
                  </a:lnTo>
                  <a:lnTo>
                    <a:pt x="2788177" y="1946134"/>
                  </a:lnTo>
                  <a:lnTo>
                    <a:pt x="2788992" y="2115967"/>
                  </a:lnTo>
                  <a:lnTo>
                    <a:pt x="2789806" y="2243810"/>
                  </a:lnTo>
                  <a:lnTo>
                    <a:pt x="2790621" y="2225257"/>
                  </a:lnTo>
                  <a:lnTo>
                    <a:pt x="2791436" y="2156256"/>
                  </a:lnTo>
                  <a:lnTo>
                    <a:pt x="2792251" y="2068745"/>
                  </a:lnTo>
                  <a:lnTo>
                    <a:pt x="2793066" y="1964023"/>
                  </a:lnTo>
                  <a:lnTo>
                    <a:pt x="2793880" y="1932274"/>
                  </a:lnTo>
                  <a:lnTo>
                    <a:pt x="2794695" y="1963016"/>
                  </a:lnTo>
                  <a:lnTo>
                    <a:pt x="2795510" y="2077775"/>
                  </a:lnTo>
                  <a:lnTo>
                    <a:pt x="2796325" y="2210387"/>
                  </a:lnTo>
                  <a:lnTo>
                    <a:pt x="2797139" y="2349252"/>
                  </a:lnTo>
                  <a:lnTo>
                    <a:pt x="2797954" y="2436917"/>
                  </a:lnTo>
                  <a:lnTo>
                    <a:pt x="2798769" y="2415010"/>
                  </a:lnTo>
                  <a:lnTo>
                    <a:pt x="2799584" y="2398392"/>
                  </a:lnTo>
                  <a:lnTo>
                    <a:pt x="2800399" y="2404529"/>
                  </a:lnTo>
                  <a:lnTo>
                    <a:pt x="2801213" y="2373716"/>
                  </a:lnTo>
                  <a:lnTo>
                    <a:pt x="2802028" y="2405585"/>
                  </a:lnTo>
                  <a:lnTo>
                    <a:pt x="2802843" y="2482873"/>
                  </a:lnTo>
                  <a:lnTo>
                    <a:pt x="2803658" y="2523515"/>
                  </a:lnTo>
                  <a:lnTo>
                    <a:pt x="2804472" y="2566393"/>
                  </a:lnTo>
                  <a:lnTo>
                    <a:pt x="2805287" y="2531853"/>
                  </a:lnTo>
                  <a:lnTo>
                    <a:pt x="2806102" y="2567420"/>
                  </a:lnTo>
                  <a:lnTo>
                    <a:pt x="2806917" y="2620260"/>
                  </a:lnTo>
                  <a:lnTo>
                    <a:pt x="2807732" y="2593342"/>
                  </a:lnTo>
                  <a:lnTo>
                    <a:pt x="2808546" y="2642714"/>
                  </a:lnTo>
                  <a:lnTo>
                    <a:pt x="2809361" y="2632458"/>
                  </a:lnTo>
                  <a:lnTo>
                    <a:pt x="2810176" y="2602176"/>
                  </a:lnTo>
                  <a:lnTo>
                    <a:pt x="2810991" y="2533781"/>
                  </a:lnTo>
                  <a:lnTo>
                    <a:pt x="2811805" y="2461629"/>
                  </a:lnTo>
                  <a:lnTo>
                    <a:pt x="2812620" y="2389348"/>
                  </a:lnTo>
                  <a:lnTo>
                    <a:pt x="2813435" y="2270109"/>
                  </a:lnTo>
                  <a:lnTo>
                    <a:pt x="2814250" y="2217730"/>
                  </a:lnTo>
                  <a:lnTo>
                    <a:pt x="2815065" y="2222932"/>
                  </a:lnTo>
                  <a:lnTo>
                    <a:pt x="2815879" y="2249035"/>
                  </a:lnTo>
                  <a:lnTo>
                    <a:pt x="2816694" y="2287608"/>
                  </a:lnTo>
                  <a:lnTo>
                    <a:pt x="2817509" y="2301696"/>
                  </a:lnTo>
                  <a:lnTo>
                    <a:pt x="2818324" y="2380750"/>
                  </a:lnTo>
                  <a:lnTo>
                    <a:pt x="2819138" y="2452542"/>
                  </a:lnTo>
                  <a:lnTo>
                    <a:pt x="2819953" y="2513418"/>
                  </a:lnTo>
                  <a:lnTo>
                    <a:pt x="2820768" y="2477344"/>
                  </a:lnTo>
                  <a:lnTo>
                    <a:pt x="2821583" y="2353541"/>
                  </a:lnTo>
                  <a:lnTo>
                    <a:pt x="2822398" y="2260049"/>
                  </a:lnTo>
                  <a:lnTo>
                    <a:pt x="2823212" y="2142661"/>
                  </a:lnTo>
                  <a:lnTo>
                    <a:pt x="2824027" y="2059751"/>
                  </a:lnTo>
                  <a:lnTo>
                    <a:pt x="2824842" y="1973356"/>
                  </a:lnTo>
                  <a:lnTo>
                    <a:pt x="2825657" y="1986940"/>
                  </a:lnTo>
                  <a:lnTo>
                    <a:pt x="2826471" y="2056328"/>
                  </a:lnTo>
                  <a:lnTo>
                    <a:pt x="2827286" y="2101303"/>
                  </a:lnTo>
                  <a:lnTo>
                    <a:pt x="2828101" y="2147602"/>
                  </a:lnTo>
                  <a:lnTo>
                    <a:pt x="2828916" y="2103646"/>
                  </a:lnTo>
                  <a:lnTo>
                    <a:pt x="2829731" y="2165636"/>
                  </a:lnTo>
                  <a:lnTo>
                    <a:pt x="2830545" y="2260195"/>
                  </a:lnTo>
                  <a:lnTo>
                    <a:pt x="2831360" y="2278284"/>
                  </a:lnTo>
                  <a:lnTo>
                    <a:pt x="2832175" y="2258848"/>
                  </a:lnTo>
                  <a:lnTo>
                    <a:pt x="2832990" y="2249935"/>
                  </a:lnTo>
                  <a:lnTo>
                    <a:pt x="2833805" y="2341706"/>
                  </a:lnTo>
                  <a:lnTo>
                    <a:pt x="2834619" y="2424758"/>
                  </a:lnTo>
                  <a:lnTo>
                    <a:pt x="2835434" y="2510662"/>
                  </a:lnTo>
                  <a:lnTo>
                    <a:pt x="2836249" y="2580112"/>
                  </a:lnTo>
                  <a:lnTo>
                    <a:pt x="2837064" y="2716255"/>
                  </a:lnTo>
                  <a:lnTo>
                    <a:pt x="2837878" y="2824948"/>
                  </a:lnTo>
                  <a:lnTo>
                    <a:pt x="2838693" y="2817035"/>
                  </a:lnTo>
                  <a:lnTo>
                    <a:pt x="2839508" y="2676872"/>
                  </a:lnTo>
                  <a:lnTo>
                    <a:pt x="2840323" y="2590445"/>
                  </a:lnTo>
                  <a:lnTo>
                    <a:pt x="2841138" y="2532066"/>
                  </a:lnTo>
                  <a:lnTo>
                    <a:pt x="2841952" y="2458927"/>
                  </a:lnTo>
                  <a:lnTo>
                    <a:pt x="2842767" y="2450514"/>
                  </a:lnTo>
                  <a:lnTo>
                    <a:pt x="2843582" y="2504677"/>
                  </a:lnTo>
                  <a:lnTo>
                    <a:pt x="2844397" y="2540862"/>
                  </a:lnTo>
                  <a:lnTo>
                    <a:pt x="2845211" y="2450461"/>
                  </a:lnTo>
                  <a:lnTo>
                    <a:pt x="2846026" y="2427887"/>
                  </a:lnTo>
                  <a:lnTo>
                    <a:pt x="2846841" y="2503723"/>
                  </a:lnTo>
                  <a:lnTo>
                    <a:pt x="2847656" y="2439765"/>
                  </a:lnTo>
                  <a:lnTo>
                    <a:pt x="2848471" y="2322193"/>
                  </a:lnTo>
                  <a:lnTo>
                    <a:pt x="2849285" y="2220863"/>
                  </a:lnTo>
                  <a:lnTo>
                    <a:pt x="2850100" y="2140012"/>
                  </a:lnTo>
                  <a:lnTo>
                    <a:pt x="2850915" y="2019240"/>
                  </a:lnTo>
                  <a:lnTo>
                    <a:pt x="2851730" y="1855061"/>
                  </a:lnTo>
                  <a:lnTo>
                    <a:pt x="2852544" y="1740594"/>
                  </a:lnTo>
                  <a:lnTo>
                    <a:pt x="2853359" y="1632552"/>
                  </a:lnTo>
                  <a:lnTo>
                    <a:pt x="2854174" y="1553585"/>
                  </a:lnTo>
                  <a:lnTo>
                    <a:pt x="2854989" y="1487156"/>
                  </a:lnTo>
                  <a:lnTo>
                    <a:pt x="2855804" y="1470281"/>
                  </a:lnTo>
                  <a:lnTo>
                    <a:pt x="2856618" y="1480100"/>
                  </a:lnTo>
                  <a:lnTo>
                    <a:pt x="2857433" y="1524496"/>
                  </a:lnTo>
                  <a:lnTo>
                    <a:pt x="2858248" y="1645901"/>
                  </a:lnTo>
                  <a:lnTo>
                    <a:pt x="2859063" y="1776157"/>
                  </a:lnTo>
                  <a:lnTo>
                    <a:pt x="2859877" y="1876572"/>
                  </a:lnTo>
                  <a:lnTo>
                    <a:pt x="2860692" y="1917946"/>
                  </a:lnTo>
                  <a:lnTo>
                    <a:pt x="2861507" y="1889421"/>
                  </a:lnTo>
                  <a:lnTo>
                    <a:pt x="2862322" y="1802658"/>
                  </a:lnTo>
                  <a:lnTo>
                    <a:pt x="2863137" y="1731997"/>
                  </a:lnTo>
                  <a:lnTo>
                    <a:pt x="2863951" y="1674035"/>
                  </a:lnTo>
                  <a:lnTo>
                    <a:pt x="2864766" y="1598556"/>
                  </a:lnTo>
                  <a:lnTo>
                    <a:pt x="2865581" y="1576508"/>
                  </a:lnTo>
                  <a:lnTo>
                    <a:pt x="2866396" y="1533563"/>
                  </a:lnTo>
                  <a:lnTo>
                    <a:pt x="2867210" y="1625572"/>
                  </a:lnTo>
                  <a:lnTo>
                    <a:pt x="2868025" y="1781776"/>
                  </a:lnTo>
                  <a:lnTo>
                    <a:pt x="2868840" y="1912930"/>
                  </a:lnTo>
                  <a:lnTo>
                    <a:pt x="2869655" y="2062100"/>
                  </a:lnTo>
                  <a:lnTo>
                    <a:pt x="2870470" y="2215363"/>
                  </a:lnTo>
                  <a:lnTo>
                    <a:pt x="2871284" y="2282956"/>
                  </a:lnTo>
                  <a:lnTo>
                    <a:pt x="2872099" y="2333513"/>
                  </a:lnTo>
                  <a:lnTo>
                    <a:pt x="2872914" y="2328837"/>
                  </a:lnTo>
                  <a:lnTo>
                    <a:pt x="2873729" y="2260010"/>
                  </a:lnTo>
                  <a:lnTo>
                    <a:pt x="2874544" y="2188410"/>
                  </a:lnTo>
                  <a:lnTo>
                    <a:pt x="2875358" y="2110324"/>
                  </a:lnTo>
                  <a:lnTo>
                    <a:pt x="2876173" y="2113312"/>
                  </a:lnTo>
                  <a:lnTo>
                    <a:pt x="2876988" y="2125164"/>
                  </a:lnTo>
                  <a:lnTo>
                    <a:pt x="2877803" y="2168829"/>
                  </a:lnTo>
                  <a:lnTo>
                    <a:pt x="2878617" y="2259398"/>
                  </a:lnTo>
                  <a:lnTo>
                    <a:pt x="2879432" y="2250619"/>
                  </a:lnTo>
                  <a:lnTo>
                    <a:pt x="2880247" y="2191962"/>
                  </a:lnTo>
                  <a:lnTo>
                    <a:pt x="2881062" y="2265629"/>
                  </a:lnTo>
                  <a:lnTo>
                    <a:pt x="2881877" y="2303619"/>
                  </a:lnTo>
                  <a:lnTo>
                    <a:pt x="2882691" y="2212094"/>
                  </a:lnTo>
                  <a:lnTo>
                    <a:pt x="2883506" y="2178657"/>
                  </a:lnTo>
                  <a:lnTo>
                    <a:pt x="2884321" y="2343346"/>
                  </a:lnTo>
                  <a:lnTo>
                    <a:pt x="2885136" y="2477135"/>
                  </a:lnTo>
                  <a:lnTo>
                    <a:pt x="2885950" y="2435216"/>
                  </a:lnTo>
                  <a:lnTo>
                    <a:pt x="2886765" y="2289697"/>
                  </a:lnTo>
                  <a:lnTo>
                    <a:pt x="2887580" y="2188409"/>
                  </a:lnTo>
                  <a:lnTo>
                    <a:pt x="2888395" y="2130941"/>
                  </a:lnTo>
                  <a:lnTo>
                    <a:pt x="2889210" y="2050000"/>
                  </a:lnTo>
                  <a:lnTo>
                    <a:pt x="2890024" y="2104076"/>
                  </a:lnTo>
                  <a:lnTo>
                    <a:pt x="2890839" y="2176834"/>
                  </a:lnTo>
                  <a:lnTo>
                    <a:pt x="2891654" y="2293094"/>
                  </a:lnTo>
                  <a:lnTo>
                    <a:pt x="2892469" y="2427786"/>
                  </a:lnTo>
                  <a:lnTo>
                    <a:pt x="2893283" y="2478961"/>
                  </a:lnTo>
                  <a:lnTo>
                    <a:pt x="2894098" y="2482194"/>
                  </a:lnTo>
                  <a:lnTo>
                    <a:pt x="2894913" y="2424187"/>
                  </a:lnTo>
                  <a:lnTo>
                    <a:pt x="2895728" y="2456996"/>
                  </a:lnTo>
                  <a:lnTo>
                    <a:pt x="2896543" y="2418956"/>
                  </a:lnTo>
                  <a:lnTo>
                    <a:pt x="2897357" y="2338318"/>
                  </a:lnTo>
                  <a:lnTo>
                    <a:pt x="2898172" y="2292693"/>
                  </a:lnTo>
                  <a:lnTo>
                    <a:pt x="2898987" y="2251918"/>
                  </a:lnTo>
                  <a:lnTo>
                    <a:pt x="2899802" y="2201968"/>
                  </a:lnTo>
                  <a:lnTo>
                    <a:pt x="2900616" y="2130871"/>
                  </a:lnTo>
                  <a:lnTo>
                    <a:pt x="2901431" y="2167941"/>
                  </a:lnTo>
                  <a:lnTo>
                    <a:pt x="2902246" y="2214307"/>
                  </a:lnTo>
                  <a:lnTo>
                    <a:pt x="2903061" y="2393430"/>
                  </a:lnTo>
                  <a:lnTo>
                    <a:pt x="2903876" y="2592856"/>
                  </a:lnTo>
                  <a:lnTo>
                    <a:pt x="2904690" y="2752173"/>
                  </a:lnTo>
                  <a:lnTo>
                    <a:pt x="2905505" y="2891831"/>
                  </a:lnTo>
                  <a:lnTo>
                    <a:pt x="2906320" y="2918801"/>
                  </a:lnTo>
                  <a:lnTo>
                    <a:pt x="2907135" y="2961900"/>
                  </a:lnTo>
                  <a:lnTo>
                    <a:pt x="2907950" y="2881673"/>
                  </a:lnTo>
                  <a:lnTo>
                    <a:pt x="2908764" y="2745429"/>
                  </a:lnTo>
                  <a:lnTo>
                    <a:pt x="2909579" y="2580650"/>
                  </a:lnTo>
                  <a:lnTo>
                    <a:pt x="2910394" y="2449909"/>
                  </a:lnTo>
                  <a:lnTo>
                    <a:pt x="2911209" y="2498988"/>
                  </a:lnTo>
                  <a:lnTo>
                    <a:pt x="2912023" y="2573008"/>
                  </a:lnTo>
                  <a:lnTo>
                    <a:pt x="2912838" y="2570780"/>
                  </a:lnTo>
                  <a:lnTo>
                    <a:pt x="2913653" y="2589141"/>
                  </a:lnTo>
                  <a:lnTo>
                    <a:pt x="2914468" y="2683319"/>
                  </a:lnTo>
                  <a:lnTo>
                    <a:pt x="2915283" y="2672636"/>
                  </a:lnTo>
                  <a:lnTo>
                    <a:pt x="2916097" y="2543760"/>
                  </a:lnTo>
                  <a:lnTo>
                    <a:pt x="2916912" y="2394787"/>
                  </a:lnTo>
                  <a:lnTo>
                    <a:pt x="2917727" y="2273691"/>
                  </a:lnTo>
                  <a:lnTo>
                    <a:pt x="2918542" y="2109635"/>
                  </a:lnTo>
                  <a:lnTo>
                    <a:pt x="2919356" y="1994882"/>
                  </a:lnTo>
                  <a:lnTo>
                    <a:pt x="2920171" y="1901405"/>
                  </a:lnTo>
                  <a:lnTo>
                    <a:pt x="2920986" y="1754485"/>
                  </a:lnTo>
                  <a:lnTo>
                    <a:pt x="2921801" y="1680396"/>
                  </a:lnTo>
                  <a:lnTo>
                    <a:pt x="2922616" y="1793010"/>
                  </a:lnTo>
                  <a:lnTo>
                    <a:pt x="2923430" y="1955478"/>
                  </a:lnTo>
                  <a:lnTo>
                    <a:pt x="2924245" y="2010290"/>
                  </a:lnTo>
                  <a:lnTo>
                    <a:pt x="2925060" y="2137636"/>
                  </a:lnTo>
                  <a:lnTo>
                    <a:pt x="2925875" y="2330578"/>
                  </a:lnTo>
                  <a:lnTo>
                    <a:pt x="2926689" y="2397050"/>
                  </a:lnTo>
                  <a:lnTo>
                    <a:pt x="2927504" y="2239391"/>
                  </a:lnTo>
                  <a:lnTo>
                    <a:pt x="2928319" y="2047024"/>
                  </a:lnTo>
                  <a:lnTo>
                    <a:pt x="2929134" y="2074970"/>
                  </a:lnTo>
                  <a:lnTo>
                    <a:pt x="2929949" y="2138366"/>
                  </a:lnTo>
                  <a:lnTo>
                    <a:pt x="2930763" y="2166929"/>
                  </a:lnTo>
                  <a:lnTo>
                    <a:pt x="2931578" y="2192060"/>
                  </a:lnTo>
                  <a:lnTo>
                    <a:pt x="2932393" y="2270342"/>
                  </a:lnTo>
                  <a:lnTo>
                    <a:pt x="2933208" y="2380544"/>
                  </a:lnTo>
                  <a:lnTo>
                    <a:pt x="2934022" y="2374561"/>
                  </a:lnTo>
                  <a:lnTo>
                    <a:pt x="2934837" y="2307340"/>
                  </a:lnTo>
                  <a:lnTo>
                    <a:pt x="2935652" y="2184637"/>
                  </a:lnTo>
                  <a:lnTo>
                    <a:pt x="2936467" y="2162406"/>
                  </a:lnTo>
                  <a:lnTo>
                    <a:pt x="2937282" y="2175768"/>
                  </a:lnTo>
                  <a:lnTo>
                    <a:pt x="2938096" y="2242950"/>
                  </a:lnTo>
                  <a:lnTo>
                    <a:pt x="2938911" y="2304276"/>
                  </a:lnTo>
                  <a:lnTo>
                    <a:pt x="2939726" y="2293441"/>
                  </a:lnTo>
                  <a:lnTo>
                    <a:pt x="2940541" y="2296416"/>
                  </a:lnTo>
                  <a:lnTo>
                    <a:pt x="2941355" y="2223689"/>
                  </a:lnTo>
                  <a:lnTo>
                    <a:pt x="2942170" y="2196489"/>
                  </a:lnTo>
                  <a:lnTo>
                    <a:pt x="2942985" y="2206437"/>
                  </a:lnTo>
                  <a:lnTo>
                    <a:pt x="2943800" y="2235834"/>
                  </a:lnTo>
                  <a:lnTo>
                    <a:pt x="2944615" y="2351229"/>
                  </a:lnTo>
                  <a:lnTo>
                    <a:pt x="2945429" y="2485365"/>
                  </a:lnTo>
                  <a:lnTo>
                    <a:pt x="2946244" y="2681772"/>
                  </a:lnTo>
                  <a:lnTo>
                    <a:pt x="2947059" y="2770308"/>
                  </a:lnTo>
                  <a:lnTo>
                    <a:pt x="2947874" y="2685898"/>
                  </a:lnTo>
                  <a:lnTo>
                    <a:pt x="2948689" y="2581668"/>
                  </a:lnTo>
                  <a:lnTo>
                    <a:pt x="2949503" y="2536712"/>
                  </a:lnTo>
                  <a:lnTo>
                    <a:pt x="2950318" y="2588709"/>
                  </a:lnTo>
                  <a:lnTo>
                    <a:pt x="2951133" y="2611132"/>
                  </a:lnTo>
                  <a:lnTo>
                    <a:pt x="2951948" y="2635186"/>
                  </a:lnTo>
                  <a:lnTo>
                    <a:pt x="2952762" y="2722653"/>
                  </a:lnTo>
                  <a:lnTo>
                    <a:pt x="2953577" y="2820873"/>
                  </a:lnTo>
                  <a:lnTo>
                    <a:pt x="2954392" y="2784346"/>
                  </a:lnTo>
                  <a:lnTo>
                    <a:pt x="2955207" y="2691272"/>
                  </a:lnTo>
                  <a:lnTo>
                    <a:pt x="2956022" y="2591276"/>
                  </a:lnTo>
                  <a:lnTo>
                    <a:pt x="2956836" y="2629656"/>
                  </a:lnTo>
                  <a:lnTo>
                    <a:pt x="2957651" y="2639170"/>
                  </a:lnTo>
                  <a:lnTo>
                    <a:pt x="2958466" y="2602890"/>
                  </a:lnTo>
                  <a:lnTo>
                    <a:pt x="2959281" y="2601839"/>
                  </a:lnTo>
                  <a:lnTo>
                    <a:pt x="2960095" y="2562730"/>
                  </a:lnTo>
                  <a:lnTo>
                    <a:pt x="2960910" y="2607454"/>
                  </a:lnTo>
                  <a:lnTo>
                    <a:pt x="2961725" y="2627614"/>
                  </a:lnTo>
                  <a:lnTo>
                    <a:pt x="2962540" y="2709256"/>
                  </a:lnTo>
                  <a:lnTo>
                    <a:pt x="2963355" y="2741677"/>
                  </a:lnTo>
                  <a:lnTo>
                    <a:pt x="2964169" y="2766042"/>
                  </a:lnTo>
                  <a:lnTo>
                    <a:pt x="2964984" y="2812811"/>
                  </a:lnTo>
                  <a:lnTo>
                    <a:pt x="2965799" y="2736610"/>
                  </a:lnTo>
                  <a:lnTo>
                    <a:pt x="2966614" y="2687487"/>
                  </a:lnTo>
                  <a:lnTo>
                    <a:pt x="2967428" y="2616206"/>
                  </a:lnTo>
                  <a:lnTo>
                    <a:pt x="2968243" y="2505574"/>
                  </a:lnTo>
                  <a:lnTo>
                    <a:pt x="2969058" y="2483469"/>
                  </a:lnTo>
                  <a:lnTo>
                    <a:pt x="2969873" y="2461920"/>
                  </a:lnTo>
                  <a:lnTo>
                    <a:pt x="2970688" y="2529703"/>
                  </a:lnTo>
                  <a:lnTo>
                    <a:pt x="2971502" y="2526728"/>
                  </a:lnTo>
                  <a:lnTo>
                    <a:pt x="2972317" y="2603577"/>
                  </a:lnTo>
                  <a:lnTo>
                    <a:pt x="2973132" y="2748614"/>
                  </a:lnTo>
                  <a:lnTo>
                    <a:pt x="2973947" y="2741515"/>
                  </a:lnTo>
                  <a:lnTo>
                    <a:pt x="2974761" y="2809056"/>
                  </a:lnTo>
                  <a:lnTo>
                    <a:pt x="2975576" y="2848322"/>
                  </a:lnTo>
                  <a:lnTo>
                    <a:pt x="2976391" y="2873509"/>
                  </a:lnTo>
                  <a:lnTo>
                    <a:pt x="2977206" y="2876170"/>
                  </a:lnTo>
                  <a:lnTo>
                    <a:pt x="2978021" y="2909243"/>
                  </a:lnTo>
                  <a:lnTo>
                    <a:pt x="2978835" y="3076925"/>
                  </a:lnTo>
                  <a:lnTo>
                    <a:pt x="2979650" y="3116972"/>
                  </a:lnTo>
                  <a:lnTo>
                    <a:pt x="2979650" y="3116972"/>
                  </a:lnTo>
                  <a:lnTo>
                    <a:pt x="2980465" y="3116972"/>
                  </a:lnTo>
                  <a:lnTo>
                    <a:pt x="2981280" y="3116972"/>
                  </a:lnTo>
                  <a:lnTo>
                    <a:pt x="2982094" y="3116972"/>
                  </a:lnTo>
                  <a:lnTo>
                    <a:pt x="2982909" y="3116972"/>
                  </a:lnTo>
                  <a:lnTo>
                    <a:pt x="2983724" y="3116972"/>
                  </a:lnTo>
                  <a:lnTo>
                    <a:pt x="2984539" y="3116972"/>
                  </a:lnTo>
                  <a:lnTo>
                    <a:pt x="2985354" y="3116972"/>
                  </a:lnTo>
                  <a:lnTo>
                    <a:pt x="2986168" y="3116972"/>
                  </a:lnTo>
                  <a:lnTo>
                    <a:pt x="2986983" y="3116972"/>
                  </a:lnTo>
                  <a:lnTo>
                    <a:pt x="2987798" y="3116972"/>
                  </a:lnTo>
                  <a:lnTo>
                    <a:pt x="2988613" y="3116972"/>
                  </a:lnTo>
                  <a:lnTo>
                    <a:pt x="2989428" y="3116972"/>
                  </a:lnTo>
                  <a:lnTo>
                    <a:pt x="2990242" y="3116972"/>
                  </a:lnTo>
                  <a:lnTo>
                    <a:pt x="2991057" y="3116972"/>
                  </a:lnTo>
                  <a:lnTo>
                    <a:pt x="2991872" y="3116972"/>
                  </a:lnTo>
                  <a:lnTo>
                    <a:pt x="2992687" y="3116972"/>
                  </a:lnTo>
                  <a:lnTo>
                    <a:pt x="2993501" y="3116972"/>
                  </a:lnTo>
                  <a:lnTo>
                    <a:pt x="2994316" y="3116972"/>
                  </a:lnTo>
                  <a:lnTo>
                    <a:pt x="2995131" y="3116972"/>
                  </a:lnTo>
                  <a:lnTo>
                    <a:pt x="2995946" y="3116972"/>
                  </a:lnTo>
                  <a:lnTo>
                    <a:pt x="2996761" y="3116972"/>
                  </a:lnTo>
                  <a:lnTo>
                    <a:pt x="2997575" y="3116972"/>
                  </a:lnTo>
                  <a:lnTo>
                    <a:pt x="2998390" y="3116972"/>
                  </a:lnTo>
                  <a:lnTo>
                    <a:pt x="2999205" y="2954478"/>
                  </a:lnTo>
                  <a:lnTo>
                    <a:pt x="3000020" y="2849198"/>
                  </a:lnTo>
                  <a:lnTo>
                    <a:pt x="3000834" y="2830981"/>
                  </a:lnTo>
                  <a:lnTo>
                    <a:pt x="3001649" y="2893954"/>
                  </a:lnTo>
                  <a:lnTo>
                    <a:pt x="3002464" y="3035315"/>
                  </a:lnTo>
                  <a:lnTo>
                    <a:pt x="3003279" y="3116972"/>
                  </a:lnTo>
                  <a:lnTo>
                    <a:pt x="3003279" y="3116972"/>
                  </a:lnTo>
                  <a:lnTo>
                    <a:pt x="3004094" y="3116972"/>
                  </a:lnTo>
                  <a:lnTo>
                    <a:pt x="3004908" y="3116972"/>
                  </a:lnTo>
                  <a:lnTo>
                    <a:pt x="3005723" y="3116972"/>
                  </a:lnTo>
                  <a:lnTo>
                    <a:pt x="3006538" y="3116972"/>
                  </a:lnTo>
                  <a:lnTo>
                    <a:pt x="3007353" y="3116972"/>
                  </a:lnTo>
                  <a:lnTo>
                    <a:pt x="3008167" y="3116972"/>
                  </a:lnTo>
                  <a:lnTo>
                    <a:pt x="3008982" y="3116972"/>
                  </a:lnTo>
                  <a:lnTo>
                    <a:pt x="3009797" y="3116972"/>
                  </a:lnTo>
                  <a:lnTo>
                    <a:pt x="3010612" y="3116972"/>
                  </a:lnTo>
                  <a:lnTo>
                    <a:pt x="3011427" y="3116972"/>
                  </a:lnTo>
                  <a:lnTo>
                    <a:pt x="3012241" y="3116972"/>
                  </a:lnTo>
                  <a:lnTo>
                    <a:pt x="3013056" y="3116972"/>
                  </a:lnTo>
                  <a:lnTo>
                    <a:pt x="3013871" y="3116972"/>
                  </a:lnTo>
                  <a:lnTo>
                    <a:pt x="3014686" y="3116972"/>
                  </a:lnTo>
                  <a:lnTo>
                    <a:pt x="3015500" y="3049422"/>
                  </a:lnTo>
                  <a:lnTo>
                    <a:pt x="3016315" y="3014365"/>
                  </a:lnTo>
                  <a:lnTo>
                    <a:pt x="3017130" y="3066197"/>
                  </a:lnTo>
                  <a:lnTo>
                    <a:pt x="3017945" y="3111826"/>
                  </a:lnTo>
                  <a:lnTo>
                    <a:pt x="3018760" y="3114534"/>
                  </a:lnTo>
                  <a:lnTo>
                    <a:pt x="3019574" y="3116972"/>
                  </a:lnTo>
                  <a:lnTo>
                    <a:pt x="3019574" y="3116972"/>
                  </a:lnTo>
                  <a:lnTo>
                    <a:pt x="3020389" y="3116972"/>
                  </a:lnTo>
                  <a:lnTo>
                    <a:pt x="3021204" y="3116972"/>
                  </a:lnTo>
                  <a:lnTo>
                    <a:pt x="3022019" y="3116972"/>
                  </a:lnTo>
                  <a:lnTo>
                    <a:pt x="3022833" y="3116972"/>
                  </a:lnTo>
                  <a:lnTo>
                    <a:pt x="3023648" y="3116972"/>
                  </a:lnTo>
                  <a:lnTo>
                    <a:pt x="3024463" y="3116972"/>
                  </a:lnTo>
                  <a:lnTo>
                    <a:pt x="3025278" y="3116972"/>
                  </a:lnTo>
                  <a:lnTo>
                    <a:pt x="3026093" y="3067590"/>
                  </a:lnTo>
                  <a:lnTo>
                    <a:pt x="3026907" y="3058242"/>
                  </a:lnTo>
                  <a:lnTo>
                    <a:pt x="3027722" y="3058242"/>
                  </a:lnTo>
                  <a:lnTo>
                    <a:pt x="3028537" y="3058242"/>
                  </a:lnTo>
                  <a:lnTo>
                    <a:pt x="3029352" y="3069844"/>
                  </a:lnTo>
                  <a:lnTo>
                    <a:pt x="3030167" y="3105737"/>
                  </a:lnTo>
                  <a:lnTo>
                    <a:pt x="3030981" y="3116972"/>
                  </a:lnTo>
                  <a:lnTo>
                    <a:pt x="3030981" y="3116972"/>
                  </a:lnTo>
                  <a:lnTo>
                    <a:pt x="3031796" y="3116972"/>
                  </a:lnTo>
                  <a:lnTo>
                    <a:pt x="3032611" y="3116972"/>
                  </a:lnTo>
                  <a:lnTo>
                    <a:pt x="3033426" y="3116972"/>
                  </a:lnTo>
                  <a:lnTo>
                    <a:pt x="3034240" y="3116972"/>
                  </a:lnTo>
                  <a:lnTo>
                    <a:pt x="3035055" y="3116972"/>
                  </a:lnTo>
                  <a:lnTo>
                    <a:pt x="3035870" y="3116972"/>
                  </a:lnTo>
                  <a:lnTo>
                    <a:pt x="3036685" y="3116972"/>
                  </a:lnTo>
                  <a:lnTo>
                    <a:pt x="3037500" y="3116972"/>
                  </a:lnTo>
                  <a:lnTo>
                    <a:pt x="3038314" y="3116972"/>
                  </a:lnTo>
                  <a:lnTo>
                    <a:pt x="3039129" y="3116972"/>
                  </a:lnTo>
                  <a:lnTo>
                    <a:pt x="3039944" y="3084202"/>
                  </a:lnTo>
                  <a:lnTo>
                    <a:pt x="3040759" y="3058242"/>
                  </a:lnTo>
                  <a:lnTo>
                    <a:pt x="3041573" y="3048188"/>
                  </a:lnTo>
                  <a:lnTo>
                    <a:pt x="3042388" y="3006982"/>
                  </a:lnTo>
                  <a:lnTo>
                    <a:pt x="3043203" y="2981578"/>
                  </a:lnTo>
                  <a:lnTo>
                    <a:pt x="3044018" y="3011456"/>
                  </a:lnTo>
                  <a:lnTo>
                    <a:pt x="3044833" y="3026753"/>
                  </a:lnTo>
                  <a:lnTo>
                    <a:pt x="3045647" y="3026753"/>
                  </a:lnTo>
                  <a:lnTo>
                    <a:pt x="3046462" y="3036807"/>
                  </a:lnTo>
                  <a:lnTo>
                    <a:pt x="3047277" y="3071025"/>
                  </a:lnTo>
                  <a:lnTo>
                    <a:pt x="3048092" y="3042458"/>
                  </a:lnTo>
                  <a:lnTo>
                    <a:pt x="3048906" y="2980898"/>
                  </a:lnTo>
                  <a:lnTo>
                    <a:pt x="3049721" y="2951970"/>
                  </a:lnTo>
                  <a:lnTo>
                    <a:pt x="3050536" y="2919616"/>
                  </a:lnTo>
                  <a:lnTo>
                    <a:pt x="3051351" y="2899957"/>
                  </a:lnTo>
                  <a:lnTo>
                    <a:pt x="3052166" y="2875355"/>
                  </a:lnTo>
                  <a:lnTo>
                    <a:pt x="3052980" y="2929329"/>
                  </a:lnTo>
                  <a:lnTo>
                    <a:pt x="3053795" y="2961010"/>
                  </a:lnTo>
                  <a:lnTo>
                    <a:pt x="3054610" y="2974640"/>
                  </a:lnTo>
                  <a:lnTo>
                    <a:pt x="3055425" y="2984170"/>
                  </a:lnTo>
                  <a:lnTo>
                    <a:pt x="3056239" y="2949189"/>
                  </a:lnTo>
                  <a:lnTo>
                    <a:pt x="3057054" y="2964601"/>
                  </a:lnTo>
                  <a:lnTo>
                    <a:pt x="3057869" y="2964603"/>
                  </a:lnTo>
                  <a:lnTo>
                    <a:pt x="3058684" y="2964603"/>
                  </a:lnTo>
                  <a:lnTo>
                    <a:pt x="3059499" y="2964604"/>
                  </a:lnTo>
                  <a:lnTo>
                    <a:pt x="3060313" y="2987425"/>
                  </a:lnTo>
                  <a:lnTo>
                    <a:pt x="3061128" y="3042066"/>
                  </a:lnTo>
                  <a:lnTo>
                    <a:pt x="3061943" y="3058242"/>
                  </a:lnTo>
                  <a:lnTo>
                    <a:pt x="3062758" y="3058242"/>
                  </a:lnTo>
                  <a:lnTo>
                    <a:pt x="3063572" y="3058242"/>
                  </a:lnTo>
                  <a:lnTo>
                    <a:pt x="3064387" y="3058242"/>
                  </a:lnTo>
                  <a:lnTo>
                    <a:pt x="3065202" y="3061777"/>
                  </a:lnTo>
                  <a:lnTo>
                    <a:pt x="3066017" y="3045519"/>
                  </a:lnTo>
                  <a:lnTo>
                    <a:pt x="3066832" y="3021192"/>
                  </a:lnTo>
                  <a:lnTo>
                    <a:pt x="3067646" y="3021193"/>
                  </a:lnTo>
                  <a:lnTo>
                    <a:pt x="3068461" y="3039195"/>
                  </a:lnTo>
                  <a:lnTo>
                    <a:pt x="3069276" y="3072622"/>
                  </a:lnTo>
                  <a:lnTo>
                    <a:pt x="3070091" y="3104603"/>
                  </a:lnTo>
                  <a:lnTo>
                    <a:pt x="3070906" y="3116972"/>
                  </a:lnTo>
                  <a:lnTo>
                    <a:pt x="3070906" y="3116972"/>
                  </a:lnTo>
                  <a:lnTo>
                    <a:pt x="3071720" y="3116972"/>
                  </a:lnTo>
                  <a:lnTo>
                    <a:pt x="3072535" y="3116972"/>
                  </a:lnTo>
                  <a:lnTo>
                    <a:pt x="3073350" y="3116972"/>
                  </a:lnTo>
                  <a:lnTo>
                    <a:pt x="3074165" y="3116972"/>
                  </a:lnTo>
                  <a:lnTo>
                    <a:pt x="3074979" y="3116972"/>
                  </a:lnTo>
                  <a:lnTo>
                    <a:pt x="3075794" y="3116972"/>
                  </a:lnTo>
                  <a:lnTo>
                    <a:pt x="3076609" y="3116972"/>
                  </a:lnTo>
                  <a:lnTo>
                    <a:pt x="3077424" y="3018818"/>
                  </a:lnTo>
                  <a:lnTo>
                    <a:pt x="3078239" y="2947558"/>
                  </a:lnTo>
                  <a:lnTo>
                    <a:pt x="3079053" y="2892175"/>
                  </a:lnTo>
                  <a:lnTo>
                    <a:pt x="3079868" y="2878676"/>
                  </a:lnTo>
                  <a:lnTo>
                    <a:pt x="3080683" y="2913422"/>
                  </a:lnTo>
                  <a:lnTo>
                    <a:pt x="3081498" y="2962011"/>
                  </a:lnTo>
                  <a:lnTo>
                    <a:pt x="3082312" y="3012627"/>
                  </a:lnTo>
                  <a:lnTo>
                    <a:pt x="3083127" y="3039585"/>
                  </a:lnTo>
                  <a:lnTo>
                    <a:pt x="3083942" y="3116972"/>
                  </a:lnTo>
                  <a:lnTo>
                    <a:pt x="3083942" y="3116972"/>
                  </a:lnTo>
                  <a:lnTo>
                    <a:pt x="3084757" y="3116972"/>
                  </a:lnTo>
                  <a:lnTo>
                    <a:pt x="3085572" y="3116972"/>
                  </a:lnTo>
                  <a:lnTo>
                    <a:pt x="3086386" y="3116972"/>
                  </a:lnTo>
                  <a:lnTo>
                    <a:pt x="3087201" y="3116972"/>
                  </a:lnTo>
                  <a:lnTo>
                    <a:pt x="3088016" y="3116972"/>
                  </a:lnTo>
                  <a:lnTo>
                    <a:pt x="3088831" y="3116972"/>
                  </a:lnTo>
                  <a:lnTo>
                    <a:pt x="3089645" y="3034379"/>
                  </a:lnTo>
                  <a:lnTo>
                    <a:pt x="3090460" y="2887265"/>
                  </a:lnTo>
                  <a:lnTo>
                    <a:pt x="3091275" y="2843970"/>
                  </a:lnTo>
                  <a:lnTo>
                    <a:pt x="3092090" y="2850479"/>
                  </a:lnTo>
                  <a:lnTo>
                    <a:pt x="3092905" y="2867183"/>
                  </a:lnTo>
                  <a:lnTo>
                    <a:pt x="3093719" y="2876811"/>
                  </a:lnTo>
                  <a:lnTo>
                    <a:pt x="3094534" y="2925807"/>
                  </a:lnTo>
                  <a:lnTo>
                    <a:pt x="3095349" y="3017550"/>
                  </a:lnTo>
                  <a:lnTo>
                    <a:pt x="3096164" y="3058242"/>
                  </a:lnTo>
                  <a:lnTo>
                    <a:pt x="3096978" y="3057895"/>
                  </a:lnTo>
                  <a:lnTo>
                    <a:pt x="3097793" y="3000320"/>
                  </a:lnTo>
                  <a:lnTo>
                    <a:pt x="3098608" y="2967159"/>
                  </a:lnTo>
                  <a:lnTo>
                    <a:pt x="3099423" y="2967159"/>
                  </a:lnTo>
                  <a:lnTo>
                    <a:pt x="3100238" y="2967159"/>
                  </a:lnTo>
                  <a:lnTo>
                    <a:pt x="3101052" y="2967160"/>
                  </a:lnTo>
                  <a:lnTo>
                    <a:pt x="3101867" y="2991161"/>
                  </a:lnTo>
                  <a:lnTo>
                    <a:pt x="3102682" y="3074706"/>
                  </a:lnTo>
                  <a:lnTo>
                    <a:pt x="3103497" y="3081443"/>
                  </a:lnTo>
                  <a:lnTo>
                    <a:pt x="3104311" y="3090058"/>
                  </a:lnTo>
                  <a:lnTo>
                    <a:pt x="3105126" y="3116972"/>
                  </a:lnTo>
                  <a:lnTo>
                    <a:pt x="3105126" y="3116972"/>
                  </a:lnTo>
                  <a:lnTo>
                    <a:pt x="3105941" y="3116972"/>
                  </a:lnTo>
                  <a:lnTo>
                    <a:pt x="3106756" y="3116972"/>
                  </a:lnTo>
                  <a:lnTo>
                    <a:pt x="3107571" y="3116972"/>
                  </a:lnTo>
                  <a:lnTo>
                    <a:pt x="3108385" y="3116972"/>
                  </a:lnTo>
                  <a:lnTo>
                    <a:pt x="3109200" y="3116972"/>
                  </a:lnTo>
                  <a:lnTo>
                    <a:pt x="3110015" y="3116972"/>
                  </a:lnTo>
                  <a:lnTo>
                    <a:pt x="3110830" y="3116972"/>
                  </a:lnTo>
                  <a:lnTo>
                    <a:pt x="3111645" y="3116972"/>
                  </a:lnTo>
                  <a:lnTo>
                    <a:pt x="3112459" y="3116972"/>
                  </a:lnTo>
                  <a:lnTo>
                    <a:pt x="3113274" y="3064243"/>
                  </a:lnTo>
                  <a:lnTo>
                    <a:pt x="3114089" y="3080507"/>
                  </a:lnTo>
                  <a:lnTo>
                    <a:pt x="3114904" y="3095855"/>
                  </a:lnTo>
                  <a:lnTo>
                    <a:pt x="3115718" y="3099512"/>
                  </a:lnTo>
                  <a:lnTo>
                    <a:pt x="3116533" y="3115318"/>
                  </a:lnTo>
                  <a:lnTo>
                    <a:pt x="3117348" y="3094324"/>
                  </a:lnTo>
                  <a:lnTo>
                    <a:pt x="3118163" y="3095613"/>
                  </a:lnTo>
                  <a:lnTo>
                    <a:pt x="3118978" y="3050515"/>
                  </a:lnTo>
                  <a:lnTo>
                    <a:pt x="3119792" y="2908451"/>
                  </a:lnTo>
                  <a:lnTo>
                    <a:pt x="3120607" y="2843951"/>
                  </a:lnTo>
                  <a:lnTo>
                    <a:pt x="3121422" y="2739295"/>
                  </a:lnTo>
                  <a:lnTo>
                    <a:pt x="3122237" y="2724443"/>
                  </a:lnTo>
                  <a:lnTo>
                    <a:pt x="3123051" y="2705677"/>
                  </a:lnTo>
                  <a:lnTo>
                    <a:pt x="3123866" y="2712572"/>
                  </a:lnTo>
                  <a:lnTo>
                    <a:pt x="3124681" y="2830190"/>
                  </a:lnTo>
                  <a:lnTo>
                    <a:pt x="3125496" y="2840274"/>
                  </a:lnTo>
                  <a:lnTo>
                    <a:pt x="3126311" y="2799411"/>
                  </a:lnTo>
                  <a:lnTo>
                    <a:pt x="3127125" y="2613277"/>
                  </a:lnTo>
                  <a:lnTo>
                    <a:pt x="3127940" y="2433015"/>
                  </a:lnTo>
                  <a:lnTo>
                    <a:pt x="3128755" y="2348053"/>
                  </a:lnTo>
                  <a:lnTo>
                    <a:pt x="3129570" y="2226345"/>
                  </a:lnTo>
                  <a:lnTo>
                    <a:pt x="3130384" y="2123495"/>
                  </a:lnTo>
                  <a:lnTo>
                    <a:pt x="3131199" y="2148820"/>
                  </a:lnTo>
                  <a:lnTo>
                    <a:pt x="3132014" y="2221204"/>
                  </a:lnTo>
                  <a:lnTo>
                    <a:pt x="3132829" y="2235302"/>
                  </a:lnTo>
                  <a:lnTo>
                    <a:pt x="3133644" y="2249311"/>
                  </a:lnTo>
                  <a:lnTo>
                    <a:pt x="3134458" y="2380116"/>
                  </a:lnTo>
                  <a:lnTo>
                    <a:pt x="3135273" y="2489629"/>
                  </a:lnTo>
                  <a:lnTo>
                    <a:pt x="3136088" y="2557533"/>
                  </a:lnTo>
                  <a:lnTo>
                    <a:pt x="3136903" y="2663889"/>
                  </a:lnTo>
                  <a:lnTo>
                    <a:pt x="3137717" y="2785975"/>
                  </a:lnTo>
                  <a:lnTo>
                    <a:pt x="3138532" y="2870553"/>
                  </a:lnTo>
                  <a:lnTo>
                    <a:pt x="3139347" y="2866801"/>
                  </a:lnTo>
                  <a:lnTo>
                    <a:pt x="3140162" y="2878875"/>
                  </a:lnTo>
                  <a:lnTo>
                    <a:pt x="3140977" y="2872118"/>
                  </a:lnTo>
                  <a:lnTo>
                    <a:pt x="3141791" y="2788621"/>
                  </a:lnTo>
                  <a:lnTo>
                    <a:pt x="3142606" y="2713798"/>
                  </a:lnTo>
                  <a:lnTo>
                    <a:pt x="3143421" y="2604393"/>
                  </a:lnTo>
                  <a:lnTo>
                    <a:pt x="3144236" y="2547475"/>
                  </a:lnTo>
                  <a:lnTo>
                    <a:pt x="3145050" y="2550370"/>
                  </a:lnTo>
                  <a:lnTo>
                    <a:pt x="3145865" y="2550311"/>
                  </a:lnTo>
                  <a:lnTo>
                    <a:pt x="3146680" y="2608874"/>
                  </a:lnTo>
                  <a:lnTo>
                    <a:pt x="3147495" y="2640286"/>
                  </a:lnTo>
                  <a:lnTo>
                    <a:pt x="3148310" y="2630193"/>
                  </a:lnTo>
                  <a:lnTo>
                    <a:pt x="3149124" y="2533898"/>
                  </a:lnTo>
                  <a:lnTo>
                    <a:pt x="3149939" y="2370002"/>
                  </a:lnTo>
                  <a:lnTo>
                    <a:pt x="3150754" y="2272097"/>
                  </a:lnTo>
                  <a:lnTo>
                    <a:pt x="3151569" y="2337036"/>
                  </a:lnTo>
                  <a:lnTo>
                    <a:pt x="3152384" y="2442000"/>
                  </a:lnTo>
                  <a:lnTo>
                    <a:pt x="3153198" y="2542872"/>
                  </a:lnTo>
                  <a:lnTo>
                    <a:pt x="3154013" y="2559279"/>
                  </a:lnTo>
                  <a:lnTo>
                    <a:pt x="3154828" y="2639128"/>
                  </a:lnTo>
                  <a:lnTo>
                    <a:pt x="3155643" y="2698953"/>
                  </a:lnTo>
                  <a:lnTo>
                    <a:pt x="3156457" y="2582007"/>
                  </a:lnTo>
                  <a:lnTo>
                    <a:pt x="3157272" y="2501904"/>
                  </a:lnTo>
                  <a:lnTo>
                    <a:pt x="3158087" y="2457502"/>
                  </a:lnTo>
                  <a:lnTo>
                    <a:pt x="3158902" y="2625307"/>
                  </a:lnTo>
                  <a:lnTo>
                    <a:pt x="3159717" y="2810075"/>
                  </a:lnTo>
                  <a:lnTo>
                    <a:pt x="3160531" y="2909514"/>
                  </a:lnTo>
                  <a:lnTo>
                    <a:pt x="3161346" y="2988175"/>
                  </a:lnTo>
                  <a:lnTo>
                    <a:pt x="3162161" y="2995807"/>
                  </a:lnTo>
                  <a:lnTo>
                    <a:pt x="3162976" y="3011026"/>
                  </a:lnTo>
                  <a:lnTo>
                    <a:pt x="3163790" y="2940010"/>
                  </a:lnTo>
                  <a:lnTo>
                    <a:pt x="3164605" y="2728049"/>
                  </a:lnTo>
                  <a:lnTo>
                    <a:pt x="3165420" y="2622328"/>
                  </a:lnTo>
                  <a:lnTo>
                    <a:pt x="3166235" y="2620462"/>
                  </a:lnTo>
                  <a:lnTo>
                    <a:pt x="3167050" y="2644418"/>
                  </a:lnTo>
                  <a:lnTo>
                    <a:pt x="3167864" y="2694546"/>
                  </a:lnTo>
                  <a:lnTo>
                    <a:pt x="3168679" y="2738318"/>
                  </a:lnTo>
                  <a:lnTo>
                    <a:pt x="3169494" y="2878680"/>
                  </a:lnTo>
                  <a:lnTo>
                    <a:pt x="3170309" y="2966342"/>
                  </a:lnTo>
                  <a:lnTo>
                    <a:pt x="3171123" y="3009727"/>
                  </a:lnTo>
                  <a:lnTo>
                    <a:pt x="3171938" y="3058242"/>
                  </a:lnTo>
                  <a:lnTo>
                    <a:pt x="3172753" y="3058242"/>
                  </a:lnTo>
                  <a:lnTo>
                    <a:pt x="3173568" y="3058242"/>
                  </a:lnTo>
                  <a:lnTo>
                    <a:pt x="3174383" y="3058242"/>
                  </a:lnTo>
                  <a:lnTo>
                    <a:pt x="3175197" y="3058242"/>
                  </a:lnTo>
                  <a:lnTo>
                    <a:pt x="3176012" y="3058242"/>
                  </a:lnTo>
                  <a:lnTo>
                    <a:pt x="3176827" y="3058242"/>
                  </a:lnTo>
                  <a:lnTo>
                    <a:pt x="3177642" y="3058242"/>
                  </a:lnTo>
                  <a:lnTo>
                    <a:pt x="3178456" y="3058242"/>
                  </a:lnTo>
                  <a:lnTo>
                    <a:pt x="3179271" y="3058242"/>
                  </a:lnTo>
                  <a:lnTo>
                    <a:pt x="3180086" y="3058242"/>
                  </a:lnTo>
                  <a:lnTo>
                    <a:pt x="3180901" y="3058242"/>
                  </a:lnTo>
                  <a:lnTo>
                    <a:pt x="3181716" y="3058242"/>
                  </a:lnTo>
                  <a:lnTo>
                    <a:pt x="3182530" y="3058242"/>
                  </a:lnTo>
                  <a:lnTo>
                    <a:pt x="3183345" y="3058242"/>
                  </a:lnTo>
                  <a:lnTo>
                    <a:pt x="3184160" y="3058242"/>
                  </a:lnTo>
                  <a:lnTo>
                    <a:pt x="3184975" y="3058242"/>
                  </a:lnTo>
                  <a:lnTo>
                    <a:pt x="3185789" y="3058242"/>
                  </a:lnTo>
                  <a:lnTo>
                    <a:pt x="3186604" y="3058242"/>
                  </a:lnTo>
                  <a:lnTo>
                    <a:pt x="3187419" y="3058242"/>
                  </a:lnTo>
                  <a:lnTo>
                    <a:pt x="3188234" y="3058242"/>
                  </a:lnTo>
                  <a:lnTo>
                    <a:pt x="3189049" y="3058242"/>
                  </a:lnTo>
                  <a:lnTo>
                    <a:pt x="3189863" y="3058242"/>
                  </a:lnTo>
                  <a:lnTo>
                    <a:pt x="3190678" y="3058242"/>
                  </a:lnTo>
                  <a:lnTo>
                    <a:pt x="3191493" y="3058242"/>
                  </a:lnTo>
                  <a:lnTo>
                    <a:pt x="3192308" y="3058242"/>
                  </a:lnTo>
                  <a:lnTo>
                    <a:pt x="3193123" y="3058242"/>
                  </a:lnTo>
                  <a:lnTo>
                    <a:pt x="3193937" y="3058242"/>
                  </a:lnTo>
                  <a:lnTo>
                    <a:pt x="3194752" y="3044443"/>
                  </a:lnTo>
                  <a:lnTo>
                    <a:pt x="3195567" y="3000582"/>
                  </a:lnTo>
                  <a:lnTo>
                    <a:pt x="3196382" y="2974673"/>
                  </a:lnTo>
                  <a:lnTo>
                    <a:pt x="3197196" y="2936794"/>
                  </a:lnTo>
                  <a:lnTo>
                    <a:pt x="3198011" y="2863453"/>
                  </a:lnTo>
                  <a:lnTo>
                    <a:pt x="3198826" y="2843238"/>
                  </a:lnTo>
                  <a:lnTo>
                    <a:pt x="3199641" y="2810838"/>
                  </a:lnTo>
                  <a:lnTo>
                    <a:pt x="3200456" y="2870384"/>
                  </a:lnTo>
                  <a:lnTo>
                    <a:pt x="3201270" y="2872194"/>
                  </a:lnTo>
                  <a:lnTo>
                    <a:pt x="3202085" y="2850650"/>
                  </a:lnTo>
                  <a:lnTo>
                    <a:pt x="3202900" y="2911751"/>
                  </a:lnTo>
                  <a:lnTo>
                    <a:pt x="3203715" y="2919840"/>
                  </a:lnTo>
                  <a:lnTo>
                    <a:pt x="3204529" y="2969663"/>
                  </a:lnTo>
                  <a:lnTo>
                    <a:pt x="3205344" y="2974349"/>
                  </a:lnTo>
                  <a:lnTo>
                    <a:pt x="3206159" y="3016923"/>
                  </a:lnTo>
                  <a:lnTo>
                    <a:pt x="3206974" y="3044388"/>
                  </a:lnTo>
                  <a:lnTo>
                    <a:pt x="3207789" y="2952628"/>
                  </a:lnTo>
                  <a:lnTo>
                    <a:pt x="3208603" y="2841972"/>
                  </a:lnTo>
                  <a:lnTo>
                    <a:pt x="3209418" y="2802647"/>
                  </a:lnTo>
                  <a:lnTo>
                    <a:pt x="3210233" y="2752662"/>
                  </a:lnTo>
                  <a:lnTo>
                    <a:pt x="3211048" y="2650906"/>
                  </a:lnTo>
                  <a:lnTo>
                    <a:pt x="3211862" y="2573417"/>
                  </a:lnTo>
                  <a:lnTo>
                    <a:pt x="3212677" y="2650667"/>
                  </a:lnTo>
                  <a:lnTo>
                    <a:pt x="3213492" y="2800248"/>
                  </a:lnTo>
                  <a:lnTo>
                    <a:pt x="3214307" y="2812029"/>
                  </a:lnTo>
                  <a:lnTo>
                    <a:pt x="3215122" y="2803091"/>
                  </a:lnTo>
                  <a:lnTo>
                    <a:pt x="3215936" y="2906583"/>
                  </a:lnTo>
                  <a:lnTo>
                    <a:pt x="3216751" y="2987103"/>
                  </a:lnTo>
                  <a:lnTo>
                    <a:pt x="3217566" y="2873573"/>
                  </a:lnTo>
                  <a:lnTo>
                    <a:pt x="3218381" y="2803713"/>
                  </a:lnTo>
                  <a:lnTo>
                    <a:pt x="3219195" y="2873542"/>
                  </a:lnTo>
                  <a:lnTo>
                    <a:pt x="3220010" y="2874904"/>
                  </a:lnTo>
                  <a:lnTo>
                    <a:pt x="3220825" y="2763270"/>
                  </a:lnTo>
                  <a:lnTo>
                    <a:pt x="3221640" y="2713678"/>
                  </a:lnTo>
                  <a:lnTo>
                    <a:pt x="3222455" y="2802124"/>
                  </a:lnTo>
                  <a:lnTo>
                    <a:pt x="3223269" y="2789969"/>
                  </a:lnTo>
                  <a:lnTo>
                    <a:pt x="3224084" y="2727286"/>
                  </a:lnTo>
                  <a:lnTo>
                    <a:pt x="3224899" y="2704100"/>
                  </a:lnTo>
                  <a:lnTo>
                    <a:pt x="3225714" y="2770031"/>
                  </a:lnTo>
                  <a:lnTo>
                    <a:pt x="3226529" y="2803259"/>
                  </a:lnTo>
                  <a:lnTo>
                    <a:pt x="3227343" y="2824970"/>
                  </a:lnTo>
                  <a:lnTo>
                    <a:pt x="3228158" y="2908838"/>
                  </a:lnTo>
                  <a:lnTo>
                    <a:pt x="3228973" y="2956679"/>
                  </a:lnTo>
                  <a:lnTo>
                    <a:pt x="3229788" y="3034659"/>
                  </a:lnTo>
                  <a:lnTo>
                    <a:pt x="3230602" y="3054518"/>
                  </a:lnTo>
                  <a:lnTo>
                    <a:pt x="3231417" y="3056410"/>
                  </a:lnTo>
                  <a:lnTo>
                    <a:pt x="3232232" y="3017236"/>
                  </a:lnTo>
                  <a:lnTo>
                    <a:pt x="3233047" y="2943296"/>
                  </a:lnTo>
                  <a:lnTo>
                    <a:pt x="3233862" y="2872403"/>
                  </a:lnTo>
                  <a:lnTo>
                    <a:pt x="3234676" y="2845951"/>
                  </a:lnTo>
                  <a:lnTo>
                    <a:pt x="3235491" y="2838547"/>
                  </a:lnTo>
                  <a:lnTo>
                    <a:pt x="3236306" y="2836253"/>
                  </a:lnTo>
                  <a:lnTo>
                    <a:pt x="3237121" y="2806519"/>
                  </a:lnTo>
                  <a:lnTo>
                    <a:pt x="3237935" y="2713853"/>
                  </a:lnTo>
                  <a:lnTo>
                    <a:pt x="3238750" y="2641993"/>
                  </a:lnTo>
                  <a:lnTo>
                    <a:pt x="3239565" y="2594082"/>
                  </a:lnTo>
                  <a:lnTo>
                    <a:pt x="3240380" y="2556502"/>
                  </a:lnTo>
                  <a:lnTo>
                    <a:pt x="3241195" y="2588065"/>
                  </a:lnTo>
                  <a:lnTo>
                    <a:pt x="3242009" y="2721120"/>
                  </a:lnTo>
                  <a:lnTo>
                    <a:pt x="3242824" y="2847920"/>
                  </a:lnTo>
                  <a:lnTo>
                    <a:pt x="3243639" y="2863910"/>
                  </a:lnTo>
                  <a:lnTo>
                    <a:pt x="3244454" y="2815449"/>
                  </a:lnTo>
                  <a:lnTo>
                    <a:pt x="3245268" y="2786688"/>
                  </a:lnTo>
                  <a:lnTo>
                    <a:pt x="3246083" y="2758614"/>
                  </a:lnTo>
                  <a:lnTo>
                    <a:pt x="3246898" y="2673519"/>
                  </a:lnTo>
                  <a:lnTo>
                    <a:pt x="3247713" y="2638976"/>
                  </a:lnTo>
                  <a:lnTo>
                    <a:pt x="3248528" y="2722804"/>
                  </a:lnTo>
                  <a:lnTo>
                    <a:pt x="3249342" y="2826835"/>
                  </a:lnTo>
                  <a:lnTo>
                    <a:pt x="3250157" y="2835974"/>
                  </a:lnTo>
                  <a:lnTo>
                    <a:pt x="3250972" y="2781685"/>
                  </a:lnTo>
                  <a:lnTo>
                    <a:pt x="3251787" y="2776621"/>
                  </a:lnTo>
                  <a:lnTo>
                    <a:pt x="3252601" y="2856220"/>
                  </a:lnTo>
                  <a:lnTo>
                    <a:pt x="3253416" y="2879080"/>
                  </a:lnTo>
                  <a:lnTo>
                    <a:pt x="3254231" y="2828900"/>
                  </a:lnTo>
                  <a:lnTo>
                    <a:pt x="3255046" y="2762962"/>
                  </a:lnTo>
                  <a:lnTo>
                    <a:pt x="3255861" y="2692612"/>
                  </a:lnTo>
                  <a:lnTo>
                    <a:pt x="3256675" y="2565563"/>
                  </a:lnTo>
                  <a:lnTo>
                    <a:pt x="3257490" y="2413467"/>
                  </a:lnTo>
                  <a:lnTo>
                    <a:pt x="3258305" y="2303329"/>
                  </a:lnTo>
                  <a:lnTo>
                    <a:pt x="3259120" y="2195133"/>
                  </a:lnTo>
                  <a:lnTo>
                    <a:pt x="3259934" y="2208610"/>
                  </a:lnTo>
                  <a:lnTo>
                    <a:pt x="3260749" y="2325154"/>
                  </a:lnTo>
                  <a:lnTo>
                    <a:pt x="3261564" y="2471078"/>
                  </a:lnTo>
                  <a:lnTo>
                    <a:pt x="3262379" y="2529345"/>
                  </a:lnTo>
                  <a:lnTo>
                    <a:pt x="3263194" y="2542176"/>
                  </a:lnTo>
                  <a:lnTo>
                    <a:pt x="3264008" y="2639264"/>
                  </a:lnTo>
                  <a:lnTo>
                    <a:pt x="3264823" y="2738965"/>
                  </a:lnTo>
                  <a:lnTo>
                    <a:pt x="3265638" y="2779328"/>
                  </a:lnTo>
                  <a:lnTo>
                    <a:pt x="3266453" y="2756212"/>
                  </a:lnTo>
                  <a:lnTo>
                    <a:pt x="3267268" y="2795341"/>
                  </a:lnTo>
                  <a:lnTo>
                    <a:pt x="3268082" y="2881650"/>
                  </a:lnTo>
                  <a:lnTo>
                    <a:pt x="3268897" y="2944129"/>
                  </a:lnTo>
                  <a:lnTo>
                    <a:pt x="3269712" y="2966098"/>
                  </a:lnTo>
                  <a:lnTo>
                    <a:pt x="3270527" y="2915398"/>
                  </a:lnTo>
                  <a:lnTo>
                    <a:pt x="3271341" y="2831494"/>
                  </a:lnTo>
                  <a:lnTo>
                    <a:pt x="3272156" y="2756737"/>
                  </a:lnTo>
                  <a:lnTo>
                    <a:pt x="3272971" y="2775843"/>
                  </a:lnTo>
                  <a:lnTo>
                    <a:pt x="3273786" y="2753367"/>
                  </a:lnTo>
                  <a:lnTo>
                    <a:pt x="3274601" y="2660981"/>
                  </a:lnTo>
                  <a:lnTo>
                    <a:pt x="3275415" y="2662718"/>
                  </a:lnTo>
                  <a:lnTo>
                    <a:pt x="3276230" y="2755094"/>
                  </a:lnTo>
                  <a:lnTo>
                    <a:pt x="3277045" y="2782036"/>
                  </a:lnTo>
                  <a:lnTo>
                    <a:pt x="3277860" y="2643449"/>
                  </a:lnTo>
                  <a:lnTo>
                    <a:pt x="3278674" y="2554934"/>
                  </a:lnTo>
                  <a:lnTo>
                    <a:pt x="3279489" y="2636936"/>
                  </a:lnTo>
                  <a:lnTo>
                    <a:pt x="3280304" y="2695839"/>
                  </a:lnTo>
                  <a:lnTo>
                    <a:pt x="3281119" y="2743652"/>
                  </a:lnTo>
                  <a:lnTo>
                    <a:pt x="3281934" y="2761097"/>
                  </a:lnTo>
                  <a:lnTo>
                    <a:pt x="3282748" y="2760821"/>
                  </a:lnTo>
                  <a:lnTo>
                    <a:pt x="3283563" y="2790244"/>
                  </a:lnTo>
                  <a:lnTo>
                    <a:pt x="3284378" y="2753422"/>
                  </a:lnTo>
                  <a:lnTo>
                    <a:pt x="3285193" y="2720311"/>
                  </a:lnTo>
                  <a:lnTo>
                    <a:pt x="3286007" y="2724407"/>
                  </a:lnTo>
                  <a:lnTo>
                    <a:pt x="3286822" y="2775578"/>
                  </a:lnTo>
                  <a:lnTo>
                    <a:pt x="3287637" y="2857388"/>
                  </a:lnTo>
                  <a:lnTo>
                    <a:pt x="3288452" y="2825147"/>
                  </a:lnTo>
                  <a:lnTo>
                    <a:pt x="3289267" y="2696982"/>
                  </a:lnTo>
                  <a:lnTo>
                    <a:pt x="3290081" y="2627240"/>
                  </a:lnTo>
                  <a:lnTo>
                    <a:pt x="3290896" y="2631449"/>
                  </a:lnTo>
                  <a:lnTo>
                    <a:pt x="3291711" y="2646132"/>
                  </a:lnTo>
                  <a:lnTo>
                    <a:pt x="3292526" y="2665960"/>
                  </a:lnTo>
                  <a:lnTo>
                    <a:pt x="3293340" y="2678806"/>
                  </a:lnTo>
                  <a:lnTo>
                    <a:pt x="3294155" y="2683300"/>
                  </a:lnTo>
                  <a:lnTo>
                    <a:pt x="3294970" y="2639698"/>
                  </a:lnTo>
                  <a:lnTo>
                    <a:pt x="3295785" y="2536297"/>
                  </a:lnTo>
                  <a:lnTo>
                    <a:pt x="3296600" y="2426529"/>
                  </a:lnTo>
                  <a:lnTo>
                    <a:pt x="3297414" y="2338277"/>
                  </a:lnTo>
                  <a:lnTo>
                    <a:pt x="3298229" y="2328482"/>
                  </a:lnTo>
                  <a:lnTo>
                    <a:pt x="3299044" y="2329626"/>
                  </a:lnTo>
                  <a:lnTo>
                    <a:pt x="3299859" y="2367452"/>
                  </a:lnTo>
                  <a:lnTo>
                    <a:pt x="3300673" y="2391992"/>
                  </a:lnTo>
                  <a:lnTo>
                    <a:pt x="3301488" y="2421492"/>
                  </a:lnTo>
                  <a:lnTo>
                    <a:pt x="3302303" y="2518780"/>
                  </a:lnTo>
                  <a:lnTo>
                    <a:pt x="3303118" y="2529571"/>
                  </a:lnTo>
                  <a:lnTo>
                    <a:pt x="3303933" y="2520064"/>
                  </a:lnTo>
                  <a:lnTo>
                    <a:pt x="3304747" y="2505403"/>
                  </a:lnTo>
                  <a:lnTo>
                    <a:pt x="3305562" y="2539672"/>
                  </a:lnTo>
                  <a:lnTo>
                    <a:pt x="3306377" y="2627079"/>
                  </a:lnTo>
                  <a:lnTo>
                    <a:pt x="3307192" y="2557357"/>
                  </a:lnTo>
                  <a:lnTo>
                    <a:pt x="3308007" y="2529573"/>
                  </a:lnTo>
                  <a:lnTo>
                    <a:pt x="3308821" y="2559953"/>
                  </a:lnTo>
                  <a:lnTo>
                    <a:pt x="3309636" y="2595554"/>
                  </a:lnTo>
                  <a:lnTo>
                    <a:pt x="3310451" y="2647644"/>
                  </a:lnTo>
                  <a:lnTo>
                    <a:pt x="3311266" y="2649172"/>
                  </a:lnTo>
                  <a:lnTo>
                    <a:pt x="3312080" y="2689270"/>
                  </a:lnTo>
                  <a:lnTo>
                    <a:pt x="3312895" y="2775391"/>
                  </a:lnTo>
                  <a:lnTo>
                    <a:pt x="3313710" y="2869193"/>
                  </a:lnTo>
                  <a:lnTo>
                    <a:pt x="3314525" y="2941941"/>
                  </a:lnTo>
                  <a:lnTo>
                    <a:pt x="3315340" y="2930233"/>
                  </a:lnTo>
                  <a:lnTo>
                    <a:pt x="3316154" y="2906883"/>
                  </a:lnTo>
                  <a:lnTo>
                    <a:pt x="3316969" y="2897218"/>
                  </a:lnTo>
                  <a:lnTo>
                    <a:pt x="3317784" y="2857256"/>
                  </a:lnTo>
                  <a:lnTo>
                    <a:pt x="3318599" y="2877586"/>
                  </a:lnTo>
                  <a:lnTo>
                    <a:pt x="3319413" y="2867859"/>
                  </a:lnTo>
                  <a:lnTo>
                    <a:pt x="3320228" y="2820590"/>
                  </a:lnTo>
                  <a:lnTo>
                    <a:pt x="3321043" y="2787220"/>
                  </a:lnTo>
                  <a:lnTo>
                    <a:pt x="3321858" y="2812247"/>
                  </a:lnTo>
                  <a:lnTo>
                    <a:pt x="3322673" y="2836061"/>
                  </a:lnTo>
                  <a:lnTo>
                    <a:pt x="3323487" y="2841894"/>
                  </a:lnTo>
                  <a:lnTo>
                    <a:pt x="3324302" y="2756713"/>
                  </a:lnTo>
                  <a:lnTo>
                    <a:pt x="3325117" y="2726542"/>
                  </a:lnTo>
                  <a:lnTo>
                    <a:pt x="3325932" y="2757437"/>
                  </a:lnTo>
                  <a:lnTo>
                    <a:pt x="3326746" y="2750252"/>
                  </a:lnTo>
                  <a:lnTo>
                    <a:pt x="3327561" y="2790173"/>
                  </a:lnTo>
                  <a:lnTo>
                    <a:pt x="3328376" y="2790754"/>
                  </a:lnTo>
                  <a:lnTo>
                    <a:pt x="3329191" y="2888513"/>
                  </a:lnTo>
                  <a:lnTo>
                    <a:pt x="3330006" y="2902454"/>
                  </a:lnTo>
                  <a:lnTo>
                    <a:pt x="3330820" y="2866410"/>
                  </a:lnTo>
                  <a:lnTo>
                    <a:pt x="3331635" y="2850119"/>
                  </a:lnTo>
                  <a:lnTo>
                    <a:pt x="3332450" y="2786256"/>
                  </a:lnTo>
                  <a:lnTo>
                    <a:pt x="3333265" y="2768754"/>
                  </a:lnTo>
                  <a:lnTo>
                    <a:pt x="3334079" y="2736981"/>
                  </a:lnTo>
                  <a:lnTo>
                    <a:pt x="3334894" y="2782094"/>
                  </a:lnTo>
                  <a:lnTo>
                    <a:pt x="3335709" y="2833627"/>
                  </a:lnTo>
                  <a:lnTo>
                    <a:pt x="3336524" y="2859603"/>
                  </a:lnTo>
                  <a:lnTo>
                    <a:pt x="3337339" y="2899409"/>
                  </a:lnTo>
                  <a:lnTo>
                    <a:pt x="3338153" y="2881296"/>
                  </a:lnTo>
                  <a:lnTo>
                    <a:pt x="3338968" y="2879899"/>
                  </a:lnTo>
                  <a:lnTo>
                    <a:pt x="3339783" y="2860367"/>
                  </a:lnTo>
                  <a:lnTo>
                    <a:pt x="3340598" y="2818950"/>
                  </a:lnTo>
                  <a:lnTo>
                    <a:pt x="3341412" y="2684814"/>
                  </a:lnTo>
                  <a:lnTo>
                    <a:pt x="3342227" y="2504507"/>
                  </a:lnTo>
                  <a:lnTo>
                    <a:pt x="3343042" y="2403565"/>
                  </a:lnTo>
                  <a:lnTo>
                    <a:pt x="3343857" y="2354503"/>
                  </a:lnTo>
                  <a:lnTo>
                    <a:pt x="3344672" y="2271513"/>
                  </a:lnTo>
                  <a:lnTo>
                    <a:pt x="3345486" y="2143363"/>
                  </a:lnTo>
                  <a:lnTo>
                    <a:pt x="3346301" y="2075853"/>
                  </a:lnTo>
                  <a:lnTo>
                    <a:pt x="3347116" y="2020346"/>
                  </a:lnTo>
                  <a:lnTo>
                    <a:pt x="3347931" y="1867650"/>
                  </a:lnTo>
                  <a:lnTo>
                    <a:pt x="3348746" y="1674899"/>
                  </a:lnTo>
                  <a:lnTo>
                    <a:pt x="3349560" y="1577290"/>
                  </a:lnTo>
                  <a:lnTo>
                    <a:pt x="3350375" y="1584927"/>
                  </a:lnTo>
                  <a:lnTo>
                    <a:pt x="3351190" y="1640064"/>
                  </a:lnTo>
                  <a:lnTo>
                    <a:pt x="3352005" y="1793516"/>
                  </a:lnTo>
                  <a:lnTo>
                    <a:pt x="3352819" y="1990028"/>
                  </a:lnTo>
                  <a:lnTo>
                    <a:pt x="3353634" y="2124530"/>
                  </a:lnTo>
                  <a:lnTo>
                    <a:pt x="3354449" y="2144912"/>
                  </a:lnTo>
                  <a:lnTo>
                    <a:pt x="3355264" y="1997851"/>
                  </a:lnTo>
                  <a:lnTo>
                    <a:pt x="3356079" y="1934114"/>
                  </a:lnTo>
                  <a:lnTo>
                    <a:pt x="3356893" y="1886696"/>
                  </a:lnTo>
                  <a:lnTo>
                    <a:pt x="3357708" y="1885091"/>
                  </a:lnTo>
                  <a:lnTo>
                    <a:pt x="3358523" y="1958141"/>
                  </a:lnTo>
                  <a:lnTo>
                    <a:pt x="3359338" y="2084733"/>
                  </a:lnTo>
                  <a:lnTo>
                    <a:pt x="3360152" y="2344962"/>
                  </a:lnTo>
                  <a:lnTo>
                    <a:pt x="3360967" y="2527079"/>
                  </a:lnTo>
                  <a:lnTo>
                    <a:pt x="3361782" y="2653775"/>
                  </a:lnTo>
                  <a:lnTo>
                    <a:pt x="3362597" y="2723487"/>
                  </a:lnTo>
                  <a:lnTo>
                    <a:pt x="3363412" y="2736319"/>
                  </a:lnTo>
                  <a:lnTo>
                    <a:pt x="3364226" y="2743326"/>
                  </a:lnTo>
                  <a:lnTo>
                    <a:pt x="3365041" y="2792341"/>
                  </a:lnTo>
                  <a:lnTo>
                    <a:pt x="3365856" y="2868447"/>
                  </a:lnTo>
                  <a:lnTo>
                    <a:pt x="3366671" y="2913443"/>
                  </a:lnTo>
                  <a:lnTo>
                    <a:pt x="3367485" y="2967409"/>
                  </a:lnTo>
                  <a:lnTo>
                    <a:pt x="3368300" y="3034102"/>
                  </a:lnTo>
                  <a:lnTo>
                    <a:pt x="3369115" y="3098645"/>
                  </a:lnTo>
                  <a:lnTo>
                    <a:pt x="3369930" y="3085374"/>
                  </a:lnTo>
                  <a:lnTo>
                    <a:pt x="3370745" y="3036513"/>
                  </a:lnTo>
                  <a:lnTo>
                    <a:pt x="3371559" y="2936601"/>
                  </a:lnTo>
                  <a:lnTo>
                    <a:pt x="3372374" y="2830996"/>
                  </a:lnTo>
                  <a:lnTo>
                    <a:pt x="3373189" y="2812347"/>
                  </a:lnTo>
                  <a:lnTo>
                    <a:pt x="3374004" y="2812349"/>
                  </a:lnTo>
                  <a:lnTo>
                    <a:pt x="3374818" y="2812350"/>
                  </a:lnTo>
                  <a:lnTo>
                    <a:pt x="3375633" y="2864430"/>
                  </a:lnTo>
                  <a:lnTo>
                    <a:pt x="3376448" y="3025396"/>
                  </a:lnTo>
                  <a:lnTo>
                    <a:pt x="3377263" y="3116972"/>
                  </a:lnTo>
                  <a:lnTo>
                    <a:pt x="3377263" y="3116972"/>
                  </a:lnTo>
                  <a:lnTo>
                    <a:pt x="3378078" y="3116972"/>
                  </a:lnTo>
                  <a:lnTo>
                    <a:pt x="3378892" y="3034398"/>
                  </a:lnTo>
                  <a:lnTo>
                    <a:pt x="3379707" y="2987258"/>
                  </a:lnTo>
                  <a:lnTo>
                    <a:pt x="3380522" y="2956907"/>
                  </a:lnTo>
                  <a:lnTo>
                    <a:pt x="3381337" y="2920201"/>
                  </a:lnTo>
                  <a:lnTo>
                    <a:pt x="3382151" y="2936662"/>
                  </a:lnTo>
                  <a:lnTo>
                    <a:pt x="3382966" y="2855283"/>
                  </a:lnTo>
                  <a:lnTo>
                    <a:pt x="3383781" y="2787391"/>
                  </a:lnTo>
                  <a:lnTo>
                    <a:pt x="3384596" y="2797793"/>
                  </a:lnTo>
                  <a:lnTo>
                    <a:pt x="3385411" y="2810671"/>
                  </a:lnTo>
                  <a:lnTo>
                    <a:pt x="3386225" y="2743510"/>
                  </a:lnTo>
                  <a:lnTo>
                    <a:pt x="3387040" y="2637710"/>
                  </a:lnTo>
                  <a:lnTo>
                    <a:pt x="3387855" y="2652256"/>
                  </a:lnTo>
                  <a:lnTo>
                    <a:pt x="3388670" y="2774794"/>
                  </a:lnTo>
                  <a:lnTo>
                    <a:pt x="3389485" y="2811535"/>
                  </a:lnTo>
                  <a:lnTo>
                    <a:pt x="3390299" y="2726673"/>
                  </a:lnTo>
                  <a:lnTo>
                    <a:pt x="3391114" y="2694569"/>
                  </a:lnTo>
                  <a:lnTo>
                    <a:pt x="3391929" y="2747818"/>
                  </a:lnTo>
                  <a:lnTo>
                    <a:pt x="3392744" y="2794280"/>
                  </a:lnTo>
                  <a:lnTo>
                    <a:pt x="3393558" y="2776363"/>
                  </a:lnTo>
                  <a:lnTo>
                    <a:pt x="3394373" y="2735384"/>
                  </a:lnTo>
                  <a:lnTo>
                    <a:pt x="3395188" y="2807370"/>
                  </a:lnTo>
                  <a:lnTo>
                    <a:pt x="3396003" y="2882285"/>
                  </a:lnTo>
                  <a:lnTo>
                    <a:pt x="3396818" y="2909136"/>
                  </a:lnTo>
                  <a:lnTo>
                    <a:pt x="3397632" y="2955017"/>
                  </a:lnTo>
                  <a:lnTo>
                    <a:pt x="3398447" y="2947295"/>
                  </a:lnTo>
                  <a:lnTo>
                    <a:pt x="3399262" y="2910547"/>
                  </a:lnTo>
                  <a:lnTo>
                    <a:pt x="3400077" y="2880874"/>
                  </a:lnTo>
                  <a:lnTo>
                    <a:pt x="3400891" y="2837489"/>
                  </a:lnTo>
                  <a:lnTo>
                    <a:pt x="3401706" y="2788468"/>
                  </a:lnTo>
                  <a:lnTo>
                    <a:pt x="3402521" y="2759813"/>
                  </a:lnTo>
                  <a:lnTo>
                    <a:pt x="3403336" y="2761887"/>
                  </a:lnTo>
                  <a:lnTo>
                    <a:pt x="3404151" y="2821277"/>
                  </a:lnTo>
                  <a:lnTo>
                    <a:pt x="3404965" y="2850949"/>
                  </a:lnTo>
                  <a:lnTo>
                    <a:pt x="3405780" y="2894337"/>
                  </a:lnTo>
                  <a:lnTo>
                    <a:pt x="3406595" y="2941201"/>
                  </a:lnTo>
                  <a:lnTo>
                    <a:pt x="3407410" y="2913570"/>
                  </a:lnTo>
                  <a:lnTo>
                    <a:pt x="3408224" y="2935081"/>
                  </a:lnTo>
                  <a:lnTo>
                    <a:pt x="3409039" y="2936611"/>
                  </a:lnTo>
                  <a:lnTo>
                    <a:pt x="3409854" y="2936611"/>
                  </a:lnTo>
                  <a:lnTo>
                    <a:pt x="3410669" y="2943090"/>
                  </a:lnTo>
                  <a:lnTo>
                    <a:pt x="3411484" y="2969755"/>
                  </a:lnTo>
                  <a:lnTo>
                    <a:pt x="3412298" y="2962366"/>
                  </a:lnTo>
                  <a:lnTo>
                    <a:pt x="3413113" y="2830034"/>
                  </a:lnTo>
                  <a:lnTo>
                    <a:pt x="3413928" y="2708885"/>
                  </a:lnTo>
                  <a:lnTo>
                    <a:pt x="3414743" y="2619218"/>
                  </a:lnTo>
                  <a:lnTo>
                    <a:pt x="3415557" y="2574368"/>
                  </a:lnTo>
                  <a:lnTo>
                    <a:pt x="3416372" y="2536251"/>
                  </a:lnTo>
                  <a:lnTo>
                    <a:pt x="3417187" y="2543640"/>
                  </a:lnTo>
                  <a:lnTo>
                    <a:pt x="3418002" y="2675698"/>
                  </a:lnTo>
                  <a:lnTo>
                    <a:pt x="3418817" y="2793028"/>
                  </a:lnTo>
                  <a:lnTo>
                    <a:pt x="3419631" y="2832528"/>
                  </a:lnTo>
                  <a:lnTo>
                    <a:pt x="3420446" y="2744757"/>
                  </a:lnTo>
                  <a:lnTo>
                    <a:pt x="3421261" y="2728583"/>
                  </a:lnTo>
                  <a:lnTo>
                    <a:pt x="3422076" y="2807119"/>
                  </a:lnTo>
                  <a:lnTo>
                    <a:pt x="3422890" y="2844382"/>
                  </a:lnTo>
                  <a:lnTo>
                    <a:pt x="3423705" y="2827634"/>
                  </a:lnTo>
                  <a:lnTo>
                    <a:pt x="3424520" y="2801290"/>
                  </a:lnTo>
                  <a:lnTo>
                    <a:pt x="3425335" y="2897863"/>
                  </a:lnTo>
                  <a:lnTo>
                    <a:pt x="3426150" y="2898910"/>
                  </a:lnTo>
                  <a:lnTo>
                    <a:pt x="3426964" y="2820863"/>
                  </a:lnTo>
                  <a:lnTo>
                    <a:pt x="3427779" y="2792598"/>
                  </a:lnTo>
                  <a:lnTo>
                    <a:pt x="3428594" y="2805154"/>
                  </a:lnTo>
                  <a:lnTo>
                    <a:pt x="3429409" y="2866595"/>
                  </a:lnTo>
                  <a:lnTo>
                    <a:pt x="3430224" y="2817918"/>
                  </a:lnTo>
                  <a:lnTo>
                    <a:pt x="3431038" y="2752503"/>
                  </a:lnTo>
                  <a:lnTo>
                    <a:pt x="3431853" y="2759556"/>
                  </a:lnTo>
                  <a:lnTo>
                    <a:pt x="3432668" y="2728321"/>
                  </a:lnTo>
                  <a:lnTo>
                    <a:pt x="3433483" y="2669416"/>
                  </a:lnTo>
                  <a:lnTo>
                    <a:pt x="3434297" y="2561659"/>
                  </a:lnTo>
                  <a:lnTo>
                    <a:pt x="3435112" y="2617159"/>
                  </a:lnTo>
                  <a:lnTo>
                    <a:pt x="3435927" y="2636984"/>
                  </a:lnTo>
                  <a:lnTo>
                    <a:pt x="3436742" y="2664170"/>
                  </a:lnTo>
                  <a:lnTo>
                    <a:pt x="3437557" y="2749267"/>
                  </a:lnTo>
                  <a:lnTo>
                    <a:pt x="3438371" y="2822451"/>
                  </a:lnTo>
                  <a:lnTo>
                    <a:pt x="3439186" y="2968830"/>
                  </a:lnTo>
                  <a:lnTo>
                    <a:pt x="3440001" y="2998567"/>
                  </a:lnTo>
                  <a:lnTo>
                    <a:pt x="3440816" y="3048455"/>
                  </a:lnTo>
                  <a:lnTo>
                    <a:pt x="3441630" y="2981219"/>
                  </a:lnTo>
                  <a:lnTo>
                    <a:pt x="3442445" y="2850099"/>
                  </a:lnTo>
                  <a:lnTo>
                    <a:pt x="3443260" y="2780005"/>
                  </a:lnTo>
                  <a:lnTo>
                    <a:pt x="3444075" y="2745418"/>
                  </a:lnTo>
                  <a:lnTo>
                    <a:pt x="3444890" y="2749190"/>
                  </a:lnTo>
                  <a:lnTo>
                    <a:pt x="3445704" y="2722229"/>
                  </a:lnTo>
                  <a:lnTo>
                    <a:pt x="3446519" y="2718868"/>
                  </a:lnTo>
                  <a:lnTo>
                    <a:pt x="3447334" y="2764670"/>
                  </a:lnTo>
                  <a:lnTo>
                    <a:pt x="3448149" y="2771405"/>
                  </a:lnTo>
                  <a:lnTo>
                    <a:pt x="3448963" y="2739065"/>
                  </a:lnTo>
                  <a:lnTo>
                    <a:pt x="3449778" y="2615396"/>
                  </a:lnTo>
                  <a:lnTo>
                    <a:pt x="3450593" y="2559800"/>
                  </a:lnTo>
                  <a:lnTo>
                    <a:pt x="3451408" y="2654859"/>
                  </a:lnTo>
                  <a:lnTo>
                    <a:pt x="3452223" y="2721195"/>
                  </a:lnTo>
                  <a:lnTo>
                    <a:pt x="3453037" y="2747599"/>
                  </a:lnTo>
                  <a:lnTo>
                    <a:pt x="3453852" y="2663227"/>
                  </a:lnTo>
                  <a:lnTo>
                    <a:pt x="3454667" y="2687666"/>
                  </a:lnTo>
                  <a:lnTo>
                    <a:pt x="3455482" y="2745130"/>
                  </a:lnTo>
                  <a:lnTo>
                    <a:pt x="3456296" y="2706773"/>
                  </a:lnTo>
                  <a:lnTo>
                    <a:pt x="3457111" y="2704430"/>
                  </a:lnTo>
                  <a:lnTo>
                    <a:pt x="3457926" y="2751927"/>
                  </a:lnTo>
                  <a:lnTo>
                    <a:pt x="3458741" y="2873498"/>
                  </a:lnTo>
                  <a:lnTo>
                    <a:pt x="3459556" y="2881326"/>
                  </a:lnTo>
                  <a:lnTo>
                    <a:pt x="3460370" y="2828683"/>
                  </a:lnTo>
                  <a:lnTo>
                    <a:pt x="3461185" y="2724096"/>
                  </a:lnTo>
                  <a:lnTo>
                    <a:pt x="3462000" y="2562776"/>
                  </a:lnTo>
                  <a:lnTo>
                    <a:pt x="3462815" y="2519518"/>
                  </a:lnTo>
                  <a:lnTo>
                    <a:pt x="3463629" y="2512937"/>
                  </a:lnTo>
                  <a:lnTo>
                    <a:pt x="3464444" y="2585098"/>
                  </a:lnTo>
                  <a:lnTo>
                    <a:pt x="3465259" y="2637193"/>
                  </a:lnTo>
                  <a:lnTo>
                    <a:pt x="3466074" y="2732828"/>
                  </a:lnTo>
                  <a:lnTo>
                    <a:pt x="3466889" y="2801178"/>
                  </a:lnTo>
                  <a:lnTo>
                    <a:pt x="3467703" y="2779326"/>
                  </a:lnTo>
                  <a:lnTo>
                    <a:pt x="3468518" y="2747952"/>
                  </a:lnTo>
                  <a:lnTo>
                    <a:pt x="3469333" y="2678571"/>
                  </a:lnTo>
                  <a:lnTo>
                    <a:pt x="3470148" y="2604465"/>
                  </a:lnTo>
                  <a:lnTo>
                    <a:pt x="3470963" y="2571161"/>
                  </a:lnTo>
                  <a:lnTo>
                    <a:pt x="3471777" y="2612344"/>
                  </a:lnTo>
                  <a:lnTo>
                    <a:pt x="3472592" y="2668061"/>
                  </a:lnTo>
                  <a:lnTo>
                    <a:pt x="3473407" y="2682776"/>
                  </a:lnTo>
                  <a:lnTo>
                    <a:pt x="3474222" y="2598346"/>
                  </a:lnTo>
                  <a:lnTo>
                    <a:pt x="3475036" y="2604890"/>
                  </a:lnTo>
                  <a:lnTo>
                    <a:pt x="3475851" y="2667779"/>
                  </a:lnTo>
                  <a:lnTo>
                    <a:pt x="3476666" y="2673618"/>
                  </a:lnTo>
                  <a:lnTo>
                    <a:pt x="3477481" y="2637710"/>
                  </a:lnTo>
                  <a:lnTo>
                    <a:pt x="3478296" y="2626219"/>
                  </a:lnTo>
                  <a:lnTo>
                    <a:pt x="3479110" y="2802042"/>
                  </a:lnTo>
                  <a:lnTo>
                    <a:pt x="3479925" y="2969375"/>
                  </a:lnTo>
                  <a:lnTo>
                    <a:pt x="3480740" y="2990211"/>
                  </a:lnTo>
                  <a:lnTo>
                    <a:pt x="3481555" y="2975904"/>
                  </a:lnTo>
                  <a:lnTo>
                    <a:pt x="3482369" y="2973439"/>
                  </a:lnTo>
                  <a:lnTo>
                    <a:pt x="3483184" y="2901633"/>
                  </a:lnTo>
                  <a:lnTo>
                    <a:pt x="3483999" y="2800698"/>
                  </a:lnTo>
                  <a:lnTo>
                    <a:pt x="3484814" y="2635195"/>
                  </a:lnTo>
                  <a:lnTo>
                    <a:pt x="3485629" y="2459942"/>
                  </a:lnTo>
                  <a:lnTo>
                    <a:pt x="3486443" y="2447140"/>
                  </a:lnTo>
                  <a:lnTo>
                    <a:pt x="3487258" y="2480369"/>
                  </a:lnTo>
                  <a:lnTo>
                    <a:pt x="3488073" y="2512458"/>
                  </a:lnTo>
                  <a:lnTo>
                    <a:pt x="3488888" y="2524172"/>
                  </a:lnTo>
                  <a:lnTo>
                    <a:pt x="3489702" y="2611907"/>
                  </a:lnTo>
                  <a:lnTo>
                    <a:pt x="3490517" y="2710135"/>
                  </a:lnTo>
                  <a:lnTo>
                    <a:pt x="3491332" y="2692409"/>
                  </a:lnTo>
                  <a:lnTo>
                    <a:pt x="3492147" y="2619391"/>
                  </a:lnTo>
                  <a:lnTo>
                    <a:pt x="3492962" y="2614662"/>
                  </a:lnTo>
                  <a:lnTo>
                    <a:pt x="3493776" y="2527244"/>
                  </a:lnTo>
                  <a:lnTo>
                    <a:pt x="3494591" y="2420389"/>
                  </a:lnTo>
                  <a:lnTo>
                    <a:pt x="3495406" y="2365475"/>
                  </a:lnTo>
                  <a:lnTo>
                    <a:pt x="3496221" y="2263010"/>
                  </a:lnTo>
                  <a:lnTo>
                    <a:pt x="3497035" y="2216629"/>
                  </a:lnTo>
                  <a:lnTo>
                    <a:pt x="3497850" y="2275435"/>
                  </a:lnTo>
                  <a:lnTo>
                    <a:pt x="3498665" y="2445220"/>
                  </a:lnTo>
                  <a:lnTo>
                    <a:pt x="3499480" y="2585369"/>
                  </a:lnTo>
                  <a:lnTo>
                    <a:pt x="3500295" y="2686388"/>
                  </a:lnTo>
                  <a:lnTo>
                    <a:pt x="3501109" y="2749063"/>
                  </a:lnTo>
                  <a:lnTo>
                    <a:pt x="3501924" y="2712969"/>
                  </a:lnTo>
                  <a:lnTo>
                    <a:pt x="3502739" y="2638089"/>
                  </a:lnTo>
                  <a:lnTo>
                    <a:pt x="3503554" y="2631378"/>
                  </a:lnTo>
                  <a:lnTo>
                    <a:pt x="3504368" y="2501209"/>
                  </a:lnTo>
                  <a:lnTo>
                    <a:pt x="3505183" y="2341908"/>
                  </a:lnTo>
                  <a:lnTo>
                    <a:pt x="3505998" y="2326333"/>
                  </a:lnTo>
                  <a:lnTo>
                    <a:pt x="3506813" y="2424472"/>
                  </a:lnTo>
                  <a:lnTo>
                    <a:pt x="3507628" y="2525904"/>
                  </a:lnTo>
                  <a:lnTo>
                    <a:pt x="3508442" y="2525938"/>
                  </a:lnTo>
                  <a:lnTo>
                    <a:pt x="3509257" y="2622069"/>
                  </a:lnTo>
                  <a:lnTo>
                    <a:pt x="3510072" y="2701382"/>
                  </a:lnTo>
                  <a:lnTo>
                    <a:pt x="3510887" y="2739422"/>
                  </a:lnTo>
                  <a:lnTo>
                    <a:pt x="3511702" y="2774858"/>
                  </a:lnTo>
                  <a:lnTo>
                    <a:pt x="3512516" y="2743865"/>
                  </a:lnTo>
                  <a:lnTo>
                    <a:pt x="3513331" y="2675394"/>
                  </a:lnTo>
                  <a:lnTo>
                    <a:pt x="3514146" y="2586296"/>
                  </a:lnTo>
                  <a:lnTo>
                    <a:pt x="3514961" y="2578105"/>
                  </a:lnTo>
                  <a:lnTo>
                    <a:pt x="3515775" y="2603152"/>
                  </a:lnTo>
                  <a:lnTo>
                    <a:pt x="3516590" y="2555171"/>
                  </a:lnTo>
                  <a:lnTo>
                    <a:pt x="3517405" y="2483562"/>
                  </a:lnTo>
                  <a:lnTo>
                    <a:pt x="3518220" y="2417500"/>
                  </a:lnTo>
                  <a:lnTo>
                    <a:pt x="3519035" y="2325795"/>
                  </a:lnTo>
                  <a:lnTo>
                    <a:pt x="3519849" y="2141292"/>
                  </a:lnTo>
                  <a:lnTo>
                    <a:pt x="3520664" y="1921303"/>
                  </a:lnTo>
                  <a:lnTo>
                    <a:pt x="3521479" y="1813747"/>
                  </a:lnTo>
                  <a:lnTo>
                    <a:pt x="3522294" y="1754895"/>
                  </a:lnTo>
                  <a:lnTo>
                    <a:pt x="3523108" y="1698948"/>
                  </a:lnTo>
                  <a:lnTo>
                    <a:pt x="3523923" y="1721574"/>
                  </a:lnTo>
                  <a:lnTo>
                    <a:pt x="3524738" y="1851876"/>
                  </a:lnTo>
                  <a:lnTo>
                    <a:pt x="3525553" y="2004976"/>
                  </a:lnTo>
                  <a:lnTo>
                    <a:pt x="3526368" y="2082819"/>
                  </a:lnTo>
                  <a:lnTo>
                    <a:pt x="3527182" y="2135192"/>
                  </a:lnTo>
                  <a:lnTo>
                    <a:pt x="3527997" y="2162999"/>
                  </a:lnTo>
                  <a:lnTo>
                    <a:pt x="3528812" y="2161126"/>
                  </a:lnTo>
                  <a:lnTo>
                    <a:pt x="3529627" y="2121526"/>
                  </a:lnTo>
                  <a:lnTo>
                    <a:pt x="3530441" y="2136278"/>
                  </a:lnTo>
                  <a:lnTo>
                    <a:pt x="3531256" y="2190715"/>
                  </a:lnTo>
                  <a:lnTo>
                    <a:pt x="3532071" y="2219191"/>
                  </a:lnTo>
                  <a:lnTo>
                    <a:pt x="3532886" y="2258577"/>
                  </a:lnTo>
                  <a:lnTo>
                    <a:pt x="3533701" y="2335084"/>
                  </a:lnTo>
                  <a:lnTo>
                    <a:pt x="3534515" y="2472434"/>
                  </a:lnTo>
                  <a:lnTo>
                    <a:pt x="3535330" y="2562536"/>
                  </a:lnTo>
                  <a:lnTo>
                    <a:pt x="3536145" y="2622250"/>
                  </a:lnTo>
                  <a:lnTo>
                    <a:pt x="3536960" y="2702855"/>
                  </a:lnTo>
                  <a:lnTo>
                    <a:pt x="3537774" y="2849690"/>
                  </a:lnTo>
                  <a:lnTo>
                    <a:pt x="3538589" y="2997238"/>
                  </a:lnTo>
                  <a:lnTo>
                    <a:pt x="3539404" y="3000562"/>
                  </a:lnTo>
                  <a:lnTo>
                    <a:pt x="3540219" y="2965551"/>
                  </a:lnTo>
                  <a:lnTo>
                    <a:pt x="3541034" y="2945623"/>
                  </a:lnTo>
                  <a:lnTo>
                    <a:pt x="3541848" y="2945625"/>
                  </a:lnTo>
                  <a:lnTo>
                    <a:pt x="3542663" y="2922079"/>
                  </a:lnTo>
                  <a:lnTo>
                    <a:pt x="3543478" y="2886886"/>
                  </a:lnTo>
                  <a:lnTo>
                    <a:pt x="3544293" y="2957187"/>
                  </a:lnTo>
                  <a:lnTo>
                    <a:pt x="3545108" y="3038313"/>
                  </a:lnTo>
                  <a:lnTo>
                    <a:pt x="3545922" y="3054150"/>
                  </a:lnTo>
                  <a:lnTo>
                    <a:pt x="3546737" y="2979194"/>
                  </a:lnTo>
                  <a:lnTo>
                    <a:pt x="3547552" y="2813949"/>
                  </a:lnTo>
                  <a:lnTo>
                    <a:pt x="3548367" y="2691167"/>
                  </a:lnTo>
                  <a:lnTo>
                    <a:pt x="3549181" y="2612578"/>
                  </a:lnTo>
                  <a:lnTo>
                    <a:pt x="3549996" y="2539942"/>
                  </a:lnTo>
                  <a:lnTo>
                    <a:pt x="3550811" y="2507276"/>
                  </a:lnTo>
                  <a:lnTo>
                    <a:pt x="3551626" y="2501213"/>
                  </a:lnTo>
                  <a:lnTo>
                    <a:pt x="3552441" y="2599697"/>
                  </a:lnTo>
                  <a:lnTo>
                    <a:pt x="3553255" y="2605775"/>
                  </a:lnTo>
                  <a:lnTo>
                    <a:pt x="3554070" y="2636919"/>
                  </a:lnTo>
                  <a:lnTo>
                    <a:pt x="3554885" y="2605569"/>
                  </a:lnTo>
                  <a:lnTo>
                    <a:pt x="3555700" y="2511188"/>
                  </a:lnTo>
                  <a:lnTo>
                    <a:pt x="3556514" y="2437217"/>
                  </a:lnTo>
                  <a:lnTo>
                    <a:pt x="3557329" y="2394277"/>
                  </a:lnTo>
                  <a:lnTo>
                    <a:pt x="3558144" y="2437551"/>
                  </a:lnTo>
                  <a:lnTo>
                    <a:pt x="3558959" y="2378945"/>
                  </a:lnTo>
                  <a:lnTo>
                    <a:pt x="3559774" y="2387115"/>
                  </a:lnTo>
                  <a:lnTo>
                    <a:pt x="3560588" y="2539171"/>
                  </a:lnTo>
                  <a:lnTo>
                    <a:pt x="3561403" y="2710528"/>
                  </a:lnTo>
                  <a:lnTo>
                    <a:pt x="3562218" y="2820228"/>
                  </a:lnTo>
                  <a:lnTo>
                    <a:pt x="3563033" y="2861250"/>
                  </a:lnTo>
                  <a:lnTo>
                    <a:pt x="3563847" y="2953835"/>
                  </a:lnTo>
                  <a:lnTo>
                    <a:pt x="3564662" y="3062161"/>
                  </a:lnTo>
                  <a:lnTo>
                    <a:pt x="3565477" y="3012396"/>
                  </a:lnTo>
                  <a:lnTo>
                    <a:pt x="3566292" y="2945694"/>
                  </a:lnTo>
                  <a:lnTo>
                    <a:pt x="3567107" y="2914445"/>
                  </a:lnTo>
                  <a:lnTo>
                    <a:pt x="3567921" y="2833803"/>
                  </a:lnTo>
                  <a:lnTo>
                    <a:pt x="3568736" y="2661386"/>
                  </a:lnTo>
                  <a:lnTo>
                    <a:pt x="3569551" y="2512901"/>
                  </a:lnTo>
                  <a:lnTo>
                    <a:pt x="3570366" y="2494605"/>
                  </a:lnTo>
                  <a:lnTo>
                    <a:pt x="3571180" y="2539073"/>
                  </a:lnTo>
                  <a:lnTo>
                    <a:pt x="3571995" y="2580252"/>
                  </a:lnTo>
                  <a:lnTo>
                    <a:pt x="3572810" y="2680079"/>
                  </a:lnTo>
                  <a:lnTo>
                    <a:pt x="3573625" y="2781127"/>
                  </a:lnTo>
                  <a:lnTo>
                    <a:pt x="3574440" y="2804718"/>
                  </a:lnTo>
                  <a:lnTo>
                    <a:pt x="3575254" y="2825276"/>
                  </a:lnTo>
                  <a:lnTo>
                    <a:pt x="3576069" y="2831148"/>
                  </a:lnTo>
                  <a:lnTo>
                    <a:pt x="3576884" y="2823434"/>
                  </a:lnTo>
                  <a:lnTo>
                    <a:pt x="3577699" y="2780479"/>
                  </a:lnTo>
                  <a:lnTo>
                    <a:pt x="3578513" y="2762021"/>
                  </a:lnTo>
                  <a:lnTo>
                    <a:pt x="3579328" y="2821366"/>
                  </a:lnTo>
                  <a:lnTo>
                    <a:pt x="3580143" y="2812865"/>
                  </a:lnTo>
                  <a:lnTo>
                    <a:pt x="3580958" y="2807913"/>
                  </a:lnTo>
                  <a:lnTo>
                    <a:pt x="3581773" y="2766545"/>
                  </a:lnTo>
                  <a:lnTo>
                    <a:pt x="3582587" y="2796490"/>
                  </a:lnTo>
                  <a:lnTo>
                    <a:pt x="3583402" y="2910090"/>
                  </a:lnTo>
                  <a:lnTo>
                    <a:pt x="3584217" y="2957233"/>
                  </a:lnTo>
                  <a:lnTo>
                    <a:pt x="3585032" y="2973082"/>
                  </a:lnTo>
                  <a:lnTo>
                    <a:pt x="3585847" y="2889563"/>
                  </a:lnTo>
                  <a:lnTo>
                    <a:pt x="3586661" y="2766756"/>
                  </a:lnTo>
                  <a:lnTo>
                    <a:pt x="3587476" y="2662874"/>
                  </a:lnTo>
                  <a:lnTo>
                    <a:pt x="3588291" y="2511915"/>
                  </a:lnTo>
                  <a:lnTo>
                    <a:pt x="3589106" y="2405373"/>
                  </a:lnTo>
                  <a:lnTo>
                    <a:pt x="3589920" y="2368652"/>
                  </a:lnTo>
                  <a:lnTo>
                    <a:pt x="3590735" y="2376777"/>
                  </a:lnTo>
                  <a:lnTo>
                    <a:pt x="3591550" y="2345252"/>
                  </a:lnTo>
                  <a:lnTo>
                    <a:pt x="3592365" y="2221191"/>
                  </a:lnTo>
                  <a:lnTo>
                    <a:pt x="3593180" y="2220583"/>
                  </a:lnTo>
                  <a:lnTo>
                    <a:pt x="3593994" y="2213774"/>
                  </a:lnTo>
                  <a:lnTo>
                    <a:pt x="3594809" y="2068505"/>
                  </a:lnTo>
                  <a:lnTo>
                    <a:pt x="3595624" y="1952970"/>
                  </a:lnTo>
                  <a:lnTo>
                    <a:pt x="3596439" y="2002993"/>
                  </a:lnTo>
                  <a:lnTo>
                    <a:pt x="3597253" y="2144530"/>
                  </a:lnTo>
                  <a:lnTo>
                    <a:pt x="3598068" y="2166740"/>
                  </a:lnTo>
                  <a:lnTo>
                    <a:pt x="3598883" y="2152745"/>
                  </a:lnTo>
                  <a:lnTo>
                    <a:pt x="3599698" y="2274888"/>
                  </a:lnTo>
                  <a:lnTo>
                    <a:pt x="3600513" y="2416385"/>
                  </a:lnTo>
                  <a:lnTo>
                    <a:pt x="3601327" y="2493678"/>
                  </a:lnTo>
                  <a:lnTo>
                    <a:pt x="3602142" y="2490969"/>
                  </a:lnTo>
                  <a:lnTo>
                    <a:pt x="3602957" y="2527476"/>
                  </a:lnTo>
                  <a:lnTo>
                    <a:pt x="3603772" y="2541491"/>
                  </a:lnTo>
                  <a:lnTo>
                    <a:pt x="3604586" y="2449658"/>
                  </a:lnTo>
                  <a:lnTo>
                    <a:pt x="3605401" y="2246127"/>
                  </a:lnTo>
                  <a:lnTo>
                    <a:pt x="3606216" y="2066879"/>
                  </a:lnTo>
                  <a:lnTo>
                    <a:pt x="3607031" y="2020278"/>
                  </a:lnTo>
                  <a:lnTo>
                    <a:pt x="3607846" y="1941694"/>
                  </a:lnTo>
                  <a:lnTo>
                    <a:pt x="3608660" y="1839112"/>
                  </a:lnTo>
                  <a:lnTo>
                    <a:pt x="3609475" y="1731451"/>
                  </a:lnTo>
                  <a:lnTo>
                    <a:pt x="3610290" y="1719225"/>
                  </a:lnTo>
                  <a:lnTo>
                    <a:pt x="3611105" y="1774469"/>
                  </a:lnTo>
                  <a:lnTo>
                    <a:pt x="3611919" y="1792952"/>
                  </a:lnTo>
                  <a:lnTo>
                    <a:pt x="3612734" y="1780217"/>
                  </a:lnTo>
                  <a:lnTo>
                    <a:pt x="3613549" y="1927180"/>
                  </a:lnTo>
                  <a:lnTo>
                    <a:pt x="3614364" y="2086101"/>
                  </a:lnTo>
                  <a:lnTo>
                    <a:pt x="3615179" y="2262382"/>
                  </a:lnTo>
                  <a:lnTo>
                    <a:pt x="3615993" y="2347882"/>
                  </a:lnTo>
                  <a:lnTo>
                    <a:pt x="3616808" y="2328025"/>
                  </a:lnTo>
                  <a:lnTo>
                    <a:pt x="3617623" y="2298140"/>
                  </a:lnTo>
                  <a:lnTo>
                    <a:pt x="3618438" y="2155031"/>
                  </a:lnTo>
                  <a:lnTo>
                    <a:pt x="3619252" y="2050767"/>
                  </a:lnTo>
                  <a:lnTo>
                    <a:pt x="3620067" y="1980676"/>
                  </a:lnTo>
                  <a:lnTo>
                    <a:pt x="3620882" y="1945786"/>
                  </a:lnTo>
                  <a:lnTo>
                    <a:pt x="3621697" y="1968714"/>
                  </a:lnTo>
                  <a:lnTo>
                    <a:pt x="3622512" y="1885446"/>
                  </a:lnTo>
                  <a:lnTo>
                    <a:pt x="3623326" y="1857197"/>
                  </a:lnTo>
                  <a:lnTo>
                    <a:pt x="3624141" y="1881142"/>
                  </a:lnTo>
                  <a:lnTo>
                    <a:pt x="3624956" y="1871476"/>
                  </a:lnTo>
                  <a:lnTo>
                    <a:pt x="3625771" y="1840540"/>
                  </a:lnTo>
                  <a:lnTo>
                    <a:pt x="3626586" y="1739302"/>
                  </a:lnTo>
                  <a:lnTo>
                    <a:pt x="3627400" y="1781643"/>
                  </a:lnTo>
                  <a:lnTo>
                    <a:pt x="3628215" y="1864770"/>
                  </a:lnTo>
                  <a:lnTo>
                    <a:pt x="3629030" y="2023539"/>
                  </a:lnTo>
                  <a:lnTo>
                    <a:pt x="3629845" y="2095824"/>
                  </a:lnTo>
                  <a:lnTo>
                    <a:pt x="3630659" y="2085245"/>
                  </a:lnTo>
                  <a:lnTo>
                    <a:pt x="3631474" y="2177553"/>
                  </a:lnTo>
                  <a:lnTo>
                    <a:pt x="3632289" y="2380514"/>
                  </a:lnTo>
                  <a:lnTo>
                    <a:pt x="3633104" y="2409421"/>
                  </a:lnTo>
                  <a:lnTo>
                    <a:pt x="3633919" y="2178057"/>
                  </a:lnTo>
                  <a:lnTo>
                    <a:pt x="3634733" y="2034635"/>
                  </a:lnTo>
                  <a:lnTo>
                    <a:pt x="3635548" y="2055432"/>
                  </a:lnTo>
                  <a:lnTo>
                    <a:pt x="3636363" y="2015729"/>
                  </a:lnTo>
                  <a:lnTo>
                    <a:pt x="3637178" y="1770239"/>
                  </a:lnTo>
                  <a:lnTo>
                    <a:pt x="3637992" y="1652762"/>
                  </a:lnTo>
                  <a:lnTo>
                    <a:pt x="3638807" y="1734979"/>
                  </a:lnTo>
                  <a:lnTo>
                    <a:pt x="3639622" y="1728028"/>
                  </a:lnTo>
                  <a:lnTo>
                    <a:pt x="3640437" y="1579658"/>
                  </a:lnTo>
                  <a:lnTo>
                    <a:pt x="3641252" y="1420261"/>
                  </a:lnTo>
                  <a:lnTo>
                    <a:pt x="3642066" y="1484263"/>
                  </a:lnTo>
                  <a:lnTo>
                    <a:pt x="3642881" y="1654136"/>
                  </a:lnTo>
                  <a:lnTo>
                    <a:pt x="3643696" y="1792149"/>
                  </a:lnTo>
                  <a:lnTo>
                    <a:pt x="3644511" y="1931232"/>
                  </a:lnTo>
                  <a:lnTo>
                    <a:pt x="3645325" y="2059703"/>
                  </a:lnTo>
                  <a:lnTo>
                    <a:pt x="3646140" y="2288286"/>
                  </a:lnTo>
                  <a:lnTo>
                    <a:pt x="3646955" y="2374613"/>
                  </a:lnTo>
                  <a:lnTo>
                    <a:pt x="3647770" y="2230996"/>
                  </a:lnTo>
                  <a:lnTo>
                    <a:pt x="3648585" y="2172405"/>
                  </a:lnTo>
                  <a:lnTo>
                    <a:pt x="3649399" y="2151924"/>
                  </a:lnTo>
                  <a:lnTo>
                    <a:pt x="3650214" y="2136171"/>
                  </a:lnTo>
                  <a:lnTo>
                    <a:pt x="3651029" y="2175258"/>
                  </a:lnTo>
                  <a:lnTo>
                    <a:pt x="3651844" y="2261777"/>
                  </a:lnTo>
                  <a:lnTo>
                    <a:pt x="3652658" y="2361981"/>
                  </a:lnTo>
                  <a:lnTo>
                    <a:pt x="3653473" y="2277600"/>
                  </a:lnTo>
                  <a:lnTo>
                    <a:pt x="3654288" y="2198068"/>
                  </a:lnTo>
                  <a:lnTo>
                    <a:pt x="3655103" y="2227681"/>
                  </a:lnTo>
                  <a:lnTo>
                    <a:pt x="3655918" y="2140177"/>
                  </a:lnTo>
                  <a:lnTo>
                    <a:pt x="3656732" y="1928149"/>
                  </a:lnTo>
                  <a:lnTo>
                    <a:pt x="3657547" y="1757406"/>
                  </a:lnTo>
                  <a:lnTo>
                    <a:pt x="3658362" y="1721559"/>
                  </a:lnTo>
                  <a:lnTo>
                    <a:pt x="3659177" y="1673747"/>
                  </a:lnTo>
                  <a:lnTo>
                    <a:pt x="3659991" y="1536317"/>
                  </a:lnTo>
                  <a:lnTo>
                    <a:pt x="3660806" y="1462631"/>
                  </a:lnTo>
                  <a:lnTo>
                    <a:pt x="3661621" y="1546881"/>
                  </a:lnTo>
                  <a:lnTo>
                    <a:pt x="3662436" y="1697515"/>
                  </a:lnTo>
                  <a:lnTo>
                    <a:pt x="3663251" y="1770047"/>
                  </a:lnTo>
                  <a:lnTo>
                    <a:pt x="3664065" y="1780902"/>
                  </a:lnTo>
                  <a:lnTo>
                    <a:pt x="3664880" y="1771246"/>
                  </a:lnTo>
                  <a:lnTo>
                    <a:pt x="3665695" y="1669392"/>
                  </a:lnTo>
                  <a:lnTo>
                    <a:pt x="3666510" y="1540001"/>
                  </a:lnTo>
                  <a:lnTo>
                    <a:pt x="3667325" y="1472164"/>
                  </a:lnTo>
                  <a:lnTo>
                    <a:pt x="3668139" y="1592889"/>
                  </a:lnTo>
                  <a:lnTo>
                    <a:pt x="3668954" y="1631836"/>
                  </a:lnTo>
                  <a:lnTo>
                    <a:pt x="3669769" y="1645451"/>
                  </a:lnTo>
                  <a:lnTo>
                    <a:pt x="3670584" y="1761891"/>
                  </a:lnTo>
                  <a:lnTo>
                    <a:pt x="3671398" y="1885733"/>
                  </a:lnTo>
                  <a:lnTo>
                    <a:pt x="3672213" y="1808769"/>
                  </a:lnTo>
                  <a:lnTo>
                    <a:pt x="3673028" y="1477830"/>
                  </a:lnTo>
                  <a:lnTo>
                    <a:pt x="3673843" y="1321859"/>
                  </a:lnTo>
                  <a:lnTo>
                    <a:pt x="3674658" y="1250951"/>
                  </a:lnTo>
                  <a:lnTo>
                    <a:pt x="3675472" y="1193728"/>
                  </a:lnTo>
                  <a:lnTo>
                    <a:pt x="3676287" y="1080609"/>
                  </a:lnTo>
                  <a:lnTo>
                    <a:pt x="3677102" y="1044681"/>
                  </a:lnTo>
                  <a:lnTo>
                    <a:pt x="3677917" y="1206166"/>
                  </a:lnTo>
                  <a:lnTo>
                    <a:pt x="3678731" y="1475092"/>
                  </a:lnTo>
                  <a:lnTo>
                    <a:pt x="3679546" y="1791561"/>
                  </a:lnTo>
                  <a:lnTo>
                    <a:pt x="3680361" y="1919842"/>
                  </a:lnTo>
                  <a:lnTo>
                    <a:pt x="3681176" y="1947335"/>
                  </a:lnTo>
                  <a:lnTo>
                    <a:pt x="3681991" y="1993993"/>
                  </a:lnTo>
                  <a:lnTo>
                    <a:pt x="3682805" y="1941848"/>
                  </a:lnTo>
                  <a:lnTo>
                    <a:pt x="3683620" y="1743789"/>
                  </a:lnTo>
                  <a:lnTo>
                    <a:pt x="3684435" y="1531904"/>
                  </a:lnTo>
                  <a:lnTo>
                    <a:pt x="3685250" y="1416415"/>
                  </a:lnTo>
                  <a:lnTo>
                    <a:pt x="3686064" y="1441633"/>
                  </a:lnTo>
                  <a:lnTo>
                    <a:pt x="3686879" y="1491275"/>
                  </a:lnTo>
                  <a:lnTo>
                    <a:pt x="3687694" y="1622788"/>
                  </a:lnTo>
                  <a:lnTo>
                    <a:pt x="3688509" y="1739163"/>
                  </a:lnTo>
                  <a:lnTo>
                    <a:pt x="3689324" y="1802377"/>
                  </a:lnTo>
                  <a:lnTo>
                    <a:pt x="3690138" y="1859262"/>
                  </a:lnTo>
                  <a:lnTo>
                    <a:pt x="3690953" y="1937558"/>
                  </a:lnTo>
                  <a:lnTo>
                    <a:pt x="3691768" y="2046111"/>
                  </a:lnTo>
                  <a:lnTo>
                    <a:pt x="3692583" y="2020862"/>
                  </a:lnTo>
                  <a:lnTo>
                    <a:pt x="3693397" y="1997522"/>
                  </a:lnTo>
                  <a:lnTo>
                    <a:pt x="3694212" y="1965510"/>
                  </a:lnTo>
                  <a:lnTo>
                    <a:pt x="3695027" y="1986257"/>
                  </a:lnTo>
                  <a:lnTo>
                    <a:pt x="3695842" y="1979277"/>
                  </a:lnTo>
                  <a:lnTo>
                    <a:pt x="3696657" y="1884171"/>
                  </a:lnTo>
                  <a:lnTo>
                    <a:pt x="3697471" y="1827651"/>
                  </a:lnTo>
                  <a:lnTo>
                    <a:pt x="3698286" y="1829695"/>
                  </a:lnTo>
                  <a:lnTo>
                    <a:pt x="3699101" y="1867442"/>
                  </a:lnTo>
                  <a:lnTo>
                    <a:pt x="3699916" y="1828140"/>
                  </a:lnTo>
                  <a:lnTo>
                    <a:pt x="3700730" y="1751747"/>
                  </a:lnTo>
                  <a:lnTo>
                    <a:pt x="3701545" y="1758649"/>
                  </a:lnTo>
                  <a:lnTo>
                    <a:pt x="3702360" y="1797612"/>
                  </a:lnTo>
                  <a:lnTo>
                    <a:pt x="3703175" y="1880076"/>
                  </a:lnTo>
                  <a:lnTo>
                    <a:pt x="3703990" y="1952286"/>
                  </a:lnTo>
                  <a:lnTo>
                    <a:pt x="3704804" y="1932753"/>
                  </a:lnTo>
                  <a:lnTo>
                    <a:pt x="3705619" y="1849606"/>
                  </a:lnTo>
                  <a:lnTo>
                    <a:pt x="3706434" y="1797830"/>
                  </a:lnTo>
                  <a:lnTo>
                    <a:pt x="3707249" y="1768981"/>
                  </a:lnTo>
                  <a:lnTo>
                    <a:pt x="3708064" y="1644726"/>
                  </a:lnTo>
                  <a:lnTo>
                    <a:pt x="3708878" y="1582207"/>
                  </a:lnTo>
                  <a:lnTo>
                    <a:pt x="3709693" y="1740547"/>
                  </a:lnTo>
                  <a:lnTo>
                    <a:pt x="3710508" y="2001934"/>
                  </a:lnTo>
                  <a:lnTo>
                    <a:pt x="3711323" y="2228262"/>
                  </a:lnTo>
                  <a:lnTo>
                    <a:pt x="3712137" y="2304525"/>
                  </a:lnTo>
                  <a:lnTo>
                    <a:pt x="3712952" y="2389448"/>
                  </a:lnTo>
                  <a:lnTo>
                    <a:pt x="3713767" y="2403136"/>
                  </a:lnTo>
                  <a:lnTo>
                    <a:pt x="3714582" y="2324885"/>
                  </a:lnTo>
                  <a:lnTo>
                    <a:pt x="3715397" y="2251819"/>
                  </a:lnTo>
                  <a:lnTo>
                    <a:pt x="3716211" y="2203649"/>
                  </a:lnTo>
                  <a:lnTo>
                    <a:pt x="3717026" y="2264657"/>
                  </a:lnTo>
                  <a:lnTo>
                    <a:pt x="3717841" y="2385228"/>
                  </a:lnTo>
                  <a:lnTo>
                    <a:pt x="3718656" y="2410683"/>
                  </a:lnTo>
                  <a:lnTo>
                    <a:pt x="3719470" y="2384844"/>
                  </a:lnTo>
                  <a:lnTo>
                    <a:pt x="3720285" y="2335304"/>
                  </a:lnTo>
                  <a:lnTo>
                    <a:pt x="3721100" y="2182145"/>
                  </a:lnTo>
                  <a:lnTo>
                    <a:pt x="3721915" y="1989098"/>
                  </a:lnTo>
                  <a:lnTo>
                    <a:pt x="3722730" y="1793527"/>
                  </a:lnTo>
                  <a:lnTo>
                    <a:pt x="3723544" y="1747996"/>
                  </a:lnTo>
                  <a:lnTo>
                    <a:pt x="3724359" y="1767951"/>
                  </a:lnTo>
                  <a:lnTo>
                    <a:pt x="3725174" y="1882326"/>
                  </a:lnTo>
                  <a:lnTo>
                    <a:pt x="3725989" y="2070453"/>
                  </a:lnTo>
                  <a:lnTo>
                    <a:pt x="3726803" y="2276827"/>
                  </a:lnTo>
                  <a:lnTo>
                    <a:pt x="3727618" y="2390872"/>
                  </a:lnTo>
                  <a:lnTo>
                    <a:pt x="3728433" y="2512556"/>
                  </a:lnTo>
                  <a:lnTo>
                    <a:pt x="3729248" y="2617282"/>
                  </a:lnTo>
                  <a:lnTo>
                    <a:pt x="3730063" y="2614532"/>
                  </a:lnTo>
                  <a:lnTo>
                    <a:pt x="3730877" y="2604324"/>
                  </a:lnTo>
                  <a:lnTo>
                    <a:pt x="3731692" y="2581286"/>
                  </a:lnTo>
                  <a:lnTo>
                    <a:pt x="3732507" y="2570902"/>
                  </a:lnTo>
                  <a:lnTo>
                    <a:pt x="3733322" y="2479237"/>
                  </a:lnTo>
                  <a:lnTo>
                    <a:pt x="3734136" y="2351574"/>
                  </a:lnTo>
                  <a:lnTo>
                    <a:pt x="3734951" y="2254586"/>
                  </a:lnTo>
                  <a:lnTo>
                    <a:pt x="3735766" y="2141680"/>
                  </a:lnTo>
                  <a:lnTo>
                    <a:pt x="3736581" y="2050083"/>
                  </a:lnTo>
                  <a:lnTo>
                    <a:pt x="3737396" y="2023079"/>
                  </a:lnTo>
                  <a:lnTo>
                    <a:pt x="3738210" y="2046725"/>
                  </a:lnTo>
                  <a:lnTo>
                    <a:pt x="3739025" y="2099034"/>
                  </a:lnTo>
                  <a:lnTo>
                    <a:pt x="3739840" y="2055820"/>
                  </a:lnTo>
                  <a:lnTo>
                    <a:pt x="3740655" y="1997339"/>
                  </a:lnTo>
                  <a:lnTo>
                    <a:pt x="3741469" y="2065608"/>
                  </a:lnTo>
                  <a:lnTo>
                    <a:pt x="3742284" y="2126262"/>
                  </a:lnTo>
                  <a:lnTo>
                    <a:pt x="3743099" y="2206875"/>
                  </a:lnTo>
                  <a:lnTo>
                    <a:pt x="3743914" y="2309035"/>
                  </a:lnTo>
                  <a:lnTo>
                    <a:pt x="3744729" y="2517858"/>
                  </a:lnTo>
                  <a:lnTo>
                    <a:pt x="3745543" y="2729229"/>
                  </a:lnTo>
                  <a:lnTo>
                    <a:pt x="3746358" y="2741194"/>
                  </a:lnTo>
                  <a:lnTo>
                    <a:pt x="3747173" y="2756285"/>
                  </a:lnTo>
                  <a:lnTo>
                    <a:pt x="3747988" y="2831521"/>
                  </a:lnTo>
                  <a:lnTo>
                    <a:pt x="3748803" y="2919768"/>
                  </a:lnTo>
                  <a:lnTo>
                    <a:pt x="3749617" y="2974056"/>
                  </a:lnTo>
                  <a:lnTo>
                    <a:pt x="3750432" y="2920343"/>
                  </a:lnTo>
                  <a:lnTo>
                    <a:pt x="3751247" y="2796522"/>
                  </a:lnTo>
                  <a:lnTo>
                    <a:pt x="3752062" y="2623850"/>
                  </a:lnTo>
                  <a:lnTo>
                    <a:pt x="3752876" y="2495009"/>
                  </a:lnTo>
                  <a:lnTo>
                    <a:pt x="3753691" y="2398089"/>
                  </a:lnTo>
                  <a:lnTo>
                    <a:pt x="3754506" y="2238220"/>
                  </a:lnTo>
                  <a:lnTo>
                    <a:pt x="3755321" y="2206007"/>
                  </a:lnTo>
                  <a:lnTo>
                    <a:pt x="3756136" y="2274189"/>
                  </a:lnTo>
                  <a:lnTo>
                    <a:pt x="3756950" y="2409836"/>
                  </a:lnTo>
                  <a:lnTo>
                    <a:pt x="3757765" y="2475531"/>
                  </a:lnTo>
                  <a:lnTo>
                    <a:pt x="3758580" y="2507518"/>
                  </a:lnTo>
                  <a:lnTo>
                    <a:pt x="3759395" y="2489534"/>
                  </a:lnTo>
                  <a:lnTo>
                    <a:pt x="3760209" y="2408154"/>
                  </a:lnTo>
                  <a:lnTo>
                    <a:pt x="3761024" y="2301317"/>
                  </a:lnTo>
                  <a:lnTo>
                    <a:pt x="3761839" y="2187455"/>
                  </a:lnTo>
                  <a:lnTo>
                    <a:pt x="3762654" y="2093325"/>
                  </a:lnTo>
                  <a:lnTo>
                    <a:pt x="3763469" y="2047824"/>
                  </a:lnTo>
                  <a:lnTo>
                    <a:pt x="3764283" y="2034167"/>
                  </a:lnTo>
                  <a:lnTo>
                    <a:pt x="3765098" y="2076801"/>
                  </a:lnTo>
                  <a:lnTo>
                    <a:pt x="3765913" y="2247944"/>
                  </a:lnTo>
                  <a:lnTo>
                    <a:pt x="3766728" y="2391085"/>
                  </a:lnTo>
                  <a:lnTo>
                    <a:pt x="3767542" y="2496401"/>
                  </a:lnTo>
                  <a:lnTo>
                    <a:pt x="3768357" y="2496384"/>
                  </a:lnTo>
                  <a:lnTo>
                    <a:pt x="3769172" y="2436094"/>
                  </a:lnTo>
                  <a:lnTo>
                    <a:pt x="3769987" y="2400969"/>
                  </a:lnTo>
                  <a:lnTo>
                    <a:pt x="3770802" y="2448204"/>
                  </a:lnTo>
                  <a:lnTo>
                    <a:pt x="3771616" y="2491982"/>
                  </a:lnTo>
                  <a:lnTo>
                    <a:pt x="3772431" y="2472202"/>
                  </a:lnTo>
                  <a:lnTo>
                    <a:pt x="3773246" y="2475969"/>
                  </a:lnTo>
                  <a:lnTo>
                    <a:pt x="3774061" y="2675764"/>
                  </a:lnTo>
                  <a:lnTo>
                    <a:pt x="3774875" y="2786309"/>
                  </a:lnTo>
                  <a:lnTo>
                    <a:pt x="3775690" y="2756611"/>
                  </a:lnTo>
                  <a:lnTo>
                    <a:pt x="3776505" y="2730194"/>
                  </a:lnTo>
                  <a:lnTo>
                    <a:pt x="3777320" y="2719332"/>
                  </a:lnTo>
                  <a:lnTo>
                    <a:pt x="3778135" y="2663418"/>
                  </a:lnTo>
                  <a:lnTo>
                    <a:pt x="3778949" y="2623980"/>
                  </a:lnTo>
                  <a:lnTo>
                    <a:pt x="3779764" y="2669219"/>
                  </a:lnTo>
                  <a:lnTo>
                    <a:pt x="3780579" y="2663339"/>
                  </a:lnTo>
                  <a:lnTo>
                    <a:pt x="3781394" y="2632049"/>
                  </a:lnTo>
                  <a:lnTo>
                    <a:pt x="3782208" y="2563728"/>
                  </a:lnTo>
                  <a:lnTo>
                    <a:pt x="3783023" y="2596223"/>
                  </a:lnTo>
                  <a:lnTo>
                    <a:pt x="3783838" y="2616290"/>
                  </a:lnTo>
                  <a:lnTo>
                    <a:pt x="3784653" y="2538940"/>
                  </a:lnTo>
                  <a:lnTo>
                    <a:pt x="3785468" y="2510298"/>
                  </a:lnTo>
                  <a:lnTo>
                    <a:pt x="3786282" y="2495046"/>
                  </a:lnTo>
                  <a:lnTo>
                    <a:pt x="3787097" y="2553045"/>
                  </a:lnTo>
                  <a:lnTo>
                    <a:pt x="3787912" y="2529974"/>
                  </a:lnTo>
                  <a:lnTo>
                    <a:pt x="3788727" y="2442070"/>
                  </a:lnTo>
                  <a:lnTo>
                    <a:pt x="3789542" y="2408616"/>
                  </a:lnTo>
                  <a:lnTo>
                    <a:pt x="3790356" y="2387660"/>
                  </a:lnTo>
                  <a:lnTo>
                    <a:pt x="3791171" y="2415178"/>
                  </a:lnTo>
                  <a:lnTo>
                    <a:pt x="3791986" y="2354886"/>
                  </a:lnTo>
                  <a:lnTo>
                    <a:pt x="3792801" y="2352245"/>
                  </a:lnTo>
                  <a:lnTo>
                    <a:pt x="3793615" y="2378042"/>
                  </a:lnTo>
                  <a:lnTo>
                    <a:pt x="3794430" y="2376470"/>
                  </a:lnTo>
                  <a:lnTo>
                    <a:pt x="3795245" y="2388160"/>
                  </a:lnTo>
                  <a:lnTo>
                    <a:pt x="3796060" y="2423123"/>
                  </a:lnTo>
                  <a:lnTo>
                    <a:pt x="3796875" y="2554489"/>
                  </a:lnTo>
                  <a:lnTo>
                    <a:pt x="3797689" y="2702041"/>
                  </a:lnTo>
                  <a:lnTo>
                    <a:pt x="3798504" y="2774871"/>
                  </a:lnTo>
                  <a:lnTo>
                    <a:pt x="3799319" y="2932767"/>
                  </a:lnTo>
                  <a:lnTo>
                    <a:pt x="3800134" y="3061047"/>
                  </a:lnTo>
                  <a:lnTo>
                    <a:pt x="3800948" y="3115632"/>
                  </a:lnTo>
                  <a:lnTo>
                    <a:pt x="3801763" y="3116972"/>
                  </a:lnTo>
                  <a:lnTo>
                    <a:pt x="3801763" y="3116972"/>
                  </a:lnTo>
                  <a:lnTo>
                    <a:pt x="3802578" y="3046202"/>
                  </a:lnTo>
                  <a:lnTo>
                    <a:pt x="3803393" y="2897241"/>
                  </a:lnTo>
                  <a:lnTo>
                    <a:pt x="3804208" y="2650405"/>
                  </a:lnTo>
                  <a:lnTo>
                    <a:pt x="3805022" y="2491126"/>
                  </a:lnTo>
                  <a:lnTo>
                    <a:pt x="3805837" y="2417210"/>
                  </a:lnTo>
                  <a:lnTo>
                    <a:pt x="3806652" y="2323092"/>
                  </a:lnTo>
                  <a:lnTo>
                    <a:pt x="3807467" y="2211875"/>
                  </a:lnTo>
                  <a:lnTo>
                    <a:pt x="3808281" y="2256555"/>
                  </a:lnTo>
                  <a:lnTo>
                    <a:pt x="3809096" y="2375921"/>
                  </a:lnTo>
                  <a:lnTo>
                    <a:pt x="3809911" y="2426612"/>
                  </a:lnTo>
                  <a:lnTo>
                    <a:pt x="3810726" y="2367519"/>
                  </a:lnTo>
                  <a:lnTo>
                    <a:pt x="3811541" y="2200806"/>
                  </a:lnTo>
                  <a:lnTo>
                    <a:pt x="3812355" y="2114066"/>
                  </a:lnTo>
                  <a:lnTo>
                    <a:pt x="3813170" y="2003999"/>
                  </a:lnTo>
                  <a:lnTo>
                    <a:pt x="3813985" y="1921143"/>
                  </a:lnTo>
                  <a:lnTo>
                    <a:pt x="3814800" y="1884924"/>
                  </a:lnTo>
                  <a:lnTo>
                    <a:pt x="3815614" y="1951686"/>
                  </a:lnTo>
                  <a:lnTo>
                    <a:pt x="3816429" y="2082691"/>
                  </a:lnTo>
                  <a:lnTo>
                    <a:pt x="3817244" y="2097927"/>
                  </a:lnTo>
                  <a:lnTo>
                    <a:pt x="3818059" y="2190752"/>
                  </a:lnTo>
                  <a:lnTo>
                    <a:pt x="3818874" y="2282452"/>
                  </a:lnTo>
                  <a:lnTo>
                    <a:pt x="3819688" y="2224476"/>
                  </a:lnTo>
                  <a:lnTo>
                    <a:pt x="3820503" y="2152201"/>
                  </a:lnTo>
                  <a:lnTo>
                    <a:pt x="3821318" y="2133381"/>
                  </a:lnTo>
                  <a:lnTo>
                    <a:pt x="3822133" y="2190804"/>
                  </a:lnTo>
                  <a:lnTo>
                    <a:pt x="3822947" y="2189712"/>
                  </a:lnTo>
                  <a:lnTo>
                    <a:pt x="3823762" y="2139905"/>
                  </a:lnTo>
                  <a:lnTo>
                    <a:pt x="3824577" y="2115359"/>
                  </a:lnTo>
                  <a:lnTo>
                    <a:pt x="3825392" y="2108446"/>
                  </a:lnTo>
                  <a:lnTo>
                    <a:pt x="3826207" y="2179598"/>
                  </a:lnTo>
                  <a:lnTo>
                    <a:pt x="3827021" y="2228169"/>
                  </a:lnTo>
                  <a:lnTo>
                    <a:pt x="3827836" y="2258284"/>
                  </a:lnTo>
                  <a:lnTo>
                    <a:pt x="3828651" y="2302784"/>
                  </a:lnTo>
                  <a:lnTo>
                    <a:pt x="3829466" y="2384630"/>
                  </a:lnTo>
                  <a:lnTo>
                    <a:pt x="3830281" y="2442640"/>
                  </a:lnTo>
                  <a:lnTo>
                    <a:pt x="3831095" y="2472295"/>
                  </a:lnTo>
                  <a:lnTo>
                    <a:pt x="3831910" y="2536264"/>
                  </a:lnTo>
                  <a:lnTo>
                    <a:pt x="3832725" y="2552956"/>
                  </a:lnTo>
                  <a:lnTo>
                    <a:pt x="3833540" y="2501822"/>
                  </a:lnTo>
                  <a:lnTo>
                    <a:pt x="3834354" y="2504962"/>
                  </a:lnTo>
                  <a:lnTo>
                    <a:pt x="3835169" y="2430957"/>
                  </a:lnTo>
                  <a:lnTo>
                    <a:pt x="3835984" y="2446137"/>
                  </a:lnTo>
                  <a:lnTo>
                    <a:pt x="3836799" y="2498141"/>
                  </a:lnTo>
                  <a:lnTo>
                    <a:pt x="3837614" y="2628605"/>
                  </a:lnTo>
                  <a:lnTo>
                    <a:pt x="3838428" y="2804065"/>
                  </a:lnTo>
                  <a:lnTo>
                    <a:pt x="3839243" y="2919163"/>
                  </a:lnTo>
                  <a:lnTo>
                    <a:pt x="3840058" y="3066460"/>
                  </a:lnTo>
                  <a:lnTo>
                    <a:pt x="3840873" y="3049350"/>
                  </a:lnTo>
                  <a:lnTo>
                    <a:pt x="3841687" y="3023158"/>
                  </a:lnTo>
                  <a:lnTo>
                    <a:pt x="3842502" y="2959918"/>
                  </a:lnTo>
                  <a:lnTo>
                    <a:pt x="3843317" y="2877100"/>
                  </a:lnTo>
                  <a:lnTo>
                    <a:pt x="3844132" y="2873009"/>
                  </a:lnTo>
                  <a:lnTo>
                    <a:pt x="3844947" y="2887140"/>
                  </a:lnTo>
                  <a:lnTo>
                    <a:pt x="3845761" y="2974392"/>
                  </a:lnTo>
                  <a:lnTo>
                    <a:pt x="3846576" y="3027817"/>
                  </a:lnTo>
                  <a:lnTo>
                    <a:pt x="3847391" y="3046336"/>
                  </a:lnTo>
                  <a:lnTo>
                    <a:pt x="3848206" y="3009346"/>
                  </a:lnTo>
                  <a:lnTo>
                    <a:pt x="3849020" y="2951252"/>
                  </a:lnTo>
                  <a:lnTo>
                    <a:pt x="3849835" y="2951252"/>
                  </a:lnTo>
                  <a:lnTo>
                    <a:pt x="3850650" y="2926127"/>
                  </a:lnTo>
                  <a:lnTo>
                    <a:pt x="3851465" y="2913754"/>
                  </a:lnTo>
                  <a:lnTo>
                    <a:pt x="3852280" y="2887191"/>
                  </a:lnTo>
                  <a:lnTo>
                    <a:pt x="3853094" y="2939092"/>
                  </a:lnTo>
                  <a:lnTo>
                    <a:pt x="3853909" y="2958778"/>
                  </a:lnTo>
                  <a:lnTo>
                    <a:pt x="3854724" y="2889322"/>
                  </a:lnTo>
                  <a:lnTo>
                    <a:pt x="3855539" y="2841411"/>
                  </a:lnTo>
                  <a:lnTo>
                    <a:pt x="3856353" y="2801265"/>
                  </a:lnTo>
                  <a:lnTo>
                    <a:pt x="3857168" y="2795711"/>
                  </a:lnTo>
                  <a:lnTo>
                    <a:pt x="3857983" y="2746181"/>
                  </a:lnTo>
                  <a:lnTo>
                    <a:pt x="3858798" y="2723272"/>
                  </a:lnTo>
                  <a:lnTo>
                    <a:pt x="3859613" y="2762445"/>
                  </a:lnTo>
                  <a:lnTo>
                    <a:pt x="3860427" y="2767274"/>
                  </a:lnTo>
                  <a:lnTo>
                    <a:pt x="3861242" y="2670639"/>
                  </a:lnTo>
                  <a:lnTo>
                    <a:pt x="3862057" y="2643097"/>
                  </a:lnTo>
                  <a:lnTo>
                    <a:pt x="3862872" y="2734409"/>
                  </a:lnTo>
                  <a:lnTo>
                    <a:pt x="3863686" y="2759199"/>
                  </a:lnTo>
                  <a:lnTo>
                    <a:pt x="3864501" y="2702851"/>
                  </a:lnTo>
                  <a:lnTo>
                    <a:pt x="3865316" y="2649586"/>
                  </a:lnTo>
                  <a:lnTo>
                    <a:pt x="3866131" y="2727292"/>
                  </a:lnTo>
                  <a:lnTo>
                    <a:pt x="3866946" y="2796668"/>
                  </a:lnTo>
                  <a:lnTo>
                    <a:pt x="3867760" y="2803836"/>
                  </a:lnTo>
                  <a:lnTo>
                    <a:pt x="3868575" y="2758708"/>
                  </a:lnTo>
                  <a:lnTo>
                    <a:pt x="3869390" y="2746141"/>
                  </a:lnTo>
                  <a:lnTo>
                    <a:pt x="3870205" y="2794810"/>
                  </a:lnTo>
                  <a:lnTo>
                    <a:pt x="3871020" y="2752697"/>
                  </a:lnTo>
                  <a:lnTo>
                    <a:pt x="3871834" y="2603964"/>
                  </a:lnTo>
                  <a:lnTo>
                    <a:pt x="3872649" y="2459923"/>
                  </a:lnTo>
                  <a:lnTo>
                    <a:pt x="3873464" y="2435039"/>
                  </a:lnTo>
                  <a:lnTo>
                    <a:pt x="3874279" y="2470131"/>
                  </a:lnTo>
                  <a:lnTo>
                    <a:pt x="3875093" y="2453603"/>
                  </a:lnTo>
                  <a:lnTo>
                    <a:pt x="3875908" y="2539929"/>
                  </a:lnTo>
                  <a:lnTo>
                    <a:pt x="3876723" y="2667090"/>
                  </a:lnTo>
                  <a:lnTo>
                    <a:pt x="3877538" y="2765150"/>
                  </a:lnTo>
                  <a:lnTo>
                    <a:pt x="3878353" y="2884687"/>
                  </a:lnTo>
                  <a:lnTo>
                    <a:pt x="3879167" y="2928340"/>
                  </a:lnTo>
                  <a:lnTo>
                    <a:pt x="3879982" y="2878188"/>
                  </a:lnTo>
                  <a:lnTo>
                    <a:pt x="3880797" y="2749118"/>
                  </a:lnTo>
                  <a:lnTo>
                    <a:pt x="3881612" y="2726208"/>
                  </a:lnTo>
                  <a:lnTo>
                    <a:pt x="3882426" y="2754828"/>
                  </a:lnTo>
                  <a:lnTo>
                    <a:pt x="3883241" y="2656320"/>
                  </a:lnTo>
                  <a:lnTo>
                    <a:pt x="3884056" y="2642104"/>
                  </a:lnTo>
                  <a:lnTo>
                    <a:pt x="3884871" y="2701684"/>
                  </a:lnTo>
                  <a:lnTo>
                    <a:pt x="3885686" y="2739339"/>
                  </a:lnTo>
                  <a:lnTo>
                    <a:pt x="3886500" y="2725021"/>
                  </a:lnTo>
                  <a:lnTo>
                    <a:pt x="3887315" y="2762171"/>
                  </a:lnTo>
                  <a:lnTo>
                    <a:pt x="3888130" y="2910359"/>
                  </a:lnTo>
                  <a:lnTo>
                    <a:pt x="3888945" y="2950737"/>
                  </a:lnTo>
                  <a:lnTo>
                    <a:pt x="3889759" y="2996804"/>
                  </a:lnTo>
                  <a:lnTo>
                    <a:pt x="3890574" y="3088220"/>
                  </a:lnTo>
                  <a:lnTo>
                    <a:pt x="3891389" y="3116972"/>
                  </a:lnTo>
                  <a:lnTo>
                    <a:pt x="3891389" y="3116972"/>
                  </a:lnTo>
                  <a:lnTo>
                    <a:pt x="3892204" y="3116972"/>
                  </a:lnTo>
                  <a:lnTo>
                    <a:pt x="3893019" y="3023688"/>
                  </a:lnTo>
                  <a:lnTo>
                    <a:pt x="3893833" y="2926586"/>
                  </a:lnTo>
                  <a:lnTo>
                    <a:pt x="3894648" y="2874494"/>
                  </a:lnTo>
                  <a:lnTo>
                    <a:pt x="3895463" y="2778038"/>
                  </a:lnTo>
                  <a:lnTo>
                    <a:pt x="3896278" y="2682638"/>
                  </a:lnTo>
                  <a:lnTo>
                    <a:pt x="3897092" y="2622928"/>
                  </a:lnTo>
                  <a:lnTo>
                    <a:pt x="3897907" y="2660105"/>
                  </a:lnTo>
                  <a:lnTo>
                    <a:pt x="3898722" y="2751498"/>
                  </a:lnTo>
                  <a:lnTo>
                    <a:pt x="3899537" y="2803591"/>
                  </a:lnTo>
                  <a:lnTo>
                    <a:pt x="3900352" y="2900047"/>
                  </a:lnTo>
                  <a:lnTo>
                    <a:pt x="3901166" y="2995099"/>
                  </a:lnTo>
                  <a:lnTo>
                    <a:pt x="3901981" y="2999888"/>
                  </a:lnTo>
                  <a:lnTo>
                    <a:pt x="3902796" y="2966727"/>
                  </a:lnTo>
                  <a:lnTo>
                    <a:pt x="3903611" y="2966727"/>
                  </a:lnTo>
                  <a:lnTo>
                    <a:pt x="3904426" y="2966727"/>
                  </a:lnTo>
                  <a:lnTo>
                    <a:pt x="3905240" y="2966728"/>
                  </a:lnTo>
                  <a:lnTo>
                    <a:pt x="3906055" y="2967075"/>
                  </a:lnTo>
                  <a:lnTo>
                    <a:pt x="3906870" y="3021997"/>
                  </a:lnTo>
                  <a:lnTo>
                    <a:pt x="3907685" y="3024581"/>
                  </a:lnTo>
                  <a:lnTo>
                    <a:pt x="3908499" y="2940443"/>
                  </a:lnTo>
                  <a:lnTo>
                    <a:pt x="3909314" y="2921153"/>
                  </a:lnTo>
                  <a:lnTo>
                    <a:pt x="3910129" y="2884609"/>
                  </a:lnTo>
                  <a:lnTo>
                    <a:pt x="3910944" y="2756563"/>
                  </a:lnTo>
                  <a:lnTo>
                    <a:pt x="3911759" y="2679209"/>
                  </a:lnTo>
                  <a:lnTo>
                    <a:pt x="3912573" y="2709116"/>
                  </a:lnTo>
                  <a:lnTo>
                    <a:pt x="3913388" y="2793255"/>
                  </a:lnTo>
                  <a:lnTo>
                    <a:pt x="3914203" y="2812543"/>
                  </a:lnTo>
                  <a:lnTo>
                    <a:pt x="3915018" y="2849088"/>
                  </a:lnTo>
                  <a:lnTo>
                    <a:pt x="3915832" y="3008148"/>
                  </a:lnTo>
                  <a:lnTo>
                    <a:pt x="3916647" y="3115638"/>
                  </a:lnTo>
                  <a:lnTo>
                    <a:pt x="3917462" y="3116972"/>
                  </a:lnTo>
                  <a:lnTo>
                    <a:pt x="3917462" y="3116972"/>
                  </a:lnTo>
                  <a:lnTo>
                    <a:pt x="3918277" y="3116972"/>
                  </a:lnTo>
                  <a:lnTo>
                    <a:pt x="3919092" y="3116972"/>
                  </a:lnTo>
                  <a:lnTo>
                    <a:pt x="3919906" y="3116972"/>
                  </a:lnTo>
                  <a:lnTo>
                    <a:pt x="3920721" y="3088380"/>
                  </a:lnTo>
                  <a:lnTo>
                    <a:pt x="3921536" y="3057385"/>
                  </a:lnTo>
                  <a:lnTo>
                    <a:pt x="3922351" y="3013151"/>
                  </a:lnTo>
                  <a:lnTo>
                    <a:pt x="3923165" y="2924224"/>
                  </a:lnTo>
                  <a:lnTo>
                    <a:pt x="3923980" y="2840853"/>
                  </a:lnTo>
                  <a:lnTo>
                    <a:pt x="3924795" y="2774288"/>
                  </a:lnTo>
                  <a:lnTo>
                    <a:pt x="3925610" y="2776543"/>
                  </a:lnTo>
                  <a:lnTo>
                    <a:pt x="3926425" y="2819939"/>
                  </a:lnTo>
                  <a:lnTo>
                    <a:pt x="3927239" y="2821672"/>
                  </a:lnTo>
                  <a:lnTo>
                    <a:pt x="3928054" y="2856089"/>
                  </a:lnTo>
                  <a:lnTo>
                    <a:pt x="3928869" y="2872495"/>
                  </a:lnTo>
                  <a:lnTo>
                    <a:pt x="3929684" y="2828672"/>
                  </a:lnTo>
                  <a:lnTo>
                    <a:pt x="3930498" y="2706509"/>
                  </a:lnTo>
                  <a:lnTo>
                    <a:pt x="3931313" y="2486420"/>
                  </a:lnTo>
                  <a:lnTo>
                    <a:pt x="3932128" y="2415832"/>
                  </a:lnTo>
                  <a:lnTo>
                    <a:pt x="3932943" y="2375286"/>
                  </a:lnTo>
                  <a:lnTo>
                    <a:pt x="3933758" y="2415099"/>
                  </a:lnTo>
                  <a:lnTo>
                    <a:pt x="3934572" y="2545067"/>
                  </a:lnTo>
                  <a:lnTo>
                    <a:pt x="3935387" y="2700283"/>
                  </a:lnTo>
                  <a:lnTo>
                    <a:pt x="3936202" y="2864033"/>
                  </a:lnTo>
                  <a:lnTo>
                    <a:pt x="3937017" y="2947358"/>
                  </a:lnTo>
                  <a:lnTo>
                    <a:pt x="3937831" y="3040714"/>
                  </a:lnTo>
                  <a:lnTo>
                    <a:pt x="3938646" y="3019023"/>
                  </a:lnTo>
                  <a:lnTo>
                    <a:pt x="3939461" y="2949698"/>
                  </a:lnTo>
                  <a:lnTo>
                    <a:pt x="3940276" y="2901549"/>
                  </a:lnTo>
                  <a:lnTo>
                    <a:pt x="3941091" y="2856582"/>
                  </a:lnTo>
                  <a:lnTo>
                    <a:pt x="3941905" y="2819702"/>
                  </a:lnTo>
                  <a:lnTo>
                    <a:pt x="3942720" y="2776200"/>
                  </a:lnTo>
                  <a:lnTo>
                    <a:pt x="3943535" y="2801776"/>
                  </a:lnTo>
                  <a:lnTo>
                    <a:pt x="3944350" y="2878355"/>
                  </a:lnTo>
                  <a:lnTo>
                    <a:pt x="3945165" y="2926507"/>
                  </a:lnTo>
                  <a:lnTo>
                    <a:pt x="3945979" y="2980087"/>
                  </a:lnTo>
                  <a:lnTo>
                    <a:pt x="3946794" y="3000033"/>
                  </a:lnTo>
                  <a:lnTo>
                    <a:pt x="3947609" y="2973907"/>
                  </a:lnTo>
                  <a:lnTo>
                    <a:pt x="3948424" y="3001080"/>
                  </a:lnTo>
                  <a:lnTo>
                    <a:pt x="3949238" y="3012307"/>
                  </a:lnTo>
                  <a:lnTo>
                    <a:pt x="3950053" y="2956210"/>
                  </a:lnTo>
                  <a:lnTo>
                    <a:pt x="3950868" y="2893805"/>
                  </a:lnTo>
                  <a:lnTo>
                    <a:pt x="3951683" y="2935345"/>
                  </a:lnTo>
                  <a:lnTo>
                    <a:pt x="3952498" y="3012677"/>
                  </a:lnTo>
                  <a:lnTo>
                    <a:pt x="3953312" y="3021189"/>
                  </a:lnTo>
                  <a:lnTo>
                    <a:pt x="3954127" y="2869431"/>
                  </a:lnTo>
                  <a:lnTo>
                    <a:pt x="3954942" y="2693221"/>
                  </a:lnTo>
                  <a:lnTo>
                    <a:pt x="3955757" y="2607635"/>
                  </a:lnTo>
                  <a:lnTo>
                    <a:pt x="3956571" y="2524258"/>
                  </a:lnTo>
                  <a:lnTo>
                    <a:pt x="3957386" y="2505266"/>
                  </a:lnTo>
                  <a:lnTo>
                    <a:pt x="3958201" y="2507370"/>
                  </a:lnTo>
                  <a:lnTo>
                    <a:pt x="3959016" y="2569845"/>
                  </a:lnTo>
                  <a:lnTo>
                    <a:pt x="3959831" y="2699160"/>
                  </a:lnTo>
                  <a:lnTo>
                    <a:pt x="3960645" y="2835078"/>
                  </a:lnTo>
                  <a:lnTo>
                    <a:pt x="3961460" y="2923617"/>
                  </a:lnTo>
                  <a:lnTo>
                    <a:pt x="3962275" y="2866627"/>
                  </a:lnTo>
                  <a:lnTo>
                    <a:pt x="3963090" y="2714994"/>
                  </a:lnTo>
                  <a:lnTo>
                    <a:pt x="3963904" y="2629662"/>
                  </a:lnTo>
                  <a:lnTo>
                    <a:pt x="3964719" y="2642443"/>
                  </a:lnTo>
                  <a:lnTo>
                    <a:pt x="3965534" y="2624534"/>
                  </a:lnTo>
                  <a:lnTo>
                    <a:pt x="3966349" y="2550314"/>
                  </a:lnTo>
                  <a:lnTo>
                    <a:pt x="3967164" y="2575267"/>
                  </a:lnTo>
                  <a:lnTo>
                    <a:pt x="3967978" y="2686831"/>
                  </a:lnTo>
                  <a:lnTo>
                    <a:pt x="3968793" y="2839677"/>
                  </a:lnTo>
                  <a:lnTo>
                    <a:pt x="3969608" y="2904052"/>
                  </a:lnTo>
                  <a:lnTo>
                    <a:pt x="3970423" y="2932263"/>
                  </a:lnTo>
                  <a:lnTo>
                    <a:pt x="3971237" y="2934431"/>
                  </a:lnTo>
                  <a:lnTo>
                    <a:pt x="3972052" y="2969323"/>
                  </a:lnTo>
                  <a:lnTo>
                    <a:pt x="3972867" y="2996561"/>
                  </a:lnTo>
                  <a:lnTo>
                    <a:pt x="3973682" y="2980268"/>
                  </a:lnTo>
                  <a:lnTo>
                    <a:pt x="3974497" y="2970797"/>
                  </a:lnTo>
                  <a:lnTo>
                    <a:pt x="3975311" y="2977746"/>
                  </a:lnTo>
                  <a:lnTo>
                    <a:pt x="3976126" y="3049800"/>
                  </a:lnTo>
                  <a:lnTo>
                    <a:pt x="3976941" y="3018582"/>
                  </a:lnTo>
                  <a:lnTo>
                    <a:pt x="3977756" y="2970523"/>
                  </a:lnTo>
                  <a:lnTo>
                    <a:pt x="3978570" y="2932472"/>
                  </a:lnTo>
                  <a:lnTo>
                    <a:pt x="3979385" y="2875238"/>
                  </a:lnTo>
                  <a:lnTo>
                    <a:pt x="3980200" y="2819275"/>
                  </a:lnTo>
                  <a:lnTo>
                    <a:pt x="3981015" y="2733854"/>
                  </a:lnTo>
                  <a:lnTo>
                    <a:pt x="3981830" y="2684349"/>
                  </a:lnTo>
                  <a:lnTo>
                    <a:pt x="3982644" y="2702173"/>
                  </a:lnTo>
                  <a:lnTo>
                    <a:pt x="3983459" y="2740224"/>
                  </a:lnTo>
                  <a:lnTo>
                    <a:pt x="3984274" y="2774812"/>
                  </a:lnTo>
                  <a:lnTo>
                    <a:pt x="3985089" y="2779744"/>
                  </a:lnTo>
                  <a:lnTo>
                    <a:pt x="3985904" y="2806538"/>
                  </a:lnTo>
                  <a:lnTo>
                    <a:pt x="3986718" y="2846727"/>
                  </a:lnTo>
                  <a:lnTo>
                    <a:pt x="3987533" y="2844412"/>
                  </a:lnTo>
                  <a:lnTo>
                    <a:pt x="3988348" y="2795320"/>
                  </a:lnTo>
                  <a:lnTo>
                    <a:pt x="3989163" y="2752540"/>
                  </a:lnTo>
                  <a:lnTo>
                    <a:pt x="3989977" y="2780117"/>
                  </a:lnTo>
                  <a:lnTo>
                    <a:pt x="3990792" y="2823291"/>
                  </a:lnTo>
                  <a:lnTo>
                    <a:pt x="3991607" y="2798269"/>
                  </a:lnTo>
                  <a:lnTo>
                    <a:pt x="3992422" y="2769187"/>
                  </a:lnTo>
                  <a:lnTo>
                    <a:pt x="3993237" y="2805947"/>
                  </a:lnTo>
                  <a:lnTo>
                    <a:pt x="3994051" y="2871375"/>
                  </a:lnTo>
                  <a:lnTo>
                    <a:pt x="3994866" y="2891076"/>
                  </a:lnTo>
                  <a:lnTo>
                    <a:pt x="3995681" y="2873439"/>
                  </a:lnTo>
                  <a:lnTo>
                    <a:pt x="3996496" y="2900549"/>
                  </a:lnTo>
                  <a:lnTo>
                    <a:pt x="3997310" y="2881999"/>
                  </a:lnTo>
                  <a:lnTo>
                    <a:pt x="3998125" y="2829399"/>
                  </a:lnTo>
                  <a:lnTo>
                    <a:pt x="3998940" y="2766104"/>
                  </a:lnTo>
                  <a:lnTo>
                    <a:pt x="3999755" y="2684216"/>
                  </a:lnTo>
                  <a:lnTo>
                    <a:pt x="4000570" y="2650687"/>
                  </a:lnTo>
                  <a:lnTo>
                    <a:pt x="4001384" y="2688003"/>
                  </a:lnTo>
                  <a:lnTo>
                    <a:pt x="4002199" y="2690543"/>
                  </a:lnTo>
                  <a:lnTo>
                    <a:pt x="4003014" y="2663652"/>
                  </a:lnTo>
                  <a:lnTo>
                    <a:pt x="4003829" y="2716227"/>
                  </a:lnTo>
                  <a:lnTo>
                    <a:pt x="4004643" y="2774310"/>
                  </a:lnTo>
                  <a:lnTo>
                    <a:pt x="4005458" y="2784569"/>
                  </a:lnTo>
                  <a:lnTo>
                    <a:pt x="4006273" y="2795145"/>
                  </a:lnTo>
                  <a:lnTo>
                    <a:pt x="4007088" y="2860192"/>
                  </a:lnTo>
                  <a:lnTo>
                    <a:pt x="4007903" y="2830875"/>
                  </a:lnTo>
                  <a:lnTo>
                    <a:pt x="4008717" y="2711918"/>
                  </a:lnTo>
                  <a:lnTo>
                    <a:pt x="4009532" y="2695015"/>
                  </a:lnTo>
                  <a:lnTo>
                    <a:pt x="4010347" y="2751376"/>
                  </a:lnTo>
                  <a:lnTo>
                    <a:pt x="4011162" y="2752065"/>
                  </a:lnTo>
                  <a:lnTo>
                    <a:pt x="4011976" y="2756149"/>
                  </a:lnTo>
                  <a:lnTo>
                    <a:pt x="4012791" y="2835785"/>
                  </a:lnTo>
                  <a:lnTo>
                    <a:pt x="4013606" y="2882319"/>
                  </a:lnTo>
                  <a:lnTo>
                    <a:pt x="4014421" y="2791919"/>
                  </a:lnTo>
                  <a:lnTo>
                    <a:pt x="4015236" y="2609943"/>
                  </a:lnTo>
                  <a:lnTo>
                    <a:pt x="4016050" y="2472646"/>
                  </a:lnTo>
                  <a:lnTo>
                    <a:pt x="4016865" y="2422672"/>
                  </a:lnTo>
                  <a:lnTo>
                    <a:pt x="4017680" y="2383136"/>
                  </a:lnTo>
                  <a:lnTo>
                    <a:pt x="4018495" y="2394756"/>
                  </a:lnTo>
                  <a:lnTo>
                    <a:pt x="4019309" y="2474951"/>
                  </a:lnTo>
                  <a:lnTo>
                    <a:pt x="4020124" y="2605982"/>
                  </a:lnTo>
                  <a:lnTo>
                    <a:pt x="4020939" y="2710626"/>
                  </a:lnTo>
                  <a:lnTo>
                    <a:pt x="4021754" y="2715846"/>
                  </a:lnTo>
                  <a:lnTo>
                    <a:pt x="4022569" y="2762539"/>
                  </a:lnTo>
                  <a:lnTo>
                    <a:pt x="4023383" y="2819090"/>
                  </a:lnTo>
                  <a:lnTo>
                    <a:pt x="4024198" y="2856466"/>
                  </a:lnTo>
                  <a:lnTo>
                    <a:pt x="4025013" y="2886584"/>
                  </a:lnTo>
                  <a:lnTo>
                    <a:pt x="4025828" y="2904602"/>
                  </a:lnTo>
                  <a:lnTo>
                    <a:pt x="4026643" y="2981792"/>
                  </a:lnTo>
                  <a:lnTo>
                    <a:pt x="4027457" y="3036434"/>
                  </a:lnTo>
                  <a:lnTo>
                    <a:pt x="4028272" y="3019945"/>
                  </a:lnTo>
                  <a:lnTo>
                    <a:pt x="4029087" y="2987475"/>
                  </a:lnTo>
                  <a:lnTo>
                    <a:pt x="4029902" y="2995513"/>
                  </a:lnTo>
                  <a:lnTo>
                    <a:pt x="4030716" y="3010146"/>
                  </a:lnTo>
                  <a:lnTo>
                    <a:pt x="4031531" y="2982688"/>
                  </a:lnTo>
                  <a:lnTo>
                    <a:pt x="4032346" y="2922225"/>
                  </a:lnTo>
                  <a:lnTo>
                    <a:pt x="4033161" y="2897334"/>
                  </a:lnTo>
                  <a:lnTo>
                    <a:pt x="4033976" y="2930188"/>
                  </a:lnTo>
                  <a:lnTo>
                    <a:pt x="4034790" y="2946421"/>
                  </a:lnTo>
                  <a:lnTo>
                    <a:pt x="4035605" y="2946423"/>
                  </a:lnTo>
                  <a:lnTo>
                    <a:pt x="4036420" y="2971920"/>
                  </a:lnTo>
                  <a:lnTo>
                    <a:pt x="4037235" y="2983370"/>
                  </a:lnTo>
                  <a:lnTo>
                    <a:pt x="4038049" y="2926095"/>
                  </a:lnTo>
                  <a:lnTo>
                    <a:pt x="4038864" y="2850106"/>
                  </a:lnTo>
                  <a:lnTo>
                    <a:pt x="4039679" y="2748247"/>
                  </a:lnTo>
                  <a:lnTo>
                    <a:pt x="4040494" y="2692732"/>
                  </a:lnTo>
                  <a:lnTo>
                    <a:pt x="4041309" y="2607962"/>
                  </a:lnTo>
                  <a:lnTo>
                    <a:pt x="4042123" y="2557160"/>
                  </a:lnTo>
                  <a:lnTo>
                    <a:pt x="4042938" y="2611035"/>
                  </a:lnTo>
                  <a:lnTo>
                    <a:pt x="4043753" y="2697500"/>
                  </a:lnTo>
                  <a:lnTo>
                    <a:pt x="4044568" y="2795918"/>
                  </a:lnTo>
                  <a:lnTo>
                    <a:pt x="4045382" y="2851435"/>
                  </a:lnTo>
                  <a:lnTo>
                    <a:pt x="4046197" y="2912551"/>
                  </a:lnTo>
                  <a:lnTo>
                    <a:pt x="4047012" y="2986511"/>
                  </a:lnTo>
                  <a:lnTo>
                    <a:pt x="4047827" y="3024767"/>
                  </a:lnTo>
                  <a:lnTo>
                    <a:pt x="4048642" y="2978400"/>
                  </a:lnTo>
                  <a:lnTo>
                    <a:pt x="4049456" y="2913471"/>
                  </a:lnTo>
                  <a:lnTo>
                    <a:pt x="4050271" y="2908744"/>
                  </a:lnTo>
                  <a:lnTo>
                    <a:pt x="4051086" y="2893373"/>
                  </a:lnTo>
                  <a:lnTo>
                    <a:pt x="4051901" y="2891632"/>
                  </a:lnTo>
                  <a:lnTo>
                    <a:pt x="4052715" y="2852751"/>
                  </a:lnTo>
                  <a:lnTo>
                    <a:pt x="4053530" y="2821347"/>
                  </a:lnTo>
                  <a:lnTo>
                    <a:pt x="4054345" y="2807179"/>
                  </a:lnTo>
                  <a:lnTo>
                    <a:pt x="4055160" y="2858573"/>
                  </a:lnTo>
                  <a:lnTo>
                    <a:pt x="4055975" y="2942839"/>
                  </a:lnTo>
                  <a:lnTo>
                    <a:pt x="4056789" y="2895886"/>
                  </a:lnTo>
                  <a:lnTo>
                    <a:pt x="4057604" y="2926546"/>
                  </a:lnTo>
                  <a:lnTo>
                    <a:pt x="4058419" y="3047037"/>
                  </a:lnTo>
                  <a:lnTo>
                    <a:pt x="4059234" y="3116972"/>
                  </a:lnTo>
                  <a:lnTo>
                    <a:pt x="4059234" y="3116972"/>
                  </a:lnTo>
                  <a:lnTo>
                    <a:pt x="4060048" y="3116972"/>
                  </a:lnTo>
                  <a:lnTo>
                    <a:pt x="4060863" y="3116972"/>
                  </a:lnTo>
                  <a:lnTo>
                    <a:pt x="4061678" y="3116972"/>
                  </a:lnTo>
                  <a:lnTo>
                    <a:pt x="4062493" y="3116972"/>
                  </a:lnTo>
                  <a:lnTo>
                    <a:pt x="4063308" y="3116972"/>
                  </a:lnTo>
                  <a:lnTo>
                    <a:pt x="4064122" y="3114538"/>
                  </a:lnTo>
                  <a:lnTo>
                    <a:pt x="4064937" y="2875726"/>
                  </a:lnTo>
                  <a:lnTo>
                    <a:pt x="4065752" y="2786272"/>
                  </a:lnTo>
                  <a:lnTo>
                    <a:pt x="4066567" y="2826814"/>
                  </a:lnTo>
                  <a:lnTo>
                    <a:pt x="4067382" y="2779710"/>
                  </a:lnTo>
                  <a:lnTo>
                    <a:pt x="4068196" y="2789189"/>
                  </a:lnTo>
                  <a:lnTo>
                    <a:pt x="4069011" y="2858305"/>
                  </a:lnTo>
                  <a:lnTo>
                    <a:pt x="4069826" y="2921558"/>
                  </a:lnTo>
                  <a:lnTo>
                    <a:pt x="4070641" y="2892367"/>
                  </a:lnTo>
                  <a:lnTo>
                    <a:pt x="4071455" y="2856788"/>
                  </a:lnTo>
                  <a:lnTo>
                    <a:pt x="4072270" y="2863008"/>
                  </a:lnTo>
                  <a:lnTo>
                    <a:pt x="4073085" y="2850381"/>
                  </a:lnTo>
                  <a:lnTo>
                    <a:pt x="4073900" y="2845266"/>
                  </a:lnTo>
                  <a:lnTo>
                    <a:pt x="4074715" y="2793733"/>
                  </a:lnTo>
                  <a:lnTo>
                    <a:pt x="4075529" y="2834086"/>
                  </a:lnTo>
                  <a:lnTo>
                    <a:pt x="4076344" y="2879370"/>
                  </a:lnTo>
                  <a:lnTo>
                    <a:pt x="4077159" y="2915635"/>
                  </a:lnTo>
                  <a:lnTo>
                    <a:pt x="4077974" y="2966220"/>
                  </a:lnTo>
                  <a:lnTo>
                    <a:pt x="4078788" y="2975927"/>
                  </a:lnTo>
                  <a:lnTo>
                    <a:pt x="4079603" y="3035773"/>
                  </a:lnTo>
                  <a:lnTo>
                    <a:pt x="4080418" y="3058242"/>
                  </a:lnTo>
                  <a:lnTo>
                    <a:pt x="4081233" y="3039736"/>
                  </a:lnTo>
                  <a:lnTo>
                    <a:pt x="4082048" y="3010907"/>
                  </a:lnTo>
                  <a:lnTo>
                    <a:pt x="4082862" y="2933990"/>
                  </a:lnTo>
                  <a:lnTo>
                    <a:pt x="4083677" y="2797611"/>
                  </a:lnTo>
                  <a:lnTo>
                    <a:pt x="4084492" y="2758005"/>
                  </a:lnTo>
                  <a:lnTo>
                    <a:pt x="4085307" y="2738437"/>
                  </a:lnTo>
                  <a:lnTo>
                    <a:pt x="4086121" y="2707266"/>
                  </a:lnTo>
                  <a:lnTo>
                    <a:pt x="4086936" y="2667912"/>
                  </a:lnTo>
                  <a:lnTo>
                    <a:pt x="4087751" y="2713483"/>
                  </a:lnTo>
                  <a:lnTo>
                    <a:pt x="4088566" y="2849862"/>
                  </a:lnTo>
                  <a:lnTo>
                    <a:pt x="4089381" y="2848750"/>
                  </a:lnTo>
                  <a:lnTo>
                    <a:pt x="4090195" y="2833898"/>
                  </a:lnTo>
                  <a:lnTo>
                    <a:pt x="4091010" y="2918781"/>
                  </a:lnTo>
                  <a:lnTo>
                    <a:pt x="4091825" y="2993444"/>
                  </a:lnTo>
                  <a:lnTo>
                    <a:pt x="4092640" y="3024787"/>
                  </a:lnTo>
                  <a:lnTo>
                    <a:pt x="4093454" y="3024789"/>
                  </a:lnTo>
                  <a:lnTo>
                    <a:pt x="4094269" y="3036539"/>
                  </a:lnTo>
                  <a:lnTo>
                    <a:pt x="4095084" y="3026079"/>
                  </a:lnTo>
                  <a:lnTo>
                    <a:pt x="4095899" y="2969460"/>
                  </a:lnTo>
                  <a:lnTo>
                    <a:pt x="4096714" y="2962984"/>
                  </a:lnTo>
                  <a:lnTo>
                    <a:pt x="4097528" y="2962984"/>
                  </a:lnTo>
                  <a:lnTo>
                    <a:pt x="4098343" y="2940504"/>
                  </a:lnTo>
                  <a:lnTo>
                    <a:pt x="4099158" y="2909093"/>
                  </a:lnTo>
                  <a:lnTo>
                    <a:pt x="4099973" y="2945068"/>
                  </a:lnTo>
                  <a:lnTo>
                    <a:pt x="4100787" y="2966480"/>
                  </a:lnTo>
                  <a:lnTo>
                    <a:pt x="4101602" y="2944286"/>
                  </a:lnTo>
                  <a:lnTo>
                    <a:pt x="4102417" y="2864134"/>
                  </a:lnTo>
                  <a:lnTo>
                    <a:pt x="4103232" y="2790721"/>
                  </a:lnTo>
                  <a:lnTo>
                    <a:pt x="4104047" y="2794105"/>
                  </a:lnTo>
                  <a:lnTo>
                    <a:pt x="4104861" y="2793270"/>
                  </a:lnTo>
                  <a:lnTo>
                    <a:pt x="4105676" y="2738893"/>
                  </a:lnTo>
                  <a:lnTo>
                    <a:pt x="4106491" y="2723112"/>
                  </a:lnTo>
                  <a:lnTo>
                    <a:pt x="4107306" y="2781391"/>
                  </a:lnTo>
                  <a:lnTo>
                    <a:pt x="4108121" y="2851493"/>
                  </a:lnTo>
                  <a:lnTo>
                    <a:pt x="4108935" y="2865808"/>
                  </a:lnTo>
                  <a:lnTo>
                    <a:pt x="4109750" y="2785916"/>
                  </a:lnTo>
                  <a:lnTo>
                    <a:pt x="4110565" y="2799054"/>
                  </a:lnTo>
                  <a:lnTo>
                    <a:pt x="4111380" y="2867854"/>
                  </a:lnTo>
                  <a:lnTo>
                    <a:pt x="4112194" y="2919973"/>
                  </a:lnTo>
                  <a:lnTo>
                    <a:pt x="4113009" y="2945762"/>
                  </a:lnTo>
                  <a:lnTo>
                    <a:pt x="4113824" y="2988442"/>
                  </a:lnTo>
                  <a:lnTo>
                    <a:pt x="4114639" y="3078074"/>
                  </a:lnTo>
                  <a:lnTo>
                    <a:pt x="4115454" y="3090574"/>
                  </a:lnTo>
                  <a:lnTo>
                    <a:pt x="4116268" y="2932434"/>
                  </a:lnTo>
                  <a:lnTo>
                    <a:pt x="4117083" y="2827165"/>
                  </a:lnTo>
                  <a:lnTo>
                    <a:pt x="4117898" y="2819324"/>
                  </a:lnTo>
                  <a:lnTo>
                    <a:pt x="4118713" y="2823996"/>
                  </a:lnTo>
                  <a:lnTo>
                    <a:pt x="4119527" y="2834557"/>
                  </a:lnTo>
                  <a:lnTo>
                    <a:pt x="4120342" y="2799740"/>
                  </a:lnTo>
                  <a:lnTo>
                    <a:pt x="4121157" y="2820333"/>
                  </a:lnTo>
                  <a:lnTo>
                    <a:pt x="4121972" y="2789593"/>
                  </a:lnTo>
                  <a:lnTo>
                    <a:pt x="4122787" y="2726450"/>
                  </a:lnTo>
                  <a:lnTo>
                    <a:pt x="4123601" y="2605551"/>
                  </a:lnTo>
                  <a:lnTo>
                    <a:pt x="4124416" y="2434626"/>
                  </a:lnTo>
                  <a:lnTo>
                    <a:pt x="4125231" y="2384212"/>
                  </a:lnTo>
                  <a:lnTo>
                    <a:pt x="4126046" y="2444832"/>
                  </a:lnTo>
                  <a:lnTo>
                    <a:pt x="4126860" y="2549570"/>
                  </a:lnTo>
                  <a:lnTo>
                    <a:pt x="4127675" y="2620557"/>
                  </a:lnTo>
                  <a:lnTo>
                    <a:pt x="4128490" y="2736782"/>
                  </a:lnTo>
                  <a:lnTo>
                    <a:pt x="4129305" y="2927344"/>
                  </a:lnTo>
                  <a:lnTo>
                    <a:pt x="4130120" y="3101737"/>
                  </a:lnTo>
                  <a:lnTo>
                    <a:pt x="4130934" y="3116972"/>
                  </a:lnTo>
                  <a:lnTo>
                    <a:pt x="4130934" y="3116972"/>
                  </a:lnTo>
                  <a:lnTo>
                    <a:pt x="4131749" y="3116972"/>
                  </a:lnTo>
                  <a:lnTo>
                    <a:pt x="4132564" y="3116647"/>
                  </a:lnTo>
                  <a:lnTo>
                    <a:pt x="4133379" y="3046177"/>
                  </a:lnTo>
                  <a:lnTo>
                    <a:pt x="4134193" y="2969392"/>
                  </a:lnTo>
                  <a:lnTo>
                    <a:pt x="4135008" y="2887712"/>
                  </a:lnTo>
                  <a:lnTo>
                    <a:pt x="4135823" y="2777327"/>
                  </a:lnTo>
                  <a:lnTo>
                    <a:pt x="4136638" y="2632364"/>
                  </a:lnTo>
                  <a:lnTo>
                    <a:pt x="4137453" y="2628742"/>
                  </a:lnTo>
                  <a:lnTo>
                    <a:pt x="4138267" y="2732501"/>
                  </a:lnTo>
                  <a:lnTo>
                    <a:pt x="4139082" y="2827330"/>
                  </a:lnTo>
                  <a:lnTo>
                    <a:pt x="4139897" y="2872124"/>
                  </a:lnTo>
                  <a:lnTo>
                    <a:pt x="4140712" y="2977609"/>
                  </a:lnTo>
                  <a:lnTo>
                    <a:pt x="4141526" y="3116972"/>
                  </a:lnTo>
                  <a:lnTo>
                    <a:pt x="4141526" y="3116972"/>
                  </a:lnTo>
                  <a:lnTo>
                    <a:pt x="4142341" y="3116972"/>
                  </a:lnTo>
                  <a:lnTo>
                    <a:pt x="4143156" y="3116972"/>
                  </a:lnTo>
                  <a:lnTo>
                    <a:pt x="4143971" y="3116972"/>
                  </a:lnTo>
                  <a:lnTo>
                    <a:pt x="4144786" y="3116972"/>
                  </a:lnTo>
                  <a:lnTo>
                    <a:pt x="4145600" y="3116972"/>
                  </a:lnTo>
                  <a:lnTo>
                    <a:pt x="4146415" y="3116972"/>
                  </a:lnTo>
                  <a:lnTo>
                    <a:pt x="4147230" y="3065327"/>
                  </a:lnTo>
                  <a:lnTo>
                    <a:pt x="4148045" y="3116972"/>
                  </a:lnTo>
                  <a:lnTo>
                    <a:pt x="4148045" y="3116972"/>
                  </a:lnTo>
                  <a:lnTo>
                    <a:pt x="4148860" y="3116972"/>
                  </a:lnTo>
                  <a:lnTo>
                    <a:pt x="4149674" y="3116972"/>
                  </a:lnTo>
                  <a:lnTo>
                    <a:pt x="4150489" y="3116972"/>
                  </a:lnTo>
                  <a:lnTo>
                    <a:pt x="4151304" y="3095486"/>
                  </a:lnTo>
                  <a:lnTo>
                    <a:pt x="4152119" y="3085813"/>
                  </a:lnTo>
                  <a:lnTo>
                    <a:pt x="4152933" y="3070138"/>
                  </a:lnTo>
                  <a:lnTo>
                    <a:pt x="4153748" y="2976112"/>
                  </a:lnTo>
                  <a:lnTo>
                    <a:pt x="4154563" y="2884596"/>
                  </a:lnTo>
                  <a:lnTo>
                    <a:pt x="4155378" y="2811112"/>
                  </a:lnTo>
                  <a:lnTo>
                    <a:pt x="4156193" y="2667326"/>
                  </a:lnTo>
                  <a:lnTo>
                    <a:pt x="4157007" y="2529326"/>
                  </a:lnTo>
                  <a:lnTo>
                    <a:pt x="4157822" y="2377633"/>
                  </a:lnTo>
                  <a:lnTo>
                    <a:pt x="4158637" y="2413356"/>
                  </a:lnTo>
                  <a:lnTo>
                    <a:pt x="4159452" y="2510624"/>
                  </a:lnTo>
                  <a:lnTo>
                    <a:pt x="4160266" y="2558963"/>
                  </a:lnTo>
                  <a:lnTo>
                    <a:pt x="4161081" y="2646806"/>
                  </a:lnTo>
                  <a:lnTo>
                    <a:pt x="4161896" y="2704009"/>
                  </a:lnTo>
                  <a:lnTo>
                    <a:pt x="4162711" y="2839310"/>
                  </a:lnTo>
                  <a:lnTo>
                    <a:pt x="4163526" y="2898028"/>
                  </a:lnTo>
                  <a:lnTo>
                    <a:pt x="4164340" y="2885849"/>
                  </a:lnTo>
                  <a:lnTo>
                    <a:pt x="4165155" y="2826011"/>
                  </a:lnTo>
                  <a:lnTo>
                    <a:pt x="4165970" y="2800108"/>
                  </a:lnTo>
                  <a:lnTo>
                    <a:pt x="4166785" y="2811286"/>
                  </a:lnTo>
                  <a:lnTo>
                    <a:pt x="4167599" y="2753365"/>
                  </a:lnTo>
                  <a:lnTo>
                    <a:pt x="4168414" y="2702994"/>
                  </a:lnTo>
                  <a:lnTo>
                    <a:pt x="4169229" y="2701373"/>
                  </a:lnTo>
                  <a:lnTo>
                    <a:pt x="4170044" y="2793938"/>
                  </a:lnTo>
                  <a:lnTo>
                    <a:pt x="4170859" y="2875787"/>
                  </a:lnTo>
                  <a:lnTo>
                    <a:pt x="4171673" y="2953176"/>
                  </a:lnTo>
                  <a:lnTo>
                    <a:pt x="4172488" y="3049919"/>
                  </a:lnTo>
                  <a:lnTo>
                    <a:pt x="4173303" y="3103289"/>
                  </a:lnTo>
                  <a:lnTo>
                    <a:pt x="4174118" y="3116972"/>
                  </a:lnTo>
                  <a:lnTo>
                    <a:pt x="4174118" y="3116972"/>
                  </a:lnTo>
                  <a:lnTo>
                    <a:pt x="4174932" y="3116972"/>
                  </a:lnTo>
                  <a:lnTo>
                    <a:pt x="4175747" y="3116972"/>
                  </a:lnTo>
                  <a:lnTo>
                    <a:pt x="4176562" y="3053405"/>
                  </a:lnTo>
                  <a:lnTo>
                    <a:pt x="4177377" y="2921394"/>
                  </a:lnTo>
                  <a:lnTo>
                    <a:pt x="4178192" y="2852767"/>
                  </a:lnTo>
                  <a:lnTo>
                    <a:pt x="4179006" y="2828873"/>
                  </a:lnTo>
                  <a:lnTo>
                    <a:pt x="4179821" y="2756534"/>
                  </a:lnTo>
                  <a:lnTo>
                    <a:pt x="4180636" y="2660276"/>
                  </a:lnTo>
                  <a:lnTo>
                    <a:pt x="4181451" y="2662380"/>
                  </a:lnTo>
                  <a:lnTo>
                    <a:pt x="4182265" y="2768737"/>
                  </a:lnTo>
                  <a:lnTo>
                    <a:pt x="4183080" y="2805509"/>
                  </a:lnTo>
                  <a:lnTo>
                    <a:pt x="4183895" y="2746015"/>
                  </a:lnTo>
                  <a:lnTo>
                    <a:pt x="4184710" y="2683080"/>
                  </a:lnTo>
                  <a:lnTo>
                    <a:pt x="4185525" y="2692922"/>
                  </a:lnTo>
                  <a:lnTo>
                    <a:pt x="4186339" y="2691512"/>
                  </a:lnTo>
                  <a:lnTo>
                    <a:pt x="4187154" y="2705439"/>
                  </a:lnTo>
                  <a:lnTo>
                    <a:pt x="4187969" y="2789359"/>
                  </a:lnTo>
                  <a:lnTo>
                    <a:pt x="4188784" y="2860410"/>
                  </a:lnTo>
                  <a:lnTo>
                    <a:pt x="4189599" y="2900282"/>
                  </a:lnTo>
                  <a:lnTo>
                    <a:pt x="4190413" y="2895611"/>
                  </a:lnTo>
                  <a:lnTo>
                    <a:pt x="4191228" y="2886950"/>
                  </a:lnTo>
                  <a:lnTo>
                    <a:pt x="4192043" y="2819614"/>
                  </a:lnTo>
                  <a:lnTo>
                    <a:pt x="4192858" y="2717772"/>
                  </a:lnTo>
                  <a:lnTo>
                    <a:pt x="4193672" y="2726358"/>
                  </a:lnTo>
                  <a:lnTo>
                    <a:pt x="4194487" y="2821763"/>
                  </a:lnTo>
                  <a:lnTo>
                    <a:pt x="4195302" y="2887668"/>
                  </a:lnTo>
                  <a:lnTo>
                    <a:pt x="4196117" y="2834511"/>
                  </a:lnTo>
                  <a:lnTo>
                    <a:pt x="4196932" y="2758207"/>
                  </a:lnTo>
                  <a:lnTo>
                    <a:pt x="4197746" y="2759813"/>
                  </a:lnTo>
                  <a:lnTo>
                    <a:pt x="4198561" y="2731212"/>
                  </a:lnTo>
                  <a:lnTo>
                    <a:pt x="4199376" y="2728899"/>
                  </a:lnTo>
                  <a:lnTo>
                    <a:pt x="4200191" y="2724144"/>
                  </a:lnTo>
                  <a:lnTo>
                    <a:pt x="4201005" y="2806920"/>
                  </a:lnTo>
                  <a:lnTo>
                    <a:pt x="4201820" y="2845566"/>
                  </a:lnTo>
                  <a:lnTo>
                    <a:pt x="4202635" y="2810381"/>
                  </a:lnTo>
                  <a:lnTo>
                    <a:pt x="4203450" y="2837819"/>
                  </a:lnTo>
                  <a:lnTo>
                    <a:pt x="4204265" y="2840136"/>
                  </a:lnTo>
                  <a:lnTo>
                    <a:pt x="4205079" y="2829794"/>
                  </a:lnTo>
                  <a:lnTo>
                    <a:pt x="4205894" y="2823076"/>
                  </a:lnTo>
                  <a:lnTo>
                    <a:pt x="4206709" y="2899677"/>
                  </a:lnTo>
                  <a:lnTo>
                    <a:pt x="4207524" y="2914241"/>
                  </a:lnTo>
                  <a:lnTo>
                    <a:pt x="4208338" y="2863972"/>
                  </a:lnTo>
                  <a:lnTo>
                    <a:pt x="4209153" y="2883241"/>
                  </a:lnTo>
                  <a:lnTo>
                    <a:pt x="4209968" y="2853542"/>
                  </a:lnTo>
                  <a:lnTo>
                    <a:pt x="4210783" y="2689077"/>
                  </a:lnTo>
                  <a:lnTo>
                    <a:pt x="4211598" y="2498337"/>
                  </a:lnTo>
                  <a:lnTo>
                    <a:pt x="4212412" y="2442826"/>
                  </a:lnTo>
                  <a:lnTo>
                    <a:pt x="4213227" y="2382697"/>
                  </a:lnTo>
                  <a:lnTo>
                    <a:pt x="4214042" y="2266842"/>
                  </a:lnTo>
                  <a:lnTo>
                    <a:pt x="4214857" y="2208637"/>
                  </a:lnTo>
                  <a:lnTo>
                    <a:pt x="4215671" y="2305307"/>
                  </a:lnTo>
                  <a:lnTo>
                    <a:pt x="4216486" y="2398443"/>
                  </a:lnTo>
                  <a:lnTo>
                    <a:pt x="4217301" y="2262018"/>
                  </a:lnTo>
                  <a:lnTo>
                    <a:pt x="4218116" y="2120982"/>
                  </a:lnTo>
                  <a:lnTo>
                    <a:pt x="4218931" y="1966608"/>
                  </a:lnTo>
                  <a:lnTo>
                    <a:pt x="4219745" y="1865014"/>
                  </a:lnTo>
                  <a:lnTo>
                    <a:pt x="4220560" y="1797996"/>
                  </a:lnTo>
                  <a:lnTo>
                    <a:pt x="4221375" y="1697651"/>
                  </a:lnTo>
                  <a:lnTo>
                    <a:pt x="4222190" y="1783862"/>
                  </a:lnTo>
                  <a:lnTo>
                    <a:pt x="4223005" y="1906196"/>
                  </a:lnTo>
                  <a:lnTo>
                    <a:pt x="4223819" y="2069687"/>
                  </a:lnTo>
                  <a:lnTo>
                    <a:pt x="4224634" y="2202268"/>
                  </a:lnTo>
                  <a:lnTo>
                    <a:pt x="4225449" y="2202963"/>
                  </a:lnTo>
                  <a:lnTo>
                    <a:pt x="4226264" y="2291226"/>
                  </a:lnTo>
                  <a:lnTo>
                    <a:pt x="4227078" y="2408855"/>
                  </a:lnTo>
                  <a:lnTo>
                    <a:pt x="4227893" y="2490739"/>
                  </a:lnTo>
                  <a:lnTo>
                    <a:pt x="4228708" y="2494226"/>
                  </a:lnTo>
                  <a:lnTo>
                    <a:pt x="4229523" y="2549882"/>
                  </a:lnTo>
                  <a:lnTo>
                    <a:pt x="4230338" y="2657961"/>
                  </a:lnTo>
                  <a:lnTo>
                    <a:pt x="4231152" y="2705916"/>
                  </a:lnTo>
                  <a:lnTo>
                    <a:pt x="4231967" y="2686277"/>
                  </a:lnTo>
                  <a:lnTo>
                    <a:pt x="4232782" y="2656838"/>
                  </a:lnTo>
                  <a:lnTo>
                    <a:pt x="4233597" y="2675814"/>
                  </a:lnTo>
                  <a:lnTo>
                    <a:pt x="4234411" y="2710470"/>
                  </a:lnTo>
                  <a:lnTo>
                    <a:pt x="4235226" y="2740427"/>
                  </a:lnTo>
                  <a:lnTo>
                    <a:pt x="4236041" y="2784914"/>
                  </a:lnTo>
                  <a:lnTo>
                    <a:pt x="4236856" y="2771434"/>
                  </a:lnTo>
                  <a:lnTo>
                    <a:pt x="4237671" y="2810733"/>
                  </a:lnTo>
                  <a:lnTo>
                    <a:pt x="4238485" y="2832460"/>
                  </a:lnTo>
                  <a:lnTo>
                    <a:pt x="4239300" y="2824238"/>
                  </a:lnTo>
                  <a:lnTo>
                    <a:pt x="4240115" y="2852594"/>
                  </a:lnTo>
                  <a:lnTo>
                    <a:pt x="4240930" y="2879261"/>
                  </a:lnTo>
                  <a:lnTo>
                    <a:pt x="4241744" y="2874668"/>
                  </a:lnTo>
                  <a:lnTo>
                    <a:pt x="4242559" y="2815437"/>
                  </a:lnTo>
                  <a:lnTo>
                    <a:pt x="4243374" y="2788683"/>
                  </a:lnTo>
                  <a:lnTo>
                    <a:pt x="4244189" y="2715663"/>
                  </a:lnTo>
                  <a:lnTo>
                    <a:pt x="4245004" y="2704454"/>
                  </a:lnTo>
                  <a:lnTo>
                    <a:pt x="4245818" y="2693544"/>
                  </a:lnTo>
                  <a:lnTo>
                    <a:pt x="4246633" y="2728455"/>
                  </a:lnTo>
                  <a:lnTo>
                    <a:pt x="4247448" y="2756140"/>
                  </a:lnTo>
                  <a:lnTo>
                    <a:pt x="4248263" y="2718911"/>
                  </a:lnTo>
                  <a:lnTo>
                    <a:pt x="4249077" y="2659970"/>
                  </a:lnTo>
                  <a:lnTo>
                    <a:pt x="4249892" y="2601116"/>
                  </a:lnTo>
                  <a:lnTo>
                    <a:pt x="4250707" y="2596273"/>
                  </a:lnTo>
                  <a:lnTo>
                    <a:pt x="4251522" y="2541035"/>
                  </a:lnTo>
                  <a:lnTo>
                    <a:pt x="4252337" y="2499012"/>
                  </a:lnTo>
                  <a:lnTo>
                    <a:pt x="4253151" y="2554670"/>
                  </a:lnTo>
                  <a:lnTo>
                    <a:pt x="4253966" y="2635893"/>
                  </a:lnTo>
                  <a:lnTo>
                    <a:pt x="4254781" y="2679286"/>
                  </a:lnTo>
                  <a:lnTo>
                    <a:pt x="4255596" y="2659576"/>
                  </a:lnTo>
                  <a:lnTo>
                    <a:pt x="4256410" y="2728078"/>
                  </a:lnTo>
                  <a:lnTo>
                    <a:pt x="4257225" y="2786180"/>
                  </a:lnTo>
                  <a:lnTo>
                    <a:pt x="4258040" y="2707949"/>
                  </a:lnTo>
                  <a:lnTo>
                    <a:pt x="4258855" y="2753103"/>
                  </a:lnTo>
                  <a:lnTo>
                    <a:pt x="4259670" y="2772016"/>
                  </a:lnTo>
                  <a:lnTo>
                    <a:pt x="4260484" y="2686693"/>
                  </a:lnTo>
                  <a:lnTo>
                    <a:pt x="4261299" y="2507133"/>
                  </a:lnTo>
                  <a:lnTo>
                    <a:pt x="4262114" y="2395642"/>
                  </a:lnTo>
                  <a:lnTo>
                    <a:pt x="4262929" y="2459528"/>
                  </a:lnTo>
                  <a:lnTo>
                    <a:pt x="4263744" y="2452796"/>
                  </a:lnTo>
                  <a:lnTo>
                    <a:pt x="4264558" y="2460553"/>
                  </a:lnTo>
                  <a:lnTo>
                    <a:pt x="4265373" y="2539909"/>
                  </a:lnTo>
                  <a:lnTo>
                    <a:pt x="4266188" y="2655924"/>
                  </a:lnTo>
                  <a:lnTo>
                    <a:pt x="4267003" y="2714712"/>
                  </a:lnTo>
                  <a:lnTo>
                    <a:pt x="4267817" y="2708840"/>
                  </a:lnTo>
                  <a:lnTo>
                    <a:pt x="4268632" y="2732767"/>
                  </a:lnTo>
                  <a:lnTo>
                    <a:pt x="4269447" y="2697024"/>
                  </a:lnTo>
                  <a:lnTo>
                    <a:pt x="4270262" y="2581609"/>
                  </a:lnTo>
                  <a:lnTo>
                    <a:pt x="4271077" y="2520519"/>
                  </a:lnTo>
                  <a:lnTo>
                    <a:pt x="4271891" y="2449172"/>
                  </a:lnTo>
                  <a:lnTo>
                    <a:pt x="4272706" y="2360286"/>
                  </a:lnTo>
                  <a:lnTo>
                    <a:pt x="4273521" y="2253348"/>
                  </a:lnTo>
                  <a:lnTo>
                    <a:pt x="4274336" y="2179797"/>
                  </a:lnTo>
                  <a:lnTo>
                    <a:pt x="4275150" y="2219703"/>
                  </a:lnTo>
                  <a:lnTo>
                    <a:pt x="4275965" y="2278528"/>
                  </a:lnTo>
                  <a:lnTo>
                    <a:pt x="4276780" y="2380654"/>
                  </a:lnTo>
                  <a:lnTo>
                    <a:pt x="4277595" y="2515846"/>
                  </a:lnTo>
                  <a:lnTo>
                    <a:pt x="4278410" y="2602809"/>
                  </a:lnTo>
                  <a:lnTo>
                    <a:pt x="4279224" y="2561042"/>
                  </a:lnTo>
                  <a:lnTo>
                    <a:pt x="4280039" y="2499681"/>
                  </a:lnTo>
                  <a:lnTo>
                    <a:pt x="4280854" y="2554120"/>
                  </a:lnTo>
                  <a:lnTo>
                    <a:pt x="4281669" y="2588248"/>
                  </a:lnTo>
                  <a:lnTo>
                    <a:pt x="4282483" y="2495633"/>
                  </a:lnTo>
                  <a:lnTo>
                    <a:pt x="4283298" y="2405131"/>
                  </a:lnTo>
                  <a:lnTo>
                    <a:pt x="4284113" y="2481564"/>
                  </a:lnTo>
                  <a:lnTo>
                    <a:pt x="4284928" y="2644444"/>
                  </a:lnTo>
                  <a:lnTo>
                    <a:pt x="4285743" y="2666664"/>
                  </a:lnTo>
                  <a:lnTo>
                    <a:pt x="4286557" y="2606767"/>
                  </a:lnTo>
                  <a:lnTo>
                    <a:pt x="4287372" y="2543259"/>
                  </a:lnTo>
                  <a:lnTo>
                    <a:pt x="4288187" y="2551627"/>
                  </a:lnTo>
                  <a:lnTo>
                    <a:pt x="4289002" y="2581805"/>
                  </a:lnTo>
                  <a:lnTo>
                    <a:pt x="4289816" y="2509641"/>
                  </a:lnTo>
                  <a:lnTo>
                    <a:pt x="4290631" y="2345693"/>
                  </a:lnTo>
                  <a:lnTo>
                    <a:pt x="4291446" y="2250516"/>
                  </a:lnTo>
                  <a:lnTo>
                    <a:pt x="4292261" y="2287477"/>
                  </a:lnTo>
                  <a:lnTo>
                    <a:pt x="4293076" y="2274629"/>
                  </a:lnTo>
                  <a:lnTo>
                    <a:pt x="4293890" y="2157544"/>
                  </a:lnTo>
                  <a:lnTo>
                    <a:pt x="4294705" y="2072035"/>
                  </a:lnTo>
                  <a:lnTo>
                    <a:pt x="4295520" y="2109842"/>
                  </a:lnTo>
                  <a:lnTo>
                    <a:pt x="4296335" y="2167134"/>
                  </a:lnTo>
                  <a:lnTo>
                    <a:pt x="4297149" y="2182924"/>
                  </a:lnTo>
                  <a:lnTo>
                    <a:pt x="4297964" y="2218861"/>
                  </a:lnTo>
                  <a:lnTo>
                    <a:pt x="4298779" y="2238168"/>
                  </a:lnTo>
                  <a:lnTo>
                    <a:pt x="4299594" y="2234149"/>
                  </a:lnTo>
                  <a:lnTo>
                    <a:pt x="4300409" y="2207937"/>
                  </a:lnTo>
                  <a:lnTo>
                    <a:pt x="4301223" y="2214425"/>
                  </a:lnTo>
                  <a:lnTo>
                    <a:pt x="4302038" y="2255442"/>
                  </a:lnTo>
                  <a:lnTo>
                    <a:pt x="4302853" y="2267405"/>
                  </a:lnTo>
                  <a:lnTo>
                    <a:pt x="4303668" y="2316872"/>
                  </a:lnTo>
                  <a:lnTo>
                    <a:pt x="4304483" y="2337578"/>
                  </a:lnTo>
                  <a:lnTo>
                    <a:pt x="4305297" y="2446561"/>
                  </a:lnTo>
                  <a:lnTo>
                    <a:pt x="4306112" y="2550367"/>
                  </a:lnTo>
                  <a:lnTo>
                    <a:pt x="4306927" y="2562585"/>
                  </a:lnTo>
                  <a:lnTo>
                    <a:pt x="4307742" y="2496219"/>
                  </a:lnTo>
                  <a:lnTo>
                    <a:pt x="4308556" y="2367304"/>
                  </a:lnTo>
                  <a:lnTo>
                    <a:pt x="4309371" y="2243544"/>
                  </a:lnTo>
                  <a:lnTo>
                    <a:pt x="4310186" y="1968962"/>
                  </a:lnTo>
                  <a:lnTo>
                    <a:pt x="4311001" y="1695575"/>
                  </a:lnTo>
                  <a:lnTo>
                    <a:pt x="4311816" y="1573607"/>
                  </a:lnTo>
                  <a:lnTo>
                    <a:pt x="4312630" y="1666187"/>
                  </a:lnTo>
                  <a:lnTo>
                    <a:pt x="4313445" y="1846377"/>
                  </a:lnTo>
                  <a:lnTo>
                    <a:pt x="4314260" y="2024673"/>
                  </a:lnTo>
                  <a:lnTo>
                    <a:pt x="4315075" y="2187443"/>
                  </a:lnTo>
                  <a:lnTo>
                    <a:pt x="4315889" y="2434747"/>
                  </a:lnTo>
                  <a:lnTo>
                    <a:pt x="4316704" y="2603220"/>
                  </a:lnTo>
                  <a:lnTo>
                    <a:pt x="4317519" y="2566649"/>
                  </a:lnTo>
                  <a:lnTo>
                    <a:pt x="4318334" y="2529051"/>
                  </a:lnTo>
                  <a:lnTo>
                    <a:pt x="4319149" y="2542430"/>
                  </a:lnTo>
                  <a:lnTo>
                    <a:pt x="4319963" y="2726409"/>
                  </a:lnTo>
                  <a:lnTo>
                    <a:pt x="4320778" y="2780922"/>
                  </a:lnTo>
                  <a:lnTo>
                    <a:pt x="4321593" y="2810063"/>
                  </a:lnTo>
                  <a:lnTo>
                    <a:pt x="4322408" y="2911365"/>
                  </a:lnTo>
                  <a:lnTo>
                    <a:pt x="4323222" y="2958315"/>
                  </a:lnTo>
                  <a:lnTo>
                    <a:pt x="4324037" y="2986231"/>
                  </a:lnTo>
                  <a:lnTo>
                    <a:pt x="4324852" y="2930620"/>
                  </a:lnTo>
                  <a:lnTo>
                    <a:pt x="4325667" y="2884599"/>
                  </a:lnTo>
                  <a:lnTo>
                    <a:pt x="4326482" y="2786077"/>
                  </a:lnTo>
                  <a:lnTo>
                    <a:pt x="4327296" y="2729224"/>
                  </a:lnTo>
                  <a:lnTo>
                    <a:pt x="4328111" y="2760761"/>
                  </a:lnTo>
                  <a:lnTo>
                    <a:pt x="4328926" y="2807798"/>
                  </a:lnTo>
                  <a:lnTo>
                    <a:pt x="4329741" y="2791780"/>
                  </a:lnTo>
                  <a:lnTo>
                    <a:pt x="4330555" y="2774224"/>
                  </a:lnTo>
                  <a:lnTo>
                    <a:pt x="4331370" y="2834108"/>
                  </a:lnTo>
                  <a:lnTo>
                    <a:pt x="4332185" y="2747367"/>
                  </a:lnTo>
                  <a:lnTo>
                    <a:pt x="4333000" y="2582013"/>
                  </a:lnTo>
                  <a:lnTo>
                    <a:pt x="4333815" y="2436644"/>
                  </a:lnTo>
                  <a:lnTo>
                    <a:pt x="4334629" y="2338724"/>
                  </a:lnTo>
                  <a:lnTo>
                    <a:pt x="4335444" y="2208539"/>
                  </a:lnTo>
                  <a:lnTo>
                    <a:pt x="4336259" y="2045158"/>
                  </a:lnTo>
                  <a:lnTo>
                    <a:pt x="4337074" y="2051698"/>
                  </a:lnTo>
                  <a:lnTo>
                    <a:pt x="4337888" y="2128280"/>
                  </a:lnTo>
                  <a:lnTo>
                    <a:pt x="4338703" y="2186168"/>
                  </a:lnTo>
                  <a:lnTo>
                    <a:pt x="4339518" y="2198972"/>
                  </a:lnTo>
                  <a:lnTo>
                    <a:pt x="4340333" y="2235526"/>
                  </a:lnTo>
                  <a:lnTo>
                    <a:pt x="4341148" y="2247782"/>
                  </a:lnTo>
                  <a:lnTo>
                    <a:pt x="4341962" y="2180370"/>
                  </a:lnTo>
                  <a:lnTo>
                    <a:pt x="4342777" y="2133606"/>
                  </a:lnTo>
                  <a:lnTo>
                    <a:pt x="4343592" y="2061914"/>
                  </a:lnTo>
                  <a:lnTo>
                    <a:pt x="4344407" y="2018901"/>
                  </a:lnTo>
                  <a:lnTo>
                    <a:pt x="4345222" y="2019670"/>
                  </a:lnTo>
                  <a:lnTo>
                    <a:pt x="4346036" y="2176844"/>
                  </a:lnTo>
                  <a:lnTo>
                    <a:pt x="4346851" y="2333521"/>
                  </a:lnTo>
                  <a:lnTo>
                    <a:pt x="4347666" y="2383792"/>
                  </a:lnTo>
                  <a:lnTo>
                    <a:pt x="4348481" y="2434689"/>
                  </a:lnTo>
                  <a:lnTo>
                    <a:pt x="4349295" y="2535754"/>
                  </a:lnTo>
                  <a:lnTo>
                    <a:pt x="4350110" y="2547552"/>
                  </a:lnTo>
                  <a:lnTo>
                    <a:pt x="4350925" y="2526078"/>
                  </a:lnTo>
                  <a:lnTo>
                    <a:pt x="4351740" y="2561764"/>
                  </a:lnTo>
                  <a:lnTo>
                    <a:pt x="4352555" y="2597726"/>
                  </a:lnTo>
                  <a:lnTo>
                    <a:pt x="4353369" y="2721277"/>
                  </a:lnTo>
                  <a:lnTo>
                    <a:pt x="4354184" y="2847069"/>
                  </a:lnTo>
                  <a:lnTo>
                    <a:pt x="4354999" y="2873448"/>
                  </a:lnTo>
                  <a:lnTo>
                    <a:pt x="4355814" y="2733405"/>
                  </a:lnTo>
                  <a:lnTo>
                    <a:pt x="4356628" y="2615954"/>
                  </a:lnTo>
                  <a:lnTo>
                    <a:pt x="4357443" y="2628379"/>
                  </a:lnTo>
                  <a:lnTo>
                    <a:pt x="4358258" y="2523883"/>
                  </a:lnTo>
                  <a:lnTo>
                    <a:pt x="4359073" y="2365811"/>
                  </a:lnTo>
                  <a:lnTo>
                    <a:pt x="4359888" y="2448106"/>
                  </a:lnTo>
                  <a:lnTo>
                    <a:pt x="4360702" y="2604359"/>
                  </a:lnTo>
                  <a:lnTo>
                    <a:pt x="4361517" y="2618007"/>
                  </a:lnTo>
                  <a:lnTo>
                    <a:pt x="4362332" y="2618897"/>
                  </a:lnTo>
                  <a:lnTo>
                    <a:pt x="4363147" y="2596761"/>
                  </a:lnTo>
                  <a:lnTo>
                    <a:pt x="4363961" y="2652517"/>
                  </a:lnTo>
                  <a:lnTo>
                    <a:pt x="4364776" y="2666373"/>
                  </a:lnTo>
                  <a:lnTo>
                    <a:pt x="4365591" y="2639517"/>
                  </a:lnTo>
                  <a:lnTo>
                    <a:pt x="4366406" y="2701997"/>
                  </a:lnTo>
                  <a:lnTo>
                    <a:pt x="4367221" y="2747199"/>
                  </a:lnTo>
                  <a:lnTo>
                    <a:pt x="4368035" y="2780157"/>
                  </a:lnTo>
                  <a:lnTo>
                    <a:pt x="4368850" y="2677603"/>
                  </a:lnTo>
                  <a:lnTo>
                    <a:pt x="4369665" y="2505731"/>
                  </a:lnTo>
                  <a:lnTo>
                    <a:pt x="4370480" y="2358419"/>
                  </a:lnTo>
                  <a:lnTo>
                    <a:pt x="4371294" y="2243301"/>
                  </a:lnTo>
                  <a:lnTo>
                    <a:pt x="4372109" y="2167324"/>
                  </a:lnTo>
                  <a:lnTo>
                    <a:pt x="4372924" y="2253191"/>
                  </a:lnTo>
                  <a:lnTo>
                    <a:pt x="4373739" y="2384043"/>
                  </a:lnTo>
                  <a:lnTo>
                    <a:pt x="4374554" y="2393233"/>
                  </a:lnTo>
                  <a:lnTo>
                    <a:pt x="4375368" y="2409998"/>
                  </a:lnTo>
                  <a:lnTo>
                    <a:pt x="4376183" y="2433639"/>
                  </a:lnTo>
                  <a:lnTo>
                    <a:pt x="4376998" y="2368936"/>
                  </a:lnTo>
                  <a:lnTo>
                    <a:pt x="4377813" y="2170997"/>
                  </a:lnTo>
                  <a:lnTo>
                    <a:pt x="4378627" y="2043519"/>
                  </a:lnTo>
                  <a:lnTo>
                    <a:pt x="4379442" y="2103859"/>
                  </a:lnTo>
                  <a:lnTo>
                    <a:pt x="4380257" y="2189885"/>
                  </a:lnTo>
                  <a:lnTo>
                    <a:pt x="4381072" y="2160164"/>
                  </a:lnTo>
                  <a:lnTo>
                    <a:pt x="4381887" y="2162497"/>
                  </a:lnTo>
                  <a:lnTo>
                    <a:pt x="4382701" y="2313739"/>
                  </a:lnTo>
                  <a:lnTo>
                    <a:pt x="4383516" y="2467851"/>
                  </a:lnTo>
                  <a:lnTo>
                    <a:pt x="4384331" y="2530900"/>
                  </a:lnTo>
                  <a:lnTo>
                    <a:pt x="4385146" y="2524913"/>
                  </a:lnTo>
                  <a:lnTo>
                    <a:pt x="4385961" y="2523688"/>
                  </a:lnTo>
                  <a:lnTo>
                    <a:pt x="4386775" y="2486931"/>
                  </a:lnTo>
                  <a:lnTo>
                    <a:pt x="4387590" y="2482715"/>
                  </a:lnTo>
                  <a:lnTo>
                    <a:pt x="4388405" y="2380914"/>
                  </a:lnTo>
                  <a:lnTo>
                    <a:pt x="4389220" y="2338156"/>
                  </a:lnTo>
                  <a:lnTo>
                    <a:pt x="4390034" y="2412252"/>
                  </a:lnTo>
                  <a:lnTo>
                    <a:pt x="4390849" y="2503299"/>
                  </a:lnTo>
                  <a:lnTo>
                    <a:pt x="4391664" y="2617423"/>
                  </a:lnTo>
                  <a:lnTo>
                    <a:pt x="4392479" y="2604011"/>
                  </a:lnTo>
                  <a:lnTo>
                    <a:pt x="4393294" y="2653306"/>
                  </a:lnTo>
                  <a:lnTo>
                    <a:pt x="4394108" y="2681995"/>
                  </a:lnTo>
                  <a:lnTo>
                    <a:pt x="4394923" y="2697663"/>
                  </a:lnTo>
                  <a:lnTo>
                    <a:pt x="4395738" y="2734713"/>
                  </a:lnTo>
                  <a:lnTo>
                    <a:pt x="4396553" y="2710300"/>
                  </a:lnTo>
                  <a:lnTo>
                    <a:pt x="4397367" y="2655236"/>
                  </a:lnTo>
                  <a:lnTo>
                    <a:pt x="4398182" y="2662154"/>
                  </a:lnTo>
                  <a:lnTo>
                    <a:pt x="4398997" y="2694104"/>
                  </a:lnTo>
                  <a:lnTo>
                    <a:pt x="4399812" y="2693823"/>
                  </a:lnTo>
                  <a:lnTo>
                    <a:pt x="4400627" y="2721186"/>
                  </a:lnTo>
                  <a:lnTo>
                    <a:pt x="4401441" y="2797966"/>
                  </a:lnTo>
                  <a:lnTo>
                    <a:pt x="4402256" y="2918234"/>
                  </a:lnTo>
                  <a:lnTo>
                    <a:pt x="4403071" y="2993602"/>
                  </a:lnTo>
                  <a:lnTo>
                    <a:pt x="4403886" y="3034511"/>
                  </a:lnTo>
                  <a:lnTo>
                    <a:pt x="4404700" y="3034930"/>
                  </a:lnTo>
                  <a:lnTo>
                    <a:pt x="4405515" y="3063993"/>
                  </a:lnTo>
                  <a:lnTo>
                    <a:pt x="4406330" y="3116972"/>
                  </a:lnTo>
                  <a:lnTo>
                    <a:pt x="4406330" y="3116972"/>
                  </a:lnTo>
                  <a:lnTo>
                    <a:pt x="4407145" y="3116972"/>
                  </a:lnTo>
                  <a:lnTo>
                    <a:pt x="4407960" y="3116972"/>
                  </a:lnTo>
                  <a:lnTo>
                    <a:pt x="4408774" y="3116972"/>
                  </a:lnTo>
                  <a:lnTo>
                    <a:pt x="4409589" y="3116972"/>
                  </a:lnTo>
                  <a:lnTo>
                    <a:pt x="4410404" y="3116972"/>
                  </a:lnTo>
                  <a:lnTo>
                    <a:pt x="4411219" y="3116972"/>
                  </a:lnTo>
                  <a:lnTo>
                    <a:pt x="4412033" y="3109169"/>
                  </a:lnTo>
                  <a:lnTo>
                    <a:pt x="4412848" y="3098011"/>
                  </a:lnTo>
                  <a:lnTo>
                    <a:pt x="4413663" y="3089474"/>
                  </a:lnTo>
                  <a:lnTo>
                    <a:pt x="4414478" y="3077585"/>
                  </a:lnTo>
                  <a:lnTo>
                    <a:pt x="4415293" y="3056125"/>
                  </a:lnTo>
                  <a:lnTo>
                    <a:pt x="4416107" y="2967283"/>
                  </a:lnTo>
                  <a:lnTo>
                    <a:pt x="4416922" y="2892040"/>
                  </a:lnTo>
                  <a:lnTo>
                    <a:pt x="4417737" y="2863187"/>
                  </a:lnTo>
                  <a:lnTo>
                    <a:pt x="4418552" y="2832341"/>
                  </a:lnTo>
                  <a:lnTo>
                    <a:pt x="4419366" y="2890586"/>
                  </a:lnTo>
                  <a:lnTo>
                    <a:pt x="4420181" y="2963731"/>
                  </a:lnTo>
                  <a:lnTo>
                    <a:pt x="4420996" y="3001953"/>
                  </a:lnTo>
                  <a:lnTo>
                    <a:pt x="4421811" y="3100332"/>
                  </a:lnTo>
                  <a:lnTo>
                    <a:pt x="4422626" y="3116972"/>
                  </a:lnTo>
                  <a:lnTo>
                    <a:pt x="4422626" y="3116972"/>
                  </a:lnTo>
                  <a:lnTo>
                    <a:pt x="4423440" y="3116972"/>
                  </a:lnTo>
                  <a:lnTo>
                    <a:pt x="4424255" y="3049763"/>
                  </a:lnTo>
                  <a:lnTo>
                    <a:pt x="4425070" y="2920857"/>
                  </a:lnTo>
                  <a:lnTo>
                    <a:pt x="4425885" y="2794708"/>
                  </a:lnTo>
                  <a:lnTo>
                    <a:pt x="4426700" y="2669470"/>
                  </a:lnTo>
                  <a:lnTo>
                    <a:pt x="4427514" y="2581155"/>
                  </a:lnTo>
                  <a:lnTo>
                    <a:pt x="4428329" y="2468004"/>
                  </a:lnTo>
                  <a:lnTo>
                    <a:pt x="4429144" y="2430865"/>
                  </a:lnTo>
                  <a:lnTo>
                    <a:pt x="4429959" y="2482448"/>
                  </a:lnTo>
                  <a:lnTo>
                    <a:pt x="4430773" y="2614316"/>
                  </a:lnTo>
                  <a:lnTo>
                    <a:pt x="4431588" y="2671013"/>
                  </a:lnTo>
                  <a:lnTo>
                    <a:pt x="4432403" y="2629704"/>
                  </a:lnTo>
                  <a:lnTo>
                    <a:pt x="4433218" y="2680667"/>
                  </a:lnTo>
                  <a:lnTo>
                    <a:pt x="4434033" y="2755458"/>
                  </a:lnTo>
                  <a:lnTo>
                    <a:pt x="4434847" y="2739040"/>
                  </a:lnTo>
                  <a:lnTo>
                    <a:pt x="4435662" y="2627406"/>
                  </a:lnTo>
                  <a:lnTo>
                    <a:pt x="4436477" y="2542603"/>
                  </a:lnTo>
                  <a:lnTo>
                    <a:pt x="4437292" y="2564269"/>
                  </a:lnTo>
                  <a:lnTo>
                    <a:pt x="4438106" y="2666818"/>
                  </a:lnTo>
                  <a:lnTo>
                    <a:pt x="4438921" y="2705256"/>
                  </a:lnTo>
                  <a:lnTo>
                    <a:pt x="4439736" y="2677483"/>
                  </a:lnTo>
                  <a:lnTo>
                    <a:pt x="4440551" y="2717793"/>
                  </a:lnTo>
                  <a:lnTo>
                    <a:pt x="4441366" y="2841930"/>
                  </a:lnTo>
                  <a:lnTo>
                    <a:pt x="4442180" y="2837645"/>
                  </a:lnTo>
                  <a:lnTo>
                    <a:pt x="4442995" y="2717169"/>
                  </a:lnTo>
                  <a:lnTo>
                    <a:pt x="4443810" y="2678289"/>
                  </a:lnTo>
                  <a:lnTo>
                    <a:pt x="4444625" y="2796191"/>
                  </a:lnTo>
                  <a:lnTo>
                    <a:pt x="4445439" y="2875901"/>
                  </a:lnTo>
                  <a:lnTo>
                    <a:pt x="4446254" y="2806232"/>
                  </a:lnTo>
                  <a:lnTo>
                    <a:pt x="4447069" y="2814450"/>
                  </a:lnTo>
                  <a:lnTo>
                    <a:pt x="4447884" y="2811465"/>
                  </a:lnTo>
                  <a:lnTo>
                    <a:pt x="4448699" y="2759559"/>
                  </a:lnTo>
                  <a:lnTo>
                    <a:pt x="4449513" y="2601972"/>
                  </a:lnTo>
                  <a:lnTo>
                    <a:pt x="4450328" y="2498610"/>
                  </a:lnTo>
                  <a:lnTo>
                    <a:pt x="4451143" y="2546321"/>
                  </a:lnTo>
                  <a:lnTo>
                    <a:pt x="4451958" y="2575270"/>
                  </a:lnTo>
                  <a:lnTo>
                    <a:pt x="4452772" y="2518857"/>
                  </a:lnTo>
                  <a:lnTo>
                    <a:pt x="4453587" y="2423659"/>
                  </a:lnTo>
                  <a:lnTo>
                    <a:pt x="4454402" y="2393542"/>
                  </a:lnTo>
                  <a:lnTo>
                    <a:pt x="4455217" y="2292931"/>
                  </a:lnTo>
                  <a:lnTo>
                    <a:pt x="4456032" y="2155521"/>
                  </a:lnTo>
                  <a:lnTo>
                    <a:pt x="4456846" y="2089618"/>
                  </a:lnTo>
                  <a:lnTo>
                    <a:pt x="4457661" y="2220123"/>
                  </a:lnTo>
                  <a:lnTo>
                    <a:pt x="4458476" y="2437330"/>
                  </a:lnTo>
                  <a:lnTo>
                    <a:pt x="4459291" y="2582537"/>
                  </a:lnTo>
                  <a:lnTo>
                    <a:pt x="4460105" y="2780126"/>
                  </a:lnTo>
                  <a:lnTo>
                    <a:pt x="4460920" y="2952266"/>
                  </a:lnTo>
                  <a:lnTo>
                    <a:pt x="4461735" y="3015566"/>
                  </a:lnTo>
                  <a:lnTo>
                    <a:pt x="4462550" y="2962421"/>
                  </a:lnTo>
                  <a:lnTo>
                    <a:pt x="4463365" y="2869643"/>
                  </a:lnTo>
                  <a:lnTo>
                    <a:pt x="4464179" y="2766819"/>
                  </a:lnTo>
                  <a:lnTo>
                    <a:pt x="4464994" y="2746375"/>
                  </a:lnTo>
                  <a:lnTo>
                    <a:pt x="4465809" y="2710289"/>
                  </a:lnTo>
                  <a:lnTo>
                    <a:pt x="4466624" y="2668066"/>
                  </a:lnTo>
                  <a:lnTo>
                    <a:pt x="4467439" y="2653004"/>
                  </a:lnTo>
                  <a:lnTo>
                    <a:pt x="4468253" y="2622655"/>
                  </a:lnTo>
                  <a:lnTo>
                    <a:pt x="4469068" y="2623554"/>
                  </a:lnTo>
                  <a:lnTo>
                    <a:pt x="4469883" y="2628763"/>
                  </a:lnTo>
                  <a:lnTo>
                    <a:pt x="4470698" y="2662039"/>
                  </a:lnTo>
                  <a:lnTo>
                    <a:pt x="4471512" y="2710741"/>
                  </a:lnTo>
                  <a:lnTo>
                    <a:pt x="4472327" y="2715460"/>
                  </a:lnTo>
                  <a:lnTo>
                    <a:pt x="4473142" y="2777364"/>
                  </a:lnTo>
                  <a:lnTo>
                    <a:pt x="4473957" y="2904428"/>
                  </a:lnTo>
                  <a:lnTo>
                    <a:pt x="4474772" y="2980101"/>
                  </a:lnTo>
                  <a:lnTo>
                    <a:pt x="4475586" y="2997980"/>
                  </a:lnTo>
                  <a:lnTo>
                    <a:pt x="4476401" y="2974787"/>
                  </a:lnTo>
                  <a:lnTo>
                    <a:pt x="4477216" y="3010521"/>
                  </a:lnTo>
                  <a:lnTo>
                    <a:pt x="4478031" y="3015724"/>
                  </a:lnTo>
                  <a:lnTo>
                    <a:pt x="4478845" y="2946229"/>
                  </a:lnTo>
                  <a:lnTo>
                    <a:pt x="4479660" y="2841269"/>
                  </a:lnTo>
                  <a:lnTo>
                    <a:pt x="4480475" y="2734390"/>
                  </a:lnTo>
                  <a:lnTo>
                    <a:pt x="4481290" y="2675052"/>
                  </a:lnTo>
                  <a:lnTo>
                    <a:pt x="4482105" y="2576966"/>
                  </a:lnTo>
                  <a:lnTo>
                    <a:pt x="4482919" y="2489481"/>
                  </a:lnTo>
                  <a:lnTo>
                    <a:pt x="4483734" y="2408499"/>
                  </a:lnTo>
                  <a:lnTo>
                    <a:pt x="4484549" y="2385446"/>
                  </a:lnTo>
                  <a:lnTo>
                    <a:pt x="4485364" y="2374316"/>
                  </a:lnTo>
                  <a:lnTo>
                    <a:pt x="4486178" y="2310486"/>
                  </a:lnTo>
                  <a:lnTo>
                    <a:pt x="4486993" y="2282431"/>
                  </a:lnTo>
                  <a:lnTo>
                    <a:pt x="4487808" y="2266996"/>
                  </a:lnTo>
                  <a:lnTo>
                    <a:pt x="4488623" y="2334472"/>
                  </a:lnTo>
                  <a:lnTo>
                    <a:pt x="4489438" y="2355517"/>
                  </a:lnTo>
                  <a:lnTo>
                    <a:pt x="4490252" y="2448491"/>
                  </a:lnTo>
                  <a:lnTo>
                    <a:pt x="4491067" y="2622528"/>
                  </a:lnTo>
                  <a:lnTo>
                    <a:pt x="4491882" y="2805242"/>
                  </a:lnTo>
                  <a:lnTo>
                    <a:pt x="4492697" y="2925845"/>
                  </a:lnTo>
                  <a:lnTo>
                    <a:pt x="4493511" y="2861568"/>
                  </a:lnTo>
                  <a:lnTo>
                    <a:pt x="4494326" y="2794683"/>
                  </a:lnTo>
                  <a:lnTo>
                    <a:pt x="4495141" y="2698454"/>
                  </a:lnTo>
                  <a:lnTo>
                    <a:pt x="4495956" y="2658446"/>
                  </a:lnTo>
                  <a:lnTo>
                    <a:pt x="4496771" y="2658448"/>
                  </a:lnTo>
                  <a:lnTo>
                    <a:pt x="4497585" y="2696785"/>
                  </a:lnTo>
                  <a:lnTo>
                    <a:pt x="4498400" y="2750941"/>
                  </a:lnTo>
                  <a:lnTo>
                    <a:pt x="4499215" y="2708998"/>
                  </a:lnTo>
                  <a:lnTo>
                    <a:pt x="4500030" y="2731290"/>
                  </a:lnTo>
                  <a:lnTo>
                    <a:pt x="4500844" y="2714098"/>
                  </a:lnTo>
                  <a:lnTo>
                    <a:pt x="4501659" y="2648081"/>
                  </a:lnTo>
                  <a:lnTo>
                    <a:pt x="4502474" y="2636475"/>
                  </a:lnTo>
                  <a:lnTo>
                    <a:pt x="4503289" y="2704455"/>
                  </a:lnTo>
                  <a:lnTo>
                    <a:pt x="4504104" y="2859812"/>
                  </a:lnTo>
                  <a:lnTo>
                    <a:pt x="4504918" y="2940906"/>
                  </a:lnTo>
                  <a:lnTo>
                    <a:pt x="4505733" y="2986775"/>
                  </a:lnTo>
                  <a:lnTo>
                    <a:pt x="4506548" y="3072872"/>
                  </a:lnTo>
                  <a:lnTo>
                    <a:pt x="4507363" y="3091571"/>
                  </a:lnTo>
                  <a:lnTo>
                    <a:pt x="4508178" y="3055534"/>
                  </a:lnTo>
                  <a:lnTo>
                    <a:pt x="4508992" y="3001963"/>
                  </a:lnTo>
                  <a:lnTo>
                    <a:pt x="4509807" y="2972394"/>
                  </a:lnTo>
                  <a:lnTo>
                    <a:pt x="4510622" y="2993182"/>
                  </a:lnTo>
                  <a:lnTo>
                    <a:pt x="4511437" y="3007521"/>
                  </a:lnTo>
                  <a:lnTo>
                    <a:pt x="4512251" y="3014368"/>
                  </a:lnTo>
                  <a:lnTo>
                    <a:pt x="4513066" y="3037583"/>
                  </a:lnTo>
                  <a:lnTo>
                    <a:pt x="4513881" y="2966747"/>
                  </a:lnTo>
                  <a:lnTo>
                    <a:pt x="4514696" y="2901944"/>
                  </a:lnTo>
                  <a:lnTo>
                    <a:pt x="4515511" y="2709655"/>
                  </a:lnTo>
                  <a:lnTo>
                    <a:pt x="4516325" y="2553281"/>
                  </a:lnTo>
                  <a:lnTo>
                    <a:pt x="4517140" y="2531410"/>
                  </a:lnTo>
                  <a:lnTo>
                    <a:pt x="4517955" y="2472937"/>
                  </a:lnTo>
                  <a:lnTo>
                    <a:pt x="4518770" y="2574972"/>
                  </a:lnTo>
                  <a:lnTo>
                    <a:pt x="4519584" y="2695485"/>
                  </a:lnTo>
                  <a:lnTo>
                    <a:pt x="4520399" y="2867321"/>
                  </a:lnTo>
                  <a:lnTo>
                    <a:pt x="4521214" y="2967036"/>
                  </a:lnTo>
                  <a:lnTo>
                    <a:pt x="4522029" y="2892947"/>
                  </a:lnTo>
                  <a:lnTo>
                    <a:pt x="4522844" y="2817943"/>
                  </a:lnTo>
                  <a:lnTo>
                    <a:pt x="4523658" y="2750990"/>
                  </a:lnTo>
                  <a:lnTo>
                    <a:pt x="4524473" y="2713302"/>
                  </a:lnTo>
                  <a:lnTo>
                    <a:pt x="4525288" y="2683478"/>
                  </a:lnTo>
                  <a:lnTo>
                    <a:pt x="4526103" y="2653395"/>
                  </a:lnTo>
                  <a:lnTo>
                    <a:pt x="4526917" y="2744055"/>
                  </a:lnTo>
                  <a:lnTo>
                    <a:pt x="4527732" y="2924662"/>
                  </a:lnTo>
                  <a:lnTo>
                    <a:pt x="4528547" y="3013988"/>
                  </a:lnTo>
                  <a:lnTo>
                    <a:pt x="4529362" y="3010039"/>
                  </a:lnTo>
                  <a:lnTo>
                    <a:pt x="4530177" y="2957385"/>
                  </a:lnTo>
                  <a:lnTo>
                    <a:pt x="4530991" y="2894021"/>
                  </a:lnTo>
                  <a:lnTo>
                    <a:pt x="4531806" y="2832832"/>
                  </a:lnTo>
                  <a:lnTo>
                    <a:pt x="4532621" y="2778187"/>
                  </a:lnTo>
                  <a:lnTo>
                    <a:pt x="4533436" y="2702591"/>
                  </a:lnTo>
                  <a:lnTo>
                    <a:pt x="4534250" y="2649766"/>
                  </a:lnTo>
                  <a:lnTo>
                    <a:pt x="4535065" y="2690937"/>
                  </a:lnTo>
                  <a:lnTo>
                    <a:pt x="4535880" y="2741486"/>
                  </a:lnTo>
                  <a:lnTo>
                    <a:pt x="4536695" y="2765347"/>
                  </a:lnTo>
                  <a:lnTo>
                    <a:pt x="4537510" y="2701397"/>
                  </a:lnTo>
                  <a:lnTo>
                    <a:pt x="4538324" y="2719230"/>
                  </a:lnTo>
                  <a:lnTo>
                    <a:pt x="4539139" y="2779852"/>
                  </a:lnTo>
                  <a:lnTo>
                    <a:pt x="4539954" y="2814671"/>
                  </a:lnTo>
                  <a:lnTo>
                    <a:pt x="4540769" y="2842267"/>
                  </a:lnTo>
                  <a:lnTo>
                    <a:pt x="4541584" y="2779393"/>
                  </a:lnTo>
                  <a:lnTo>
                    <a:pt x="4542398" y="2767932"/>
                  </a:lnTo>
                  <a:lnTo>
                    <a:pt x="4543213" y="2696881"/>
                  </a:lnTo>
                  <a:lnTo>
                    <a:pt x="4544028" y="2486457"/>
                  </a:lnTo>
                  <a:lnTo>
                    <a:pt x="4544843" y="2290470"/>
                  </a:lnTo>
                  <a:lnTo>
                    <a:pt x="4545657" y="2195656"/>
                  </a:lnTo>
                  <a:lnTo>
                    <a:pt x="4546472" y="2219959"/>
                  </a:lnTo>
                  <a:lnTo>
                    <a:pt x="4547287" y="2281720"/>
                  </a:lnTo>
                  <a:lnTo>
                    <a:pt x="4548102" y="2377395"/>
                  </a:lnTo>
                  <a:lnTo>
                    <a:pt x="4548917" y="2575680"/>
                  </a:lnTo>
                  <a:lnTo>
                    <a:pt x="4549731" y="2690933"/>
                  </a:lnTo>
                  <a:lnTo>
                    <a:pt x="4550546" y="2673417"/>
                  </a:lnTo>
                  <a:lnTo>
                    <a:pt x="4551361" y="2628619"/>
                  </a:lnTo>
                  <a:lnTo>
                    <a:pt x="4552176" y="2653550"/>
                  </a:lnTo>
                  <a:lnTo>
                    <a:pt x="4552990" y="2701457"/>
                  </a:lnTo>
                  <a:lnTo>
                    <a:pt x="4553805" y="2647406"/>
                  </a:lnTo>
                  <a:lnTo>
                    <a:pt x="4554620" y="2648469"/>
                  </a:lnTo>
                  <a:lnTo>
                    <a:pt x="4555435" y="2787611"/>
                  </a:lnTo>
                  <a:lnTo>
                    <a:pt x="4556250" y="2894301"/>
                  </a:lnTo>
                  <a:lnTo>
                    <a:pt x="4557064" y="2814683"/>
                  </a:lnTo>
                  <a:lnTo>
                    <a:pt x="4557879" y="2730426"/>
                  </a:lnTo>
                  <a:lnTo>
                    <a:pt x="4558694" y="2743559"/>
                  </a:lnTo>
                  <a:lnTo>
                    <a:pt x="4559509" y="2676749"/>
                  </a:lnTo>
                  <a:lnTo>
                    <a:pt x="4560323" y="2547971"/>
                  </a:lnTo>
                  <a:lnTo>
                    <a:pt x="4561138" y="2397983"/>
                  </a:lnTo>
                  <a:lnTo>
                    <a:pt x="4561953" y="2355685"/>
                  </a:lnTo>
                  <a:lnTo>
                    <a:pt x="4562768" y="2310291"/>
                  </a:lnTo>
                  <a:lnTo>
                    <a:pt x="4563583" y="2320497"/>
                  </a:lnTo>
                  <a:lnTo>
                    <a:pt x="4564397" y="2406015"/>
                  </a:lnTo>
                  <a:lnTo>
                    <a:pt x="4565212" y="2419561"/>
                  </a:lnTo>
                  <a:lnTo>
                    <a:pt x="4566027" y="2430487"/>
                  </a:lnTo>
                  <a:lnTo>
                    <a:pt x="4566842" y="2430979"/>
                  </a:lnTo>
                  <a:lnTo>
                    <a:pt x="4567656" y="2397186"/>
                  </a:lnTo>
                  <a:lnTo>
                    <a:pt x="4568471" y="2265265"/>
                  </a:lnTo>
                  <a:lnTo>
                    <a:pt x="4569286" y="2209093"/>
                  </a:lnTo>
                  <a:lnTo>
                    <a:pt x="4570101" y="2221153"/>
                  </a:lnTo>
                  <a:lnTo>
                    <a:pt x="4570916" y="2201883"/>
                  </a:lnTo>
                  <a:lnTo>
                    <a:pt x="4571730" y="2224143"/>
                  </a:lnTo>
                  <a:lnTo>
                    <a:pt x="4572545" y="2259377"/>
                  </a:lnTo>
                  <a:lnTo>
                    <a:pt x="4573360" y="2350439"/>
                  </a:lnTo>
                  <a:lnTo>
                    <a:pt x="4574175" y="2327573"/>
                  </a:lnTo>
                  <a:lnTo>
                    <a:pt x="4574989" y="2309836"/>
                  </a:lnTo>
                  <a:lnTo>
                    <a:pt x="4575804" y="2338717"/>
                  </a:lnTo>
                  <a:lnTo>
                    <a:pt x="4576619" y="2288541"/>
                  </a:lnTo>
                  <a:lnTo>
                    <a:pt x="4577434" y="2314698"/>
                  </a:lnTo>
                  <a:lnTo>
                    <a:pt x="4578249" y="2390714"/>
                  </a:lnTo>
                  <a:lnTo>
                    <a:pt x="4579063" y="2530720"/>
                  </a:lnTo>
                  <a:lnTo>
                    <a:pt x="4579878" y="2648906"/>
                  </a:lnTo>
                  <a:lnTo>
                    <a:pt x="4580693" y="2722884"/>
                  </a:lnTo>
                  <a:lnTo>
                    <a:pt x="4581508" y="2826187"/>
                  </a:lnTo>
                  <a:lnTo>
                    <a:pt x="4582323" y="2875709"/>
                  </a:lnTo>
                  <a:lnTo>
                    <a:pt x="4583137" y="2789937"/>
                  </a:lnTo>
                  <a:lnTo>
                    <a:pt x="4583952" y="2683957"/>
                  </a:lnTo>
                  <a:lnTo>
                    <a:pt x="4584767" y="2661669"/>
                  </a:lnTo>
                  <a:lnTo>
                    <a:pt x="4585582" y="2671437"/>
                  </a:lnTo>
                  <a:lnTo>
                    <a:pt x="4586396" y="2670622"/>
                  </a:lnTo>
                  <a:lnTo>
                    <a:pt x="4587211" y="2631797"/>
                  </a:lnTo>
                  <a:lnTo>
                    <a:pt x="4588026" y="2657017"/>
                  </a:lnTo>
                  <a:lnTo>
                    <a:pt x="4588841" y="2737005"/>
                  </a:lnTo>
                  <a:lnTo>
                    <a:pt x="4589656" y="2772745"/>
                  </a:lnTo>
                  <a:lnTo>
                    <a:pt x="4590470" y="2823822"/>
                  </a:lnTo>
                  <a:lnTo>
                    <a:pt x="4591285" y="2853439"/>
                  </a:lnTo>
                  <a:lnTo>
                    <a:pt x="4592100" y="2869647"/>
                  </a:lnTo>
                  <a:lnTo>
                    <a:pt x="4592915" y="2943739"/>
                  </a:lnTo>
                  <a:lnTo>
                    <a:pt x="4593729" y="3005036"/>
                  </a:lnTo>
                  <a:lnTo>
                    <a:pt x="4594544" y="2972841"/>
                  </a:lnTo>
                  <a:lnTo>
                    <a:pt x="4595359" y="2887907"/>
                  </a:lnTo>
                  <a:lnTo>
                    <a:pt x="4596174" y="2892923"/>
                  </a:lnTo>
                  <a:lnTo>
                    <a:pt x="4596989" y="2928526"/>
                  </a:lnTo>
                  <a:lnTo>
                    <a:pt x="4597803" y="2902160"/>
                  </a:lnTo>
                  <a:lnTo>
                    <a:pt x="4598618" y="2810359"/>
                  </a:lnTo>
                  <a:lnTo>
                    <a:pt x="4599433" y="2800107"/>
                  </a:lnTo>
                  <a:lnTo>
                    <a:pt x="4600248" y="2824664"/>
                  </a:lnTo>
                  <a:lnTo>
                    <a:pt x="4601062" y="2823840"/>
                  </a:lnTo>
                  <a:lnTo>
                    <a:pt x="4601877" y="2842474"/>
                  </a:lnTo>
                  <a:lnTo>
                    <a:pt x="4602692" y="2847881"/>
                  </a:lnTo>
                  <a:lnTo>
                    <a:pt x="4603507" y="2733261"/>
                  </a:lnTo>
                  <a:lnTo>
                    <a:pt x="4604322" y="2507743"/>
                  </a:lnTo>
                  <a:lnTo>
                    <a:pt x="4605136" y="2372831"/>
                  </a:lnTo>
                  <a:lnTo>
                    <a:pt x="4605951" y="2200205"/>
                  </a:lnTo>
                  <a:lnTo>
                    <a:pt x="4606766" y="2101433"/>
                  </a:lnTo>
                  <a:lnTo>
                    <a:pt x="4607581" y="2098487"/>
                  </a:lnTo>
                  <a:lnTo>
                    <a:pt x="4608395" y="2128939"/>
                  </a:lnTo>
                  <a:lnTo>
                    <a:pt x="4609210" y="2163692"/>
                  </a:lnTo>
                  <a:lnTo>
                    <a:pt x="4610025" y="2108545"/>
                  </a:lnTo>
                  <a:lnTo>
                    <a:pt x="4610840" y="2089561"/>
                  </a:lnTo>
                  <a:lnTo>
                    <a:pt x="4611655" y="1983511"/>
                  </a:lnTo>
                  <a:lnTo>
                    <a:pt x="4612469" y="1880179"/>
                  </a:lnTo>
                  <a:lnTo>
                    <a:pt x="4613284" y="1928946"/>
                  </a:lnTo>
                  <a:lnTo>
                    <a:pt x="4614099" y="2025321"/>
                  </a:lnTo>
                  <a:lnTo>
                    <a:pt x="4614914" y="2101449"/>
                  </a:lnTo>
                  <a:lnTo>
                    <a:pt x="4615728" y="2226643"/>
                  </a:lnTo>
                  <a:lnTo>
                    <a:pt x="4616543" y="2305083"/>
                  </a:lnTo>
                  <a:lnTo>
                    <a:pt x="4617358" y="2204517"/>
                  </a:lnTo>
                  <a:lnTo>
                    <a:pt x="4618173" y="2115482"/>
                  </a:lnTo>
                  <a:lnTo>
                    <a:pt x="4618988" y="2199531"/>
                  </a:lnTo>
                  <a:lnTo>
                    <a:pt x="4619802" y="2326939"/>
                  </a:lnTo>
                  <a:lnTo>
                    <a:pt x="4620617" y="2316425"/>
                  </a:lnTo>
                  <a:lnTo>
                    <a:pt x="4621432" y="2306039"/>
                  </a:lnTo>
                  <a:lnTo>
                    <a:pt x="4622247" y="2257629"/>
                  </a:lnTo>
                  <a:lnTo>
                    <a:pt x="4623062" y="2101917"/>
                  </a:lnTo>
                  <a:lnTo>
                    <a:pt x="4623876" y="1955829"/>
                  </a:lnTo>
                  <a:lnTo>
                    <a:pt x="4624691" y="1898225"/>
                  </a:lnTo>
                  <a:lnTo>
                    <a:pt x="4625506" y="1771519"/>
                  </a:lnTo>
                  <a:lnTo>
                    <a:pt x="4626321" y="1656163"/>
                  </a:lnTo>
                  <a:lnTo>
                    <a:pt x="4627135" y="1754418"/>
                  </a:lnTo>
                  <a:lnTo>
                    <a:pt x="4627950" y="2021924"/>
                  </a:lnTo>
                  <a:lnTo>
                    <a:pt x="4628765" y="2071822"/>
                  </a:lnTo>
                  <a:lnTo>
                    <a:pt x="4629580" y="1998288"/>
                  </a:lnTo>
                  <a:lnTo>
                    <a:pt x="4630395" y="2005313"/>
                  </a:lnTo>
                  <a:lnTo>
                    <a:pt x="4631209" y="2001383"/>
                  </a:lnTo>
                  <a:lnTo>
                    <a:pt x="4632024" y="1917159"/>
                  </a:lnTo>
                  <a:lnTo>
                    <a:pt x="4632839" y="1723382"/>
                  </a:lnTo>
                  <a:lnTo>
                    <a:pt x="4633654" y="1668571"/>
                  </a:lnTo>
                  <a:lnTo>
                    <a:pt x="4634468" y="1673205"/>
                  </a:lnTo>
                  <a:lnTo>
                    <a:pt x="4635283" y="1796488"/>
                  </a:lnTo>
                  <a:lnTo>
                    <a:pt x="4636098" y="2015035"/>
                  </a:lnTo>
                  <a:lnTo>
                    <a:pt x="4636913" y="2169275"/>
                  </a:lnTo>
                  <a:lnTo>
                    <a:pt x="4637728" y="2341486"/>
                  </a:lnTo>
                  <a:lnTo>
                    <a:pt x="4638542" y="2535871"/>
                  </a:lnTo>
                  <a:lnTo>
                    <a:pt x="4639357" y="2684211"/>
                  </a:lnTo>
                  <a:lnTo>
                    <a:pt x="4640172" y="2684864"/>
                  </a:lnTo>
                  <a:lnTo>
                    <a:pt x="4640987" y="2596230"/>
                  </a:lnTo>
                  <a:lnTo>
                    <a:pt x="4641801" y="2517697"/>
                  </a:lnTo>
                  <a:lnTo>
                    <a:pt x="4642616" y="2401307"/>
                  </a:lnTo>
                  <a:lnTo>
                    <a:pt x="4643431" y="2222003"/>
                  </a:lnTo>
                  <a:lnTo>
                    <a:pt x="4644246" y="2092282"/>
                  </a:lnTo>
                  <a:lnTo>
                    <a:pt x="4645061" y="2095604"/>
                  </a:lnTo>
                  <a:lnTo>
                    <a:pt x="4645875" y="2213921"/>
                  </a:lnTo>
                  <a:lnTo>
                    <a:pt x="4646690" y="2402246"/>
                  </a:lnTo>
                  <a:lnTo>
                    <a:pt x="4647505" y="2609339"/>
                  </a:lnTo>
                  <a:lnTo>
                    <a:pt x="4648320" y="2798048"/>
                  </a:lnTo>
                  <a:lnTo>
                    <a:pt x="4649134" y="2957068"/>
                  </a:lnTo>
                  <a:lnTo>
                    <a:pt x="4649949" y="3017635"/>
                  </a:lnTo>
                  <a:lnTo>
                    <a:pt x="4650764" y="2900695"/>
                  </a:lnTo>
                  <a:lnTo>
                    <a:pt x="4651579" y="2749539"/>
                  </a:lnTo>
                  <a:lnTo>
                    <a:pt x="4652394" y="2601269"/>
                  </a:lnTo>
                  <a:lnTo>
                    <a:pt x="4653208" y="2526628"/>
                  </a:lnTo>
                  <a:lnTo>
                    <a:pt x="4654023" y="2519749"/>
                  </a:lnTo>
                  <a:lnTo>
                    <a:pt x="4654838" y="2468390"/>
                  </a:lnTo>
                  <a:lnTo>
                    <a:pt x="4655653" y="2470621"/>
                  </a:lnTo>
                  <a:lnTo>
                    <a:pt x="4656467" y="2531854"/>
                  </a:lnTo>
                  <a:lnTo>
                    <a:pt x="4657282" y="2623643"/>
                  </a:lnTo>
                  <a:lnTo>
                    <a:pt x="4658097" y="2692732"/>
                  </a:lnTo>
                  <a:lnTo>
                    <a:pt x="4658912" y="2621188"/>
                  </a:lnTo>
                  <a:lnTo>
                    <a:pt x="4659727" y="2621884"/>
                  </a:lnTo>
                  <a:lnTo>
                    <a:pt x="4660541" y="2738848"/>
                  </a:lnTo>
                  <a:lnTo>
                    <a:pt x="4661356" y="2848141"/>
                  </a:lnTo>
                  <a:lnTo>
                    <a:pt x="4662171" y="2901231"/>
                  </a:lnTo>
                  <a:lnTo>
                    <a:pt x="4662986" y="2829924"/>
                  </a:lnTo>
                  <a:lnTo>
                    <a:pt x="4663801" y="2697442"/>
                  </a:lnTo>
                  <a:lnTo>
                    <a:pt x="4664615" y="2560476"/>
                  </a:lnTo>
                  <a:lnTo>
                    <a:pt x="4665430" y="2379339"/>
                  </a:lnTo>
                  <a:lnTo>
                    <a:pt x="4666245" y="2195162"/>
                  </a:lnTo>
                  <a:lnTo>
                    <a:pt x="4667060" y="2038501"/>
                  </a:lnTo>
                  <a:lnTo>
                    <a:pt x="4667874" y="2086996"/>
                  </a:lnTo>
                  <a:lnTo>
                    <a:pt x="4668689" y="2226114"/>
                  </a:lnTo>
                  <a:lnTo>
                    <a:pt x="4669504" y="2328300"/>
                  </a:lnTo>
                  <a:lnTo>
                    <a:pt x="4670319" y="2426767"/>
                  </a:lnTo>
                  <a:lnTo>
                    <a:pt x="4671134" y="2501543"/>
                  </a:lnTo>
                  <a:lnTo>
                    <a:pt x="4671948" y="2614796"/>
                  </a:lnTo>
                  <a:lnTo>
                    <a:pt x="4672763" y="2565870"/>
                  </a:lnTo>
                  <a:lnTo>
                    <a:pt x="4673578" y="2592049"/>
                  </a:lnTo>
                  <a:lnTo>
                    <a:pt x="4674393" y="2735086"/>
                  </a:lnTo>
                  <a:lnTo>
                    <a:pt x="4675207" y="2850063"/>
                  </a:lnTo>
                  <a:lnTo>
                    <a:pt x="4676022" y="2940095"/>
                  </a:lnTo>
                  <a:lnTo>
                    <a:pt x="4676837" y="2986895"/>
                  </a:lnTo>
                  <a:lnTo>
                    <a:pt x="4677652" y="3064185"/>
                  </a:lnTo>
                  <a:lnTo>
                    <a:pt x="4678467" y="3116972"/>
                  </a:lnTo>
                  <a:lnTo>
                    <a:pt x="4678467" y="3116972"/>
                  </a:lnTo>
                  <a:lnTo>
                    <a:pt x="4679281" y="3116972"/>
                  </a:lnTo>
                  <a:lnTo>
                    <a:pt x="4680096" y="3116972"/>
                  </a:lnTo>
                  <a:lnTo>
                    <a:pt x="4680911" y="3116972"/>
                  </a:lnTo>
                  <a:lnTo>
                    <a:pt x="4681726" y="3098878"/>
                  </a:lnTo>
                  <a:lnTo>
                    <a:pt x="4682540" y="3086526"/>
                  </a:lnTo>
                  <a:lnTo>
                    <a:pt x="4683355" y="3040757"/>
                  </a:lnTo>
                  <a:lnTo>
                    <a:pt x="4684170" y="2896961"/>
                  </a:lnTo>
                  <a:lnTo>
                    <a:pt x="4684985" y="2772201"/>
                  </a:lnTo>
                  <a:lnTo>
                    <a:pt x="4685800" y="2640057"/>
                  </a:lnTo>
                  <a:lnTo>
                    <a:pt x="4686614" y="2472104"/>
                  </a:lnTo>
                  <a:lnTo>
                    <a:pt x="4687429" y="2288380"/>
                  </a:lnTo>
                  <a:lnTo>
                    <a:pt x="4688244" y="2238849"/>
                  </a:lnTo>
                  <a:lnTo>
                    <a:pt x="4689059" y="2326062"/>
                  </a:lnTo>
                  <a:lnTo>
                    <a:pt x="4689873" y="2445206"/>
                  </a:lnTo>
                  <a:lnTo>
                    <a:pt x="4690688" y="2543493"/>
                  </a:lnTo>
                  <a:lnTo>
                    <a:pt x="4691503" y="2760467"/>
                  </a:lnTo>
                  <a:lnTo>
                    <a:pt x="4692318" y="2901102"/>
                  </a:lnTo>
                  <a:lnTo>
                    <a:pt x="4693133" y="2894737"/>
                  </a:lnTo>
                  <a:lnTo>
                    <a:pt x="4693947" y="2879385"/>
                  </a:lnTo>
                  <a:lnTo>
                    <a:pt x="4694762" y="2881593"/>
                  </a:lnTo>
                  <a:lnTo>
                    <a:pt x="4695577" y="2903313"/>
                  </a:lnTo>
                  <a:lnTo>
                    <a:pt x="4696392" y="2881148"/>
                  </a:lnTo>
                  <a:lnTo>
                    <a:pt x="4697206" y="2860586"/>
                  </a:lnTo>
                  <a:lnTo>
                    <a:pt x="4698021" y="2816204"/>
                  </a:lnTo>
                  <a:lnTo>
                    <a:pt x="4698836" y="2808141"/>
                  </a:lnTo>
                  <a:lnTo>
                    <a:pt x="4699651" y="2811550"/>
                  </a:lnTo>
                  <a:lnTo>
                    <a:pt x="4700466" y="2811551"/>
                  </a:lnTo>
                  <a:lnTo>
                    <a:pt x="4701280" y="2814937"/>
                  </a:lnTo>
                  <a:lnTo>
                    <a:pt x="4702095" y="2890942"/>
                  </a:lnTo>
                  <a:lnTo>
                    <a:pt x="4702910" y="2972500"/>
                  </a:lnTo>
                  <a:lnTo>
                    <a:pt x="4703725" y="2967257"/>
                  </a:lnTo>
                  <a:lnTo>
                    <a:pt x="4704540" y="2926706"/>
                  </a:lnTo>
                  <a:lnTo>
                    <a:pt x="4705354" y="2880341"/>
                  </a:lnTo>
                  <a:lnTo>
                    <a:pt x="4706169" y="2848442"/>
                  </a:lnTo>
                  <a:lnTo>
                    <a:pt x="4706984" y="2797377"/>
                  </a:lnTo>
                  <a:lnTo>
                    <a:pt x="4707799" y="2815048"/>
                  </a:lnTo>
                  <a:lnTo>
                    <a:pt x="4708613" y="2869559"/>
                  </a:lnTo>
                  <a:lnTo>
                    <a:pt x="4709428" y="2910109"/>
                  </a:lnTo>
                  <a:lnTo>
                    <a:pt x="4710243" y="2911936"/>
                  </a:lnTo>
                  <a:lnTo>
                    <a:pt x="4711058" y="2896593"/>
                  </a:lnTo>
                  <a:lnTo>
                    <a:pt x="4711873" y="2947660"/>
                  </a:lnTo>
                  <a:lnTo>
                    <a:pt x="4712687" y="2966464"/>
                  </a:lnTo>
                  <a:lnTo>
                    <a:pt x="4713502" y="2966464"/>
                  </a:lnTo>
                  <a:lnTo>
                    <a:pt x="4714317" y="2966464"/>
                  </a:lnTo>
                  <a:lnTo>
                    <a:pt x="4715132" y="3011002"/>
                  </a:lnTo>
                  <a:lnTo>
                    <a:pt x="4715946" y="3058242"/>
                  </a:lnTo>
                  <a:lnTo>
                    <a:pt x="4716761" y="3058242"/>
                  </a:lnTo>
                  <a:lnTo>
                    <a:pt x="4717576" y="3058242"/>
                  </a:lnTo>
                  <a:lnTo>
                    <a:pt x="4718391" y="3058242"/>
                  </a:lnTo>
                  <a:lnTo>
                    <a:pt x="4719206" y="3058242"/>
                  </a:lnTo>
                  <a:lnTo>
                    <a:pt x="4720020" y="3058242"/>
                  </a:lnTo>
                  <a:lnTo>
                    <a:pt x="4720835" y="3058242"/>
                  </a:lnTo>
                  <a:lnTo>
                    <a:pt x="4721650" y="3058242"/>
                  </a:lnTo>
                  <a:lnTo>
                    <a:pt x="4722465" y="3058242"/>
                  </a:lnTo>
                  <a:lnTo>
                    <a:pt x="4723279" y="3058242"/>
                  </a:lnTo>
                  <a:lnTo>
                    <a:pt x="4724094" y="3058242"/>
                  </a:lnTo>
                  <a:lnTo>
                    <a:pt x="4724909" y="3058242"/>
                  </a:lnTo>
                  <a:lnTo>
                    <a:pt x="4725724" y="3058242"/>
                  </a:lnTo>
                  <a:lnTo>
                    <a:pt x="4726539" y="3058242"/>
                  </a:lnTo>
                  <a:lnTo>
                    <a:pt x="4727353" y="3058242"/>
                  </a:lnTo>
                  <a:lnTo>
                    <a:pt x="4728168" y="3062791"/>
                  </a:lnTo>
                  <a:lnTo>
                    <a:pt x="4728983" y="3038306"/>
                  </a:lnTo>
                  <a:lnTo>
                    <a:pt x="4729798" y="3028327"/>
                  </a:lnTo>
                  <a:lnTo>
                    <a:pt x="4730612" y="3034300"/>
                  </a:lnTo>
                  <a:lnTo>
                    <a:pt x="4731427" y="3021675"/>
                  </a:lnTo>
                  <a:lnTo>
                    <a:pt x="4732242" y="2943619"/>
                  </a:lnTo>
                  <a:lnTo>
                    <a:pt x="4733057" y="2870543"/>
                  </a:lnTo>
                  <a:lnTo>
                    <a:pt x="4733872" y="2801553"/>
                  </a:lnTo>
                  <a:lnTo>
                    <a:pt x="4734686" y="2711891"/>
                  </a:lnTo>
                  <a:lnTo>
                    <a:pt x="4735501" y="2657381"/>
                  </a:lnTo>
                  <a:lnTo>
                    <a:pt x="4736316" y="2624837"/>
                  </a:lnTo>
                  <a:lnTo>
                    <a:pt x="4737131" y="2702895"/>
                  </a:lnTo>
                  <a:lnTo>
                    <a:pt x="4737945" y="2771422"/>
                  </a:lnTo>
                  <a:lnTo>
                    <a:pt x="4738760" y="2864895"/>
                  </a:lnTo>
                  <a:lnTo>
                    <a:pt x="4739575" y="2964537"/>
                  </a:lnTo>
                  <a:lnTo>
                    <a:pt x="4740390" y="2956602"/>
                  </a:lnTo>
                  <a:lnTo>
                    <a:pt x="4741205" y="2967024"/>
                  </a:lnTo>
                  <a:lnTo>
                    <a:pt x="4742019" y="2967024"/>
                  </a:lnTo>
                  <a:lnTo>
                    <a:pt x="4742834" y="2944184"/>
                  </a:lnTo>
                  <a:lnTo>
                    <a:pt x="4743649" y="2933927"/>
                  </a:lnTo>
                  <a:lnTo>
                    <a:pt x="4744464" y="2936528"/>
                  </a:lnTo>
                  <a:lnTo>
                    <a:pt x="4745279" y="2992999"/>
                  </a:lnTo>
                  <a:lnTo>
                    <a:pt x="4746093" y="3027745"/>
                  </a:lnTo>
                  <a:lnTo>
                    <a:pt x="4746908" y="3026187"/>
                  </a:lnTo>
                  <a:lnTo>
                    <a:pt x="4747723" y="2935877"/>
                  </a:lnTo>
                  <a:lnTo>
                    <a:pt x="4748538" y="2824462"/>
                  </a:lnTo>
                  <a:lnTo>
                    <a:pt x="4749352" y="2818108"/>
                  </a:lnTo>
                  <a:lnTo>
                    <a:pt x="4750167" y="2803008"/>
                  </a:lnTo>
                  <a:lnTo>
                    <a:pt x="4750982" y="2762644"/>
                  </a:lnTo>
                  <a:lnTo>
                    <a:pt x="4751797" y="2730827"/>
                  </a:lnTo>
                  <a:lnTo>
                    <a:pt x="4752612" y="2836987"/>
                  </a:lnTo>
                  <a:lnTo>
                    <a:pt x="4753426" y="2958660"/>
                  </a:lnTo>
                  <a:lnTo>
                    <a:pt x="4754241" y="2928974"/>
                  </a:lnTo>
                  <a:lnTo>
                    <a:pt x="4755056" y="2866697"/>
                  </a:lnTo>
                  <a:lnTo>
                    <a:pt x="4755871" y="2850804"/>
                  </a:lnTo>
                  <a:lnTo>
                    <a:pt x="4756685" y="2872159"/>
                  </a:lnTo>
                  <a:lnTo>
                    <a:pt x="4757500" y="2879150"/>
                  </a:lnTo>
                  <a:lnTo>
                    <a:pt x="4758315" y="2855206"/>
                  </a:lnTo>
                  <a:lnTo>
                    <a:pt x="4759130" y="2875901"/>
                  </a:lnTo>
                  <a:lnTo>
                    <a:pt x="4759945" y="2983888"/>
                  </a:lnTo>
                  <a:lnTo>
                    <a:pt x="4760759" y="3091148"/>
                  </a:lnTo>
                  <a:lnTo>
                    <a:pt x="4761574" y="3116972"/>
                  </a:lnTo>
                  <a:lnTo>
                    <a:pt x="4761574" y="3116972"/>
                  </a:lnTo>
                  <a:lnTo>
                    <a:pt x="4762389" y="3116972"/>
                  </a:lnTo>
                  <a:lnTo>
                    <a:pt x="4763204" y="3116972"/>
                  </a:lnTo>
                  <a:lnTo>
                    <a:pt x="4764018" y="3116972"/>
                  </a:lnTo>
                  <a:lnTo>
                    <a:pt x="4764833" y="3116972"/>
                  </a:lnTo>
                  <a:lnTo>
                    <a:pt x="4765648" y="3116972"/>
                  </a:lnTo>
                  <a:lnTo>
                    <a:pt x="4766463" y="3116972"/>
                  </a:lnTo>
                  <a:lnTo>
                    <a:pt x="4767278" y="3039240"/>
                  </a:lnTo>
                  <a:lnTo>
                    <a:pt x="4768092" y="2943502"/>
                  </a:lnTo>
                  <a:lnTo>
                    <a:pt x="4768907" y="2881308"/>
                  </a:lnTo>
                  <a:lnTo>
                    <a:pt x="4769722" y="2892676"/>
                  </a:lnTo>
                  <a:lnTo>
                    <a:pt x="4770537" y="2960731"/>
                  </a:lnTo>
                  <a:lnTo>
                    <a:pt x="4771351" y="2999542"/>
                  </a:lnTo>
                  <a:lnTo>
                    <a:pt x="4772166" y="3072394"/>
                  </a:lnTo>
                  <a:lnTo>
                    <a:pt x="4772981" y="3116972"/>
                  </a:lnTo>
                  <a:lnTo>
                    <a:pt x="4772981" y="3116972"/>
                  </a:lnTo>
                  <a:lnTo>
                    <a:pt x="4773796" y="3116972"/>
                  </a:lnTo>
                  <a:lnTo>
                    <a:pt x="4774611" y="3116972"/>
                  </a:lnTo>
                  <a:lnTo>
                    <a:pt x="4775425" y="3116972"/>
                  </a:lnTo>
                  <a:lnTo>
                    <a:pt x="4776240" y="3062603"/>
                  </a:lnTo>
                  <a:lnTo>
                    <a:pt x="4777055" y="3022917"/>
                  </a:lnTo>
                  <a:lnTo>
                    <a:pt x="4777870" y="2995781"/>
                  </a:lnTo>
                  <a:lnTo>
                    <a:pt x="4778684" y="2964368"/>
                  </a:lnTo>
                  <a:lnTo>
                    <a:pt x="4779499" y="2964368"/>
                  </a:lnTo>
                  <a:lnTo>
                    <a:pt x="4780314" y="2972194"/>
                  </a:lnTo>
                  <a:lnTo>
                    <a:pt x="4781129" y="2964919"/>
                  </a:lnTo>
                  <a:lnTo>
                    <a:pt x="4781944" y="2852038"/>
                  </a:lnTo>
                  <a:lnTo>
                    <a:pt x="4782758" y="2695834"/>
                  </a:lnTo>
                  <a:lnTo>
                    <a:pt x="4783573" y="2606623"/>
                  </a:lnTo>
                  <a:lnTo>
                    <a:pt x="4784388" y="2556769"/>
                  </a:lnTo>
                  <a:lnTo>
                    <a:pt x="4785203" y="2454313"/>
                  </a:lnTo>
                  <a:lnTo>
                    <a:pt x="4786018" y="2414882"/>
                  </a:lnTo>
                  <a:lnTo>
                    <a:pt x="4786832" y="2547522"/>
                  </a:lnTo>
                  <a:lnTo>
                    <a:pt x="4787647" y="2644015"/>
                  </a:lnTo>
                  <a:lnTo>
                    <a:pt x="4788462" y="2666321"/>
                  </a:lnTo>
                  <a:lnTo>
                    <a:pt x="4789277" y="2628430"/>
                  </a:lnTo>
                  <a:lnTo>
                    <a:pt x="4790091" y="2625602"/>
                  </a:lnTo>
                  <a:lnTo>
                    <a:pt x="4790906" y="2646075"/>
                  </a:lnTo>
                  <a:lnTo>
                    <a:pt x="4791721" y="2612929"/>
                  </a:lnTo>
                  <a:lnTo>
                    <a:pt x="4792536" y="2625814"/>
                  </a:lnTo>
                  <a:lnTo>
                    <a:pt x="4793351" y="2630882"/>
                  </a:lnTo>
                  <a:lnTo>
                    <a:pt x="4794165" y="2597783"/>
                  </a:lnTo>
                  <a:lnTo>
                    <a:pt x="4794980" y="2543972"/>
                  </a:lnTo>
                  <a:lnTo>
                    <a:pt x="4795795" y="2480140"/>
                  </a:lnTo>
                  <a:lnTo>
                    <a:pt x="4796610" y="2411050"/>
                  </a:lnTo>
                  <a:lnTo>
                    <a:pt x="4797424" y="2276297"/>
                  </a:lnTo>
                  <a:lnTo>
                    <a:pt x="4798239" y="2170689"/>
                  </a:lnTo>
                  <a:lnTo>
                    <a:pt x="4799054" y="2215899"/>
                  </a:lnTo>
                  <a:lnTo>
                    <a:pt x="4799869" y="2327827"/>
                  </a:lnTo>
                  <a:lnTo>
                    <a:pt x="4800684" y="2354221"/>
                  </a:lnTo>
                  <a:lnTo>
                    <a:pt x="4801498" y="2339417"/>
                  </a:lnTo>
                  <a:lnTo>
                    <a:pt x="4802313" y="2437718"/>
                  </a:lnTo>
                  <a:lnTo>
                    <a:pt x="4803128" y="2538704"/>
                  </a:lnTo>
                  <a:lnTo>
                    <a:pt x="4803943" y="2439599"/>
                  </a:lnTo>
                  <a:lnTo>
                    <a:pt x="4804757" y="2383221"/>
                  </a:lnTo>
                  <a:lnTo>
                    <a:pt x="4805572" y="2502082"/>
                  </a:lnTo>
                  <a:lnTo>
                    <a:pt x="4806387" y="2585373"/>
                  </a:lnTo>
                  <a:lnTo>
                    <a:pt x="4807202" y="2664100"/>
                  </a:lnTo>
                  <a:lnTo>
                    <a:pt x="4808017" y="2673648"/>
                  </a:lnTo>
                  <a:lnTo>
                    <a:pt x="4808831" y="2834461"/>
                  </a:lnTo>
                  <a:lnTo>
                    <a:pt x="4809646" y="2934865"/>
                  </a:lnTo>
                  <a:lnTo>
                    <a:pt x="4810461" y="2825883"/>
                  </a:lnTo>
                  <a:lnTo>
                    <a:pt x="4811276" y="2868289"/>
                  </a:lnTo>
                  <a:lnTo>
                    <a:pt x="4812090" y="2896393"/>
                  </a:lnTo>
                  <a:lnTo>
                    <a:pt x="4812905" y="2921413"/>
                  </a:lnTo>
                  <a:lnTo>
                    <a:pt x="4813720" y="2842837"/>
                  </a:lnTo>
                  <a:lnTo>
                    <a:pt x="4814535" y="2787660"/>
                  </a:lnTo>
                  <a:lnTo>
                    <a:pt x="4815350" y="2859077"/>
                  </a:lnTo>
                  <a:lnTo>
                    <a:pt x="4816164" y="2754033"/>
                  </a:lnTo>
                  <a:lnTo>
                    <a:pt x="4816979" y="2635654"/>
                  </a:lnTo>
                  <a:lnTo>
                    <a:pt x="4817794" y="2670355"/>
                  </a:lnTo>
                  <a:lnTo>
                    <a:pt x="4818609" y="2798641"/>
                  </a:lnTo>
                  <a:lnTo>
                    <a:pt x="4819423" y="2876915"/>
                  </a:lnTo>
                  <a:lnTo>
                    <a:pt x="4820238" y="2905648"/>
                  </a:lnTo>
                  <a:lnTo>
                    <a:pt x="4821053" y="3021961"/>
                  </a:lnTo>
                  <a:lnTo>
                    <a:pt x="4821868" y="3116794"/>
                  </a:lnTo>
                  <a:lnTo>
                    <a:pt x="4822683" y="3097084"/>
                  </a:lnTo>
                  <a:lnTo>
                    <a:pt x="4823497" y="3016571"/>
                  </a:lnTo>
                  <a:lnTo>
                    <a:pt x="4824312" y="2993350"/>
                  </a:lnTo>
                  <a:lnTo>
                    <a:pt x="4825127" y="2984190"/>
                  </a:lnTo>
                  <a:lnTo>
                    <a:pt x="4825942" y="3002615"/>
                  </a:lnTo>
                  <a:lnTo>
                    <a:pt x="4826757" y="2989371"/>
                  </a:lnTo>
                  <a:lnTo>
                    <a:pt x="4827571" y="2945893"/>
                  </a:lnTo>
                  <a:lnTo>
                    <a:pt x="4828386" y="2972842"/>
                  </a:lnTo>
                  <a:lnTo>
                    <a:pt x="4829201" y="2978703"/>
                  </a:lnTo>
                  <a:lnTo>
                    <a:pt x="4830016" y="3023055"/>
                  </a:lnTo>
                  <a:lnTo>
                    <a:pt x="4830830" y="3007734"/>
                  </a:lnTo>
                  <a:lnTo>
                    <a:pt x="4831645" y="2980429"/>
                  </a:lnTo>
                  <a:lnTo>
                    <a:pt x="4832460" y="2962083"/>
                  </a:lnTo>
                  <a:lnTo>
                    <a:pt x="4833275" y="2929443"/>
                  </a:lnTo>
                  <a:lnTo>
                    <a:pt x="4834090" y="2883319"/>
                  </a:lnTo>
                  <a:lnTo>
                    <a:pt x="4834904" y="2778705"/>
                  </a:lnTo>
                  <a:lnTo>
                    <a:pt x="4835719" y="2731548"/>
                  </a:lnTo>
                  <a:lnTo>
                    <a:pt x="4836534" y="2793345"/>
                  </a:lnTo>
                  <a:lnTo>
                    <a:pt x="4837349" y="2872345"/>
                  </a:lnTo>
                  <a:lnTo>
                    <a:pt x="4838163" y="2846331"/>
                  </a:lnTo>
                  <a:lnTo>
                    <a:pt x="4838978" y="2806119"/>
                  </a:lnTo>
                  <a:lnTo>
                    <a:pt x="4839793" y="2806309"/>
                  </a:lnTo>
                  <a:lnTo>
                    <a:pt x="4840608" y="2791984"/>
                  </a:lnTo>
                  <a:lnTo>
                    <a:pt x="4841423" y="2637253"/>
                  </a:lnTo>
                  <a:lnTo>
                    <a:pt x="4842237" y="2519871"/>
                  </a:lnTo>
                  <a:lnTo>
                    <a:pt x="4843052" y="2589620"/>
                  </a:lnTo>
                  <a:lnTo>
                    <a:pt x="4843867" y="2669129"/>
                  </a:lnTo>
                  <a:lnTo>
                    <a:pt x="4844682" y="2711888"/>
                  </a:lnTo>
                  <a:lnTo>
                    <a:pt x="4845496" y="2671299"/>
                  </a:lnTo>
                  <a:lnTo>
                    <a:pt x="4846311" y="2721403"/>
                  </a:lnTo>
                  <a:lnTo>
                    <a:pt x="4847126" y="2838369"/>
                  </a:lnTo>
                  <a:lnTo>
                    <a:pt x="4847941" y="2837927"/>
                  </a:lnTo>
                  <a:lnTo>
                    <a:pt x="4848756" y="2754903"/>
                  </a:lnTo>
                  <a:lnTo>
                    <a:pt x="4849570" y="2664398"/>
                  </a:lnTo>
                  <a:lnTo>
                    <a:pt x="4850385" y="2674818"/>
                  </a:lnTo>
                  <a:lnTo>
                    <a:pt x="4851200" y="2657450"/>
                  </a:lnTo>
                  <a:lnTo>
                    <a:pt x="4852015" y="2589981"/>
                  </a:lnTo>
                  <a:lnTo>
                    <a:pt x="4852829" y="2578308"/>
                  </a:lnTo>
                  <a:lnTo>
                    <a:pt x="4853644" y="2677815"/>
                  </a:lnTo>
                  <a:lnTo>
                    <a:pt x="4854459" y="2754645"/>
                  </a:lnTo>
                  <a:lnTo>
                    <a:pt x="4855274" y="2745355"/>
                  </a:lnTo>
                  <a:lnTo>
                    <a:pt x="4856089" y="2741412"/>
                  </a:lnTo>
                  <a:lnTo>
                    <a:pt x="4856903" y="2723339"/>
                  </a:lnTo>
                  <a:lnTo>
                    <a:pt x="4857718" y="2736680"/>
                  </a:lnTo>
                  <a:lnTo>
                    <a:pt x="4858533" y="2671610"/>
                  </a:lnTo>
                  <a:lnTo>
                    <a:pt x="4859348" y="2673131"/>
                  </a:lnTo>
                  <a:lnTo>
                    <a:pt x="4860163" y="2749866"/>
                  </a:lnTo>
                  <a:lnTo>
                    <a:pt x="4860977" y="2787243"/>
                  </a:lnTo>
                  <a:lnTo>
                    <a:pt x="4861792" y="2879840"/>
                  </a:lnTo>
                  <a:lnTo>
                    <a:pt x="4862607" y="2890641"/>
                  </a:lnTo>
                  <a:lnTo>
                    <a:pt x="4863422" y="2943464"/>
                  </a:lnTo>
                  <a:lnTo>
                    <a:pt x="4864236" y="2957441"/>
                  </a:lnTo>
                  <a:lnTo>
                    <a:pt x="4865051" y="2877403"/>
                  </a:lnTo>
                  <a:lnTo>
                    <a:pt x="4865866" y="2847985"/>
                  </a:lnTo>
                  <a:lnTo>
                    <a:pt x="4866681" y="2815186"/>
                  </a:lnTo>
                  <a:lnTo>
                    <a:pt x="4867496" y="2809848"/>
                  </a:lnTo>
                  <a:lnTo>
                    <a:pt x="4868310" y="2798292"/>
                  </a:lnTo>
                  <a:lnTo>
                    <a:pt x="4869125" y="2682439"/>
                  </a:lnTo>
                  <a:lnTo>
                    <a:pt x="4869940" y="2542980"/>
                  </a:lnTo>
                  <a:lnTo>
                    <a:pt x="4870755" y="2374925"/>
                  </a:lnTo>
                  <a:lnTo>
                    <a:pt x="4871569" y="2230302"/>
                  </a:lnTo>
                  <a:lnTo>
                    <a:pt x="4872384" y="2202918"/>
                  </a:lnTo>
                  <a:lnTo>
                    <a:pt x="4873199" y="2157310"/>
                  </a:lnTo>
                  <a:lnTo>
                    <a:pt x="4874014" y="2132409"/>
                  </a:lnTo>
                  <a:lnTo>
                    <a:pt x="4874829" y="2125335"/>
                  </a:lnTo>
                  <a:lnTo>
                    <a:pt x="4875643" y="2122968"/>
                  </a:lnTo>
                  <a:lnTo>
                    <a:pt x="4876458" y="2018504"/>
                  </a:lnTo>
                  <a:lnTo>
                    <a:pt x="4877273" y="1850188"/>
                  </a:lnTo>
                  <a:lnTo>
                    <a:pt x="4878088" y="1771946"/>
                  </a:lnTo>
                  <a:lnTo>
                    <a:pt x="4878902" y="1830864"/>
                  </a:lnTo>
                  <a:lnTo>
                    <a:pt x="4879717" y="1936121"/>
                  </a:lnTo>
                  <a:lnTo>
                    <a:pt x="4880532" y="2061067"/>
                  </a:lnTo>
                  <a:lnTo>
                    <a:pt x="4881347" y="2221751"/>
                  </a:lnTo>
                  <a:lnTo>
                    <a:pt x="4882162" y="2362627"/>
                  </a:lnTo>
                  <a:lnTo>
                    <a:pt x="4882976" y="2415863"/>
                  </a:lnTo>
                  <a:lnTo>
                    <a:pt x="4883791" y="2441416"/>
                  </a:lnTo>
                  <a:lnTo>
                    <a:pt x="4884606" y="2575727"/>
                  </a:lnTo>
                  <a:lnTo>
                    <a:pt x="4885421" y="2721515"/>
                  </a:lnTo>
                  <a:lnTo>
                    <a:pt x="4886235" y="2878332"/>
                  </a:lnTo>
                  <a:lnTo>
                    <a:pt x="4887050" y="2889305"/>
                  </a:lnTo>
                  <a:lnTo>
                    <a:pt x="4887865" y="2870246"/>
                  </a:lnTo>
                  <a:lnTo>
                    <a:pt x="4888680" y="2898942"/>
                  </a:lnTo>
                  <a:lnTo>
                    <a:pt x="4889495" y="2830202"/>
                  </a:lnTo>
                  <a:lnTo>
                    <a:pt x="4890309" y="2646641"/>
                  </a:lnTo>
                  <a:lnTo>
                    <a:pt x="4891124" y="2516296"/>
                  </a:lnTo>
                  <a:lnTo>
                    <a:pt x="4891939" y="2479372"/>
                  </a:lnTo>
                  <a:lnTo>
                    <a:pt x="4892754" y="2469728"/>
                  </a:lnTo>
                  <a:lnTo>
                    <a:pt x="4893568" y="2433853"/>
                  </a:lnTo>
                  <a:lnTo>
                    <a:pt x="4894383" y="2472660"/>
                  </a:lnTo>
                  <a:lnTo>
                    <a:pt x="4895198" y="2701708"/>
                  </a:lnTo>
                  <a:lnTo>
                    <a:pt x="4896013" y="2896530"/>
                  </a:lnTo>
                  <a:lnTo>
                    <a:pt x="4896828" y="2990140"/>
                  </a:lnTo>
                  <a:lnTo>
                    <a:pt x="4897642" y="3109235"/>
                  </a:lnTo>
                  <a:lnTo>
                    <a:pt x="4898457" y="3116972"/>
                  </a:lnTo>
                  <a:lnTo>
                    <a:pt x="4898457" y="3116972"/>
                  </a:lnTo>
                  <a:lnTo>
                    <a:pt x="4899272" y="3116972"/>
                  </a:lnTo>
                  <a:lnTo>
                    <a:pt x="4900087" y="3089518"/>
                  </a:lnTo>
                  <a:lnTo>
                    <a:pt x="4900902" y="2914321"/>
                  </a:lnTo>
                  <a:lnTo>
                    <a:pt x="4901716" y="2837052"/>
                  </a:lnTo>
                  <a:lnTo>
                    <a:pt x="4902531" y="2779977"/>
                  </a:lnTo>
                  <a:lnTo>
                    <a:pt x="4903346" y="2753069"/>
                  </a:lnTo>
                  <a:lnTo>
                    <a:pt x="4904161" y="2749593"/>
                  </a:lnTo>
                  <a:lnTo>
                    <a:pt x="4904975" y="2784134"/>
                  </a:lnTo>
                  <a:lnTo>
                    <a:pt x="4905790" y="2789432"/>
                  </a:lnTo>
                  <a:lnTo>
                    <a:pt x="4906605" y="2826186"/>
                  </a:lnTo>
                  <a:lnTo>
                    <a:pt x="4907420" y="2867409"/>
                  </a:lnTo>
                  <a:lnTo>
                    <a:pt x="4908235" y="2923547"/>
                  </a:lnTo>
                  <a:lnTo>
                    <a:pt x="4909049" y="2933541"/>
                  </a:lnTo>
                  <a:lnTo>
                    <a:pt x="4909864" y="2971382"/>
                  </a:lnTo>
                  <a:lnTo>
                    <a:pt x="4910679" y="2984954"/>
                  </a:lnTo>
                  <a:lnTo>
                    <a:pt x="4911494" y="2946265"/>
                  </a:lnTo>
                  <a:lnTo>
                    <a:pt x="4912308" y="2899383"/>
                  </a:lnTo>
                  <a:lnTo>
                    <a:pt x="4913123" y="2881551"/>
                  </a:lnTo>
                  <a:lnTo>
                    <a:pt x="4913938" y="2876164"/>
                  </a:lnTo>
                  <a:lnTo>
                    <a:pt x="4914753" y="2878944"/>
                  </a:lnTo>
                  <a:lnTo>
                    <a:pt x="4915568" y="2928262"/>
                  </a:lnTo>
                  <a:lnTo>
                    <a:pt x="4916382" y="2994636"/>
                  </a:lnTo>
                  <a:lnTo>
                    <a:pt x="4917197" y="3049144"/>
                  </a:lnTo>
                  <a:lnTo>
                    <a:pt x="4918012" y="3058242"/>
                  </a:lnTo>
                  <a:lnTo>
                    <a:pt x="4918827" y="3058242"/>
                  </a:lnTo>
                  <a:lnTo>
                    <a:pt x="4919641" y="3058242"/>
                  </a:lnTo>
                  <a:lnTo>
                    <a:pt x="4920456" y="3058242"/>
                  </a:lnTo>
                  <a:lnTo>
                    <a:pt x="4921271" y="3058242"/>
                  </a:lnTo>
                  <a:lnTo>
                    <a:pt x="4922086" y="3072970"/>
                  </a:lnTo>
                  <a:lnTo>
                    <a:pt x="4922901" y="3009797"/>
                  </a:lnTo>
                  <a:lnTo>
                    <a:pt x="4923715" y="2977906"/>
                  </a:lnTo>
                  <a:lnTo>
                    <a:pt x="4924530" y="3010391"/>
                  </a:lnTo>
                  <a:lnTo>
                    <a:pt x="4925345" y="3013204"/>
                  </a:lnTo>
                  <a:lnTo>
                    <a:pt x="4926160" y="3013206"/>
                  </a:lnTo>
                  <a:lnTo>
                    <a:pt x="4926974" y="2998478"/>
                  </a:lnTo>
                  <a:lnTo>
                    <a:pt x="4927789" y="3061650"/>
                  </a:lnTo>
                  <a:lnTo>
                    <a:pt x="4928604" y="3093539"/>
                  </a:lnTo>
                  <a:lnTo>
                    <a:pt x="4929419" y="3074233"/>
                  </a:lnTo>
                  <a:lnTo>
                    <a:pt x="4930234" y="3116972"/>
                  </a:lnTo>
                  <a:lnTo>
                    <a:pt x="4930234" y="3116972"/>
                  </a:lnTo>
                  <a:lnTo>
                    <a:pt x="4931048" y="3116972"/>
                  </a:lnTo>
                  <a:lnTo>
                    <a:pt x="4931863" y="3116972"/>
                  </a:lnTo>
                  <a:lnTo>
                    <a:pt x="4932678" y="3116972"/>
                  </a:lnTo>
                  <a:lnTo>
                    <a:pt x="4933493" y="3116972"/>
                  </a:lnTo>
                  <a:lnTo>
                    <a:pt x="4934307" y="3116972"/>
                  </a:lnTo>
                  <a:lnTo>
                    <a:pt x="4935122" y="2983923"/>
                  </a:lnTo>
                  <a:lnTo>
                    <a:pt x="4935937" y="2943077"/>
                  </a:lnTo>
                  <a:lnTo>
                    <a:pt x="4936752" y="2931177"/>
                  </a:lnTo>
                  <a:lnTo>
                    <a:pt x="4937567" y="2843847"/>
                  </a:lnTo>
                  <a:lnTo>
                    <a:pt x="4938381" y="2764748"/>
                  </a:lnTo>
                  <a:lnTo>
                    <a:pt x="4939196" y="2679070"/>
                  </a:lnTo>
                  <a:lnTo>
                    <a:pt x="4940011" y="2640755"/>
                  </a:lnTo>
                  <a:lnTo>
                    <a:pt x="4940826" y="2663953"/>
                  </a:lnTo>
                  <a:lnTo>
                    <a:pt x="4941641" y="2757214"/>
                  </a:lnTo>
                  <a:lnTo>
                    <a:pt x="4942455" y="2857649"/>
                  </a:lnTo>
                  <a:lnTo>
                    <a:pt x="4943270" y="2939981"/>
                  </a:lnTo>
                  <a:lnTo>
                    <a:pt x="4944085" y="3062326"/>
                  </a:lnTo>
                  <a:lnTo>
                    <a:pt x="4944900" y="3103040"/>
                  </a:lnTo>
                  <a:lnTo>
                    <a:pt x="4945714" y="3067451"/>
                  </a:lnTo>
                  <a:lnTo>
                    <a:pt x="4946529" y="3016278"/>
                  </a:lnTo>
                  <a:lnTo>
                    <a:pt x="4947344" y="3011162"/>
                  </a:lnTo>
                  <a:lnTo>
                    <a:pt x="4948159" y="2991508"/>
                  </a:lnTo>
                  <a:lnTo>
                    <a:pt x="4948974" y="2945329"/>
                  </a:lnTo>
                  <a:lnTo>
                    <a:pt x="4949788" y="2960756"/>
                  </a:lnTo>
                  <a:lnTo>
                    <a:pt x="4950603" y="2967732"/>
                  </a:lnTo>
                  <a:lnTo>
                    <a:pt x="4951418" y="2979249"/>
                  </a:lnTo>
                  <a:lnTo>
                    <a:pt x="4952233" y="2979250"/>
                  </a:lnTo>
                  <a:lnTo>
                    <a:pt x="4953047" y="2996445"/>
                  </a:lnTo>
                  <a:lnTo>
                    <a:pt x="4953862" y="3066719"/>
                  </a:lnTo>
                  <a:lnTo>
                    <a:pt x="4954677" y="3114477"/>
                  </a:lnTo>
                  <a:lnTo>
                    <a:pt x="4955492" y="3116972"/>
                  </a:lnTo>
                  <a:lnTo>
                    <a:pt x="4955492" y="3116972"/>
                  </a:lnTo>
                  <a:lnTo>
                    <a:pt x="4956307" y="3083884"/>
                  </a:lnTo>
                  <a:lnTo>
                    <a:pt x="4957121" y="3032580"/>
                  </a:lnTo>
                  <a:lnTo>
                    <a:pt x="4957936" y="2992111"/>
                  </a:lnTo>
                  <a:lnTo>
                    <a:pt x="4958751" y="2888389"/>
                  </a:lnTo>
                  <a:lnTo>
                    <a:pt x="4959566" y="2786557"/>
                  </a:lnTo>
                  <a:lnTo>
                    <a:pt x="4960380" y="2642647"/>
                  </a:lnTo>
                  <a:lnTo>
                    <a:pt x="4961195" y="2518785"/>
                  </a:lnTo>
                  <a:lnTo>
                    <a:pt x="4962010" y="2481418"/>
                  </a:lnTo>
                  <a:lnTo>
                    <a:pt x="4962825" y="2315578"/>
                  </a:lnTo>
                  <a:lnTo>
                    <a:pt x="4963640" y="2227376"/>
                  </a:lnTo>
                  <a:lnTo>
                    <a:pt x="4964454" y="2250615"/>
                  </a:lnTo>
                  <a:lnTo>
                    <a:pt x="4965269" y="2313499"/>
                  </a:lnTo>
                  <a:lnTo>
                    <a:pt x="4966084" y="2460270"/>
                  </a:lnTo>
                  <a:lnTo>
                    <a:pt x="4966899" y="2518632"/>
                  </a:lnTo>
                  <a:lnTo>
                    <a:pt x="4967713" y="2682536"/>
                  </a:lnTo>
                  <a:lnTo>
                    <a:pt x="4968528" y="2853771"/>
                  </a:lnTo>
                  <a:lnTo>
                    <a:pt x="4969343" y="2938155"/>
                  </a:lnTo>
                  <a:lnTo>
                    <a:pt x="4970158" y="3019182"/>
                  </a:lnTo>
                  <a:lnTo>
                    <a:pt x="4970973" y="3028915"/>
                  </a:lnTo>
                  <a:lnTo>
                    <a:pt x="4971787" y="3082771"/>
                  </a:lnTo>
                  <a:lnTo>
                    <a:pt x="4972602" y="3116972"/>
                  </a:lnTo>
                  <a:lnTo>
                    <a:pt x="4972602" y="3116972"/>
                  </a:lnTo>
                  <a:lnTo>
                    <a:pt x="4973417" y="3116972"/>
                  </a:lnTo>
                  <a:lnTo>
                    <a:pt x="4974232" y="3116972"/>
                  </a:lnTo>
                  <a:lnTo>
                    <a:pt x="4975046" y="3116972"/>
                  </a:lnTo>
                  <a:lnTo>
                    <a:pt x="4975861" y="3116972"/>
                  </a:lnTo>
                  <a:lnTo>
                    <a:pt x="4976676" y="3116972"/>
                  </a:lnTo>
                  <a:lnTo>
                    <a:pt x="4977491" y="3116972"/>
                  </a:lnTo>
                  <a:lnTo>
                    <a:pt x="4978306" y="3116972"/>
                  </a:lnTo>
                  <a:lnTo>
                    <a:pt x="4979120" y="3116972"/>
                  </a:lnTo>
                  <a:lnTo>
                    <a:pt x="4979935" y="3088025"/>
                  </a:lnTo>
                  <a:lnTo>
                    <a:pt x="4980750" y="2994362"/>
                  </a:lnTo>
                  <a:lnTo>
                    <a:pt x="4981565" y="2911890"/>
                  </a:lnTo>
                  <a:lnTo>
                    <a:pt x="4982380" y="2909977"/>
                  </a:lnTo>
                  <a:lnTo>
                    <a:pt x="4983194" y="2937992"/>
                  </a:lnTo>
                  <a:lnTo>
                    <a:pt x="4984009" y="2937992"/>
                  </a:lnTo>
                  <a:lnTo>
                    <a:pt x="4984824" y="2927353"/>
                  </a:lnTo>
                  <a:lnTo>
                    <a:pt x="4985639" y="2937550"/>
                  </a:lnTo>
                  <a:lnTo>
                    <a:pt x="4986453" y="2989506"/>
                  </a:lnTo>
                  <a:lnTo>
                    <a:pt x="4987268" y="2991418"/>
                  </a:lnTo>
                  <a:lnTo>
                    <a:pt x="4988083" y="2951539"/>
                  </a:lnTo>
                  <a:lnTo>
                    <a:pt x="4988898" y="2906809"/>
                  </a:lnTo>
                  <a:lnTo>
                    <a:pt x="4989713" y="2892973"/>
                  </a:lnTo>
                  <a:lnTo>
                    <a:pt x="4990527" y="2887285"/>
                  </a:lnTo>
                  <a:lnTo>
                    <a:pt x="4991342" y="2842323"/>
                  </a:lnTo>
                  <a:lnTo>
                    <a:pt x="4992157" y="2844791"/>
                  </a:lnTo>
                  <a:lnTo>
                    <a:pt x="4992972" y="2852139"/>
                  </a:lnTo>
                  <a:lnTo>
                    <a:pt x="4993786" y="2876528"/>
                  </a:lnTo>
                  <a:lnTo>
                    <a:pt x="4994601" y="2907807"/>
                  </a:lnTo>
                  <a:lnTo>
                    <a:pt x="4995416" y="2960603"/>
                  </a:lnTo>
                  <a:lnTo>
                    <a:pt x="4996231" y="3033184"/>
                  </a:lnTo>
                  <a:lnTo>
                    <a:pt x="4997046" y="3066019"/>
                  </a:lnTo>
                  <a:lnTo>
                    <a:pt x="4997860" y="3090702"/>
                  </a:lnTo>
                  <a:lnTo>
                    <a:pt x="4998675" y="3116972"/>
                  </a:lnTo>
                  <a:lnTo>
                    <a:pt x="4998675" y="3116972"/>
                  </a:lnTo>
                  <a:lnTo>
                    <a:pt x="4999490" y="3116972"/>
                  </a:lnTo>
                  <a:lnTo>
                    <a:pt x="5000305" y="3116972"/>
                  </a:lnTo>
                  <a:lnTo>
                    <a:pt x="5001119" y="3116972"/>
                  </a:lnTo>
                  <a:lnTo>
                    <a:pt x="5001934" y="3116972"/>
                  </a:lnTo>
                  <a:lnTo>
                    <a:pt x="5002749" y="3116972"/>
                  </a:lnTo>
                  <a:lnTo>
                    <a:pt x="5003564" y="3116972"/>
                  </a:lnTo>
                  <a:lnTo>
                    <a:pt x="5004379" y="3116972"/>
                  </a:lnTo>
                  <a:lnTo>
                    <a:pt x="5005193" y="3116972"/>
                  </a:lnTo>
                  <a:lnTo>
                    <a:pt x="5006008" y="3116972"/>
                  </a:lnTo>
                  <a:lnTo>
                    <a:pt x="5006823" y="3078136"/>
                  </a:lnTo>
                  <a:lnTo>
                    <a:pt x="5007638" y="2988020"/>
                  </a:lnTo>
                  <a:lnTo>
                    <a:pt x="5008452" y="2897081"/>
                  </a:lnTo>
                  <a:lnTo>
                    <a:pt x="5009267" y="2842313"/>
                  </a:lnTo>
                  <a:lnTo>
                    <a:pt x="5010082" y="2781396"/>
                  </a:lnTo>
                  <a:lnTo>
                    <a:pt x="5010897" y="2746373"/>
                  </a:lnTo>
                  <a:lnTo>
                    <a:pt x="5011712" y="2778420"/>
                  </a:lnTo>
                  <a:lnTo>
                    <a:pt x="5012526" y="2914804"/>
                  </a:lnTo>
                  <a:lnTo>
                    <a:pt x="5013341" y="3080599"/>
                  </a:lnTo>
                  <a:lnTo>
                    <a:pt x="5014156" y="3116972"/>
                  </a:lnTo>
                  <a:lnTo>
                    <a:pt x="5014156" y="3116972"/>
                  </a:lnTo>
                  <a:lnTo>
                    <a:pt x="5014971" y="3116972"/>
                  </a:lnTo>
                  <a:lnTo>
                    <a:pt x="5015785" y="3116972"/>
                  </a:lnTo>
                  <a:lnTo>
                    <a:pt x="5016600" y="3116972"/>
                  </a:lnTo>
                  <a:lnTo>
                    <a:pt x="5017415" y="3116972"/>
                  </a:lnTo>
                  <a:lnTo>
                    <a:pt x="5018230" y="3100737"/>
                  </a:lnTo>
                  <a:lnTo>
                    <a:pt x="5019045" y="2954845"/>
                  </a:lnTo>
                  <a:lnTo>
                    <a:pt x="5019859" y="2876190"/>
                  </a:lnTo>
                  <a:lnTo>
                    <a:pt x="5020674" y="2801092"/>
                  </a:lnTo>
                  <a:lnTo>
                    <a:pt x="5021489" y="2810929"/>
                  </a:lnTo>
                  <a:lnTo>
                    <a:pt x="5022304" y="2855307"/>
                  </a:lnTo>
                  <a:lnTo>
                    <a:pt x="5023119" y="2934280"/>
                  </a:lnTo>
                  <a:lnTo>
                    <a:pt x="5023933" y="2956843"/>
                  </a:lnTo>
                  <a:lnTo>
                    <a:pt x="5024748" y="2842939"/>
                  </a:lnTo>
                  <a:lnTo>
                    <a:pt x="5025563" y="2764903"/>
                  </a:lnTo>
                  <a:lnTo>
                    <a:pt x="5026378" y="2782841"/>
                  </a:lnTo>
                  <a:lnTo>
                    <a:pt x="5027192" y="2836208"/>
                  </a:lnTo>
                  <a:lnTo>
                    <a:pt x="5028007" y="2862700"/>
                  </a:lnTo>
                  <a:lnTo>
                    <a:pt x="5028822" y="2879781"/>
                  </a:lnTo>
                  <a:lnTo>
                    <a:pt x="5029637" y="2998145"/>
                  </a:lnTo>
                  <a:lnTo>
                    <a:pt x="5030452" y="3076179"/>
                  </a:lnTo>
                  <a:lnTo>
                    <a:pt x="5031266" y="3058242"/>
                  </a:lnTo>
                  <a:lnTo>
                    <a:pt x="5032081" y="3063843"/>
                  </a:lnTo>
                  <a:lnTo>
                    <a:pt x="5032896" y="3056325"/>
                  </a:lnTo>
                  <a:lnTo>
                    <a:pt x="5033711" y="3063801"/>
                  </a:lnTo>
                  <a:lnTo>
                    <a:pt x="5034525" y="3116972"/>
                  </a:lnTo>
                  <a:lnTo>
                    <a:pt x="5034525" y="3116972"/>
                  </a:lnTo>
                  <a:lnTo>
                    <a:pt x="5035340" y="3116972"/>
                  </a:lnTo>
                  <a:lnTo>
                    <a:pt x="5036155" y="3102885"/>
                  </a:lnTo>
                  <a:lnTo>
                    <a:pt x="5036970" y="3025380"/>
                  </a:lnTo>
                  <a:lnTo>
                    <a:pt x="5037785" y="3010288"/>
                  </a:lnTo>
                  <a:lnTo>
                    <a:pt x="5038599" y="2896683"/>
                  </a:lnTo>
                  <a:lnTo>
                    <a:pt x="5039414" y="2758490"/>
                  </a:lnTo>
                  <a:lnTo>
                    <a:pt x="5040229" y="2708819"/>
                  </a:lnTo>
                  <a:lnTo>
                    <a:pt x="5041044" y="2791492"/>
                  </a:lnTo>
                  <a:lnTo>
                    <a:pt x="5041858" y="2944239"/>
                  </a:lnTo>
                  <a:lnTo>
                    <a:pt x="5042673" y="2997440"/>
                  </a:lnTo>
                  <a:lnTo>
                    <a:pt x="5043488" y="3085940"/>
                  </a:lnTo>
                  <a:lnTo>
                    <a:pt x="5044303" y="3116972"/>
                  </a:lnTo>
                  <a:lnTo>
                    <a:pt x="5044303" y="3116972"/>
                  </a:lnTo>
                  <a:lnTo>
                    <a:pt x="5045118" y="3089067"/>
                  </a:lnTo>
                  <a:lnTo>
                    <a:pt x="5045932" y="2949867"/>
                  </a:lnTo>
                  <a:lnTo>
                    <a:pt x="5046747" y="2737341"/>
                  </a:lnTo>
                  <a:lnTo>
                    <a:pt x="5047562" y="2544644"/>
                  </a:lnTo>
                  <a:lnTo>
                    <a:pt x="5048377" y="2461035"/>
                  </a:lnTo>
                  <a:lnTo>
                    <a:pt x="5049191" y="2480261"/>
                  </a:lnTo>
                  <a:lnTo>
                    <a:pt x="5050006" y="2542277"/>
                  </a:lnTo>
                  <a:lnTo>
                    <a:pt x="5050821" y="2644547"/>
                  </a:lnTo>
                  <a:lnTo>
                    <a:pt x="5051636" y="2776231"/>
                  </a:lnTo>
                  <a:lnTo>
                    <a:pt x="5052451" y="2938335"/>
                  </a:lnTo>
                  <a:lnTo>
                    <a:pt x="5053265" y="3039573"/>
                  </a:lnTo>
                  <a:lnTo>
                    <a:pt x="5054080" y="3058242"/>
                  </a:lnTo>
                  <a:lnTo>
                    <a:pt x="5054895" y="3058242"/>
                  </a:lnTo>
                  <a:lnTo>
                    <a:pt x="5055710" y="3058242"/>
                  </a:lnTo>
                  <a:lnTo>
                    <a:pt x="5056524" y="3030234"/>
                  </a:lnTo>
                  <a:lnTo>
                    <a:pt x="5057339" y="2979617"/>
                  </a:lnTo>
                  <a:lnTo>
                    <a:pt x="5058154" y="2963896"/>
                  </a:lnTo>
                  <a:lnTo>
                    <a:pt x="5058969" y="2890642"/>
                  </a:lnTo>
                  <a:lnTo>
                    <a:pt x="5059784" y="2780963"/>
                  </a:lnTo>
                  <a:lnTo>
                    <a:pt x="5060598" y="2734740"/>
                  </a:lnTo>
                  <a:lnTo>
                    <a:pt x="5061413" y="2723339"/>
                  </a:lnTo>
                  <a:lnTo>
                    <a:pt x="5062228" y="2710793"/>
                  </a:lnTo>
                  <a:lnTo>
                    <a:pt x="5063043" y="2647396"/>
                  </a:lnTo>
                  <a:lnTo>
                    <a:pt x="5063858" y="2723758"/>
                  </a:lnTo>
                  <a:lnTo>
                    <a:pt x="5064672" y="2856985"/>
                  </a:lnTo>
                  <a:lnTo>
                    <a:pt x="5065487" y="2893431"/>
                  </a:lnTo>
                  <a:lnTo>
                    <a:pt x="5066302" y="2910123"/>
                  </a:lnTo>
                  <a:lnTo>
                    <a:pt x="5067117" y="2989683"/>
                  </a:lnTo>
                  <a:lnTo>
                    <a:pt x="5067931" y="3077418"/>
                  </a:lnTo>
                  <a:lnTo>
                    <a:pt x="5068746" y="2950275"/>
                  </a:lnTo>
                  <a:lnTo>
                    <a:pt x="5069561" y="2779792"/>
                  </a:lnTo>
                  <a:lnTo>
                    <a:pt x="5070376" y="2646707"/>
                  </a:lnTo>
                  <a:lnTo>
                    <a:pt x="5071191" y="2589056"/>
                  </a:lnTo>
                  <a:lnTo>
                    <a:pt x="5072005" y="2533007"/>
                  </a:lnTo>
                  <a:lnTo>
                    <a:pt x="5072820" y="2510314"/>
                  </a:lnTo>
                  <a:lnTo>
                    <a:pt x="5073635" y="2590301"/>
                  </a:lnTo>
                  <a:lnTo>
                    <a:pt x="5074450" y="2644151"/>
                  </a:lnTo>
                  <a:lnTo>
                    <a:pt x="5075264" y="2761889"/>
                  </a:lnTo>
                  <a:lnTo>
                    <a:pt x="5076079" y="2842257"/>
                  </a:lnTo>
                  <a:lnTo>
                    <a:pt x="5076894" y="2881912"/>
                  </a:lnTo>
                  <a:lnTo>
                    <a:pt x="5077709" y="2895989"/>
                  </a:lnTo>
                  <a:lnTo>
                    <a:pt x="5078524" y="2916866"/>
                  </a:lnTo>
                  <a:lnTo>
                    <a:pt x="5079338" y="2936291"/>
                  </a:lnTo>
                  <a:lnTo>
                    <a:pt x="5080153" y="2867985"/>
                  </a:lnTo>
                  <a:lnTo>
                    <a:pt x="5080968" y="2773950"/>
                  </a:lnTo>
                  <a:lnTo>
                    <a:pt x="5081783" y="2729932"/>
                  </a:lnTo>
                  <a:lnTo>
                    <a:pt x="5082597" y="2724856"/>
                  </a:lnTo>
                  <a:lnTo>
                    <a:pt x="5083412" y="2674661"/>
                  </a:lnTo>
                  <a:lnTo>
                    <a:pt x="5084227" y="2670539"/>
                  </a:lnTo>
                  <a:lnTo>
                    <a:pt x="5085042" y="2766501"/>
                  </a:lnTo>
                  <a:lnTo>
                    <a:pt x="5085857" y="2919173"/>
                  </a:lnTo>
                  <a:lnTo>
                    <a:pt x="5086671" y="2953302"/>
                  </a:lnTo>
                  <a:lnTo>
                    <a:pt x="5087486" y="2926155"/>
                  </a:lnTo>
                  <a:lnTo>
                    <a:pt x="5088301" y="2958539"/>
                  </a:lnTo>
                  <a:lnTo>
                    <a:pt x="5089116" y="3074915"/>
                  </a:lnTo>
                  <a:lnTo>
                    <a:pt x="5089930" y="3097580"/>
                  </a:lnTo>
                  <a:lnTo>
                    <a:pt x="5090745" y="2987104"/>
                  </a:lnTo>
                  <a:lnTo>
                    <a:pt x="5091560" y="2958560"/>
                  </a:lnTo>
                  <a:lnTo>
                    <a:pt x="5092375" y="2958907"/>
                  </a:lnTo>
                  <a:lnTo>
                    <a:pt x="5093190" y="2913235"/>
                  </a:lnTo>
                  <a:lnTo>
                    <a:pt x="5094004" y="2843246"/>
                  </a:lnTo>
                  <a:lnTo>
                    <a:pt x="5094819" y="2783613"/>
                  </a:lnTo>
                  <a:lnTo>
                    <a:pt x="5095634" y="2836184"/>
                  </a:lnTo>
                  <a:lnTo>
                    <a:pt x="5096449" y="2909809"/>
                  </a:lnTo>
                  <a:lnTo>
                    <a:pt x="5097263" y="2947308"/>
                  </a:lnTo>
                  <a:lnTo>
                    <a:pt x="5098078" y="3069739"/>
                  </a:lnTo>
                  <a:lnTo>
                    <a:pt x="5098893" y="3096641"/>
                  </a:lnTo>
                  <a:lnTo>
                    <a:pt x="5099708" y="3053605"/>
                  </a:lnTo>
                  <a:lnTo>
                    <a:pt x="5100523" y="2926368"/>
                  </a:lnTo>
                  <a:lnTo>
                    <a:pt x="5101337" y="2759503"/>
                  </a:lnTo>
                  <a:lnTo>
                    <a:pt x="5102152" y="2729531"/>
                  </a:lnTo>
                  <a:lnTo>
                    <a:pt x="5102967" y="2718525"/>
                  </a:lnTo>
                  <a:lnTo>
                    <a:pt x="5103782" y="2723018"/>
                  </a:lnTo>
                  <a:lnTo>
                    <a:pt x="5104597" y="2800487"/>
                  </a:lnTo>
                  <a:lnTo>
                    <a:pt x="5105411" y="2926996"/>
                  </a:lnTo>
                  <a:lnTo>
                    <a:pt x="5106226" y="3044372"/>
                  </a:lnTo>
                  <a:lnTo>
                    <a:pt x="5107041" y="3016015"/>
                  </a:lnTo>
                  <a:lnTo>
                    <a:pt x="5107856" y="2964393"/>
                  </a:lnTo>
                  <a:lnTo>
                    <a:pt x="5108670" y="2976826"/>
                  </a:lnTo>
                  <a:lnTo>
                    <a:pt x="5109485" y="3037839"/>
                  </a:lnTo>
                  <a:lnTo>
                    <a:pt x="5110300" y="3026419"/>
                  </a:lnTo>
                  <a:lnTo>
                    <a:pt x="5111115" y="2981014"/>
                  </a:lnTo>
                  <a:lnTo>
                    <a:pt x="5111930" y="3012689"/>
                  </a:lnTo>
                  <a:lnTo>
                    <a:pt x="5112744" y="3039535"/>
                  </a:lnTo>
                  <a:lnTo>
                    <a:pt x="5113559" y="3027105"/>
                  </a:lnTo>
                  <a:lnTo>
                    <a:pt x="5114374" y="2966092"/>
                  </a:lnTo>
                  <a:lnTo>
                    <a:pt x="5115189" y="2978125"/>
                  </a:lnTo>
                  <a:lnTo>
                    <a:pt x="5116003" y="3012118"/>
                  </a:lnTo>
                  <a:lnTo>
                    <a:pt x="5116818" y="2957743"/>
                  </a:lnTo>
                  <a:lnTo>
                    <a:pt x="5117633" y="2873869"/>
                  </a:lnTo>
                  <a:lnTo>
                    <a:pt x="5118448" y="2743957"/>
                  </a:lnTo>
                  <a:lnTo>
                    <a:pt x="5119263" y="2596686"/>
                  </a:lnTo>
                  <a:lnTo>
                    <a:pt x="5120077" y="2503988"/>
                  </a:lnTo>
                  <a:lnTo>
                    <a:pt x="5120892" y="2491164"/>
                  </a:lnTo>
                  <a:lnTo>
                    <a:pt x="5121707" y="2516235"/>
                  </a:lnTo>
                  <a:lnTo>
                    <a:pt x="5122522" y="2592190"/>
                  </a:lnTo>
                  <a:lnTo>
                    <a:pt x="5123336" y="2755242"/>
                  </a:lnTo>
                  <a:lnTo>
                    <a:pt x="5124151" y="2902512"/>
                  </a:lnTo>
                  <a:lnTo>
                    <a:pt x="5124966" y="3000199"/>
                  </a:lnTo>
                  <a:lnTo>
                    <a:pt x="5125781" y="3073922"/>
                  </a:lnTo>
                  <a:lnTo>
                    <a:pt x="5126596" y="3116972"/>
                  </a:lnTo>
                  <a:lnTo>
                    <a:pt x="5126596" y="3116972"/>
                  </a:lnTo>
                  <a:lnTo>
                    <a:pt x="5127410" y="3078816"/>
                  </a:lnTo>
                  <a:lnTo>
                    <a:pt x="5128225" y="2985553"/>
                  </a:lnTo>
                  <a:lnTo>
                    <a:pt x="5129040" y="2906942"/>
                  </a:lnTo>
                  <a:lnTo>
                    <a:pt x="5129855" y="2809627"/>
                  </a:lnTo>
                  <a:lnTo>
                    <a:pt x="5130669" y="2709249"/>
                  </a:lnTo>
                  <a:lnTo>
                    <a:pt x="5131484" y="2656122"/>
                  </a:lnTo>
                  <a:lnTo>
                    <a:pt x="5132299" y="2673853"/>
                  </a:lnTo>
                  <a:lnTo>
                    <a:pt x="5133114" y="2649474"/>
                  </a:lnTo>
                  <a:lnTo>
                    <a:pt x="5133929" y="2676309"/>
                  </a:lnTo>
                  <a:lnTo>
                    <a:pt x="5134743" y="2656667"/>
                  </a:lnTo>
                  <a:lnTo>
                    <a:pt x="5135558" y="2605231"/>
                  </a:lnTo>
                  <a:lnTo>
                    <a:pt x="5136373" y="2552632"/>
                  </a:lnTo>
                  <a:lnTo>
                    <a:pt x="5137188" y="2479354"/>
                  </a:lnTo>
                  <a:lnTo>
                    <a:pt x="5138002" y="2457867"/>
                  </a:lnTo>
                  <a:lnTo>
                    <a:pt x="5138817" y="2450123"/>
                  </a:lnTo>
                  <a:lnTo>
                    <a:pt x="5139632" y="2495285"/>
                  </a:lnTo>
                  <a:lnTo>
                    <a:pt x="5140447" y="2550521"/>
                  </a:lnTo>
                  <a:lnTo>
                    <a:pt x="5141262" y="2589000"/>
                  </a:lnTo>
                  <a:lnTo>
                    <a:pt x="5142076" y="2712314"/>
                  </a:lnTo>
                  <a:lnTo>
                    <a:pt x="5142891" y="2892804"/>
                  </a:lnTo>
                  <a:lnTo>
                    <a:pt x="5143706" y="2965556"/>
                  </a:lnTo>
                  <a:lnTo>
                    <a:pt x="5144521" y="2963236"/>
                  </a:lnTo>
                  <a:lnTo>
                    <a:pt x="5145336" y="2967985"/>
                  </a:lnTo>
                  <a:lnTo>
                    <a:pt x="5146150" y="3034857"/>
                  </a:lnTo>
                  <a:lnTo>
                    <a:pt x="5146965" y="3045249"/>
                  </a:lnTo>
                  <a:lnTo>
                    <a:pt x="5147780" y="2913655"/>
                  </a:lnTo>
                  <a:lnTo>
                    <a:pt x="5148595" y="2781950"/>
                  </a:lnTo>
                  <a:lnTo>
                    <a:pt x="5149409" y="2756215"/>
                  </a:lnTo>
                  <a:lnTo>
                    <a:pt x="5150224" y="2693901"/>
                  </a:lnTo>
                  <a:lnTo>
                    <a:pt x="5151039" y="2510359"/>
                  </a:lnTo>
                  <a:lnTo>
                    <a:pt x="5151854" y="2372211"/>
                  </a:lnTo>
                  <a:lnTo>
                    <a:pt x="5152669" y="2294963"/>
                  </a:lnTo>
                  <a:lnTo>
                    <a:pt x="5153483" y="2375747"/>
                  </a:lnTo>
                  <a:lnTo>
                    <a:pt x="5154298" y="2455172"/>
                  </a:lnTo>
                  <a:lnTo>
                    <a:pt x="5155113" y="2479488"/>
                  </a:lnTo>
                  <a:lnTo>
                    <a:pt x="5155928" y="2535472"/>
                  </a:lnTo>
                  <a:lnTo>
                    <a:pt x="5156742" y="2600335"/>
                  </a:lnTo>
                  <a:lnTo>
                    <a:pt x="5157557" y="2658328"/>
                  </a:lnTo>
                  <a:lnTo>
                    <a:pt x="5158372" y="2629000"/>
                  </a:lnTo>
                  <a:lnTo>
                    <a:pt x="5159187" y="2594199"/>
                  </a:lnTo>
                  <a:lnTo>
                    <a:pt x="5160002" y="2605914"/>
                  </a:lnTo>
                  <a:lnTo>
                    <a:pt x="5160816" y="2556192"/>
                  </a:lnTo>
                  <a:lnTo>
                    <a:pt x="5161631" y="2472255"/>
                  </a:lnTo>
                  <a:lnTo>
                    <a:pt x="5162446" y="2488314"/>
                  </a:lnTo>
                  <a:lnTo>
                    <a:pt x="5163261" y="2494560"/>
                  </a:lnTo>
                  <a:lnTo>
                    <a:pt x="5164075" y="2454755"/>
                  </a:lnTo>
                  <a:lnTo>
                    <a:pt x="5164890" y="2468524"/>
                  </a:lnTo>
                  <a:lnTo>
                    <a:pt x="5165705" y="2583061"/>
                  </a:lnTo>
                  <a:lnTo>
                    <a:pt x="5166520" y="2718041"/>
                  </a:lnTo>
                  <a:lnTo>
                    <a:pt x="5167335" y="2790725"/>
                  </a:lnTo>
                  <a:lnTo>
                    <a:pt x="5168149" y="2835768"/>
                  </a:lnTo>
                  <a:lnTo>
                    <a:pt x="5168964" y="2936410"/>
                  </a:lnTo>
                  <a:lnTo>
                    <a:pt x="5169779" y="2996426"/>
                  </a:lnTo>
                  <a:lnTo>
                    <a:pt x="5170594" y="3074937"/>
                  </a:lnTo>
                  <a:lnTo>
                    <a:pt x="5171408" y="3071945"/>
                  </a:lnTo>
                  <a:lnTo>
                    <a:pt x="5172223" y="2983953"/>
                  </a:lnTo>
                  <a:lnTo>
                    <a:pt x="5173038" y="2991017"/>
                  </a:lnTo>
                  <a:lnTo>
                    <a:pt x="5173853" y="3007792"/>
                  </a:lnTo>
                  <a:lnTo>
                    <a:pt x="5174668" y="3074175"/>
                  </a:lnTo>
                  <a:lnTo>
                    <a:pt x="5175482" y="3071362"/>
                  </a:lnTo>
                  <a:lnTo>
                    <a:pt x="5176297" y="3076546"/>
                  </a:lnTo>
                  <a:lnTo>
                    <a:pt x="5177112" y="3116972"/>
                  </a:lnTo>
                  <a:lnTo>
                    <a:pt x="5177112" y="3116972"/>
                  </a:lnTo>
                  <a:lnTo>
                    <a:pt x="5177927" y="3116972"/>
                  </a:lnTo>
                  <a:lnTo>
                    <a:pt x="5178742" y="3116972"/>
                  </a:lnTo>
                  <a:lnTo>
                    <a:pt x="5179556" y="3116972"/>
                  </a:lnTo>
                  <a:lnTo>
                    <a:pt x="5180371" y="3116972"/>
                  </a:lnTo>
                  <a:lnTo>
                    <a:pt x="5181186" y="3116972"/>
                  </a:lnTo>
                  <a:lnTo>
                    <a:pt x="5182001" y="3116972"/>
                  </a:lnTo>
                  <a:lnTo>
                    <a:pt x="5182815" y="3052242"/>
                  </a:lnTo>
                  <a:lnTo>
                    <a:pt x="5183630" y="2874476"/>
                  </a:lnTo>
                  <a:lnTo>
                    <a:pt x="5184445" y="2786067"/>
                  </a:lnTo>
                  <a:lnTo>
                    <a:pt x="5185260" y="2764706"/>
                  </a:lnTo>
                  <a:lnTo>
                    <a:pt x="5186075" y="2769123"/>
                  </a:lnTo>
                  <a:lnTo>
                    <a:pt x="5186889" y="2733004"/>
                  </a:lnTo>
                  <a:lnTo>
                    <a:pt x="5187704" y="2691441"/>
                  </a:lnTo>
                  <a:lnTo>
                    <a:pt x="5188519" y="2770509"/>
                  </a:lnTo>
                  <a:lnTo>
                    <a:pt x="5189334" y="2857271"/>
                  </a:lnTo>
                  <a:lnTo>
                    <a:pt x="5190148" y="2840980"/>
                  </a:lnTo>
                  <a:lnTo>
                    <a:pt x="5190963" y="2761665"/>
                  </a:lnTo>
                  <a:lnTo>
                    <a:pt x="5191778" y="2771700"/>
                  </a:lnTo>
                  <a:lnTo>
                    <a:pt x="5192593" y="2812514"/>
                  </a:lnTo>
                  <a:lnTo>
                    <a:pt x="5193408" y="2765353"/>
                  </a:lnTo>
                  <a:lnTo>
                    <a:pt x="5194222" y="2649642"/>
                  </a:lnTo>
                  <a:lnTo>
                    <a:pt x="5195037" y="2620888"/>
                  </a:lnTo>
                  <a:lnTo>
                    <a:pt x="5195852" y="2663913"/>
                  </a:lnTo>
                  <a:lnTo>
                    <a:pt x="5196667" y="2670067"/>
                  </a:lnTo>
                  <a:lnTo>
                    <a:pt x="5197481" y="2661132"/>
                  </a:lnTo>
                  <a:lnTo>
                    <a:pt x="5198296" y="2727228"/>
                  </a:lnTo>
                  <a:lnTo>
                    <a:pt x="5199111" y="2858244"/>
                  </a:lnTo>
                  <a:lnTo>
                    <a:pt x="5199926" y="2914039"/>
                  </a:lnTo>
                  <a:lnTo>
                    <a:pt x="5200741" y="2898298"/>
                  </a:lnTo>
                  <a:lnTo>
                    <a:pt x="5201555" y="2903103"/>
                  </a:lnTo>
                  <a:lnTo>
                    <a:pt x="5202370" y="2991040"/>
                  </a:lnTo>
                  <a:lnTo>
                    <a:pt x="5203185" y="3029719"/>
                  </a:lnTo>
                  <a:lnTo>
                    <a:pt x="5204000" y="3047903"/>
                  </a:lnTo>
                  <a:lnTo>
                    <a:pt x="5204814" y="3090458"/>
                  </a:lnTo>
                  <a:lnTo>
                    <a:pt x="5205629" y="3113049"/>
                  </a:lnTo>
                  <a:lnTo>
                    <a:pt x="5206444" y="3116972"/>
                  </a:lnTo>
                  <a:lnTo>
                    <a:pt x="5206444" y="3116972"/>
                  </a:lnTo>
                  <a:lnTo>
                    <a:pt x="5207259" y="3039671"/>
                  </a:lnTo>
                  <a:lnTo>
                    <a:pt x="5208074" y="2922649"/>
                  </a:lnTo>
                  <a:lnTo>
                    <a:pt x="5208888" y="2854608"/>
                  </a:lnTo>
                  <a:lnTo>
                    <a:pt x="5209703" y="2766804"/>
                  </a:lnTo>
                  <a:lnTo>
                    <a:pt x="5210518" y="2804371"/>
                  </a:lnTo>
                  <a:lnTo>
                    <a:pt x="5211333" y="2840523"/>
                  </a:lnTo>
                  <a:lnTo>
                    <a:pt x="5212147" y="2863439"/>
                  </a:lnTo>
                  <a:lnTo>
                    <a:pt x="5212962" y="2933117"/>
                  </a:lnTo>
                  <a:lnTo>
                    <a:pt x="5213777" y="2999613"/>
                  </a:lnTo>
                  <a:lnTo>
                    <a:pt x="5214592" y="3014864"/>
                  </a:lnTo>
                  <a:lnTo>
                    <a:pt x="5215407" y="2957445"/>
                  </a:lnTo>
                  <a:lnTo>
                    <a:pt x="5216221" y="2940467"/>
                  </a:lnTo>
                  <a:lnTo>
                    <a:pt x="5217036" y="2984031"/>
                  </a:lnTo>
                  <a:lnTo>
                    <a:pt x="5217851" y="2999236"/>
                  </a:lnTo>
                  <a:lnTo>
                    <a:pt x="5218666" y="2955634"/>
                  </a:lnTo>
                  <a:lnTo>
                    <a:pt x="5219481" y="2910814"/>
                  </a:lnTo>
                  <a:lnTo>
                    <a:pt x="5220295" y="2905907"/>
                  </a:lnTo>
                  <a:lnTo>
                    <a:pt x="5221110" y="2963165"/>
                  </a:lnTo>
                  <a:lnTo>
                    <a:pt x="5221925" y="3024262"/>
                  </a:lnTo>
                  <a:lnTo>
                    <a:pt x="5222740" y="3069482"/>
                  </a:lnTo>
                  <a:lnTo>
                    <a:pt x="5223554" y="3096339"/>
                  </a:lnTo>
                  <a:lnTo>
                    <a:pt x="5224369" y="3116972"/>
                  </a:lnTo>
                  <a:lnTo>
                    <a:pt x="5224369" y="3116972"/>
                  </a:lnTo>
                  <a:lnTo>
                    <a:pt x="5225184" y="3116972"/>
                  </a:lnTo>
                  <a:lnTo>
                    <a:pt x="5225999" y="3116972"/>
                  </a:lnTo>
                  <a:lnTo>
                    <a:pt x="5226814" y="3116972"/>
                  </a:lnTo>
                  <a:lnTo>
                    <a:pt x="5227628" y="3011956"/>
                  </a:lnTo>
                  <a:lnTo>
                    <a:pt x="5228443" y="2915440"/>
                  </a:lnTo>
                  <a:lnTo>
                    <a:pt x="5229258" y="2854442"/>
                  </a:lnTo>
                  <a:lnTo>
                    <a:pt x="5230073" y="2782539"/>
                  </a:lnTo>
                  <a:lnTo>
                    <a:pt x="5230887" y="2754945"/>
                  </a:lnTo>
                  <a:lnTo>
                    <a:pt x="5231702" y="2770321"/>
                  </a:lnTo>
                  <a:lnTo>
                    <a:pt x="5232517" y="2802742"/>
                  </a:lnTo>
                  <a:lnTo>
                    <a:pt x="5233332" y="2896577"/>
                  </a:lnTo>
                  <a:lnTo>
                    <a:pt x="5234147" y="2995403"/>
                  </a:lnTo>
                  <a:lnTo>
                    <a:pt x="5234961" y="3110699"/>
                  </a:lnTo>
                  <a:lnTo>
                    <a:pt x="5235776" y="3090024"/>
                  </a:lnTo>
                  <a:lnTo>
                    <a:pt x="5236591" y="3070534"/>
                  </a:lnTo>
                  <a:lnTo>
                    <a:pt x="5237406" y="3116972"/>
                  </a:lnTo>
                  <a:lnTo>
                    <a:pt x="5237406" y="3116972"/>
                  </a:lnTo>
                  <a:lnTo>
                    <a:pt x="5238220" y="3116972"/>
                  </a:lnTo>
                  <a:lnTo>
                    <a:pt x="5239035" y="3116972"/>
                  </a:lnTo>
                  <a:lnTo>
                    <a:pt x="5239850" y="3116972"/>
                  </a:lnTo>
                  <a:lnTo>
                    <a:pt x="5240665" y="3116972"/>
                  </a:lnTo>
                  <a:lnTo>
                    <a:pt x="5241480" y="3116972"/>
                  </a:lnTo>
                  <a:lnTo>
                    <a:pt x="5242294" y="3116972"/>
                  </a:lnTo>
                  <a:lnTo>
                    <a:pt x="5243109" y="3116972"/>
                  </a:lnTo>
                  <a:lnTo>
                    <a:pt x="5243924" y="3116972"/>
                  </a:lnTo>
                  <a:lnTo>
                    <a:pt x="5244739" y="3116972"/>
                  </a:lnTo>
                  <a:lnTo>
                    <a:pt x="5245553" y="3116972"/>
                  </a:lnTo>
                  <a:lnTo>
                    <a:pt x="5246368" y="3116972"/>
                  </a:lnTo>
                  <a:lnTo>
                    <a:pt x="5247183" y="3116972"/>
                  </a:lnTo>
                  <a:lnTo>
                    <a:pt x="5247998" y="3116972"/>
                  </a:lnTo>
                  <a:lnTo>
                    <a:pt x="5248813" y="3116972"/>
                  </a:lnTo>
                  <a:lnTo>
                    <a:pt x="5249627" y="3116972"/>
                  </a:lnTo>
                  <a:lnTo>
                    <a:pt x="5250442" y="3116972"/>
                  </a:lnTo>
                  <a:lnTo>
                    <a:pt x="5251257" y="3042466"/>
                  </a:lnTo>
                  <a:lnTo>
                    <a:pt x="5252072" y="2924272"/>
                  </a:lnTo>
                  <a:lnTo>
                    <a:pt x="5252886" y="2828585"/>
                  </a:lnTo>
                  <a:lnTo>
                    <a:pt x="5253701" y="2748458"/>
                  </a:lnTo>
                  <a:lnTo>
                    <a:pt x="5254516" y="2711550"/>
                  </a:lnTo>
                  <a:lnTo>
                    <a:pt x="5255331" y="2726246"/>
                  </a:lnTo>
                  <a:lnTo>
                    <a:pt x="5256146" y="2836907"/>
                  </a:lnTo>
                  <a:lnTo>
                    <a:pt x="5256960" y="2975139"/>
                  </a:lnTo>
                  <a:lnTo>
                    <a:pt x="5257775" y="3116972"/>
                  </a:lnTo>
                  <a:lnTo>
                    <a:pt x="5257775" y="3116972"/>
                  </a:lnTo>
                  <a:lnTo>
                    <a:pt x="5258590" y="3116972"/>
                  </a:lnTo>
                  <a:lnTo>
                    <a:pt x="5259405" y="3116972"/>
                  </a:lnTo>
                  <a:lnTo>
                    <a:pt x="5260220" y="3116972"/>
                  </a:lnTo>
                  <a:lnTo>
                    <a:pt x="5261034" y="3116972"/>
                  </a:lnTo>
                  <a:lnTo>
                    <a:pt x="5261849" y="3116972"/>
                  </a:lnTo>
                  <a:lnTo>
                    <a:pt x="5262664" y="3025960"/>
                  </a:lnTo>
                  <a:lnTo>
                    <a:pt x="5263479" y="2972797"/>
                  </a:lnTo>
                  <a:lnTo>
                    <a:pt x="5264293" y="3046989"/>
                  </a:lnTo>
                  <a:lnTo>
                    <a:pt x="5265108" y="3106480"/>
                  </a:lnTo>
                  <a:lnTo>
                    <a:pt x="5265923" y="3116972"/>
                  </a:lnTo>
                  <a:lnTo>
                    <a:pt x="5265923" y="3116972"/>
                  </a:lnTo>
                  <a:lnTo>
                    <a:pt x="5266738" y="3116972"/>
                  </a:lnTo>
                  <a:lnTo>
                    <a:pt x="5267553" y="3116972"/>
                  </a:lnTo>
                  <a:lnTo>
                    <a:pt x="5268367" y="3116972"/>
                  </a:lnTo>
                  <a:lnTo>
                    <a:pt x="5269182" y="3116972"/>
                  </a:lnTo>
                  <a:lnTo>
                    <a:pt x="5269997" y="3087954"/>
                  </a:lnTo>
                  <a:lnTo>
                    <a:pt x="5270812" y="3058242"/>
                  </a:lnTo>
                  <a:lnTo>
                    <a:pt x="5271626" y="3064320"/>
                  </a:lnTo>
                  <a:lnTo>
                    <a:pt x="5272441" y="3116972"/>
                  </a:lnTo>
                  <a:lnTo>
                    <a:pt x="5272441" y="3116972"/>
                  </a:lnTo>
                  <a:lnTo>
                    <a:pt x="5273256" y="3116972"/>
                  </a:lnTo>
                  <a:lnTo>
                    <a:pt x="5274071" y="3116972"/>
                  </a:lnTo>
                  <a:lnTo>
                    <a:pt x="5274886" y="3116972"/>
                  </a:lnTo>
                  <a:lnTo>
                    <a:pt x="5275700" y="3116972"/>
                  </a:lnTo>
                  <a:lnTo>
                    <a:pt x="5276515" y="3116972"/>
                  </a:lnTo>
                  <a:lnTo>
                    <a:pt x="5277330" y="3116972"/>
                  </a:lnTo>
                  <a:lnTo>
                    <a:pt x="5278145" y="3116972"/>
                  </a:lnTo>
                  <a:lnTo>
                    <a:pt x="5278959" y="3116972"/>
                  </a:lnTo>
                  <a:lnTo>
                    <a:pt x="5279774" y="3048671"/>
                  </a:lnTo>
                  <a:lnTo>
                    <a:pt x="5280589" y="2990319"/>
                  </a:lnTo>
                  <a:lnTo>
                    <a:pt x="5281404" y="2966084"/>
                  </a:lnTo>
                  <a:lnTo>
                    <a:pt x="5282219" y="2966084"/>
                  </a:lnTo>
                  <a:lnTo>
                    <a:pt x="5283033" y="2966084"/>
                  </a:lnTo>
                  <a:lnTo>
                    <a:pt x="5283848" y="2958096"/>
                  </a:lnTo>
                  <a:lnTo>
                    <a:pt x="5284663" y="2966503"/>
                  </a:lnTo>
                  <a:lnTo>
                    <a:pt x="5285478" y="2964611"/>
                  </a:lnTo>
                  <a:lnTo>
                    <a:pt x="5286292" y="2924891"/>
                  </a:lnTo>
                  <a:lnTo>
                    <a:pt x="5287107" y="2942445"/>
                  </a:lnTo>
                  <a:lnTo>
                    <a:pt x="5287922" y="3024245"/>
                  </a:lnTo>
                  <a:lnTo>
                    <a:pt x="5288737" y="3083477"/>
                  </a:lnTo>
                  <a:lnTo>
                    <a:pt x="5289552" y="3092147"/>
                  </a:lnTo>
                  <a:lnTo>
                    <a:pt x="5290366" y="3116972"/>
                  </a:lnTo>
                  <a:lnTo>
                    <a:pt x="5290366" y="3116972"/>
                  </a:lnTo>
                  <a:lnTo>
                    <a:pt x="5291181" y="3116972"/>
                  </a:lnTo>
                  <a:lnTo>
                    <a:pt x="5291996" y="3116972"/>
                  </a:lnTo>
                  <a:lnTo>
                    <a:pt x="5292811" y="3116972"/>
                  </a:lnTo>
                  <a:lnTo>
                    <a:pt x="5293625" y="3116972"/>
                  </a:lnTo>
                  <a:lnTo>
                    <a:pt x="5294440" y="3116972"/>
                  </a:lnTo>
                  <a:lnTo>
                    <a:pt x="5295255" y="3116673"/>
                  </a:lnTo>
                  <a:lnTo>
                    <a:pt x="5296070" y="3007598"/>
                  </a:lnTo>
                  <a:lnTo>
                    <a:pt x="5296885" y="2985084"/>
                  </a:lnTo>
                  <a:lnTo>
                    <a:pt x="5297699" y="2902668"/>
                  </a:lnTo>
                  <a:lnTo>
                    <a:pt x="5298514" y="2780909"/>
                  </a:lnTo>
                  <a:lnTo>
                    <a:pt x="5299329" y="2754565"/>
                  </a:lnTo>
                  <a:lnTo>
                    <a:pt x="5300144" y="2817130"/>
                  </a:lnTo>
                  <a:lnTo>
                    <a:pt x="5300959" y="2839550"/>
                  </a:lnTo>
                  <a:lnTo>
                    <a:pt x="5301773" y="2849187"/>
                  </a:lnTo>
                  <a:lnTo>
                    <a:pt x="5302588" y="2900297"/>
                  </a:lnTo>
                  <a:lnTo>
                    <a:pt x="5303403" y="3007367"/>
                  </a:lnTo>
                  <a:lnTo>
                    <a:pt x="5304218" y="3036676"/>
                  </a:lnTo>
                  <a:lnTo>
                    <a:pt x="5305032" y="3088975"/>
                  </a:lnTo>
                  <a:lnTo>
                    <a:pt x="5305847" y="3116972"/>
                  </a:lnTo>
                  <a:lnTo>
                    <a:pt x="5305847" y="3116972"/>
                  </a:lnTo>
                  <a:lnTo>
                    <a:pt x="5306662" y="3116972"/>
                  </a:lnTo>
                  <a:lnTo>
                    <a:pt x="5307477" y="3116972"/>
                  </a:lnTo>
                  <a:lnTo>
                    <a:pt x="5308292" y="3116972"/>
                  </a:lnTo>
                  <a:lnTo>
                    <a:pt x="5309106" y="3116972"/>
                  </a:lnTo>
                  <a:lnTo>
                    <a:pt x="5309921" y="3116972"/>
                  </a:lnTo>
                  <a:lnTo>
                    <a:pt x="5310736" y="3116972"/>
                  </a:lnTo>
                  <a:lnTo>
                    <a:pt x="5311551" y="3116972"/>
                  </a:lnTo>
                  <a:lnTo>
                    <a:pt x="5312365" y="3116972"/>
                  </a:lnTo>
                  <a:lnTo>
                    <a:pt x="5313180" y="3116972"/>
                  </a:lnTo>
                  <a:lnTo>
                    <a:pt x="5313995" y="3116972"/>
                  </a:lnTo>
                  <a:lnTo>
                    <a:pt x="5314810" y="3116972"/>
                  </a:lnTo>
                  <a:lnTo>
                    <a:pt x="5315625" y="3116972"/>
                  </a:lnTo>
                  <a:lnTo>
                    <a:pt x="5316439" y="3116972"/>
                  </a:lnTo>
                  <a:lnTo>
                    <a:pt x="5317254" y="3108019"/>
                  </a:lnTo>
                  <a:lnTo>
                    <a:pt x="5318069" y="3047007"/>
                  </a:lnTo>
                  <a:lnTo>
                    <a:pt x="5318884" y="3044269"/>
                  </a:lnTo>
                  <a:lnTo>
                    <a:pt x="5319698" y="3057621"/>
                  </a:lnTo>
                  <a:lnTo>
                    <a:pt x="5320513" y="3058242"/>
                  </a:lnTo>
                  <a:lnTo>
                    <a:pt x="5321328" y="3058242"/>
                  </a:lnTo>
                  <a:lnTo>
                    <a:pt x="5322143" y="3058242"/>
                  </a:lnTo>
                  <a:lnTo>
                    <a:pt x="5322958" y="3058242"/>
                  </a:lnTo>
                  <a:lnTo>
                    <a:pt x="5323772" y="3058242"/>
                  </a:lnTo>
                  <a:lnTo>
                    <a:pt x="5324587" y="3058242"/>
                  </a:lnTo>
                  <a:lnTo>
                    <a:pt x="5325402" y="3058242"/>
                  </a:lnTo>
                  <a:lnTo>
                    <a:pt x="5326217" y="3058242"/>
                  </a:lnTo>
                  <a:lnTo>
                    <a:pt x="5327031" y="3030294"/>
                  </a:lnTo>
                  <a:lnTo>
                    <a:pt x="5327846" y="2965561"/>
                  </a:lnTo>
                  <a:lnTo>
                    <a:pt x="5328661" y="2888954"/>
                  </a:lnTo>
                  <a:lnTo>
                    <a:pt x="5329476" y="2744446"/>
                  </a:lnTo>
                  <a:lnTo>
                    <a:pt x="5330291" y="2623973"/>
                  </a:lnTo>
                  <a:lnTo>
                    <a:pt x="5331105" y="2542836"/>
                  </a:lnTo>
                  <a:lnTo>
                    <a:pt x="5331920" y="2565389"/>
                  </a:lnTo>
                  <a:lnTo>
                    <a:pt x="5332735" y="2630124"/>
                  </a:lnTo>
                  <a:lnTo>
                    <a:pt x="5333550" y="2709731"/>
                  </a:lnTo>
                  <a:lnTo>
                    <a:pt x="5334364" y="2877865"/>
                  </a:lnTo>
                  <a:lnTo>
                    <a:pt x="5335179" y="2931125"/>
                  </a:lnTo>
                  <a:lnTo>
                    <a:pt x="5335994" y="2978257"/>
                  </a:lnTo>
                  <a:lnTo>
                    <a:pt x="5336809" y="2953561"/>
                  </a:lnTo>
                  <a:lnTo>
                    <a:pt x="5337624" y="2894539"/>
                  </a:lnTo>
                  <a:lnTo>
                    <a:pt x="5338438" y="2878084"/>
                  </a:lnTo>
                  <a:lnTo>
                    <a:pt x="5339253" y="2733997"/>
                  </a:lnTo>
                  <a:lnTo>
                    <a:pt x="5340068" y="2733111"/>
                  </a:lnTo>
                  <a:lnTo>
                    <a:pt x="5340883" y="2702293"/>
                  </a:lnTo>
                  <a:lnTo>
                    <a:pt x="5341698" y="2655675"/>
                  </a:lnTo>
                  <a:lnTo>
                    <a:pt x="5342512" y="2745341"/>
                  </a:lnTo>
                  <a:lnTo>
                    <a:pt x="5343327" y="2789032"/>
                  </a:lnTo>
                  <a:lnTo>
                    <a:pt x="5344142" y="2944795"/>
                  </a:lnTo>
                  <a:lnTo>
                    <a:pt x="5344957" y="3033060"/>
                  </a:lnTo>
                  <a:lnTo>
                    <a:pt x="5345771" y="3097882"/>
                  </a:lnTo>
                  <a:lnTo>
                    <a:pt x="5346586" y="3077378"/>
                  </a:lnTo>
                  <a:lnTo>
                    <a:pt x="5347401" y="2890455"/>
                  </a:lnTo>
                  <a:lnTo>
                    <a:pt x="5348216" y="2813715"/>
                  </a:lnTo>
                  <a:lnTo>
                    <a:pt x="5349031" y="2787876"/>
                  </a:lnTo>
                  <a:lnTo>
                    <a:pt x="5349845" y="2721919"/>
                  </a:lnTo>
                  <a:lnTo>
                    <a:pt x="5350660" y="2710732"/>
                  </a:lnTo>
                  <a:lnTo>
                    <a:pt x="5351475" y="2743468"/>
                  </a:lnTo>
                  <a:lnTo>
                    <a:pt x="5352290" y="2853498"/>
                  </a:lnTo>
                  <a:lnTo>
                    <a:pt x="5353104" y="2906514"/>
                  </a:lnTo>
                  <a:lnTo>
                    <a:pt x="5353919" y="2910418"/>
                  </a:lnTo>
                  <a:lnTo>
                    <a:pt x="5354734" y="3066670"/>
                  </a:lnTo>
                  <a:lnTo>
                    <a:pt x="5355549" y="3116972"/>
                  </a:lnTo>
                  <a:lnTo>
                    <a:pt x="5355549" y="3116972"/>
                  </a:lnTo>
                  <a:lnTo>
                    <a:pt x="5356364" y="3116972"/>
                  </a:lnTo>
                  <a:lnTo>
                    <a:pt x="5357178" y="3116972"/>
                  </a:lnTo>
                  <a:lnTo>
                    <a:pt x="5357993" y="3116972"/>
                  </a:lnTo>
                  <a:lnTo>
                    <a:pt x="5358808" y="3116972"/>
                  </a:lnTo>
                  <a:lnTo>
                    <a:pt x="5359623" y="3097031"/>
                  </a:lnTo>
                  <a:lnTo>
                    <a:pt x="5360437" y="2898055"/>
                  </a:lnTo>
                  <a:lnTo>
                    <a:pt x="5361252" y="2916414"/>
                  </a:lnTo>
                  <a:lnTo>
                    <a:pt x="5362067" y="2890522"/>
                  </a:lnTo>
                  <a:lnTo>
                    <a:pt x="5362882" y="2815584"/>
                  </a:lnTo>
                  <a:lnTo>
                    <a:pt x="5363697" y="2831187"/>
                  </a:lnTo>
                  <a:lnTo>
                    <a:pt x="5364511" y="2883985"/>
                  </a:lnTo>
                  <a:lnTo>
                    <a:pt x="5365326" y="2962139"/>
                  </a:lnTo>
                  <a:lnTo>
                    <a:pt x="5366141" y="2941662"/>
                  </a:lnTo>
                  <a:lnTo>
                    <a:pt x="5366956" y="2969507"/>
                  </a:lnTo>
                  <a:lnTo>
                    <a:pt x="5367770" y="2987207"/>
                  </a:lnTo>
                  <a:lnTo>
                    <a:pt x="5368585" y="2948544"/>
                  </a:lnTo>
                  <a:lnTo>
                    <a:pt x="5369400" y="2912950"/>
                  </a:lnTo>
                  <a:lnTo>
                    <a:pt x="5370215" y="2827092"/>
                  </a:lnTo>
                  <a:lnTo>
                    <a:pt x="5371030" y="2708512"/>
                  </a:lnTo>
                  <a:lnTo>
                    <a:pt x="5371844" y="2597960"/>
                  </a:lnTo>
                  <a:lnTo>
                    <a:pt x="5372659" y="2464623"/>
                  </a:lnTo>
                  <a:lnTo>
                    <a:pt x="5373474" y="2391395"/>
                  </a:lnTo>
                  <a:lnTo>
                    <a:pt x="5374289" y="2312685"/>
                  </a:lnTo>
                  <a:lnTo>
                    <a:pt x="5375103" y="2311532"/>
                  </a:lnTo>
                  <a:lnTo>
                    <a:pt x="5375918" y="2274625"/>
                  </a:lnTo>
                  <a:lnTo>
                    <a:pt x="5376733" y="2209185"/>
                  </a:lnTo>
                  <a:lnTo>
                    <a:pt x="5377548" y="2143142"/>
                  </a:lnTo>
                  <a:lnTo>
                    <a:pt x="5378363" y="2111816"/>
                  </a:lnTo>
                  <a:lnTo>
                    <a:pt x="5379177" y="2222163"/>
                  </a:lnTo>
                  <a:lnTo>
                    <a:pt x="5379992" y="2374407"/>
                  </a:lnTo>
                  <a:lnTo>
                    <a:pt x="5380807" y="2524491"/>
                  </a:lnTo>
                  <a:lnTo>
                    <a:pt x="5381622" y="2583174"/>
                  </a:lnTo>
                  <a:lnTo>
                    <a:pt x="5382437" y="2659884"/>
                  </a:lnTo>
                  <a:lnTo>
                    <a:pt x="5383251" y="2695331"/>
                  </a:lnTo>
                  <a:lnTo>
                    <a:pt x="5384066" y="2675575"/>
                  </a:lnTo>
                  <a:lnTo>
                    <a:pt x="5384881" y="2546270"/>
                  </a:lnTo>
                  <a:lnTo>
                    <a:pt x="5385696" y="2580670"/>
                  </a:lnTo>
                  <a:lnTo>
                    <a:pt x="5386510" y="2705308"/>
                  </a:lnTo>
                  <a:lnTo>
                    <a:pt x="5387325" y="2752986"/>
                  </a:lnTo>
                  <a:lnTo>
                    <a:pt x="5388140" y="2814547"/>
                  </a:lnTo>
                  <a:lnTo>
                    <a:pt x="5388955" y="2871633"/>
                  </a:lnTo>
                  <a:lnTo>
                    <a:pt x="5389770" y="2994683"/>
                  </a:lnTo>
                  <a:lnTo>
                    <a:pt x="5390584" y="3031877"/>
                  </a:lnTo>
                  <a:lnTo>
                    <a:pt x="5391399" y="3074684"/>
                  </a:lnTo>
                  <a:lnTo>
                    <a:pt x="5392214" y="3095880"/>
                  </a:lnTo>
                  <a:lnTo>
                    <a:pt x="5393029" y="3116972"/>
                  </a:lnTo>
                  <a:lnTo>
                    <a:pt x="5393029" y="3116972"/>
                  </a:lnTo>
                  <a:lnTo>
                    <a:pt x="5393843" y="3116972"/>
                  </a:lnTo>
                  <a:lnTo>
                    <a:pt x="5394658" y="3094485"/>
                  </a:lnTo>
                  <a:lnTo>
                    <a:pt x="5395473" y="3052900"/>
                  </a:lnTo>
                  <a:lnTo>
                    <a:pt x="5396288" y="2946331"/>
                  </a:lnTo>
                  <a:lnTo>
                    <a:pt x="5397103" y="2986163"/>
                  </a:lnTo>
                  <a:lnTo>
                    <a:pt x="5397917" y="2952512"/>
                  </a:lnTo>
                  <a:lnTo>
                    <a:pt x="5398732" y="2889817"/>
                  </a:lnTo>
                  <a:lnTo>
                    <a:pt x="5399547" y="2898225"/>
                  </a:lnTo>
                  <a:lnTo>
                    <a:pt x="5400362" y="2852786"/>
                  </a:lnTo>
                  <a:lnTo>
                    <a:pt x="5401176" y="2824737"/>
                  </a:lnTo>
                  <a:lnTo>
                    <a:pt x="5401991" y="2770707"/>
                  </a:lnTo>
                  <a:lnTo>
                    <a:pt x="5402806" y="2787893"/>
                  </a:lnTo>
                  <a:lnTo>
                    <a:pt x="5403621" y="2862593"/>
                  </a:lnTo>
                  <a:lnTo>
                    <a:pt x="5404436" y="2918694"/>
                  </a:lnTo>
                  <a:lnTo>
                    <a:pt x="5405250" y="2962662"/>
                  </a:lnTo>
                  <a:lnTo>
                    <a:pt x="5406065" y="2982657"/>
                  </a:lnTo>
                  <a:lnTo>
                    <a:pt x="5406880" y="2998826"/>
                  </a:lnTo>
                  <a:lnTo>
                    <a:pt x="5407695" y="2960001"/>
                  </a:lnTo>
                  <a:lnTo>
                    <a:pt x="5408509" y="2864478"/>
                  </a:lnTo>
                  <a:lnTo>
                    <a:pt x="5409324" y="2754759"/>
                  </a:lnTo>
                  <a:lnTo>
                    <a:pt x="5410139" y="2674432"/>
                  </a:lnTo>
                  <a:lnTo>
                    <a:pt x="5410954" y="2619472"/>
                  </a:lnTo>
                  <a:lnTo>
                    <a:pt x="5411769" y="2569685"/>
                  </a:lnTo>
                  <a:lnTo>
                    <a:pt x="5412583" y="2610925"/>
                  </a:lnTo>
                  <a:lnTo>
                    <a:pt x="5413398" y="2703848"/>
                  </a:lnTo>
                  <a:lnTo>
                    <a:pt x="5414213" y="2763968"/>
                  </a:lnTo>
                  <a:lnTo>
                    <a:pt x="5415028" y="2736546"/>
                  </a:lnTo>
                  <a:lnTo>
                    <a:pt x="5415842" y="2729206"/>
                  </a:lnTo>
                  <a:lnTo>
                    <a:pt x="5416657" y="2743580"/>
                  </a:lnTo>
                  <a:lnTo>
                    <a:pt x="5417472" y="2749528"/>
                  </a:lnTo>
                  <a:lnTo>
                    <a:pt x="5418287" y="2614964"/>
                  </a:lnTo>
                  <a:lnTo>
                    <a:pt x="5419102" y="2502923"/>
                  </a:lnTo>
                  <a:lnTo>
                    <a:pt x="5419916" y="2580012"/>
                  </a:lnTo>
                  <a:lnTo>
                    <a:pt x="5420731" y="2646210"/>
                  </a:lnTo>
                  <a:lnTo>
                    <a:pt x="5421546" y="2625018"/>
                  </a:lnTo>
                  <a:lnTo>
                    <a:pt x="5422361" y="2577720"/>
                  </a:lnTo>
                  <a:lnTo>
                    <a:pt x="5423176" y="2672973"/>
                  </a:lnTo>
                  <a:lnTo>
                    <a:pt x="5423990" y="2764243"/>
                  </a:lnTo>
                  <a:lnTo>
                    <a:pt x="5424805" y="2731444"/>
                  </a:lnTo>
                  <a:lnTo>
                    <a:pt x="5425620" y="2692350"/>
                  </a:lnTo>
                  <a:lnTo>
                    <a:pt x="5426435" y="2683962"/>
                  </a:lnTo>
                  <a:lnTo>
                    <a:pt x="5427249" y="2693495"/>
                  </a:lnTo>
                  <a:lnTo>
                    <a:pt x="5428064" y="2686660"/>
                  </a:lnTo>
                  <a:lnTo>
                    <a:pt x="5428879" y="2701944"/>
                  </a:lnTo>
                  <a:lnTo>
                    <a:pt x="5429694" y="2751922"/>
                  </a:lnTo>
                  <a:lnTo>
                    <a:pt x="5430509" y="2796320"/>
                  </a:lnTo>
                  <a:lnTo>
                    <a:pt x="5431323" y="2920893"/>
                  </a:lnTo>
                  <a:lnTo>
                    <a:pt x="5432138" y="2993210"/>
                  </a:lnTo>
                  <a:lnTo>
                    <a:pt x="5432953" y="3039357"/>
                  </a:lnTo>
                  <a:lnTo>
                    <a:pt x="5433768" y="3042786"/>
                  </a:lnTo>
                  <a:lnTo>
                    <a:pt x="5434582" y="2954431"/>
                  </a:lnTo>
                  <a:lnTo>
                    <a:pt x="5435397" y="2898363"/>
                  </a:lnTo>
                  <a:lnTo>
                    <a:pt x="5436212" y="2886752"/>
                  </a:lnTo>
                  <a:lnTo>
                    <a:pt x="5437027" y="2875205"/>
                  </a:lnTo>
                  <a:lnTo>
                    <a:pt x="5437842" y="2768808"/>
                  </a:lnTo>
                  <a:lnTo>
                    <a:pt x="5438656" y="2502237"/>
                  </a:lnTo>
                  <a:lnTo>
                    <a:pt x="5439471" y="2448411"/>
                  </a:lnTo>
                  <a:lnTo>
                    <a:pt x="5440286" y="2496594"/>
                  </a:lnTo>
                  <a:lnTo>
                    <a:pt x="5441101" y="2483480"/>
                  </a:lnTo>
                  <a:lnTo>
                    <a:pt x="5441915" y="2445556"/>
                  </a:lnTo>
                  <a:lnTo>
                    <a:pt x="5442730" y="2467607"/>
                  </a:lnTo>
                  <a:lnTo>
                    <a:pt x="5443545" y="2719814"/>
                  </a:lnTo>
                  <a:lnTo>
                    <a:pt x="5444360" y="2889145"/>
                  </a:lnTo>
                  <a:lnTo>
                    <a:pt x="5445175" y="2941756"/>
                  </a:lnTo>
                  <a:lnTo>
                    <a:pt x="5445989" y="2955044"/>
                  </a:lnTo>
                  <a:lnTo>
                    <a:pt x="5446804" y="3021095"/>
                  </a:lnTo>
                  <a:lnTo>
                    <a:pt x="5447619" y="3116972"/>
                  </a:lnTo>
                  <a:lnTo>
                    <a:pt x="5447619" y="3116972"/>
                  </a:lnTo>
                  <a:lnTo>
                    <a:pt x="5448434" y="3116972"/>
                  </a:lnTo>
                  <a:lnTo>
                    <a:pt x="5449248" y="3075173"/>
                  </a:lnTo>
                  <a:lnTo>
                    <a:pt x="5450063" y="3025353"/>
                  </a:lnTo>
                  <a:lnTo>
                    <a:pt x="5450878" y="3025354"/>
                  </a:lnTo>
                  <a:lnTo>
                    <a:pt x="5451693" y="2992078"/>
                  </a:lnTo>
                  <a:lnTo>
                    <a:pt x="5452508" y="2951618"/>
                  </a:lnTo>
                  <a:lnTo>
                    <a:pt x="5453322" y="2982057"/>
                  </a:lnTo>
                  <a:lnTo>
                    <a:pt x="5454137" y="3042436"/>
                  </a:lnTo>
                  <a:lnTo>
                    <a:pt x="5454952" y="3065233"/>
                  </a:lnTo>
                  <a:lnTo>
                    <a:pt x="5455767" y="3046851"/>
                  </a:lnTo>
                  <a:lnTo>
                    <a:pt x="5456581" y="3002649"/>
                  </a:lnTo>
                  <a:lnTo>
                    <a:pt x="5457396" y="2951979"/>
                  </a:lnTo>
                  <a:lnTo>
                    <a:pt x="5458211" y="2863890"/>
                  </a:lnTo>
                  <a:lnTo>
                    <a:pt x="5459026" y="2853029"/>
                  </a:lnTo>
                  <a:lnTo>
                    <a:pt x="5459841" y="2778316"/>
                  </a:lnTo>
                  <a:lnTo>
                    <a:pt x="5460655" y="2702839"/>
                  </a:lnTo>
                  <a:lnTo>
                    <a:pt x="5461470" y="2726971"/>
                  </a:lnTo>
                  <a:lnTo>
                    <a:pt x="5462285" y="2800947"/>
                  </a:lnTo>
                  <a:lnTo>
                    <a:pt x="5463100" y="2829849"/>
                  </a:lnTo>
                  <a:lnTo>
                    <a:pt x="5463915" y="2720691"/>
                  </a:lnTo>
                  <a:lnTo>
                    <a:pt x="5464729" y="2675488"/>
                  </a:lnTo>
                  <a:lnTo>
                    <a:pt x="5465544" y="2671364"/>
                  </a:lnTo>
                  <a:lnTo>
                    <a:pt x="5466359" y="2703213"/>
                  </a:lnTo>
                  <a:lnTo>
                    <a:pt x="5467174" y="2684476"/>
                  </a:lnTo>
                  <a:lnTo>
                    <a:pt x="5467988" y="2715412"/>
                  </a:lnTo>
                  <a:lnTo>
                    <a:pt x="5468803" y="2789926"/>
                  </a:lnTo>
                  <a:lnTo>
                    <a:pt x="5469618" y="2818335"/>
                  </a:lnTo>
                  <a:lnTo>
                    <a:pt x="5470433" y="2868136"/>
                  </a:lnTo>
                  <a:lnTo>
                    <a:pt x="5471248" y="2867021"/>
                  </a:lnTo>
                  <a:lnTo>
                    <a:pt x="5472062" y="2762600"/>
                  </a:lnTo>
                  <a:lnTo>
                    <a:pt x="5472877" y="2665452"/>
                  </a:lnTo>
                  <a:lnTo>
                    <a:pt x="5473692" y="2558980"/>
                  </a:lnTo>
                  <a:lnTo>
                    <a:pt x="5474507" y="2490385"/>
                  </a:lnTo>
                  <a:lnTo>
                    <a:pt x="5475321" y="2445312"/>
                  </a:lnTo>
                  <a:lnTo>
                    <a:pt x="5476136" y="2448717"/>
                  </a:lnTo>
                  <a:lnTo>
                    <a:pt x="5476951" y="2553138"/>
                  </a:lnTo>
                  <a:lnTo>
                    <a:pt x="5477766" y="2662748"/>
                  </a:lnTo>
                  <a:lnTo>
                    <a:pt x="5478581" y="2813789"/>
                  </a:lnTo>
                  <a:lnTo>
                    <a:pt x="5479395" y="2955527"/>
                  </a:lnTo>
                  <a:lnTo>
                    <a:pt x="5480210" y="3005704"/>
                  </a:lnTo>
                  <a:lnTo>
                    <a:pt x="5481025" y="2924825"/>
                  </a:lnTo>
                  <a:lnTo>
                    <a:pt x="5481840" y="2854164"/>
                  </a:lnTo>
                  <a:lnTo>
                    <a:pt x="5482654" y="2772539"/>
                  </a:lnTo>
                  <a:lnTo>
                    <a:pt x="5483469" y="2764512"/>
                  </a:lnTo>
                  <a:lnTo>
                    <a:pt x="5484284" y="2782873"/>
                  </a:lnTo>
                  <a:lnTo>
                    <a:pt x="5485099" y="2825951"/>
                  </a:lnTo>
                  <a:lnTo>
                    <a:pt x="5485914" y="2811894"/>
                  </a:lnTo>
                  <a:lnTo>
                    <a:pt x="5486728" y="2750283"/>
                  </a:lnTo>
                  <a:lnTo>
                    <a:pt x="5487543" y="2732417"/>
                  </a:lnTo>
                  <a:lnTo>
                    <a:pt x="5488358" y="2622613"/>
                  </a:lnTo>
                  <a:lnTo>
                    <a:pt x="5489173" y="2475368"/>
                  </a:lnTo>
                  <a:lnTo>
                    <a:pt x="5489987" y="2370717"/>
                  </a:lnTo>
                  <a:lnTo>
                    <a:pt x="5490802" y="2400861"/>
                  </a:lnTo>
                  <a:lnTo>
                    <a:pt x="5491617" y="2447429"/>
                  </a:lnTo>
                  <a:lnTo>
                    <a:pt x="5492432" y="2485869"/>
                  </a:lnTo>
                  <a:lnTo>
                    <a:pt x="5493247" y="2597092"/>
                  </a:lnTo>
                  <a:lnTo>
                    <a:pt x="5494061" y="2686540"/>
                  </a:lnTo>
                  <a:lnTo>
                    <a:pt x="5494876" y="2689282"/>
                  </a:lnTo>
                  <a:lnTo>
                    <a:pt x="5495691" y="2685769"/>
                  </a:lnTo>
                  <a:lnTo>
                    <a:pt x="5496506" y="2750380"/>
                  </a:lnTo>
                  <a:lnTo>
                    <a:pt x="5497321" y="2804948"/>
                  </a:lnTo>
                  <a:lnTo>
                    <a:pt x="5498135" y="2779776"/>
                  </a:lnTo>
                  <a:lnTo>
                    <a:pt x="5498950" y="2830566"/>
                  </a:lnTo>
                  <a:lnTo>
                    <a:pt x="5499765" y="2898955"/>
                  </a:lnTo>
                  <a:lnTo>
                    <a:pt x="5500580" y="2890519"/>
                  </a:lnTo>
                  <a:lnTo>
                    <a:pt x="5501394" y="2878003"/>
                  </a:lnTo>
                  <a:lnTo>
                    <a:pt x="5502209" y="2924137"/>
                  </a:lnTo>
                  <a:lnTo>
                    <a:pt x="5503024" y="2953634"/>
                  </a:lnTo>
                  <a:lnTo>
                    <a:pt x="5503839" y="2910307"/>
                  </a:lnTo>
                  <a:lnTo>
                    <a:pt x="5504654" y="2943827"/>
                  </a:lnTo>
                  <a:lnTo>
                    <a:pt x="5505468" y="3050543"/>
                  </a:lnTo>
                  <a:lnTo>
                    <a:pt x="5506283" y="3072896"/>
                  </a:lnTo>
                  <a:lnTo>
                    <a:pt x="5507098" y="2856920"/>
                  </a:lnTo>
                  <a:lnTo>
                    <a:pt x="5507913" y="2691845"/>
                  </a:lnTo>
                  <a:lnTo>
                    <a:pt x="5508727" y="2692356"/>
                  </a:lnTo>
                  <a:lnTo>
                    <a:pt x="5509542" y="2666858"/>
                  </a:lnTo>
                  <a:lnTo>
                    <a:pt x="5510357" y="2535369"/>
                  </a:lnTo>
                  <a:lnTo>
                    <a:pt x="5511172" y="2435571"/>
                  </a:lnTo>
                  <a:lnTo>
                    <a:pt x="5511987" y="2434444"/>
                  </a:lnTo>
                  <a:lnTo>
                    <a:pt x="5512801" y="2477222"/>
                  </a:lnTo>
                  <a:lnTo>
                    <a:pt x="5513616" y="2442948"/>
                  </a:lnTo>
                  <a:lnTo>
                    <a:pt x="5514431" y="2362548"/>
                  </a:lnTo>
                  <a:lnTo>
                    <a:pt x="5515246" y="2328015"/>
                  </a:lnTo>
                  <a:lnTo>
                    <a:pt x="5516060" y="2329702"/>
                  </a:lnTo>
                  <a:lnTo>
                    <a:pt x="5516875" y="2362456"/>
                  </a:lnTo>
                  <a:lnTo>
                    <a:pt x="5517690" y="2442735"/>
                  </a:lnTo>
                  <a:lnTo>
                    <a:pt x="5518505" y="2569663"/>
                  </a:lnTo>
                  <a:lnTo>
                    <a:pt x="5519320" y="2657137"/>
                  </a:lnTo>
                  <a:lnTo>
                    <a:pt x="5520134" y="2800822"/>
                  </a:lnTo>
                  <a:lnTo>
                    <a:pt x="5520949" y="2882587"/>
                  </a:lnTo>
                  <a:lnTo>
                    <a:pt x="5521764" y="2911922"/>
                  </a:lnTo>
                  <a:lnTo>
                    <a:pt x="5522579" y="2838020"/>
                  </a:lnTo>
                  <a:lnTo>
                    <a:pt x="5523393" y="2725998"/>
                  </a:lnTo>
                  <a:lnTo>
                    <a:pt x="5524208" y="2655564"/>
                  </a:lnTo>
                  <a:lnTo>
                    <a:pt x="5525023" y="2529255"/>
                  </a:lnTo>
                  <a:lnTo>
                    <a:pt x="5525838" y="2506052"/>
                  </a:lnTo>
                  <a:lnTo>
                    <a:pt x="5526653" y="2655833"/>
                  </a:lnTo>
                  <a:lnTo>
                    <a:pt x="5527467" y="2703134"/>
                  </a:lnTo>
                  <a:lnTo>
                    <a:pt x="5528282" y="2602137"/>
                  </a:lnTo>
                  <a:lnTo>
                    <a:pt x="5529097" y="2526157"/>
                  </a:lnTo>
                  <a:lnTo>
                    <a:pt x="5529912" y="2558365"/>
                  </a:lnTo>
                  <a:lnTo>
                    <a:pt x="5530726" y="2540059"/>
                  </a:lnTo>
                  <a:lnTo>
                    <a:pt x="5531541" y="2429230"/>
                  </a:lnTo>
                  <a:lnTo>
                    <a:pt x="5532356" y="2431584"/>
                  </a:lnTo>
                  <a:lnTo>
                    <a:pt x="5533171" y="2577447"/>
                  </a:lnTo>
                  <a:lnTo>
                    <a:pt x="5533986" y="2742288"/>
                  </a:lnTo>
                  <a:lnTo>
                    <a:pt x="5534800" y="2829539"/>
                  </a:lnTo>
                  <a:lnTo>
                    <a:pt x="5535615" y="2842285"/>
                  </a:lnTo>
                  <a:lnTo>
                    <a:pt x="5536430" y="2872788"/>
                  </a:lnTo>
                  <a:lnTo>
                    <a:pt x="5537245" y="2942266"/>
                  </a:lnTo>
                  <a:lnTo>
                    <a:pt x="5538060" y="2975778"/>
                  </a:lnTo>
                  <a:lnTo>
                    <a:pt x="5538874" y="3011672"/>
                  </a:lnTo>
                  <a:lnTo>
                    <a:pt x="5539689" y="3029874"/>
                  </a:lnTo>
                  <a:lnTo>
                    <a:pt x="5540504" y="3085547"/>
                  </a:lnTo>
                  <a:lnTo>
                    <a:pt x="5541319" y="3081568"/>
                  </a:lnTo>
                  <a:lnTo>
                    <a:pt x="5542133" y="3035735"/>
                  </a:lnTo>
                  <a:lnTo>
                    <a:pt x="5542948" y="2990574"/>
                  </a:lnTo>
                  <a:lnTo>
                    <a:pt x="5543763" y="2885292"/>
                  </a:lnTo>
                  <a:lnTo>
                    <a:pt x="5544578" y="2801752"/>
                  </a:lnTo>
                  <a:lnTo>
                    <a:pt x="5545393" y="2715571"/>
                  </a:lnTo>
                  <a:lnTo>
                    <a:pt x="5546207" y="2684121"/>
                  </a:lnTo>
                  <a:lnTo>
                    <a:pt x="5547022" y="2620144"/>
                  </a:lnTo>
                  <a:lnTo>
                    <a:pt x="5547837" y="2501525"/>
                  </a:lnTo>
                  <a:lnTo>
                    <a:pt x="5548652" y="2482316"/>
                  </a:lnTo>
                  <a:lnTo>
                    <a:pt x="5549466" y="2553830"/>
                  </a:lnTo>
                  <a:lnTo>
                    <a:pt x="5550281" y="2626590"/>
                  </a:lnTo>
                  <a:lnTo>
                    <a:pt x="5551096" y="2665355"/>
                  </a:lnTo>
                  <a:lnTo>
                    <a:pt x="5551911" y="2792255"/>
                  </a:lnTo>
                  <a:lnTo>
                    <a:pt x="5552726" y="2952448"/>
                  </a:lnTo>
                  <a:lnTo>
                    <a:pt x="5553540" y="3041050"/>
                  </a:lnTo>
                  <a:lnTo>
                    <a:pt x="5554355" y="3034555"/>
                  </a:lnTo>
                  <a:lnTo>
                    <a:pt x="5555170" y="2996005"/>
                  </a:lnTo>
                  <a:lnTo>
                    <a:pt x="5555985" y="2941489"/>
                  </a:lnTo>
                  <a:lnTo>
                    <a:pt x="5556799" y="2886576"/>
                  </a:lnTo>
                  <a:lnTo>
                    <a:pt x="5557614" y="2880978"/>
                  </a:lnTo>
                  <a:lnTo>
                    <a:pt x="5558429" y="2880979"/>
                  </a:lnTo>
                  <a:lnTo>
                    <a:pt x="5559244" y="2861941"/>
                  </a:lnTo>
                  <a:lnTo>
                    <a:pt x="5560059" y="2851867"/>
                  </a:lnTo>
                  <a:lnTo>
                    <a:pt x="5560873" y="2848012"/>
                  </a:lnTo>
                  <a:lnTo>
                    <a:pt x="5561688" y="2798021"/>
                  </a:lnTo>
                  <a:lnTo>
                    <a:pt x="5562503" y="2748564"/>
                  </a:lnTo>
                  <a:lnTo>
                    <a:pt x="5563318" y="2728197"/>
                  </a:lnTo>
                  <a:lnTo>
                    <a:pt x="5564132" y="2749396"/>
                  </a:lnTo>
                  <a:lnTo>
                    <a:pt x="5564947" y="2812130"/>
                  </a:lnTo>
                  <a:lnTo>
                    <a:pt x="5565762" y="2900611"/>
                  </a:lnTo>
                  <a:lnTo>
                    <a:pt x="5566577" y="2988420"/>
                  </a:lnTo>
                  <a:lnTo>
                    <a:pt x="5567392" y="3030621"/>
                  </a:lnTo>
                  <a:lnTo>
                    <a:pt x="5568206" y="3017982"/>
                  </a:lnTo>
                  <a:lnTo>
                    <a:pt x="5569021" y="2920277"/>
                  </a:lnTo>
                  <a:lnTo>
                    <a:pt x="5569836" y="2870963"/>
                  </a:lnTo>
                  <a:lnTo>
                    <a:pt x="5570651" y="2807985"/>
                  </a:lnTo>
                  <a:lnTo>
                    <a:pt x="5571465" y="2709246"/>
                  </a:lnTo>
                  <a:lnTo>
                    <a:pt x="5572280" y="2626577"/>
                  </a:lnTo>
                  <a:lnTo>
                    <a:pt x="5573095" y="2572630"/>
                  </a:lnTo>
                  <a:lnTo>
                    <a:pt x="5573910" y="2488885"/>
                  </a:lnTo>
                  <a:lnTo>
                    <a:pt x="5574725" y="2388931"/>
                  </a:lnTo>
                  <a:lnTo>
                    <a:pt x="5575539" y="2414893"/>
                  </a:lnTo>
                  <a:lnTo>
                    <a:pt x="5576354" y="2480495"/>
                  </a:lnTo>
                  <a:lnTo>
                    <a:pt x="5577169" y="2586360"/>
                  </a:lnTo>
                  <a:lnTo>
                    <a:pt x="5577984" y="2629006"/>
                  </a:lnTo>
                  <a:lnTo>
                    <a:pt x="5578799" y="2731357"/>
                  </a:lnTo>
                  <a:lnTo>
                    <a:pt x="5579613" y="2851774"/>
                  </a:lnTo>
                  <a:lnTo>
                    <a:pt x="5580428" y="2943540"/>
                  </a:lnTo>
                  <a:lnTo>
                    <a:pt x="5581243" y="3067229"/>
                  </a:lnTo>
                  <a:lnTo>
                    <a:pt x="5582058" y="3062503"/>
                  </a:lnTo>
                  <a:lnTo>
                    <a:pt x="5582872" y="3075178"/>
                  </a:lnTo>
                  <a:lnTo>
                    <a:pt x="5583687" y="3036937"/>
                  </a:lnTo>
                  <a:lnTo>
                    <a:pt x="5584502" y="3028221"/>
                  </a:lnTo>
                  <a:lnTo>
                    <a:pt x="5585317" y="2973473"/>
                  </a:lnTo>
                  <a:lnTo>
                    <a:pt x="5586132" y="2882924"/>
                  </a:lnTo>
                  <a:lnTo>
                    <a:pt x="5586946" y="2844502"/>
                  </a:lnTo>
                  <a:lnTo>
                    <a:pt x="5587761" y="2824962"/>
                  </a:lnTo>
                  <a:lnTo>
                    <a:pt x="5588576" y="2926428"/>
                  </a:lnTo>
                  <a:lnTo>
                    <a:pt x="5589391" y="2963995"/>
                  </a:lnTo>
                  <a:lnTo>
                    <a:pt x="5590205" y="2963995"/>
                  </a:lnTo>
                  <a:lnTo>
                    <a:pt x="5591020" y="2963996"/>
                  </a:lnTo>
                  <a:lnTo>
                    <a:pt x="5591835" y="2928727"/>
                  </a:lnTo>
                  <a:lnTo>
                    <a:pt x="5592650" y="2905640"/>
                  </a:lnTo>
                  <a:lnTo>
                    <a:pt x="5593465" y="2866935"/>
                  </a:lnTo>
                  <a:lnTo>
                    <a:pt x="5594279" y="2793785"/>
                  </a:lnTo>
                  <a:lnTo>
                    <a:pt x="5595094" y="2692485"/>
                  </a:lnTo>
                  <a:lnTo>
                    <a:pt x="5595909" y="2661355"/>
                  </a:lnTo>
                  <a:lnTo>
                    <a:pt x="5596724" y="2758241"/>
                  </a:lnTo>
                  <a:lnTo>
                    <a:pt x="5597538" y="2841439"/>
                  </a:lnTo>
                  <a:lnTo>
                    <a:pt x="5598353" y="2835642"/>
                  </a:lnTo>
                  <a:lnTo>
                    <a:pt x="5599168" y="2895002"/>
                  </a:lnTo>
                  <a:lnTo>
                    <a:pt x="5599983" y="3012078"/>
                  </a:lnTo>
                  <a:lnTo>
                    <a:pt x="5600798" y="3079100"/>
                  </a:lnTo>
                  <a:lnTo>
                    <a:pt x="5601612" y="3052839"/>
                  </a:lnTo>
                  <a:lnTo>
                    <a:pt x="5602427" y="3005637"/>
                  </a:lnTo>
                  <a:lnTo>
                    <a:pt x="5603242" y="3021819"/>
                  </a:lnTo>
                  <a:lnTo>
                    <a:pt x="5604057" y="2991720"/>
                  </a:lnTo>
                  <a:lnTo>
                    <a:pt x="5604871" y="2930657"/>
                  </a:lnTo>
                  <a:lnTo>
                    <a:pt x="5605686" y="2828423"/>
                  </a:lnTo>
                  <a:lnTo>
                    <a:pt x="5606501" y="2758476"/>
                  </a:lnTo>
                  <a:lnTo>
                    <a:pt x="5607316" y="2741972"/>
                  </a:lnTo>
                  <a:lnTo>
                    <a:pt x="5608131" y="2702490"/>
                  </a:lnTo>
                  <a:lnTo>
                    <a:pt x="5608945" y="2624884"/>
                  </a:lnTo>
                  <a:lnTo>
                    <a:pt x="5609760" y="2588906"/>
                  </a:lnTo>
                  <a:lnTo>
                    <a:pt x="5610575" y="2625225"/>
                  </a:lnTo>
                  <a:lnTo>
                    <a:pt x="5611390" y="2578375"/>
                  </a:lnTo>
                  <a:lnTo>
                    <a:pt x="5612204" y="2540655"/>
                  </a:lnTo>
                  <a:lnTo>
                    <a:pt x="5613019" y="2545111"/>
                  </a:lnTo>
                  <a:lnTo>
                    <a:pt x="5613834" y="2625098"/>
                  </a:lnTo>
                  <a:lnTo>
                    <a:pt x="5614649" y="2577594"/>
                  </a:lnTo>
                  <a:lnTo>
                    <a:pt x="5615464" y="2388992"/>
                  </a:lnTo>
                  <a:lnTo>
                    <a:pt x="5616278" y="2374029"/>
                  </a:lnTo>
                  <a:lnTo>
                    <a:pt x="5617093" y="2433500"/>
                  </a:lnTo>
                  <a:lnTo>
                    <a:pt x="5617908" y="2491649"/>
                  </a:lnTo>
                  <a:lnTo>
                    <a:pt x="5618723" y="2564398"/>
                  </a:lnTo>
                  <a:lnTo>
                    <a:pt x="5619538" y="2725307"/>
                  </a:lnTo>
                  <a:lnTo>
                    <a:pt x="5620352" y="2980630"/>
                  </a:lnTo>
                  <a:lnTo>
                    <a:pt x="5621167" y="3116972"/>
                  </a:lnTo>
                  <a:lnTo>
                    <a:pt x="5621167" y="3116972"/>
                  </a:lnTo>
                  <a:lnTo>
                    <a:pt x="5621982" y="3111855"/>
                  </a:lnTo>
                  <a:lnTo>
                    <a:pt x="5622797" y="3093846"/>
                  </a:lnTo>
                  <a:lnTo>
                    <a:pt x="5623611" y="2960693"/>
                  </a:lnTo>
                  <a:lnTo>
                    <a:pt x="5624426" y="2854435"/>
                  </a:lnTo>
                  <a:lnTo>
                    <a:pt x="5625241" y="2801707"/>
                  </a:lnTo>
                  <a:lnTo>
                    <a:pt x="5626056" y="2778910"/>
                  </a:lnTo>
                  <a:lnTo>
                    <a:pt x="5626871" y="2827099"/>
                  </a:lnTo>
                  <a:lnTo>
                    <a:pt x="5627685" y="2866185"/>
                  </a:lnTo>
                  <a:lnTo>
                    <a:pt x="5628500" y="2968096"/>
                  </a:lnTo>
                  <a:lnTo>
                    <a:pt x="5629315" y="3000520"/>
                  </a:lnTo>
                  <a:lnTo>
                    <a:pt x="5630130" y="2930611"/>
                  </a:lnTo>
                  <a:lnTo>
                    <a:pt x="5630944" y="2993018"/>
                  </a:lnTo>
                  <a:lnTo>
                    <a:pt x="5631759" y="3043723"/>
                  </a:lnTo>
                  <a:lnTo>
                    <a:pt x="5632574" y="3069573"/>
                  </a:lnTo>
                  <a:lnTo>
                    <a:pt x="5633389" y="3074023"/>
                  </a:lnTo>
                  <a:lnTo>
                    <a:pt x="5634204" y="3114529"/>
                  </a:lnTo>
                  <a:lnTo>
                    <a:pt x="5635018" y="3116972"/>
                  </a:lnTo>
                  <a:lnTo>
                    <a:pt x="5635018" y="3116972"/>
                  </a:lnTo>
                  <a:lnTo>
                    <a:pt x="5635833" y="3116972"/>
                  </a:lnTo>
                  <a:lnTo>
                    <a:pt x="5636648" y="3087353"/>
                  </a:lnTo>
                  <a:lnTo>
                    <a:pt x="5637463" y="3061502"/>
                  </a:lnTo>
                  <a:lnTo>
                    <a:pt x="5638277" y="3077222"/>
                  </a:lnTo>
                  <a:lnTo>
                    <a:pt x="5639092" y="3116972"/>
                  </a:lnTo>
                  <a:lnTo>
                    <a:pt x="5639092" y="3116972"/>
                  </a:lnTo>
                  <a:lnTo>
                    <a:pt x="5639907" y="3116972"/>
                  </a:lnTo>
                  <a:lnTo>
                    <a:pt x="5640722" y="3095487"/>
                  </a:lnTo>
                  <a:lnTo>
                    <a:pt x="5641537" y="3010869"/>
                  </a:lnTo>
                  <a:lnTo>
                    <a:pt x="5642351" y="2964019"/>
                  </a:lnTo>
                  <a:lnTo>
                    <a:pt x="5643166" y="2951532"/>
                  </a:lnTo>
                  <a:lnTo>
                    <a:pt x="5643981" y="2920639"/>
                  </a:lnTo>
                  <a:lnTo>
                    <a:pt x="5644796" y="2897296"/>
                  </a:lnTo>
                  <a:lnTo>
                    <a:pt x="5645610" y="2891637"/>
                  </a:lnTo>
                  <a:lnTo>
                    <a:pt x="5646425" y="2855487"/>
                  </a:lnTo>
                  <a:lnTo>
                    <a:pt x="5647240" y="2815368"/>
                  </a:lnTo>
                  <a:lnTo>
                    <a:pt x="5648055" y="2769924"/>
                  </a:lnTo>
                  <a:lnTo>
                    <a:pt x="5648870" y="2743467"/>
                  </a:lnTo>
                  <a:lnTo>
                    <a:pt x="5649684" y="2693855"/>
                  </a:lnTo>
                  <a:lnTo>
                    <a:pt x="5650499" y="2662847"/>
                  </a:lnTo>
                  <a:lnTo>
                    <a:pt x="5651314" y="2672375"/>
                  </a:lnTo>
                  <a:lnTo>
                    <a:pt x="5652129" y="2711247"/>
                  </a:lnTo>
                  <a:lnTo>
                    <a:pt x="5652943" y="2746852"/>
                  </a:lnTo>
                  <a:lnTo>
                    <a:pt x="5653758" y="2753498"/>
                  </a:lnTo>
                  <a:lnTo>
                    <a:pt x="5654573" y="2739084"/>
                  </a:lnTo>
                  <a:lnTo>
                    <a:pt x="5655388" y="2702639"/>
                  </a:lnTo>
                  <a:lnTo>
                    <a:pt x="5656203" y="2668465"/>
                  </a:lnTo>
                  <a:lnTo>
                    <a:pt x="5657017" y="2713116"/>
                  </a:lnTo>
                  <a:lnTo>
                    <a:pt x="5657832" y="2712107"/>
                  </a:lnTo>
                  <a:lnTo>
                    <a:pt x="5658647" y="2565705"/>
                  </a:lnTo>
                  <a:lnTo>
                    <a:pt x="5659462" y="2472343"/>
                  </a:lnTo>
                  <a:lnTo>
                    <a:pt x="5660277" y="2514112"/>
                  </a:lnTo>
                  <a:lnTo>
                    <a:pt x="5661091" y="2583427"/>
                  </a:lnTo>
                  <a:lnTo>
                    <a:pt x="5661906" y="2526448"/>
                  </a:lnTo>
                  <a:lnTo>
                    <a:pt x="5662721" y="2459956"/>
                  </a:lnTo>
                  <a:lnTo>
                    <a:pt x="5663536" y="2519860"/>
                  </a:lnTo>
                  <a:lnTo>
                    <a:pt x="5664350" y="2642650"/>
                  </a:lnTo>
                  <a:lnTo>
                    <a:pt x="5665165" y="2718487"/>
                  </a:lnTo>
                  <a:lnTo>
                    <a:pt x="5665980" y="2787372"/>
                  </a:lnTo>
                  <a:lnTo>
                    <a:pt x="5666795" y="2822376"/>
                  </a:lnTo>
                  <a:lnTo>
                    <a:pt x="5667610" y="2890874"/>
                  </a:lnTo>
                  <a:lnTo>
                    <a:pt x="5668424" y="2959885"/>
                  </a:lnTo>
                  <a:lnTo>
                    <a:pt x="5669239" y="2909921"/>
                  </a:lnTo>
                  <a:lnTo>
                    <a:pt x="5670054" y="2869155"/>
                  </a:lnTo>
                  <a:lnTo>
                    <a:pt x="5670869" y="2834591"/>
                  </a:lnTo>
                  <a:lnTo>
                    <a:pt x="5671683" y="2790832"/>
                  </a:lnTo>
                  <a:lnTo>
                    <a:pt x="5672498" y="2739630"/>
                  </a:lnTo>
                  <a:lnTo>
                    <a:pt x="5673313" y="2707442"/>
                  </a:lnTo>
                  <a:lnTo>
                    <a:pt x="5674128" y="2572920"/>
                  </a:lnTo>
                  <a:lnTo>
                    <a:pt x="5674943" y="2419713"/>
                  </a:lnTo>
                  <a:lnTo>
                    <a:pt x="5675757" y="2398627"/>
                  </a:lnTo>
                  <a:lnTo>
                    <a:pt x="5676572" y="2459481"/>
                  </a:lnTo>
                  <a:lnTo>
                    <a:pt x="5677387" y="2439090"/>
                  </a:lnTo>
                  <a:lnTo>
                    <a:pt x="5678202" y="2373177"/>
                  </a:lnTo>
                  <a:lnTo>
                    <a:pt x="5679016" y="2541327"/>
                  </a:lnTo>
                  <a:lnTo>
                    <a:pt x="5679831" y="2696703"/>
                  </a:lnTo>
                  <a:lnTo>
                    <a:pt x="5680646" y="2625648"/>
                  </a:lnTo>
                  <a:lnTo>
                    <a:pt x="5681461" y="2572253"/>
                  </a:lnTo>
                  <a:lnTo>
                    <a:pt x="5682276" y="2595079"/>
                  </a:lnTo>
                  <a:lnTo>
                    <a:pt x="5683090" y="2656620"/>
                  </a:lnTo>
                  <a:lnTo>
                    <a:pt x="5683905" y="2665882"/>
                  </a:lnTo>
                  <a:lnTo>
                    <a:pt x="5684720" y="2609156"/>
                  </a:lnTo>
                  <a:lnTo>
                    <a:pt x="5685535" y="2649814"/>
                  </a:lnTo>
                  <a:lnTo>
                    <a:pt x="5686349" y="2646253"/>
                  </a:lnTo>
                  <a:lnTo>
                    <a:pt x="5687164" y="2605072"/>
                  </a:lnTo>
                  <a:lnTo>
                    <a:pt x="5687979" y="2617521"/>
                  </a:lnTo>
                  <a:lnTo>
                    <a:pt x="5688794" y="2585424"/>
                  </a:lnTo>
                  <a:lnTo>
                    <a:pt x="5689609" y="2578457"/>
                  </a:lnTo>
                  <a:lnTo>
                    <a:pt x="5690423" y="2651573"/>
                  </a:lnTo>
                  <a:lnTo>
                    <a:pt x="5691238" y="2699786"/>
                  </a:lnTo>
                  <a:lnTo>
                    <a:pt x="5692053" y="2753811"/>
                  </a:lnTo>
                  <a:lnTo>
                    <a:pt x="5692868" y="2743624"/>
                  </a:lnTo>
                  <a:lnTo>
                    <a:pt x="5693682" y="2802677"/>
                  </a:lnTo>
                  <a:lnTo>
                    <a:pt x="5694497" y="2886674"/>
                  </a:lnTo>
                  <a:lnTo>
                    <a:pt x="5695312" y="2760067"/>
                  </a:lnTo>
                  <a:lnTo>
                    <a:pt x="5696127" y="2625119"/>
                  </a:lnTo>
                  <a:lnTo>
                    <a:pt x="5696942" y="2560716"/>
                  </a:lnTo>
                  <a:lnTo>
                    <a:pt x="5697756" y="2564709"/>
                  </a:lnTo>
                  <a:lnTo>
                    <a:pt x="5698571" y="2533525"/>
                  </a:lnTo>
                  <a:lnTo>
                    <a:pt x="5699386" y="2552414"/>
                  </a:lnTo>
                  <a:lnTo>
                    <a:pt x="5700201" y="2654430"/>
                  </a:lnTo>
                  <a:lnTo>
                    <a:pt x="5701016" y="2728971"/>
                  </a:lnTo>
                  <a:lnTo>
                    <a:pt x="5701830" y="2748003"/>
                  </a:lnTo>
                  <a:lnTo>
                    <a:pt x="5702645" y="2736432"/>
                  </a:lnTo>
                  <a:lnTo>
                    <a:pt x="5703460" y="2749220"/>
                  </a:lnTo>
                  <a:lnTo>
                    <a:pt x="5704275" y="2640161"/>
                  </a:lnTo>
                  <a:lnTo>
                    <a:pt x="5705089" y="2544414"/>
                  </a:lnTo>
                  <a:lnTo>
                    <a:pt x="5705904" y="2493897"/>
                  </a:lnTo>
                  <a:lnTo>
                    <a:pt x="5706719" y="2423756"/>
                  </a:lnTo>
                  <a:lnTo>
                    <a:pt x="5707534" y="2303093"/>
                  </a:lnTo>
                  <a:lnTo>
                    <a:pt x="5708349" y="2159144"/>
                  </a:lnTo>
                  <a:lnTo>
                    <a:pt x="5709163" y="2080195"/>
                  </a:lnTo>
                  <a:lnTo>
                    <a:pt x="5709978" y="2044872"/>
                  </a:lnTo>
                  <a:lnTo>
                    <a:pt x="5710793" y="2075725"/>
                  </a:lnTo>
                  <a:lnTo>
                    <a:pt x="5711608" y="2116983"/>
                  </a:lnTo>
                  <a:lnTo>
                    <a:pt x="5712422" y="2236274"/>
                  </a:lnTo>
                  <a:lnTo>
                    <a:pt x="5713237" y="2307500"/>
                  </a:lnTo>
                  <a:lnTo>
                    <a:pt x="5714052" y="2404031"/>
                  </a:lnTo>
                  <a:lnTo>
                    <a:pt x="5714867" y="2402463"/>
                  </a:lnTo>
                  <a:lnTo>
                    <a:pt x="5715682" y="2383800"/>
                  </a:lnTo>
                  <a:lnTo>
                    <a:pt x="5716496" y="2358436"/>
                  </a:lnTo>
                  <a:lnTo>
                    <a:pt x="5717311" y="2237120"/>
                  </a:lnTo>
                  <a:lnTo>
                    <a:pt x="5718126" y="2251123"/>
                  </a:lnTo>
                  <a:lnTo>
                    <a:pt x="5718941" y="2280550"/>
                  </a:lnTo>
                  <a:lnTo>
                    <a:pt x="5719755" y="2383542"/>
                  </a:lnTo>
                  <a:lnTo>
                    <a:pt x="5720570" y="2478315"/>
                  </a:lnTo>
                  <a:lnTo>
                    <a:pt x="5721385" y="2613741"/>
                  </a:lnTo>
                  <a:lnTo>
                    <a:pt x="5722200" y="2795793"/>
                  </a:lnTo>
                  <a:lnTo>
                    <a:pt x="5723015" y="2881735"/>
                  </a:lnTo>
                  <a:lnTo>
                    <a:pt x="5723829" y="2952790"/>
                  </a:lnTo>
                  <a:lnTo>
                    <a:pt x="5724644" y="2991835"/>
                  </a:lnTo>
                  <a:lnTo>
                    <a:pt x="5725459" y="2968841"/>
                  </a:lnTo>
                  <a:lnTo>
                    <a:pt x="5726274" y="2949853"/>
                  </a:lnTo>
                  <a:lnTo>
                    <a:pt x="5727088" y="2949855"/>
                  </a:lnTo>
                  <a:lnTo>
                    <a:pt x="5727903" y="2955856"/>
                  </a:lnTo>
                  <a:lnTo>
                    <a:pt x="5728718" y="3000515"/>
                  </a:lnTo>
                  <a:lnTo>
                    <a:pt x="5729533" y="3052618"/>
                  </a:lnTo>
                  <a:lnTo>
                    <a:pt x="5730348" y="3096634"/>
                  </a:lnTo>
                  <a:lnTo>
                    <a:pt x="5731162" y="3116905"/>
                  </a:lnTo>
                  <a:lnTo>
                    <a:pt x="5731977" y="3116906"/>
                  </a:lnTo>
                  <a:lnTo>
                    <a:pt x="5732792" y="3110905"/>
                  </a:lnTo>
                  <a:lnTo>
                    <a:pt x="5733607" y="3075012"/>
                  </a:lnTo>
                  <a:lnTo>
                    <a:pt x="5734421" y="3040385"/>
                  </a:lnTo>
                  <a:lnTo>
                    <a:pt x="5735236" y="2986669"/>
                  </a:lnTo>
                  <a:lnTo>
                    <a:pt x="5736051" y="2956334"/>
                  </a:lnTo>
                  <a:lnTo>
                    <a:pt x="5736866" y="2910771"/>
                  </a:lnTo>
                  <a:lnTo>
                    <a:pt x="5737681" y="2868292"/>
                  </a:lnTo>
                  <a:lnTo>
                    <a:pt x="5738495" y="2766070"/>
                  </a:lnTo>
                  <a:lnTo>
                    <a:pt x="5739310" y="2724572"/>
                  </a:lnTo>
                  <a:lnTo>
                    <a:pt x="5740125" y="2749069"/>
                  </a:lnTo>
                  <a:lnTo>
                    <a:pt x="5740940" y="2739753"/>
                  </a:lnTo>
                  <a:lnTo>
                    <a:pt x="5741755" y="2791746"/>
                  </a:lnTo>
                  <a:lnTo>
                    <a:pt x="5742569" y="2760354"/>
                  </a:lnTo>
                  <a:lnTo>
                    <a:pt x="5743384" y="2782607"/>
                  </a:lnTo>
                  <a:lnTo>
                    <a:pt x="5744199" y="2875382"/>
                  </a:lnTo>
                  <a:lnTo>
                    <a:pt x="5745014" y="2917094"/>
                  </a:lnTo>
                  <a:lnTo>
                    <a:pt x="5745828" y="2911315"/>
                  </a:lnTo>
                  <a:lnTo>
                    <a:pt x="5746643" y="2824245"/>
                  </a:lnTo>
                  <a:lnTo>
                    <a:pt x="5747458" y="2741360"/>
                  </a:lnTo>
                  <a:lnTo>
                    <a:pt x="5748273" y="2661752"/>
                  </a:lnTo>
                  <a:lnTo>
                    <a:pt x="5749088" y="2569590"/>
                  </a:lnTo>
                  <a:lnTo>
                    <a:pt x="5749902" y="2526045"/>
                  </a:lnTo>
                  <a:lnTo>
                    <a:pt x="5750717" y="2518910"/>
                  </a:lnTo>
                  <a:lnTo>
                    <a:pt x="5751532" y="2575820"/>
                  </a:lnTo>
                  <a:lnTo>
                    <a:pt x="5752347" y="2682504"/>
                  </a:lnTo>
                  <a:lnTo>
                    <a:pt x="5753161" y="2732044"/>
                  </a:lnTo>
                  <a:lnTo>
                    <a:pt x="5753976" y="2689825"/>
                  </a:lnTo>
                  <a:lnTo>
                    <a:pt x="5754791" y="2596275"/>
                  </a:lnTo>
                  <a:lnTo>
                    <a:pt x="5755606" y="2623359"/>
                  </a:lnTo>
                  <a:lnTo>
                    <a:pt x="5756421" y="2626794"/>
                  </a:lnTo>
                  <a:lnTo>
                    <a:pt x="5757235" y="2657280"/>
                  </a:lnTo>
                  <a:lnTo>
                    <a:pt x="5758050" y="2747765"/>
                  </a:lnTo>
                  <a:lnTo>
                    <a:pt x="5758865" y="2763746"/>
                  </a:lnTo>
                  <a:lnTo>
                    <a:pt x="5759680" y="2805835"/>
                  </a:lnTo>
                  <a:lnTo>
                    <a:pt x="5760494" y="2674320"/>
                  </a:lnTo>
                  <a:lnTo>
                    <a:pt x="5761309" y="2522143"/>
                  </a:lnTo>
                  <a:lnTo>
                    <a:pt x="5762124" y="2427033"/>
                  </a:lnTo>
                  <a:lnTo>
                    <a:pt x="5762939" y="2299367"/>
                  </a:lnTo>
                  <a:lnTo>
                    <a:pt x="5763754" y="2251334"/>
                  </a:lnTo>
                  <a:lnTo>
                    <a:pt x="5764568" y="2214832"/>
                  </a:lnTo>
                  <a:lnTo>
                    <a:pt x="5765383" y="2234551"/>
                  </a:lnTo>
                  <a:lnTo>
                    <a:pt x="5766198" y="2201164"/>
                  </a:lnTo>
                  <a:lnTo>
                    <a:pt x="5767013" y="2122031"/>
                  </a:lnTo>
                  <a:lnTo>
                    <a:pt x="5767827" y="2110094"/>
                  </a:lnTo>
                  <a:lnTo>
                    <a:pt x="5768642" y="2135772"/>
                  </a:lnTo>
                  <a:lnTo>
                    <a:pt x="5769457" y="2121527"/>
                  </a:lnTo>
                  <a:lnTo>
                    <a:pt x="5770272" y="2133402"/>
                  </a:lnTo>
                  <a:lnTo>
                    <a:pt x="5771087" y="2268937"/>
                  </a:lnTo>
                  <a:lnTo>
                    <a:pt x="5771901" y="2463122"/>
                  </a:lnTo>
                  <a:lnTo>
                    <a:pt x="5772716" y="2621481"/>
                  </a:lnTo>
                  <a:lnTo>
                    <a:pt x="5773531" y="2679750"/>
                  </a:lnTo>
                  <a:lnTo>
                    <a:pt x="5774346" y="2767497"/>
                  </a:lnTo>
                  <a:lnTo>
                    <a:pt x="5775160" y="2815424"/>
                  </a:lnTo>
                  <a:lnTo>
                    <a:pt x="5775975" y="2889067"/>
                  </a:lnTo>
                  <a:lnTo>
                    <a:pt x="5776790" y="2937294"/>
                  </a:lnTo>
                  <a:lnTo>
                    <a:pt x="5777605" y="2927958"/>
                  </a:lnTo>
                  <a:lnTo>
                    <a:pt x="5778420" y="2892250"/>
                  </a:lnTo>
                  <a:lnTo>
                    <a:pt x="5779234" y="2855189"/>
                  </a:lnTo>
                  <a:lnTo>
                    <a:pt x="5780049" y="2845824"/>
                  </a:lnTo>
                  <a:lnTo>
                    <a:pt x="5780864" y="2819533"/>
                  </a:lnTo>
                  <a:lnTo>
                    <a:pt x="5781679" y="2719630"/>
                  </a:lnTo>
                  <a:lnTo>
                    <a:pt x="5782494" y="2639515"/>
                  </a:lnTo>
                  <a:lnTo>
                    <a:pt x="5783308" y="2646894"/>
                  </a:lnTo>
                  <a:lnTo>
                    <a:pt x="5784123" y="2672923"/>
                  </a:lnTo>
                  <a:lnTo>
                    <a:pt x="5784938" y="2706405"/>
                  </a:lnTo>
                  <a:lnTo>
                    <a:pt x="5785753" y="2685276"/>
                  </a:lnTo>
                  <a:lnTo>
                    <a:pt x="5786567" y="2683188"/>
                  </a:lnTo>
                  <a:lnTo>
                    <a:pt x="5787382" y="2711357"/>
                  </a:lnTo>
                  <a:lnTo>
                    <a:pt x="5788197" y="2692022"/>
                  </a:lnTo>
                  <a:lnTo>
                    <a:pt x="5789012" y="2670252"/>
                  </a:lnTo>
                  <a:lnTo>
                    <a:pt x="5789827" y="2693953"/>
                  </a:lnTo>
                  <a:lnTo>
                    <a:pt x="5790641" y="2719243"/>
                  </a:lnTo>
                  <a:lnTo>
                    <a:pt x="5791456" y="2725556"/>
                  </a:lnTo>
                  <a:lnTo>
                    <a:pt x="5792271" y="2758670"/>
                  </a:lnTo>
                  <a:lnTo>
                    <a:pt x="5793086" y="2801391"/>
                  </a:lnTo>
                  <a:lnTo>
                    <a:pt x="5793900" y="2842305"/>
                  </a:lnTo>
                  <a:lnTo>
                    <a:pt x="5794715" y="2857874"/>
                  </a:lnTo>
                  <a:lnTo>
                    <a:pt x="5795530" y="2782742"/>
                  </a:lnTo>
                  <a:lnTo>
                    <a:pt x="5796345" y="2745416"/>
                  </a:lnTo>
                  <a:lnTo>
                    <a:pt x="5797160" y="2734027"/>
                  </a:lnTo>
                  <a:lnTo>
                    <a:pt x="5797974" y="2727834"/>
                  </a:lnTo>
                  <a:lnTo>
                    <a:pt x="5798789" y="2629074"/>
                  </a:lnTo>
                  <a:lnTo>
                    <a:pt x="5799604" y="2505299"/>
                  </a:lnTo>
                  <a:lnTo>
                    <a:pt x="5800419" y="2464687"/>
                  </a:lnTo>
                  <a:lnTo>
                    <a:pt x="5801233" y="2456401"/>
                  </a:lnTo>
                  <a:lnTo>
                    <a:pt x="5802048" y="2405059"/>
                  </a:lnTo>
                  <a:lnTo>
                    <a:pt x="5802863" y="2367949"/>
                  </a:lnTo>
                  <a:lnTo>
                    <a:pt x="5803678" y="2458309"/>
                  </a:lnTo>
                  <a:lnTo>
                    <a:pt x="5804493" y="2547471"/>
                  </a:lnTo>
                  <a:lnTo>
                    <a:pt x="5805307" y="2646354"/>
                  </a:lnTo>
                  <a:lnTo>
                    <a:pt x="5806122" y="2686322"/>
                  </a:lnTo>
                  <a:lnTo>
                    <a:pt x="5806937" y="2754515"/>
                  </a:lnTo>
                  <a:lnTo>
                    <a:pt x="5807752" y="2834132"/>
                  </a:lnTo>
                  <a:lnTo>
                    <a:pt x="5808566" y="2799047"/>
                  </a:lnTo>
                  <a:lnTo>
                    <a:pt x="5809381" y="2686090"/>
                  </a:lnTo>
                  <a:lnTo>
                    <a:pt x="5810196" y="2538054"/>
                  </a:lnTo>
                  <a:lnTo>
                    <a:pt x="5811011" y="2468457"/>
                  </a:lnTo>
                  <a:lnTo>
                    <a:pt x="5811826" y="2419116"/>
                  </a:lnTo>
                  <a:lnTo>
                    <a:pt x="5812640" y="2397789"/>
                  </a:lnTo>
                  <a:lnTo>
                    <a:pt x="5813455" y="2385280"/>
                  </a:lnTo>
                  <a:lnTo>
                    <a:pt x="5814270" y="2456929"/>
                  </a:lnTo>
                  <a:lnTo>
                    <a:pt x="5815085" y="2590220"/>
                  </a:lnTo>
                  <a:lnTo>
                    <a:pt x="5815900" y="2528456"/>
                  </a:lnTo>
                  <a:lnTo>
                    <a:pt x="5816714" y="2293186"/>
                  </a:lnTo>
                  <a:lnTo>
                    <a:pt x="5817529" y="2071355"/>
                  </a:lnTo>
                  <a:lnTo>
                    <a:pt x="5818344" y="1985441"/>
                  </a:lnTo>
                  <a:lnTo>
                    <a:pt x="5819159" y="1868416"/>
                  </a:lnTo>
                  <a:lnTo>
                    <a:pt x="5819973" y="1656610"/>
                  </a:lnTo>
                  <a:lnTo>
                    <a:pt x="5820788" y="1629865"/>
                  </a:lnTo>
                  <a:lnTo>
                    <a:pt x="5821603" y="1740065"/>
                  </a:lnTo>
                  <a:lnTo>
                    <a:pt x="5822418" y="1748641"/>
                  </a:lnTo>
                  <a:lnTo>
                    <a:pt x="5823233" y="1689726"/>
                  </a:lnTo>
                  <a:lnTo>
                    <a:pt x="5824047" y="1862265"/>
                  </a:lnTo>
                  <a:lnTo>
                    <a:pt x="5824862" y="2013580"/>
                  </a:lnTo>
                  <a:lnTo>
                    <a:pt x="5825677" y="2093027"/>
                  </a:lnTo>
                  <a:lnTo>
                    <a:pt x="5826492" y="2175550"/>
                  </a:lnTo>
                  <a:lnTo>
                    <a:pt x="5827306" y="2281333"/>
                  </a:lnTo>
                  <a:lnTo>
                    <a:pt x="5828121" y="2308893"/>
                  </a:lnTo>
                  <a:lnTo>
                    <a:pt x="5828936" y="2103136"/>
                  </a:lnTo>
                  <a:lnTo>
                    <a:pt x="5829751" y="2069088"/>
                  </a:lnTo>
                  <a:lnTo>
                    <a:pt x="5830566" y="2157160"/>
                  </a:lnTo>
                  <a:lnTo>
                    <a:pt x="5831380" y="2274565"/>
                  </a:lnTo>
                  <a:lnTo>
                    <a:pt x="5832195" y="2368698"/>
                  </a:lnTo>
                  <a:lnTo>
                    <a:pt x="5833010" y="2571699"/>
                  </a:lnTo>
                  <a:lnTo>
                    <a:pt x="5833825" y="2811945"/>
                  </a:lnTo>
                  <a:lnTo>
                    <a:pt x="5834639" y="2956896"/>
                  </a:lnTo>
                  <a:lnTo>
                    <a:pt x="5835454" y="2996998"/>
                  </a:lnTo>
                  <a:lnTo>
                    <a:pt x="5836269" y="2934704"/>
                  </a:lnTo>
                  <a:lnTo>
                    <a:pt x="5837084" y="2889511"/>
                  </a:lnTo>
                  <a:lnTo>
                    <a:pt x="5837899" y="2819815"/>
                  </a:lnTo>
                  <a:lnTo>
                    <a:pt x="5838713" y="2798647"/>
                  </a:lnTo>
                  <a:lnTo>
                    <a:pt x="5839528" y="2754458"/>
                  </a:lnTo>
                  <a:lnTo>
                    <a:pt x="5840343" y="2751830"/>
                  </a:lnTo>
                  <a:lnTo>
                    <a:pt x="5841158" y="2832062"/>
                  </a:lnTo>
                  <a:lnTo>
                    <a:pt x="5841972" y="2917594"/>
                  </a:lnTo>
                  <a:lnTo>
                    <a:pt x="5842787" y="2947418"/>
                  </a:lnTo>
                  <a:lnTo>
                    <a:pt x="5843602" y="2933785"/>
                  </a:lnTo>
                  <a:lnTo>
                    <a:pt x="5844417" y="2977975"/>
                  </a:lnTo>
                  <a:lnTo>
                    <a:pt x="5845232" y="2983841"/>
                  </a:lnTo>
                  <a:lnTo>
                    <a:pt x="5846046" y="2963888"/>
                  </a:lnTo>
                  <a:lnTo>
                    <a:pt x="5846861" y="2975910"/>
                  </a:lnTo>
                  <a:lnTo>
                    <a:pt x="5847676" y="3012380"/>
                  </a:lnTo>
                  <a:lnTo>
                    <a:pt x="5848491" y="2971653"/>
                  </a:lnTo>
                  <a:lnTo>
                    <a:pt x="5849305" y="2841688"/>
                  </a:lnTo>
                  <a:lnTo>
                    <a:pt x="5850120" y="2821944"/>
                  </a:lnTo>
                  <a:lnTo>
                    <a:pt x="5850935" y="2784091"/>
                  </a:lnTo>
                  <a:lnTo>
                    <a:pt x="5851750" y="2705637"/>
                  </a:lnTo>
                  <a:lnTo>
                    <a:pt x="5852565" y="2700427"/>
                  </a:lnTo>
                  <a:lnTo>
                    <a:pt x="5853379" y="2715577"/>
                  </a:lnTo>
                  <a:lnTo>
                    <a:pt x="5854194" y="2762781"/>
                  </a:lnTo>
                  <a:lnTo>
                    <a:pt x="5855009" y="2652135"/>
                  </a:lnTo>
                  <a:lnTo>
                    <a:pt x="5855824" y="2639879"/>
                  </a:lnTo>
                  <a:lnTo>
                    <a:pt x="5856639" y="2634732"/>
                  </a:lnTo>
                  <a:lnTo>
                    <a:pt x="5857453" y="2586698"/>
                  </a:lnTo>
                  <a:lnTo>
                    <a:pt x="5858268" y="2595541"/>
                  </a:lnTo>
                  <a:lnTo>
                    <a:pt x="5859083" y="2577926"/>
                  </a:lnTo>
                  <a:lnTo>
                    <a:pt x="5859898" y="2646977"/>
                  </a:lnTo>
                  <a:lnTo>
                    <a:pt x="5860712" y="2589946"/>
                  </a:lnTo>
                  <a:lnTo>
                    <a:pt x="5861527" y="2555907"/>
                  </a:lnTo>
                  <a:lnTo>
                    <a:pt x="5862342" y="2543845"/>
                  </a:lnTo>
                  <a:lnTo>
                    <a:pt x="5863157" y="2606761"/>
                  </a:lnTo>
                  <a:lnTo>
                    <a:pt x="5863972" y="2654420"/>
                  </a:lnTo>
                  <a:lnTo>
                    <a:pt x="5864786" y="2645434"/>
                  </a:lnTo>
                  <a:lnTo>
                    <a:pt x="5865601" y="2751885"/>
                  </a:lnTo>
                  <a:lnTo>
                    <a:pt x="5866416" y="2850795"/>
                  </a:lnTo>
                  <a:lnTo>
                    <a:pt x="5867231" y="2809256"/>
                  </a:lnTo>
                  <a:lnTo>
                    <a:pt x="5868045" y="2661567"/>
                  </a:lnTo>
                  <a:lnTo>
                    <a:pt x="5868860" y="2648408"/>
                  </a:lnTo>
                  <a:lnTo>
                    <a:pt x="5869675" y="2688095"/>
                  </a:lnTo>
                  <a:lnTo>
                    <a:pt x="5870490" y="2597689"/>
                  </a:lnTo>
                  <a:lnTo>
                    <a:pt x="5871305" y="2570875"/>
                  </a:lnTo>
                  <a:lnTo>
                    <a:pt x="5872119" y="2707812"/>
                  </a:lnTo>
                  <a:lnTo>
                    <a:pt x="5872934" y="2807855"/>
                  </a:lnTo>
                  <a:lnTo>
                    <a:pt x="5873749" y="2824762"/>
                  </a:lnTo>
                  <a:lnTo>
                    <a:pt x="5874564" y="2845107"/>
                  </a:lnTo>
                  <a:lnTo>
                    <a:pt x="5875378" y="2908669"/>
                  </a:lnTo>
                  <a:lnTo>
                    <a:pt x="5876193" y="2861810"/>
                  </a:lnTo>
                  <a:lnTo>
                    <a:pt x="5877008" y="2689503"/>
                  </a:lnTo>
                  <a:lnTo>
                    <a:pt x="5877823" y="2617719"/>
                  </a:lnTo>
                  <a:lnTo>
                    <a:pt x="5878638" y="2604369"/>
                  </a:lnTo>
                  <a:lnTo>
                    <a:pt x="5879452" y="2561099"/>
                  </a:lnTo>
                  <a:lnTo>
                    <a:pt x="5880267" y="2561693"/>
                  </a:lnTo>
                  <a:lnTo>
                    <a:pt x="5881082" y="2621745"/>
                  </a:lnTo>
                  <a:lnTo>
                    <a:pt x="5881897" y="2761396"/>
                  </a:lnTo>
                  <a:lnTo>
                    <a:pt x="5882711" y="2869439"/>
                  </a:lnTo>
                  <a:lnTo>
                    <a:pt x="5883526" y="2931761"/>
                  </a:lnTo>
                  <a:lnTo>
                    <a:pt x="5884341" y="2939209"/>
                  </a:lnTo>
                  <a:lnTo>
                    <a:pt x="5885156" y="2864749"/>
                  </a:lnTo>
                  <a:lnTo>
                    <a:pt x="5885971" y="2866611"/>
                  </a:lnTo>
                  <a:lnTo>
                    <a:pt x="5886785" y="2856074"/>
                  </a:lnTo>
                  <a:lnTo>
                    <a:pt x="5887600" y="2817187"/>
                  </a:lnTo>
                  <a:lnTo>
                    <a:pt x="5888415" y="2791705"/>
                  </a:lnTo>
                  <a:lnTo>
                    <a:pt x="5889230" y="2815567"/>
                  </a:lnTo>
                  <a:lnTo>
                    <a:pt x="5890044" y="2879139"/>
                  </a:lnTo>
                  <a:lnTo>
                    <a:pt x="5890859" y="2882068"/>
                  </a:lnTo>
                  <a:lnTo>
                    <a:pt x="5891674" y="2855321"/>
                  </a:lnTo>
                  <a:lnTo>
                    <a:pt x="5892489" y="2843580"/>
                  </a:lnTo>
                  <a:lnTo>
                    <a:pt x="5893304" y="2827938"/>
                  </a:lnTo>
                  <a:lnTo>
                    <a:pt x="5894118" y="2779014"/>
                  </a:lnTo>
                  <a:lnTo>
                    <a:pt x="5894933" y="2722921"/>
                  </a:lnTo>
                  <a:lnTo>
                    <a:pt x="5895748" y="2684349"/>
                  </a:lnTo>
                  <a:lnTo>
                    <a:pt x="5896563" y="2671396"/>
                  </a:lnTo>
                  <a:lnTo>
                    <a:pt x="5897378" y="2669966"/>
                  </a:lnTo>
                  <a:lnTo>
                    <a:pt x="5898192" y="2621729"/>
                  </a:lnTo>
                  <a:lnTo>
                    <a:pt x="5899007" y="2548285"/>
                  </a:lnTo>
                  <a:lnTo>
                    <a:pt x="5899822" y="2458716"/>
                  </a:lnTo>
                  <a:lnTo>
                    <a:pt x="5900637" y="2355821"/>
                  </a:lnTo>
                  <a:lnTo>
                    <a:pt x="5901451" y="2300868"/>
                  </a:lnTo>
                  <a:lnTo>
                    <a:pt x="5902266" y="2286781"/>
                  </a:lnTo>
                  <a:lnTo>
                    <a:pt x="5903081" y="2288770"/>
                  </a:lnTo>
                  <a:lnTo>
                    <a:pt x="5903896" y="2379158"/>
                  </a:lnTo>
                  <a:lnTo>
                    <a:pt x="5904711" y="2524468"/>
                  </a:lnTo>
                  <a:lnTo>
                    <a:pt x="5905525" y="2575209"/>
                  </a:lnTo>
                  <a:lnTo>
                    <a:pt x="5906340" y="2596461"/>
                  </a:lnTo>
                  <a:lnTo>
                    <a:pt x="5907155" y="2658504"/>
                  </a:lnTo>
                  <a:lnTo>
                    <a:pt x="5907970" y="2749526"/>
                  </a:lnTo>
                  <a:lnTo>
                    <a:pt x="5908784" y="2803657"/>
                  </a:lnTo>
                  <a:lnTo>
                    <a:pt x="5909599" y="2854072"/>
                  </a:lnTo>
                  <a:lnTo>
                    <a:pt x="5910414" y="2887432"/>
                  </a:lnTo>
                  <a:lnTo>
                    <a:pt x="5911229" y="2880253"/>
                  </a:lnTo>
                  <a:lnTo>
                    <a:pt x="5912044" y="2829532"/>
                  </a:lnTo>
                  <a:lnTo>
                    <a:pt x="5912858" y="2823414"/>
                  </a:lnTo>
                  <a:lnTo>
                    <a:pt x="5913673" y="2823511"/>
                  </a:lnTo>
                  <a:lnTo>
                    <a:pt x="5914488" y="2837596"/>
                  </a:lnTo>
                  <a:lnTo>
                    <a:pt x="5915303" y="2879333"/>
                  </a:lnTo>
                  <a:lnTo>
                    <a:pt x="5916117" y="2813713"/>
                  </a:lnTo>
                  <a:lnTo>
                    <a:pt x="5916932" y="2732008"/>
                  </a:lnTo>
                  <a:lnTo>
                    <a:pt x="5917747" y="2663932"/>
                  </a:lnTo>
                  <a:lnTo>
                    <a:pt x="5918562" y="2567498"/>
                  </a:lnTo>
                  <a:lnTo>
                    <a:pt x="5919377" y="2482136"/>
                  </a:lnTo>
                  <a:lnTo>
                    <a:pt x="5920191" y="2515529"/>
                  </a:lnTo>
                  <a:lnTo>
                    <a:pt x="5921006" y="2688486"/>
                  </a:lnTo>
                  <a:lnTo>
                    <a:pt x="5921821" y="2827241"/>
                  </a:lnTo>
                  <a:lnTo>
                    <a:pt x="5922636" y="2831540"/>
                  </a:lnTo>
                  <a:lnTo>
                    <a:pt x="5923450" y="2861494"/>
                  </a:lnTo>
                  <a:lnTo>
                    <a:pt x="5924265" y="2803455"/>
                  </a:lnTo>
                  <a:lnTo>
                    <a:pt x="5925080" y="2747880"/>
                  </a:lnTo>
                  <a:lnTo>
                    <a:pt x="5925895" y="2739890"/>
                  </a:lnTo>
                  <a:lnTo>
                    <a:pt x="5926710" y="2743668"/>
                  </a:lnTo>
                  <a:lnTo>
                    <a:pt x="5927524" y="2833632"/>
                  </a:lnTo>
                  <a:lnTo>
                    <a:pt x="5928339" y="2867076"/>
                  </a:lnTo>
                  <a:lnTo>
                    <a:pt x="5929154" y="2922684"/>
                  </a:lnTo>
                  <a:lnTo>
                    <a:pt x="5929969" y="2928785"/>
                  </a:lnTo>
                  <a:lnTo>
                    <a:pt x="5930783" y="2881299"/>
                  </a:lnTo>
                  <a:lnTo>
                    <a:pt x="5931598" y="2799849"/>
                  </a:lnTo>
                  <a:lnTo>
                    <a:pt x="5932413" y="2734793"/>
                  </a:lnTo>
                  <a:lnTo>
                    <a:pt x="5933228" y="2754229"/>
                  </a:lnTo>
                  <a:lnTo>
                    <a:pt x="5934043" y="2765170"/>
                  </a:lnTo>
                  <a:lnTo>
                    <a:pt x="5934857" y="2670008"/>
                  </a:lnTo>
                  <a:lnTo>
                    <a:pt x="5935672" y="2539705"/>
                  </a:lnTo>
                  <a:lnTo>
                    <a:pt x="5936487" y="2490915"/>
                  </a:lnTo>
                  <a:lnTo>
                    <a:pt x="5937302" y="2499672"/>
                  </a:lnTo>
                  <a:lnTo>
                    <a:pt x="5938117" y="2476231"/>
                  </a:lnTo>
                  <a:lnTo>
                    <a:pt x="5938931" y="2478236"/>
                  </a:lnTo>
                  <a:lnTo>
                    <a:pt x="5939746" y="2558251"/>
                  </a:lnTo>
                  <a:lnTo>
                    <a:pt x="5940561" y="2623216"/>
                  </a:lnTo>
                  <a:lnTo>
                    <a:pt x="5941376" y="2564942"/>
                  </a:lnTo>
                  <a:lnTo>
                    <a:pt x="5942190" y="2423160"/>
                  </a:lnTo>
                  <a:lnTo>
                    <a:pt x="5943005" y="2350754"/>
                  </a:lnTo>
                  <a:lnTo>
                    <a:pt x="5943820" y="2279242"/>
                  </a:lnTo>
                  <a:lnTo>
                    <a:pt x="5944635" y="2241886"/>
                  </a:lnTo>
                  <a:lnTo>
                    <a:pt x="5945450" y="2283060"/>
                  </a:lnTo>
                  <a:lnTo>
                    <a:pt x="5946264" y="2374045"/>
                  </a:lnTo>
                  <a:lnTo>
                    <a:pt x="5947079" y="2401406"/>
                  </a:lnTo>
                  <a:lnTo>
                    <a:pt x="5947894" y="2394290"/>
                  </a:lnTo>
                  <a:lnTo>
                    <a:pt x="5948709" y="2467490"/>
                  </a:lnTo>
                  <a:lnTo>
                    <a:pt x="5949523" y="2579266"/>
                  </a:lnTo>
                  <a:lnTo>
                    <a:pt x="5950338" y="2606106"/>
                  </a:lnTo>
                  <a:lnTo>
                    <a:pt x="5951153" y="2603704"/>
                  </a:lnTo>
                  <a:lnTo>
                    <a:pt x="5951968" y="2725625"/>
                  </a:lnTo>
                  <a:lnTo>
                    <a:pt x="5952783" y="2822764"/>
                  </a:lnTo>
                  <a:lnTo>
                    <a:pt x="5953597" y="2817288"/>
                  </a:lnTo>
                  <a:lnTo>
                    <a:pt x="5954412" y="2773777"/>
                  </a:lnTo>
                  <a:lnTo>
                    <a:pt x="5955227" y="2755767"/>
                  </a:lnTo>
                  <a:lnTo>
                    <a:pt x="5956042" y="2800676"/>
                  </a:lnTo>
                  <a:lnTo>
                    <a:pt x="5956856" y="2782180"/>
                  </a:lnTo>
                  <a:lnTo>
                    <a:pt x="5957671" y="2714400"/>
                  </a:lnTo>
                  <a:lnTo>
                    <a:pt x="5958486" y="2637341"/>
                  </a:lnTo>
                  <a:lnTo>
                    <a:pt x="5959301" y="2610128"/>
                  </a:lnTo>
                  <a:lnTo>
                    <a:pt x="5960116" y="2608472"/>
                  </a:lnTo>
                  <a:lnTo>
                    <a:pt x="5960930" y="2539117"/>
                  </a:lnTo>
                  <a:lnTo>
                    <a:pt x="5961745" y="2519943"/>
                  </a:lnTo>
                  <a:lnTo>
                    <a:pt x="5962560" y="2607409"/>
                  </a:lnTo>
                  <a:lnTo>
                    <a:pt x="5963375" y="2769981"/>
                  </a:lnTo>
                  <a:lnTo>
                    <a:pt x="5964189" y="2876486"/>
                  </a:lnTo>
                  <a:lnTo>
                    <a:pt x="5965004" y="2951962"/>
                  </a:lnTo>
                  <a:lnTo>
                    <a:pt x="5965819" y="3086327"/>
                  </a:lnTo>
                  <a:lnTo>
                    <a:pt x="5966634" y="3116972"/>
                  </a:lnTo>
                  <a:lnTo>
                    <a:pt x="5966634" y="3116972"/>
                  </a:lnTo>
                  <a:lnTo>
                    <a:pt x="5967449" y="3067707"/>
                  </a:lnTo>
                  <a:lnTo>
                    <a:pt x="5968263" y="2864150"/>
                  </a:lnTo>
                  <a:lnTo>
                    <a:pt x="5969078" y="2703209"/>
                  </a:lnTo>
                  <a:lnTo>
                    <a:pt x="5969893" y="2629932"/>
                  </a:lnTo>
                  <a:lnTo>
                    <a:pt x="5970708" y="2560622"/>
                  </a:lnTo>
                  <a:lnTo>
                    <a:pt x="5971522" y="2486482"/>
                  </a:lnTo>
                  <a:lnTo>
                    <a:pt x="5972337" y="2574575"/>
                  </a:lnTo>
                  <a:lnTo>
                    <a:pt x="5973152" y="2646701"/>
                  </a:lnTo>
                  <a:lnTo>
                    <a:pt x="5973967" y="2586509"/>
                  </a:lnTo>
                  <a:lnTo>
                    <a:pt x="5974782" y="2454963"/>
                  </a:lnTo>
                  <a:lnTo>
                    <a:pt x="5975596" y="2319984"/>
                  </a:lnTo>
                  <a:lnTo>
                    <a:pt x="5976411" y="2267720"/>
                  </a:lnTo>
                  <a:lnTo>
                    <a:pt x="5977226" y="2227435"/>
                  </a:lnTo>
                  <a:lnTo>
                    <a:pt x="5978041" y="2245357"/>
                  </a:lnTo>
                  <a:lnTo>
                    <a:pt x="5978856" y="2252803"/>
                  </a:lnTo>
                  <a:lnTo>
                    <a:pt x="5979670" y="2253091"/>
                  </a:lnTo>
                  <a:lnTo>
                    <a:pt x="5980485" y="2288666"/>
                  </a:lnTo>
                  <a:lnTo>
                    <a:pt x="5981300" y="2361618"/>
                  </a:lnTo>
                  <a:lnTo>
                    <a:pt x="5982115" y="2366697"/>
                  </a:lnTo>
                  <a:lnTo>
                    <a:pt x="5982929" y="2294897"/>
                  </a:lnTo>
                  <a:lnTo>
                    <a:pt x="5983744" y="2282802"/>
                  </a:lnTo>
                  <a:lnTo>
                    <a:pt x="5984559" y="2356613"/>
                  </a:lnTo>
                  <a:lnTo>
                    <a:pt x="5985374" y="2479539"/>
                  </a:lnTo>
                  <a:lnTo>
                    <a:pt x="5986189" y="2440464"/>
                  </a:lnTo>
                  <a:lnTo>
                    <a:pt x="5987003" y="2375899"/>
                  </a:lnTo>
                  <a:lnTo>
                    <a:pt x="5987818" y="2413546"/>
                  </a:lnTo>
                  <a:lnTo>
                    <a:pt x="5988633" y="2378405"/>
                  </a:lnTo>
                  <a:lnTo>
                    <a:pt x="5989448" y="2232550"/>
                  </a:lnTo>
                  <a:lnTo>
                    <a:pt x="5990262" y="2092529"/>
                  </a:lnTo>
                  <a:lnTo>
                    <a:pt x="5991077" y="2056014"/>
                  </a:lnTo>
                  <a:lnTo>
                    <a:pt x="5991892" y="2008836"/>
                  </a:lnTo>
                  <a:lnTo>
                    <a:pt x="5992707" y="1913324"/>
                  </a:lnTo>
                  <a:lnTo>
                    <a:pt x="5993522" y="1911054"/>
                  </a:lnTo>
                  <a:lnTo>
                    <a:pt x="5994336" y="1888248"/>
                  </a:lnTo>
                  <a:lnTo>
                    <a:pt x="5995151" y="1788464"/>
                  </a:lnTo>
                  <a:lnTo>
                    <a:pt x="5995966" y="1792709"/>
                  </a:lnTo>
                  <a:lnTo>
                    <a:pt x="5996781" y="1940812"/>
                  </a:lnTo>
                  <a:lnTo>
                    <a:pt x="5997595" y="2150783"/>
                  </a:lnTo>
                  <a:lnTo>
                    <a:pt x="5998410" y="2377007"/>
                  </a:lnTo>
                  <a:lnTo>
                    <a:pt x="5999225" y="2620985"/>
                  </a:lnTo>
                  <a:lnTo>
                    <a:pt x="6000040" y="2807896"/>
                  </a:lnTo>
                  <a:lnTo>
                    <a:pt x="6000855" y="2838812"/>
                  </a:lnTo>
                  <a:lnTo>
                    <a:pt x="6001669" y="2686726"/>
                  </a:lnTo>
                  <a:lnTo>
                    <a:pt x="6002484" y="2535947"/>
                  </a:lnTo>
                  <a:lnTo>
                    <a:pt x="6003299" y="2420611"/>
                  </a:lnTo>
                  <a:lnTo>
                    <a:pt x="6004114" y="2411090"/>
                  </a:lnTo>
                  <a:lnTo>
                    <a:pt x="6004928" y="2366424"/>
                  </a:lnTo>
                  <a:lnTo>
                    <a:pt x="6005743" y="2311039"/>
                  </a:lnTo>
                  <a:lnTo>
                    <a:pt x="6006558" y="2407137"/>
                  </a:lnTo>
                  <a:lnTo>
                    <a:pt x="6007373" y="2549928"/>
                  </a:lnTo>
                  <a:lnTo>
                    <a:pt x="6008188" y="2666455"/>
                  </a:lnTo>
                  <a:lnTo>
                    <a:pt x="6009002" y="2725781"/>
                  </a:lnTo>
                  <a:lnTo>
                    <a:pt x="6009817" y="2829770"/>
                  </a:lnTo>
                  <a:lnTo>
                    <a:pt x="6010632" y="2882236"/>
                  </a:lnTo>
                  <a:lnTo>
                    <a:pt x="6011447" y="2861988"/>
                  </a:lnTo>
                  <a:lnTo>
                    <a:pt x="6012261" y="2840956"/>
                  </a:lnTo>
                  <a:lnTo>
                    <a:pt x="6013076" y="2840957"/>
                  </a:lnTo>
                  <a:lnTo>
                    <a:pt x="6013891" y="2822795"/>
                  </a:lnTo>
                  <a:lnTo>
                    <a:pt x="6014706" y="2776608"/>
                  </a:lnTo>
                  <a:lnTo>
                    <a:pt x="6015521" y="2777322"/>
                  </a:lnTo>
                  <a:lnTo>
                    <a:pt x="6016335" y="2773905"/>
                  </a:lnTo>
                  <a:lnTo>
                    <a:pt x="6017150" y="2724611"/>
                  </a:lnTo>
                  <a:lnTo>
                    <a:pt x="6017965" y="2657565"/>
                  </a:lnTo>
                  <a:lnTo>
                    <a:pt x="6018780" y="2649256"/>
                  </a:lnTo>
                  <a:lnTo>
                    <a:pt x="6019595" y="2689068"/>
                  </a:lnTo>
                  <a:lnTo>
                    <a:pt x="6020409" y="2691866"/>
                  </a:lnTo>
                  <a:lnTo>
                    <a:pt x="6021224" y="2609137"/>
                  </a:lnTo>
                  <a:lnTo>
                    <a:pt x="6022039" y="2482150"/>
                  </a:lnTo>
                  <a:lnTo>
                    <a:pt x="6022854" y="2371911"/>
                  </a:lnTo>
                  <a:lnTo>
                    <a:pt x="6023668" y="2201295"/>
                  </a:lnTo>
                  <a:lnTo>
                    <a:pt x="6024483" y="2022384"/>
                  </a:lnTo>
                  <a:lnTo>
                    <a:pt x="6025298" y="1941002"/>
                  </a:lnTo>
                  <a:lnTo>
                    <a:pt x="6026113" y="1977780"/>
                  </a:lnTo>
                  <a:lnTo>
                    <a:pt x="6026928" y="2037916"/>
                  </a:lnTo>
                  <a:lnTo>
                    <a:pt x="6027742" y="2085189"/>
                  </a:lnTo>
                  <a:lnTo>
                    <a:pt x="6028557" y="2166496"/>
                  </a:lnTo>
                  <a:lnTo>
                    <a:pt x="6029372" y="2236565"/>
                  </a:lnTo>
                  <a:lnTo>
                    <a:pt x="6030187" y="2337907"/>
                  </a:lnTo>
                  <a:lnTo>
                    <a:pt x="6031001" y="2388960"/>
                  </a:lnTo>
                  <a:lnTo>
                    <a:pt x="6031816" y="2444124"/>
                  </a:lnTo>
                  <a:lnTo>
                    <a:pt x="6032631" y="2585899"/>
                  </a:lnTo>
                  <a:lnTo>
                    <a:pt x="6033446" y="2641495"/>
                  </a:lnTo>
                  <a:lnTo>
                    <a:pt x="6034261" y="2646373"/>
                  </a:lnTo>
                  <a:lnTo>
                    <a:pt x="6035075" y="2512647"/>
                  </a:lnTo>
                  <a:lnTo>
                    <a:pt x="6035890" y="2420721"/>
                  </a:lnTo>
                  <a:lnTo>
                    <a:pt x="6036705" y="2341863"/>
                  </a:lnTo>
                  <a:lnTo>
                    <a:pt x="6037520" y="2168436"/>
                  </a:lnTo>
                  <a:lnTo>
                    <a:pt x="6038334" y="2093586"/>
                  </a:lnTo>
                  <a:lnTo>
                    <a:pt x="6039149" y="2037349"/>
                  </a:lnTo>
                  <a:lnTo>
                    <a:pt x="6039964" y="1972866"/>
                  </a:lnTo>
                  <a:lnTo>
                    <a:pt x="6040779" y="1829472"/>
                  </a:lnTo>
                  <a:lnTo>
                    <a:pt x="6041594" y="1702395"/>
                  </a:lnTo>
                  <a:lnTo>
                    <a:pt x="6042408" y="1709198"/>
                  </a:lnTo>
                  <a:lnTo>
                    <a:pt x="6043223" y="1743740"/>
                  </a:lnTo>
                  <a:lnTo>
                    <a:pt x="6044038" y="1847328"/>
                  </a:lnTo>
                  <a:lnTo>
                    <a:pt x="6044853" y="2038448"/>
                  </a:lnTo>
                  <a:lnTo>
                    <a:pt x="6045667" y="2293236"/>
                  </a:lnTo>
                  <a:lnTo>
                    <a:pt x="6046482" y="2497224"/>
                  </a:lnTo>
                  <a:lnTo>
                    <a:pt x="6047297" y="2505858"/>
                  </a:lnTo>
                  <a:lnTo>
                    <a:pt x="6048112" y="2424459"/>
                  </a:lnTo>
                  <a:lnTo>
                    <a:pt x="6048927" y="2420882"/>
                  </a:lnTo>
                  <a:lnTo>
                    <a:pt x="6049741" y="2405125"/>
                  </a:lnTo>
                  <a:lnTo>
                    <a:pt x="6050556" y="2389181"/>
                  </a:lnTo>
                  <a:lnTo>
                    <a:pt x="6051371" y="2389670"/>
                  </a:lnTo>
                  <a:lnTo>
                    <a:pt x="6052186" y="2445782"/>
                  </a:lnTo>
                  <a:lnTo>
                    <a:pt x="6053000" y="2610126"/>
                  </a:lnTo>
                  <a:lnTo>
                    <a:pt x="6053815" y="2700063"/>
                  </a:lnTo>
                  <a:lnTo>
                    <a:pt x="6054630" y="2732622"/>
                  </a:lnTo>
                  <a:lnTo>
                    <a:pt x="6055445" y="2691061"/>
                  </a:lnTo>
                  <a:lnTo>
                    <a:pt x="6056260" y="2666550"/>
                  </a:lnTo>
                  <a:lnTo>
                    <a:pt x="6057074" y="2716915"/>
                  </a:lnTo>
                  <a:lnTo>
                    <a:pt x="6057889" y="2722759"/>
                  </a:lnTo>
                  <a:lnTo>
                    <a:pt x="6058704" y="2697775"/>
                  </a:lnTo>
                  <a:lnTo>
                    <a:pt x="6059519" y="2744990"/>
                  </a:lnTo>
                  <a:lnTo>
                    <a:pt x="6060334" y="2801234"/>
                  </a:lnTo>
                  <a:lnTo>
                    <a:pt x="6061148" y="2735642"/>
                  </a:lnTo>
                  <a:lnTo>
                    <a:pt x="6061963" y="2599226"/>
                  </a:lnTo>
                  <a:lnTo>
                    <a:pt x="6062778" y="2520833"/>
                  </a:lnTo>
                  <a:lnTo>
                    <a:pt x="6063593" y="2482655"/>
                  </a:lnTo>
                  <a:lnTo>
                    <a:pt x="6064407" y="2400300"/>
                  </a:lnTo>
                  <a:lnTo>
                    <a:pt x="6065222" y="2445162"/>
                  </a:lnTo>
                  <a:lnTo>
                    <a:pt x="6066037" y="2541141"/>
                  </a:lnTo>
                  <a:lnTo>
                    <a:pt x="6066852" y="2631908"/>
                  </a:lnTo>
                  <a:lnTo>
                    <a:pt x="6067667" y="2653723"/>
                  </a:lnTo>
                  <a:lnTo>
                    <a:pt x="6068481" y="2600932"/>
                  </a:lnTo>
                  <a:lnTo>
                    <a:pt x="6069296" y="2615612"/>
                  </a:lnTo>
                  <a:lnTo>
                    <a:pt x="6070111" y="2553480"/>
                  </a:lnTo>
                  <a:lnTo>
                    <a:pt x="6070926" y="2498668"/>
                  </a:lnTo>
                  <a:lnTo>
                    <a:pt x="6071740" y="2468309"/>
                  </a:lnTo>
                  <a:lnTo>
                    <a:pt x="6072555" y="2483257"/>
                  </a:lnTo>
                  <a:lnTo>
                    <a:pt x="6073370" y="2561548"/>
                  </a:lnTo>
                  <a:lnTo>
                    <a:pt x="6074185" y="2592694"/>
                  </a:lnTo>
                  <a:lnTo>
                    <a:pt x="6075000" y="2626318"/>
                  </a:lnTo>
                  <a:lnTo>
                    <a:pt x="6075814" y="2736467"/>
                  </a:lnTo>
                  <a:lnTo>
                    <a:pt x="6076629" y="2862600"/>
                  </a:lnTo>
                  <a:lnTo>
                    <a:pt x="6077444" y="2913475"/>
                  </a:lnTo>
                  <a:lnTo>
                    <a:pt x="6078259" y="2886824"/>
                  </a:lnTo>
                  <a:lnTo>
                    <a:pt x="6079073" y="2845499"/>
                  </a:lnTo>
                  <a:lnTo>
                    <a:pt x="6079888" y="2806038"/>
                  </a:lnTo>
                  <a:lnTo>
                    <a:pt x="6080703" y="2739904"/>
                  </a:lnTo>
                  <a:lnTo>
                    <a:pt x="6081518" y="2717719"/>
                  </a:lnTo>
                  <a:lnTo>
                    <a:pt x="6082333" y="2702107"/>
                  </a:lnTo>
                  <a:lnTo>
                    <a:pt x="6083147" y="2750964"/>
                  </a:lnTo>
                  <a:lnTo>
                    <a:pt x="6083962" y="2757299"/>
                  </a:lnTo>
                  <a:lnTo>
                    <a:pt x="6084777" y="2721976"/>
                  </a:lnTo>
                  <a:lnTo>
                    <a:pt x="6085592" y="2697908"/>
                  </a:lnTo>
                  <a:lnTo>
                    <a:pt x="6086406" y="2610277"/>
                  </a:lnTo>
                  <a:lnTo>
                    <a:pt x="6087221" y="2511593"/>
                  </a:lnTo>
                  <a:lnTo>
                    <a:pt x="6088036" y="2330998"/>
                  </a:lnTo>
                  <a:lnTo>
                    <a:pt x="6088851" y="2150079"/>
                  </a:lnTo>
                  <a:lnTo>
                    <a:pt x="6089666" y="2051483"/>
                  </a:lnTo>
                  <a:lnTo>
                    <a:pt x="6090480" y="2042609"/>
                  </a:lnTo>
                  <a:lnTo>
                    <a:pt x="6091295" y="2060966"/>
                  </a:lnTo>
                  <a:lnTo>
                    <a:pt x="6092110" y="2062259"/>
                  </a:lnTo>
                  <a:lnTo>
                    <a:pt x="6092925" y="2232698"/>
                  </a:lnTo>
                  <a:lnTo>
                    <a:pt x="6093739" y="2502711"/>
                  </a:lnTo>
                  <a:lnTo>
                    <a:pt x="6094554" y="2700937"/>
                  </a:lnTo>
                  <a:lnTo>
                    <a:pt x="6095369" y="2769882"/>
                  </a:lnTo>
                  <a:lnTo>
                    <a:pt x="6096184" y="2840816"/>
                  </a:lnTo>
                  <a:lnTo>
                    <a:pt x="6096999" y="2963507"/>
                  </a:lnTo>
                  <a:lnTo>
                    <a:pt x="6097813" y="2984284"/>
                  </a:lnTo>
                  <a:lnTo>
                    <a:pt x="6098628" y="2858256"/>
                  </a:lnTo>
                  <a:lnTo>
                    <a:pt x="6099443" y="2741193"/>
                  </a:lnTo>
                  <a:lnTo>
                    <a:pt x="6100258" y="2744563"/>
                  </a:lnTo>
                  <a:lnTo>
                    <a:pt x="6101073" y="2739990"/>
                  </a:lnTo>
                  <a:lnTo>
                    <a:pt x="6101887" y="2742445"/>
                  </a:lnTo>
                  <a:lnTo>
                    <a:pt x="6102702" y="2683867"/>
                  </a:lnTo>
                  <a:lnTo>
                    <a:pt x="6103517" y="2706710"/>
                  </a:lnTo>
                  <a:lnTo>
                    <a:pt x="6104332" y="2713719"/>
                  </a:lnTo>
                  <a:lnTo>
                    <a:pt x="6105146" y="2562445"/>
                  </a:lnTo>
                  <a:lnTo>
                    <a:pt x="6105961" y="2331046"/>
                  </a:lnTo>
                  <a:lnTo>
                    <a:pt x="6106776" y="2171956"/>
                  </a:lnTo>
                  <a:lnTo>
                    <a:pt x="6107591" y="2102136"/>
                  </a:lnTo>
                  <a:lnTo>
                    <a:pt x="6108406" y="2030503"/>
                  </a:lnTo>
                  <a:lnTo>
                    <a:pt x="6109220" y="2011100"/>
                  </a:lnTo>
                  <a:lnTo>
                    <a:pt x="6110035" y="2064572"/>
                  </a:lnTo>
                  <a:lnTo>
                    <a:pt x="6110850" y="2240775"/>
                  </a:lnTo>
                  <a:lnTo>
                    <a:pt x="6111665" y="2312409"/>
                  </a:lnTo>
                  <a:lnTo>
                    <a:pt x="6112479" y="2353169"/>
                  </a:lnTo>
                  <a:lnTo>
                    <a:pt x="6113294" y="2400879"/>
                  </a:lnTo>
                  <a:lnTo>
                    <a:pt x="6114109" y="2362010"/>
                  </a:lnTo>
                  <a:lnTo>
                    <a:pt x="6114924" y="2325847"/>
                  </a:lnTo>
                  <a:lnTo>
                    <a:pt x="6115739" y="2275579"/>
                  </a:lnTo>
                  <a:lnTo>
                    <a:pt x="6116553" y="2308269"/>
                  </a:lnTo>
                  <a:lnTo>
                    <a:pt x="6117368" y="2332123"/>
                  </a:lnTo>
                  <a:lnTo>
                    <a:pt x="6118183" y="2383746"/>
                  </a:lnTo>
                  <a:lnTo>
                    <a:pt x="6118998" y="2598354"/>
                  </a:lnTo>
                  <a:lnTo>
                    <a:pt x="6119812" y="2832454"/>
                  </a:lnTo>
                  <a:lnTo>
                    <a:pt x="6120627" y="2919583"/>
                  </a:lnTo>
                  <a:lnTo>
                    <a:pt x="6121442" y="2858425"/>
                  </a:lnTo>
                  <a:lnTo>
                    <a:pt x="6122257" y="2799236"/>
                  </a:lnTo>
                  <a:lnTo>
                    <a:pt x="6123072" y="2720183"/>
                  </a:lnTo>
                  <a:lnTo>
                    <a:pt x="6123886" y="2421103"/>
                  </a:lnTo>
                  <a:lnTo>
                    <a:pt x="6124701" y="2114483"/>
                  </a:lnTo>
                  <a:lnTo>
                    <a:pt x="6125516" y="1967719"/>
                  </a:lnTo>
                  <a:lnTo>
                    <a:pt x="6126331" y="1866150"/>
                  </a:lnTo>
                  <a:lnTo>
                    <a:pt x="6127145" y="1797461"/>
                  </a:lnTo>
                  <a:lnTo>
                    <a:pt x="6127960" y="1793809"/>
                  </a:lnTo>
                  <a:lnTo>
                    <a:pt x="6128775" y="1939945"/>
                  </a:lnTo>
                  <a:lnTo>
                    <a:pt x="6129590" y="1950534"/>
                  </a:lnTo>
                  <a:lnTo>
                    <a:pt x="6130405" y="1880605"/>
                  </a:lnTo>
                  <a:lnTo>
                    <a:pt x="6131219" y="1967072"/>
                  </a:lnTo>
                  <a:lnTo>
                    <a:pt x="6132034" y="2042899"/>
                  </a:lnTo>
                  <a:lnTo>
                    <a:pt x="6132849" y="1972270"/>
                  </a:lnTo>
                  <a:lnTo>
                    <a:pt x="6133664" y="1929443"/>
                  </a:lnTo>
                  <a:lnTo>
                    <a:pt x="6134479" y="2078623"/>
                  </a:lnTo>
                  <a:lnTo>
                    <a:pt x="6135293" y="2162733"/>
                  </a:lnTo>
                  <a:lnTo>
                    <a:pt x="6136108" y="2093885"/>
                  </a:lnTo>
                  <a:lnTo>
                    <a:pt x="6136923" y="2048549"/>
                  </a:lnTo>
                  <a:lnTo>
                    <a:pt x="6137738" y="2113485"/>
                  </a:lnTo>
                  <a:lnTo>
                    <a:pt x="6138552" y="2182672"/>
                  </a:lnTo>
                  <a:lnTo>
                    <a:pt x="6139367" y="2261346"/>
                  </a:lnTo>
                  <a:lnTo>
                    <a:pt x="6140182" y="2445557"/>
                  </a:lnTo>
                  <a:lnTo>
                    <a:pt x="6140997" y="2549672"/>
                  </a:lnTo>
                  <a:lnTo>
                    <a:pt x="6141812" y="2610888"/>
                  </a:lnTo>
                  <a:lnTo>
                    <a:pt x="6142626" y="2726916"/>
                  </a:lnTo>
                  <a:lnTo>
                    <a:pt x="6143441" y="2776589"/>
                  </a:lnTo>
                  <a:lnTo>
                    <a:pt x="6144256" y="2733599"/>
                  </a:lnTo>
                  <a:lnTo>
                    <a:pt x="6145071" y="2656155"/>
                  </a:lnTo>
                  <a:lnTo>
                    <a:pt x="6145885" y="2733757"/>
                  </a:lnTo>
                  <a:lnTo>
                    <a:pt x="6146700" y="2837524"/>
                  </a:lnTo>
                  <a:lnTo>
                    <a:pt x="6147515" y="2818044"/>
                  </a:lnTo>
                  <a:lnTo>
                    <a:pt x="6148330" y="2830389"/>
                  </a:lnTo>
                  <a:lnTo>
                    <a:pt x="6149145" y="2898428"/>
                  </a:lnTo>
                  <a:lnTo>
                    <a:pt x="6149959" y="2939182"/>
                  </a:lnTo>
                  <a:lnTo>
                    <a:pt x="6150774" y="2785549"/>
                  </a:lnTo>
                  <a:lnTo>
                    <a:pt x="6151589" y="2624656"/>
                  </a:lnTo>
                  <a:lnTo>
                    <a:pt x="6152404" y="2651919"/>
                  </a:lnTo>
                  <a:lnTo>
                    <a:pt x="6153218" y="2693172"/>
                  </a:lnTo>
                  <a:lnTo>
                    <a:pt x="6154033" y="2693173"/>
                  </a:lnTo>
                  <a:lnTo>
                    <a:pt x="6154848" y="2709776"/>
                  </a:lnTo>
                  <a:lnTo>
                    <a:pt x="6155663" y="2787967"/>
                  </a:lnTo>
                  <a:lnTo>
                    <a:pt x="6156478" y="2754395"/>
                  </a:lnTo>
                  <a:lnTo>
                    <a:pt x="6157292" y="2516725"/>
                  </a:lnTo>
                  <a:lnTo>
                    <a:pt x="6158107" y="2208291"/>
                  </a:lnTo>
                  <a:lnTo>
                    <a:pt x="6158922" y="1957813"/>
                  </a:lnTo>
                  <a:lnTo>
                    <a:pt x="6159737" y="1803323"/>
                  </a:lnTo>
                  <a:lnTo>
                    <a:pt x="6160551" y="1694424"/>
                  </a:lnTo>
                  <a:lnTo>
                    <a:pt x="6161366" y="1715768"/>
                  </a:lnTo>
                  <a:lnTo>
                    <a:pt x="6162181" y="1781971"/>
                  </a:lnTo>
                  <a:lnTo>
                    <a:pt x="6162996" y="1904102"/>
                  </a:lnTo>
                  <a:lnTo>
                    <a:pt x="6163811" y="2011728"/>
                  </a:lnTo>
                  <a:lnTo>
                    <a:pt x="6164625" y="1945592"/>
                  </a:lnTo>
                  <a:lnTo>
                    <a:pt x="6165440" y="1953427"/>
                  </a:lnTo>
                  <a:lnTo>
                    <a:pt x="6166255" y="1952260"/>
                  </a:lnTo>
                  <a:lnTo>
                    <a:pt x="6167070" y="2022989"/>
                  </a:lnTo>
                  <a:lnTo>
                    <a:pt x="6167884" y="2031288"/>
                  </a:lnTo>
                  <a:lnTo>
                    <a:pt x="6168699" y="1972561"/>
                  </a:lnTo>
                  <a:lnTo>
                    <a:pt x="6169514" y="2077354"/>
                  </a:lnTo>
                  <a:lnTo>
                    <a:pt x="6170329" y="2196152"/>
                  </a:lnTo>
                  <a:lnTo>
                    <a:pt x="6171144" y="2281410"/>
                  </a:lnTo>
                  <a:lnTo>
                    <a:pt x="6171958" y="2315969"/>
                  </a:lnTo>
                  <a:lnTo>
                    <a:pt x="6172773" y="2435872"/>
                  </a:lnTo>
                  <a:lnTo>
                    <a:pt x="6173588" y="2539335"/>
                  </a:lnTo>
                  <a:lnTo>
                    <a:pt x="6174403" y="2537892"/>
                  </a:lnTo>
                  <a:lnTo>
                    <a:pt x="6175218" y="2594865"/>
                  </a:lnTo>
                  <a:lnTo>
                    <a:pt x="6176032" y="2657442"/>
                  </a:lnTo>
                  <a:lnTo>
                    <a:pt x="6176847" y="2695044"/>
                  </a:lnTo>
                  <a:lnTo>
                    <a:pt x="6177662" y="2747808"/>
                  </a:lnTo>
                  <a:lnTo>
                    <a:pt x="6178477" y="2780464"/>
                  </a:lnTo>
                  <a:lnTo>
                    <a:pt x="6179291" y="2910177"/>
                  </a:lnTo>
                  <a:lnTo>
                    <a:pt x="6180106" y="2930817"/>
                  </a:lnTo>
                  <a:lnTo>
                    <a:pt x="6180921" y="2925497"/>
                  </a:lnTo>
                  <a:lnTo>
                    <a:pt x="6181736" y="2893861"/>
                  </a:lnTo>
                  <a:lnTo>
                    <a:pt x="6182551" y="2861635"/>
                  </a:lnTo>
                  <a:lnTo>
                    <a:pt x="6183365" y="2865352"/>
                  </a:lnTo>
                  <a:lnTo>
                    <a:pt x="6184180" y="2799554"/>
                  </a:lnTo>
                  <a:lnTo>
                    <a:pt x="6184995" y="2754355"/>
                  </a:lnTo>
                  <a:lnTo>
                    <a:pt x="6185810" y="2777849"/>
                  </a:lnTo>
                  <a:lnTo>
                    <a:pt x="6186624" y="2837998"/>
                  </a:lnTo>
                  <a:lnTo>
                    <a:pt x="6187439" y="2875560"/>
                  </a:lnTo>
                  <a:lnTo>
                    <a:pt x="6188254" y="2931881"/>
                  </a:lnTo>
                  <a:lnTo>
                    <a:pt x="6189069" y="2899546"/>
                  </a:lnTo>
                  <a:lnTo>
                    <a:pt x="6189884" y="2860748"/>
                  </a:lnTo>
                  <a:lnTo>
                    <a:pt x="6190698" y="2860784"/>
                  </a:lnTo>
                  <a:lnTo>
                    <a:pt x="6191513" y="2818930"/>
                  </a:lnTo>
                  <a:lnTo>
                    <a:pt x="6192328" y="2766993"/>
                  </a:lnTo>
                  <a:lnTo>
                    <a:pt x="6193143" y="2753054"/>
                  </a:lnTo>
                  <a:lnTo>
                    <a:pt x="6193957" y="2790730"/>
                  </a:lnTo>
                  <a:lnTo>
                    <a:pt x="6194772" y="2842993"/>
                  </a:lnTo>
                  <a:lnTo>
                    <a:pt x="6195587" y="2782936"/>
                  </a:lnTo>
                  <a:lnTo>
                    <a:pt x="6196402" y="2695679"/>
                  </a:lnTo>
                  <a:lnTo>
                    <a:pt x="6197217" y="2657185"/>
                  </a:lnTo>
                  <a:lnTo>
                    <a:pt x="6198031" y="2670689"/>
                  </a:lnTo>
                  <a:lnTo>
                    <a:pt x="6198846" y="2680913"/>
                  </a:lnTo>
                  <a:lnTo>
                    <a:pt x="6199661" y="2592572"/>
                  </a:lnTo>
                  <a:lnTo>
                    <a:pt x="6200476" y="2527159"/>
                  </a:lnTo>
                  <a:lnTo>
                    <a:pt x="6201290" y="2576985"/>
                  </a:lnTo>
                  <a:lnTo>
                    <a:pt x="6202105" y="2649188"/>
                  </a:lnTo>
                  <a:lnTo>
                    <a:pt x="6202920" y="2627201"/>
                  </a:lnTo>
                  <a:lnTo>
                    <a:pt x="6203735" y="2578485"/>
                  </a:lnTo>
                  <a:lnTo>
                    <a:pt x="6204550" y="2577601"/>
                  </a:lnTo>
                  <a:lnTo>
                    <a:pt x="6205364" y="2665231"/>
                  </a:lnTo>
                  <a:lnTo>
                    <a:pt x="6206179" y="2754872"/>
                  </a:lnTo>
                  <a:lnTo>
                    <a:pt x="6206994" y="2770012"/>
                  </a:lnTo>
                  <a:lnTo>
                    <a:pt x="6207809" y="2753417"/>
                  </a:lnTo>
                  <a:lnTo>
                    <a:pt x="6208623" y="2797734"/>
                  </a:lnTo>
                  <a:lnTo>
                    <a:pt x="6209438" y="2907545"/>
                  </a:lnTo>
                  <a:lnTo>
                    <a:pt x="6210253" y="2989840"/>
                  </a:lnTo>
                  <a:lnTo>
                    <a:pt x="6211068" y="3028513"/>
                  </a:lnTo>
                  <a:lnTo>
                    <a:pt x="6211883" y="3095604"/>
                  </a:lnTo>
                  <a:lnTo>
                    <a:pt x="6212697" y="3116972"/>
                  </a:lnTo>
                  <a:lnTo>
                    <a:pt x="6212697" y="3116972"/>
                  </a:lnTo>
                  <a:lnTo>
                    <a:pt x="6213512" y="3116972"/>
                  </a:lnTo>
                  <a:lnTo>
                    <a:pt x="6214327" y="3116972"/>
                  </a:lnTo>
                  <a:lnTo>
                    <a:pt x="6215142" y="3116972"/>
                  </a:lnTo>
                  <a:lnTo>
                    <a:pt x="6215957" y="3075047"/>
                  </a:lnTo>
                  <a:lnTo>
                    <a:pt x="6216771" y="2935762"/>
                  </a:lnTo>
                  <a:lnTo>
                    <a:pt x="6217586" y="2832556"/>
                  </a:lnTo>
                  <a:lnTo>
                    <a:pt x="6218401" y="2790193"/>
                  </a:lnTo>
                  <a:lnTo>
                    <a:pt x="6219216" y="2790195"/>
                  </a:lnTo>
                  <a:lnTo>
                    <a:pt x="6220030" y="2806371"/>
                  </a:lnTo>
                  <a:lnTo>
                    <a:pt x="6220845" y="2828053"/>
                  </a:lnTo>
                  <a:lnTo>
                    <a:pt x="6221660" y="2861193"/>
                  </a:lnTo>
                  <a:lnTo>
                    <a:pt x="6222475" y="2846727"/>
                  </a:lnTo>
                  <a:lnTo>
                    <a:pt x="6223290" y="2838448"/>
                  </a:lnTo>
                  <a:lnTo>
                    <a:pt x="6224104" y="2849314"/>
                  </a:lnTo>
                  <a:lnTo>
                    <a:pt x="6224919" y="2891326"/>
                  </a:lnTo>
                  <a:lnTo>
                    <a:pt x="6225734" y="2939278"/>
                  </a:lnTo>
                  <a:lnTo>
                    <a:pt x="6226549" y="2977493"/>
                  </a:lnTo>
                  <a:lnTo>
                    <a:pt x="6227363" y="3017523"/>
                  </a:lnTo>
                  <a:lnTo>
                    <a:pt x="6228178" y="2989791"/>
                  </a:lnTo>
                  <a:lnTo>
                    <a:pt x="6228993" y="2870656"/>
                  </a:lnTo>
                  <a:lnTo>
                    <a:pt x="6229808" y="2671902"/>
                  </a:lnTo>
                  <a:lnTo>
                    <a:pt x="6230623" y="2446226"/>
                  </a:lnTo>
                  <a:lnTo>
                    <a:pt x="6231437" y="2290457"/>
                  </a:lnTo>
                  <a:lnTo>
                    <a:pt x="6232252" y="2239470"/>
                  </a:lnTo>
                  <a:lnTo>
                    <a:pt x="6233067" y="2195591"/>
                  </a:lnTo>
                  <a:lnTo>
                    <a:pt x="6233882" y="2178452"/>
                  </a:lnTo>
                  <a:lnTo>
                    <a:pt x="6234696" y="2196063"/>
                  </a:lnTo>
                  <a:lnTo>
                    <a:pt x="6235511" y="2341194"/>
                  </a:lnTo>
                  <a:lnTo>
                    <a:pt x="6236326" y="2409362"/>
                  </a:lnTo>
                  <a:lnTo>
                    <a:pt x="6237141" y="2390652"/>
                  </a:lnTo>
                  <a:lnTo>
                    <a:pt x="6237956" y="2403092"/>
                  </a:lnTo>
                  <a:lnTo>
                    <a:pt x="6238770" y="2345375"/>
                  </a:lnTo>
                  <a:lnTo>
                    <a:pt x="6239585" y="2295580"/>
                  </a:lnTo>
                  <a:lnTo>
                    <a:pt x="6240400" y="2151848"/>
                  </a:lnTo>
                  <a:lnTo>
                    <a:pt x="6241215" y="2075036"/>
                  </a:lnTo>
                  <a:lnTo>
                    <a:pt x="6242029" y="2094684"/>
                  </a:lnTo>
                  <a:lnTo>
                    <a:pt x="6242844" y="2096319"/>
                  </a:lnTo>
                  <a:lnTo>
                    <a:pt x="6243659" y="2157861"/>
                  </a:lnTo>
                  <a:lnTo>
                    <a:pt x="6244474" y="2223318"/>
                  </a:lnTo>
                  <a:lnTo>
                    <a:pt x="6245289" y="2319745"/>
                  </a:lnTo>
                  <a:lnTo>
                    <a:pt x="6246103" y="2395944"/>
                  </a:lnTo>
                  <a:lnTo>
                    <a:pt x="6246918" y="2455465"/>
                  </a:lnTo>
                  <a:lnTo>
                    <a:pt x="6247733" y="2559471"/>
                  </a:lnTo>
                  <a:lnTo>
                    <a:pt x="6248548" y="2681051"/>
                  </a:lnTo>
                  <a:lnTo>
                    <a:pt x="6249362" y="2811343"/>
                  </a:lnTo>
                  <a:lnTo>
                    <a:pt x="6250177" y="2936487"/>
                  </a:lnTo>
                  <a:lnTo>
                    <a:pt x="6250992" y="3009668"/>
                  </a:lnTo>
                  <a:lnTo>
                    <a:pt x="6251807" y="2904859"/>
                  </a:lnTo>
                  <a:lnTo>
                    <a:pt x="6252622" y="2658772"/>
                  </a:lnTo>
                  <a:lnTo>
                    <a:pt x="6253436" y="2541742"/>
                  </a:lnTo>
                  <a:lnTo>
                    <a:pt x="6254251" y="2453600"/>
                  </a:lnTo>
                  <a:lnTo>
                    <a:pt x="6255066" y="2429255"/>
                  </a:lnTo>
                  <a:lnTo>
                    <a:pt x="6255881" y="2416847"/>
                  </a:lnTo>
                  <a:lnTo>
                    <a:pt x="6256696" y="2556344"/>
                  </a:lnTo>
                  <a:lnTo>
                    <a:pt x="6257510" y="2802430"/>
                  </a:lnTo>
                  <a:lnTo>
                    <a:pt x="6258325" y="2919460"/>
                  </a:lnTo>
                  <a:lnTo>
                    <a:pt x="6259140" y="2997942"/>
                  </a:lnTo>
                  <a:lnTo>
                    <a:pt x="6259955" y="2920499"/>
                  </a:lnTo>
                  <a:lnTo>
                    <a:pt x="6260769" y="2790360"/>
                  </a:lnTo>
                  <a:lnTo>
                    <a:pt x="6261584" y="2600548"/>
                  </a:lnTo>
                  <a:lnTo>
                    <a:pt x="6262399" y="2372341"/>
                  </a:lnTo>
                  <a:lnTo>
                    <a:pt x="6263214" y="2182949"/>
                  </a:lnTo>
                  <a:lnTo>
                    <a:pt x="6264029" y="2080752"/>
                  </a:lnTo>
                  <a:lnTo>
                    <a:pt x="6264843" y="2026377"/>
                  </a:lnTo>
                  <a:lnTo>
                    <a:pt x="6265658" y="1903280"/>
                  </a:lnTo>
                  <a:lnTo>
                    <a:pt x="6266473" y="1839240"/>
                  </a:lnTo>
                  <a:lnTo>
                    <a:pt x="6267288" y="1884535"/>
                  </a:lnTo>
                  <a:lnTo>
                    <a:pt x="6268102" y="1951988"/>
                  </a:lnTo>
                  <a:lnTo>
                    <a:pt x="6268917" y="1973636"/>
                  </a:lnTo>
                  <a:lnTo>
                    <a:pt x="6269732" y="2027690"/>
                  </a:lnTo>
                  <a:lnTo>
                    <a:pt x="6270547" y="2247212"/>
                  </a:lnTo>
                  <a:lnTo>
                    <a:pt x="6271362" y="2292880"/>
                  </a:lnTo>
                  <a:lnTo>
                    <a:pt x="6272176" y="2265869"/>
                  </a:lnTo>
                  <a:lnTo>
                    <a:pt x="6272991" y="2248054"/>
                  </a:lnTo>
                  <a:lnTo>
                    <a:pt x="6273806" y="2151573"/>
                  </a:lnTo>
                  <a:lnTo>
                    <a:pt x="6274621" y="2124144"/>
                  </a:lnTo>
                  <a:lnTo>
                    <a:pt x="6275435" y="2151634"/>
                  </a:lnTo>
                  <a:lnTo>
                    <a:pt x="6276250" y="2226670"/>
                  </a:lnTo>
                  <a:lnTo>
                    <a:pt x="6277065" y="2225567"/>
                  </a:lnTo>
                  <a:lnTo>
                    <a:pt x="6277880" y="2226233"/>
                  </a:lnTo>
                  <a:lnTo>
                    <a:pt x="6278695" y="2353213"/>
                  </a:lnTo>
                  <a:lnTo>
                    <a:pt x="6279509" y="2444543"/>
                  </a:lnTo>
                  <a:lnTo>
                    <a:pt x="6280324" y="2461782"/>
                  </a:lnTo>
                  <a:lnTo>
                    <a:pt x="6281139" y="2456433"/>
                  </a:lnTo>
                  <a:lnTo>
                    <a:pt x="6281954" y="2572881"/>
                  </a:lnTo>
                  <a:lnTo>
                    <a:pt x="6282768" y="2635496"/>
                  </a:lnTo>
                  <a:lnTo>
                    <a:pt x="6283583" y="2539507"/>
                  </a:lnTo>
                  <a:lnTo>
                    <a:pt x="6284398" y="2392072"/>
                  </a:lnTo>
                  <a:lnTo>
                    <a:pt x="6285213" y="2263500"/>
                  </a:lnTo>
                  <a:lnTo>
                    <a:pt x="6286028" y="2283995"/>
                  </a:lnTo>
                  <a:lnTo>
                    <a:pt x="6286842" y="2279484"/>
                  </a:lnTo>
                  <a:lnTo>
                    <a:pt x="6287657" y="2264935"/>
                  </a:lnTo>
                  <a:lnTo>
                    <a:pt x="6288472" y="2347630"/>
                  </a:lnTo>
                  <a:lnTo>
                    <a:pt x="6289287" y="2436758"/>
                  </a:lnTo>
                  <a:lnTo>
                    <a:pt x="6290101" y="2506007"/>
                  </a:lnTo>
                  <a:lnTo>
                    <a:pt x="6290916" y="2525735"/>
                  </a:lnTo>
                  <a:lnTo>
                    <a:pt x="6291731" y="2570800"/>
                  </a:lnTo>
                  <a:lnTo>
                    <a:pt x="6292546" y="2670465"/>
                  </a:lnTo>
                  <a:lnTo>
                    <a:pt x="6293361" y="2740817"/>
                  </a:lnTo>
                  <a:lnTo>
                    <a:pt x="6294175" y="2802419"/>
                  </a:lnTo>
                  <a:lnTo>
                    <a:pt x="6294990" y="2802219"/>
                  </a:lnTo>
                  <a:lnTo>
                    <a:pt x="6295805" y="2731118"/>
                  </a:lnTo>
                  <a:lnTo>
                    <a:pt x="6296620" y="2595987"/>
                  </a:lnTo>
                  <a:lnTo>
                    <a:pt x="6297435" y="2406786"/>
                  </a:lnTo>
                  <a:lnTo>
                    <a:pt x="6298249" y="2247067"/>
                  </a:lnTo>
                  <a:lnTo>
                    <a:pt x="6299064" y="2091198"/>
                  </a:lnTo>
                  <a:lnTo>
                    <a:pt x="6299879" y="2031387"/>
                  </a:lnTo>
                  <a:lnTo>
                    <a:pt x="6300694" y="2082345"/>
                  </a:lnTo>
                  <a:lnTo>
                    <a:pt x="6301508" y="2025241"/>
                  </a:lnTo>
                  <a:lnTo>
                    <a:pt x="6302323" y="1914732"/>
                  </a:lnTo>
                  <a:lnTo>
                    <a:pt x="6303138" y="1937694"/>
                  </a:lnTo>
                  <a:lnTo>
                    <a:pt x="6303953" y="2047346"/>
                  </a:lnTo>
                  <a:lnTo>
                    <a:pt x="6304768" y="2085440"/>
                  </a:lnTo>
                  <a:lnTo>
                    <a:pt x="6305582" y="2099444"/>
                  </a:lnTo>
                  <a:lnTo>
                    <a:pt x="6306397" y="2211698"/>
                  </a:lnTo>
                  <a:lnTo>
                    <a:pt x="6307212" y="2332350"/>
                  </a:lnTo>
                  <a:lnTo>
                    <a:pt x="6308027" y="2185503"/>
                  </a:lnTo>
                  <a:lnTo>
                    <a:pt x="6308841" y="2035521"/>
                  </a:lnTo>
                  <a:lnTo>
                    <a:pt x="6309656" y="2055800"/>
                  </a:lnTo>
                  <a:lnTo>
                    <a:pt x="6310471" y="2150226"/>
                  </a:lnTo>
                  <a:lnTo>
                    <a:pt x="6311286" y="2264438"/>
                  </a:lnTo>
                  <a:lnTo>
                    <a:pt x="6312101" y="2363692"/>
                  </a:lnTo>
                  <a:lnTo>
                    <a:pt x="6312915" y="2608246"/>
                  </a:lnTo>
                  <a:lnTo>
                    <a:pt x="6313730" y="2818466"/>
                  </a:lnTo>
                  <a:lnTo>
                    <a:pt x="6314545" y="2779530"/>
                  </a:lnTo>
                  <a:lnTo>
                    <a:pt x="6315360" y="2576698"/>
                  </a:lnTo>
                  <a:lnTo>
                    <a:pt x="6316174" y="2369679"/>
                  </a:lnTo>
                  <a:lnTo>
                    <a:pt x="6316989" y="2210753"/>
                  </a:lnTo>
                  <a:lnTo>
                    <a:pt x="6317804" y="2043996"/>
                  </a:lnTo>
                  <a:lnTo>
                    <a:pt x="6318619" y="1904581"/>
                  </a:lnTo>
                  <a:lnTo>
                    <a:pt x="6319434" y="1898345"/>
                  </a:lnTo>
                  <a:lnTo>
                    <a:pt x="6320248" y="2034935"/>
                  </a:lnTo>
                  <a:lnTo>
                    <a:pt x="6321063" y="2222335"/>
                  </a:lnTo>
                  <a:lnTo>
                    <a:pt x="6321878" y="2409702"/>
                  </a:lnTo>
                  <a:lnTo>
                    <a:pt x="6322693" y="2585983"/>
                  </a:lnTo>
                  <a:lnTo>
                    <a:pt x="6323507" y="2729013"/>
                  </a:lnTo>
                  <a:lnTo>
                    <a:pt x="6324322" y="2799198"/>
                  </a:lnTo>
                  <a:lnTo>
                    <a:pt x="6325137" y="2739670"/>
                  </a:lnTo>
                  <a:lnTo>
                    <a:pt x="6325952" y="2622696"/>
                  </a:lnTo>
                  <a:lnTo>
                    <a:pt x="6326767" y="2582103"/>
                  </a:lnTo>
                  <a:lnTo>
                    <a:pt x="6327581" y="2644965"/>
                  </a:lnTo>
                  <a:lnTo>
                    <a:pt x="6328396" y="2688008"/>
                  </a:lnTo>
                  <a:lnTo>
                    <a:pt x="6329211" y="2695276"/>
                  </a:lnTo>
                  <a:lnTo>
                    <a:pt x="6330026" y="2666913"/>
                  </a:lnTo>
                  <a:lnTo>
                    <a:pt x="6330840" y="2606834"/>
                  </a:lnTo>
                  <a:lnTo>
                    <a:pt x="6331655" y="2490809"/>
                  </a:lnTo>
                  <a:lnTo>
                    <a:pt x="6332470" y="2318170"/>
                  </a:lnTo>
                  <a:lnTo>
                    <a:pt x="6333285" y="2151413"/>
                  </a:lnTo>
                  <a:lnTo>
                    <a:pt x="6334100" y="2077402"/>
                  </a:lnTo>
                  <a:lnTo>
                    <a:pt x="6334914" y="2153541"/>
                  </a:lnTo>
                  <a:lnTo>
                    <a:pt x="6335729" y="2314911"/>
                  </a:lnTo>
                  <a:lnTo>
                    <a:pt x="6336544" y="2436872"/>
                  </a:lnTo>
                  <a:lnTo>
                    <a:pt x="6337359" y="2501152"/>
                  </a:lnTo>
                  <a:lnTo>
                    <a:pt x="6338174" y="2619793"/>
                  </a:lnTo>
                  <a:lnTo>
                    <a:pt x="6338988" y="2693069"/>
                  </a:lnTo>
                  <a:lnTo>
                    <a:pt x="6339803" y="2653990"/>
                  </a:lnTo>
                  <a:lnTo>
                    <a:pt x="6340618" y="2609876"/>
                  </a:lnTo>
                  <a:lnTo>
                    <a:pt x="6341433" y="2614860"/>
                  </a:lnTo>
                  <a:lnTo>
                    <a:pt x="6342247" y="2582302"/>
                  </a:lnTo>
                  <a:lnTo>
                    <a:pt x="6343062" y="2540991"/>
                  </a:lnTo>
                  <a:lnTo>
                    <a:pt x="6343877" y="2544062"/>
                  </a:lnTo>
                  <a:lnTo>
                    <a:pt x="6344692" y="2541779"/>
                  </a:lnTo>
                  <a:lnTo>
                    <a:pt x="6345507" y="2487837"/>
                  </a:lnTo>
                  <a:lnTo>
                    <a:pt x="6346321" y="2504214"/>
                  </a:lnTo>
                  <a:lnTo>
                    <a:pt x="6347136" y="2470703"/>
                  </a:lnTo>
                  <a:lnTo>
                    <a:pt x="6347951" y="2382140"/>
                  </a:lnTo>
                  <a:lnTo>
                    <a:pt x="6348766" y="2251345"/>
                  </a:lnTo>
                  <a:lnTo>
                    <a:pt x="6349580" y="2185296"/>
                  </a:lnTo>
                  <a:lnTo>
                    <a:pt x="6350395" y="2149509"/>
                  </a:lnTo>
                  <a:lnTo>
                    <a:pt x="6351210" y="2129949"/>
                  </a:lnTo>
                  <a:lnTo>
                    <a:pt x="6352025" y="2240824"/>
                  </a:lnTo>
                  <a:lnTo>
                    <a:pt x="6352840" y="2269463"/>
                  </a:lnTo>
                  <a:lnTo>
                    <a:pt x="6353654" y="2271505"/>
                  </a:lnTo>
                  <a:lnTo>
                    <a:pt x="6354469" y="2284688"/>
                  </a:lnTo>
                  <a:lnTo>
                    <a:pt x="6355284" y="2348593"/>
                  </a:lnTo>
                  <a:lnTo>
                    <a:pt x="6356099" y="2347900"/>
                  </a:lnTo>
                  <a:lnTo>
                    <a:pt x="6356913" y="2294776"/>
                  </a:lnTo>
                  <a:lnTo>
                    <a:pt x="6357728" y="2327807"/>
                  </a:lnTo>
                  <a:lnTo>
                    <a:pt x="6358543" y="2411981"/>
                  </a:lnTo>
                  <a:lnTo>
                    <a:pt x="6359358" y="2511214"/>
                  </a:lnTo>
                  <a:lnTo>
                    <a:pt x="6360173" y="2580790"/>
                  </a:lnTo>
                  <a:lnTo>
                    <a:pt x="6360987" y="2595403"/>
                  </a:lnTo>
                  <a:lnTo>
                    <a:pt x="6361802" y="2583201"/>
                  </a:lnTo>
                  <a:lnTo>
                    <a:pt x="6362617" y="2472861"/>
                  </a:lnTo>
                  <a:lnTo>
                    <a:pt x="6363432" y="2407860"/>
                  </a:lnTo>
                  <a:lnTo>
                    <a:pt x="6364246" y="2508017"/>
                  </a:lnTo>
                  <a:lnTo>
                    <a:pt x="6365061" y="2594408"/>
                  </a:lnTo>
                  <a:lnTo>
                    <a:pt x="6365876" y="2596494"/>
                  </a:lnTo>
                  <a:lnTo>
                    <a:pt x="6366691" y="2635194"/>
                  </a:lnTo>
                  <a:lnTo>
                    <a:pt x="6367506" y="2807258"/>
                  </a:lnTo>
                  <a:lnTo>
                    <a:pt x="6368320" y="2940160"/>
                  </a:lnTo>
                  <a:lnTo>
                    <a:pt x="6369135" y="2814738"/>
                  </a:lnTo>
                  <a:lnTo>
                    <a:pt x="6369950" y="2675901"/>
                  </a:lnTo>
                  <a:lnTo>
                    <a:pt x="6370765" y="2649402"/>
                  </a:lnTo>
                  <a:lnTo>
                    <a:pt x="6371579" y="2695764"/>
                  </a:lnTo>
                  <a:lnTo>
                    <a:pt x="6372394" y="2681086"/>
                  </a:lnTo>
                  <a:lnTo>
                    <a:pt x="6373209" y="2602378"/>
                  </a:lnTo>
                  <a:lnTo>
                    <a:pt x="6374024" y="2643094"/>
                  </a:lnTo>
                  <a:lnTo>
                    <a:pt x="6374839" y="2707992"/>
                  </a:lnTo>
                  <a:lnTo>
                    <a:pt x="6375653" y="2788526"/>
                  </a:lnTo>
                  <a:lnTo>
                    <a:pt x="6376468" y="2810261"/>
                  </a:lnTo>
                  <a:lnTo>
                    <a:pt x="6377283" y="2926504"/>
                  </a:lnTo>
                  <a:lnTo>
                    <a:pt x="6378098" y="3108661"/>
                  </a:lnTo>
                  <a:lnTo>
                    <a:pt x="6378913" y="3116972"/>
                  </a:lnTo>
                  <a:lnTo>
                    <a:pt x="6378913" y="3116972"/>
                  </a:lnTo>
                  <a:lnTo>
                    <a:pt x="6379727" y="3116972"/>
                  </a:lnTo>
                  <a:lnTo>
                    <a:pt x="6380542" y="3116972"/>
                  </a:lnTo>
                  <a:lnTo>
                    <a:pt x="6381357" y="3116972"/>
                  </a:lnTo>
                  <a:lnTo>
                    <a:pt x="6382172" y="3116972"/>
                  </a:lnTo>
                  <a:lnTo>
                    <a:pt x="6382986" y="3116972"/>
                  </a:lnTo>
                  <a:lnTo>
                    <a:pt x="6383801" y="3111546"/>
                  </a:lnTo>
                  <a:lnTo>
                    <a:pt x="6384616" y="3033888"/>
                  </a:lnTo>
                  <a:lnTo>
                    <a:pt x="6385431" y="2933252"/>
                  </a:lnTo>
                  <a:lnTo>
                    <a:pt x="6386246" y="2861457"/>
                  </a:lnTo>
                  <a:lnTo>
                    <a:pt x="6387060" y="2839165"/>
                  </a:lnTo>
                  <a:lnTo>
                    <a:pt x="6387875" y="2800221"/>
                  </a:lnTo>
                  <a:lnTo>
                    <a:pt x="6388690" y="2791240"/>
                  </a:lnTo>
                  <a:lnTo>
                    <a:pt x="6389505" y="2784917"/>
                  </a:lnTo>
                  <a:lnTo>
                    <a:pt x="6390319" y="2798590"/>
                  </a:lnTo>
                  <a:lnTo>
                    <a:pt x="6391134" y="2775165"/>
                  </a:lnTo>
                  <a:lnTo>
                    <a:pt x="6391949" y="2780988"/>
                  </a:lnTo>
                  <a:lnTo>
                    <a:pt x="6392764" y="2870335"/>
                  </a:lnTo>
                  <a:lnTo>
                    <a:pt x="6393579" y="2876010"/>
                  </a:lnTo>
                  <a:lnTo>
                    <a:pt x="6394393" y="2854754"/>
                  </a:lnTo>
                  <a:lnTo>
                    <a:pt x="6395208" y="2897065"/>
                  </a:lnTo>
                  <a:lnTo>
                    <a:pt x="6396023" y="2992286"/>
                  </a:lnTo>
                  <a:lnTo>
                    <a:pt x="6396838" y="3038159"/>
                  </a:lnTo>
                  <a:lnTo>
                    <a:pt x="6397652" y="2998379"/>
                  </a:lnTo>
                  <a:lnTo>
                    <a:pt x="6398467" y="3010410"/>
                  </a:lnTo>
                  <a:lnTo>
                    <a:pt x="6399282" y="3050006"/>
                  </a:lnTo>
                  <a:lnTo>
                    <a:pt x="6400097" y="2946135"/>
                  </a:lnTo>
                  <a:lnTo>
                    <a:pt x="6400912" y="2771116"/>
                  </a:lnTo>
                  <a:lnTo>
                    <a:pt x="6401726" y="2676585"/>
                  </a:lnTo>
                  <a:lnTo>
                    <a:pt x="6402541" y="2654705"/>
                  </a:lnTo>
                  <a:lnTo>
                    <a:pt x="6403356" y="2593667"/>
                  </a:lnTo>
                  <a:lnTo>
                    <a:pt x="6404171" y="2529644"/>
                  </a:lnTo>
                  <a:lnTo>
                    <a:pt x="6404985" y="2602657"/>
                  </a:lnTo>
                  <a:lnTo>
                    <a:pt x="6405800" y="2747373"/>
                  </a:lnTo>
                  <a:lnTo>
                    <a:pt x="6406615" y="2745981"/>
                  </a:lnTo>
                  <a:lnTo>
                    <a:pt x="6407430" y="2673536"/>
                  </a:lnTo>
                  <a:lnTo>
                    <a:pt x="6408245" y="2687041"/>
                  </a:lnTo>
                  <a:lnTo>
                    <a:pt x="6409059" y="2749549"/>
                  </a:lnTo>
                  <a:lnTo>
                    <a:pt x="6409874" y="2725280"/>
                  </a:lnTo>
                  <a:lnTo>
                    <a:pt x="6410689" y="2712414"/>
                  </a:lnTo>
                  <a:lnTo>
                    <a:pt x="6411504" y="2775546"/>
                  </a:lnTo>
                  <a:lnTo>
                    <a:pt x="6412318" y="2778038"/>
                  </a:lnTo>
                  <a:lnTo>
                    <a:pt x="6413133" y="2648159"/>
                  </a:lnTo>
                  <a:lnTo>
                    <a:pt x="6413948" y="2568255"/>
                  </a:lnTo>
                  <a:lnTo>
                    <a:pt x="6414763" y="2573200"/>
                  </a:lnTo>
                  <a:lnTo>
                    <a:pt x="6415578" y="2526322"/>
                  </a:lnTo>
                  <a:lnTo>
                    <a:pt x="6416392" y="2462031"/>
                  </a:lnTo>
                  <a:lnTo>
                    <a:pt x="6417207" y="2432695"/>
                  </a:lnTo>
                  <a:lnTo>
                    <a:pt x="6418022" y="2515416"/>
                  </a:lnTo>
                  <a:lnTo>
                    <a:pt x="6418837" y="2514268"/>
                  </a:lnTo>
                  <a:lnTo>
                    <a:pt x="6419652" y="2535560"/>
                  </a:lnTo>
                  <a:lnTo>
                    <a:pt x="6420466" y="2576071"/>
                  </a:lnTo>
                  <a:lnTo>
                    <a:pt x="6421281" y="2589999"/>
                  </a:lnTo>
                  <a:lnTo>
                    <a:pt x="6422096" y="2655862"/>
                  </a:lnTo>
                  <a:lnTo>
                    <a:pt x="6422911" y="2729920"/>
                  </a:lnTo>
                  <a:lnTo>
                    <a:pt x="6423725" y="2807948"/>
                  </a:lnTo>
                  <a:lnTo>
                    <a:pt x="6424540" y="2831347"/>
                  </a:lnTo>
                  <a:lnTo>
                    <a:pt x="6425355" y="2857882"/>
                  </a:lnTo>
                  <a:lnTo>
                    <a:pt x="6426170" y="2913970"/>
                  </a:lnTo>
                  <a:lnTo>
                    <a:pt x="6426985" y="2969281"/>
                  </a:lnTo>
                  <a:lnTo>
                    <a:pt x="6427799" y="2976732"/>
                  </a:lnTo>
                  <a:lnTo>
                    <a:pt x="6428614" y="2976625"/>
                  </a:lnTo>
                  <a:lnTo>
                    <a:pt x="6429429" y="2921274"/>
                  </a:lnTo>
                  <a:lnTo>
                    <a:pt x="6430244" y="2830463"/>
                  </a:lnTo>
                  <a:lnTo>
                    <a:pt x="6431058" y="2759967"/>
                  </a:lnTo>
                  <a:lnTo>
                    <a:pt x="6431873" y="2753547"/>
                  </a:lnTo>
                  <a:lnTo>
                    <a:pt x="6432688" y="2758267"/>
                  </a:lnTo>
                  <a:lnTo>
                    <a:pt x="6433503" y="2690400"/>
                  </a:lnTo>
                  <a:lnTo>
                    <a:pt x="6434318" y="2661076"/>
                  </a:lnTo>
                  <a:lnTo>
                    <a:pt x="6435132" y="2683602"/>
                  </a:lnTo>
                  <a:lnTo>
                    <a:pt x="6435947" y="2688609"/>
                  </a:lnTo>
                  <a:lnTo>
                    <a:pt x="6436762" y="2604280"/>
                  </a:lnTo>
                  <a:lnTo>
                    <a:pt x="6437577" y="2555116"/>
                  </a:lnTo>
                  <a:lnTo>
                    <a:pt x="6438391" y="2583551"/>
                  </a:lnTo>
                  <a:lnTo>
                    <a:pt x="6439206" y="2523652"/>
                  </a:lnTo>
                  <a:lnTo>
                    <a:pt x="6440021" y="2422639"/>
                  </a:lnTo>
                  <a:lnTo>
                    <a:pt x="6440836" y="2356958"/>
                  </a:lnTo>
                  <a:lnTo>
                    <a:pt x="6441651" y="2348931"/>
                  </a:lnTo>
                  <a:lnTo>
                    <a:pt x="6442465" y="2350988"/>
                  </a:lnTo>
                  <a:lnTo>
                    <a:pt x="6443280" y="2404940"/>
                  </a:lnTo>
                  <a:lnTo>
                    <a:pt x="6444095" y="2551134"/>
                  </a:lnTo>
                  <a:lnTo>
                    <a:pt x="6444910" y="2692259"/>
                  </a:lnTo>
                  <a:lnTo>
                    <a:pt x="6445724" y="2822856"/>
                  </a:lnTo>
                  <a:lnTo>
                    <a:pt x="6446539" y="2873895"/>
                  </a:lnTo>
                  <a:lnTo>
                    <a:pt x="6447354" y="2817230"/>
                  </a:lnTo>
                  <a:lnTo>
                    <a:pt x="6448169" y="2754636"/>
                  </a:lnTo>
                  <a:lnTo>
                    <a:pt x="6448984" y="2714213"/>
                  </a:lnTo>
                  <a:lnTo>
                    <a:pt x="6449798" y="2740898"/>
                  </a:lnTo>
                  <a:lnTo>
                    <a:pt x="6450613" y="2766279"/>
                  </a:lnTo>
                  <a:lnTo>
                    <a:pt x="6451428" y="2814013"/>
                  </a:lnTo>
                  <a:lnTo>
                    <a:pt x="6452243" y="2913067"/>
                  </a:lnTo>
                  <a:lnTo>
                    <a:pt x="6453058" y="2975661"/>
                  </a:lnTo>
                  <a:lnTo>
                    <a:pt x="6453872" y="3031496"/>
                  </a:lnTo>
                  <a:lnTo>
                    <a:pt x="6454687" y="3055980"/>
                  </a:lnTo>
                  <a:lnTo>
                    <a:pt x="6455502" y="3058242"/>
                  </a:lnTo>
                  <a:lnTo>
                    <a:pt x="6456317" y="3057346"/>
                  </a:lnTo>
                  <a:lnTo>
                    <a:pt x="6457131" y="3032161"/>
                  </a:lnTo>
                  <a:lnTo>
                    <a:pt x="6457946" y="3028273"/>
                  </a:lnTo>
                  <a:lnTo>
                    <a:pt x="6458761" y="3022104"/>
                  </a:lnTo>
                  <a:lnTo>
                    <a:pt x="6459576" y="2965905"/>
                  </a:lnTo>
                  <a:lnTo>
                    <a:pt x="6460391" y="2824083"/>
                  </a:lnTo>
                  <a:lnTo>
                    <a:pt x="6461205" y="2724297"/>
                  </a:lnTo>
                  <a:lnTo>
                    <a:pt x="6462020" y="2690930"/>
                  </a:lnTo>
                  <a:lnTo>
                    <a:pt x="6462835" y="2672847"/>
                  </a:lnTo>
                  <a:lnTo>
                    <a:pt x="6463650" y="2654677"/>
                  </a:lnTo>
                  <a:lnTo>
                    <a:pt x="6464464" y="2674410"/>
                  </a:lnTo>
                  <a:lnTo>
                    <a:pt x="6465279" y="2760813"/>
                  </a:lnTo>
                  <a:lnTo>
                    <a:pt x="6466094" y="2844129"/>
                  </a:lnTo>
                  <a:lnTo>
                    <a:pt x="6466909" y="2893741"/>
                  </a:lnTo>
                  <a:lnTo>
                    <a:pt x="6467724" y="2831451"/>
                  </a:lnTo>
                  <a:lnTo>
                    <a:pt x="6468538" y="2726056"/>
                  </a:lnTo>
                  <a:lnTo>
                    <a:pt x="6469353" y="2669472"/>
                  </a:lnTo>
                  <a:lnTo>
                    <a:pt x="6470168" y="2704516"/>
                  </a:lnTo>
                  <a:lnTo>
                    <a:pt x="6470983" y="2721884"/>
                  </a:lnTo>
                  <a:lnTo>
                    <a:pt x="6471797" y="2779978"/>
                  </a:lnTo>
                  <a:lnTo>
                    <a:pt x="6472612" y="2876626"/>
                  </a:lnTo>
                  <a:lnTo>
                    <a:pt x="6473427" y="2925897"/>
                  </a:lnTo>
                  <a:lnTo>
                    <a:pt x="6474242" y="2954023"/>
                  </a:lnTo>
                  <a:lnTo>
                    <a:pt x="6475057" y="2881007"/>
                  </a:lnTo>
                  <a:lnTo>
                    <a:pt x="6475871" y="2715242"/>
                  </a:lnTo>
                  <a:lnTo>
                    <a:pt x="6476686" y="2544089"/>
                  </a:lnTo>
                  <a:lnTo>
                    <a:pt x="6477501" y="2528201"/>
                  </a:lnTo>
                  <a:lnTo>
                    <a:pt x="6478316" y="2550614"/>
                  </a:lnTo>
                  <a:lnTo>
                    <a:pt x="6479130" y="2506936"/>
                  </a:lnTo>
                  <a:lnTo>
                    <a:pt x="6479945" y="2464871"/>
                  </a:lnTo>
                  <a:lnTo>
                    <a:pt x="6480760" y="2595519"/>
                  </a:lnTo>
                  <a:lnTo>
                    <a:pt x="6481575" y="2705438"/>
                  </a:lnTo>
                  <a:lnTo>
                    <a:pt x="6482390" y="2705941"/>
                  </a:lnTo>
                  <a:lnTo>
                    <a:pt x="6483204" y="2751142"/>
                  </a:lnTo>
                  <a:lnTo>
                    <a:pt x="6484019" y="2869349"/>
                  </a:lnTo>
                  <a:lnTo>
                    <a:pt x="6484834" y="2953202"/>
                  </a:lnTo>
                  <a:lnTo>
                    <a:pt x="6485649" y="2855856"/>
                  </a:lnTo>
                  <a:lnTo>
                    <a:pt x="6486463" y="2841782"/>
                  </a:lnTo>
                  <a:lnTo>
                    <a:pt x="6487278" y="2839319"/>
                  </a:lnTo>
                  <a:lnTo>
                    <a:pt x="6488093" y="2862897"/>
                  </a:lnTo>
                  <a:lnTo>
                    <a:pt x="6488908" y="2862053"/>
                  </a:lnTo>
                  <a:lnTo>
                    <a:pt x="6489723" y="2859549"/>
                  </a:lnTo>
                  <a:lnTo>
                    <a:pt x="6490537" y="2974979"/>
                  </a:lnTo>
                  <a:lnTo>
                    <a:pt x="6491352" y="3001137"/>
                  </a:lnTo>
                  <a:lnTo>
                    <a:pt x="6492167" y="2912740"/>
                  </a:lnTo>
                  <a:lnTo>
                    <a:pt x="6492982" y="2776600"/>
                  </a:lnTo>
                  <a:lnTo>
                    <a:pt x="6493797" y="2692903"/>
                  </a:lnTo>
                  <a:lnTo>
                    <a:pt x="6494611" y="2690743"/>
                  </a:lnTo>
                  <a:lnTo>
                    <a:pt x="6495426" y="2585401"/>
                  </a:lnTo>
                  <a:lnTo>
                    <a:pt x="6496241" y="2354805"/>
                  </a:lnTo>
                  <a:lnTo>
                    <a:pt x="6497056" y="2214156"/>
                  </a:lnTo>
                  <a:lnTo>
                    <a:pt x="6497870" y="2132440"/>
                  </a:lnTo>
                  <a:lnTo>
                    <a:pt x="6498685" y="2029365"/>
                  </a:lnTo>
                  <a:lnTo>
                    <a:pt x="6499500" y="1942125"/>
                  </a:lnTo>
                  <a:lnTo>
                    <a:pt x="6500315" y="1928115"/>
                  </a:lnTo>
                  <a:lnTo>
                    <a:pt x="6501130" y="2041130"/>
                  </a:lnTo>
                  <a:lnTo>
                    <a:pt x="6501944" y="2267864"/>
                  </a:lnTo>
                  <a:lnTo>
                    <a:pt x="6502759" y="2453660"/>
                  </a:lnTo>
                  <a:lnTo>
                    <a:pt x="6503574" y="2553924"/>
                  </a:lnTo>
                  <a:lnTo>
                    <a:pt x="6504389" y="2639658"/>
                  </a:lnTo>
                  <a:lnTo>
                    <a:pt x="6505203" y="2770492"/>
                  </a:lnTo>
                  <a:lnTo>
                    <a:pt x="6506018" y="2888074"/>
                  </a:lnTo>
                  <a:lnTo>
                    <a:pt x="6506833" y="2873949"/>
                  </a:lnTo>
                  <a:lnTo>
                    <a:pt x="6507648" y="2783924"/>
                  </a:lnTo>
                  <a:lnTo>
                    <a:pt x="6508463" y="2772333"/>
                  </a:lnTo>
                  <a:lnTo>
                    <a:pt x="6509277" y="2807307"/>
                  </a:lnTo>
                  <a:lnTo>
                    <a:pt x="6510092" y="2812859"/>
                  </a:lnTo>
                  <a:lnTo>
                    <a:pt x="6510907" y="2770015"/>
                  </a:lnTo>
                  <a:lnTo>
                    <a:pt x="6511722" y="2700251"/>
                  </a:lnTo>
                  <a:lnTo>
                    <a:pt x="6512536" y="2750909"/>
                  </a:lnTo>
                  <a:lnTo>
                    <a:pt x="6513351" y="2729772"/>
                  </a:lnTo>
                  <a:lnTo>
                    <a:pt x="6514166" y="2662984"/>
                  </a:lnTo>
                  <a:lnTo>
                    <a:pt x="6514981" y="2667216"/>
                  </a:lnTo>
                  <a:lnTo>
                    <a:pt x="6515796" y="2710062"/>
                  </a:lnTo>
                  <a:lnTo>
                    <a:pt x="6516610" y="2801726"/>
                  </a:lnTo>
                  <a:lnTo>
                    <a:pt x="6517425" y="2862420"/>
                  </a:lnTo>
                  <a:lnTo>
                    <a:pt x="6518240" y="2972890"/>
                  </a:lnTo>
                  <a:lnTo>
                    <a:pt x="6519055" y="3009663"/>
                  </a:lnTo>
                  <a:lnTo>
                    <a:pt x="6519869" y="2883704"/>
                  </a:lnTo>
                  <a:lnTo>
                    <a:pt x="6520684" y="2774042"/>
                  </a:lnTo>
                  <a:lnTo>
                    <a:pt x="6521499" y="2695502"/>
                  </a:lnTo>
                  <a:lnTo>
                    <a:pt x="6522314" y="2645665"/>
                  </a:lnTo>
                  <a:lnTo>
                    <a:pt x="6523129" y="2603718"/>
                  </a:lnTo>
                  <a:lnTo>
                    <a:pt x="6523943" y="2606482"/>
                  </a:lnTo>
                  <a:lnTo>
                    <a:pt x="6524758" y="2727861"/>
                  </a:lnTo>
                  <a:lnTo>
                    <a:pt x="6525573" y="2837523"/>
                  </a:lnTo>
                  <a:lnTo>
                    <a:pt x="6526388" y="2916064"/>
                  </a:lnTo>
                  <a:lnTo>
                    <a:pt x="6527202" y="2926932"/>
                  </a:lnTo>
                  <a:lnTo>
                    <a:pt x="6528017" y="2818231"/>
                  </a:lnTo>
                  <a:lnTo>
                    <a:pt x="6528832" y="2653930"/>
                  </a:lnTo>
                  <a:lnTo>
                    <a:pt x="6529647" y="2440387"/>
                  </a:lnTo>
                  <a:lnTo>
                    <a:pt x="6530462" y="2280288"/>
                  </a:lnTo>
                  <a:lnTo>
                    <a:pt x="6531276" y="2212679"/>
                  </a:lnTo>
                  <a:lnTo>
                    <a:pt x="6532091" y="2171296"/>
                  </a:lnTo>
                  <a:lnTo>
                    <a:pt x="6532906" y="2227144"/>
                  </a:lnTo>
                  <a:lnTo>
                    <a:pt x="6533721" y="2285697"/>
                  </a:lnTo>
                  <a:lnTo>
                    <a:pt x="6534536" y="2281984"/>
                  </a:lnTo>
                  <a:lnTo>
                    <a:pt x="6535350" y="2325333"/>
                  </a:lnTo>
                  <a:lnTo>
                    <a:pt x="6536165" y="2320076"/>
                  </a:lnTo>
                  <a:lnTo>
                    <a:pt x="6536980" y="2217120"/>
                  </a:lnTo>
                  <a:lnTo>
                    <a:pt x="6537795" y="2088013"/>
                  </a:lnTo>
                  <a:lnTo>
                    <a:pt x="6538609" y="2037824"/>
                  </a:lnTo>
                  <a:lnTo>
                    <a:pt x="6539424" y="2102715"/>
                  </a:lnTo>
                  <a:lnTo>
                    <a:pt x="6540239" y="2149925"/>
                  </a:lnTo>
                  <a:lnTo>
                    <a:pt x="6541054" y="2115539"/>
                  </a:lnTo>
                  <a:lnTo>
                    <a:pt x="6541869" y="2240203"/>
                  </a:lnTo>
                  <a:lnTo>
                    <a:pt x="6542683" y="2429281"/>
                  </a:lnTo>
                  <a:lnTo>
                    <a:pt x="6543498" y="2541382"/>
                  </a:lnTo>
                  <a:lnTo>
                    <a:pt x="6544313" y="2553226"/>
                  </a:lnTo>
                  <a:lnTo>
                    <a:pt x="6545128" y="2547112"/>
                  </a:lnTo>
                  <a:lnTo>
                    <a:pt x="6545942" y="2648043"/>
                  </a:lnTo>
                  <a:lnTo>
                    <a:pt x="6546757" y="2706686"/>
                  </a:lnTo>
                  <a:lnTo>
                    <a:pt x="6547572" y="2748079"/>
                  </a:lnTo>
                  <a:lnTo>
                    <a:pt x="6548387" y="2827999"/>
                  </a:lnTo>
                  <a:lnTo>
                    <a:pt x="6549202" y="2897782"/>
                  </a:lnTo>
                  <a:lnTo>
                    <a:pt x="6550016" y="2912306"/>
                  </a:lnTo>
                  <a:lnTo>
                    <a:pt x="6550831" y="2864911"/>
                  </a:lnTo>
                  <a:lnTo>
                    <a:pt x="6551646" y="2847054"/>
                  </a:lnTo>
                  <a:lnTo>
                    <a:pt x="6552461" y="2843090"/>
                  </a:lnTo>
                  <a:lnTo>
                    <a:pt x="6553275" y="2881188"/>
                  </a:lnTo>
                  <a:lnTo>
                    <a:pt x="6554090" y="2915866"/>
                  </a:lnTo>
                  <a:lnTo>
                    <a:pt x="6554905" y="2913440"/>
                  </a:lnTo>
                  <a:lnTo>
                    <a:pt x="6555720" y="2968970"/>
                  </a:lnTo>
                  <a:lnTo>
                    <a:pt x="6556535" y="2960864"/>
                  </a:lnTo>
                  <a:lnTo>
                    <a:pt x="6557349" y="2794719"/>
                  </a:lnTo>
                  <a:lnTo>
                    <a:pt x="6558164" y="2580686"/>
                  </a:lnTo>
                  <a:lnTo>
                    <a:pt x="6558979" y="2524897"/>
                  </a:lnTo>
                  <a:lnTo>
                    <a:pt x="6559794" y="2459005"/>
                  </a:lnTo>
                  <a:lnTo>
                    <a:pt x="6560608" y="2373570"/>
                  </a:lnTo>
                  <a:lnTo>
                    <a:pt x="6561423" y="2349814"/>
                  </a:lnTo>
                  <a:lnTo>
                    <a:pt x="6562238" y="2488870"/>
                  </a:lnTo>
                  <a:lnTo>
                    <a:pt x="6563053" y="2648137"/>
                  </a:lnTo>
                  <a:lnTo>
                    <a:pt x="6563868" y="2668094"/>
                  </a:lnTo>
                  <a:lnTo>
                    <a:pt x="6564682" y="2744210"/>
                  </a:lnTo>
                  <a:lnTo>
                    <a:pt x="6565497" y="2790588"/>
                  </a:lnTo>
                  <a:lnTo>
                    <a:pt x="6566312" y="2745448"/>
                  </a:lnTo>
                  <a:lnTo>
                    <a:pt x="6567127" y="2714665"/>
                  </a:lnTo>
                  <a:lnTo>
                    <a:pt x="6567941" y="2681575"/>
                  </a:lnTo>
                  <a:lnTo>
                    <a:pt x="6568756" y="2629357"/>
                  </a:lnTo>
                  <a:lnTo>
                    <a:pt x="6569571" y="2543224"/>
                  </a:lnTo>
                  <a:lnTo>
                    <a:pt x="6570386" y="2440240"/>
                  </a:lnTo>
                  <a:lnTo>
                    <a:pt x="6571201" y="2416598"/>
                  </a:lnTo>
                  <a:lnTo>
                    <a:pt x="6572015" y="2392744"/>
                  </a:lnTo>
                  <a:lnTo>
                    <a:pt x="6572830" y="2393101"/>
                  </a:lnTo>
                  <a:lnTo>
                    <a:pt x="6573645" y="2477694"/>
                  </a:lnTo>
                  <a:lnTo>
                    <a:pt x="6574460" y="2563641"/>
                  </a:lnTo>
                  <a:lnTo>
                    <a:pt x="6575275" y="2639814"/>
                  </a:lnTo>
                  <a:lnTo>
                    <a:pt x="6576089" y="2688853"/>
                  </a:lnTo>
                  <a:lnTo>
                    <a:pt x="6576904" y="2724630"/>
                  </a:lnTo>
                  <a:lnTo>
                    <a:pt x="6577719" y="2778117"/>
                  </a:lnTo>
                  <a:lnTo>
                    <a:pt x="6578534" y="2777068"/>
                  </a:lnTo>
                  <a:lnTo>
                    <a:pt x="6579348" y="2792756"/>
                  </a:lnTo>
                  <a:lnTo>
                    <a:pt x="6580163" y="2826891"/>
                  </a:lnTo>
                  <a:lnTo>
                    <a:pt x="6580978" y="2804888"/>
                  </a:lnTo>
                  <a:lnTo>
                    <a:pt x="6581793" y="2713645"/>
                  </a:lnTo>
                  <a:lnTo>
                    <a:pt x="6582608" y="2585492"/>
                  </a:lnTo>
                  <a:lnTo>
                    <a:pt x="6583422" y="2502671"/>
                  </a:lnTo>
                  <a:lnTo>
                    <a:pt x="6584237" y="2532425"/>
                  </a:lnTo>
                  <a:lnTo>
                    <a:pt x="6585052" y="2613056"/>
                  </a:lnTo>
                  <a:lnTo>
                    <a:pt x="6585867" y="2759448"/>
                  </a:lnTo>
                  <a:lnTo>
                    <a:pt x="6586681" y="2899185"/>
                  </a:lnTo>
                  <a:lnTo>
                    <a:pt x="6587496" y="2980899"/>
                  </a:lnTo>
                  <a:lnTo>
                    <a:pt x="6588311" y="3048239"/>
                  </a:lnTo>
                  <a:lnTo>
                    <a:pt x="6589126" y="2953572"/>
                  </a:lnTo>
                  <a:lnTo>
                    <a:pt x="6589941" y="2779513"/>
                  </a:lnTo>
                  <a:lnTo>
                    <a:pt x="6590755" y="2660060"/>
                  </a:lnTo>
                  <a:lnTo>
                    <a:pt x="6591570" y="2564653"/>
                  </a:lnTo>
                  <a:lnTo>
                    <a:pt x="6592385" y="2533290"/>
                  </a:lnTo>
                  <a:lnTo>
                    <a:pt x="6593200" y="2505527"/>
                  </a:lnTo>
                  <a:lnTo>
                    <a:pt x="6594014" y="2509583"/>
                  </a:lnTo>
                  <a:lnTo>
                    <a:pt x="6594829" y="2541634"/>
                  </a:lnTo>
                  <a:lnTo>
                    <a:pt x="6595644" y="2463168"/>
                  </a:lnTo>
                  <a:lnTo>
                    <a:pt x="6596459" y="2394007"/>
                  </a:lnTo>
                  <a:lnTo>
                    <a:pt x="6597274" y="2380999"/>
                  </a:lnTo>
                  <a:lnTo>
                    <a:pt x="6598088" y="2391019"/>
                  </a:lnTo>
                  <a:lnTo>
                    <a:pt x="6598903" y="2466163"/>
                  </a:lnTo>
                  <a:lnTo>
                    <a:pt x="6599718" y="2522917"/>
                  </a:lnTo>
                  <a:lnTo>
                    <a:pt x="6600533" y="2575897"/>
                  </a:lnTo>
                  <a:lnTo>
                    <a:pt x="6601347" y="2702224"/>
                  </a:lnTo>
                  <a:lnTo>
                    <a:pt x="6602162" y="2758271"/>
                  </a:lnTo>
                  <a:lnTo>
                    <a:pt x="6602977" y="2764184"/>
                  </a:lnTo>
                  <a:lnTo>
                    <a:pt x="6603792" y="2674815"/>
                  </a:lnTo>
                  <a:lnTo>
                    <a:pt x="6604607" y="2563977"/>
                  </a:lnTo>
                  <a:lnTo>
                    <a:pt x="6605421" y="2468153"/>
                  </a:lnTo>
                  <a:lnTo>
                    <a:pt x="6606236" y="2353253"/>
                  </a:lnTo>
                  <a:lnTo>
                    <a:pt x="6607051" y="2319535"/>
                  </a:lnTo>
                  <a:lnTo>
                    <a:pt x="6607866" y="2265411"/>
                  </a:lnTo>
                  <a:lnTo>
                    <a:pt x="6608680" y="2336783"/>
                  </a:lnTo>
                  <a:lnTo>
                    <a:pt x="6609495" y="2397666"/>
                  </a:lnTo>
                  <a:lnTo>
                    <a:pt x="6610310" y="2489155"/>
                  </a:lnTo>
                  <a:lnTo>
                    <a:pt x="6611125" y="2624218"/>
                  </a:lnTo>
                  <a:lnTo>
                    <a:pt x="6611940" y="2695251"/>
                  </a:lnTo>
                  <a:lnTo>
                    <a:pt x="6612754" y="2776389"/>
                  </a:lnTo>
                  <a:lnTo>
                    <a:pt x="6613569" y="2777833"/>
                  </a:lnTo>
                  <a:lnTo>
                    <a:pt x="6614384" y="2880026"/>
                  </a:lnTo>
                  <a:lnTo>
                    <a:pt x="6615199" y="3030383"/>
                  </a:lnTo>
                  <a:lnTo>
                    <a:pt x="6616014" y="3060724"/>
                  </a:lnTo>
                  <a:lnTo>
                    <a:pt x="6616828" y="2994577"/>
                  </a:lnTo>
                  <a:lnTo>
                    <a:pt x="6617643" y="2919098"/>
                  </a:lnTo>
                  <a:lnTo>
                    <a:pt x="6618458" y="2825102"/>
                  </a:lnTo>
                  <a:lnTo>
                    <a:pt x="6619273" y="2698141"/>
                  </a:lnTo>
                  <a:lnTo>
                    <a:pt x="6620087" y="2606193"/>
                  </a:lnTo>
                  <a:lnTo>
                    <a:pt x="6620902" y="2572805"/>
                  </a:lnTo>
                  <a:lnTo>
                    <a:pt x="6621717" y="2643469"/>
                  </a:lnTo>
                  <a:lnTo>
                    <a:pt x="6622532" y="2760153"/>
                  </a:lnTo>
                  <a:lnTo>
                    <a:pt x="6623347" y="2829198"/>
                  </a:lnTo>
                  <a:lnTo>
                    <a:pt x="6624161" y="2849337"/>
                  </a:lnTo>
                  <a:lnTo>
                    <a:pt x="6624976" y="2795494"/>
                  </a:lnTo>
                  <a:lnTo>
                    <a:pt x="6625791" y="2689109"/>
                  </a:lnTo>
                  <a:lnTo>
                    <a:pt x="6626606" y="2624555"/>
                  </a:lnTo>
                  <a:lnTo>
                    <a:pt x="6627420" y="2607024"/>
                  </a:lnTo>
                  <a:lnTo>
                    <a:pt x="6628235" y="2648069"/>
                  </a:lnTo>
                  <a:lnTo>
                    <a:pt x="6629050" y="2678562"/>
                  </a:lnTo>
                  <a:lnTo>
                    <a:pt x="6629865" y="2682918"/>
                  </a:lnTo>
                  <a:lnTo>
                    <a:pt x="6630680" y="2692600"/>
                  </a:lnTo>
                  <a:lnTo>
                    <a:pt x="6631494" y="2696381"/>
                  </a:lnTo>
                  <a:lnTo>
                    <a:pt x="6632309" y="2715696"/>
                  </a:lnTo>
                  <a:lnTo>
                    <a:pt x="6633124" y="2756279"/>
                  </a:lnTo>
                  <a:lnTo>
                    <a:pt x="6633939" y="2818131"/>
                  </a:lnTo>
                  <a:lnTo>
                    <a:pt x="6634753" y="2853928"/>
                  </a:lnTo>
                  <a:lnTo>
                    <a:pt x="6635568" y="2880860"/>
                  </a:lnTo>
                  <a:lnTo>
                    <a:pt x="6636383" y="2737580"/>
                  </a:lnTo>
                  <a:lnTo>
                    <a:pt x="6637198" y="2421541"/>
                  </a:lnTo>
                  <a:lnTo>
                    <a:pt x="6638013" y="2160548"/>
                  </a:lnTo>
                  <a:lnTo>
                    <a:pt x="6638827" y="1996198"/>
                  </a:lnTo>
                  <a:lnTo>
                    <a:pt x="6639642" y="1819964"/>
                  </a:lnTo>
                  <a:lnTo>
                    <a:pt x="6640457" y="1675442"/>
                  </a:lnTo>
                  <a:lnTo>
                    <a:pt x="6641272" y="1623507"/>
                  </a:lnTo>
                  <a:lnTo>
                    <a:pt x="6642086" y="1720145"/>
                  </a:lnTo>
                  <a:lnTo>
                    <a:pt x="6642901" y="1775901"/>
                  </a:lnTo>
                  <a:lnTo>
                    <a:pt x="6643716" y="1716803"/>
                  </a:lnTo>
                  <a:lnTo>
                    <a:pt x="6644531" y="1742366"/>
                  </a:lnTo>
                  <a:lnTo>
                    <a:pt x="6645346" y="1694309"/>
                  </a:lnTo>
                  <a:lnTo>
                    <a:pt x="6646160" y="1710953"/>
                  </a:lnTo>
                  <a:lnTo>
                    <a:pt x="6646975" y="1818517"/>
                  </a:lnTo>
                  <a:lnTo>
                    <a:pt x="6647790" y="1943535"/>
                  </a:lnTo>
                  <a:lnTo>
                    <a:pt x="6648605" y="2032290"/>
                  </a:lnTo>
                  <a:lnTo>
                    <a:pt x="6649419" y="2045503"/>
                  </a:lnTo>
                  <a:lnTo>
                    <a:pt x="6650234" y="2085681"/>
                  </a:lnTo>
                  <a:lnTo>
                    <a:pt x="6651049" y="2082312"/>
                  </a:lnTo>
                  <a:lnTo>
                    <a:pt x="6651864" y="1905893"/>
                  </a:lnTo>
                  <a:lnTo>
                    <a:pt x="6652679" y="1679722"/>
                  </a:lnTo>
                  <a:lnTo>
                    <a:pt x="6653493" y="1573102"/>
                  </a:lnTo>
                  <a:lnTo>
                    <a:pt x="6654308" y="1572943"/>
                  </a:lnTo>
                  <a:lnTo>
                    <a:pt x="6655123" y="1725773"/>
                  </a:lnTo>
                  <a:lnTo>
                    <a:pt x="6655938" y="1848196"/>
                  </a:lnTo>
                  <a:lnTo>
                    <a:pt x="6656753" y="1935484"/>
                  </a:lnTo>
                  <a:lnTo>
                    <a:pt x="6657567" y="2131803"/>
                  </a:lnTo>
                  <a:lnTo>
                    <a:pt x="6658382" y="2266197"/>
                  </a:lnTo>
                  <a:lnTo>
                    <a:pt x="6659197" y="2349212"/>
                  </a:lnTo>
                  <a:lnTo>
                    <a:pt x="6660012" y="2399342"/>
                  </a:lnTo>
                  <a:lnTo>
                    <a:pt x="6660826" y="2522443"/>
                  </a:lnTo>
                  <a:lnTo>
                    <a:pt x="6661641" y="2674596"/>
                  </a:lnTo>
                  <a:lnTo>
                    <a:pt x="6662456" y="2606290"/>
                  </a:lnTo>
                  <a:lnTo>
                    <a:pt x="6663271" y="2451047"/>
                  </a:lnTo>
                  <a:lnTo>
                    <a:pt x="6664086" y="2304709"/>
                  </a:lnTo>
                  <a:lnTo>
                    <a:pt x="6664900" y="2145109"/>
                  </a:lnTo>
                  <a:lnTo>
                    <a:pt x="6665715" y="2036815"/>
                  </a:lnTo>
                  <a:lnTo>
                    <a:pt x="6666530" y="1960243"/>
                  </a:lnTo>
                  <a:lnTo>
                    <a:pt x="6667345" y="1925535"/>
                  </a:lnTo>
                  <a:lnTo>
                    <a:pt x="6668159" y="1977478"/>
                  </a:lnTo>
                  <a:lnTo>
                    <a:pt x="6668974" y="2061194"/>
                  </a:lnTo>
                  <a:lnTo>
                    <a:pt x="6669789" y="2081497"/>
                  </a:lnTo>
                  <a:lnTo>
                    <a:pt x="6670604" y="2053792"/>
                  </a:lnTo>
                  <a:lnTo>
                    <a:pt x="6671419" y="2098499"/>
                  </a:lnTo>
                  <a:lnTo>
                    <a:pt x="6672233" y="2190292"/>
                  </a:lnTo>
                  <a:lnTo>
                    <a:pt x="6673048" y="2354240"/>
                  </a:lnTo>
                  <a:lnTo>
                    <a:pt x="6673863" y="2447421"/>
                  </a:lnTo>
                  <a:lnTo>
                    <a:pt x="6674678" y="2519199"/>
                  </a:lnTo>
                  <a:lnTo>
                    <a:pt x="6675492" y="2621924"/>
                  </a:lnTo>
                  <a:lnTo>
                    <a:pt x="6676307" y="2671745"/>
                  </a:lnTo>
                  <a:lnTo>
                    <a:pt x="6677122" y="2663540"/>
                  </a:lnTo>
                  <a:lnTo>
                    <a:pt x="6677937" y="2619799"/>
                  </a:lnTo>
                  <a:lnTo>
                    <a:pt x="6678752" y="2608375"/>
                  </a:lnTo>
                  <a:lnTo>
                    <a:pt x="6679566" y="2678914"/>
                  </a:lnTo>
                  <a:lnTo>
                    <a:pt x="6680381" y="2692440"/>
                  </a:lnTo>
                  <a:lnTo>
                    <a:pt x="6681196" y="2634178"/>
                  </a:lnTo>
                  <a:lnTo>
                    <a:pt x="6682011" y="2553763"/>
                  </a:lnTo>
                  <a:lnTo>
                    <a:pt x="6682825" y="2421465"/>
                  </a:lnTo>
                  <a:lnTo>
                    <a:pt x="6683640" y="2411859"/>
                  </a:lnTo>
                  <a:lnTo>
                    <a:pt x="6684455" y="2384454"/>
                  </a:lnTo>
                  <a:lnTo>
                    <a:pt x="6685270" y="2322179"/>
                  </a:lnTo>
                  <a:lnTo>
                    <a:pt x="6686085" y="2248471"/>
                  </a:lnTo>
                  <a:lnTo>
                    <a:pt x="6686899" y="2244652"/>
                  </a:lnTo>
                  <a:lnTo>
                    <a:pt x="6687714" y="2352339"/>
                  </a:lnTo>
                  <a:lnTo>
                    <a:pt x="6688529" y="2356355"/>
                  </a:lnTo>
                  <a:lnTo>
                    <a:pt x="6689344" y="2202932"/>
                  </a:lnTo>
                  <a:lnTo>
                    <a:pt x="6690158" y="2141508"/>
                  </a:lnTo>
                  <a:lnTo>
                    <a:pt x="6690973" y="2167505"/>
                  </a:lnTo>
                  <a:lnTo>
                    <a:pt x="6691788" y="2268114"/>
                  </a:lnTo>
                  <a:lnTo>
                    <a:pt x="6692603" y="2329324"/>
                  </a:lnTo>
                  <a:lnTo>
                    <a:pt x="6693418" y="2378514"/>
                  </a:lnTo>
                  <a:lnTo>
                    <a:pt x="6694232" y="2582721"/>
                  </a:lnTo>
                  <a:lnTo>
                    <a:pt x="6695047" y="2708170"/>
                  </a:lnTo>
                  <a:lnTo>
                    <a:pt x="6695862" y="2762272"/>
                  </a:lnTo>
                  <a:lnTo>
                    <a:pt x="6696677" y="2730677"/>
                  </a:lnTo>
                  <a:lnTo>
                    <a:pt x="6697492" y="2675798"/>
                  </a:lnTo>
                  <a:lnTo>
                    <a:pt x="6698306" y="2684001"/>
                  </a:lnTo>
                  <a:lnTo>
                    <a:pt x="6699121" y="2649621"/>
                  </a:lnTo>
                  <a:lnTo>
                    <a:pt x="6699936" y="2585392"/>
                  </a:lnTo>
                  <a:lnTo>
                    <a:pt x="6700751" y="2558001"/>
                  </a:lnTo>
                  <a:lnTo>
                    <a:pt x="6701565" y="2597793"/>
                  </a:lnTo>
                  <a:lnTo>
                    <a:pt x="6702380" y="2688383"/>
                  </a:lnTo>
                  <a:lnTo>
                    <a:pt x="6703195" y="2663804"/>
                  </a:lnTo>
                  <a:lnTo>
                    <a:pt x="6704010" y="2663647"/>
                  </a:lnTo>
                  <a:lnTo>
                    <a:pt x="6704825" y="2640623"/>
                  </a:lnTo>
                  <a:lnTo>
                    <a:pt x="6705639" y="2606645"/>
                  </a:lnTo>
                  <a:lnTo>
                    <a:pt x="6706454" y="2583073"/>
                  </a:lnTo>
                  <a:lnTo>
                    <a:pt x="6707269" y="2489104"/>
                  </a:lnTo>
                  <a:lnTo>
                    <a:pt x="6708084" y="2376740"/>
                  </a:lnTo>
                  <a:lnTo>
                    <a:pt x="6708898" y="2256319"/>
                  </a:lnTo>
                  <a:lnTo>
                    <a:pt x="6709713" y="2238925"/>
                  </a:lnTo>
                  <a:lnTo>
                    <a:pt x="6710528" y="2227590"/>
                  </a:lnTo>
                  <a:lnTo>
                    <a:pt x="6711343" y="2244205"/>
                  </a:lnTo>
                  <a:lnTo>
                    <a:pt x="6712158" y="2309758"/>
                  </a:lnTo>
                  <a:lnTo>
                    <a:pt x="6712972" y="2441445"/>
                  </a:lnTo>
                  <a:lnTo>
                    <a:pt x="6713787" y="2598029"/>
                  </a:lnTo>
                  <a:lnTo>
                    <a:pt x="6714602" y="2720679"/>
                  </a:lnTo>
                  <a:lnTo>
                    <a:pt x="6715417" y="2868167"/>
                  </a:lnTo>
                  <a:lnTo>
                    <a:pt x="6716231" y="2913447"/>
                  </a:lnTo>
                  <a:lnTo>
                    <a:pt x="6717046" y="2829357"/>
                  </a:lnTo>
                  <a:lnTo>
                    <a:pt x="6717861" y="2756250"/>
                  </a:lnTo>
                  <a:lnTo>
                    <a:pt x="6718676" y="2688238"/>
                  </a:lnTo>
                  <a:lnTo>
                    <a:pt x="6719491" y="2649841"/>
                  </a:lnTo>
                  <a:lnTo>
                    <a:pt x="6720305" y="2656012"/>
                  </a:lnTo>
                  <a:lnTo>
                    <a:pt x="6721120" y="2706030"/>
                  </a:lnTo>
                  <a:lnTo>
                    <a:pt x="6721935" y="2833021"/>
                  </a:lnTo>
                  <a:lnTo>
                    <a:pt x="6722750" y="2924238"/>
                  </a:lnTo>
                  <a:lnTo>
                    <a:pt x="6723564" y="2951846"/>
                  </a:lnTo>
                  <a:lnTo>
                    <a:pt x="6724379" y="2966041"/>
                  </a:lnTo>
                  <a:lnTo>
                    <a:pt x="6725194" y="3026197"/>
                  </a:lnTo>
                  <a:lnTo>
                    <a:pt x="6726009" y="3057970"/>
                  </a:lnTo>
                  <a:lnTo>
                    <a:pt x="6726824" y="3087917"/>
                  </a:lnTo>
                  <a:lnTo>
                    <a:pt x="6727638" y="3108352"/>
                  </a:lnTo>
                  <a:lnTo>
                    <a:pt x="6728453" y="3116972"/>
                  </a:lnTo>
                  <a:lnTo>
                    <a:pt x="6728453" y="3116972"/>
                  </a:lnTo>
                  <a:lnTo>
                    <a:pt x="6729268" y="3083101"/>
                  </a:lnTo>
                  <a:lnTo>
                    <a:pt x="6730083" y="2984265"/>
                  </a:lnTo>
                  <a:lnTo>
                    <a:pt x="6730897" y="2862787"/>
                  </a:lnTo>
                  <a:lnTo>
                    <a:pt x="6731712" y="2718328"/>
                  </a:lnTo>
                  <a:lnTo>
                    <a:pt x="6732527" y="2645256"/>
                  </a:lnTo>
                  <a:lnTo>
                    <a:pt x="6733342" y="2635246"/>
                  </a:lnTo>
                  <a:lnTo>
                    <a:pt x="6734157" y="2646640"/>
                  </a:lnTo>
                  <a:lnTo>
                    <a:pt x="6734971" y="2586332"/>
                  </a:lnTo>
                  <a:lnTo>
                    <a:pt x="6735786" y="2538584"/>
                  </a:lnTo>
                  <a:lnTo>
                    <a:pt x="6736601" y="2597653"/>
                  </a:lnTo>
                  <a:lnTo>
                    <a:pt x="6737416" y="2670169"/>
                  </a:lnTo>
                  <a:lnTo>
                    <a:pt x="6738231" y="2717175"/>
                  </a:lnTo>
                  <a:lnTo>
                    <a:pt x="6739045" y="2777907"/>
                  </a:lnTo>
                  <a:lnTo>
                    <a:pt x="6739860" y="2871500"/>
                  </a:lnTo>
                  <a:lnTo>
                    <a:pt x="6740675" y="2932271"/>
                  </a:lnTo>
                  <a:lnTo>
                    <a:pt x="6741490" y="2936304"/>
                  </a:lnTo>
                  <a:lnTo>
                    <a:pt x="6742304" y="2888211"/>
                  </a:lnTo>
                  <a:lnTo>
                    <a:pt x="6743119" y="2783664"/>
                  </a:lnTo>
                  <a:lnTo>
                    <a:pt x="6743934" y="2747144"/>
                  </a:lnTo>
                  <a:lnTo>
                    <a:pt x="6744749" y="2685634"/>
                  </a:lnTo>
                  <a:lnTo>
                    <a:pt x="6745564" y="2672991"/>
                  </a:lnTo>
                  <a:lnTo>
                    <a:pt x="6746378" y="2696876"/>
                  </a:lnTo>
                  <a:lnTo>
                    <a:pt x="6747193" y="2685150"/>
                  </a:lnTo>
                  <a:lnTo>
                    <a:pt x="6748008" y="2770685"/>
                  </a:lnTo>
                  <a:lnTo>
                    <a:pt x="6748823" y="2798974"/>
                  </a:lnTo>
                  <a:lnTo>
                    <a:pt x="6749637" y="2865879"/>
                  </a:lnTo>
                  <a:lnTo>
                    <a:pt x="6750452" y="2955206"/>
                  </a:lnTo>
                  <a:lnTo>
                    <a:pt x="6751267" y="2982729"/>
                  </a:lnTo>
                  <a:lnTo>
                    <a:pt x="6752082" y="3043107"/>
                  </a:lnTo>
                  <a:lnTo>
                    <a:pt x="6752897" y="3065491"/>
                  </a:lnTo>
                  <a:lnTo>
                    <a:pt x="6753711" y="3065825"/>
                  </a:lnTo>
                  <a:lnTo>
                    <a:pt x="6754526" y="3054580"/>
                  </a:lnTo>
                  <a:lnTo>
                    <a:pt x="6755341" y="3036880"/>
                  </a:lnTo>
                  <a:lnTo>
                    <a:pt x="6756156" y="3032788"/>
                  </a:lnTo>
                  <a:lnTo>
                    <a:pt x="6756970" y="3032789"/>
                  </a:lnTo>
                  <a:lnTo>
                    <a:pt x="6757785" y="3025540"/>
                  </a:lnTo>
                  <a:lnTo>
                    <a:pt x="6758600" y="3025206"/>
                  </a:lnTo>
                  <a:lnTo>
                    <a:pt x="6759415" y="3036451"/>
                  </a:lnTo>
                  <a:lnTo>
                    <a:pt x="6760230" y="3054150"/>
                  </a:lnTo>
                  <a:lnTo>
                    <a:pt x="6761044" y="3048301"/>
                  </a:lnTo>
                  <a:lnTo>
                    <a:pt x="6761859" y="2987923"/>
                  </a:lnTo>
                  <a:lnTo>
                    <a:pt x="6762674" y="2945019"/>
                  </a:lnTo>
                  <a:lnTo>
                    <a:pt x="6763489" y="2946719"/>
                  </a:lnTo>
                  <a:lnTo>
                    <a:pt x="6764303" y="2969411"/>
                  </a:lnTo>
                  <a:lnTo>
                    <a:pt x="6765118" y="2970711"/>
                  </a:lnTo>
                  <a:lnTo>
                    <a:pt x="6765933" y="2972804"/>
                  </a:lnTo>
                  <a:lnTo>
                    <a:pt x="6766748" y="2973170"/>
                  </a:lnTo>
                  <a:lnTo>
                    <a:pt x="6767563" y="2958682"/>
                  </a:lnTo>
                  <a:lnTo>
                    <a:pt x="6768377" y="2926487"/>
                  </a:lnTo>
                  <a:lnTo>
                    <a:pt x="6769192" y="2851676"/>
                  </a:lnTo>
                  <a:lnTo>
                    <a:pt x="6770007" y="2824345"/>
                  </a:lnTo>
                  <a:lnTo>
                    <a:pt x="6770822" y="2818396"/>
                  </a:lnTo>
                  <a:lnTo>
                    <a:pt x="6771637" y="2828651"/>
                  </a:lnTo>
                  <a:lnTo>
                    <a:pt x="6772451" y="2855393"/>
                  </a:lnTo>
                  <a:lnTo>
                    <a:pt x="6773266" y="2885890"/>
                  </a:lnTo>
                  <a:lnTo>
                    <a:pt x="6774081" y="2938010"/>
                  </a:lnTo>
                  <a:lnTo>
                    <a:pt x="6774896" y="2964040"/>
                  </a:lnTo>
                  <a:lnTo>
                    <a:pt x="6775710" y="2932089"/>
                  </a:lnTo>
                  <a:lnTo>
                    <a:pt x="6776525" y="2905866"/>
                  </a:lnTo>
                  <a:lnTo>
                    <a:pt x="6777340" y="2895005"/>
                  </a:lnTo>
                  <a:lnTo>
                    <a:pt x="6778155" y="2878482"/>
                  </a:lnTo>
                  <a:lnTo>
                    <a:pt x="6778970" y="2884735"/>
                  </a:lnTo>
                  <a:lnTo>
                    <a:pt x="6779784" y="2867777"/>
                  </a:lnTo>
                  <a:lnTo>
                    <a:pt x="6780599" y="2873300"/>
                  </a:lnTo>
                  <a:lnTo>
                    <a:pt x="6781414" y="2882270"/>
                  </a:lnTo>
                  <a:lnTo>
                    <a:pt x="6782229" y="2885241"/>
                  </a:lnTo>
                  <a:lnTo>
                    <a:pt x="6783043" y="2823457"/>
                  </a:lnTo>
                  <a:lnTo>
                    <a:pt x="6783858" y="2728039"/>
                  </a:lnTo>
                  <a:lnTo>
                    <a:pt x="6784673" y="2679879"/>
                  </a:lnTo>
                  <a:lnTo>
                    <a:pt x="6785488" y="2718788"/>
                  </a:lnTo>
                  <a:lnTo>
                    <a:pt x="6786303" y="2736365"/>
                  </a:lnTo>
                  <a:lnTo>
                    <a:pt x="6787117" y="2736833"/>
                  </a:lnTo>
                  <a:lnTo>
                    <a:pt x="6787932" y="2815143"/>
                  </a:lnTo>
                  <a:lnTo>
                    <a:pt x="6788747" y="2854426"/>
                  </a:lnTo>
                  <a:lnTo>
                    <a:pt x="6789562" y="2814085"/>
                  </a:lnTo>
                  <a:lnTo>
                    <a:pt x="6790376" y="2788092"/>
                  </a:lnTo>
                  <a:lnTo>
                    <a:pt x="6791191" y="2813076"/>
                  </a:lnTo>
                  <a:lnTo>
                    <a:pt x="6792006" y="2777372"/>
                  </a:lnTo>
                  <a:lnTo>
                    <a:pt x="6792821" y="2732997"/>
                  </a:lnTo>
                  <a:lnTo>
                    <a:pt x="6793636" y="2774255"/>
                  </a:lnTo>
                  <a:lnTo>
                    <a:pt x="6794450" y="2879714"/>
                  </a:lnTo>
                  <a:lnTo>
                    <a:pt x="6795265" y="2891326"/>
                  </a:lnTo>
                  <a:lnTo>
                    <a:pt x="6796080" y="2855395"/>
                  </a:lnTo>
                  <a:lnTo>
                    <a:pt x="6796895" y="2900974"/>
                  </a:lnTo>
                  <a:lnTo>
                    <a:pt x="6797709" y="2901678"/>
                  </a:lnTo>
                  <a:lnTo>
                    <a:pt x="6798524" y="2789551"/>
                  </a:lnTo>
                  <a:lnTo>
                    <a:pt x="6799339" y="2629481"/>
                  </a:lnTo>
                  <a:lnTo>
                    <a:pt x="6800154" y="2540563"/>
                  </a:lnTo>
                  <a:lnTo>
                    <a:pt x="6800969" y="2555302"/>
                  </a:lnTo>
                  <a:lnTo>
                    <a:pt x="6801783" y="2453737"/>
                  </a:lnTo>
                  <a:lnTo>
                    <a:pt x="6802598" y="2365062"/>
                  </a:lnTo>
                  <a:lnTo>
                    <a:pt x="6803413" y="2405081"/>
                  </a:lnTo>
                  <a:lnTo>
                    <a:pt x="6804228" y="2579702"/>
                  </a:lnTo>
                  <a:lnTo>
                    <a:pt x="6805042" y="2689151"/>
                  </a:lnTo>
                  <a:lnTo>
                    <a:pt x="6805857" y="2663102"/>
                  </a:lnTo>
                  <a:lnTo>
                    <a:pt x="6806672" y="2766729"/>
                  </a:lnTo>
                  <a:lnTo>
                    <a:pt x="6807487" y="2929298"/>
                  </a:lnTo>
                  <a:lnTo>
                    <a:pt x="6808302" y="2972994"/>
                  </a:lnTo>
                  <a:lnTo>
                    <a:pt x="6809116" y="2833810"/>
                  </a:lnTo>
                  <a:lnTo>
                    <a:pt x="6809931" y="2775661"/>
                  </a:lnTo>
                  <a:lnTo>
                    <a:pt x="6810746" y="2837794"/>
                  </a:lnTo>
                  <a:lnTo>
                    <a:pt x="6811561" y="2834829"/>
                  </a:lnTo>
                  <a:lnTo>
                    <a:pt x="6812376" y="2735269"/>
                  </a:lnTo>
                  <a:lnTo>
                    <a:pt x="6813190" y="2602944"/>
                  </a:lnTo>
                  <a:lnTo>
                    <a:pt x="6814005" y="2547046"/>
                  </a:lnTo>
                  <a:lnTo>
                    <a:pt x="6814820" y="2519117"/>
                  </a:lnTo>
                  <a:lnTo>
                    <a:pt x="6815635" y="2500775"/>
                  </a:lnTo>
                  <a:lnTo>
                    <a:pt x="6816449" y="2485122"/>
                  </a:lnTo>
                  <a:lnTo>
                    <a:pt x="6817264" y="2522407"/>
                  </a:lnTo>
                  <a:lnTo>
                    <a:pt x="6818079" y="2691778"/>
                  </a:lnTo>
                  <a:lnTo>
                    <a:pt x="6818894" y="2872309"/>
                  </a:lnTo>
                  <a:lnTo>
                    <a:pt x="6819709" y="2953554"/>
                  </a:lnTo>
                  <a:lnTo>
                    <a:pt x="6820523" y="2981450"/>
                  </a:lnTo>
                  <a:lnTo>
                    <a:pt x="6821338" y="3026192"/>
                  </a:lnTo>
                  <a:lnTo>
                    <a:pt x="6822153" y="3058242"/>
                  </a:lnTo>
                  <a:lnTo>
                    <a:pt x="6822968" y="3058242"/>
                  </a:lnTo>
                  <a:lnTo>
                    <a:pt x="6823782" y="3058242"/>
                  </a:lnTo>
                  <a:lnTo>
                    <a:pt x="6824597" y="3058242"/>
                  </a:lnTo>
                  <a:lnTo>
                    <a:pt x="6825412" y="3058242"/>
                  </a:lnTo>
                  <a:lnTo>
                    <a:pt x="6826227" y="3031304"/>
                  </a:lnTo>
                  <a:lnTo>
                    <a:pt x="6827042" y="2980906"/>
                  </a:lnTo>
                  <a:lnTo>
                    <a:pt x="6827856" y="2938178"/>
                  </a:lnTo>
                  <a:lnTo>
                    <a:pt x="6828671" y="2869934"/>
                  </a:lnTo>
                  <a:lnTo>
                    <a:pt x="6829486" y="2812676"/>
                  </a:lnTo>
                  <a:lnTo>
                    <a:pt x="6830301" y="2768638"/>
                  </a:lnTo>
                  <a:lnTo>
                    <a:pt x="6831115" y="2782779"/>
                  </a:lnTo>
                  <a:lnTo>
                    <a:pt x="6831930" y="2772800"/>
                  </a:lnTo>
                  <a:lnTo>
                    <a:pt x="6832745" y="2797291"/>
                  </a:lnTo>
                  <a:lnTo>
                    <a:pt x="6833560" y="2841565"/>
                  </a:lnTo>
                  <a:lnTo>
                    <a:pt x="6834375" y="2838445"/>
                  </a:lnTo>
                  <a:lnTo>
                    <a:pt x="6835189" y="2854012"/>
                  </a:lnTo>
                  <a:lnTo>
                    <a:pt x="6836004" y="2812794"/>
                  </a:lnTo>
                  <a:lnTo>
                    <a:pt x="6836819" y="2854678"/>
                  </a:lnTo>
                  <a:lnTo>
                    <a:pt x="6837634" y="2838654"/>
                  </a:lnTo>
                  <a:lnTo>
                    <a:pt x="6838448" y="2756764"/>
                  </a:lnTo>
                  <a:lnTo>
                    <a:pt x="6839263" y="2714636"/>
                  </a:lnTo>
                  <a:lnTo>
                    <a:pt x="6840078" y="2635923"/>
                  </a:lnTo>
                  <a:lnTo>
                    <a:pt x="6840893" y="2591681"/>
                  </a:lnTo>
                  <a:lnTo>
                    <a:pt x="6841708" y="2452363"/>
                  </a:lnTo>
                  <a:lnTo>
                    <a:pt x="6842522" y="2277535"/>
                  </a:lnTo>
                  <a:lnTo>
                    <a:pt x="6843337" y="2223816"/>
                  </a:lnTo>
                  <a:lnTo>
                    <a:pt x="6844152" y="2284396"/>
                  </a:lnTo>
                  <a:lnTo>
                    <a:pt x="6844967" y="2391578"/>
                  </a:lnTo>
                  <a:lnTo>
                    <a:pt x="6845781" y="2470712"/>
                  </a:lnTo>
                  <a:lnTo>
                    <a:pt x="6846596" y="2567325"/>
                  </a:lnTo>
                  <a:lnTo>
                    <a:pt x="6847411" y="2630662"/>
                  </a:lnTo>
                  <a:lnTo>
                    <a:pt x="6848226" y="2624451"/>
                  </a:lnTo>
                  <a:lnTo>
                    <a:pt x="6849041" y="2502775"/>
                  </a:lnTo>
                  <a:lnTo>
                    <a:pt x="6849855" y="2338798"/>
                  </a:lnTo>
                  <a:lnTo>
                    <a:pt x="6850670" y="2209225"/>
                  </a:lnTo>
                  <a:lnTo>
                    <a:pt x="6851485" y="2101731"/>
                  </a:lnTo>
                  <a:lnTo>
                    <a:pt x="6852300" y="2151968"/>
                  </a:lnTo>
                  <a:lnTo>
                    <a:pt x="6853115" y="2250518"/>
                  </a:lnTo>
                  <a:lnTo>
                    <a:pt x="6853929" y="2280604"/>
                  </a:lnTo>
                  <a:lnTo>
                    <a:pt x="6854744" y="2396104"/>
                  </a:lnTo>
                  <a:lnTo>
                    <a:pt x="6855559" y="2448893"/>
                  </a:lnTo>
                  <a:lnTo>
                    <a:pt x="6856374" y="2540709"/>
                  </a:lnTo>
                  <a:lnTo>
                    <a:pt x="6857188" y="2635878"/>
                  </a:lnTo>
                  <a:lnTo>
                    <a:pt x="6858003" y="2716195"/>
                  </a:lnTo>
                  <a:lnTo>
                    <a:pt x="6858818" y="2830031"/>
                  </a:lnTo>
                  <a:lnTo>
                    <a:pt x="6859633" y="2831464"/>
                  </a:lnTo>
                  <a:lnTo>
                    <a:pt x="6860448" y="2873532"/>
                  </a:lnTo>
                  <a:lnTo>
                    <a:pt x="6861262" y="2930305"/>
                  </a:lnTo>
                  <a:lnTo>
                    <a:pt x="6862077" y="2921710"/>
                  </a:lnTo>
                  <a:lnTo>
                    <a:pt x="6862892" y="2831694"/>
                  </a:lnTo>
                  <a:lnTo>
                    <a:pt x="6863707" y="2739803"/>
                  </a:lnTo>
                  <a:lnTo>
                    <a:pt x="6864521" y="2683092"/>
                  </a:lnTo>
                  <a:lnTo>
                    <a:pt x="6865336" y="2676620"/>
                  </a:lnTo>
                  <a:lnTo>
                    <a:pt x="6866151" y="2711219"/>
                  </a:lnTo>
                  <a:lnTo>
                    <a:pt x="6866966" y="2760190"/>
                  </a:lnTo>
                  <a:lnTo>
                    <a:pt x="6867781" y="2887792"/>
                  </a:lnTo>
                  <a:lnTo>
                    <a:pt x="6868595" y="3000071"/>
                  </a:lnTo>
                  <a:lnTo>
                    <a:pt x="6869410" y="3043448"/>
                  </a:lnTo>
                  <a:lnTo>
                    <a:pt x="6870225" y="3088718"/>
                  </a:lnTo>
                  <a:lnTo>
                    <a:pt x="6871040" y="3090990"/>
                  </a:lnTo>
                  <a:lnTo>
                    <a:pt x="6871854" y="3086855"/>
                  </a:lnTo>
                  <a:lnTo>
                    <a:pt x="6872669" y="3041482"/>
                  </a:lnTo>
                  <a:lnTo>
                    <a:pt x="6873484" y="3005316"/>
                  </a:lnTo>
                  <a:lnTo>
                    <a:pt x="6874299" y="3019728"/>
                  </a:lnTo>
                  <a:lnTo>
                    <a:pt x="6875114" y="2990207"/>
                  </a:lnTo>
                  <a:lnTo>
                    <a:pt x="6875928" y="2871390"/>
                  </a:lnTo>
                  <a:lnTo>
                    <a:pt x="6876743" y="2747967"/>
                  </a:lnTo>
                  <a:lnTo>
                    <a:pt x="6877558" y="2691240"/>
                  </a:lnTo>
                  <a:lnTo>
                    <a:pt x="6878373" y="2667119"/>
                  </a:lnTo>
                  <a:lnTo>
                    <a:pt x="6879187" y="2663226"/>
                  </a:lnTo>
                  <a:lnTo>
                    <a:pt x="6880002" y="2682276"/>
                  </a:lnTo>
                  <a:lnTo>
                    <a:pt x="6880817" y="2796112"/>
                  </a:lnTo>
                  <a:lnTo>
                    <a:pt x="6881632" y="2883642"/>
                  </a:lnTo>
                  <a:lnTo>
                    <a:pt x="6882447" y="2938793"/>
                  </a:lnTo>
                  <a:lnTo>
                    <a:pt x="6883261" y="3019105"/>
                  </a:lnTo>
                  <a:lnTo>
                    <a:pt x="6884076" y="3040326"/>
                  </a:lnTo>
                  <a:lnTo>
                    <a:pt x="6884891" y="2972573"/>
                  </a:lnTo>
                  <a:lnTo>
                    <a:pt x="6885706" y="2909054"/>
                  </a:lnTo>
                  <a:lnTo>
                    <a:pt x="6886520" y="2932543"/>
                  </a:lnTo>
                  <a:lnTo>
                    <a:pt x="6887335" y="2928825"/>
                  </a:lnTo>
                  <a:lnTo>
                    <a:pt x="6888150" y="2846728"/>
                  </a:lnTo>
                  <a:lnTo>
                    <a:pt x="6888965" y="2732252"/>
                  </a:lnTo>
                  <a:lnTo>
                    <a:pt x="6889780" y="2750819"/>
                  </a:lnTo>
                  <a:lnTo>
                    <a:pt x="6890594" y="2763115"/>
                  </a:lnTo>
                  <a:lnTo>
                    <a:pt x="6891409" y="2720627"/>
                  </a:lnTo>
                  <a:lnTo>
                    <a:pt x="6892224" y="2720627"/>
                  </a:lnTo>
                  <a:lnTo>
                    <a:pt x="6893039" y="2729907"/>
                  </a:lnTo>
                  <a:lnTo>
                    <a:pt x="6893854" y="2727510"/>
                  </a:lnTo>
                  <a:lnTo>
                    <a:pt x="6894668" y="2631696"/>
                  </a:lnTo>
                  <a:lnTo>
                    <a:pt x="6895483" y="2522908"/>
                  </a:lnTo>
                  <a:lnTo>
                    <a:pt x="6896298" y="2418214"/>
                  </a:lnTo>
                  <a:lnTo>
                    <a:pt x="6897113" y="2365471"/>
                  </a:lnTo>
                  <a:lnTo>
                    <a:pt x="6897927" y="2417551"/>
                  </a:lnTo>
                  <a:lnTo>
                    <a:pt x="6898742" y="2563065"/>
                  </a:lnTo>
                  <a:lnTo>
                    <a:pt x="6899557" y="2733582"/>
                  </a:lnTo>
                  <a:lnTo>
                    <a:pt x="6900372" y="2881805"/>
                  </a:lnTo>
                  <a:lnTo>
                    <a:pt x="6901187" y="2986086"/>
                  </a:lnTo>
                  <a:lnTo>
                    <a:pt x="6902001" y="2997120"/>
                  </a:lnTo>
                  <a:lnTo>
                    <a:pt x="6902816" y="2926288"/>
                  </a:lnTo>
                  <a:lnTo>
                    <a:pt x="6903631" y="2744292"/>
                  </a:lnTo>
                  <a:lnTo>
                    <a:pt x="6904446" y="2589283"/>
                  </a:lnTo>
                  <a:lnTo>
                    <a:pt x="6905260" y="2537865"/>
                  </a:lnTo>
                  <a:lnTo>
                    <a:pt x="6906075" y="2558563"/>
                  </a:lnTo>
                  <a:lnTo>
                    <a:pt x="6906890" y="2581470"/>
                  </a:lnTo>
                  <a:lnTo>
                    <a:pt x="6907705" y="2604845"/>
                  </a:lnTo>
                  <a:lnTo>
                    <a:pt x="6908520" y="2817292"/>
                  </a:lnTo>
                  <a:lnTo>
                    <a:pt x="6909334" y="3020973"/>
                  </a:lnTo>
                  <a:lnTo>
                    <a:pt x="6910149" y="3020856"/>
                  </a:lnTo>
                  <a:lnTo>
                    <a:pt x="6910964" y="2929855"/>
                  </a:lnTo>
                  <a:lnTo>
                    <a:pt x="6911779" y="2936027"/>
                  </a:lnTo>
                  <a:lnTo>
                    <a:pt x="6912593" y="2977578"/>
                  </a:lnTo>
                  <a:lnTo>
                    <a:pt x="6913408" y="2935262"/>
                  </a:lnTo>
                  <a:lnTo>
                    <a:pt x="6914223" y="2886590"/>
                  </a:lnTo>
                  <a:lnTo>
                    <a:pt x="6915038" y="2938126"/>
                  </a:lnTo>
                  <a:lnTo>
                    <a:pt x="6915853" y="3027841"/>
                  </a:lnTo>
                  <a:lnTo>
                    <a:pt x="6916667" y="3040472"/>
                  </a:lnTo>
                  <a:lnTo>
                    <a:pt x="6917482" y="3062399"/>
                  </a:lnTo>
                  <a:lnTo>
                    <a:pt x="6918297" y="3116972"/>
                  </a:lnTo>
                  <a:lnTo>
                    <a:pt x="6918297" y="3116972"/>
                  </a:lnTo>
                  <a:lnTo>
                    <a:pt x="6919112" y="3116972"/>
                  </a:lnTo>
                  <a:lnTo>
                    <a:pt x="6919926" y="3116972"/>
                  </a:lnTo>
                  <a:lnTo>
                    <a:pt x="6920741" y="3052222"/>
                  </a:lnTo>
                  <a:lnTo>
                    <a:pt x="6921556" y="2902054"/>
                  </a:lnTo>
                  <a:lnTo>
                    <a:pt x="6922371" y="2703748"/>
                  </a:lnTo>
                  <a:lnTo>
                    <a:pt x="6923186" y="2518969"/>
                  </a:lnTo>
                  <a:lnTo>
                    <a:pt x="6924000" y="2452710"/>
                  </a:lnTo>
                  <a:lnTo>
                    <a:pt x="6924815" y="2434091"/>
                  </a:lnTo>
                  <a:lnTo>
                    <a:pt x="6925630" y="2348549"/>
                  </a:lnTo>
                  <a:lnTo>
                    <a:pt x="6926445" y="2396801"/>
                  </a:lnTo>
                  <a:lnTo>
                    <a:pt x="6927259" y="2542524"/>
                  </a:lnTo>
                  <a:lnTo>
                    <a:pt x="6928074" y="2664895"/>
                  </a:lnTo>
                  <a:lnTo>
                    <a:pt x="6928889" y="2654561"/>
                  </a:lnTo>
                  <a:lnTo>
                    <a:pt x="6929704" y="2615175"/>
                  </a:lnTo>
                  <a:lnTo>
                    <a:pt x="6930519" y="2791878"/>
                  </a:lnTo>
                  <a:lnTo>
                    <a:pt x="6931333" y="2829518"/>
                  </a:lnTo>
                  <a:lnTo>
                    <a:pt x="6932148" y="2776595"/>
                  </a:lnTo>
                  <a:lnTo>
                    <a:pt x="6932963" y="2783730"/>
                  </a:lnTo>
                  <a:lnTo>
                    <a:pt x="6933778" y="2815139"/>
                  </a:lnTo>
                  <a:lnTo>
                    <a:pt x="6934593" y="2868997"/>
                  </a:lnTo>
                  <a:lnTo>
                    <a:pt x="6935407" y="2725703"/>
                  </a:lnTo>
                  <a:lnTo>
                    <a:pt x="6936222" y="2600741"/>
                  </a:lnTo>
                  <a:lnTo>
                    <a:pt x="6937037" y="2544496"/>
                  </a:lnTo>
                  <a:lnTo>
                    <a:pt x="6937852" y="2446867"/>
                  </a:lnTo>
                  <a:lnTo>
                    <a:pt x="6938666" y="2350342"/>
                  </a:lnTo>
                  <a:lnTo>
                    <a:pt x="6939481" y="2283191"/>
                  </a:lnTo>
                  <a:lnTo>
                    <a:pt x="6940296" y="2315649"/>
                  </a:lnTo>
                  <a:lnTo>
                    <a:pt x="6941111" y="2352661"/>
                  </a:lnTo>
                  <a:lnTo>
                    <a:pt x="6941926" y="2315043"/>
                  </a:lnTo>
                  <a:lnTo>
                    <a:pt x="6942740" y="2233849"/>
                  </a:lnTo>
                  <a:lnTo>
                    <a:pt x="6943555" y="2210382"/>
                  </a:lnTo>
                  <a:lnTo>
                    <a:pt x="6944370" y="2228711"/>
                  </a:lnTo>
                  <a:lnTo>
                    <a:pt x="6945185" y="2295511"/>
                  </a:lnTo>
                  <a:lnTo>
                    <a:pt x="6945999" y="2447736"/>
                  </a:lnTo>
                  <a:lnTo>
                    <a:pt x="6946814" y="2631085"/>
                  </a:lnTo>
                  <a:lnTo>
                    <a:pt x="6947629" y="2804130"/>
                  </a:lnTo>
                  <a:lnTo>
                    <a:pt x="6948444" y="2948718"/>
                  </a:lnTo>
                  <a:lnTo>
                    <a:pt x="6949259" y="3038981"/>
                  </a:lnTo>
                  <a:lnTo>
                    <a:pt x="6950073" y="3058242"/>
                  </a:lnTo>
                  <a:lnTo>
                    <a:pt x="6950888" y="2991857"/>
                  </a:lnTo>
                  <a:lnTo>
                    <a:pt x="6951703" y="2829124"/>
                  </a:lnTo>
                  <a:lnTo>
                    <a:pt x="6952518" y="2659075"/>
                  </a:lnTo>
                  <a:lnTo>
                    <a:pt x="6953332" y="2559390"/>
                  </a:lnTo>
                  <a:lnTo>
                    <a:pt x="6954147" y="2443652"/>
                  </a:lnTo>
                  <a:lnTo>
                    <a:pt x="6954962" y="2340189"/>
                  </a:lnTo>
                  <a:lnTo>
                    <a:pt x="6955777" y="2264772"/>
                  </a:lnTo>
                  <a:lnTo>
                    <a:pt x="6956592" y="2275555"/>
                  </a:lnTo>
                  <a:lnTo>
                    <a:pt x="6957406" y="2347443"/>
                  </a:lnTo>
                  <a:lnTo>
                    <a:pt x="6958221" y="2399353"/>
                  </a:lnTo>
                  <a:lnTo>
                    <a:pt x="6959036" y="2515091"/>
                  </a:lnTo>
                  <a:lnTo>
                    <a:pt x="6959851" y="2618556"/>
                  </a:lnTo>
                  <a:lnTo>
                    <a:pt x="6960665" y="2760357"/>
                  </a:lnTo>
                  <a:lnTo>
                    <a:pt x="6961480" y="2912307"/>
                  </a:lnTo>
                  <a:lnTo>
                    <a:pt x="6962295" y="2949570"/>
                  </a:lnTo>
                  <a:lnTo>
                    <a:pt x="6963110" y="2832614"/>
                  </a:lnTo>
                  <a:lnTo>
                    <a:pt x="6963925" y="2665502"/>
                  </a:lnTo>
                  <a:lnTo>
                    <a:pt x="6964739" y="2552430"/>
                  </a:lnTo>
                  <a:lnTo>
                    <a:pt x="6965554" y="2429069"/>
                  </a:lnTo>
                  <a:lnTo>
                    <a:pt x="6966369" y="2331066"/>
                  </a:lnTo>
                  <a:lnTo>
                    <a:pt x="6967184" y="2221156"/>
                  </a:lnTo>
                  <a:lnTo>
                    <a:pt x="6967998" y="2222885"/>
                  </a:lnTo>
                  <a:lnTo>
                    <a:pt x="6968813" y="2319914"/>
                  </a:lnTo>
                  <a:lnTo>
                    <a:pt x="6969628" y="2360081"/>
                  </a:lnTo>
                  <a:lnTo>
                    <a:pt x="6970443" y="2352783"/>
                  </a:lnTo>
                  <a:lnTo>
                    <a:pt x="6971258" y="2210616"/>
                  </a:lnTo>
                  <a:lnTo>
                    <a:pt x="6972072" y="2170965"/>
                  </a:lnTo>
                  <a:lnTo>
                    <a:pt x="6972887" y="2215288"/>
                  </a:lnTo>
                  <a:lnTo>
                    <a:pt x="6973702" y="2107058"/>
                  </a:lnTo>
                  <a:lnTo>
                    <a:pt x="6974517" y="1983961"/>
                  </a:lnTo>
                  <a:lnTo>
                    <a:pt x="6975332" y="1885018"/>
                  </a:lnTo>
                  <a:lnTo>
                    <a:pt x="6976146" y="1843198"/>
                  </a:lnTo>
                  <a:lnTo>
                    <a:pt x="6976961" y="1771868"/>
                  </a:lnTo>
                  <a:lnTo>
                    <a:pt x="6977776" y="1671143"/>
                  </a:lnTo>
                  <a:lnTo>
                    <a:pt x="6978591" y="1677562"/>
                  </a:lnTo>
                  <a:lnTo>
                    <a:pt x="6979405" y="1740549"/>
                  </a:lnTo>
                  <a:lnTo>
                    <a:pt x="6980220" y="1850384"/>
                  </a:lnTo>
                  <a:lnTo>
                    <a:pt x="6981035" y="1966594"/>
                  </a:lnTo>
                  <a:lnTo>
                    <a:pt x="6981850" y="2029547"/>
                  </a:lnTo>
                  <a:lnTo>
                    <a:pt x="6982665" y="2132107"/>
                  </a:lnTo>
                  <a:lnTo>
                    <a:pt x="6983479" y="2244976"/>
                  </a:lnTo>
                  <a:lnTo>
                    <a:pt x="6984294" y="2371821"/>
                  </a:lnTo>
                  <a:lnTo>
                    <a:pt x="6985109" y="2494592"/>
                  </a:lnTo>
                  <a:lnTo>
                    <a:pt x="6985924" y="2645592"/>
                  </a:lnTo>
                  <a:lnTo>
                    <a:pt x="6986738" y="2688389"/>
                  </a:lnTo>
                  <a:lnTo>
                    <a:pt x="6987553" y="2588484"/>
                  </a:lnTo>
                  <a:lnTo>
                    <a:pt x="6988368" y="2382827"/>
                  </a:lnTo>
                  <a:lnTo>
                    <a:pt x="6989183" y="2127856"/>
                  </a:lnTo>
                  <a:lnTo>
                    <a:pt x="6989998" y="1891666"/>
                  </a:lnTo>
                  <a:lnTo>
                    <a:pt x="6990812" y="1720814"/>
                  </a:lnTo>
                  <a:lnTo>
                    <a:pt x="6991627" y="1752068"/>
                  </a:lnTo>
                  <a:lnTo>
                    <a:pt x="6992442" y="1837905"/>
                  </a:lnTo>
                  <a:lnTo>
                    <a:pt x="6993257" y="1963712"/>
                  </a:lnTo>
                  <a:lnTo>
                    <a:pt x="6994071" y="2068243"/>
                  </a:lnTo>
                  <a:lnTo>
                    <a:pt x="6994886" y="2088048"/>
                  </a:lnTo>
                  <a:lnTo>
                    <a:pt x="6995701" y="2151043"/>
                  </a:lnTo>
                  <a:lnTo>
                    <a:pt x="6996516" y="2236697"/>
                  </a:lnTo>
                  <a:lnTo>
                    <a:pt x="6997331" y="2292844"/>
                  </a:lnTo>
                  <a:lnTo>
                    <a:pt x="6998145" y="2263223"/>
                  </a:lnTo>
                  <a:lnTo>
                    <a:pt x="6998960" y="2179488"/>
                  </a:lnTo>
                  <a:lnTo>
                    <a:pt x="6999775" y="2239234"/>
                  </a:lnTo>
                  <a:lnTo>
                    <a:pt x="7000590" y="2131691"/>
                  </a:lnTo>
                  <a:lnTo>
                    <a:pt x="7001404" y="1824077"/>
                  </a:lnTo>
                  <a:lnTo>
                    <a:pt x="7002219" y="1516438"/>
                  </a:lnTo>
                  <a:lnTo>
                    <a:pt x="7003034" y="1360578"/>
                  </a:lnTo>
                  <a:lnTo>
                    <a:pt x="7003849" y="1361057"/>
                  </a:lnTo>
                  <a:lnTo>
                    <a:pt x="7004664" y="1256488"/>
                  </a:lnTo>
                  <a:lnTo>
                    <a:pt x="7005478" y="1152982"/>
                  </a:lnTo>
                  <a:lnTo>
                    <a:pt x="7006293" y="1166589"/>
                  </a:lnTo>
                  <a:lnTo>
                    <a:pt x="7007108" y="1219553"/>
                  </a:lnTo>
                  <a:lnTo>
                    <a:pt x="7007923" y="1258192"/>
                  </a:lnTo>
                  <a:lnTo>
                    <a:pt x="7008737" y="1318012"/>
                  </a:lnTo>
                  <a:lnTo>
                    <a:pt x="7009552" y="1386341"/>
                  </a:lnTo>
                  <a:lnTo>
                    <a:pt x="7010367" y="1482917"/>
                  </a:lnTo>
                  <a:lnTo>
                    <a:pt x="7011182" y="1489949"/>
                  </a:lnTo>
                  <a:lnTo>
                    <a:pt x="7011997" y="1490829"/>
                  </a:lnTo>
                  <a:lnTo>
                    <a:pt x="7012811" y="1639291"/>
                  </a:lnTo>
                  <a:lnTo>
                    <a:pt x="7013626" y="1695392"/>
                  </a:lnTo>
                  <a:lnTo>
                    <a:pt x="7014441" y="1651095"/>
                  </a:lnTo>
                  <a:lnTo>
                    <a:pt x="7015256" y="1681090"/>
                  </a:lnTo>
                  <a:lnTo>
                    <a:pt x="7016071" y="1892059"/>
                  </a:lnTo>
                  <a:lnTo>
                    <a:pt x="7016885" y="1983719"/>
                  </a:lnTo>
                  <a:lnTo>
                    <a:pt x="7017700" y="1847196"/>
                  </a:lnTo>
                  <a:lnTo>
                    <a:pt x="7018515" y="1821016"/>
                  </a:lnTo>
                  <a:lnTo>
                    <a:pt x="7019330" y="1960940"/>
                  </a:lnTo>
                  <a:lnTo>
                    <a:pt x="7020144" y="2077893"/>
                  </a:lnTo>
                  <a:lnTo>
                    <a:pt x="7020959" y="2020217"/>
                  </a:lnTo>
                  <a:lnTo>
                    <a:pt x="7021774" y="2059765"/>
                  </a:lnTo>
                  <a:lnTo>
                    <a:pt x="7022589" y="2152327"/>
                  </a:lnTo>
                  <a:lnTo>
                    <a:pt x="7023404" y="2156395"/>
                  </a:lnTo>
                  <a:lnTo>
                    <a:pt x="7024218" y="2126465"/>
                  </a:lnTo>
                  <a:lnTo>
                    <a:pt x="7025033" y="2093070"/>
                  </a:lnTo>
                  <a:lnTo>
                    <a:pt x="7025848" y="2098449"/>
                  </a:lnTo>
                  <a:lnTo>
                    <a:pt x="7026663" y="2152155"/>
                  </a:lnTo>
                  <a:lnTo>
                    <a:pt x="7027477" y="2235466"/>
                  </a:lnTo>
                  <a:lnTo>
                    <a:pt x="7028292" y="2242546"/>
                  </a:lnTo>
                  <a:lnTo>
                    <a:pt x="7029107" y="2263864"/>
                  </a:lnTo>
                  <a:lnTo>
                    <a:pt x="7029922" y="2323385"/>
                  </a:lnTo>
                  <a:lnTo>
                    <a:pt x="7030737" y="2483159"/>
                  </a:lnTo>
                  <a:lnTo>
                    <a:pt x="7031551" y="2629407"/>
                  </a:lnTo>
                  <a:lnTo>
                    <a:pt x="7032366" y="2705573"/>
                  </a:lnTo>
                  <a:lnTo>
                    <a:pt x="7033181" y="2720154"/>
                  </a:lnTo>
                  <a:lnTo>
                    <a:pt x="7033996" y="2633105"/>
                  </a:lnTo>
                  <a:lnTo>
                    <a:pt x="7034810" y="2605766"/>
                  </a:lnTo>
                  <a:lnTo>
                    <a:pt x="7035625" y="2553452"/>
                  </a:lnTo>
                  <a:lnTo>
                    <a:pt x="7036440" y="2349309"/>
                  </a:lnTo>
                  <a:lnTo>
                    <a:pt x="7037255" y="2143335"/>
                  </a:lnTo>
                  <a:lnTo>
                    <a:pt x="7038070" y="2051525"/>
                  </a:lnTo>
                  <a:lnTo>
                    <a:pt x="7038884" y="2055555"/>
                  </a:lnTo>
                  <a:lnTo>
                    <a:pt x="7039699" y="1936414"/>
                  </a:lnTo>
                  <a:lnTo>
                    <a:pt x="7040514" y="1831899"/>
                  </a:lnTo>
                  <a:lnTo>
                    <a:pt x="7041329" y="1903307"/>
                  </a:lnTo>
                  <a:lnTo>
                    <a:pt x="7042143" y="1982740"/>
                  </a:lnTo>
                  <a:lnTo>
                    <a:pt x="7042958" y="1917589"/>
                  </a:lnTo>
                  <a:lnTo>
                    <a:pt x="7043773" y="1798654"/>
                  </a:lnTo>
                  <a:lnTo>
                    <a:pt x="7044588" y="1771697"/>
                  </a:lnTo>
                  <a:lnTo>
                    <a:pt x="7045403" y="1672472"/>
                  </a:lnTo>
                  <a:lnTo>
                    <a:pt x="7046217" y="1618200"/>
                  </a:lnTo>
                  <a:lnTo>
                    <a:pt x="7047032" y="1660835"/>
                  </a:lnTo>
                  <a:lnTo>
                    <a:pt x="7047847" y="1825437"/>
                  </a:lnTo>
                  <a:lnTo>
                    <a:pt x="7048662" y="1989285"/>
                  </a:lnTo>
                  <a:lnTo>
                    <a:pt x="7049476" y="2001971"/>
                  </a:lnTo>
                  <a:lnTo>
                    <a:pt x="7050291" y="2083475"/>
                  </a:lnTo>
                  <a:lnTo>
                    <a:pt x="7051106" y="2183467"/>
                  </a:lnTo>
                  <a:lnTo>
                    <a:pt x="7051921" y="2155115"/>
                  </a:lnTo>
                  <a:lnTo>
                    <a:pt x="7052736" y="1990430"/>
                  </a:lnTo>
                  <a:lnTo>
                    <a:pt x="7053550" y="1952948"/>
                  </a:lnTo>
                  <a:lnTo>
                    <a:pt x="7054365" y="2114881"/>
                  </a:lnTo>
                  <a:lnTo>
                    <a:pt x="7055180" y="2184141"/>
                  </a:lnTo>
                  <a:lnTo>
                    <a:pt x="7055995" y="2073106"/>
                  </a:lnTo>
                  <a:lnTo>
                    <a:pt x="7056810" y="2030675"/>
                  </a:lnTo>
                  <a:lnTo>
                    <a:pt x="7057624" y="2233332"/>
                  </a:lnTo>
                  <a:lnTo>
                    <a:pt x="7058439" y="2387709"/>
                  </a:lnTo>
                  <a:lnTo>
                    <a:pt x="7059254" y="2398900"/>
                  </a:lnTo>
                  <a:lnTo>
                    <a:pt x="7060069" y="2429222"/>
                  </a:lnTo>
                  <a:lnTo>
                    <a:pt x="7060883" y="2430532"/>
                  </a:lnTo>
                  <a:lnTo>
                    <a:pt x="7061698" y="2486970"/>
                  </a:lnTo>
                  <a:lnTo>
                    <a:pt x="7062513" y="2442089"/>
                  </a:lnTo>
                  <a:lnTo>
                    <a:pt x="7063328" y="2274627"/>
                  </a:lnTo>
                  <a:lnTo>
                    <a:pt x="7064143" y="2176801"/>
                  </a:lnTo>
                  <a:lnTo>
                    <a:pt x="7064957" y="2131259"/>
                  </a:lnTo>
                  <a:lnTo>
                    <a:pt x="7065772" y="2093308"/>
                  </a:lnTo>
                  <a:lnTo>
                    <a:pt x="7066587" y="1988074"/>
                  </a:lnTo>
                  <a:lnTo>
                    <a:pt x="7067402" y="1834907"/>
                  </a:lnTo>
                  <a:lnTo>
                    <a:pt x="7068216" y="1891058"/>
                  </a:lnTo>
                  <a:lnTo>
                    <a:pt x="7069031" y="1924622"/>
                  </a:lnTo>
                  <a:lnTo>
                    <a:pt x="7069846" y="1934300"/>
                  </a:lnTo>
                  <a:lnTo>
                    <a:pt x="7070661" y="2087871"/>
                  </a:lnTo>
                  <a:lnTo>
                    <a:pt x="7071476" y="2285520"/>
                  </a:lnTo>
                  <a:lnTo>
                    <a:pt x="7072290" y="2481866"/>
                  </a:lnTo>
                  <a:lnTo>
                    <a:pt x="7073105" y="2515041"/>
                  </a:lnTo>
                  <a:lnTo>
                    <a:pt x="7073920" y="2559815"/>
                  </a:lnTo>
                  <a:lnTo>
                    <a:pt x="7074735" y="2605899"/>
                  </a:lnTo>
                  <a:lnTo>
                    <a:pt x="7075549" y="2583726"/>
                  </a:lnTo>
                  <a:lnTo>
                    <a:pt x="7076364" y="2563225"/>
                  </a:lnTo>
                  <a:lnTo>
                    <a:pt x="7077179" y="2652471"/>
                  </a:lnTo>
                  <a:lnTo>
                    <a:pt x="7077994" y="2762724"/>
                  </a:lnTo>
                  <a:lnTo>
                    <a:pt x="7078809" y="2754942"/>
                  </a:lnTo>
                  <a:lnTo>
                    <a:pt x="7079623" y="2642862"/>
                  </a:lnTo>
                  <a:lnTo>
                    <a:pt x="7080438" y="2525472"/>
                  </a:lnTo>
                  <a:lnTo>
                    <a:pt x="7081253" y="2451929"/>
                  </a:lnTo>
                  <a:lnTo>
                    <a:pt x="7082068" y="2365337"/>
                  </a:lnTo>
                  <a:lnTo>
                    <a:pt x="7082882" y="2297195"/>
                  </a:lnTo>
                  <a:lnTo>
                    <a:pt x="7083697" y="2283736"/>
                  </a:lnTo>
                  <a:lnTo>
                    <a:pt x="7084512" y="2395875"/>
                  </a:lnTo>
                  <a:lnTo>
                    <a:pt x="7085327" y="2487502"/>
                  </a:lnTo>
                  <a:lnTo>
                    <a:pt x="7086142" y="2495872"/>
                  </a:lnTo>
                  <a:lnTo>
                    <a:pt x="7086956" y="2436075"/>
                  </a:lnTo>
                  <a:lnTo>
                    <a:pt x="7087771" y="2367663"/>
                  </a:lnTo>
                  <a:lnTo>
                    <a:pt x="7088586" y="2360600"/>
                  </a:lnTo>
                  <a:lnTo>
                    <a:pt x="7089401" y="2406335"/>
                  </a:lnTo>
                  <a:lnTo>
                    <a:pt x="7090216" y="2438162"/>
                  </a:lnTo>
                  <a:lnTo>
                    <a:pt x="7091030" y="2429889"/>
                  </a:lnTo>
                  <a:lnTo>
                    <a:pt x="7091845" y="2425678"/>
                  </a:lnTo>
                  <a:lnTo>
                    <a:pt x="7092660" y="2409231"/>
                  </a:lnTo>
                  <a:lnTo>
                    <a:pt x="7093475" y="2437042"/>
                  </a:lnTo>
                  <a:lnTo>
                    <a:pt x="7094289" y="2387901"/>
                  </a:lnTo>
                  <a:lnTo>
                    <a:pt x="7095104" y="2351988"/>
                  </a:lnTo>
                  <a:lnTo>
                    <a:pt x="7095919" y="2412617"/>
                  </a:lnTo>
                  <a:lnTo>
                    <a:pt x="7096734" y="2545832"/>
                  </a:lnTo>
                  <a:lnTo>
                    <a:pt x="7097549" y="2690795"/>
                  </a:lnTo>
                  <a:lnTo>
                    <a:pt x="7098363" y="2762444"/>
                  </a:lnTo>
                  <a:lnTo>
                    <a:pt x="7099178" y="2835849"/>
                  </a:lnTo>
                  <a:lnTo>
                    <a:pt x="7099993" y="2819399"/>
                  </a:lnTo>
                  <a:lnTo>
                    <a:pt x="7100808" y="2637323"/>
                  </a:lnTo>
                  <a:lnTo>
                    <a:pt x="7101622" y="2412029"/>
                  </a:lnTo>
                  <a:lnTo>
                    <a:pt x="7102437" y="2276197"/>
                  </a:lnTo>
                  <a:lnTo>
                    <a:pt x="7103252" y="2265971"/>
                  </a:lnTo>
                  <a:lnTo>
                    <a:pt x="7104067" y="2288318"/>
                  </a:lnTo>
                  <a:lnTo>
                    <a:pt x="7104882" y="2370611"/>
                  </a:lnTo>
                  <a:lnTo>
                    <a:pt x="7105696" y="2398156"/>
                  </a:lnTo>
                  <a:lnTo>
                    <a:pt x="7106511" y="2334534"/>
                  </a:lnTo>
                  <a:lnTo>
                    <a:pt x="7107326" y="2279787"/>
                  </a:lnTo>
                  <a:lnTo>
                    <a:pt x="7108141" y="2178278"/>
                  </a:lnTo>
                  <a:lnTo>
                    <a:pt x="7108955" y="2134109"/>
                  </a:lnTo>
                  <a:lnTo>
                    <a:pt x="7109770" y="2106162"/>
                  </a:lnTo>
                  <a:lnTo>
                    <a:pt x="7110585" y="2193826"/>
                  </a:lnTo>
                  <a:lnTo>
                    <a:pt x="7111400" y="2428820"/>
                  </a:lnTo>
                  <a:lnTo>
                    <a:pt x="7112215" y="2619398"/>
                  </a:lnTo>
                  <a:lnTo>
                    <a:pt x="7113029" y="2731132"/>
                  </a:lnTo>
                  <a:lnTo>
                    <a:pt x="7113844" y="2775301"/>
                  </a:lnTo>
                  <a:lnTo>
                    <a:pt x="7114659" y="2831905"/>
                  </a:lnTo>
                  <a:lnTo>
                    <a:pt x="7115474" y="2909562"/>
                  </a:lnTo>
                  <a:lnTo>
                    <a:pt x="7116288" y="2851985"/>
                  </a:lnTo>
                  <a:lnTo>
                    <a:pt x="7117103" y="2656680"/>
                  </a:lnTo>
                  <a:lnTo>
                    <a:pt x="7117918" y="2491379"/>
                  </a:lnTo>
                  <a:lnTo>
                    <a:pt x="7118733" y="2332347"/>
                  </a:lnTo>
                  <a:lnTo>
                    <a:pt x="7119548" y="2263465"/>
                  </a:lnTo>
                  <a:lnTo>
                    <a:pt x="7120362" y="2220296"/>
                  </a:lnTo>
                  <a:lnTo>
                    <a:pt x="7121177" y="2192041"/>
                  </a:lnTo>
                  <a:lnTo>
                    <a:pt x="7121992" y="2319008"/>
                  </a:lnTo>
                  <a:lnTo>
                    <a:pt x="7122807" y="2388094"/>
                  </a:lnTo>
                  <a:lnTo>
                    <a:pt x="7123621" y="2375470"/>
                  </a:lnTo>
                  <a:lnTo>
                    <a:pt x="7124436" y="2357710"/>
                  </a:lnTo>
                  <a:lnTo>
                    <a:pt x="7125251" y="2287558"/>
                  </a:lnTo>
                  <a:lnTo>
                    <a:pt x="7126066" y="2221754"/>
                  </a:lnTo>
                  <a:lnTo>
                    <a:pt x="7126881" y="2191951"/>
                  </a:lnTo>
                  <a:lnTo>
                    <a:pt x="7127695" y="2261185"/>
                  </a:lnTo>
                  <a:lnTo>
                    <a:pt x="7128510" y="2367981"/>
                  </a:lnTo>
                  <a:lnTo>
                    <a:pt x="7129325" y="2386363"/>
                  </a:lnTo>
                  <a:lnTo>
                    <a:pt x="7130140" y="2428701"/>
                  </a:lnTo>
                  <a:lnTo>
                    <a:pt x="7130955" y="2583199"/>
                  </a:lnTo>
                  <a:lnTo>
                    <a:pt x="7131769" y="2703409"/>
                  </a:lnTo>
                  <a:lnTo>
                    <a:pt x="7132584" y="2756319"/>
                  </a:lnTo>
                  <a:lnTo>
                    <a:pt x="7133399" y="2790959"/>
                  </a:lnTo>
                  <a:lnTo>
                    <a:pt x="7134214" y="2856427"/>
                  </a:lnTo>
                  <a:lnTo>
                    <a:pt x="7135028" y="2936272"/>
                  </a:lnTo>
                  <a:lnTo>
                    <a:pt x="7135843" y="2882237"/>
                  </a:lnTo>
                  <a:lnTo>
                    <a:pt x="7136658" y="2692471"/>
                  </a:lnTo>
                  <a:lnTo>
                    <a:pt x="7137473" y="2512173"/>
                  </a:lnTo>
                  <a:lnTo>
                    <a:pt x="7138288" y="2408559"/>
                  </a:lnTo>
                  <a:lnTo>
                    <a:pt x="7139102" y="2374237"/>
                  </a:lnTo>
                  <a:lnTo>
                    <a:pt x="7139917" y="2404897"/>
                  </a:lnTo>
                  <a:lnTo>
                    <a:pt x="7140732" y="2518619"/>
                  </a:lnTo>
                  <a:lnTo>
                    <a:pt x="7141547" y="2686317"/>
                  </a:lnTo>
                  <a:lnTo>
                    <a:pt x="7142361" y="2840685"/>
                  </a:lnTo>
                  <a:lnTo>
                    <a:pt x="7143176" y="2958166"/>
                  </a:lnTo>
                  <a:lnTo>
                    <a:pt x="7143991" y="2953507"/>
                  </a:lnTo>
                  <a:lnTo>
                    <a:pt x="7144806" y="2888319"/>
                  </a:lnTo>
                  <a:lnTo>
                    <a:pt x="7145621" y="2855151"/>
                  </a:lnTo>
                  <a:lnTo>
                    <a:pt x="7146435" y="2763901"/>
                  </a:lnTo>
                  <a:lnTo>
                    <a:pt x="7147250" y="2658212"/>
                  </a:lnTo>
                  <a:lnTo>
                    <a:pt x="7148065" y="2578465"/>
                  </a:lnTo>
                  <a:lnTo>
                    <a:pt x="7148880" y="2547413"/>
                  </a:lnTo>
                  <a:lnTo>
                    <a:pt x="7149694" y="2496204"/>
                  </a:lnTo>
                  <a:lnTo>
                    <a:pt x="7150509" y="2431577"/>
                  </a:lnTo>
                  <a:lnTo>
                    <a:pt x="7151324" y="2392809"/>
                  </a:lnTo>
                  <a:lnTo>
                    <a:pt x="7152139" y="2354741"/>
                  </a:lnTo>
                  <a:lnTo>
                    <a:pt x="7152954" y="2380998"/>
                  </a:lnTo>
                  <a:lnTo>
                    <a:pt x="7153768" y="2487714"/>
                  </a:lnTo>
                  <a:lnTo>
                    <a:pt x="7154583" y="2561901"/>
                  </a:lnTo>
                  <a:lnTo>
                    <a:pt x="7155398" y="2463716"/>
                  </a:lnTo>
                  <a:lnTo>
                    <a:pt x="7156213" y="2343858"/>
                  </a:lnTo>
                  <a:lnTo>
                    <a:pt x="7157027" y="2313915"/>
                  </a:lnTo>
                  <a:lnTo>
                    <a:pt x="7157842" y="2264130"/>
                  </a:lnTo>
                  <a:lnTo>
                    <a:pt x="7158657" y="2133541"/>
                  </a:lnTo>
                  <a:lnTo>
                    <a:pt x="7159472" y="2012990"/>
                  </a:lnTo>
                  <a:lnTo>
                    <a:pt x="7160287" y="2027938"/>
                  </a:lnTo>
                  <a:lnTo>
                    <a:pt x="7161101" y="2072679"/>
                  </a:lnTo>
                  <a:lnTo>
                    <a:pt x="7161916" y="2073700"/>
                  </a:lnTo>
                  <a:lnTo>
                    <a:pt x="7162731" y="2050241"/>
                  </a:lnTo>
                  <a:lnTo>
                    <a:pt x="7163546" y="2002013"/>
                  </a:lnTo>
                  <a:lnTo>
                    <a:pt x="7164360" y="1970070"/>
                  </a:lnTo>
                  <a:lnTo>
                    <a:pt x="7165175" y="2046431"/>
                  </a:lnTo>
                  <a:lnTo>
                    <a:pt x="7165990" y="2166132"/>
                  </a:lnTo>
                  <a:lnTo>
                    <a:pt x="7166805" y="2246670"/>
                  </a:lnTo>
                  <a:lnTo>
                    <a:pt x="7167620" y="2335275"/>
                  </a:lnTo>
                  <a:lnTo>
                    <a:pt x="7168434" y="2418303"/>
                  </a:lnTo>
                  <a:lnTo>
                    <a:pt x="7169249" y="2485297"/>
                  </a:lnTo>
                  <a:lnTo>
                    <a:pt x="7170064" y="2498962"/>
                  </a:lnTo>
                  <a:lnTo>
                    <a:pt x="7170879" y="2471378"/>
                  </a:lnTo>
                  <a:lnTo>
                    <a:pt x="7171694" y="2467728"/>
                  </a:lnTo>
                  <a:lnTo>
                    <a:pt x="7172508" y="2415285"/>
                  </a:lnTo>
                  <a:lnTo>
                    <a:pt x="7173323" y="2364134"/>
                  </a:lnTo>
                  <a:lnTo>
                    <a:pt x="7174138" y="2367011"/>
                  </a:lnTo>
                  <a:lnTo>
                    <a:pt x="7174953" y="2374025"/>
                  </a:lnTo>
                  <a:lnTo>
                    <a:pt x="7175767" y="2430686"/>
                  </a:lnTo>
                  <a:lnTo>
                    <a:pt x="7176582" y="2466362"/>
                  </a:lnTo>
                  <a:lnTo>
                    <a:pt x="7177397" y="2447674"/>
                  </a:lnTo>
                  <a:lnTo>
                    <a:pt x="7178212" y="2490774"/>
                  </a:lnTo>
                  <a:lnTo>
                    <a:pt x="7179027" y="2490685"/>
                  </a:lnTo>
                  <a:lnTo>
                    <a:pt x="7179841" y="2428962"/>
                  </a:lnTo>
                  <a:lnTo>
                    <a:pt x="7180656" y="2416091"/>
                  </a:lnTo>
                  <a:lnTo>
                    <a:pt x="7181471" y="2468487"/>
                  </a:lnTo>
                  <a:lnTo>
                    <a:pt x="7182286" y="2569448"/>
                  </a:lnTo>
                  <a:lnTo>
                    <a:pt x="7183100" y="2624963"/>
                  </a:lnTo>
                  <a:lnTo>
                    <a:pt x="7183915" y="2733524"/>
                  </a:lnTo>
                  <a:lnTo>
                    <a:pt x="7184730" y="2840472"/>
                  </a:lnTo>
                  <a:lnTo>
                    <a:pt x="7185545" y="2806125"/>
                  </a:lnTo>
                  <a:lnTo>
                    <a:pt x="7186360" y="2689849"/>
                  </a:lnTo>
                  <a:lnTo>
                    <a:pt x="7187174" y="2658067"/>
                  </a:lnTo>
                  <a:lnTo>
                    <a:pt x="7187989" y="2676246"/>
                  </a:lnTo>
                  <a:lnTo>
                    <a:pt x="7188804" y="2675860"/>
                  </a:lnTo>
                  <a:lnTo>
                    <a:pt x="7189619" y="2755834"/>
                  </a:lnTo>
                  <a:lnTo>
                    <a:pt x="7190433" y="2859411"/>
                  </a:lnTo>
                  <a:lnTo>
                    <a:pt x="7191248" y="2974618"/>
                  </a:lnTo>
                  <a:lnTo>
                    <a:pt x="7192063" y="2976806"/>
                  </a:lnTo>
                  <a:lnTo>
                    <a:pt x="7192878" y="2978943"/>
                  </a:lnTo>
                  <a:lnTo>
                    <a:pt x="7193693" y="2973896"/>
                  </a:lnTo>
                  <a:lnTo>
                    <a:pt x="7194507" y="2882877"/>
                  </a:lnTo>
                  <a:lnTo>
                    <a:pt x="7195322" y="2819074"/>
                  </a:lnTo>
                  <a:lnTo>
                    <a:pt x="7196137" y="2839972"/>
                  </a:lnTo>
                  <a:lnTo>
                    <a:pt x="7196952" y="2909407"/>
                  </a:lnTo>
                  <a:lnTo>
                    <a:pt x="7197766" y="2939574"/>
                  </a:lnTo>
                  <a:lnTo>
                    <a:pt x="7198581" y="2970574"/>
                  </a:lnTo>
                  <a:lnTo>
                    <a:pt x="7199396" y="2954577"/>
                  </a:lnTo>
                  <a:lnTo>
                    <a:pt x="7200211" y="2935053"/>
                  </a:lnTo>
                  <a:lnTo>
                    <a:pt x="7201026" y="2900002"/>
                  </a:lnTo>
                  <a:lnTo>
                    <a:pt x="7201840" y="2884810"/>
                  </a:lnTo>
                  <a:lnTo>
                    <a:pt x="7202655" y="2834703"/>
                  </a:lnTo>
                  <a:lnTo>
                    <a:pt x="7203470" y="2795002"/>
                  </a:lnTo>
                  <a:lnTo>
                    <a:pt x="7204285" y="2860815"/>
                  </a:lnTo>
                  <a:lnTo>
                    <a:pt x="7205099" y="2935831"/>
                  </a:lnTo>
                  <a:lnTo>
                    <a:pt x="7205914" y="2913616"/>
                  </a:lnTo>
                  <a:lnTo>
                    <a:pt x="7206729" y="2870697"/>
                  </a:lnTo>
                  <a:lnTo>
                    <a:pt x="7207544" y="2844250"/>
                  </a:lnTo>
                  <a:lnTo>
                    <a:pt x="7208359" y="2803068"/>
                  </a:lnTo>
                  <a:lnTo>
                    <a:pt x="7209173" y="2767997"/>
                  </a:lnTo>
                  <a:lnTo>
                    <a:pt x="7209988" y="2731012"/>
                  </a:lnTo>
                  <a:lnTo>
                    <a:pt x="7210803" y="2709694"/>
                  </a:lnTo>
                  <a:lnTo>
                    <a:pt x="7211618" y="2687551"/>
                  </a:lnTo>
                  <a:lnTo>
                    <a:pt x="7212433" y="2768909"/>
                  </a:lnTo>
                  <a:lnTo>
                    <a:pt x="7213247" y="2882556"/>
                  </a:lnTo>
                  <a:lnTo>
                    <a:pt x="7214062" y="2918301"/>
                  </a:lnTo>
                  <a:lnTo>
                    <a:pt x="7214877" y="2956411"/>
                  </a:lnTo>
                  <a:lnTo>
                    <a:pt x="7215692" y="2971066"/>
                  </a:lnTo>
                  <a:lnTo>
                    <a:pt x="7216506" y="2936087"/>
                  </a:lnTo>
                  <a:lnTo>
                    <a:pt x="7217321" y="2829662"/>
                  </a:lnTo>
                  <a:lnTo>
                    <a:pt x="7218136" y="2720578"/>
                  </a:lnTo>
                  <a:lnTo>
                    <a:pt x="7218951" y="2689172"/>
                  </a:lnTo>
                  <a:lnTo>
                    <a:pt x="7219766" y="2703114"/>
                  </a:lnTo>
                  <a:lnTo>
                    <a:pt x="7220580" y="2591962"/>
                  </a:lnTo>
                  <a:lnTo>
                    <a:pt x="7221395" y="2455031"/>
                  </a:lnTo>
                  <a:lnTo>
                    <a:pt x="7222210" y="2304427"/>
                  </a:lnTo>
                  <a:lnTo>
                    <a:pt x="7223025" y="2206882"/>
                  </a:lnTo>
                  <a:lnTo>
                    <a:pt x="7223839" y="2078352"/>
                  </a:lnTo>
                  <a:lnTo>
                    <a:pt x="7224654" y="1980901"/>
                  </a:lnTo>
                  <a:lnTo>
                    <a:pt x="7225469" y="2027503"/>
                  </a:lnTo>
                  <a:lnTo>
                    <a:pt x="7226284" y="2138854"/>
                  </a:lnTo>
                  <a:lnTo>
                    <a:pt x="7227099" y="2241507"/>
                  </a:lnTo>
                  <a:lnTo>
                    <a:pt x="7227913" y="2323420"/>
                  </a:lnTo>
                  <a:lnTo>
                    <a:pt x="7228728" y="2397522"/>
                  </a:lnTo>
                  <a:lnTo>
                    <a:pt x="7229543" y="2437025"/>
                  </a:lnTo>
                  <a:lnTo>
                    <a:pt x="7230358" y="2509381"/>
                  </a:lnTo>
                  <a:lnTo>
                    <a:pt x="7231172" y="2592098"/>
                  </a:lnTo>
                  <a:lnTo>
                    <a:pt x="7231987" y="2664383"/>
                  </a:lnTo>
                  <a:lnTo>
                    <a:pt x="7232802" y="2659383"/>
                  </a:lnTo>
                  <a:lnTo>
                    <a:pt x="7233617" y="2701549"/>
                  </a:lnTo>
                  <a:lnTo>
                    <a:pt x="7234432" y="2700325"/>
                  </a:lnTo>
                  <a:lnTo>
                    <a:pt x="7235246" y="2715081"/>
                  </a:lnTo>
                  <a:lnTo>
                    <a:pt x="7236061" y="2757984"/>
                  </a:lnTo>
                  <a:lnTo>
                    <a:pt x="7236876" y="2818237"/>
                  </a:lnTo>
                  <a:lnTo>
                    <a:pt x="7237691" y="2781912"/>
                  </a:lnTo>
                  <a:lnTo>
                    <a:pt x="7238505" y="2723687"/>
                  </a:lnTo>
                  <a:lnTo>
                    <a:pt x="7239320" y="2731167"/>
                  </a:lnTo>
                  <a:lnTo>
                    <a:pt x="7240135" y="2720189"/>
                  </a:lnTo>
                  <a:lnTo>
                    <a:pt x="7240950" y="2725688"/>
                  </a:lnTo>
                  <a:lnTo>
                    <a:pt x="7241765" y="2778623"/>
                  </a:lnTo>
                  <a:lnTo>
                    <a:pt x="7242579" y="2874020"/>
                  </a:lnTo>
                  <a:lnTo>
                    <a:pt x="7243394" y="2858713"/>
                  </a:lnTo>
                  <a:lnTo>
                    <a:pt x="7244209" y="2873934"/>
                  </a:lnTo>
                  <a:lnTo>
                    <a:pt x="7245024" y="2757958"/>
                  </a:lnTo>
                  <a:lnTo>
                    <a:pt x="7245838" y="2567081"/>
                  </a:lnTo>
                  <a:lnTo>
                    <a:pt x="7246653" y="2436574"/>
                  </a:lnTo>
                  <a:lnTo>
                    <a:pt x="7247468" y="2457023"/>
                  </a:lnTo>
                  <a:lnTo>
                    <a:pt x="7248283" y="2573549"/>
                  </a:lnTo>
                  <a:lnTo>
                    <a:pt x="7249098" y="2603265"/>
                  </a:lnTo>
                  <a:lnTo>
                    <a:pt x="7249912" y="2759472"/>
                  </a:lnTo>
                  <a:lnTo>
                    <a:pt x="7250727" y="2944851"/>
                  </a:lnTo>
                  <a:lnTo>
                    <a:pt x="7251542" y="3039465"/>
                  </a:lnTo>
                  <a:lnTo>
                    <a:pt x="7252357" y="3050091"/>
                  </a:lnTo>
                  <a:lnTo>
                    <a:pt x="7253172" y="3002278"/>
                  </a:lnTo>
                  <a:lnTo>
                    <a:pt x="7253986" y="2927749"/>
                  </a:lnTo>
                  <a:lnTo>
                    <a:pt x="7254801" y="2878173"/>
                  </a:lnTo>
                  <a:lnTo>
                    <a:pt x="7255616" y="2878174"/>
                  </a:lnTo>
                  <a:lnTo>
                    <a:pt x="7256431" y="2878174"/>
                  </a:lnTo>
                  <a:lnTo>
                    <a:pt x="7257245" y="2913570"/>
                  </a:lnTo>
                  <a:lnTo>
                    <a:pt x="7258060" y="2946975"/>
                  </a:lnTo>
                  <a:lnTo>
                    <a:pt x="7258875" y="2943957"/>
                  </a:lnTo>
                  <a:lnTo>
                    <a:pt x="7259690" y="2910675"/>
                  </a:lnTo>
                  <a:lnTo>
                    <a:pt x="7260505" y="2908995"/>
                  </a:lnTo>
                  <a:lnTo>
                    <a:pt x="7261319" y="2908996"/>
                  </a:lnTo>
                  <a:lnTo>
                    <a:pt x="7262134" y="2854473"/>
                  </a:lnTo>
                  <a:lnTo>
                    <a:pt x="7262949" y="2853358"/>
                  </a:lnTo>
                  <a:lnTo>
                    <a:pt x="7263764" y="2930838"/>
                  </a:lnTo>
                  <a:lnTo>
                    <a:pt x="7264578" y="2944439"/>
                  </a:lnTo>
                  <a:lnTo>
                    <a:pt x="7265393" y="2889650"/>
                  </a:lnTo>
                  <a:lnTo>
                    <a:pt x="7266208" y="2869522"/>
                  </a:lnTo>
                  <a:lnTo>
                    <a:pt x="7267023" y="2896800"/>
                  </a:lnTo>
                  <a:lnTo>
                    <a:pt x="7267838" y="2903071"/>
                  </a:lnTo>
                  <a:lnTo>
                    <a:pt x="7268652" y="2848694"/>
                  </a:lnTo>
                  <a:lnTo>
                    <a:pt x="7269467" y="2777917"/>
                  </a:lnTo>
                  <a:lnTo>
                    <a:pt x="7270282" y="2706084"/>
                  </a:lnTo>
                  <a:lnTo>
                    <a:pt x="7271097" y="2623869"/>
                  </a:lnTo>
                  <a:lnTo>
                    <a:pt x="7271911" y="2603718"/>
                  </a:lnTo>
                  <a:lnTo>
                    <a:pt x="7272726" y="2578617"/>
                  </a:lnTo>
                  <a:lnTo>
                    <a:pt x="7273541" y="2584820"/>
                  </a:lnTo>
                  <a:lnTo>
                    <a:pt x="7274356" y="2595213"/>
                  </a:lnTo>
                  <a:lnTo>
                    <a:pt x="7275171" y="2635702"/>
                  </a:lnTo>
                  <a:lnTo>
                    <a:pt x="7275985" y="2736950"/>
                  </a:lnTo>
                  <a:lnTo>
                    <a:pt x="7276800" y="2784639"/>
                  </a:lnTo>
                  <a:lnTo>
                    <a:pt x="7277615" y="2839261"/>
                  </a:lnTo>
                  <a:lnTo>
                    <a:pt x="7278430" y="2844468"/>
                  </a:lnTo>
                  <a:lnTo>
                    <a:pt x="7279244" y="2936817"/>
                  </a:lnTo>
                  <a:lnTo>
                    <a:pt x="7280059" y="3020708"/>
                  </a:lnTo>
                  <a:lnTo>
                    <a:pt x="7280874" y="3021804"/>
                  </a:lnTo>
                  <a:lnTo>
                    <a:pt x="7281689" y="2994267"/>
                  </a:lnTo>
                  <a:lnTo>
                    <a:pt x="7282504" y="2973997"/>
                  </a:lnTo>
                  <a:lnTo>
                    <a:pt x="7283318" y="3017028"/>
                  </a:lnTo>
                  <a:lnTo>
                    <a:pt x="7284133" y="3054319"/>
                  </a:lnTo>
                  <a:lnTo>
                    <a:pt x="7284948" y="3017003"/>
                  </a:lnTo>
                  <a:lnTo>
                    <a:pt x="7285763" y="2916814"/>
                  </a:lnTo>
                  <a:lnTo>
                    <a:pt x="7286577" y="2834320"/>
                  </a:lnTo>
                  <a:lnTo>
                    <a:pt x="7287392" y="2708810"/>
                  </a:lnTo>
                  <a:lnTo>
                    <a:pt x="7288207" y="2646935"/>
                  </a:lnTo>
                  <a:lnTo>
                    <a:pt x="7289022" y="2595265"/>
                  </a:lnTo>
                  <a:lnTo>
                    <a:pt x="7289837" y="2517097"/>
                  </a:lnTo>
                  <a:lnTo>
                    <a:pt x="7290651" y="2506550"/>
                  </a:lnTo>
                  <a:lnTo>
                    <a:pt x="7291466" y="2553406"/>
                  </a:lnTo>
                  <a:lnTo>
                    <a:pt x="7292281" y="2706239"/>
                  </a:lnTo>
                  <a:lnTo>
                    <a:pt x="7293096" y="2744320"/>
                  </a:lnTo>
                  <a:lnTo>
                    <a:pt x="7293911" y="2795989"/>
                  </a:lnTo>
                  <a:lnTo>
                    <a:pt x="7294725" y="2915396"/>
                  </a:lnTo>
                  <a:lnTo>
                    <a:pt x="7295540" y="3024615"/>
                  </a:lnTo>
                  <a:lnTo>
                    <a:pt x="7296355" y="2978116"/>
                  </a:lnTo>
                  <a:lnTo>
                    <a:pt x="7297170" y="2778723"/>
                  </a:lnTo>
                  <a:lnTo>
                    <a:pt x="7297984" y="2628691"/>
                  </a:lnTo>
                  <a:lnTo>
                    <a:pt x="7298799" y="2527551"/>
                  </a:lnTo>
                  <a:lnTo>
                    <a:pt x="7299614" y="2397236"/>
                  </a:lnTo>
                  <a:lnTo>
                    <a:pt x="7300429" y="2297765"/>
                  </a:lnTo>
                  <a:lnTo>
                    <a:pt x="7301244" y="2360003"/>
                  </a:lnTo>
                  <a:lnTo>
                    <a:pt x="7302058" y="2499980"/>
                  </a:lnTo>
                  <a:lnTo>
                    <a:pt x="7302873" y="2640978"/>
                  </a:lnTo>
                  <a:lnTo>
                    <a:pt x="7303688" y="2645612"/>
                  </a:lnTo>
                  <a:lnTo>
                    <a:pt x="7304503" y="2662226"/>
                  </a:lnTo>
                  <a:lnTo>
                    <a:pt x="7305317" y="2659290"/>
                  </a:lnTo>
                  <a:lnTo>
                    <a:pt x="7306132" y="2577977"/>
                  </a:lnTo>
                  <a:lnTo>
                    <a:pt x="7306947" y="2501346"/>
                  </a:lnTo>
                  <a:lnTo>
                    <a:pt x="7307762" y="2474281"/>
                  </a:lnTo>
                  <a:lnTo>
                    <a:pt x="7308577" y="2513245"/>
                  </a:lnTo>
                  <a:lnTo>
                    <a:pt x="7309391" y="2566818"/>
                  </a:lnTo>
                  <a:lnTo>
                    <a:pt x="7310206" y="2655485"/>
                  </a:lnTo>
                  <a:lnTo>
                    <a:pt x="7311021" y="2762299"/>
                  </a:lnTo>
                  <a:lnTo>
                    <a:pt x="7311836" y="2902197"/>
                  </a:lnTo>
                  <a:lnTo>
                    <a:pt x="7312650" y="2935169"/>
                  </a:lnTo>
                  <a:lnTo>
                    <a:pt x="7313465" y="2914306"/>
                  </a:lnTo>
                  <a:lnTo>
                    <a:pt x="7314280" y="2930201"/>
                  </a:lnTo>
                  <a:lnTo>
                    <a:pt x="7315095" y="2945460"/>
                  </a:lnTo>
                  <a:lnTo>
                    <a:pt x="7315910" y="2938505"/>
                  </a:lnTo>
                  <a:lnTo>
                    <a:pt x="7316724" y="2872431"/>
                  </a:lnTo>
                  <a:lnTo>
                    <a:pt x="7317539" y="2794782"/>
                  </a:lnTo>
                  <a:lnTo>
                    <a:pt x="7318354" y="2769979"/>
                  </a:lnTo>
                  <a:lnTo>
                    <a:pt x="7319169" y="2764162"/>
                  </a:lnTo>
                  <a:lnTo>
                    <a:pt x="7319983" y="2729646"/>
                  </a:lnTo>
                  <a:lnTo>
                    <a:pt x="7320798" y="2690455"/>
                  </a:lnTo>
                  <a:lnTo>
                    <a:pt x="7321613" y="2735245"/>
                  </a:lnTo>
                  <a:lnTo>
                    <a:pt x="7322428" y="2842663"/>
                  </a:lnTo>
                  <a:lnTo>
                    <a:pt x="7323243" y="2872702"/>
                  </a:lnTo>
                  <a:lnTo>
                    <a:pt x="7324057" y="2804115"/>
                  </a:lnTo>
                  <a:lnTo>
                    <a:pt x="7324872" y="2737846"/>
                  </a:lnTo>
                  <a:lnTo>
                    <a:pt x="7325687" y="2727757"/>
                  </a:lnTo>
                  <a:lnTo>
                    <a:pt x="7326502" y="2669463"/>
                  </a:lnTo>
                  <a:lnTo>
                    <a:pt x="7327316" y="2559591"/>
                  </a:lnTo>
                  <a:lnTo>
                    <a:pt x="7328131" y="2479926"/>
                  </a:lnTo>
                  <a:lnTo>
                    <a:pt x="7328946" y="2446146"/>
                  </a:lnTo>
                  <a:lnTo>
                    <a:pt x="7329761" y="2415146"/>
                  </a:lnTo>
                  <a:lnTo>
                    <a:pt x="7330576" y="2391295"/>
                  </a:lnTo>
                  <a:lnTo>
                    <a:pt x="7331390" y="2333305"/>
                  </a:lnTo>
                  <a:lnTo>
                    <a:pt x="7332205" y="2320636"/>
                  </a:lnTo>
                  <a:lnTo>
                    <a:pt x="7333020" y="2360758"/>
                  </a:lnTo>
                  <a:lnTo>
                    <a:pt x="7333835" y="2367742"/>
                  </a:lnTo>
                  <a:lnTo>
                    <a:pt x="7334650" y="2430206"/>
                  </a:lnTo>
                  <a:lnTo>
                    <a:pt x="7335464" y="2449202"/>
                  </a:lnTo>
                  <a:lnTo>
                    <a:pt x="7336279" y="2395890"/>
                  </a:lnTo>
                  <a:lnTo>
                    <a:pt x="7337094" y="2373200"/>
                  </a:lnTo>
                  <a:lnTo>
                    <a:pt x="7337909" y="2448488"/>
                  </a:lnTo>
                  <a:lnTo>
                    <a:pt x="7338723" y="2593920"/>
                  </a:lnTo>
                  <a:lnTo>
                    <a:pt x="7339538" y="2642473"/>
                  </a:lnTo>
                  <a:lnTo>
                    <a:pt x="7340353" y="2642961"/>
                  </a:lnTo>
                  <a:lnTo>
                    <a:pt x="7341168" y="2784641"/>
                  </a:lnTo>
                  <a:lnTo>
                    <a:pt x="7341983" y="2927031"/>
                  </a:lnTo>
                  <a:lnTo>
                    <a:pt x="7342797" y="2973533"/>
                  </a:lnTo>
                  <a:lnTo>
                    <a:pt x="7343612" y="3009427"/>
                  </a:lnTo>
                  <a:lnTo>
                    <a:pt x="7344427" y="3046448"/>
                  </a:lnTo>
                  <a:lnTo>
                    <a:pt x="7345242" y="3101452"/>
                  </a:lnTo>
                  <a:lnTo>
                    <a:pt x="7346056" y="3033620"/>
                  </a:lnTo>
                  <a:lnTo>
                    <a:pt x="7346871" y="2895024"/>
                  </a:lnTo>
                  <a:lnTo>
                    <a:pt x="7347686" y="2764246"/>
                  </a:lnTo>
                  <a:lnTo>
                    <a:pt x="7348501" y="2610766"/>
                  </a:lnTo>
                  <a:lnTo>
                    <a:pt x="7349316" y="2436880"/>
                  </a:lnTo>
                  <a:lnTo>
                    <a:pt x="7350130" y="2301557"/>
                  </a:lnTo>
                  <a:lnTo>
                    <a:pt x="7350945" y="2234518"/>
                  </a:lnTo>
                  <a:lnTo>
                    <a:pt x="7351760" y="2282626"/>
                  </a:lnTo>
                  <a:lnTo>
                    <a:pt x="7352575" y="2402173"/>
                  </a:lnTo>
                  <a:lnTo>
                    <a:pt x="7353389" y="2501288"/>
                  </a:lnTo>
                  <a:lnTo>
                    <a:pt x="7354204" y="2566370"/>
                  </a:lnTo>
                  <a:lnTo>
                    <a:pt x="7355019" y="2626514"/>
                  </a:lnTo>
                  <a:lnTo>
                    <a:pt x="7355834" y="2747276"/>
                  </a:lnTo>
                  <a:lnTo>
                    <a:pt x="7356649" y="2750174"/>
                  </a:lnTo>
                  <a:lnTo>
                    <a:pt x="7357463" y="2688915"/>
                  </a:lnTo>
                  <a:lnTo>
                    <a:pt x="7358278" y="2671421"/>
                  </a:lnTo>
                  <a:lnTo>
                    <a:pt x="7359093" y="2682291"/>
                  </a:lnTo>
                  <a:lnTo>
                    <a:pt x="7359908" y="2665685"/>
                  </a:lnTo>
                  <a:lnTo>
                    <a:pt x="7360722" y="2648049"/>
                  </a:lnTo>
                  <a:lnTo>
                    <a:pt x="7361537" y="2735638"/>
                  </a:lnTo>
                  <a:lnTo>
                    <a:pt x="7362352" y="2762885"/>
                  </a:lnTo>
                  <a:lnTo>
                    <a:pt x="7363167" y="2744208"/>
                  </a:lnTo>
                  <a:lnTo>
                    <a:pt x="7363982" y="2803778"/>
                  </a:lnTo>
                  <a:lnTo>
                    <a:pt x="7364796" y="2848690"/>
                  </a:lnTo>
                  <a:lnTo>
                    <a:pt x="7365611" y="2871544"/>
                  </a:lnTo>
                  <a:lnTo>
                    <a:pt x="7366426" y="2861559"/>
                  </a:lnTo>
                  <a:lnTo>
                    <a:pt x="7367241" y="2827476"/>
                  </a:lnTo>
                  <a:lnTo>
                    <a:pt x="7368055" y="2688458"/>
                  </a:lnTo>
                  <a:lnTo>
                    <a:pt x="7368870" y="2478721"/>
                  </a:lnTo>
                  <a:lnTo>
                    <a:pt x="7369685" y="2404844"/>
                  </a:lnTo>
                  <a:lnTo>
                    <a:pt x="7370500" y="2356448"/>
                  </a:lnTo>
                  <a:lnTo>
                    <a:pt x="7371315" y="2292702"/>
                  </a:lnTo>
                  <a:lnTo>
                    <a:pt x="7372129" y="2271145"/>
                  </a:lnTo>
                  <a:lnTo>
                    <a:pt x="7372944" y="2365356"/>
                  </a:lnTo>
                  <a:lnTo>
                    <a:pt x="7373759" y="2462434"/>
                  </a:lnTo>
                  <a:lnTo>
                    <a:pt x="7374574" y="2501849"/>
                  </a:lnTo>
                  <a:lnTo>
                    <a:pt x="7375389" y="2582481"/>
                  </a:lnTo>
                  <a:lnTo>
                    <a:pt x="7376203" y="2685120"/>
                  </a:lnTo>
                  <a:lnTo>
                    <a:pt x="7377018" y="2811072"/>
                  </a:lnTo>
                  <a:lnTo>
                    <a:pt x="7377833" y="2919705"/>
                  </a:lnTo>
                  <a:lnTo>
                    <a:pt x="7378648" y="3054470"/>
                  </a:lnTo>
                  <a:lnTo>
                    <a:pt x="7379462" y="3116972"/>
                  </a:lnTo>
                  <a:lnTo>
                    <a:pt x="7379462" y="3116972"/>
                  </a:lnTo>
                  <a:lnTo>
                    <a:pt x="7380277" y="3116972"/>
                  </a:lnTo>
                  <a:lnTo>
                    <a:pt x="7381092" y="3072735"/>
                  </a:lnTo>
                  <a:lnTo>
                    <a:pt x="7381907" y="2916772"/>
                  </a:lnTo>
                  <a:lnTo>
                    <a:pt x="7382722" y="2765850"/>
                  </a:lnTo>
                  <a:lnTo>
                    <a:pt x="7383536" y="2640554"/>
                  </a:lnTo>
                  <a:lnTo>
                    <a:pt x="7384351" y="2507676"/>
                  </a:lnTo>
                  <a:lnTo>
                    <a:pt x="7385166" y="2343148"/>
                  </a:lnTo>
                  <a:lnTo>
                    <a:pt x="7385981" y="2169495"/>
                  </a:lnTo>
                  <a:lnTo>
                    <a:pt x="7386795" y="2203390"/>
                  </a:lnTo>
                  <a:lnTo>
                    <a:pt x="7387610" y="2345127"/>
                  </a:lnTo>
                  <a:lnTo>
                    <a:pt x="7388425" y="2461239"/>
                  </a:lnTo>
                  <a:lnTo>
                    <a:pt x="7389240" y="2511703"/>
                  </a:lnTo>
                  <a:lnTo>
                    <a:pt x="7390055" y="2537340"/>
                  </a:lnTo>
                  <a:lnTo>
                    <a:pt x="7390869" y="2656990"/>
                  </a:lnTo>
                  <a:lnTo>
                    <a:pt x="7391684" y="2723739"/>
                  </a:lnTo>
                  <a:lnTo>
                    <a:pt x="7392499" y="2696272"/>
                  </a:lnTo>
                  <a:lnTo>
                    <a:pt x="7393314" y="2643647"/>
                  </a:lnTo>
                  <a:lnTo>
                    <a:pt x="7394128" y="2550158"/>
                  </a:lnTo>
                  <a:lnTo>
                    <a:pt x="7394943" y="2432642"/>
                  </a:lnTo>
                  <a:lnTo>
                    <a:pt x="7395758" y="2397365"/>
                  </a:lnTo>
                  <a:lnTo>
                    <a:pt x="7396573" y="2342482"/>
                  </a:lnTo>
                  <a:lnTo>
                    <a:pt x="7397388" y="2318502"/>
                  </a:lnTo>
                  <a:lnTo>
                    <a:pt x="7398202" y="2369918"/>
                  </a:lnTo>
                  <a:lnTo>
                    <a:pt x="7399017" y="2443787"/>
                  </a:lnTo>
                  <a:lnTo>
                    <a:pt x="7399832" y="2610367"/>
                  </a:lnTo>
                  <a:lnTo>
                    <a:pt x="7400647" y="2640883"/>
                  </a:lnTo>
                  <a:lnTo>
                    <a:pt x="7401461" y="2545417"/>
                  </a:lnTo>
                  <a:lnTo>
                    <a:pt x="7402276" y="2393331"/>
                  </a:lnTo>
                  <a:lnTo>
                    <a:pt x="7403091" y="2313967"/>
                  </a:lnTo>
                  <a:lnTo>
                    <a:pt x="7403906" y="2315666"/>
                  </a:lnTo>
                  <a:lnTo>
                    <a:pt x="7404721" y="2212052"/>
                  </a:lnTo>
                  <a:lnTo>
                    <a:pt x="7405535" y="2062440"/>
                  </a:lnTo>
                  <a:lnTo>
                    <a:pt x="7406350" y="2000597"/>
                  </a:lnTo>
                  <a:lnTo>
                    <a:pt x="7407165" y="2045143"/>
                  </a:lnTo>
                  <a:lnTo>
                    <a:pt x="7407980" y="2059270"/>
                  </a:lnTo>
                  <a:lnTo>
                    <a:pt x="7408794" y="2039085"/>
                  </a:lnTo>
                  <a:lnTo>
                    <a:pt x="7409609" y="2055165"/>
                  </a:lnTo>
                  <a:lnTo>
                    <a:pt x="7410424" y="2049431"/>
                  </a:lnTo>
                  <a:lnTo>
                    <a:pt x="7411239" y="2123519"/>
                  </a:lnTo>
                  <a:lnTo>
                    <a:pt x="7412054" y="2164641"/>
                  </a:lnTo>
                  <a:lnTo>
                    <a:pt x="7412868" y="2185556"/>
                  </a:lnTo>
                  <a:lnTo>
                    <a:pt x="7413683" y="2245699"/>
                  </a:lnTo>
                  <a:lnTo>
                    <a:pt x="7414498" y="2396414"/>
                  </a:lnTo>
                  <a:lnTo>
                    <a:pt x="7415313" y="2630880"/>
                  </a:lnTo>
                  <a:lnTo>
                    <a:pt x="7416128" y="2750481"/>
                  </a:lnTo>
                  <a:lnTo>
                    <a:pt x="7416942" y="2829221"/>
                  </a:lnTo>
                  <a:lnTo>
                    <a:pt x="7417757" y="2872876"/>
                  </a:lnTo>
                  <a:lnTo>
                    <a:pt x="7418572" y="2854664"/>
                  </a:lnTo>
                  <a:lnTo>
                    <a:pt x="7419387" y="2768256"/>
                  </a:lnTo>
                  <a:lnTo>
                    <a:pt x="7420201" y="2710320"/>
                  </a:lnTo>
                  <a:lnTo>
                    <a:pt x="7421016" y="2642394"/>
                  </a:lnTo>
                  <a:lnTo>
                    <a:pt x="7421831" y="2638159"/>
                  </a:lnTo>
                  <a:lnTo>
                    <a:pt x="7422646" y="2633805"/>
                  </a:lnTo>
                  <a:lnTo>
                    <a:pt x="7423461" y="2667954"/>
                  </a:lnTo>
                  <a:lnTo>
                    <a:pt x="7424275" y="2747918"/>
                  </a:lnTo>
                  <a:lnTo>
                    <a:pt x="7425090" y="2812011"/>
                  </a:lnTo>
                  <a:lnTo>
                    <a:pt x="7425905" y="2882035"/>
                  </a:lnTo>
                  <a:lnTo>
                    <a:pt x="7426720" y="2840439"/>
                  </a:lnTo>
                  <a:lnTo>
                    <a:pt x="7427534" y="2785645"/>
                  </a:lnTo>
                  <a:lnTo>
                    <a:pt x="7428349" y="2764434"/>
                  </a:lnTo>
                  <a:lnTo>
                    <a:pt x="7429164" y="2656460"/>
                  </a:lnTo>
                  <a:lnTo>
                    <a:pt x="7429979" y="2526588"/>
                  </a:lnTo>
                  <a:lnTo>
                    <a:pt x="7430794" y="2546627"/>
                  </a:lnTo>
                  <a:lnTo>
                    <a:pt x="7431608" y="2603633"/>
                  </a:lnTo>
                  <a:lnTo>
                    <a:pt x="7432423" y="2581649"/>
                  </a:lnTo>
                  <a:lnTo>
                    <a:pt x="7433238" y="2541429"/>
                  </a:lnTo>
                  <a:lnTo>
                    <a:pt x="7434053" y="2614862"/>
                  </a:lnTo>
                  <a:lnTo>
                    <a:pt x="7434867" y="2687098"/>
                  </a:lnTo>
                  <a:lnTo>
                    <a:pt x="7435682" y="2573932"/>
                  </a:lnTo>
                  <a:lnTo>
                    <a:pt x="7436497" y="2464103"/>
                  </a:lnTo>
                  <a:lnTo>
                    <a:pt x="7437312" y="2479440"/>
                  </a:lnTo>
                  <a:lnTo>
                    <a:pt x="7438127" y="2483627"/>
                  </a:lnTo>
                  <a:lnTo>
                    <a:pt x="7438941" y="2441691"/>
                  </a:lnTo>
                  <a:lnTo>
                    <a:pt x="7439756" y="2316558"/>
                  </a:lnTo>
                  <a:lnTo>
                    <a:pt x="7440571" y="2348413"/>
                  </a:lnTo>
                  <a:lnTo>
                    <a:pt x="7441386" y="2497739"/>
                  </a:lnTo>
                  <a:lnTo>
                    <a:pt x="7442200" y="2540620"/>
                  </a:lnTo>
                  <a:lnTo>
                    <a:pt x="7443015" y="2510187"/>
                  </a:lnTo>
                  <a:lnTo>
                    <a:pt x="7443830" y="2525270"/>
                  </a:lnTo>
                  <a:lnTo>
                    <a:pt x="7444645" y="2658542"/>
                  </a:lnTo>
                  <a:lnTo>
                    <a:pt x="7445460" y="2710007"/>
                  </a:lnTo>
                  <a:lnTo>
                    <a:pt x="7446274" y="2679681"/>
                  </a:lnTo>
                  <a:lnTo>
                    <a:pt x="7447089" y="2621501"/>
                  </a:lnTo>
                  <a:lnTo>
                    <a:pt x="7447904" y="2619693"/>
                  </a:lnTo>
                  <a:lnTo>
                    <a:pt x="7448719" y="2612046"/>
                  </a:lnTo>
                  <a:lnTo>
                    <a:pt x="7449534" y="2568451"/>
                  </a:lnTo>
                  <a:lnTo>
                    <a:pt x="7450348" y="2533183"/>
                  </a:lnTo>
                  <a:lnTo>
                    <a:pt x="7451163" y="2508941"/>
                  </a:lnTo>
                  <a:lnTo>
                    <a:pt x="7451978" y="2588455"/>
                  </a:lnTo>
                  <a:lnTo>
                    <a:pt x="7452793" y="2722381"/>
                  </a:lnTo>
                  <a:lnTo>
                    <a:pt x="7453607" y="2825595"/>
                  </a:lnTo>
                  <a:lnTo>
                    <a:pt x="7454422" y="2899157"/>
                  </a:lnTo>
                  <a:lnTo>
                    <a:pt x="7455237" y="2959507"/>
                  </a:lnTo>
                  <a:lnTo>
                    <a:pt x="7456052" y="2931338"/>
                  </a:lnTo>
                  <a:lnTo>
                    <a:pt x="7456867" y="2871089"/>
                  </a:lnTo>
                  <a:lnTo>
                    <a:pt x="7457681" y="2834483"/>
                  </a:lnTo>
                  <a:lnTo>
                    <a:pt x="7458496" y="2753220"/>
                  </a:lnTo>
                  <a:lnTo>
                    <a:pt x="7459311" y="2593707"/>
                  </a:lnTo>
                  <a:lnTo>
                    <a:pt x="7460126" y="2464716"/>
                  </a:lnTo>
                  <a:lnTo>
                    <a:pt x="7460940" y="2422911"/>
                  </a:lnTo>
                  <a:lnTo>
                    <a:pt x="7461755" y="2336457"/>
                  </a:lnTo>
                  <a:lnTo>
                    <a:pt x="7462570" y="2196005"/>
                  </a:lnTo>
                  <a:lnTo>
                    <a:pt x="7463385" y="2202494"/>
                  </a:lnTo>
                  <a:lnTo>
                    <a:pt x="7464200" y="2348991"/>
                  </a:lnTo>
                  <a:lnTo>
                    <a:pt x="7465014" y="2403319"/>
                  </a:lnTo>
                  <a:lnTo>
                    <a:pt x="7465829" y="2395261"/>
                  </a:lnTo>
                  <a:lnTo>
                    <a:pt x="7466644" y="2536709"/>
                  </a:lnTo>
                  <a:lnTo>
                    <a:pt x="7467459" y="2726929"/>
                  </a:lnTo>
                  <a:lnTo>
                    <a:pt x="7468273" y="2784772"/>
                  </a:lnTo>
                  <a:lnTo>
                    <a:pt x="7469088" y="2773440"/>
                  </a:lnTo>
                  <a:lnTo>
                    <a:pt x="7469903" y="2761175"/>
                  </a:lnTo>
                  <a:lnTo>
                    <a:pt x="7470718" y="2776755"/>
                  </a:lnTo>
                  <a:lnTo>
                    <a:pt x="7471533" y="2736737"/>
                  </a:lnTo>
                  <a:lnTo>
                    <a:pt x="7472347" y="2698746"/>
                  </a:lnTo>
                  <a:lnTo>
                    <a:pt x="7473162" y="2595293"/>
                  </a:lnTo>
                  <a:lnTo>
                    <a:pt x="7473977" y="2521009"/>
                  </a:lnTo>
                  <a:lnTo>
                    <a:pt x="7474792" y="2645835"/>
                  </a:lnTo>
                  <a:lnTo>
                    <a:pt x="7475606" y="2783978"/>
                  </a:lnTo>
                  <a:lnTo>
                    <a:pt x="7476421" y="2785392"/>
                  </a:lnTo>
                  <a:lnTo>
                    <a:pt x="7477236" y="2785454"/>
                  </a:lnTo>
                  <a:lnTo>
                    <a:pt x="7478051" y="2908427"/>
                  </a:lnTo>
                  <a:lnTo>
                    <a:pt x="7478866" y="3002065"/>
                  </a:lnTo>
                  <a:lnTo>
                    <a:pt x="7479680" y="2897687"/>
                  </a:lnTo>
                  <a:lnTo>
                    <a:pt x="7480495" y="2849647"/>
                  </a:lnTo>
                  <a:lnTo>
                    <a:pt x="7481310" y="2906146"/>
                  </a:lnTo>
                  <a:lnTo>
                    <a:pt x="7482125" y="2930910"/>
                  </a:lnTo>
                  <a:lnTo>
                    <a:pt x="7482939" y="2927244"/>
                  </a:lnTo>
                  <a:lnTo>
                    <a:pt x="7483754" y="2954086"/>
                  </a:lnTo>
                  <a:lnTo>
                    <a:pt x="7484569" y="3042869"/>
                  </a:lnTo>
                  <a:lnTo>
                    <a:pt x="7485384" y="2996272"/>
                  </a:lnTo>
                  <a:lnTo>
                    <a:pt x="7486199" y="2863180"/>
                  </a:lnTo>
                  <a:lnTo>
                    <a:pt x="7487013" y="2820578"/>
                  </a:lnTo>
                  <a:lnTo>
                    <a:pt x="7487828" y="2785012"/>
                  </a:lnTo>
                  <a:lnTo>
                    <a:pt x="7488643" y="2809612"/>
                  </a:lnTo>
                  <a:lnTo>
                    <a:pt x="7489458" y="2864247"/>
                  </a:lnTo>
                  <a:lnTo>
                    <a:pt x="7490273" y="2945581"/>
                  </a:lnTo>
                  <a:lnTo>
                    <a:pt x="7491087" y="3078671"/>
                  </a:lnTo>
                  <a:lnTo>
                    <a:pt x="7491902" y="3116972"/>
                  </a:lnTo>
                  <a:lnTo>
                    <a:pt x="7491902" y="3116972"/>
                  </a:lnTo>
                  <a:lnTo>
                    <a:pt x="7492717" y="3116972"/>
                  </a:lnTo>
                  <a:lnTo>
                    <a:pt x="7493532" y="3005890"/>
                  </a:lnTo>
                  <a:lnTo>
                    <a:pt x="7494346" y="2754562"/>
                  </a:lnTo>
                  <a:lnTo>
                    <a:pt x="7495161" y="2558729"/>
                  </a:lnTo>
                  <a:lnTo>
                    <a:pt x="7495976" y="2439112"/>
                  </a:lnTo>
                  <a:lnTo>
                    <a:pt x="7496791" y="2383009"/>
                  </a:lnTo>
                  <a:lnTo>
                    <a:pt x="7497606" y="2459572"/>
                  </a:lnTo>
                  <a:lnTo>
                    <a:pt x="7498420" y="2612633"/>
                  </a:lnTo>
                  <a:lnTo>
                    <a:pt x="7499235" y="2772325"/>
                  </a:lnTo>
                  <a:lnTo>
                    <a:pt x="7500050" y="2828012"/>
                  </a:lnTo>
                  <a:lnTo>
                    <a:pt x="7500865" y="2788046"/>
                  </a:lnTo>
                  <a:lnTo>
                    <a:pt x="7501679" y="2758049"/>
                  </a:lnTo>
                  <a:lnTo>
                    <a:pt x="7502494" y="2570780"/>
                  </a:lnTo>
                  <a:lnTo>
                    <a:pt x="7503309" y="2447158"/>
                  </a:lnTo>
                  <a:lnTo>
                    <a:pt x="7504124" y="2409238"/>
                  </a:lnTo>
                  <a:lnTo>
                    <a:pt x="7504939" y="2408579"/>
                  </a:lnTo>
                  <a:lnTo>
                    <a:pt x="7505753" y="2454088"/>
                  </a:lnTo>
                  <a:lnTo>
                    <a:pt x="7506568" y="2438340"/>
                  </a:lnTo>
                  <a:lnTo>
                    <a:pt x="7507383" y="2446456"/>
                  </a:lnTo>
                  <a:lnTo>
                    <a:pt x="7508198" y="2370410"/>
                  </a:lnTo>
                  <a:lnTo>
                    <a:pt x="7509012" y="2309548"/>
                  </a:lnTo>
                  <a:lnTo>
                    <a:pt x="7509827" y="2328249"/>
                  </a:lnTo>
                  <a:lnTo>
                    <a:pt x="7510642" y="2385323"/>
                  </a:lnTo>
                  <a:lnTo>
                    <a:pt x="7511457" y="2376549"/>
                  </a:lnTo>
                  <a:lnTo>
                    <a:pt x="7512272" y="2330747"/>
                  </a:lnTo>
                  <a:lnTo>
                    <a:pt x="7513086" y="2472461"/>
                  </a:lnTo>
                  <a:lnTo>
                    <a:pt x="7513901" y="2582692"/>
                  </a:lnTo>
                  <a:lnTo>
                    <a:pt x="7514716" y="2558611"/>
                  </a:lnTo>
                  <a:lnTo>
                    <a:pt x="7515531" y="2416226"/>
                  </a:lnTo>
                  <a:lnTo>
                    <a:pt x="7516345" y="2339325"/>
                  </a:lnTo>
                  <a:lnTo>
                    <a:pt x="7517160" y="2421479"/>
                  </a:lnTo>
                  <a:lnTo>
                    <a:pt x="7517975" y="2437283"/>
                  </a:lnTo>
                  <a:lnTo>
                    <a:pt x="7518790" y="2467852"/>
                  </a:lnTo>
                  <a:lnTo>
                    <a:pt x="7519605" y="2478377"/>
                  </a:lnTo>
                  <a:lnTo>
                    <a:pt x="7520419" y="2491766"/>
                  </a:lnTo>
                  <a:lnTo>
                    <a:pt x="7521234" y="2582661"/>
                  </a:lnTo>
                  <a:lnTo>
                    <a:pt x="7522049" y="2493235"/>
                  </a:lnTo>
                  <a:lnTo>
                    <a:pt x="7522864" y="2341640"/>
                  </a:lnTo>
                  <a:lnTo>
                    <a:pt x="7523678" y="2261654"/>
                  </a:lnTo>
                  <a:lnTo>
                    <a:pt x="7524493" y="2297455"/>
                  </a:lnTo>
                  <a:lnTo>
                    <a:pt x="7525308" y="2400124"/>
                  </a:lnTo>
                  <a:lnTo>
                    <a:pt x="7526123" y="2445447"/>
                  </a:lnTo>
                  <a:lnTo>
                    <a:pt x="7526938" y="2571761"/>
                  </a:lnTo>
                  <a:lnTo>
                    <a:pt x="7527752" y="2649972"/>
                  </a:lnTo>
                  <a:lnTo>
                    <a:pt x="7528567" y="2698318"/>
                  </a:lnTo>
                  <a:lnTo>
                    <a:pt x="7529382" y="2778821"/>
                  </a:lnTo>
                  <a:lnTo>
                    <a:pt x="7530197" y="2763581"/>
                  </a:lnTo>
                  <a:lnTo>
                    <a:pt x="7531012" y="2576796"/>
                  </a:lnTo>
                  <a:lnTo>
                    <a:pt x="7531826" y="2397639"/>
                  </a:lnTo>
                  <a:lnTo>
                    <a:pt x="7532641" y="2310041"/>
                  </a:lnTo>
                  <a:lnTo>
                    <a:pt x="7533456" y="2235595"/>
                  </a:lnTo>
                  <a:lnTo>
                    <a:pt x="7534271" y="2217204"/>
                  </a:lnTo>
                  <a:lnTo>
                    <a:pt x="7535085" y="2204960"/>
                  </a:lnTo>
                  <a:lnTo>
                    <a:pt x="7535900" y="2261966"/>
                  </a:lnTo>
                  <a:lnTo>
                    <a:pt x="7536715" y="2349883"/>
                  </a:lnTo>
                  <a:lnTo>
                    <a:pt x="7537530" y="2387505"/>
                  </a:lnTo>
                  <a:lnTo>
                    <a:pt x="7538345" y="2314964"/>
                  </a:lnTo>
                  <a:lnTo>
                    <a:pt x="7539159" y="2179720"/>
                  </a:lnTo>
                  <a:lnTo>
                    <a:pt x="7539974" y="2214161"/>
                  </a:lnTo>
                  <a:lnTo>
                    <a:pt x="7540789" y="2358050"/>
                  </a:lnTo>
                  <a:lnTo>
                    <a:pt x="7541604" y="2479134"/>
                  </a:lnTo>
                  <a:lnTo>
                    <a:pt x="7542418" y="2601306"/>
                  </a:lnTo>
                  <a:lnTo>
                    <a:pt x="7543233" y="2700069"/>
                  </a:lnTo>
                  <a:lnTo>
                    <a:pt x="7544048" y="2791485"/>
                  </a:lnTo>
                  <a:lnTo>
                    <a:pt x="7544863" y="2906368"/>
                  </a:lnTo>
                  <a:lnTo>
                    <a:pt x="7545678" y="2958537"/>
                  </a:lnTo>
                  <a:lnTo>
                    <a:pt x="7546492" y="2883735"/>
                  </a:lnTo>
                  <a:lnTo>
                    <a:pt x="7547307" y="2768530"/>
                  </a:lnTo>
                  <a:lnTo>
                    <a:pt x="7548122" y="2794943"/>
                  </a:lnTo>
                  <a:lnTo>
                    <a:pt x="7548937" y="2791294"/>
                  </a:lnTo>
                  <a:lnTo>
                    <a:pt x="7549751" y="2738988"/>
                  </a:lnTo>
                  <a:lnTo>
                    <a:pt x="7550566" y="2660812"/>
                  </a:lnTo>
                  <a:lnTo>
                    <a:pt x="7551381" y="2587538"/>
                  </a:lnTo>
                  <a:lnTo>
                    <a:pt x="7552196" y="2434327"/>
                  </a:lnTo>
                  <a:lnTo>
                    <a:pt x="7553011" y="2248228"/>
                  </a:lnTo>
                  <a:lnTo>
                    <a:pt x="7553825" y="2166665"/>
                  </a:lnTo>
                  <a:lnTo>
                    <a:pt x="7554640" y="2111680"/>
                  </a:lnTo>
                  <a:lnTo>
                    <a:pt x="7555455" y="2126110"/>
                  </a:lnTo>
                  <a:lnTo>
                    <a:pt x="7556270" y="2257865"/>
                  </a:lnTo>
                  <a:lnTo>
                    <a:pt x="7557084" y="2392905"/>
                  </a:lnTo>
                  <a:lnTo>
                    <a:pt x="7557899" y="2495264"/>
                  </a:lnTo>
                  <a:lnTo>
                    <a:pt x="7558714" y="2545510"/>
                  </a:lnTo>
                  <a:lnTo>
                    <a:pt x="7559529" y="2508576"/>
                  </a:lnTo>
                  <a:lnTo>
                    <a:pt x="7560344" y="2422358"/>
                  </a:lnTo>
                  <a:lnTo>
                    <a:pt x="7561158" y="2302934"/>
                  </a:lnTo>
                  <a:lnTo>
                    <a:pt x="7561973" y="2331343"/>
                  </a:lnTo>
                  <a:lnTo>
                    <a:pt x="7562788" y="2367966"/>
                  </a:lnTo>
                  <a:lnTo>
                    <a:pt x="7563603" y="2404983"/>
                  </a:lnTo>
                  <a:lnTo>
                    <a:pt x="7564417" y="2507935"/>
                  </a:lnTo>
                  <a:lnTo>
                    <a:pt x="7565232" y="2627940"/>
                  </a:lnTo>
                  <a:lnTo>
                    <a:pt x="7566047" y="2663333"/>
                  </a:lnTo>
                  <a:lnTo>
                    <a:pt x="7566862" y="2569924"/>
                  </a:lnTo>
                  <a:lnTo>
                    <a:pt x="7567677" y="2552953"/>
                  </a:lnTo>
                  <a:lnTo>
                    <a:pt x="7568491" y="2595652"/>
                  </a:lnTo>
                  <a:lnTo>
                    <a:pt x="7569306" y="2478377"/>
                  </a:lnTo>
                  <a:lnTo>
                    <a:pt x="7570121" y="2369675"/>
                  </a:lnTo>
                  <a:lnTo>
                    <a:pt x="7570936" y="2348229"/>
                  </a:lnTo>
                  <a:lnTo>
                    <a:pt x="7571751" y="2390425"/>
                  </a:lnTo>
                  <a:lnTo>
                    <a:pt x="7572565" y="2256806"/>
                  </a:lnTo>
                  <a:lnTo>
                    <a:pt x="7573380" y="2006701"/>
                  </a:lnTo>
                  <a:lnTo>
                    <a:pt x="7574195" y="1903735"/>
                  </a:lnTo>
                  <a:lnTo>
                    <a:pt x="7575010" y="1810954"/>
                  </a:lnTo>
                  <a:lnTo>
                    <a:pt x="7575824" y="1763962"/>
                  </a:lnTo>
                  <a:lnTo>
                    <a:pt x="7576639" y="1754644"/>
                  </a:lnTo>
                  <a:lnTo>
                    <a:pt x="7577454" y="1795794"/>
                  </a:lnTo>
                  <a:lnTo>
                    <a:pt x="7578269" y="1835440"/>
                  </a:lnTo>
                  <a:lnTo>
                    <a:pt x="7579084" y="1808086"/>
                  </a:lnTo>
                  <a:lnTo>
                    <a:pt x="7579898" y="1837368"/>
                  </a:lnTo>
                  <a:lnTo>
                    <a:pt x="7580713" y="1843004"/>
                  </a:lnTo>
                  <a:lnTo>
                    <a:pt x="7581528" y="1811395"/>
                  </a:lnTo>
                  <a:lnTo>
                    <a:pt x="7582343" y="1767891"/>
                  </a:lnTo>
                  <a:lnTo>
                    <a:pt x="7583157" y="1726828"/>
                  </a:lnTo>
                  <a:lnTo>
                    <a:pt x="7583972" y="1786359"/>
                  </a:lnTo>
                  <a:lnTo>
                    <a:pt x="7584787" y="1815839"/>
                  </a:lnTo>
                  <a:lnTo>
                    <a:pt x="7585602" y="1796981"/>
                  </a:lnTo>
                  <a:lnTo>
                    <a:pt x="7586417" y="1872630"/>
                  </a:lnTo>
                  <a:lnTo>
                    <a:pt x="7587231" y="2042995"/>
                  </a:lnTo>
                  <a:lnTo>
                    <a:pt x="7588046" y="2216323"/>
                  </a:lnTo>
                  <a:lnTo>
                    <a:pt x="7588861" y="2219781"/>
                  </a:lnTo>
                  <a:lnTo>
                    <a:pt x="7589676" y="2168480"/>
                  </a:lnTo>
                  <a:lnTo>
                    <a:pt x="7590490" y="2311470"/>
                  </a:lnTo>
                  <a:lnTo>
                    <a:pt x="7591305" y="2493338"/>
                  </a:lnTo>
                  <a:lnTo>
                    <a:pt x="7592120" y="2619492"/>
                  </a:lnTo>
                  <a:lnTo>
                    <a:pt x="7592935" y="2704955"/>
                  </a:lnTo>
                  <a:lnTo>
                    <a:pt x="7593750" y="2909313"/>
                  </a:lnTo>
                  <a:lnTo>
                    <a:pt x="7594564" y="3069552"/>
                  </a:lnTo>
                  <a:lnTo>
                    <a:pt x="7595379" y="2982277"/>
                  </a:lnTo>
                  <a:lnTo>
                    <a:pt x="7596194" y="2777443"/>
                  </a:lnTo>
                  <a:lnTo>
                    <a:pt x="7597009" y="2617882"/>
                  </a:lnTo>
                  <a:lnTo>
                    <a:pt x="7597823" y="2579445"/>
                  </a:lnTo>
                  <a:lnTo>
                    <a:pt x="7598638" y="2520184"/>
                  </a:lnTo>
                  <a:lnTo>
                    <a:pt x="7599453" y="2542894"/>
                  </a:lnTo>
                  <a:lnTo>
                    <a:pt x="7600268" y="2587564"/>
                  </a:lnTo>
                  <a:lnTo>
                    <a:pt x="7601083" y="2696500"/>
                  </a:lnTo>
                  <a:lnTo>
                    <a:pt x="7601897" y="2808036"/>
                  </a:lnTo>
                  <a:lnTo>
                    <a:pt x="7602712" y="2856669"/>
                  </a:lnTo>
                  <a:lnTo>
                    <a:pt x="7603527" y="2898939"/>
                  </a:lnTo>
                  <a:lnTo>
                    <a:pt x="7604342" y="2924993"/>
                  </a:lnTo>
                  <a:lnTo>
                    <a:pt x="7605156" y="3021564"/>
                  </a:lnTo>
                  <a:lnTo>
                    <a:pt x="7605971" y="3086067"/>
                  </a:lnTo>
                  <a:lnTo>
                    <a:pt x="7606786" y="3116898"/>
                  </a:lnTo>
                  <a:lnTo>
                    <a:pt x="7607601" y="3116897"/>
                  </a:lnTo>
                  <a:lnTo>
                    <a:pt x="7608416" y="3116041"/>
                  </a:lnTo>
                  <a:lnTo>
                    <a:pt x="7609230" y="3076918"/>
                  </a:lnTo>
                  <a:lnTo>
                    <a:pt x="7610045" y="3009150"/>
                  </a:lnTo>
                  <a:lnTo>
                    <a:pt x="7610860" y="2912724"/>
                  </a:lnTo>
                  <a:lnTo>
                    <a:pt x="7611675" y="2792731"/>
                  </a:lnTo>
                  <a:lnTo>
                    <a:pt x="7612490" y="2650898"/>
                  </a:lnTo>
                  <a:lnTo>
                    <a:pt x="7613304" y="2466209"/>
                  </a:lnTo>
                  <a:lnTo>
                    <a:pt x="7614119" y="2376580"/>
                  </a:lnTo>
                  <a:lnTo>
                    <a:pt x="7614934" y="2298533"/>
                  </a:lnTo>
                  <a:lnTo>
                    <a:pt x="7615749" y="2283914"/>
                  </a:lnTo>
                  <a:lnTo>
                    <a:pt x="7616563" y="2260645"/>
                  </a:lnTo>
                  <a:lnTo>
                    <a:pt x="7617378" y="2269094"/>
                  </a:lnTo>
                  <a:lnTo>
                    <a:pt x="7618193" y="2421212"/>
                  </a:lnTo>
                  <a:lnTo>
                    <a:pt x="7619008" y="2566290"/>
                  </a:lnTo>
                  <a:lnTo>
                    <a:pt x="7619823" y="2712107"/>
                  </a:lnTo>
                  <a:lnTo>
                    <a:pt x="7620637" y="2795328"/>
                  </a:lnTo>
                  <a:lnTo>
                    <a:pt x="7621452" y="2907757"/>
                  </a:lnTo>
                  <a:lnTo>
                    <a:pt x="7622267" y="3001895"/>
                  </a:lnTo>
                  <a:lnTo>
                    <a:pt x="7623082" y="2943484"/>
                  </a:lnTo>
                  <a:lnTo>
                    <a:pt x="7623896" y="2896267"/>
                  </a:lnTo>
                  <a:lnTo>
                    <a:pt x="7624711" y="2857677"/>
                  </a:lnTo>
                  <a:lnTo>
                    <a:pt x="7625526" y="2796682"/>
                  </a:lnTo>
                  <a:lnTo>
                    <a:pt x="7626341" y="2660424"/>
                  </a:lnTo>
                  <a:lnTo>
                    <a:pt x="7627156" y="2575216"/>
                  </a:lnTo>
                  <a:lnTo>
                    <a:pt x="7627970" y="2550351"/>
                  </a:lnTo>
                  <a:lnTo>
                    <a:pt x="7628785" y="2428852"/>
                  </a:lnTo>
                  <a:lnTo>
                    <a:pt x="7629600" y="2450448"/>
                  </a:lnTo>
                  <a:lnTo>
                    <a:pt x="7630415" y="2505294"/>
                  </a:lnTo>
                  <a:lnTo>
                    <a:pt x="7631229" y="2522633"/>
                  </a:lnTo>
                  <a:lnTo>
                    <a:pt x="7632044" y="2490546"/>
                  </a:lnTo>
                  <a:lnTo>
                    <a:pt x="7632859" y="2568187"/>
                  </a:lnTo>
                  <a:lnTo>
                    <a:pt x="7633674" y="2720581"/>
                  </a:lnTo>
                  <a:lnTo>
                    <a:pt x="7634489" y="2762177"/>
                  </a:lnTo>
                  <a:lnTo>
                    <a:pt x="7635303" y="2829341"/>
                  </a:lnTo>
                  <a:lnTo>
                    <a:pt x="7636118" y="2996811"/>
                  </a:lnTo>
                  <a:lnTo>
                    <a:pt x="7636933" y="3116972"/>
                  </a:lnTo>
                  <a:lnTo>
                    <a:pt x="7636933" y="3116972"/>
                  </a:lnTo>
                  <a:lnTo>
                    <a:pt x="7637748" y="3074595"/>
                  </a:lnTo>
                  <a:lnTo>
                    <a:pt x="7638562" y="2855080"/>
                  </a:lnTo>
                  <a:lnTo>
                    <a:pt x="7639377" y="2642170"/>
                  </a:lnTo>
                  <a:lnTo>
                    <a:pt x="7640192" y="2477000"/>
                  </a:lnTo>
                  <a:lnTo>
                    <a:pt x="7641007" y="2397696"/>
                  </a:lnTo>
                  <a:lnTo>
                    <a:pt x="7641822" y="2315363"/>
                  </a:lnTo>
                  <a:lnTo>
                    <a:pt x="7642636" y="2406700"/>
                  </a:lnTo>
                  <a:lnTo>
                    <a:pt x="7643451" y="2617907"/>
                  </a:lnTo>
                  <a:lnTo>
                    <a:pt x="7644266" y="2755648"/>
                  </a:lnTo>
                  <a:lnTo>
                    <a:pt x="7645081" y="2741786"/>
                  </a:lnTo>
                  <a:lnTo>
                    <a:pt x="7645895" y="2659231"/>
                  </a:lnTo>
                  <a:lnTo>
                    <a:pt x="7646710" y="2653593"/>
                  </a:lnTo>
                  <a:lnTo>
                    <a:pt x="7647525" y="2719594"/>
                  </a:lnTo>
                  <a:lnTo>
                    <a:pt x="7648340" y="2721997"/>
                  </a:lnTo>
                  <a:lnTo>
                    <a:pt x="7649155" y="2755546"/>
                  </a:lnTo>
                  <a:lnTo>
                    <a:pt x="7649969" y="2801515"/>
                  </a:lnTo>
                  <a:lnTo>
                    <a:pt x="7650784" y="2825619"/>
                  </a:lnTo>
                  <a:lnTo>
                    <a:pt x="7651599" y="2791021"/>
                  </a:lnTo>
                  <a:lnTo>
                    <a:pt x="7652414" y="2700004"/>
                  </a:lnTo>
                  <a:lnTo>
                    <a:pt x="7653229" y="2664948"/>
                  </a:lnTo>
                  <a:lnTo>
                    <a:pt x="7654043" y="2628574"/>
                  </a:lnTo>
                  <a:lnTo>
                    <a:pt x="7654858" y="2668332"/>
                  </a:lnTo>
                  <a:lnTo>
                    <a:pt x="7655673" y="2732263"/>
                  </a:lnTo>
                  <a:lnTo>
                    <a:pt x="7656488" y="2817361"/>
                  </a:lnTo>
                  <a:lnTo>
                    <a:pt x="7657302" y="2860658"/>
                  </a:lnTo>
                  <a:lnTo>
                    <a:pt x="7658117" y="2860645"/>
                  </a:lnTo>
                  <a:lnTo>
                    <a:pt x="7658932" y="2843324"/>
                  </a:lnTo>
                  <a:lnTo>
                    <a:pt x="7659747" y="2838735"/>
                  </a:lnTo>
                  <a:lnTo>
                    <a:pt x="7660562" y="2768691"/>
                  </a:lnTo>
                  <a:lnTo>
                    <a:pt x="7661376" y="2706693"/>
                  </a:lnTo>
                  <a:lnTo>
                    <a:pt x="7662191" y="2693748"/>
                  </a:lnTo>
                  <a:lnTo>
                    <a:pt x="7663006" y="2718621"/>
                  </a:lnTo>
                  <a:lnTo>
                    <a:pt x="7663821" y="2679321"/>
                  </a:lnTo>
                  <a:lnTo>
                    <a:pt x="7664635" y="2518471"/>
                  </a:lnTo>
                  <a:lnTo>
                    <a:pt x="7665450" y="2515281"/>
                  </a:lnTo>
                  <a:lnTo>
                    <a:pt x="7666265" y="2566750"/>
                  </a:lnTo>
                  <a:lnTo>
                    <a:pt x="7667080" y="2499276"/>
                  </a:lnTo>
                  <a:lnTo>
                    <a:pt x="7667895" y="2320875"/>
                  </a:lnTo>
                  <a:lnTo>
                    <a:pt x="7668709" y="2199288"/>
                  </a:lnTo>
                  <a:lnTo>
                    <a:pt x="7669524" y="2209696"/>
                  </a:lnTo>
                  <a:lnTo>
                    <a:pt x="7670339" y="2223182"/>
                  </a:lnTo>
                  <a:lnTo>
                    <a:pt x="7671154" y="2122795"/>
                  </a:lnTo>
                  <a:lnTo>
                    <a:pt x="7671968" y="2089084"/>
                  </a:lnTo>
                  <a:lnTo>
                    <a:pt x="7672783" y="2124316"/>
                  </a:lnTo>
                  <a:lnTo>
                    <a:pt x="7673598" y="2224238"/>
                  </a:lnTo>
                  <a:lnTo>
                    <a:pt x="7674413" y="2355022"/>
                  </a:lnTo>
                  <a:lnTo>
                    <a:pt x="7675228" y="2356947"/>
                  </a:lnTo>
                  <a:lnTo>
                    <a:pt x="7676042" y="2399926"/>
                  </a:lnTo>
                  <a:lnTo>
                    <a:pt x="7676857" y="2461458"/>
                  </a:lnTo>
                  <a:lnTo>
                    <a:pt x="7677672" y="2543773"/>
                  </a:lnTo>
                  <a:lnTo>
                    <a:pt x="7678487" y="2634038"/>
                  </a:lnTo>
                  <a:lnTo>
                    <a:pt x="7679301" y="2621184"/>
                  </a:lnTo>
                  <a:lnTo>
                    <a:pt x="7680116" y="2714272"/>
                  </a:lnTo>
                  <a:lnTo>
                    <a:pt x="7680931" y="2773572"/>
                  </a:lnTo>
                  <a:lnTo>
                    <a:pt x="7681746" y="2702817"/>
                  </a:lnTo>
                  <a:lnTo>
                    <a:pt x="7682561" y="2596702"/>
                  </a:lnTo>
                  <a:lnTo>
                    <a:pt x="7683375" y="2554167"/>
                  </a:lnTo>
                  <a:lnTo>
                    <a:pt x="7684190" y="2587862"/>
                  </a:lnTo>
                  <a:lnTo>
                    <a:pt x="7685005" y="2497590"/>
                  </a:lnTo>
                  <a:lnTo>
                    <a:pt x="7685820" y="2460776"/>
                  </a:lnTo>
                  <a:lnTo>
                    <a:pt x="7686634" y="2497749"/>
                  </a:lnTo>
                  <a:lnTo>
                    <a:pt x="7687449" y="2535328"/>
                  </a:lnTo>
                  <a:lnTo>
                    <a:pt x="7688264" y="2467150"/>
                  </a:lnTo>
                  <a:lnTo>
                    <a:pt x="7689079" y="2378740"/>
                  </a:lnTo>
                  <a:lnTo>
                    <a:pt x="7689894" y="2388657"/>
                  </a:lnTo>
                  <a:lnTo>
                    <a:pt x="7690708" y="2455620"/>
                  </a:lnTo>
                  <a:lnTo>
                    <a:pt x="7691523" y="2565429"/>
                  </a:lnTo>
                  <a:lnTo>
                    <a:pt x="7692338" y="2638383"/>
                  </a:lnTo>
                  <a:lnTo>
                    <a:pt x="7693153" y="2680962"/>
                  </a:lnTo>
                  <a:lnTo>
                    <a:pt x="7693968" y="2652127"/>
                  </a:lnTo>
                  <a:lnTo>
                    <a:pt x="7694782" y="2537554"/>
                  </a:lnTo>
                  <a:lnTo>
                    <a:pt x="7695597" y="2404909"/>
                  </a:lnTo>
                  <a:lnTo>
                    <a:pt x="7696412" y="2418026"/>
                  </a:lnTo>
                  <a:lnTo>
                    <a:pt x="7697227" y="2471574"/>
                  </a:lnTo>
                  <a:lnTo>
                    <a:pt x="7698041" y="2526280"/>
                  </a:lnTo>
                  <a:lnTo>
                    <a:pt x="7698856" y="2654324"/>
                  </a:lnTo>
                  <a:lnTo>
                    <a:pt x="7699671" y="2797157"/>
                  </a:lnTo>
                  <a:lnTo>
                    <a:pt x="7700486" y="2866503"/>
                  </a:lnTo>
                  <a:lnTo>
                    <a:pt x="7701301" y="2776620"/>
                  </a:lnTo>
                  <a:lnTo>
                    <a:pt x="7702115" y="2669182"/>
                  </a:lnTo>
                  <a:lnTo>
                    <a:pt x="7702930" y="2643665"/>
                  </a:lnTo>
                  <a:lnTo>
                    <a:pt x="7703745" y="2697856"/>
                  </a:lnTo>
                  <a:lnTo>
                    <a:pt x="7704560" y="2778278"/>
                  </a:lnTo>
                  <a:lnTo>
                    <a:pt x="7705374" y="2844313"/>
                  </a:lnTo>
                  <a:lnTo>
                    <a:pt x="7706189" y="2898567"/>
                  </a:lnTo>
                  <a:lnTo>
                    <a:pt x="7707004" y="2995500"/>
                  </a:lnTo>
                  <a:lnTo>
                    <a:pt x="7707819" y="2958069"/>
                  </a:lnTo>
                  <a:lnTo>
                    <a:pt x="7708634" y="2711026"/>
                  </a:lnTo>
                  <a:lnTo>
                    <a:pt x="7709448" y="2483487"/>
                  </a:lnTo>
                  <a:lnTo>
                    <a:pt x="7710263" y="2341641"/>
                  </a:lnTo>
                  <a:lnTo>
                    <a:pt x="7711078" y="2237511"/>
                  </a:lnTo>
                  <a:lnTo>
                    <a:pt x="7711893" y="2134458"/>
                  </a:lnTo>
                  <a:lnTo>
                    <a:pt x="7712707" y="2115333"/>
                  </a:lnTo>
                  <a:lnTo>
                    <a:pt x="7713522" y="2299358"/>
                  </a:lnTo>
                  <a:lnTo>
                    <a:pt x="7714337" y="2529181"/>
                  </a:lnTo>
                  <a:lnTo>
                    <a:pt x="7715152" y="2736304"/>
                  </a:lnTo>
                  <a:lnTo>
                    <a:pt x="7715967" y="2917382"/>
                  </a:lnTo>
                  <a:lnTo>
                    <a:pt x="7716781" y="3049927"/>
                  </a:lnTo>
                  <a:lnTo>
                    <a:pt x="7717596" y="3116972"/>
                  </a:lnTo>
                  <a:lnTo>
                    <a:pt x="7717596" y="3116972"/>
                  </a:lnTo>
                  <a:lnTo>
                    <a:pt x="7718411" y="3116972"/>
                  </a:lnTo>
                  <a:lnTo>
                    <a:pt x="7719226" y="3115569"/>
                  </a:lnTo>
                  <a:lnTo>
                    <a:pt x="7720040" y="2977128"/>
                  </a:lnTo>
                  <a:lnTo>
                    <a:pt x="7720855" y="2825915"/>
                  </a:lnTo>
                  <a:lnTo>
                    <a:pt x="7721670" y="2717803"/>
                  </a:lnTo>
                  <a:lnTo>
                    <a:pt x="7722485" y="2564681"/>
                  </a:lnTo>
                  <a:lnTo>
                    <a:pt x="7723300" y="2477705"/>
                  </a:lnTo>
                  <a:lnTo>
                    <a:pt x="7724114" y="2412597"/>
                  </a:lnTo>
                  <a:lnTo>
                    <a:pt x="7724929" y="2349157"/>
                  </a:lnTo>
                  <a:lnTo>
                    <a:pt x="7725744" y="2325673"/>
                  </a:lnTo>
                  <a:lnTo>
                    <a:pt x="7726559" y="2290095"/>
                  </a:lnTo>
                  <a:lnTo>
                    <a:pt x="7727373" y="2301741"/>
                  </a:lnTo>
                  <a:lnTo>
                    <a:pt x="7728188" y="2287792"/>
                  </a:lnTo>
                  <a:lnTo>
                    <a:pt x="7729003" y="2333409"/>
                  </a:lnTo>
                  <a:lnTo>
                    <a:pt x="7729818" y="2433193"/>
                  </a:lnTo>
                  <a:lnTo>
                    <a:pt x="7730633" y="2453863"/>
                  </a:lnTo>
                  <a:lnTo>
                    <a:pt x="7731447" y="2348862"/>
                  </a:lnTo>
                  <a:lnTo>
                    <a:pt x="7732262" y="2217212"/>
                  </a:lnTo>
                  <a:lnTo>
                    <a:pt x="7733077" y="2194099"/>
                  </a:lnTo>
                  <a:lnTo>
                    <a:pt x="7733892" y="2194701"/>
                  </a:lnTo>
                  <a:lnTo>
                    <a:pt x="7734707" y="2117941"/>
                  </a:lnTo>
                  <a:lnTo>
                    <a:pt x="7735521" y="2085967"/>
                  </a:lnTo>
                  <a:lnTo>
                    <a:pt x="7736336" y="2177743"/>
                  </a:lnTo>
                  <a:lnTo>
                    <a:pt x="7737151" y="2326783"/>
                  </a:lnTo>
                  <a:lnTo>
                    <a:pt x="7737966" y="2319700"/>
                  </a:lnTo>
                  <a:lnTo>
                    <a:pt x="7738780" y="2202371"/>
                  </a:lnTo>
                  <a:lnTo>
                    <a:pt x="7739595" y="2201075"/>
                  </a:lnTo>
                  <a:lnTo>
                    <a:pt x="7740410" y="2240561"/>
                  </a:lnTo>
                  <a:lnTo>
                    <a:pt x="7741225" y="2215097"/>
                  </a:lnTo>
                  <a:lnTo>
                    <a:pt x="7742040" y="2115557"/>
                  </a:lnTo>
                  <a:lnTo>
                    <a:pt x="7742854" y="2100794"/>
                  </a:lnTo>
                  <a:lnTo>
                    <a:pt x="7743669" y="2145585"/>
                  </a:lnTo>
                  <a:lnTo>
                    <a:pt x="7744484" y="2086376"/>
                  </a:lnTo>
                  <a:lnTo>
                    <a:pt x="7745299" y="2035754"/>
                  </a:lnTo>
                  <a:lnTo>
                    <a:pt x="7746113" y="2075435"/>
                  </a:lnTo>
                  <a:lnTo>
                    <a:pt x="7746928" y="2113848"/>
                  </a:lnTo>
                  <a:lnTo>
                    <a:pt x="7747743" y="2095135"/>
                  </a:lnTo>
                  <a:lnTo>
                    <a:pt x="7748558" y="2113912"/>
                  </a:lnTo>
                  <a:lnTo>
                    <a:pt x="7749373" y="2193887"/>
                  </a:lnTo>
                  <a:lnTo>
                    <a:pt x="7750187" y="2335543"/>
                  </a:lnTo>
                  <a:lnTo>
                    <a:pt x="7751002" y="2478242"/>
                  </a:lnTo>
                  <a:lnTo>
                    <a:pt x="7751817" y="2663457"/>
                  </a:lnTo>
                  <a:lnTo>
                    <a:pt x="7752632" y="2801500"/>
                  </a:lnTo>
                  <a:lnTo>
                    <a:pt x="7753446" y="2871137"/>
                  </a:lnTo>
                  <a:lnTo>
                    <a:pt x="7754261" y="2897717"/>
                  </a:lnTo>
                  <a:lnTo>
                    <a:pt x="7755076" y="2868895"/>
                  </a:lnTo>
                  <a:lnTo>
                    <a:pt x="7755891" y="2887388"/>
                  </a:lnTo>
                  <a:lnTo>
                    <a:pt x="7756706" y="2836500"/>
                  </a:lnTo>
                  <a:lnTo>
                    <a:pt x="7757520" y="2777481"/>
                  </a:lnTo>
                  <a:lnTo>
                    <a:pt x="7758335" y="2729511"/>
                  </a:lnTo>
                  <a:lnTo>
                    <a:pt x="7759150" y="2677537"/>
                  </a:lnTo>
                  <a:lnTo>
                    <a:pt x="7759965" y="2639086"/>
                  </a:lnTo>
                  <a:lnTo>
                    <a:pt x="7760779" y="2641654"/>
                  </a:lnTo>
                  <a:lnTo>
                    <a:pt x="7761594" y="2620039"/>
                  </a:lnTo>
                  <a:lnTo>
                    <a:pt x="7762409" y="2662163"/>
                  </a:lnTo>
                  <a:lnTo>
                    <a:pt x="7763224" y="2754960"/>
                  </a:lnTo>
                  <a:lnTo>
                    <a:pt x="7764039" y="2866328"/>
                  </a:lnTo>
                  <a:lnTo>
                    <a:pt x="7764853" y="2940755"/>
                  </a:lnTo>
                  <a:lnTo>
                    <a:pt x="7765668" y="2919697"/>
                  </a:lnTo>
                  <a:lnTo>
                    <a:pt x="7766483" y="2992199"/>
                  </a:lnTo>
                  <a:lnTo>
                    <a:pt x="7767298" y="3050417"/>
                  </a:lnTo>
                  <a:lnTo>
                    <a:pt x="7768113" y="3040710"/>
                  </a:lnTo>
                  <a:lnTo>
                    <a:pt x="7768927" y="2995124"/>
                  </a:lnTo>
                  <a:lnTo>
                    <a:pt x="7769742" y="2963071"/>
                  </a:lnTo>
                  <a:lnTo>
                    <a:pt x="7770557" y="2963072"/>
                  </a:lnTo>
                  <a:lnTo>
                    <a:pt x="7771372" y="2958814"/>
                  </a:lnTo>
                  <a:lnTo>
                    <a:pt x="7772186" y="2889788"/>
                  </a:lnTo>
                  <a:lnTo>
                    <a:pt x="7773001" y="2784047"/>
                  </a:lnTo>
                  <a:lnTo>
                    <a:pt x="7773816" y="2721122"/>
                  </a:lnTo>
                  <a:lnTo>
                    <a:pt x="7774631" y="2639628"/>
                  </a:lnTo>
                  <a:lnTo>
                    <a:pt x="7775446" y="2461732"/>
                  </a:lnTo>
                  <a:lnTo>
                    <a:pt x="7776260" y="2216019"/>
                  </a:lnTo>
                  <a:lnTo>
                    <a:pt x="7777075" y="2034055"/>
                  </a:lnTo>
                  <a:lnTo>
                    <a:pt x="7777890" y="1952090"/>
                  </a:lnTo>
                  <a:lnTo>
                    <a:pt x="7778705" y="1924579"/>
                  </a:lnTo>
                  <a:lnTo>
                    <a:pt x="7779519" y="1982034"/>
                  </a:lnTo>
                  <a:lnTo>
                    <a:pt x="7780334" y="2065008"/>
                  </a:lnTo>
                  <a:lnTo>
                    <a:pt x="7781149" y="2289807"/>
                  </a:lnTo>
                  <a:lnTo>
                    <a:pt x="7781964" y="2502916"/>
                  </a:lnTo>
                  <a:lnTo>
                    <a:pt x="7782779" y="2564004"/>
                  </a:lnTo>
                  <a:lnTo>
                    <a:pt x="7783593" y="2526497"/>
                  </a:lnTo>
                  <a:lnTo>
                    <a:pt x="7784408" y="2424294"/>
                  </a:lnTo>
                  <a:lnTo>
                    <a:pt x="7785223" y="2411222"/>
                  </a:lnTo>
                  <a:lnTo>
                    <a:pt x="7786038" y="2345353"/>
                  </a:lnTo>
                  <a:lnTo>
                    <a:pt x="7786852" y="2274020"/>
                  </a:lnTo>
                  <a:lnTo>
                    <a:pt x="7787667" y="2375641"/>
                  </a:lnTo>
                  <a:lnTo>
                    <a:pt x="7788482" y="2539920"/>
                  </a:lnTo>
                  <a:lnTo>
                    <a:pt x="7789297" y="2698212"/>
                  </a:lnTo>
                  <a:lnTo>
                    <a:pt x="7790112" y="2806208"/>
                  </a:lnTo>
                  <a:lnTo>
                    <a:pt x="7790926" y="2887742"/>
                  </a:lnTo>
                  <a:lnTo>
                    <a:pt x="7791741" y="2941226"/>
                  </a:lnTo>
                  <a:lnTo>
                    <a:pt x="7792556" y="2852971"/>
                  </a:lnTo>
                  <a:lnTo>
                    <a:pt x="7793371" y="2716170"/>
                  </a:lnTo>
                  <a:lnTo>
                    <a:pt x="7794185" y="2582150"/>
                  </a:lnTo>
                  <a:lnTo>
                    <a:pt x="7795000" y="2444346"/>
                  </a:lnTo>
                  <a:lnTo>
                    <a:pt x="7795815" y="2296713"/>
                  </a:lnTo>
                  <a:lnTo>
                    <a:pt x="7796630" y="2283625"/>
                  </a:lnTo>
                  <a:lnTo>
                    <a:pt x="7797445" y="2301067"/>
                  </a:lnTo>
                  <a:lnTo>
                    <a:pt x="7798259" y="2258309"/>
                  </a:lnTo>
                  <a:lnTo>
                    <a:pt x="7799074" y="2149253"/>
                  </a:lnTo>
                  <a:lnTo>
                    <a:pt x="7799889" y="2072439"/>
                  </a:lnTo>
                  <a:lnTo>
                    <a:pt x="7800704" y="2077659"/>
                  </a:lnTo>
                  <a:lnTo>
                    <a:pt x="7801518" y="1943196"/>
                  </a:lnTo>
                  <a:lnTo>
                    <a:pt x="7802333" y="1863775"/>
                  </a:lnTo>
                  <a:lnTo>
                    <a:pt x="7803148" y="1947714"/>
                  </a:lnTo>
                  <a:lnTo>
                    <a:pt x="7803963" y="2089885"/>
                  </a:lnTo>
                  <a:lnTo>
                    <a:pt x="7804778" y="2109959"/>
                  </a:lnTo>
                  <a:lnTo>
                    <a:pt x="7805592" y="2033532"/>
                  </a:lnTo>
                  <a:lnTo>
                    <a:pt x="7806407" y="2018109"/>
                  </a:lnTo>
                  <a:lnTo>
                    <a:pt x="7807222" y="1959479"/>
                  </a:lnTo>
                  <a:lnTo>
                    <a:pt x="7808037" y="1949761"/>
                  </a:lnTo>
                  <a:lnTo>
                    <a:pt x="7808852" y="1751788"/>
                  </a:lnTo>
                  <a:lnTo>
                    <a:pt x="7809666" y="1636887"/>
                  </a:lnTo>
                  <a:lnTo>
                    <a:pt x="7810481" y="1827869"/>
                  </a:lnTo>
                  <a:lnTo>
                    <a:pt x="7811296" y="2046572"/>
                  </a:lnTo>
                  <a:lnTo>
                    <a:pt x="7812111" y="2297964"/>
                  </a:lnTo>
                  <a:lnTo>
                    <a:pt x="7812925" y="2412552"/>
                  </a:lnTo>
                  <a:lnTo>
                    <a:pt x="7813740" y="2711428"/>
                  </a:lnTo>
                  <a:lnTo>
                    <a:pt x="7814555" y="3020871"/>
                  </a:lnTo>
                  <a:lnTo>
                    <a:pt x="7815370" y="3058242"/>
                  </a:lnTo>
                  <a:lnTo>
                    <a:pt x="7816185" y="3058242"/>
                  </a:lnTo>
                  <a:lnTo>
                    <a:pt x="7816999" y="3058242"/>
                  </a:lnTo>
                  <a:lnTo>
                    <a:pt x="7817814" y="3058242"/>
                  </a:lnTo>
                  <a:lnTo>
                    <a:pt x="7818629" y="3058242"/>
                  </a:lnTo>
                  <a:lnTo>
                    <a:pt x="7819444" y="3058242"/>
                  </a:lnTo>
                  <a:lnTo>
                    <a:pt x="7820258" y="3058242"/>
                  </a:lnTo>
                  <a:lnTo>
                    <a:pt x="7821073" y="2975589"/>
                  </a:lnTo>
                  <a:lnTo>
                    <a:pt x="7821888" y="2778232"/>
                  </a:lnTo>
                  <a:lnTo>
                    <a:pt x="7822703" y="2600388"/>
                  </a:lnTo>
                  <a:lnTo>
                    <a:pt x="7823518" y="2491068"/>
                  </a:lnTo>
                  <a:lnTo>
                    <a:pt x="7824332" y="2237263"/>
                  </a:lnTo>
                  <a:lnTo>
                    <a:pt x="7825147" y="1872486"/>
                  </a:lnTo>
                  <a:lnTo>
                    <a:pt x="7825962" y="1672138"/>
                  </a:lnTo>
                  <a:lnTo>
                    <a:pt x="7826777" y="1706912"/>
                  </a:lnTo>
                  <a:lnTo>
                    <a:pt x="7827591" y="1752424"/>
                  </a:lnTo>
                  <a:lnTo>
                    <a:pt x="7828406" y="1756552"/>
                  </a:lnTo>
                  <a:lnTo>
                    <a:pt x="7829221" y="1944086"/>
                  </a:lnTo>
                  <a:lnTo>
                    <a:pt x="7830036" y="2203124"/>
                  </a:lnTo>
                  <a:lnTo>
                    <a:pt x="7830851" y="2367458"/>
                  </a:lnTo>
                  <a:lnTo>
                    <a:pt x="7831665" y="2443334"/>
                  </a:lnTo>
                  <a:lnTo>
                    <a:pt x="7832480" y="2565264"/>
                  </a:lnTo>
                  <a:lnTo>
                    <a:pt x="7833295" y="2673492"/>
                  </a:lnTo>
                  <a:lnTo>
                    <a:pt x="7834110" y="2661400"/>
                  </a:lnTo>
                  <a:lnTo>
                    <a:pt x="7834924" y="2711355"/>
                  </a:lnTo>
                  <a:lnTo>
                    <a:pt x="7835739" y="2767557"/>
                  </a:lnTo>
                  <a:lnTo>
                    <a:pt x="7836554" y="2724495"/>
                  </a:lnTo>
                  <a:lnTo>
                    <a:pt x="7837369" y="2618643"/>
                  </a:lnTo>
                  <a:lnTo>
                    <a:pt x="7838184" y="2469431"/>
                  </a:lnTo>
                  <a:lnTo>
                    <a:pt x="7838998" y="2373728"/>
                  </a:lnTo>
                  <a:lnTo>
                    <a:pt x="7839813" y="2331694"/>
                  </a:lnTo>
                  <a:lnTo>
                    <a:pt x="7840628" y="2312170"/>
                  </a:lnTo>
                  <a:lnTo>
                    <a:pt x="7841443" y="2296612"/>
                  </a:lnTo>
                  <a:lnTo>
                    <a:pt x="7842257" y="2292400"/>
                  </a:lnTo>
                  <a:lnTo>
                    <a:pt x="7843072" y="2403253"/>
                  </a:lnTo>
                  <a:lnTo>
                    <a:pt x="7843887" y="2519892"/>
                  </a:lnTo>
                  <a:lnTo>
                    <a:pt x="7844702" y="2559980"/>
                  </a:lnTo>
                  <a:lnTo>
                    <a:pt x="7845517" y="2647570"/>
                  </a:lnTo>
                  <a:lnTo>
                    <a:pt x="7846331" y="2820875"/>
                  </a:lnTo>
                  <a:lnTo>
                    <a:pt x="7847146" y="2857257"/>
                  </a:lnTo>
                  <a:lnTo>
                    <a:pt x="7847961" y="2654412"/>
                  </a:lnTo>
                  <a:lnTo>
                    <a:pt x="7848776" y="2455745"/>
                  </a:lnTo>
                  <a:lnTo>
                    <a:pt x="7849591" y="2237800"/>
                  </a:lnTo>
                  <a:lnTo>
                    <a:pt x="7850405" y="2006171"/>
                  </a:lnTo>
                  <a:lnTo>
                    <a:pt x="7851220" y="1826388"/>
                  </a:lnTo>
                  <a:lnTo>
                    <a:pt x="7852035" y="1802156"/>
                  </a:lnTo>
                  <a:lnTo>
                    <a:pt x="7852850" y="1932727"/>
                  </a:lnTo>
                  <a:lnTo>
                    <a:pt x="7853664" y="2095783"/>
                  </a:lnTo>
                  <a:lnTo>
                    <a:pt x="7854479" y="2291326"/>
                  </a:lnTo>
                  <a:lnTo>
                    <a:pt x="7855294" y="2373810"/>
                  </a:lnTo>
                  <a:lnTo>
                    <a:pt x="7856109" y="2390451"/>
                  </a:lnTo>
                  <a:lnTo>
                    <a:pt x="7856924" y="2432201"/>
                  </a:lnTo>
                  <a:lnTo>
                    <a:pt x="7857738" y="2397247"/>
                  </a:lnTo>
                  <a:lnTo>
                    <a:pt x="7858553" y="2291518"/>
                  </a:lnTo>
                  <a:lnTo>
                    <a:pt x="7859368" y="2203300"/>
                  </a:lnTo>
                  <a:lnTo>
                    <a:pt x="7860183" y="2249456"/>
                  </a:lnTo>
                  <a:lnTo>
                    <a:pt x="7860997" y="2266329"/>
                  </a:lnTo>
                  <a:lnTo>
                    <a:pt x="7861812" y="2142085"/>
                  </a:lnTo>
                  <a:lnTo>
                    <a:pt x="7862627" y="2169754"/>
                  </a:lnTo>
                  <a:lnTo>
                    <a:pt x="7863442" y="2215126"/>
                  </a:lnTo>
                  <a:lnTo>
                    <a:pt x="7864257" y="2206775"/>
                  </a:lnTo>
                  <a:lnTo>
                    <a:pt x="7865071" y="2227070"/>
                  </a:lnTo>
                  <a:lnTo>
                    <a:pt x="7865886" y="2324269"/>
                  </a:lnTo>
                  <a:lnTo>
                    <a:pt x="7866701" y="2514391"/>
                  </a:lnTo>
                  <a:lnTo>
                    <a:pt x="7867516" y="2571720"/>
                  </a:lnTo>
                  <a:lnTo>
                    <a:pt x="7868330" y="2575193"/>
                  </a:lnTo>
                  <a:lnTo>
                    <a:pt x="7869145" y="2602812"/>
                  </a:lnTo>
                  <a:lnTo>
                    <a:pt x="7869960" y="2611183"/>
                  </a:lnTo>
                  <a:lnTo>
                    <a:pt x="7870775" y="2574932"/>
                  </a:lnTo>
                  <a:lnTo>
                    <a:pt x="7871590" y="2546224"/>
                  </a:lnTo>
                  <a:lnTo>
                    <a:pt x="7872404" y="2599901"/>
                  </a:lnTo>
                  <a:lnTo>
                    <a:pt x="7873219" y="2638779"/>
                  </a:lnTo>
                  <a:lnTo>
                    <a:pt x="7874034" y="2589312"/>
                  </a:lnTo>
                  <a:lnTo>
                    <a:pt x="7874849" y="2512847"/>
                  </a:lnTo>
                  <a:lnTo>
                    <a:pt x="7875663" y="2473867"/>
                  </a:lnTo>
                  <a:lnTo>
                    <a:pt x="7876478" y="2394942"/>
                  </a:lnTo>
                  <a:lnTo>
                    <a:pt x="7877293" y="2323258"/>
                  </a:lnTo>
                  <a:lnTo>
                    <a:pt x="7878108" y="2391201"/>
                  </a:lnTo>
                  <a:lnTo>
                    <a:pt x="7878923" y="2558004"/>
                  </a:lnTo>
                  <a:lnTo>
                    <a:pt x="7879737" y="2648950"/>
                  </a:lnTo>
                  <a:lnTo>
                    <a:pt x="7880552" y="2728920"/>
                  </a:lnTo>
                  <a:lnTo>
                    <a:pt x="7881367" y="2837243"/>
                  </a:lnTo>
                  <a:lnTo>
                    <a:pt x="7882182" y="2912804"/>
                  </a:lnTo>
                  <a:lnTo>
                    <a:pt x="7882996" y="2955904"/>
                  </a:lnTo>
                  <a:lnTo>
                    <a:pt x="7883811" y="2941725"/>
                  </a:lnTo>
                  <a:lnTo>
                    <a:pt x="7884626" y="2838782"/>
                  </a:lnTo>
                  <a:lnTo>
                    <a:pt x="7885441" y="2616447"/>
                  </a:lnTo>
                  <a:lnTo>
                    <a:pt x="7886256" y="2338276"/>
                  </a:lnTo>
                  <a:lnTo>
                    <a:pt x="7887070" y="2059767"/>
                  </a:lnTo>
                  <a:lnTo>
                    <a:pt x="7887885" y="1846318"/>
                  </a:lnTo>
                  <a:lnTo>
                    <a:pt x="7888700" y="1726667"/>
                  </a:lnTo>
                  <a:lnTo>
                    <a:pt x="7889515" y="1750688"/>
                  </a:lnTo>
                  <a:lnTo>
                    <a:pt x="7890330" y="1953758"/>
                  </a:lnTo>
                  <a:lnTo>
                    <a:pt x="7891144" y="2127033"/>
                  </a:lnTo>
                  <a:lnTo>
                    <a:pt x="7891959" y="2172645"/>
                  </a:lnTo>
                  <a:lnTo>
                    <a:pt x="7892774" y="2077176"/>
                  </a:lnTo>
                  <a:lnTo>
                    <a:pt x="7893589" y="1987661"/>
                  </a:lnTo>
                  <a:lnTo>
                    <a:pt x="7894403" y="1997109"/>
                  </a:lnTo>
                  <a:lnTo>
                    <a:pt x="7895218" y="2018642"/>
                  </a:lnTo>
                  <a:lnTo>
                    <a:pt x="7896033" y="2116791"/>
                  </a:lnTo>
                  <a:lnTo>
                    <a:pt x="7896848" y="2269722"/>
                  </a:lnTo>
                  <a:lnTo>
                    <a:pt x="7897663" y="2511886"/>
                  </a:lnTo>
                  <a:lnTo>
                    <a:pt x="7898477" y="2576069"/>
                  </a:lnTo>
                  <a:lnTo>
                    <a:pt x="7899292" y="2515010"/>
                  </a:lnTo>
                  <a:lnTo>
                    <a:pt x="7900107" y="2404615"/>
                  </a:lnTo>
                  <a:lnTo>
                    <a:pt x="7900922" y="2240829"/>
                  </a:lnTo>
                  <a:lnTo>
                    <a:pt x="7901736" y="2245656"/>
                  </a:lnTo>
                  <a:lnTo>
                    <a:pt x="7902551" y="2318010"/>
                  </a:lnTo>
                  <a:lnTo>
                    <a:pt x="7903366" y="2508915"/>
                  </a:lnTo>
                  <a:lnTo>
                    <a:pt x="7904181" y="2693694"/>
                  </a:lnTo>
                  <a:lnTo>
                    <a:pt x="7904996" y="2818173"/>
                  </a:lnTo>
                  <a:lnTo>
                    <a:pt x="7905810" y="2988703"/>
                  </a:lnTo>
                  <a:lnTo>
                    <a:pt x="7906625" y="3063844"/>
                  </a:lnTo>
                  <a:lnTo>
                    <a:pt x="7907440" y="2980537"/>
                  </a:lnTo>
                  <a:lnTo>
                    <a:pt x="7908255" y="2790248"/>
                  </a:lnTo>
                  <a:lnTo>
                    <a:pt x="7909069" y="2640031"/>
                  </a:lnTo>
                  <a:lnTo>
                    <a:pt x="7909884" y="2619290"/>
                  </a:lnTo>
                  <a:lnTo>
                    <a:pt x="7910699" y="2571235"/>
                  </a:lnTo>
                  <a:lnTo>
                    <a:pt x="7911514" y="2491345"/>
                  </a:lnTo>
                  <a:lnTo>
                    <a:pt x="7912329" y="2542699"/>
                  </a:lnTo>
                  <a:lnTo>
                    <a:pt x="7913143" y="2700790"/>
                  </a:lnTo>
                  <a:lnTo>
                    <a:pt x="7913958" y="2722677"/>
                  </a:lnTo>
                  <a:lnTo>
                    <a:pt x="7914773" y="2585915"/>
                  </a:lnTo>
                  <a:lnTo>
                    <a:pt x="7915588" y="2526647"/>
                  </a:lnTo>
                  <a:lnTo>
                    <a:pt x="7916402" y="2508901"/>
                  </a:lnTo>
                  <a:lnTo>
                    <a:pt x="7917217" y="2432017"/>
                  </a:lnTo>
                  <a:lnTo>
                    <a:pt x="7918032" y="2339281"/>
                  </a:lnTo>
                  <a:lnTo>
                    <a:pt x="7918847" y="2346345"/>
                  </a:lnTo>
                  <a:lnTo>
                    <a:pt x="7919662" y="2475446"/>
                  </a:lnTo>
                  <a:lnTo>
                    <a:pt x="7920476" y="2537672"/>
                  </a:lnTo>
                  <a:lnTo>
                    <a:pt x="7921291" y="2584090"/>
                  </a:lnTo>
                  <a:lnTo>
                    <a:pt x="7922106" y="2603368"/>
                  </a:lnTo>
                  <a:lnTo>
                    <a:pt x="7922921" y="2702220"/>
                  </a:lnTo>
                  <a:lnTo>
                    <a:pt x="7923735" y="2836595"/>
                  </a:lnTo>
                  <a:lnTo>
                    <a:pt x="7924550" y="2898396"/>
                  </a:lnTo>
                  <a:lnTo>
                    <a:pt x="7925365" y="2969835"/>
                  </a:lnTo>
                  <a:lnTo>
                    <a:pt x="7926180" y="3049901"/>
                  </a:lnTo>
                  <a:lnTo>
                    <a:pt x="7926995" y="3116972"/>
                  </a:lnTo>
                  <a:lnTo>
                    <a:pt x="7926995" y="3116972"/>
                  </a:lnTo>
                  <a:lnTo>
                    <a:pt x="7927809" y="3116972"/>
                  </a:lnTo>
                  <a:lnTo>
                    <a:pt x="7928624" y="3116972"/>
                  </a:lnTo>
                  <a:lnTo>
                    <a:pt x="7929439" y="3116972"/>
                  </a:lnTo>
                  <a:lnTo>
                    <a:pt x="7930254" y="3116972"/>
                  </a:lnTo>
                  <a:lnTo>
                    <a:pt x="7931069" y="3096671"/>
                  </a:lnTo>
                  <a:lnTo>
                    <a:pt x="7931883" y="3012275"/>
                  </a:lnTo>
                  <a:lnTo>
                    <a:pt x="7932698" y="2971600"/>
                  </a:lnTo>
                  <a:lnTo>
                    <a:pt x="7933513" y="2901270"/>
                  </a:lnTo>
                  <a:lnTo>
                    <a:pt x="7934328" y="2813683"/>
                  </a:lnTo>
                  <a:lnTo>
                    <a:pt x="7935142" y="2789535"/>
                  </a:lnTo>
                  <a:lnTo>
                    <a:pt x="7935957" y="2753948"/>
                  </a:lnTo>
                  <a:lnTo>
                    <a:pt x="7936772" y="2733884"/>
                  </a:lnTo>
                  <a:lnTo>
                    <a:pt x="7937587" y="2716423"/>
                  </a:lnTo>
                  <a:lnTo>
                    <a:pt x="7938402" y="2796465"/>
                  </a:lnTo>
                  <a:lnTo>
                    <a:pt x="7939216" y="2886779"/>
                  </a:lnTo>
                  <a:lnTo>
                    <a:pt x="7940031" y="2909622"/>
                  </a:lnTo>
                  <a:lnTo>
                    <a:pt x="7940846" y="2940918"/>
                  </a:lnTo>
                  <a:lnTo>
                    <a:pt x="7941661" y="3041308"/>
                  </a:lnTo>
                  <a:lnTo>
                    <a:pt x="7942475" y="3116972"/>
                  </a:lnTo>
                  <a:lnTo>
                    <a:pt x="7942475" y="3116972"/>
                  </a:lnTo>
                  <a:lnTo>
                    <a:pt x="7943290" y="3116972"/>
                  </a:lnTo>
                  <a:lnTo>
                    <a:pt x="7944105" y="3094359"/>
                  </a:lnTo>
                  <a:lnTo>
                    <a:pt x="7944920" y="3077175"/>
                  </a:lnTo>
                  <a:lnTo>
                    <a:pt x="7945735" y="3085220"/>
                  </a:lnTo>
                  <a:lnTo>
                    <a:pt x="7946549" y="3053397"/>
                  </a:lnTo>
                  <a:lnTo>
                    <a:pt x="7947364" y="2992385"/>
                  </a:lnTo>
                  <a:lnTo>
                    <a:pt x="7948179" y="2989833"/>
                  </a:lnTo>
                  <a:lnTo>
                    <a:pt x="7948994" y="3039750"/>
                  </a:lnTo>
                  <a:lnTo>
                    <a:pt x="7949808" y="3058242"/>
                  </a:lnTo>
                  <a:lnTo>
                    <a:pt x="7950623" y="3058242"/>
                  </a:lnTo>
                  <a:lnTo>
                    <a:pt x="7951438" y="3058242"/>
                  </a:lnTo>
                  <a:lnTo>
                    <a:pt x="7952253" y="3058242"/>
                  </a:lnTo>
                  <a:lnTo>
                    <a:pt x="7953068" y="3058242"/>
                  </a:lnTo>
                  <a:lnTo>
                    <a:pt x="7953882" y="3058242"/>
                  </a:lnTo>
                  <a:lnTo>
                    <a:pt x="7954697" y="3058242"/>
                  </a:lnTo>
                  <a:lnTo>
                    <a:pt x="7955512" y="3058242"/>
                  </a:lnTo>
                  <a:lnTo>
                    <a:pt x="7956327" y="3010487"/>
                  </a:lnTo>
                  <a:lnTo>
                    <a:pt x="7957141" y="2966966"/>
                  </a:lnTo>
                  <a:lnTo>
                    <a:pt x="7957956" y="2966966"/>
                  </a:lnTo>
                  <a:lnTo>
                    <a:pt x="7958771" y="2966966"/>
                  </a:lnTo>
                  <a:lnTo>
                    <a:pt x="7959586" y="2966966"/>
                  </a:lnTo>
                  <a:lnTo>
                    <a:pt x="7960401" y="2966966"/>
                  </a:lnTo>
                  <a:lnTo>
                    <a:pt x="7961215" y="3014721"/>
                  </a:lnTo>
                  <a:lnTo>
                    <a:pt x="7962030" y="3058242"/>
                  </a:lnTo>
                  <a:lnTo>
                    <a:pt x="7962845" y="3022685"/>
                  </a:lnTo>
                  <a:lnTo>
                    <a:pt x="7963660" y="2974858"/>
                  </a:lnTo>
                  <a:lnTo>
                    <a:pt x="7964474" y="2928579"/>
                  </a:lnTo>
                  <a:lnTo>
                    <a:pt x="7965289" y="2938339"/>
                  </a:lnTo>
                  <a:lnTo>
                    <a:pt x="7966104" y="2965477"/>
                  </a:lnTo>
                  <a:lnTo>
                    <a:pt x="7966919" y="2996414"/>
                  </a:lnTo>
                  <a:lnTo>
                    <a:pt x="7967734" y="3059505"/>
                  </a:lnTo>
                  <a:lnTo>
                    <a:pt x="7968548" y="3095965"/>
                  </a:lnTo>
                  <a:lnTo>
                    <a:pt x="7969363" y="3046067"/>
                  </a:lnTo>
                  <a:lnTo>
                    <a:pt x="7970178" y="2935633"/>
                  </a:lnTo>
                  <a:lnTo>
                    <a:pt x="7970993" y="2880999"/>
                  </a:lnTo>
                  <a:lnTo>
                    <a:pt x="7971808" y="2777613"/>
                  </a:lnTo>
                  <a:lnTo>
                    <a:pt x="7972622" y="2678762"/>
                  </a:lnTo>
                  <a:lnTo>
                    <a:pt x="7973437" y="2659351"/>
                  </a:lnTo>
                  <a:lnTo>
                    <a:pt x="7974252" y="2729590"/>
                  </a:lnTo>
                  <a:lnTo>
                    <a:pt x="7975067" y="2834182"/>
                  </a:lnTo>
                  <a:lnTo>
                    <a:pt x="7975881" y="2879517"/>
                  </a:lnTo>
                  <a:lnTo>
                    <a:pt x="7976696" y="2925600"/>
                  </a:lnTo>
                  <a:lnTo>
                    <a:pt x="7977511" y="3008666"/>
                  </a:lnTo>
                  <a:lnTo>
                    <a:pt x="7978326" y="2995537"/>
                  </a:lnTo>
                  <a:lnTo>
                    <a:pt x="7979141" y="2949590"/>
                  </a:lnTo>
                  <a:lnTo>
                    <a:pt x="7979955" y="2922582"/>
                  </a:lnTo>
                  <a:lnTo>
                    <a:pt x="7980770" y="2928433"/>
                  </a:lnTo>
                  <a:lnTo>
                    <a:pt x="7981585" y="2915523"/>
                  </a:lnTo>
                  <a:lnTo>
                    <a:pt x="7982400" y="2830914"/>
                  </a:lnTo>
                  <a:lnTo>
                    <a:pt x="7983214" y="2817753"/>
                  </a:lnTo>
                  <a:lnTo>
                    <a:pt x="7984029" y="2879293"/>
                  </a:lnTo>
                  <a:lnTo>
                    <a:pt x="7984844" y="2848824"/>
                  </a:lnTo>
                  <a:lnTo>
                    <a:pt x="7985659" y="2795747"/>
                  </a:lnTo>
                  <a:lnTo>
                    <a:pt x="7986474" y="2870918"/>
                  </a:lnTo>
                  <a:lnTo>
                    <a:pt x="7987288" y="2960143"/>
                  </a:lnTo>
                  <a:lnTo>
                    <a:pt x="7988103" y="2956507"/>
                  </a:lnTo>
                  <a:lnTo>
                    <a:pt x="7988918" y="2922938"/>
                  </a:lnTo>
                  <a:lnTo>
                    <a:pt x="7989733" y="2926830"/>
                  </a:lnTo>
                  <a:lnTo>
                    <a:pt x="7990547" y="2874387"/>
                  </a:lnTo>
                  <a:lnTo>
                    <a:pt x="7991362" y="2795932"/>
                  </a:lnTo>
                  <a:lnTo>
                    <a:pt x="7992177" y="2706900"/>
                  </a:lnTo>
                  <a:lnTo>
                    <a:pt x="7992992" y="2707495"/>
                  </a:lnTo>
                  <a:lnTo>
                    <a:pt x="7993807" y="2739576"/>
                  </a:lnTo>
                  <a:lnTo>
                    <a:pt x="7994621" y="2831250"/>
                  </a:lnTo>
                  <a:lnTo>
                    <a:pt x="7995436" y="2950912"/>
                  </a:lnTo>
                  <a:lnTo>
                    <a:pt x="7996251" y="3030291"/>
                  </a:lnTo>
                  <a:lnTo>
                    <a:pt x="7997066" y="3057021"/>
                  </a:lnTo>
                  <a:lnTo>
                    <a:pt x="7997880" y="3003367"/>
                  </a:lnTo>
                  <a:lnTo>
                    <a:pt x="7998695" y="2964614"/>
                  </a:lnTo>
                  <a:lnTo>
                    <a:pt x="7999510" y="2936077"/>
                  </a:lnTo>
                  <a:lnTo>
                    <a:pt x="8000325" y="2934135"/>
                  </a:lnTo>
                  <a:lnTo>
                    <a:pt x="8001140" y="2906611"/>
                  </a:lnTo>
                  <a:lnTo>
                    <a:pt x="8001954" y="2933828"/>
                  </a:lnTo>
                  <a:lnTo>
                    <a:pt x="8002769" y="3014552"/>
                  </a:lnTo>
                  <a:lnTo>
                    <a:pt x="8003584" y="3052114"/>
                  </a:lnTo>
                  <a:lnTo>
                    <a:pt x="8004399" y="3024770"/>
                  </a:lnTo>
                  <a:lnTo>
                    <a:pt x="8005213" y="2995024"/>
                  </a:lnTo>
                  <a:lnTo>
                    <a:pt x="8006028" y="3017309"/>
                  </a:lnTo>
                  <a:lnTo>
                    <a:pt x="8006843" y="3018995"/>
                  </a:lnTo>
                  <a:lnTo>
                    <a:pt x="8007658" y="3022585"/>
                  </a:lnTo>
                  <a:lnTo>
                    <a:pt x="8008473" y="3024715"/>
                  </a:lnTo>
                  <a:lnTo>
                    <a:pt x="8009287" y="3032885"/>
                  </a:lnTo>
                  <a:lnTo>
                    <a:pt x="8010102" y="2944814"/>
                  </a:lnTo>
                  <a:lnTo>
                    <a:pt x="8010917" y="2887707"/>
                  </a:lnTo>
                  <a:lnTo>
                    <a:pt x="8011732" y="2845857"/>
                  </a:lnTo>
                  <a:lnTo>
                    <a:pt x="8012547" y="2813711"/>
                  </a:lnTo>
                  <a:lnTo>
                    <a:pt x="8013361" y="2816136"/>
                  </a:lnTo>
                  <a:lnTo>
                    <a:pt x="8014176" y="2821844"/>
                  </a:lnTo>
                  <a:lnTo>
                    <a:pt x="8014991" y="2903770"/>
                  </a:lnTo>
                  <a:lnTo>
                    <a:pt x="8015806" y="2929295"/>
                  </a:lnTo>
                  <a:lnTo>
                    <a:pt x="8016620" y="2988174"/>
                  </a:lnTo>
                  <a:lnTo>
                    <a:pt x="8017435" y="3032737"/>
                  </a:lnTo>
                  <a:lnTo>
                    <a:pt x="8018250" y="2988936"/>
                  </a:lnTo>
                  <a:lnTo>
                    <a:pt x="8019065" y="3002715"/>
                  </a:lnTo>
                  <a:lnTo>
                    <a:pt x="8019880" y="3061300"/>
                  </a:lnTo>
                  <a:lnTo>
                    <a:pt x="8020694" y="3116972"/>
                  </a:lnTo>
                  <a:lnTo>
                    <a:pt x="8020694" y="3116972"/>
                  </a:lnTo>
                  <a:lnTo>
                    <a:pt x="8021509" y="3116972"/>
                  </a:lnTo>
                  <a:lnTo>
                    <a:pt x="8022324" y="3116972"/>
                  </a:lnTo>
                  <a:lnTo>
                    <a:pt x="8023139" y="3116972"/>
                  </a:lnTo>
                  <a:lnTo>
                    <a:pt x="8023953" y="3116972"/>
                  </a:lnTo>
                  <a:lnTo>
                    <a:pt x="8024768" y="3116972"/>
                  </a:lnTo>
                  <a:lnTo>
                    <a:pt x="8025583" y="3116972"/>
                  </a:lnTo>
                  <a:lnTo>
                    <a:pt x="8026398" y="3116972"/>
                  </a:lnTo>
                  <a:lnTo>
                    <a:pt x="8027213" y="3093618"/>
                  </a:lnTo>
                  <a:lnTo>
                    <a:pt x="8028027" y="3027105"/>
                  </a:lnTo>
                  <a:lnTo>
                    <a:pt x="8028842" y="2937179"/>
                  </a:lnTo>
                  <a:lnTo>
                    <a:pt x="8029657" y="2889782"/>
                  </a:lnTo>
                  <a:lnTo>
                    <a:pt x="8030472" y="2924977"/>
                  </a:lnTo>
                  <a:lnTo>
                    <a:pt x="8031286" y="2930732"/>
                  </a:lnTo>
                  <a:lnTo>
                    <a:pt x="8032101" y="2906524"/>
                  </a:lnTo>
                  <a:lnTo>
                    <a:pt x="8032916" y="2940091"/>
                  </a:lnTo>
                  <a:lnTo>
                    <a:pt x="8033731" y="3053096"/>
                  </a:lnTo>
                  <a:lnTo>
                    <a:pt x="8034546" y="3116972"/>
                  </a:lnTo>
                  <a:lnTo>
                    <a:pt x="8034546" y="3116972"/>
                  </a:lnTo>
                  <a:lnTo>
                    <a:pt x="8035360" y="3116972"/>
                  </a:lnTo>
                  <a:lnTo>
                    <a:pt x="8036175" y="3116972"/>
                  </a:lnTo>
                  <a:lnTo>
                    <a:pt x="8036990" y="3116972"/>
                  </a:lnTo>
                  <a:lnTo>
                    <a:pt x="8037805" y="3116972"/>
                  </a:lnTo>
                  <a:lnTo>
                    <a:pt x="8038619" y="3087385"/>
                  </a:lnTo>
                  <a:lnTo>
                    <a:pt x="8039434" y="3037510"/>
                  </a:lnTo>
                  <a:lnTo>
                    <a:pt x="8040249" y="3022957"/>
                  </a:lnTo>
                  <a:lnTo>
                    <a:pt x="8041064" y="3023814"/>
                  </a:lnTo>
                  <a:lnTo>
                    <a:pt x="8041879" y="3060669"/>
                  </a:lnTo>
                  <a:lnTo>
                    <a:pt x="8042693" y="3046095"/>
                  </a:lnTo>
                  <a:lnTo>
                    <a:pt x="8043508" y="2974693"/>
                  </a:lnTo>
                  <a:lnTo>
                    <a:pt x="8044323" y="2921630"/>
                  </a:lnTo>
                  <a:lnTo>
                    <a:pt x="8045138" y="2871116"/>
                  </a:lnTo>
                  <a:lnTo>
                    <a:pt x="8045952" y="2871033"/>
                  </a:lnTo>
                  <a:lnTo>
                    <a:pt x="8046767" y="2921465"/>
                  </a:lnTo>
                  <a:lnTo>
                    <a:pt x="8047582" y="2987654"/>
                  </a:lnTo>
                  <a:lnTo>
                    <a:pt x="8048397" y="3116972"/>
                  </a:lnTo>
                  <a:lnTo>
                    <a:pt x="8048397" y="3116972"/>
                  </a:lnTo>
                  <a:lnTo>
                    <a:pt x="8049212" y="3116972"/>
                  </a:lnTo>
                  <a:lnTo>
                    <a:pt x="8050026" y="3116972"/>
                  </a:lnTo>
                  <a:lnTo>
                    <a:pt x="8050841" y="3109052"/>
                  </a:lnTo>
                  <a:lnTo>
                    <a:pt x="8051656" y="3004932"/>
                  </a:lnTo>
                  <a:lnTo>
                    <a:pt x="8052471" y="2986140"/>
                  </a:lnTo>
                  <a:lnTo>
                    <a:pt x="8053286" y="2930223"/>
                  </a:lnTo>
                  <a:lnTo>
                    <a:pt x="8054100" y="2900758"/>
                  </a:lnTo>
                  <a:lnTo>
                    <a:pt x="8054915" y="2964722"/>
                  </a:lnTo>
                  <a:lnTo>
                    <a:pt x="8055730" y="3073418"/>
                  </a:lnTo>
                  <a:lnTo>
                    <a:pt x="8056545" y="3116524"/>
                  </a:lnTo>
                  <a:lnTo>
                    <a:pt x="8057359" y="3095266"/>
                  </a:lnTo>
                  <a:lnTo>
                    <a:pt x="8058174" y="2946556"/>
                  </a:lnTo>
                  <a:lnTo>
                    <a:pt x="8058989" y="2803870"/>
                  </a:lnTo>
                  <a:lnTo>
                    <a:pt x="8059804" y="2694213"/>
                  </a:lnTo>
                  <a:lnTo>
                    <a:pt x="8060619" y="2642545"/>
                  </a:lnTo>
                  <a:lnTo>
                    <a:pt x="8061433" y="2557448"/>
                  </a:lnTo>
                  <a:lnTo>
                    <a:pt x="8062248" y="2547244"/>
                  </a:lnTo>
                  <a:lnTo>
                    <a:pt x="8063063" y="2667911"/>
                  </a:lnTo>
                  <a:lnTo>
                    <a:pt x="8063878" y="2841761"/>
                  </a:lnTo>
                  <a:lnTo>
                    <a:pt x="8064692" y="2979677"/>
                  </a:lnTo>
                  <a:lnTo>
                    <a:pt x="8065507" y="3062182"/>
                  </a:lnTo>
                  <a:lnTo>
                    <a:pt x="8066322" y="3116972"/>
                  </a:lnTo>
                  <a:lnTo>
                    <a:pt x="8066322" y="3116972"/>
                  </a:lnTo>
                  <a:lnTo>
                    <a:pt x="8067137" y="3116972"/>
                  </a:lnTo>
                  <a:lnTo>
                    <a:pt x="8067952" y="3116972"/>
                  </a:lnTo>
                  <a:lnTo>
                    <a:pt x="8068766" y="3116972"/>
                  </a:lnTo>
                  <a:lnTo>
                    <a:pt x="8069581" y="3116972"/>
                  </a:lnTo>
                  <a:lnTo>
                    <a:pt x="8070396" y="3116972"/>
                  </a:lnTo>
                  <a:lnTo>
                    <a:pt x="8071211" y="3116972"/>
                  </a:lnTo>
                  <a:lnTo>
                    <a:pt x="8072025" y="3116972"/>
                  </a:lnTo>
                  <a:lnTo>
                    <a:pt x="8072840" y="3116972"/>
                  </a:lnTo>
                  <a:lnTo>
                    <a:pt x="8073655" y="3108485"/>
                  </a:lnTo>
                  <a:lnTo>
                    <a:pt x="8074470" y="3113976"/>
                  </a:lnTo>
                  <a:lnTo>
                    <a:pt x="8075285" y="3116972"/>
                  </a:lnTo>
                  <a:lnTo>
                    <a:pt x="8075285" y="3116972"/>
                  </a:lnTo>
                  <a:lnTo>
                    <a:pt x="8076099" y="3116972"/>
                  </a:lnTo>
                  <a:lnTo>
                    <a:pt x="8076914" y="3116972"/>
                  </a:lnTo>
                  <a:lnTo>
                    <a:pt x="8077729" y="3116972"/>
                  </a:lnTo>
                  <a:lnTo>
                    <a:pt x="8078544" y="3070724"/>
                  </a:lnTo>
                  <a:lnTo>
                    <a:pt x="8079358" y="2992917"/>
                  </a:lnTo>
                  <a:lnTo>
                    <a:pt x="8080173" y="2929926"/>
                  </a:lnTo>
                  <a:lnTo>
                    <a:pt x="8080988" y="2838163"/>
                  </a:lnTo>
                  <a:lnTo>
                    <a:pt x="8081803" y="2813070"/>
                  </a:lnTo>
                  <a:lnTo>
                    <a:pt x="8082618" y="2960565"/>
                  </a:lnTo>
                  <a:lnTo>
                    <a:pt x="8083432" y="3087479"/>
                  </a:lnTo>
                  <a:lnTo>
                    <a:pt x="8084247" y="3116972"/>
                  </a:lnTo>
                  <a:lnTo>
                    <a:pt x="8084247" y="3116972"/>
                  </a:lnTo>
                  <a:lnTo>
                    <a:pt x="8085062" y="3116972"/>
                  </a:lnTo>
                  <a:lnTo>
                    <a:pt x="8085877" y="3116972"/>
                  </a:lnTo>
                  <a:lnTo>
                    <a:pt x="8086692" y="3116972"/>
                  </a:lnTo>
                  <a:lnTo>
                    <a:pt x="8087506" y="3116972"/>
                  </a:lnTo>
                  <a:lnTo>
                    <a:pt x="8088321" y="3116972"/>
                  </a:lnTo>
                  <a:lnTo>
                    <a:pt x="8089136" y="3116972"/>
                  </a:lnTo>
                  <a:lnTo>
                    <a:pt x="8089951" y="3106348"/>
                  </a:lnTo>
                  <a:lnTo>
                    <a:pt x="8090765" y="3105759"/>
                  </a:lnTo>
                  <a:lnTo>
                    <a:pt x="8091580" y="3116524"/>
                  </a:lnTo>
                  <a:lnTo>
                    <a:pt x="8092395" y="3116972"/>
                  </a:lnTo>
                  <a:lnTo>
                    <a:pt x="8092395" y="3116972"/>
                  </a:lnTo>
                  <a:lnTo>
                    <a:pt x="8093210" y="3116972"/>
                  </a:lnTo>
                  <a:lnTo>
                    <a:pt x="8094025" y="3116972"/>
                  </a:lnTo>
                  <a:lnTo>
                    <a:pt x="8094839" y="3104609"/>
                  </a:lnTo>
                  <a:lnTo>
                    <a:pt x="8095654" y="3107221"/>
                  </a:lnTo>
                  <a:lnTo>
                    <a:pt x="8096469" y="3113672"/>
                  </a:lnTo>
                  <a:lnTo>
                    <a:pt x="8097284" y="3116972"/>
                  </a:lnTo>
                  <a:lnTo>
                    <a:pt x="8097284" y="3116972"/>
                  </a:lnTo>
                  <a:lnTo>
                    <a:pt x="8098098" y="3116972"/>
                  </a:lnTo>
                  <a:lnTo>
                    <a:pt x="8098913" y="3116972"/>
                  </a:lnTo>
                  <a:lnTo>
                    <a:pt x="8099728" y="3116972"/>
                  </a:lnTo>
                  <a:lnTo>
                    <a:pt x="8100543" y="3116972"/>
                  </a:lnTo>
                  <a:lnTo>
                    <a:pt x="8101358" y="3116972"/>
                  </a:lnTo>
                  <a:lnTo>
                    <a:pt x="8102172" y="3076787"/>
                  </a:lnTo>
                  <a:lnTo>
                    <a:pt x="8102987" y="3039590"/>
                  </a:lnTo>
                  <a:lnTo>
                    <a:pt x="8103802" y="3052268"/>
                  </a:lnTo>
                  <a:lnTo>
                    <a:pt x="8104617" y="3083032"/>
                  </a:lnTo>
                  <a:lnTo>
                    <a:pt x="8105431" y="3116972"/>
                  </a:lnTo>
                  <a:lnTo>
                    <a:pt x="8105431" y="3116972"/>
                  </a:lnTo>
                  <a:lnTo>
                    <a:pt x="8106246" y="3116972"/>
                  </a:lnTo>
                  <a:lnTo>
                    <a:pt x="8107061" y="3116972"/>
                  </a:lnTo>
                  <a:lnTo>
                    <a:pt x="8107876" y="3116972"/>
                  </a:lnTo>
                  <a:lnTo>
                    <a:pt x="8108691" y="3116972"/>
                  </a:lnTo>
                  <a:lnTo>
                    <a:pt x="8109505" y="3116972"/>
                  </a:lnTo>
                  <a:lnTo>
                    <a:pt x="8110320" y="2968474"/>
                  </a:lnTo>
                  <a:lnTo>
                    <a:pt x="8111135" y="2925765"/>
                  </a:lnTo>
                  <a:lnTo>
                    <a:pt x="8111950" y="2886495"/>
                  </a:lnTo>
                  <a:lnTo>
                    <a:pt x="8112764" y="2765899"/>
                  </a:lnTo>
                  <a:lnTo>
                    <a:pt x="8113579" y="2705434"/>
                  </a:lnTo>
                  <a:lnTo>
                    <a:pt x="8114394" y="2769415"/>
                  </a:lnTo>
                  <a:lnTo>
                    <a:pt x="8115209" y="2862767"/>
                  </a:lnTo>
                  <a:lnTo>
                    <a:pt x="8116024" y="2882162"/>
                  </a:lnTo>
                  <a:lnTo>
                    <a:pt x="8116838" y="2919796"/>
                  </a:lnTo>
                  <a:lnTo>
                    <a:pt x="8117653" y="3046352"/>
                  </a:lnTo>
                  <a:lnTo>
                    <a:pt x="8118468" y="3116972"/>
                  </a:lnTo>
                  <a:lnTo>
                    <a:pt x="8118468" y="3116972"/>
                  </a:lnTo>
                  <a:lnTo>
                    <a:pt x="8119283" y="3116972"/>
                  </a:lnTo>
                  <a:lnTo>
                    <a:pt x="8120097" y="3116972"/>
                  </a:lnTo>
                  <a:lnTo>
                    <a:pt x="8120912" y="3116972"/>
                  </a:lnTo>
                  <a:lnTo>
                    <a:pt x="8121727" y="3116972"/>
                  </a:lnTo>
                  <a:lnTo>
                    <a:pt x="8122542" y="3116972"/>
                  </a:lnTo>
                  <a:lnTo>
                    <a:pt x="8123357" y="3067531"/>
                  </a:lnTo>
                  <a:lnTo>
                    <a:pt x="8124171" y="2998163"/>
                  </a:lnTo>
                  <a:lnTo>
                    <a:pt x="8124986" y="2881666"/>
                  </a:lnTo>
                  <a:lnTo>
                    <a:pt x="8125801" y="2839969"/>
                  </a:lnTo>
                  <a:lnTo>
                    <a:pt x="8126616" y="2874885"/>
                  </a:lnTo>
                  <a:lnTo>
                    <a:pt x="8127431" y="2956392"/>
                  </a:lnTo>
                  <a:lnTo>
                    <a:pt x="8128245" y="3015888"/>
                  </a:lnTo>
                  <a:lnTo>
                    <a:pt x="8129060" y="3113599"/>
                  </a:lnTo>
                  <a:lnTo>
                    <a:pt x="8129875" y="3116972"/>
                  </a:lnTo>
                  <a:lnTo>
                    <a:pt x="8129875" y="3116972"/>
                  </a:lnTo>
                  <a:lnTo>
                    <a:pt x="8130690" y="3116972"/>
                  </a:lnTo>
                  <a:lnTo>
                    <a:pt x="8131504" y="3116972"/>
                  </a:lnTo>
                  <a:lnTo>
                    <a:pt x="8132319" y="3116972"/>
                  </a:lnTo>
                  <a:lnTo>
                    <a:pt x="8133134" y="3072476"/>
                  </a:lnTo>
                  <a:lnTo>
                    <a:pt x="8133949" y="3067120"/>
                  </a:lnTo>
                  <a:lnTo>
                    <a:pt x="8134764" y="3041741"/>
                  </a:lnTo>
                  <a:lnTo>
                    <a:pt x="8135578" y="2966010"/>
                  </a:lnTo>
                  <a:lnTo>
                    <a:pt x="8136393" y="2979369"/>
                  </a:lnTo>
                  <a:lnTo>
                    <a:pt x="8137208" y="3072729"/>
                  </a:lnTo>
                  <a:lnTo>
                    <a:pt x="8138023" y="3098339"/>
                  </a:lnTo>
                  <a:lnTo>
                    <a:pt x="8138837" y="3044624"/>
                  </a:lnTo>
                  <a:lnTo>
                    <a:pt x="8139652" y="2994951"/>
                  </a:lnTo>
                  <a:lnTo>
                    <a:pt x="8140467" y="2964621"/>
                  </a:lnTo>
                  <a:lnTo>
                    <a:pt x="8141282" y="2857429"/>
                  </a:lnTo>
                  <a:lnTo>
                    <a:pt x="8142097" y="2792748"/>
                  </a:lnTo>
                  <a:lnTo>
                    <a:pt x="8142911" y="2810031"/>
                  </a:lnTo>
                  <a:lnTo>
                    <a:pt x="8143726" y="2878117"/>
                  </a:lnTo>
                  <a:lnTo>
                    <a:pt x="8144541" y="2932517"/>
                  </a:lnTo>
                  <a:lnTo>
                    <a:pt x="8145356" y="3013286"/>
                  </a:lnTo>
                  <a:lnTo>
                    <a:pt x="8146170" y="3116972"/>
                  </a:lnTo>
                  <a:lnTo>
                    <a:pt x="8146170" y="3116972"/>
                  </a:lnTo>
                  <a:lnTo>
                    <a:pt x="8146985" y="3116972"/>
                  </a:lnTo>
                  <a:lnTo>
                    <a:pt x="8147800" y="3062969"/>
                  </a:lnTo>
                  <a:lnTo>
                    <a:pt x="8148615" y="2995284"/>
                  </a:lnTo>
                  <a:lnTo>
                    <a:pt x="8149430" y="2901780"/>
                  </a:lnTo>
                  <a:lnTo>
                    <a:pt x="8150244" y="2762636"/>
                  </a:lnTo>
                  <a:lnTo>
                    <a:pt x="8151059" y="2663798"/>
                  </a:lnTo>
                  <a:lnTo>
                    <a:pt x="8151874" y="2670580"/>
                  </a:lnTo>
                  <a:lnTo>
                    <a:pt x="8152689" y="2758642"/>
                  </a:lnTo>
                  <a:lnTo>
                    <a:pt x="8153503" y="2788968"/>
                  </a:lnTo>
                  <a:lnTo>
                    <a:pt x="8154318" y="2839433"/>
                  </a:lnTo>
                  <a:lnTo>
                    <a:pt x="8155133" y="2998105"/>
                  </a:lnTo>
                  <a:lnTo>
                    <a:pt x="8155948" y="3116972"/>
                  </a:lnTo>
                  <a:lnTo>
                    <a:pt x="8155948" y="3116972"/>
                  </a:lnTo>
                  <a:lnTo>
                    <a:pt x="8156763" y="3116972"/>
                  </a:lnTo>
                  <a:lnTo>
                    <a:pt x="8157577" y="3116972"/>
                  </a:lnTo>
                  <a:lnTo>
                    <a:pt x="8158392" y="3116972"/>
                  </a:lnTo>
                  <a:lnTo>
                    <a:pt x="8159207" y="3116972"/>
                  </a:lnTo>
                  <a:lnTo>
                    <a:pt x="8160022" y="3116972"/>
                  </a:lnTo>
                  <a:lnTo>
                    <a:pt x="8160836" y="3116972"/>
                  </a:lnTo>
                  <a:lnTo>
                    <a:pt x="8161651" y="3116972"/>
                  </a:lnTo>
                  <a:lnTo>
                    <a:pt x="8162466" y="3021700"/>
                  </a:lnTo>
                  <a:lnTo>
                    <a:pt x="8163281" y="2981504"/>
                  </a:lnTo>
                  <a:lnTo>
                    <a:pt x="8164096" y="2996290"/>
                  </a:lnTo>
                  <a:lnTo>
                    <a:pt x="8164910" y="2986567"/>
                  </a:lnTo>
                  <a:lnTo>
                    <a:pt x="8165725" y="2924969"/>
                  </a:lnTo>
                  <a:lnTo>
                    <a:pt x="8166540" y="2968452"/>
                  </a:lnTo>
                  <a:lnTo>
                    <a:pt x="8167355" y="3090665"/>
                  </a:lnTo>
                  <a:lnTo>
                    <a:pt x="8168170" y="3101576"/>
                  </a:lnTo>
                  <a:lnTo>
                    <a:pt x="8168984" y="3013036"/>
                  </a:lnTo>
                  <a:lnTo>
                    <a:pt x="8169799" y="2941176"/>
                  </a:lnTo>
                  <a:lnTo>
                    <a:pt x="8170614" y="2951401"/>
                  </a:lnTo>
                  <a:lnTo>
                    <a:pt x="8171429" y="2979123"/>
                  </a:lnTo>
                  <a:lnTo>
                    <a:pt x="8172243" y="2980806"/>
                  </a:lnTo>
                  <a:lnTo>
                    <a:pt x="8173058" y="2945825"/>
                  </a:lnTo>
                  <a:lnTo>
                    <a:pt x="8173873" y="2948994"/>
                  </a:lnTo>
                  <a:lnTo>
                    <a:pt x="8174688" y="2977605"/>
                  </a:lnTo>
                  <a:lnTo>
                    <a:pt x="8175503" y="2942696"/>
                  </a:lnTo>
                  <a:lnTo>
                    <a:pt x="8176317" y="2916015"/>
                  </a:lnTo>
                  <a:lnTo>
                    <a:pt x="8177132" y="2963861"/>
                  </a:lnTo>
                  <a:lnTo>
                    <a:pt x="8177947" y="2984455"/>
                  </a:lnTo>
                  <a:lnTo>
                    <a:pt x="8178762" y="2939847"/>
                  </a:lnTo>
                  <a:lnTo>
                    <a:pt x="8179576" y="2887837"/>
                  </a:lnTo>
                  <a:lnTo>
                    <a:pt x="8180391" y="2937418"/>
                  </a:lnTo>
                  <a:lnTo>
                    <a:pt x="8181206" y="2965146"/>
                  </a:lnTo>
                  <a:lnTo>
                    <a:pt x="8182021" y="2932749"/>
                  </a:lnTo>
                  <a:lnTo>
                    <a:pt x="8182836" y="2936094"/>
                  </a:lnTo>
                  <a:lnTo>
                    <a:pt x="8183650" y="2983438"/>
                  </a:lnTo>
                  <a:lnTo>
                    <a:pt x="8184465" y="3053160"/>
                  </a:lnTo>
                  <a:lnTo>
                    <a:pt x="8185280" y="3116972"/>
                  </a:lnTo>
                  <a:lnTo>
                    <a:pt x="8185280" y="3116972"/>
                  </a:lnTo>
                  <a:lnTo>
                    <a:pt x="8186095" y="3116972"/>
                  </a:lnTo>
                  <a:lnTo>
                    <a:pt x="8186909" y="3115209"/>
                  </a:lnTo>
                  <a:lnTo>
                    <a:pt x="8187724" y="3116972"/>
                  </a:lnTo>
                  <a:lnTo>
                    <a:pt x="8187724" y="3116972"/>
                  </a:lnTo>
                  <a:lnTo>
                    <a:pt x="8188539" y="3116972"/>
                  </a:lnTo>
                  <a:lnTo>
                    <a:pt x="8189354" y="3116972"/>
                  </a:lnTo>
                  <a:lnTo>
                    <a:pt x="8190169" y="3116972"/>
                  </a:lnTo>
                  <a:lnTo>
                    <a:pt x="8190983" y="3116972"/>
                  </a:lnTo>
                  <a:lnTo>
                    <a:pt x="8191798" y="3116972"/>
                  </a:lnTo>
                  <a:lnTo>
                    <a:pt x="8192613" y="3065415"/>
                  </a:lnTo>
                  <a:lnTo>
                    <a:pt x="8193428" y="2900646"/>
                  </a:lnTo>
                  <a:lnTo>
                    <a:pt x="8194242" y="2843826"/>
                  </a:lnTo>
                  <a:lnTo>
                    <a:pt x="8195057" y="2829452"/>
                  </a:lnTo>
                  <a:lnTo>
                    <a:pt x="8195872" y="2915397"/>
                  </a:lnTo>
                  <a:lnTo>
                    <a:pt x="8196687" y="3062688"/>
                  </a:lnTo>
                  <a:lnTo>
                    <a:pt x="8197502" y="3087544"/>
                  </a:lnTo>
                  <a:lnTo>
                    <a:pt x="8198316" y="3082683"/>
                  </a:lnTo>
                  <a:lnTo>
                    <a:pt x="8199131" y="3047395"/>
                  </a:lnTo>
                  <a:lnTo>
                    <a:pt x="8199946" y="3026153"/>
                  </a:lnTo>
                  <a:lnTo>
                    <a:pt x="8200761" y="3031096"/>
                  </a:lnTo>
                  <a:lnTo>
                    <a:pt x="8201575" y="3010376"/>
                  </a:lnTo>
                  <a:lnTo>
                    <a:pt x="8202390" y="2955424"/>
                  </a:lnTo>
                  <a:lnTo>
                    <a:pt x="8203205" y="2955823"/>
                  </a:lnTo>
                  <a:lnTo>
                    <a:pt x="8204020" y="3008960"/>
                  </a:lnTo>
                  <a:lnTo>
                    <a:pt x="8204835" y="3038411"/>
                  </a:lnTo>
                  <a:lnTo>
                    <a:pt x="8205649" y="3020801"/>
                  </a:lnTo>
                  <a:lnTo>
                    <a:pt x="8206464" y="3002543"/>
                  </a:lnTo>
                  <a:lnTo>
                    <a:pt x="8207279" y="2947093"/>
                  </a:lnTo>
                  <a:lnTo>
                    <a:pt x="8208094" y="2876014"/>
                  </a:lnTo>
                  <a:lnTo>
                    <a:pt x="8208909" y="2822626"/>
                  </a:lnTo>
                  <a:lnTo>
                    <a:pt x="8209723" y="2758718"/>
                  </a:lnTo>
                  <a:lnTo>
                    <a:pt x="8210538" y="2711830"/>
                  </a:lnTo>
                  <a:lnTo>
                    <a:pt x="8211353" y="2738658"/>
                  </a:lnTo>
                  <a:lnTo>
                    <a:pt x="8212168" y="2857884"/>
                  </a:lnTo>
                  <a:lnTo>
                    <a:pt x="8212982" y="2906938"/>
                  </a:lnTo>
                  <a:lnTo>
                    <a:pt x="8213797" y="2955093"/>
                  </a:lnTo>
                  <a:lnTo>
                    <a:pt x="8214612" y="3005371"/>
                  </a:lnTo>
                  <a:lnTo>
                    <a:pt x="8215427" y="3000958"/>
                  </a:lnTo>
                  <a:lnTo>
                    <a:pt x="8216242" y="2948201"/>
                  </a:lnTo>
                  <a:lnTo>
                    <a:pt x="8217056" y="2926709"/>
                  </a:lnTo>
                  <a:lnTo>
                    <a:pt x="8217871" y="2959063"/>
                  </a:lnTo>
                  <a:lnTo>
                    <a:pt x="8218686" y="2991431"/>
                  </a:lnTo>
                  <a:lnTo>
                    <a:pt x="8219501" y="3039370"/>
                  </a:lnTo>
                  <a:lnTo>
                    <a:pt x="8220315" y="3076873"/>
                  </a:lnTo>
                  <a:lnTo>
                    <a:pt x="8221130" y="3058923"/>
                  </a:lnTo>
                  <a:lnTo>
                    <a:pt x="8221945" y="3087453"/>
                  </a:lnTo>
                  <a:lnTo>
                    <a:pt x="8222760" y="3116972"/>
                  </a:lnTo>
                  <a:lnTo>
                    <a:pt x="8222760" y="3116972"/>
                  </a:lnTo>
                  <a:lnTo>
                    <a:pt x="8223575" y="3103695"/>
                  </a:lnTo>
                  <a:lnTo>
                    <a:pt x="8224389" y="3041501"/>
                  </a:lnTo>
                  <a:lnTo>
                    <a:pt x="8225204" y="3055301"/>
                  </a:lnTo>
                  <a:lnTo>
                    <a:pt x="8226019" y="3102262"/>
                  </a:lnTo>
                  <a:lnTo>
                    <a:pt x="8226834" y="3073734"/>
                  </a:lnTo>
                  <a:lnTo>
                    <a:pt x="8227648" y="3040395"/>
                  </a:lnTo>
                  <a:lnTo>
                    <a:pt x="8228463" y="3030360"/>
                  </a:lnTo>
                  <a:lnTo>
                    <a:pt x="8229278" y="3058242"/>
                  </a:lnTo>
                  <a:lnTo>
                    <a:pt x="8230093" y="3058242"/>
                  </a:lnTo>
                  <a:lnTo>
                    <a:pt x="8230908" y="3092958"/>
                  </a:lnTo>
                  <a:lnTo>
                    <a:pt x="8231722" y="3116714"/>
                  </a:lnTo>
                  <a:lnTo>
                    <a:pt x="8232537" y="3095826"/>
                  </a:lnTo>
                  <a:lnTo>
                    <a:pt x="8233352" y="3059208"/>
                  </a:lnTo>
                  <a:lnTo>
                    <a:pt x="8234167" y="3057883"/>
                  </a:lnTo>
                  <a:lnTo>
                    <a:pt x="8234981" y="3053218"/>
                  </a:lnTo>
                  <a:lnTo>
                    <a:pt x="8235796" y="3030771"/>
                  </a:lnTo>
                  <a:lnTo>
                    <a:pt x="8236611" y="2969482"/>
                  </a:lnTo>
                  <a:lnTo>
                    <a:pt x="8237426" y="2948023"/>
                  </a:lnTo>
                  <a:lnTo>
                    <a:pt x="8238241" y="2950251"/>
                  </a:lnTo>
                  <a:lnTo>
                    <a:pt x="8239055" y="2918657"/>
                  </a:lnTo>
                  <a:lnTo>
                    <a:pt x="8239870" y="2913535"/>
                  </a:lnTo>
                  <a:lnTo>
                    <a:pt x="8240685" y="2901267"/>
                  </a:lnTo>
                  <a:lnTo>
                    <a:pt x="8241500" y="2938799"/>
                  </a:lnTo>
                  <a:lnTo>
                    <a:pt x="8242314" y="2981145"/>
                  </a:lnTo>
                  <a:lnTo>
                    <a:pt x="8243129" y="3012124"/>
                  </a:lnTo>
                  <a:lnTo>
                    <a:pt x="8243944" y="2996281"/>
                  </a:lnTo>
                  <a:lnTo>
                    <a:pt x="8244759" y="3003193"/>
                  </a:lnTo>
                  <a:lnTo>
                    <a:pt x="8245574" y="3020681"/>
                  </a:lnTo>
                  <a:lnTo>
                    <a:pt x="8246388" y="2973150"/>
                  </a:lnTo>
                  <a:lnTo>
                    <a:pt x="8247203" y="2948569"/>
                  </a:lnTo>
                  <a:lnTo>
                    <a:pt x="8248018" y="2921657"/>
                  </a:lnTo>
                  <a:lnTo>
                    <a:pt x="8248833" y="3006211"/>
                  </a:lnTo>
                  <a:lnTo>
                    <a:pt x="8249648" y="2981160"/>
                  </a:lnTo>
                  <a:lnTo>
                    <a:pt x="8250462" y="2929714"/>
                  </a:lnTo>
                  <a:lnTo>
                    <a:pt x="8251277" y="2961794"/>
                  </a:lnTo>
                  <a:lnTo>
                    <a:pt x="8252092" y="3001329"/>
                  </a:lnTo>
                  <a:lnTo>
                    <a:pt x="8252907" y="3054611"/>
                  </a:lnTo>
                  <a:lnTo>
                    <a:pt x="8253721" y="3018819"/>
                  </a:lnTo>
                  <a:lnTo>
                    <a:pt x="8254536" y="3040343"/>
                  </a:lnTo>
                  <a:lnTo>
                    <a:pt x="8255351" y="2982771"/>
                  </a:lnTo>
                  <a:lnTo>
                    <a:pt x="8256166" y="2941514"/>
                  </a:lnTo>
                  <a:lnTo>
                    <a:pt x="8256981" y="2962455"/>
                  </a:lnTo>
                  <a:lnTo>
                    <a:pt x="8257795" y="2944032"/>
                  </a:lnTo>
                  <a:lnTo>
                    <a:pt x="8258610" y="2886988"/>
                  </a:lnTo>
                  <a:lnTo>
                    <a:pt x="8259425" y="2863717"/>
                  </a:lnTo>
                  <a:lnTo>
                    <a:pt x="8260240" y="2941931"/>
                  </a:lnTo>
                  <a:lnTo>
                    <a:pt x="8261054" y="2949679"/>
                  </a:lnTo>
                  <a:lnTo>
                    <a:pt x="8261869" y="2864963"/>
                  </a:lnTo>
                  <a:lnTo>
                    <a:pt x="8262684" y="2860424"/>
                  </a:lnTo>
                  <a:lnTo>
                    <a:pt x="8263499" y="2933249"/>
                  </a:lnTo>
                  <a:lnTo>
                    <a:pt x="8264314" y="2964398"/>
                  </a:lnTo>
                  <a:lnTo>
                    <a:pt x="8265128" y="2966167"/>
                  </a:lnTo>
                  <a:lnTo>
                    <a:pt x="8265943" y="3032596"/>
                  </a:lnTo>
                  <a:lnTo>
                    <a:pt x="8266758" y="3081419"/>
                  </a:lnTo>
                  <a:lnTo>
                    <a:pt x="8267573" y="3108655"/>
                  </a:lnTo>
                  <a:lnTo>
                    <a:pt x="8268387" y="3116972"/>
                  </a:lnTo>
                  <a:lnTo>
                    <a:pt x="8268387" y="3116972"/>
                  </a:lnTo>
                  <a:lnTo>
                    <a:pt x="8269202" y="3116972"/>
                  </a:lnTo>
                  <a:lnTo>
                    <a:pt x="8270017" y="3116972"/>
                  </a:lnTo>
                  <a:lnTo>
                    <a:pt x="8270832" y="3116972"/>
                  </a:lnTo>
                  <a:lnTo>
                    <a:pt x="8271647" y="3116972"/>
                  </a:lnTo>
                  <a:lnTo>
                    <a:pt x="8272461" y="3092076"/>
                  </a:lnTo>
                  <a:lnTo>
                    <a:pt x="8273276" y="3108126"/>
                  </a:lnTo>
                  <a:lnTo>
                    <a:pt x="8274091" y="3116972"/>
                  </a:lnTo>
                  <a:lnTo>
                    <a:pt x="8274091" y="3116972"/>
                  </a:lnTo>
                  <a:lnTo>
                    <a:pt x="8274906" y="3116972"/>
                  </a:lnTo>
                  <a:lnTo>
                    <a:pt x="8275720" y="3116972"/>
                  </a:lnTo>
                  <a:lnTo>
                    <a:pt x="8276535" y="3116972"/>
                  </a:lnTo>
                  <a:lnTo>
                    <a:pt x="8277350" y="3116972"/>
                  </a:lnTo>
                  <a:lnTo>
                    <a:pt x="8278165" y="3069833"/>
                  </a:lnTo>
                  <a:lnTo>
                    <a:pt x="8278980" y="3044277"/>
                  </a:lnTo>
                  <a:lnTo>
                    <a:pt x="8279794" y="3058242"/>
                  </a:lnTo>
                  <a:lnTo>
                    <a:pt x="8280609" y="3083178"/>
                  </a:lnTo>
                  <a:lnTo>
                    <a:pt x="8281424" y="3116972"/>
                  </a:lnTo>
                  <a:lnTo>
                    <a:pt x="8281424" y="3116972"/>
                  </a:lnTo>
                  <a:lnTo>
                    <a:pt x="8282239" y="3116972"/>
                  </a:lnTo>
                  <a:lnTo>
                    <a:pt x="8283053" y="3116972"/>
                  </a:lnTo>
                  <a:lnTo>
                    <a:pt x="8283868" y="3116972"/>
                  </a:lnTo>
                  <a:lnTo>
                    <a:pt x="8284683" y="3116972"/>
                  </a:lnTo>
                  <a:lnTo>
                    <a:pt x="8285498" y="3116972"/>
                  </a:lnTo>
                  <a:lnTo>
                    <a:pt x="8286313" y="3116972"/>
                  </a:lnTo>
                  <a:lnTo>
                    <a:pt x="8287127" y="3116972"/>
                  </a:lnTo>
                  <a:lnTo>
                    <a:pt x="8287942" y="3067685"/>
                  </a:lnTo>
                  <a:lnTo>
                    <a:pt x="8288757" y="2995828"/>
                  </a:lnTo>
                  <a:lnTo>
                    <a:pt x="8289572" y="2966066"/>
                  </a:lnTo>
                  <a:lnTo>
                    <a:pt x="8290387" y="3045519"/>
                  </a:lnTo>
                  <a:lnTo>
                    <a:pt x="8291201" y="3116972"/>
                  </a:lnTo>
                  <a:lnTo>
                    <a:pt x="8291201" y="3116972"/>
                  </a:lnTo>
                  <a:lnTo>
                    <a:pt x="8292016" y="3116972"/>
                  </a:lnTo>
                  <a:lnTo>
                    <a:pt x="8292831" y="3108377"/>
                  </a:lnTo>
                  <a:lnTo>
                    <a:pt x="8293646" y="3116972"/>
                  </a:lnTo>
                  <a:lnTo>
                    <a:pt x="8293646" y="3116972"/>
                  </a:lnTo>
                  <a:lnTo>
                    <a:pt x="8294460" y="3116972"/>
                  </a:lnTo>
                  <a:lnTo>
                    <a:pt x="8295275" y="3090747"/>
                  </a:lnTo>
                  <a:lnTo>
                    <a:pt x="8296090" y="3068203"/>
                  </a:lnTo>
                  <a:lnTo>
                    <a:pt x="8296905" y="3116972"/>
                  </a:lnTo>
                  <a:lnTo>
                    <a:pt x="8296905" y="3116972"/>
                  </a:lnTo>
                  <a:lnTo>
                    <a:pt x="8297720" y="3100252"/>
                  </a:lnTo>
                  <a:lnTo>
                    <a:pt x="8298534" y="2977280"/>
                  </a:lnTo>
                  <a:lnTo>
                    <a:pt x="8299349" y="2943095"/>
                  </a:lnTo>
                  <a:lnTo>
                    <a:pt x="8300164" y="2913012"/>
                  </a:lnTo>
                  <a:lnTo>
                    <a:pt x="8300979" y="2839516"/>
                  </a:lnTo>
                  <a:lnTo>
                    <a:pt x="8301793" y="2780349"/>
                  </a:lnTo>
                  <a:lnTo>
                    <a:pt x="8302608" y="2864716"/>
                  </a:lnTo>
                  <a:lnTo>
                    <a:pt x="8303423" y="2955375"/>
                  </a:lnTo>
                  <a:lnTo>
                    <a:pt x="8304238" y="2965075"/>
                  </a:lnTo>
                  <a:lnTo>
                    <a:pt x="8305053" y="2989668"/>
                  </a:lnTo>
                  <a:lnTo>
                    <a:pt x="8305867" y="3030092"/>
                  </a:lnTo>
                  <a:lnTo>
                    <a:pt x="8306682" y="3104717"/>
                  </a:lnTo>
                  <a:lnTo>
                    <a:pt x="8307497" y="3091627"/>
                  </a:lnTo>
                  <a:lnTo>
                    <a:pt x="8308312" y="3092521"/>
                  </a:lnTo>
                  <a:lnTo>
                    <a:pt x="8309126" y="3116972"/>
                  </a:lnTo>
                  <a:lnTo>
                    <a:pt x="8309126" y="3116972"/>
                  </a:lnTo>
                  <a:lnTo>
                    <a:pt x="8309941" y="3116972"/>
                  </a:lnTo>
                  <a:lnTo>
                    <a:pt x="8310756" y="3116972"/>
                  </a:lnTo>
                  <a:lnTo>
                    <a:pt x="8311571" y="3078804"/>
                  </a:lnTo>
                  <a:lnTo>
                    <a:pt x="8312386" y="3043057"/>
                  </a:lnTo>
                  <a:lnTo>
                    <a:pt x="8313200" y="2992322"/>
                  </a:lnTo>
                  <a:lnTo>
                    <a:pt x="8314015" y="2958188"/>
                  </a:lnTo>
                  <a:lnTo>
                    <a:pt x="8314830" y="2897135"/>
                  </a:lnTo>
                  <a:lnTo>
                    <a:pt x="8315645" y="2938891"/>
                  </a:lnTo>
                  <a:lnTo>
                    <a:pt x="8316459" y="3019778"/>
                  </a:lnTo>
                  <a:lnTo>
                    <a:pt x="8317274" y="3062412"/>
                  </a:lnTo>
                  <a:lnTo>
                    <a:pt x="8318089" y="3116972"/>
                  </a:lnTo>
                  <a:lnTo>
                    <a:pt x="8318089" y="3116972"/>
                  </a:lnTo>
                  <a:lnTo>
                    <a:pt x="8318904" y="3116972"/>
                  </a:lnTo>
                  <a:lnTo>
                    <a:pt x="8319719" y="3116972"/>
                  </a:lnTo>
                  <a:lnTo>
                    <a:pt x="8320533" y="3116972"/>
                  </a:lnTo>
                  <a:lnTo>
                    <a:pt x="8321348" y="3116972"/>
                  </a:lnTo>
                  <a:lnTo>
                    <a:pt x="8322163" y="3116972"/>
                  </a:lnTo>
                  <a:lnTo>
                    <a:pt x="8322978" y="3102948"/>
                  </a:lnTo>
                  <a:lnTo>
                    <a:pt x="8323792" y="3067054"/>
                  </a:lnTo>
                  <a:lnTo>
                    <a:pt x="8324607" y="3057895"/>
                  </a:lnTo>
                  <a:lnTo>
                    <a:pt x="8325422" y="3004617"/>
                  </a:lnTo>
                  <a:lnTo>
                    <a:pt x="8326237" y="2990804"/>
                  </a:lnTo>
                  <a:lnTo>
                    <a:pt x="8327052" y="3051984"/>
                  </a:lnTo>
                  <a:lnTo>
                    <a:pt x="8327866" y="3116972"/>
                  </a:lnTo>
                  <a:lnTo>
                    <a:pt x="8327866" y="3116972"/>
                  </a:lnTo>
                  <a:lnTo>
                    <a:pt x="8328681" y="3116972"/>
                  </a:lnTo>
                  <a:lnTo>
                    <a:pt x="8329496" y="3097808"/>
                  </a:lnTo>
                  <a:lnTo>
                    <a:pt x="8330311" y="3116972"/>
                  </a:lnTo>
                  <a:lnTo>
                    <a:pt x="8330311" y="3116972"/>
                  </a:lnTo>
                  <a:lnTo>
                    <a:pt x="8331126" y="3116972"/>
                  </a:lnTo>
                  <a:lnTo>
                    <a:pt x="8331940" y="3116972"/>
                  </a:lnTo>
                  <a:lnTo>
                    <a:pt x="8332755" y="3110728"/>
                  </a:lnTo>
                  <a:lnTo>
                    <a:pt x="8333570" y="3104377"/>
                  </a:lnTo>
                  <a:lnTo>
                    <a:pt x="8334385" y="3116972"/>
                  </a:lnTo>
                  <a:lnTo>
                    <a:pt x="8334385" y="3116972"/>
                  </a:lnTo>
                  <a:lnTo>
                    <a:pt x="8335199" y="3116972"/>
                  </a:lnTo>
                  <a:lnTo>
                    <a:pt x="8336014" y="3116972"/>
                  </a:lnTo>
                  <a:lnTo>
                    <a:pt x="8336829" y="3116972"/>
                  </a:lnTo>
                  <a:lnTo>
                    <a:pt x="8337644" y="3116972"/>
                  </a:lnTo>
                  <a:lnTo>
                    <a:pt x="8338459" y="3116972"/>
                  </a:lnTo>
                  <a:lnTo>
                    <a:pt x="8339273" y="3116972"/>
                  </a:lnTo>
                  <a:lnTo>
                    <a:pt x="8340088" y="3116972"/>
                  </a:lnTo>
                  <a:lnTo>
                    <a:pt x="8340903" y="3104502"/>
                  </a:lnTo>
                  <a:lnTo>
                    <a:pt x="8341718" y="3050109"/>
                  </a:lnTo>
                  <a:lnTo>
                    <a:pt x="8342532" y="3033666"/>
                  </a:lnTo>
                  <a:lnTo>
                    <a:pt x="8343347" y="2958546"/>
                  </a:lnTo>
                  <a:lnTo>
                    <a:pt x="8344162" y="2888267"/>
                  </a:lnTo>
                  <a:lnTo>
                    <a:pt x="8344977" y="2970502"/>
                  </a:lnTo>
                  <a:lnTo>
                    <a:pt x="8345792" y="3059037"/>
                  </a:lnTo>
                  <a:lnTo>
                    <a:pt x="8346606" y="3104073"/>
                  </a:lnTo>
                  <a:lnTo>
                    <a:pt x="8347421" y="3035075"/>
                  </a:lnTo>
                  <a:lnTo>
                    <a:pt x="8348236" y="3057901"/>
                  </a:lnTo>
                  <a:lnTo>
                    <a:pt x="8349051" y="3116972"/>
                  </a:lnTo>
                  <a:lnTo>
                    <a:pt x="8349051" y="3116972"/>
                  </a:lnTo>
                  <a:lnTo>
                    <a:pt x="8349865" y="3116972"/>
                  </a:lnTo>
                  <a:lnTo>
                    <a:pt x="8350680" y="3116972"/>
                  </a:lnTo>
                  <a:lnTo>
                    <a:pt x="8351495" y="3116972"/>
                  </a:lnTo>
                  <a:lnTo>
                    <a:pt x="8352310" y="3116972"/>
                  </a:lnTo>
                  <a:lnTo>
                    <a:pt x="8353125" y="3116972"/>
                  </a:lnTo>
                  <a:lnTo>
                    <a:pt x="8353939" y="3116972"/>
                  </a:lnTo>
                  <a:lnTo>
                    <a:pt x="8354754" y="3093611"/>
                  </a:lnTo>
                  <a:lnTo>
                    <a:pt x="8355569" y="3035017"/>
                  </a:lnTo>
                  <a:lnTo>
                    <a:pt x="8356384" y="2968935"/>
                  </a:lnTo>
                  <a:lnTo>
                    <a:pt x="8357198" y="2898949"/>
                  </a:lnTo>
                  <a:lnTo>
                    <a:pt x="8358013" y="2883660"/>
                  </a:lnTo>
                  <a:lnTo>
                    <a:pt x="8358828" y="2860518"/>
                  </a:lnTo>
                  <a:lnTo>
                    <a:pt x="8359643" y="2891070"/>
                  </a:lnTo>
                  <a:lnTo>
                    <a:pt x="8360458" y="2947703"/>
                  </a:lnTo>
                  <a:lnTo>
                    <a:pt x="8361272" y="3063756"/>
                  </a:lnTo>
                  <a:lnTo>
                    <a:pt x="8362087" y="3116972"/>
                  </a:lnTo>
                  <a:lnTo>
                    <a:pt x="8362087" y="3116972"/>
                  </a:lnTo>
                  <a:lnTo>
                    <a:pt x="8362902" y="3116972"/>
                  </a:lnTo>
                  <a:lnTo>
                    <a:pt x="8363717" y="3116972"/>
                  </a:lnTo>
                  <a:lnTo>
                    <a:pt x="8364531" y="3116972"/>
                  </a:lnTo>
                  <a:lnTo>
                    <a:pt x="8365346" y="3116972"/>
                  </a:lnTo>
                  <a:lnTo>
                    <a:pt x="8366161" y="3116972"/>
                  </a:lnTo>
                  <a:lnTo>
                    <a:pt x="8366976" y="3116972"/>
                  </a:lnTo>
                  <a:lnTo>
                    <a:pt x="8367791" y="3116972"/>
                  </a:lnTo>
                  <a:lnTo>
                    <a:pt x="8368605" y="3116972"/>
                  </a:lnTo>
                  <a:lnTo>
                    <a:pt x="8369420" y="3003992"/>
                  </a:lnTo>
                  <a:lnTo>
                    <a:pt x="8370235" y="2839227"/>
                  </a:lnTo>
                  <a:lnTo>
                    <a:pt x="8371050" y="2773007"/>
                  </a:lnTo>
                  <a:lnTo>
                    <a:pt x="8371865" y="2798225"/>
                  </a:lnTo>
                  <a:lnTo>
                    <a:pt x="8372679" y="2798225"/>
                  </a:lnTo>
                  <a:lnTo>
                    <a:pt x="8373494" y="2798226"/>
                  </a:lnTo>
                  <a:lnTo>
                    <a:pt x="8374309" y="2854629"/>
                  </a:lnTo>
                  <a:lnTo>
                    <a:pt x="8375124" y="2852746"/>
                  </a:lnTo>
                  <a:lnTo>
                    <a:pt x="8375938" y="2835405"/>
                  </a:lnTo>
                  <a:lnTo>
                    <a:pt x="8376753" y="2814293"/>
                  </a:lnTo>
                  <a:lnTo>
                    <a:pt x="8377568" y="2855050"/>
                  </a:lnTo>
                  <a:lnTo>
                    <a:pt x="8378383" y="2809291"/>
                  </a:lnTo>
                  <a:lnTo>
                    <a:pt x="8379198" y="2816891"/>
                  </a:lnTo>
                  <a:lnTo>
                    <a:pt x="8380012" y="2947138"/>
                  </a:lnTo>
                  <a:lnTo>
                    <a:pt x="8380827" y="3057459"/>
                  </a:lnTo>
                  <a:lnTo>
                    <a:pt x="8381642" y="3096469"/>
                  </a:lnTo>
                  <a:lnTo>
                    <a:pt x="8382457" y="3093037"/>
                  </a:lnTo>
                  <a:lnTo>
                    <a:pt x="8383271" y="3108748"/>
                  </a:lnTo>
                  <a:lnTo>
                    <a:pt x="8384086" y="3008434"/>
                  </a:lnTo>
                  <a:lnTo>
                    <a:pt x="8384901" y="2965507"/>
                  </a:lnTo>
                  <a:lnTo>
                    <a:pt x="8385716" y="2956733"/>
                  </a:lnTo>
                  <a:lnTo>
                    <a:pt x="8386531" y="2889129"/>
                  </a:lnTo>
                  <a:lnTo>
                    <a:pt x="8387345" y="2806418"/>
                  </a:lnTo>
                  <a:lnTo>
                    <a:pt x="8388160" y="2789973"/>
                  </a:lnTo>
                  <a:lnTo>
                    <a:pt x="8388975" y="2909468"/>
                  </a:lnTo>
                  <a:lnTo>
                    <a:pt x="8389790" y="2937908"/>
                  </a:lnTo>
                  <a:lnTo>
                    <a:pt x="8390604" y="2944056"/>
                  </a:lnTo>
                  <a:lnTo>
                    <a:pt x="8391419" y="2976331"/>
                  </a:lnTo>
                  <a:lnTo>
                    <a:pt x="8392234" y="2972157"/>
                  </a:lnTo>
                  <a:lnTo>
                    <a:pt x="8393049" y="2953119"/>
                  </a:lnTo>
                  <a:lnTo>
                    <a:pt x="8393864" y="2898305"/>
                  </a:lnTo>
                  <a:lnTo>
                    <a:pt x="8394678" y="2848904"/>
                  </a:lnTo>
                  <a:lnTo>
                    <a:pt x="8395493" y="2786077"/>
                  </a:lnTo>
                  <a:lnTo>
                    <a:pt x="8396308" y="2814188"/>
                  </a:lnTo>
                  <a:lnTo>
                    <a:pt x="8397123" y="2910418"/>
                  </a:lnTo>
                  <a:lnTo>
                    <a:pt x="8397937" y="2952329"/>
                  </a:lnTo>
                  <a:lnTo>
                    <a:pt x="8398752" y="3013818"/>
                  </a:lnTo>
                  <a:lnTo>
                    <a:pt x="8399567" y="3058163"/>
                  </a:lnTo>
                  <a:lnTo>
                    <a:pt x="8400382" y="3115270"/>
                  </a:lnTo>
                  <a:lnTo>
                    <a:pt x="8401197" y="3035671"/>
                  </a:lnTo>
                  <a:lnTo>
                    <a:pt x="8402011" y="2948856"/>
                  </a:lnTo>
                  <a:lnTo>
                    <a:pt x="8402826" y="2964160"/>
                  </a:lnTo>
                  <a:lnTo>
                    <a:pt x="8403641" y="2926241"/>
                  </a:lnTo>
                  <a:lnTo>
                    <a:pt x="8404456" y="2962750"/>
                  </a:lnTo>
                  <a:lnTo>
                    <a:pt x="8405271" y="2980183"/>
                  </a:lnTo>
                  <a:lnTo>
                    <a:pt x="8406085" y="3023880"/>
                  </a:lnTo>
                  <a:lnTo>
                    <a:pt x="8406900" y="3064027"/>
                  </a:lnTo>
                  <a:lnTo>
                    <a:pt x="8407715" y="3072343"/>
                  </a:lnTo>
                  <a:lnTo>
                    <a:pt x="8408530" y="3101971"/>
                  </a:lnTo>
                  <a:lnTo>
                    <a:pt x="8409344" y="3024625"/>
                  </a:lnTo>
                  <a:lnTo>
                    <a:pt x="8410159" y="2966419"/>
                  </a:lnTo>
                  <a:lnTo>
                    <a:pt x="8410974" y="2966419"/>
                  </a:lnTo>
                  <a:lnTo>
                    <a:pt x="8411789" y="2966419"/>
                  </a:lnTo>
                  <a:lnTo>
                    <a:pt x="8412604" y="2966420"/>
                  </a:lnTo>
                  <a:lnTo>
                    <a:pt x="8413418" y="2940428"/>
                  </a:lnTo>
                  <a:lnTo>
                    <a:pt x="8414233" y="2943862"/>
                  </a:lnTo>
                  <a:lnTo>
                    <a:pt x="8415048" y="2933866"/>
                  </a:lnTo>
                  <a:lnTo>
                    <a:pt x="8415863" y="2894140"/>
                  </a:lnTo>
                  <a:lnTo>
                    <a:pt x="8416677" y="2913510"/>
                  </a:lnTo>
                  <a:lnTo>
                    <a:pt x="8417492" y="2930279"/>
                  </a:lnTo>
                  <a:lnTo>
                    <a:pt x="8418307" y="2965356"/>
                  </a:lnTo>
                  <a:lnTo>
                    <a:pt x="8419122" y="3022301"/>
                  </a:lnTo>
                  <a:lnTo>
                    <a:pt x="8419937" y="3054655"/>
                  </a:lnTo>
                  <a:lnTo>
                    <a:pt x="8420751" y="3097193"/>
                  </a:lnTo>
                  <a:lnTo>
                    <a:pt x="8421566" y="3116972"/>
                  </a:lnTo>
                  <a:lnTo>
                    <a:pt x="8421566" y="3116972"/>
                  </a:lnTo>
                  <a:lnTo>
                    <a:pt x="8422381" y="3116972"/>
                  </a:lnTo>
                  <a:lnTo>
                    <a:pt x="8423196" y="3116972"/>
                  </a:lnTo>
                  <a:lnTo>
                    <a:pt x="8424010" y="3089343"/>
                  </a:lnTo>
                  <a:lnTo>
                    <a:pt x="8424825" y="3039108"/>
                  </a:lnTo>
                  <a:lnTo>
                    <a:pt x="8425640" y="3067527"/>
                  </a:lnTo>
                  <a:lnTo>
                    <a:pt x="8426455" y="3024648"/>
                  </a:lnTo>
                  <a:lnTo>
                    <a:pt x="8427270" y="2981149"/>
                  </a:lnTo>
                  <a:lnTo>
                    <a:pt x="8428084" y="3044896"/>
                  </a:lnTo>
                  <a:lnTo>
                    <a:pt x="8428899" y="3116972"/>
                  </a:lnTo>
                  <a:lnTo>
                    <a:pt x="8428899" y="3116972"/>
                  </a:lnTo>
                  <a:lnTo>
                    <a:pt x="8429714" y="3116972"/>
                  </a:lnTo>
                  <a:lnTo>
                    <a:pt x="8430529" y="3116972"/>
                  </a:lnTo>
                  <a:lnTo>
                    <a:pt x="8431343" y="3116972"/>
                  </a:lnTo>
                  <a:lnTo>
                    <a:pt x="8432158" y="3116972"/>
                  </a:lnTo>
                  <a:lnTo>
                    <a:pt x="8432973" y="3031031"/>
                  </a:lnTo>
                  <a:lnTo>
                    <a:pt x="8433788" y="2935647"/>
                  </a:lnTo>
                  <a:lnTo>
                    <a:pt x="8434603" y="2881205"/>
                  </a:lnTo>
                  <a:lnTo>
                    <a:pt x="8435417" y="2813670"/>
                  </a:lnTo>
                  <a:lnTo>
                    <a:pt x="8436232" y="2772658"/>
                  </a:lnTo>
                  <a:lnTo>
                    <a:pt x="8437047" y="2728689"/>
                  </a:lnTo>
                  <a:lnTo>
                    <a:pt x="8437862" y="2720840"/>
                  </a:lnTo>
                  <a:lnTo>
                    <a:pt x="8438676" y="2681543"/>
                  </a:lnTo>
                  <a:lnTo>
                    <a:pt x="8439491" y="2638072"/>
                  </a:lnTo>
                  <a:lnTo>
                    <a:pt x="8440306" y="2619160"/>
                  </a:lnTo>
                  <a:lnTo>
                    <a:pt x="8441121" y="2604922"/>
                  </a:lnTo>
                  <a:lnTo>
                    <a:pt x="8441936" y="2697139"/>
                  </a:lnTo>
                  <a:lnTo>
                    <a:pt x="8442750" y="2835429"/>
                  </a:lnTo>
                  <a:lnTo>
                    <a:pt x="8443565" y="2925904"/>
                  </a:lnTo>
                  <a:lnTo>
                    <a:pt x="8444380" y="3017226"/>
                  </a:lnTo>
                  <a:lnTo>
                    <a:pt x="8445195" y="3077941"/>
                  </a:lnTo>
                  <a:lnTo>
                    <a:pt x="8446010" y="3081603"/>
                  </a:lnTo>
                  <a:lnTo>
                    <a:pt x="8446824" y="2966898"/>
                  </a:lnTo>
                  <a:lnTo>
                    <a:pt x="8447639" y="2855597"/>
                  </a:lnTo>
                  <a:lnTo>
                    <a:pt x="8448454" y="2848653"/>
                  </a:lnTo>
                  <a:lnTo>
                    <a:pt x="8449269" y="2858719"/>
                  </a:lnTo>
                  <a:lnTo>
                    <a:pt x="8450083" y="2903708"/>
                  </a:lnTo>
                  <a:lnTo>
                    <a:pt x="8450898" y="2991080"/>
                  </a:lnTo>
                  <a:lnTo>
                    <a:pt x="8451713" y="3107149"/>
                  </a:lnTo>
                  <a:lnTo>
                    <a:pt x="8452528" y="3116972"/>
                  </a:lnTo>
                  <a:lnTo>
                    <a:pt x="8452528" y="3116972"/>
                  </a:lnTo>
                  <a:lnTo>
                    <a:pt x="8453343" y="3116972"/>
                  </a:lnTo>
                  <a:lnTo>
                    <a:pt x="8454157" y="3116972"/>
                  </a:lnTo>
                  <a:lnTo>
                    <a:pt x="8454972" y="3116972"/>
                  </a:lnTo>
                  <a:lnTo>
                    <a:pt x="8455787" y="3116972"/>
                  </a:lnTo>
                  <a:lnTo>
                    <a:pt x="8456602" y="3116972"/>
                  </a:lnTo>
                  <a:lnTo>
                    <a:pt x="8457416" y="3116972"/>
                  </a:lnTo>
                  <a:lnTo>
                    <a:pt x="8458231" y="3116972"/>
                  </a:lnTo>
                  <a:lnTo>
                    <a:pt x="8459046" y="3116972"/>
                  </a:lnTo>
                  <a:lnTo>
                    <a:pt x="8459861" y="3116972"/>
                  </a:lnTo>
                  <a:lnTo>
                    <a:pt x="8460676" y="3085268"/>
                  </a:lnTo>
                  <a:lnTo>
                    <a:pt x="8461490" y="3058242"/>
                  </a:lnTo>
                  <a:lnTo>
                    <a:pt x="8462305" y="3069950"/>
                  </a:lnTo>
                  <a:lnTo>
                    <a:pt x="8463120" y="3082072"/>
                  </a:lnTo>
                  <a:lnTo>
                    <a:pt x="8463935" y="3080959"/>
                  </a:lnTo>
                  <a:lnTo>
                    <a:pt x="8464749" y="3079500"/>
                  </a:lnTo>
                  <a:lnTo>
                    <a:pt x="8465564" y="3021355"/>
                  </a:lnTo>
                  <a:lnTo>
                    <a:pt x="8466379" y="2988983"/>
                  </a:lnTo>
                  <a:lnTo>
                    <a:pt x="8467194" y="2977275"/>
                  </a:lnTo>
                  <a:lnTo>
                    <a:pt x="8468009" y="2967963"/>
                  </a:lnTo>
                  <a:lnTo>
                    <a:pt x="8468823" y="2997090"/>
                  </a:lnTo>
                  <a:lnTo>
                    <a:pt x="8469638" y="2986803"/>
                  </a:lnTo>
                  <a:lnTo>
                    <a:pt x="8470453" y="3040358"/>
                  </a:lnTo>
                  <a:lnTo>
                    <a:pt x="8471268" y="3072732"/>
                  </a:lnTo>
                  <a:lnTo>
                    <a:pt x="8472082" y="3072732"/>
                  </a:lnTo>
                  <a:lnTo>
                    <a:pt x="8472897" y="3082808"/>
                  </a:lnTo>
                  <a:lnTo>
                    <a:pt x="8473712" y="3113376"/>
                  </a:lnTo>
                  <a:lnTo>
                    <a:pt x="8474527" y="3116972"/>
                  </a:lnTo>
                  <a:lnTo>
                    <a:pt x="8474527" y="3116972"/>
                  </a:lnTo>
                  <a:lnTo>
                    <a:pt x="8475342" y="3116972"/>
                  </a:lnTo>
                  <a:lnTo>
                    <a:pt x="8476156" y="3116972"/>
                  </a:lnTo>
                  <a:lnTo>
                    <a:pt x="8476971" y="3116972"/>
                  </a:lnTo>
                  <a:lnTo>
                    <a:pt x="8477786" y="3116972"/>
                  </a:lnTo>
                  <a:lnTo>
                    <a:pt x="8478601" y="3116972"/>
                  </a:lnTo>
                  <a:lnTo>
                    <a:pt x="8479415" y="3116972"/>
                  </a:lnTo>
                  <a:lnTo>
                    <a:pt x="8480230" y="3116972"/>
                  </a:lnTo>
                  <a:lnTo>
                    <a:pt x="8481045" y="3116972"/>
                  </a:lnTo>
                  <a:lnTo>
                    <a:pt x="8481860" y="3116972"/>
                  </a:lnTo>
                  <a:lnTo>
                    <a:pt x="8482675" y="3103433"/>
                  </a:lnTo>
                  <a:lnTo>
                    <a:pt x="8483489" y="3037563"/>
                  </a:lnTo>
                  <a:lnTo>
                    <a:pt x="8484304" y="3020262"/>
                  </a:lnTo>
                  <a:lnTo>
                    <a:pt x="8485119" y="2974356"/>
                  </a:lnTo>
                  <a:lnTo>
                    <a:pt x="8485934" y="2892039"/>
                  </a:lnTo>
                  <a:lnTo>
                    <a:pt x="8486749" y="2855122"/>
                  </a:lnTo>
                  <a:lnTo>
                    <a:pt x="8487563" y="2859644"/>
                  </a:lnTo>
                  <a:lnTo>
                    <a:pt x="8488378" y="2892363"/>
                  </a:lnTo>
                  <a:lnTo>
                    <a:pt x="8489193" y="2901038"/>
                  </a:lnTo>
                  <a:lnTo>
                    <a:pt x="8490008" y="2943363"/>
                  </a:lnTo>
                  <a:lnTo>
                    <a:pt x="8490822" y="2966642"/>
                  </a:lnTo>
                  <a:lnTo>
                    <a:pt x="8491637" y="2894155"/>
                  </a:lnTo>
                  <a:lnTo>
                    <a:pt x="8492452" y="2834689"/>
                  </a:lnTo>
                  <a:lnTo>
                    <a:pt x="8493267" y="2831945"/>
                  </a:lnTo>
                  <a:lnTo>
                    <a:pt x="8494082" y="2831277"/>
                  </a:lnTo>
                  <a:lnTo>
                    <a:pt x="8494896" y="2850189"/>
                  </a:lnTo>
                  <a:lnTo>
                    <a:pt x="8495711" y="2987956"/>
                  </a:lnTo>
                  <a:lnTo>
                    <a:pt x="8496526" y="3116972"/>
                  </a:lnTo>
                  <a:lnTo>
                    <a:pt x="8496526" y="3116972"/>
                  </a:lnTo>
                  <a:lnTo>
                    <a:pt x="8497341" y="3116972"/>
                  </a:lnTo>
                  <a:lnTo>
                    <a:pt x="8498155" y="3116972"/>
                  </a:lnTo>
                  <a:lnTo>
                    <a:pt x="8498970" y="3047636"/>
                  </a:lnTo>
                  <a:lnTo>
                    <a:pt x="8499785" y="3051860"/>
                  </a:lnTo>
                  <a:lnTo>
                    <a:pt x="8500600" y="2983642"/>
                  </a:lnTo>
                  <a:lnTo>
                    <a:pt x="8501415" y="2997932"/>
                  </a:lnTo>
                  <a:lnTo>
                    <a:pt x="8502229" y="3024722"/>
                  </a:lnTo>
                  <a:lnTo>
                    <a:pt x="8503044" y="3023235"/>
                  </a:lnTo>
                  <a:lnTo>
                    <a:pt x="8503859" y="3104467"/>
                  </a:lnTo>
                  <a:lnTo>
                    <a:pt x="8504674" y="3052032"/>
                  </a:lnTo>
                  <a:lnTo>
                    <a:pt x="8505488" y="3026114"/>
                  </a:lnTo>
                  <a:lnTo>
                    <a:pt x="8506303" y="2936218"/>
                  </a:lnTo>
                  <a:lnTo>
                    <a:pt x="8507118" y="2901606"/>
                  </a:lnTo>
                  <a:lnTo>
                    <a:pt x="8507933" y="2965839"/>
                  </a:lnTo>
                  <a:lnTo>
                    <a:pt x="8508748" y="2962522"/>
                  </a:lnTo>
                  <a:lnTo>
                    <a:pt x="8509562" y="2995406"/>
                  </a:lnTo>
                  <a:lnTo>
                    <a:pt x="8510377" y="3010810"/>
                  </a:lnTo>
                  <a:lnTo>
                    <a:pt x="8511192" y="3043909"/>
                  </a:lnTo>
                  <a:lnTo>
                    <a:pt x="8512007" y="3062596"/>
                  </a:lnTo>
                  <a:lnTo>
                    <a:pt x="8512821" y="3074500"/>
                  </a:lnTo>
                  <a:lnTo>
                    <a:pt x="8513636" y="3110392"/>
                  </a:lnTo>
                  <a:lnTo>
                    <a:pt x="8514451" y="3116972"/>
                  </a:lnTo>
                  <a:lnTo>
                    <a:pt x="8514451" y="3116972"/>
                  </a:lnTo>
                  <a:lnTo>
                    <a:pt x="8515266" y="3116972"/>
                  </a:lnTo>
                  <a:lnTo>
                    <a:pt x="8516081" y="3103596"/>
                  </a:lnTo>
                  <a:lnTo>
                    <a:pt x="8516895" y="3045285"/>
                  </a:lnTo>
                  <a:lnTo>
                    <a:pt x="8517710" y="3010081"/>
                  </a:lnTo>
                  <a:lnTo>
                    <a:pt x="8518525" y="2974187"/>
                  </a:lnTo>
                  <a:lnTo>
                    <a:pt x="8519340" y="2977988"/>
                  </a:lnTo>
                  <a:lnTo>
                    <a:pt x="8520154" y="2970467"/>
                  </a:lnTo>
                  <a:lnTo>
                    <a:pt x="8520969" y="2942540"/>
                  </a:lnTo>
                  <a:lnTo>
                    <a:pt x="8521784" y="2977663"/>
                  </a:lnTo>
                  <a:lnTo>
                    <a:pt x="8522599" y="2991072"/>
                  </a:lnTo>
                  <a:lnTo>
                    <a:pt x="8523414" y="2911991"/>
                  </a:lnTo>
                  <a:lnTo>
                    <a:pt x="8524228" y="2825546"/>
                  </a:lnTo>
                  <a:lnTo>
                    <a:pt x="8525043" y="2809898"/>
                  </a:lnTo>
                  <a:lnTo>
                    <a:pt x="8525858" y="2828346"/>
                  </a:lnTo>
                  <a:lnTo>
                    <a:pt x="8526673" y="2862888"/>
                  </a:lnTo>
                  <a:lnTo>
                    <a:pt x="8527488" y="2874240"/>
                  </a:lnTo>
                  <a:lnTo>
                    <a:pt x="8528302" y="2953321"/>
                  </a:lnTo>
                  <a:lnTo>
                    <a:pt x="8529117" y="2991440"/>
                  </a:lnTo>
                  <a:lnTo>
                    <a:pt x="8529932" y="2943135"/>
                  </a:lnTo>
                  <a:lnTo>
                    <a:pt x="8530747" y="2909773"/>
                  </a:lnTo>
                  <a:lnTo>
                    <a:pt x="8531561" y="2883476"/>
                  </a:lnTo>
                  <a:lnTo>
                    <a:pt x="8532376" y="2854498"/>
                  </a:lnTo>
                  <a:lnTo>
                    <a:pt x="8533191" y="2813399"/>
                  </a:lnTo>
                  <a:lnTo>
                    <a:pt x="8534006" y="2817257"/>
                  </a:lnTo>
                  <a:lnTo>
                    <a:pt x="8534821" y="2888730"/>
                  </a:lnTo>
                  <a:lnTo>
                    <a:pt x="8535635" y="2947446"/>
                  </a:lnTo>
                  <a:lnTo>
                    <a:pt x="8536450" y="2961425"/>
                  </a:lnTo>
                  <a:lnTo>
                    <a:pt x="8537265" y="2888922"/>
                  </a:lnTo>
                  <a:lnTo>
                    <a:pt x="8538080" y="2824318"/>
                  </a:lnTo>
                  <a:lnTo>
                    <a:pt x="8538894" y="2751056"/>
                  </a:lnTo>
                  <a:lnTo>
                    <a:pt x="8539709" y="2730187"/>
                  </a:lnTo>
                  <a:lnTo>
                    <a:pt x="8540524" y="2745236"/>
                  </a:lnTo>
                  <a:lnTo>
                    <a:pt x="8541339" y="2708523"/>
                  </a:lnTo>
                  <a:lnTo>
                    <a:pt x="8542154" y="2733913"/>
                  </a:lnTo>
                  <a:lnTo>
                    <a:pt x="8542968" y="2781890"/>
                  </a:lnTo>
                  <a:lnTo>
                    <a:pt x="8543783" y="2933630"/>
                  </a:lnTo>
                  <a:lnTo>
                    <a:pt x="8544598" y="3058425"/>
                  </a:lnTo>
                  <a:lnTo>
                    <a:pt x="8545413" y="3062775"/>
                  </a:lnTo>
                  <a:lnTo>
                    <a:pt x="8546227" y="3116972"/>
                  </a:lnTo>
                  <a:lnTo>
                    <a:pt x="8546227" y="3116972"/>
                  </a:lnTo>
                  <a:lnTo>
                    <a:pt x="8547042" y="3116972"/>
                  </a:lnTo>
                  <a:lnTo>
                    <a:pt x="8547857" y="3116972"/>
                  </a:lnTo>
                  <a:lnTo>
                    <a:pt x="8548672" y="3116972"/>
                  </a:lnTo>
                  <a:lnTo>
                    <a:pt x="8549487" y="3116972"/>
                  </a:lnTo>
                  <a:lnTo>
                    <a:pt x="8550301" y="3116972"/>
                  </a:lnTo>
                  <a:lnTo>
                    <a:pt x="8551116" y="3116972"/>
                  </a:lnTo>
                  <a:lnTo>
                    <a:pt x="8551931" y="3106484"/>
                  </a:lnTo>
                  <a:lnTo>
                    <a:pt x="8552746" y="3116972"/>
                  </a:lnTo>
                  <a:lnTo>
                    <a:pt x="8552746" y="3116972"/>
                  </a:lnTo>
                  <a:lnTo>
                    <a:pt x="8553560" y="3098727"/>
                  </a:lnTo>
                  <a:lnTo>
                    <a:pt x="8553560" y="309872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444934" y="3262477"/>
              <a:ext cx="8553560" cy="0"/>
            </a:xfrm>
            <a:custGeom>
              <a:avLst/>
              <a:pathLst>
                <a:path w="8553560" h="0">
                  <a:moveTo>
                    <a:pt x="8553560" y="0"/>
                  </a:moveTo>
                  <a:lnTo>
                    <a:pt x="8552746" y="0"/>
                  </a:lnTo>
                  <a:lnTo>
                    <a:pt x="8551931" y="0"/>
                  </a:lnTo>
                  <a:lnTo>
                    <a:pt x="8551116" y="0"/>
                  </a:lnTo>
                  <a:lnTo>
                    <a:pt x="8550301" y="0"/>
                  </a:lnTo>
                  <a:lnTo>
                    <a:pt x="8549487" y="0"/>
                  </a:lnTo>
                  <a:lnTo>
                    <a:pt x="8548672" y="0"/>
                  </a:lnTo>
                  <a:lnTo>
                    <a:pt x="8547857" y="0"/>
                  </a:lnTo>
                  <a:lnTo>
                    <a:pt x="8547042" y="0"/>
                  </a:lnTo>
                  <a:lnTo>
                    <a:pt x="8546227" y="0"/>
                  </a:lnTo>
                  <a:lnTo>
                    <a:pt x="8545413" y="0"/>
                  </a:lnTo>
                  <a:lnTo>
                    <a:pt x="8544598" y="0"/>
                  </a:lnTo>
                  <a:lnTo>
                    <a:pt x="8543783" y="0"/>
                  </a:lnTo>
                  <a:lnTo>
                    <a:pt x="8542968" y="0"/>
                  </a:lnTo>
                  <a:lnTo>
                    <a:pt x="8542154" y="0"/>
                  </a:lnTo>
                  <a:lnTo>
                    <a:pt x="8541339" y="0"/>
                  </a:lnTo>
                  <a:lnTo>
                    <a:pt x="8540524" y="0"/>
                  </a:lnTo>
                  <a:lnTo>
                    <a:pt x="8539709" y="0"/>
                  </a:lnTo>
                  <a:lnTo>
                    <a:pt x="8538894" y="0"/>
                  </a:lnTo>
                  <a:lnTo>
                    <a:pt x="8538080" y="0"/>
                  </a:lnTo>
                  <a:lnTo>
                    <a:pt x="8537265" y="0"/>
                  </a:lnTo>
                  <a:lnTo>
                    <a:pt x="8536450" y="0"/>
                  </a:lnTo>
                  <a:lnTo>
                    <a:pt x="8535635" y="0"/>
                  </a:lnTo>
                  <a:lnTo>
                    <a:pt x="8534821" y="0"/>
                  </a:lnTo>
                  <a:lnTo>
                    <a:pt x="8534006" y="0"/>
                  </a:lnTo>
                  <a:lnTo>
                    <a:pt x="8533191" y="0"/>
                  </a:lnTo>
                  <a:lnTo>
                    <a:pt x="8532376" y="0"/>
                  </a:lnTo>
                  <a:lnTo>
                    <a:pt x="8531561" y="0"/>
                  </a:lnTo>
                  <a:lnTo>
                    <a:pt x="8530747" y="0"/>
                  </a:lnTo>
                  <a:lnTo>
                    <a:pt x="8529932" y="0"/>
                  </a:lnTo>
                  <a:lnTo>
                    <a:pt x="8529117" y="0"/>
                  </a:lnTo>
                  <a:lnTo>
                    <a:pt x="8528302" y="0"/>
                  </a:lnTo>
                  <a:lnTo>
                    <a:pt x="8527488" y="0"/>
                  </a:lnTo>
                  <a:lnTo>
                    <a:pt x="8526673" y="0"/>
                  </a:lnTo>
                  <a:lnTo>
                    <a:pt x="8525858" y="0"/>
                  </a:lnTo>
                  <a:lnTo>
                    <a:pt x="8525043" y="0"/>
                  </a:lnTo>
                  <a:lnTo>
                    <a:pt x="8524228" y="0"/>
                  </a:lnTo>
                  <a:lnTo>
                    <a:pt x="8523414" y="0"/>
                  </a:lnTo>
                  <a:lnTo>
                    <a:pt x="8522599" y="0"/>
                  </a:lnTo>
                  <a:lnTo>
                    <a:pt x="8521784" y="0"/>
                  </a:lnTo>
                  <a:lnTo>
                    <a:pt x="8520969" y="0"/>
                  </a:lnTo>
                  <a:lnTo>
                    <a:pt x="8520154" y="0"/>
                  </a:lnTo>
                  <a:lnTo>
                    <a:pt x="8519340" y="0"/>
                  </a:lnTo>
                  <a:lnTo>
                    <a:pt x="8518525" y="0"/>
                  </a:lnTo>
                  <a:lnTo>
                    <a:pt x="8517710" y="0"/>
                  </a:lnTo>
                  <a:lnTo>
                    <a:pt x="8516895" y="0"/>
                  </a:lnTo>
                  <a:lnTo>
                    <a:pt x="8516081" y="0"/>
                  </a:lnTo>
                  <a:lnTo>
                    <a:pt x="8515266" y="0"/>
                  </a:lnTo>
                  <a:lnTo>
                    <a:pt x="8514451" y="0"/>
                  </a:lnTo>
                  <a:lnTo>
                    <a:pt x="8513636" y="0"/>
                  </a:lnTo>
                  <a:lnTo>
                    <a:pt x="8512821" y="0"/>
                  </a:lnTo>
                  <a:lnTo>
                    <a:pt x="8512007" y="0"/>
                  </a:lnTo>
                  <a:lnTo>
                    <a:pt x="8511192" y="0"/>
                  </a:lnTo>
                  <a:lnTo>
                    <a:pt x="8510377" y="0"/>
                  </a:lnTo>
                  <a:lnTo>
                    <a:pt x="8509562" y="0"/>
                  </a:lnTo>
                  <a:lnTo>
                    <a:pt x="8508748" y="0"/>
                  </a:lnTo>
                  <a:lnTo>
                    <a:pt x="8507933" y="0"/>
                  </a:lnTo>
                  <a:lnTo>
                    <a:pt x="8507118" y="0"/>
                  </a:lnTo>
                  <a:lnTo>
                    <a:pt x="8506303" y="0"/>
                  </a:lnTo>
                  <a:lnTo>
                    <a:pt x="8505488" y="0"/>
                  </a:lnTo>
                  <a:lnTo>
                    <a:pt x="8504674" y="0"/>
                  </a:lnTo>
                  <a:lnTo>
                    <a:pt x="8503859" y="0"/>
                  </a:lnTo>
                  <a:lnTo>
                    <a:pt x="8503044" y="0"/>
                  </a:lnTo>
                  <a:lnTo>
                    <a:pt x="8502229" y="0"/>
                  </a:lnTo>
                  <a:lnTo>
                    <a:pt x="8501415" y="0"/>
                  </a:lnTo>
                  <a:lnTo>
                    <a:pt x="8500600" y="0"/>
                  </a:lnTo>
                  <a:lnTo>
                    <a:pt x="8499785" y="0"/>
                  </a:lnTo>
                  <a:lnTo>
                    <a:pt x="8498970" y="0"/>
                  </a:lnTo>
                  <a:lnTo>
                    <a:pt x="8498155" y="0"/>
                  </a:lnTo>
                  <a:lnTo>
                    <a:pt x="8497341" y="0"/>
                  </a:lnTo>
                  <a:lnTo>
                    <a:pt x="8496526" y="0"/>
                  </a:lnTo>
                  <a:lnTo>
                    <a:pt x="8495711" y="0"/>
                  </a:lnTo>
                  <a:lnTo>
                    <a:pt x="8494896" y="0"/>
                  </a:lnTo>
                  <a:lnTo>
                    <a:pt x="8494082" y="0"/>
                  </a:lnTo>
                  <a:lnTo>
                    <a:pt x="8493267" y="0"/>
                  </a:lnTo>
                  <a:lnTo>
                    <a:pt x="8492452" y="0"/>
                  </a:lnTo>
                  <a:lnTo>
                    <a:pt x="8491637" y="0"/>
                  </a:lnTo>
                  <a:lnTo>
                    <a:pt x="8490822" y="0"/>
                  </a:lnTo>
                  <a:lnTo>
                    <a:pt x="8490008" y="0"/>
                  </a:lnTo>
                  <a:lnTo>
                    <a:pt x="8489193" y="0"/>
                  </a:lnTo>
                  <a:lnTo>
                    <a:pt x="8488378" y="0"/>
                  </a:lnTo>
                  <a:lnTo>
                    <a:pt x="8487563" y="0"/>
                  </a:lnTo>
                  <a:lnTo>
                    <a:pt x="8486749" y="0"/>
                  </a:lnTo>
                  <a:lnTo>
                    <a:pt x="8485934" y="0"/>
                  </a:lnTo>
                  <a:lnTo>
                    <a:pt x="8485119" y="0"/>
                  </a:lnTo>
                  <a:lnTo>
                    <a:pt x="8484304" y="0"/>
                  </a:lnTo>
                  <a:lnTo>
                    <a:pt x="8483489" y="0"/>
                  </a:lnTo>
                  <a:lnTo>
                    <a:pt x="8482675" y="0"/>
                  </a:lnTo>
                  <a:lnTo>
                    <a:pt x="8481860" y="0"/>
                  </a:lnTo>
                  <a:lnTo>
                    <a:pt x="8481045" y="0"/>
                  </a:lnTo>
                  <a:lnTo>
                    <a:pt x="8480230" y="0"/>
                  </a:lnTo>
                  <a:lnTo>
                    <a:pt x="8479415" y="0"/>
                  </a:lnTo>
                  <a:lnTo>
                    <a:pt x="8478601" y="0"/>
                  </a:lnTo>
                  <a:lnTo>
                    <a:pt x="8477786" y="0"/>
                  </a:lnTo>
                  <a:lnTo>
                    <a:pt x="8476971" y="0"/>
                  </a:lnTo>
                  <a:lnTo>
                    <a:pt x="8476156" y="0"/>
                  </a:lnTo>
                  <a:lnTo>
                    <a:pt x="8475342" y="0"/>
                  </a:lnTo>
                  <a:lnTo>
                    <a:pt x="8474527" y="0"/>
                  </a:lnTo>
                  <a:lnTo>
                    <a:pt x="8473712" y="0"/>
                  </a:lnTo>
                  <a:lnTo>
                    <a:pt x="8472897" y="0"/>
                  </a:lnTo>
                  <a:lnTo>
                    <a:pt x="8472082" y="0"/>
                  </a:lnTo>
                  <a:lnTo>
                    <a:pt x="8471268" y="0"/>
                  </a:lnTo>
                  <a:lnTo>
                    <a:pt x="8470453" y="0"/>
                  </a:lnTo>
                  <a:lnTo>
                    <a:pt x="8469638" y="0"/>
                  </a:lnTo>
                  <a:lnTo>
                    <a:pt x="8468823" y="0"/>
                  </a:lnTo>
                  <a:lnTo>
                    <a:pt x="8468009" y="0"/>
                  </a:lnTo>
                  <a:lnTo>
                    <a:pt x="8467194" y="0"/>
                  </a:lnTo>
                  <a:lnTo>
                    <a:pt x="8466379" y="0"/>
                  </a:lnTo>
                  <a:lnTo>
                    <a:pt x="8465564" y="0"/>
                  </a:lnTo>
                  <a:lnTo>
                    <a:pt x="8464749" y="0"/>
                  </a:lnTo>
                  <a:lnTo>
                    <a:pt x="8463935" y="0"/>
                  </a:lnTo>
                  <a:lnTo>
                    <a:pt x="8463120" y="0"/>
                  </a:lnTo>
                  <a:lnTo>
                    <a:pt x="8462305" y="0"/>
                  </a:lnTo>
                  <a:lnTo>
                    <a:pt x="8461490" y="0"/>
                  </a:lnTo>
                  <a:lnTo>
                    <a:pt x="8460676" y="0"/>
                  </a:lnTo>
                  <a:lnTo>
                    <a:pt x="8459861" y="0"/>
                  </a:lnTo>
                  <a:lnTo>
                    <a:pt x="8459046" y="0"/>
                  </a:lnTo>
                  <a:lnTo>
                    <a:pt x="8458231" y="0"/>
                  </a:lnTo>
                  <a:lnTo>
                    <a:pt x="8457416" y="0"/>
                  </a:lnTo>
                  <a:lnTo>
                    <a:pt x="8456602" y="0"/>
                  </a:lnTo>
                  <a:lnTo>
                    <a:pt x="8455787" y="0"/>
                  </a:lnTo>
                  <a:lnTo>
                    <a:pt x="8454972" y="0"/>
                  </a:lnTo>
                  <a:lnTo>
                    <a:pt x="8454157" y="0"/>
                  </a:lnTo>
                  <a:lnTo>
                    <a:pt x="8453343" y="0"/>
                  </a:lnTo>
                  <a:lnTo>
                    <a:pt x="8452528" y="0"/>
                  </a:lnTo>
                  <a:lnTo>
                    <a:pt x="8451713" y="0"/>
                  </a:lnTo>
                  <a:lnTo>
                    <a:pt x="8450898" y="0"/>
                  </a:lnTo>
                  <a:lnTo>
                    <a:pt x="8450083" y="0"/>
                  </a:lnTo>
                  <a:lnTo>
                    <a:pt x="8449269" y="0"/>
                  </a:lnTo>
                  <a:lnTo>
                    <a:pt x="8448454" y="0"/>
                  </a:lnTo>
                  <a:lnTo>
                    <a:pt x="8447639" y="0"/>
                  </a:lnTo>
                  <a:lnTo>
                    <a:pt x="8446824" y="0"/>
                  </a:lnTo>
                  <a:lnTo>
                    <a:pt x="8446010" y="0"/>
                  </a:lnTo>
                  <a:lnTo>
                    <a:pt x="8445195" y="0"/>
                  </a:lnTo>
                  <a:lnTo>
                    <a:pt x="8444380" y="0"/>
                  </a:lnTo>
                  <a:lnTo>
                    <a:pt x="8443565" y="0"/>
                  </a:lnTo>
                  <a:lnTo>
                    <a:pt x="8442750" y="0"/>
                  </a:lnTo>
                  <a:lnTo>
                    <a:pt x="8441936" y="0"/>
                  </a:lnTo>
                  <a:lnTo>
                    <a:pt x="8441121" y="0"/>
                  </a:lnTo>
                  <a:lnTo>
                    <a:pt x="8440306" y="0"/>
                  </a:lnTo>
                  <a:lnTo>
                    <a:pt x="8439491" y="0"/>
                  </a:lnTo>
                  <a:lnTo>
                    <a:pt x="8438676" y="0"/>
                  </a:lnTo>
                  <a:lnTo>
                    <a:pt x="8437862" y="0"/>
                  </a:lnTo>
                  <a:lnTo>
                    <a:pt x="8437047" y="0"/>
                  </a:lnTo>
                  <a:lnTo>
                    <a:pt x="8436232" y="0"/>
                  </a:lnTo>
                  <a:lnTo>
                    <a:pt x="8435417" y="0"/>
                  </a:lnTo>
                  <a:lnTo>
                    <a:pt x="8434603" y="0"/>
                  </a:lnTo>
                  <a:lnTo>
                    <a:pt x="8433788" y="0"/>
                  </a:lnTo>
                  <a:lnTo>
                    <a:pt x="8432973" y="0"/>
                  </a:lnTo>
                  <a:lnTo>
                    <a:pt x="8432158" y="0"/>
                  </a:lnTo>
                  <a:lnTo>
                    <a:pt x="8431343" y="0"/>
                  </a:lnTo>
                  <a:lnTo>
                    <a:pt x="8430529" y="0"/>
                  </a:lnTo>
                  <a:lnTo>
                    <a:pt x="8429714" y="0"/>
                  </a:lnTo>
                  <a:lnTo>
                    <a:pt x="8428899" y="0"/>
                  </a:lnTo>
                  <a:lnTo>
                    <a:pt x="8428084" y="0"/>
                  </a:lnTo>
                  <a:lnTo>
                    <a:pt x="8427270" y="0"/>
                  </a:lnTo>
                  <a:lnTo>
                    <a:pt x="8426455" y="0"/>
                  </a:lnTo>
                  <a:lnTo>
                    <a:pt x="8425640" y="0"/>
                  </a:lnTo>
                  <a:lnTo>
                    <a:pt x="8424825" y="0"/>
                  </a:lnTo>
                  <a:lnTo>
                    <a:pt x="8424010" y="0"/>
                  </a:lnTo>
                  <a:lnTo>
                    <a:pt x="8423196" y="0"/>
                  </a:lnTo>
                  <a:lnTo>
                    <a:pt x="8422381" y="0"/>
                  </a:lnTo>
                  <a:lnTo>
                    <a:pt x="8421566" y="0"/>
                  </a:lnTo>
                  <a:lnTo>
                    <a:pt x="8420751" y="0"/>
                  </a:lnTo>
                  <a:lnTo>
                    <a:pt x="8419937" y="0"/>
                  </a:lnTo>
                  <a:lnTo>
                    <a:pt x="8419122" y="0"/>
                  </a:lnTo>
                  <a:lnTo>
                    <a:pt x="8418307" y="0"/>
                  </a:lnTo>
                  <a:lnTo>
                    <a:pt x="8417492" y="0"/>
                  </a:lnTo>
                  <a:lnTo>
                    <a:pt x="8416677" y="0"/>
                  </a:lnTo>
                  <a:lnTo>
                    <a:pt x="8415863" y="0"/>
                  </a:lnTo>
                  <a:lnTo>
                    <a:pt x="8415048" y="0"/>
                  </a:lnTo>
                  <a:lnTo>
                    <a:pt x="8414233" y="0"/>
                  </a:lnTo>
                  <a:lnTo>
                    <a:pt x="8413418" y="0"/>
                  </a:lnTo>
                  <a:lnTo>
                    <a:pt x="8412604" y="0"/>
                  </a:lnTo>
                  <a:lnTo>
                    <a:pt x="8411789" y="0"/>
                  </a:lnTo>
                  <a:lnTo>
                    <a:pt x="8410974" y="0"/>
                  </a:lnTo>
                  <a:lnTo>
                    <a:pt x="8410159" y="0"/>
                  </a:lnTo>
                  <a:lnTo>
                    <a:pt x="8409344" y="0"/>
                  </a:lnTo>
                  <a:lnTo>
                    <a:pt x="8408530" y="0"/>
                  </a:lnTo>
                  <a:lnTo>
                    <a:pt x="8407715" y="0"/>
                  </a:lnTo>
                  <a:lnTo>
                    <a:pt x="8406900" y="0"/>
                  </a:lnTo>
                  <a:lnTo>
                    <a:pt x="8406085" y="0"/>
                  </a:lnTo>
                  <a:lnTo>
                    <a:pt x="8405271" y="0"/>
                  </a:lnTo>
                  <a:lnTo>
                    <a:pt x="8404456" y="0"/>
                  </a:lnTo>
                  <a:lnTo>
                    <a:pt x="8403641" y="0"/>
                  </a:lnTo>
                  <a:lnTo>
                    <a:pt x="8402826" y="0"/>
                  </a:lnTo>
                  <a:lnTo>
                    <a:pt x="8402011" y="0"/>
                  </a:lnTo>
                  <a:lnTo>
                    <a:pt x="8401197" y="0"/>
                  </a:lnTo>
                  <a:lnTo>
                    <a:pt x="8400382" y="0"/>
                  </a:lnTo>
                  <a:lnTo>
                    <a:pt x="8399567" y="0"/>
                  </a:lnTo>
                  <a:lnTo>
                    <a:pt x="8398752" y="0"/>
                  </a:lnTo>
                  <a:lnTo>
                    <a:pt x="8397937" y="0"/>
                  </a:lnTo>
                  <a:lnTo>
                    <a:pt x="8397123" y="0"/>
                  </a:lnTo>
                  <a:lnTo>
                    <a:pt x="8396308" y="0"/>
                  </a:lnTo>
                  <a:lnTo>
                    <a:pt x="8395493" y="0"/>
                  </a:lnTo>
                  <a:lnTo>
                    <a:pt x="8394678" y="0"/>
                  </a:lnTo>
                  <a:lnTo>
                    <a:pt x="8393864" y="0"/>
                  </a:lnTo>
                  <a:lnTo>
                    <a:pt x="8393049" y="0"/>
                  </a:lnTo>
                  <a:lnTo>
                    <a:pt x="8392234" y="0"/>
                  </a:lnTo>
                  <a:lnTo>
                    <a:pt x="8391419" y="0"/>
                  </a:lnTo>
                  <a:lnTo>
                    <a:pt x="8390604" y="0"/>
                  </a:lnTo>
                  <a:lnTo>
                    <a:pt x="8389790" y="0"/>
                  </a:lnTo>
                  <a:lnTo>
                    <a:pt x="8388975" y="0"/>
                  </a:lnTo>
                  <a:lnTo>
                    <a:pt x="8388160" y="0"/>
                  </a:lnTo>
                  <a:lnTo>
                    <a:pt x="8387345" y="0"/>
                  </a:lnTo>
                  <a:lnTo>
                    <a:pt x="8386531" y="0"/>
                  </a:lnTo>
                  <a:lnTo>
                    <a:pt x="8385716" y="0"/>
                  </a:lnTo>
                  <a:lnTo>
                    <a:pt x="8384901" y="0"/>
                  </a:lnTo>
                  <a:lnTo>
                    <a:pt x="8384086" y="0"/>
                  </a:lnTo>
                  <a:lnTo>
                    <a:pt x="8383271" y="0"/>
                  </a:lnTo>
                  <a:lnTo>
                    <a:pt x="8382457" y="0"/>
                  </a:lnTo>
                  <a:lnTo>
                    <a:pt x="8381642" y="0"/>
                  </a:lnTo>
                  <a:lnTo>
                    <a:pt x="8380827" y="0"/>
                  </a:lnTo>
                  <a:lnTo>
                    <a:pt x="8380012" y="0"/>
                  </a:lnTo>
                  <a:lnTo>
                    <a:pt x="8379198" y="0"/>
                  </a:lnTo>
                  <a:lnTo>
                    <a:pt x="8378383" y="0"/>
                  </a:lnTo>
                  <a:lnTo>
                    <a:pt x="8377568" y="0"/>
                  </a:lnTo>
                  <a:lnTo>
                    <a:pt x="8376753" y="0"/>
                  </a:lnTo>
                  <a:lnTo>
                    <a:pt x="8375938" y="0"/>
                  </a:lnTo>
                  <a:lnTo>
                    <a:pt x="8375124" y="0"/>
                  </a:lnTo>
                  <a:lnTo>
                    <a:pt x="8374309" y="0"/>
                  </a:lnTo>
                  <a:lnTo>
                    <a:pt x="8373494" y="0"/>
                  </a:lnTo>
                  <a:lnTo>
                    <a:pt x="8372679" y="0"/>
                  </a:lnTo>
                  <a:lnTo>
                    <a:pt x="8371865" y="0"/>
                  </a:lnTo>
                  <a:lnTo>
                    <a:pt x="8371050" y="0"/>
                  </a:lnTo>
                  <a:lnTo>
                    <a:pt x="8370235" y="0"/>
                  </a:lnTo>
                  <a:lnTo>
                    <a:pt x="8369420" y="0"/>
                  </a:lnTo>
                  <a:lnTo>
                    <a:pt x="8368605" y="0"/>
                  </a:lnTo>
                  <a:lnTo>
                    <a:pt x="8367791" y="0"/>
                  </a:lnTo>
                  <a:lnTo>
                    <a:pt x="8366976" y="0"/>
                  </a:lnTo>
                  <a:lnTo>
                    <a:pt x="8366161" y="0"/>
                  </a:lnTo>
                  <a:lnTo>
                    <a:pt x="8365346" y="0"/>
                  </a:lnTo>
                  <a:lnTo>
                    <a:pt x="8364531" y="0"/>
                  </a:lnTo>
                  <a:lnTo>
                    <a:pt x="8363717" y="0"/>
                  </a:lnTo>
                  <a:lnTo>
                    <a:pt x="8362902" y="0"/>
                  </a:lnTo>
                  <a:lnTo>
                    <a:pt x="8362087" y="0"/>
                  </a:lnTo>
                  <a:lnTo>
                    <a:pt x="8361272" y="0"/>
                  </a:lnTo>
                  <a:lnTo>
                    <a:pt x="8360458" y="0"/>
                  </a:lnTo>
                  <a:lnTo>
                    <a:pt x="8359643" y="0"/>
                  </a:lnTo>
                  <a:lnTo>
                    <a:pt x="8358828" y="0"/>
                  </a:lnTo>
                  <a:lnTo>
                    <a:pt x="8358013" y="0"/>
                  </a:lnTo>
                  <a:lnTo>
                    <a:pt x="8357198" y="0"/>
                  </a:lnTo>
                  <a:lnTo>
                    <a:pt x="8356384" y="0"/>
                  </a:lnTo>
                  <a:lnTo>
                    <a:pt x="8355569" y="0"/>
                  </a:lnTo>
                  <a:lnTo>
                    <a:pt x="8354754" y="0"/>
                  </a:lnTo>
                  <a:lnTo>
                    <a:pt x="8353939" y="0"/>
                  </a:lnTo>
                  <a:lnTo>
                    <a:pt x="8353125" y="0"/>
                  </a:lnTo>
                  <a:lnTo>
                    <a:pt x="8352310" y="0"/>
                  </a:lnTo>
                  <a:lnTo>
                    <a:pt x="8351495" y="0"/>
                  </a:lnTo>
                  <a:lnTo>
                    <a:pt x="8350680" y="0"/>
                  </a:lnTo>
                  <a:lnTo>
                    <a:pt x="8349865" y="0"/>
                  </a:lnTo>
                  <a:lnTo>
                    <a:pt x="8349051" y="0"/>
                  </a:lnTo>
                  <a:lnTo>
                    <a:pt x="8348236" y="0"/>
                  </a:lnTo>
                  <a:lnTo>
                    <a:pt x="8347421" y="0"/>
                  </a:lnTo>
                  <a:lnTo>
                    <a:pt x="8346606" y="0"/>
                  </a:lnTo>
                  <a:lnTo>
                    <a:pt x="8345792" y="0"/>
                  </a:lnTo>
                  <a:lnTo>
                    <a:pt x="8344977" y="0"/>
                  </a:lnTo>
                  <a:lnTo>
                    <a:pt x="8344162" y="0"/>
                  </a:lnTo>
                  <a:lnTo>
                    <a:pt x="8343347" y="0"/>
                  </a:lnTo>
                  <a:lnTo>
                    <a:pt x="8342532" y="0"/>
                  </a:lnTo>
                  <a:lnTo>
                    <a:pt x="8341718" y="0"/>
                  </a:lnTo>
                  <a:lnTo>
                    <a:pt x="8340903" y="0"/>
                  </a:lnTo>
                  <a:lnTo>
                    <a:pt x="8340088" y="0"/>
                  </a:lnTo>
                  <a:lnTo>
                    <a:pt x="8339273" y="0"/>
                  </a:lnTo>
                  <a:lnTo>
                    <a:pt x="8338459" y="0"/>
                  </a:lnTo>
                  <a:lnTo>
                    <a:pt x="8337644" y="0"/>
                  </a:lnTo>
                  <a:lnTo>
                    <a:pt x="8336829" y="0"/>
                  </a:lnTo>
                  <a:lnTo>
                    <a:pt x="8336014" y="0"/>
                  </a:lnTo>
                  <a:lnTo>
                    <a:pt x="8335199" y="0"/>
                  </a:lnTo>
                  <a:lnTo>
                    <a:pt x="8334385" y="0"/>
                  </a:lnTo>
                  <a:lnTo>
                    <a:pt x="8333570" y="0"/>
                  </a:lnTo>
                  <a:lnTo>
                    <a:pt x="8332755" y="0"/>
                  </a:lnTo>
                  <a:lnTo>
                    <a:pt x="8331940" y="0"/>
                  </a:lnTo>
                  <a:lnTo>
                    <a:pt x="8331126" y="0"/>
                  </a:lnTo>
                  <a:lnTo>
                    <a:pt x="8330311" y="0"/>
                  </a:lnTo>
                  <a:lnTo>
                    <a:pt x="8329496" y="0"/>
                  </a:lnTo>
                  <a:lnTo>
                    <a:pt x="8328681" y="0"/>
                  </a:lnTo>
                  <a:lnTo>
                    <a:pt x="8327866" y="0"/>
                  </a:lnTo>
                  <a:lnTo>
                    <a:pt x="8327052" y="0"/>
                  </a:lnTo>
                  <a:lnTo>
                    <a:pt x="8326237" y="0"/>
                  </a:lnTo>
                  <a:lnTo>
                    <a:pt x="8325422" y="0"/>
                  </a:lnTo>
                  <a:lnTo>
                    <a:pt x="8324607" y="0"/>
                  </a:lnTo>
                  <a:lnTo>
                    <a:pt x="8323792" y="0"/>
                  </a:lnTo>
                  <a:lnTo>
                    <a:pt x="8322978" y="0"/>
                  </a:lnTo>
                  <a:lnTo>
                    <a:pt x="8322163" y="0"/>
                  </a:lnTo>
                  <a:lnTo>
                    <a:pt x="8321348" y="0"/>
                  </a:lnTo>
                  <a:lnTo>
                    <a:pt x="8320533" y="0"/>
                  </a:lnTo>
                  <a:lnTo>
                    <a:pt x="8319719" y="0"/>
                  </a:lnTo>
                  <a:lnTo>
                    <a:pt x="8318904" y="0"/>
                  </a:lnTo>
                  <a:lnTo>
                    <a:pt x="8318089" y="0"/>
                  </a:lnTo>
                  <a:lnTo>
                    <a:pt x="8317274" y="0"/>
                  </a:lnTo>
                  <a:lnTo>
                    <a:pt x="8316459" y="0"/>
                  </a:lnTo>
                  <a:lnTo>
                    <a:pt x="8315645" y="0"/>
                  </a:lnTo>
                  <a:lnTo>
                    <a:pt x="8314830" y="0"/>
                  </a:lnTo>
                  <a:lnTo>
                    <a:pt x="8314015" y="0"/>
                  </a:lnTo>
                  <a:lnTo>
                    <a:pt x="8313200" y="0"/>
                  </a:lnTo>
                  <a:lnTo>
                    <a:pt x="8312386" y="0"/>
                  </a:lnTo>
                  <a:lnTo>
                    <a:pt x="8311571" y="0"/>
                  </a:lnTo>
                  <a:lnTo>
                    <a:pt x="8310756" y="0"/>
                  </a:lnTo>
                  <a:lnTo>
                    <a:pt x="8309941" y="0"/>
                  </a:lnTo>
                  <a:lnTo>
                    <a:pt x="8309126" y="0"/>
                  </a:lnTo>
                  <a:lnTo>
                    <a:pt x="8308312" y="0"/>
                  </a:lnTo>
                  <a:lnTo>
                    <a:pt x="8307497" y="0"/>
                  </a:lnTo>
                  <a:lnTo>
                    <a:pt x="8306682" y="0"/>
                  </a:lnTo>
                  <a:lnTo>
                    <a:pt x="8305867" y="0"/>
                  </a:lnTo>
                  <a:lnTo>
                    <a:pt x="8305053" y="0"/>
                  </a:lnTo>
                  <a:lnTo>
                    <a:pt x="8304238" y="0"/>
                  </a:lnTo>
                  <a:lnTo>
                    <a:pt x="8303423" y="0"/>
                  </a:lnTo>
                  <a:lnTo>
                    <a:pt x="8302608" y="0"/>
                  </a:lnTo>
                  <a:lnTo>
                    <a:pt x="8301793" y="0"/>
                  </a:lnTo>
                  <a:lnTo>
                    <a:pt x="8300979" y="0"/>
                  </a:lnTo>
                  <a:lnTo>
                    <a:pt x="8300164" y="0"/>
                  </a:lnTo>
                  <a:lnTo>
                    <a:pt x="8299349" y="0"/>
                  </a:lnTo>
                  <a:lnTo>
                    <a:pt x="8298534" y="0"/>
                  </a:lnTo>
                  <a:lnTo>
                    <a:pt x="8297720" y="0"/>
                  </a:lnTo>
                  <a:lnTo>
                    <a:pt x="8296905" y="0"/>
                  </a:lnTo>
                  <a:lnTo>
                    <a:pt x="8296090" y="0"/>
                  </a:lnTo>
                  <a:lnTo>
                    <a:pt x="8295275" y="0"/>
                  </a:lnTo>
                  <a:lnTo>
                    <a:pt x="8294460" y="0"/>
                  </a:lnTo>
                  <a:lnTo>
                    <a:pt x="8293646" y="0"/>
                  </a:lnTo>
                  <a:lnTo>
                    <a:pt x="8292831" y="0"/>
                  </a:lnTo>
                  <a:lnTo>
                    <a:pt x="8292016" y="0"/>
                  </a:lnTo>
                  <a:lnTo>
                    <a:pt x="8291201" y="0"/>
                  </a:lnTo>
                  <a:lnTo>
                    <a:pt x="8290387" y="0"/>
                  </a:lnTo>
                  <a:lnTo>
                    <a:pt x="8289572" y="0"/>
                  </a:lnTo>
                  <a:lnTo>
                    <a:pt x="8288757" y="0"/>
                  </a:lnTo>
                  <a:lnTo>
                    <a:pt x="8287942" y="0"/>
                  </a:lnTo>
                  <a:lnTo>
                    <a:pt x="8287127" y="0"/>
                  </a:lnTo>
                  <a:lnTo>
                    <a:pt x="8286313" y="0"/>
                  </a:lnTo>
                  <a:lnTo>
                    <a:pt x="8285498" y="0"/>
                  </a:lnTo>
                  <a:lnTo>
                    <a:pt x="8284683" y="0"/>
                  </a:lnTo>
                  <a:lnTo>
                    <a:pt x="8283868" y="0"/>
                  </a:lnTo>
                  <a:lnTo>
                    <a:pt x="8283053" y="0"/>
                  </a:lnTo>
                  <a:lnTo>
                    <a:pt x="8282239" y="0"/>
                  </a:lnTo>
                  <a:lnTo>
                    <a:pt x="8281424" y="0"/>
                  </a:lnTo>
                  <a:lnTo>
                    <a:pt x="8280609" y="0"/>
                  </a:lnTo>
                  <a:lnTo>
                    <a:pt x="8279794" y="0"/>
                  </a:lnTo>
                  <a:lnTo>
                    <a:pt x="8278980" y="0"/>
                  </a:lnTo>
                  <a:lnTo>
                    <a:pt x="8278165" y="0"/>
                  </a:lnTo>
                  <a:lnTo>
                    <a:pt x="8277350" y="0"/>
                  </a:lnTo>
                  <a:lnTo>
                    <a:pt x="8276535" y="0"/>
                  </a:lnTo>
                  <a:lnTo>
                    <a:pt x="8275720" y="0"/>
                  </a:lnTo>
                  <a:lnTo>
                    <a:pt x="8274906" y="0"/>
                  </a:lnTo>
                  <a:lnTo>
                    <a:pt x="8274091" y="0"/>
                  </a:lnTo>
                  <a:lnTo>
                    <a:pt x="8273276" y="0"/>
                  </a:lnTo>
                  <a:lnTo>
                    <a:pt x="8272461" y="0"/>
                  </a:lnTo>
                  <a:lnTo>
                    <a:pt x="8271647" y="0"/>
                  </a:lnTo>
                  <a:lnTo>
                    <a:pt x="8270832" y="0"/>
                  </a:lnTo>
                  <a:lnTo>
                    <a:pt x="8270017" y="0"/>
                  </a:lnTo>
                  <a:lnTo>
                    <a:pt x="8269202" y="0"/>
                  </a:lnTo>
                  <a:lnTo>
                    <a:pt x="8268387" y="0"/>
                  </a:lnTo>
                  <a:lnTo>
                    <a:pt x="8267573" y="0"/>
                  </a:lnTo>
                  <a:lnTo>
                    <a:pt x="8266758" y="0"/>
                  </a:lnTo>
                  <a:lnTo>
                    <a:pt x="8265943" y="0"/>
                  </a:lnTo>
                  <a:lnTo>
                    <a:pt x="8265128" y="0"/>
                  </a:lnTo>
                  <a:lnTo>
                    <a:pt x="8264314" y="0"/>
                  </a:lnTo>
                  <a:lnTo>
                    <a:pt x="8263499" y="0"/>
                  </a:lnTo>
                  <a:lnTo>
                    <a:pt x="8262684" y="0"/>
                  </a:lnTo>
                  <a:lnTo>
                    <a:pt x="8261869" y="0"/>
                  </a:lnTo>
                  <a:lnTo>
                    <a:pt x="8261054" y="0"/>
                  </a:lnTo>
                  <a:lnTo>
                    <a:pt x="8260240" y="0"/>
                  </a:lnTo>
                  <a:lnTo>
                    <a:pt x="8259425" y="0"/>
                  </a:lnTo>
                  <a:lnTo>
                    <a:pt x="8258610" y="0"/>
                  </a:lnTo>
                  <a:lnTo>
                    <a:pt x="8257795" y="0"/>
                  </a:lnTo>
                  <a:lnTo>
                    <a:pt x="8256981" y="0"/>
                  </a:lnTo>
                  <a:lnTo>
                    <a:pt x="8256166" y="0"/>
                  </a:lnTo>
                  <a:lnTo>
                    <a:pt x="8255351" y="0"/>
                  </a:lnTo>
                  <a:lnTo>
                    <a:pt x="8254536" y="0"/>
                  </a:lnTo>
                  <a:lnTo>
                    <a:pt x="8253721" y="0"/>
                  </a:lnTo>
                  <a:lnTo>
                    <a:pt x="8252907" y="0"/>
                  </a:lnTo>
                  <a:lnTo>
                    <a:pt x="8252092" y="0"/>
                  </a:lnTo>
                  <a:lnTo>
                    <a:pt x="8251277" y="0"/>
                  </a:lnTo>
                  <a:lnTo>
                    <a:pt x="8250462" y="0"/>
                  </a:lnTo>
                  <a:lnTo>
                    <a:pt x="8249648" y="0"/>
                  </a:lnTo>
                  <a:lnTo>
                    <a:pt x="8248833" y="0"/>
                  </a:lnTo>
                  <a:lnTo>
                    <a:pt x="8248018" y="0"/>
                  </a:lnTo>
                  <a:lnTo>
                    <a:pt x="8247203" y="0"/>
                  </a:lnTo>
                  <a:lnTo>
                    <a:pt x="8246388" y="0"/>
                  </a:lnTo>
                  <a:lnTo>
                    <a:pt x="8245574" y="0"/>
                  </a:lnTo>
                  <a:lnTo>
                    <a:pt x="8244759" y="0"/>
                  </a:lnTo>
                  <a:lnTo>
                    <a:pt x="8243944" y="0"/>
                  </a:lnTo>
                  <a:lnTo>
                    <a:pt x="8243129" y="0"/>
                  </a:lnTo>
                  <a:lnTo>
                    <a:pt x="8242314" y="0"/>
                  </a:lnTo>
                  <a:lnTo>
                    <a:pt x="8241500" y="0"/>
                  </a:lnTo>
                  <a:lnTo>
                    <a:pt x="8240685" y="0"/>
                  </a:lnTo>
                  <a:lnTo>
                    <a:pt x="8239870" y="0"/>
                  </a:lnTo>
                  <a:lnTo>
                    <a:pt x="8239055" y="0"/>
                  </a:lnTo>
                  <a:lnTo>
                    <a:pt x="8238241" y="0"/>
                  </a:lnTo>
                  <a:lnTo>
                    <a:pt x="8237426" y="0"/>
                  </a:lnTo>
                  <a:lnTo>
                    <a:pt x="8236611" y="0"/>
                  </a:lnTo>
                  <a:lnTo>
                    <a:pt x="8235796" y="0"/>
                  </a:lnTo>
                  <a:lnTo>
                    <a:pt x="8234981" y="0"/>
                  </a:lnTo>
                  <a:lnTo>
                    <a:pt x="8234167" y="0"/>
                  </a:lnTo>
                  <a:lnTo>
                    <a:pt x="8233352" y="0"/>
                  </a:lnTo>
                  <a:lnTo>
                    <a:pt x="8232537" y="0"/>
                  </a:lnTo>
                  <a:lnTo>
                    <a:pt x="8231722" y="0"/>
                  </a:lnTo>
                  <a:lnTo>
                    <a:pt x="8230908" y="0"/>
                  </a:lnTo>
                  <a:lnTo>
                    <a:pt x="8230093" y="0"/>
                  </a:lnTo>
                  <a:lnTo>
                    <a:pt x="8229278" y="0"/>
                  </a:lnTo>
                  <a:lnTo>
                    <a:pt x="8228463" y="0"/>
                  </a:lnTo>
                  <a:lnTo>
                    <a:pt x="8227648" y="0"/>
                  </a:lnTo>
                  <a:lnTo>
                    <a:pt x="8226834" y="0"/>
                  </a:lnTo>
                  <a:lnTo>
                    <a:pt x="8226019" y="0"/>
                  </a:lnTo>
                  <a:lnTo>
                    <a:pt x="8225204" y="0"/>
                  </a:lnTo>
                  <a:lnTo>
                    <a:pt x="8224389" y="0"/>
                  </a:lnTo>
                  <a:lnTo>
                    <a:pt x="8223575" y="0"/>
                  </a:lnTo>
                  <a:lnTo>
                    <a:pt x="8222760" y="0"/>
                  </a:lnTo>
                  <a:lnTo>
                    <a:pt x="8221945" y="0"/>
                  </a:lnTo>
                  <a:lnTo>
                    <a:pt x="8221130" y="0"/>
                  </a:lnTo>
                  <a:lnTo>
                    <a:pt x="8220315" y="0"/>
                  </a:lnTo>
                  <a:lnTo>
                    <a:pt x="8219501" y="0"/>
                  </a:lnTo>
                  <a:lnTo>
                    <a:pt x="8218686" y="0"/>
                  </a:lnTo>
                  <a:lnTo>
                    <a:pt x="8217871" y="0"/>
                  </a:lnTo>
                  <a:lnTo>
                    <a:pt x="8217056" y="0"/>
                  </a:lnTo>
                  <a:lnTo>
                    <a:pt x="8216242" y="0"/>
                  </a:lnTo>
                  <a:lnTo>
                    <a:pt x="8215427" y="0"/>
                  </a:lnTo>
                  <a:lnTo>
                    <a:pt x="8214612" y="0"/>
                  </a:lnTo>
                  <a:lnTo>
                    <a:pt x="8213797" y="0"/>
                  </a:lnTo>
                  <a:lnTo>
                    <a:pt x="8212982" y="0"/>
                  </a:lnTo>
                  <a:lnTo>
                    <a:pt x="8212168" y="0"/>
                  </a:lnTo>
                  <a:lnTo>
                    <a:pt x="8211353" y="0"/>
                  </a:lnTo>
                  <a:lnTo>
                    <a:pt x="8210538" y="0"/>
                  </a:lnTo>
                  <a:lnTo>
                    <a:pt x="8209723" y="0"/>
                  </a:lnTo>
                  <a:lnTo>
                    <a:pt x="8208909" y="0"/>
                  </a:lnTo>
                  <a:lnTo>
                    <a:pt x="8208094" y="0"/>
                  </a:lnTo>
                  <a:lnTo>
                    <a:pt x="8207279" y="0"/>
                  </a:lnTo>
                  <a:lnTo>
                    <a:pt x="8206464" y="0"/>
                  </a:lnTo>
                  <a:lnTo>
                    <a:pt x="8205649" y="0"/>
                  </a:lnTo>
                  <a:lnTo>
                    <a:pt x="8204835" y="0"/>
                  </a:lnTo>
                  <a:lnTo>
                    <a:pt x="8204020" y="0"/>
                  </a:lnTo>
                  <a:lnTo>
                    <a:pt x="8203205" y="0"/>
                  </a:lnTo>
                  <a:lnTo>
                    <a:pt x="8202390" y="0"/>
                  </a:lnTo>
                  <a:lnTo>
                    <a:pt x="8201575" y="0"/>
                  </a:lnTo>
                  <a:lnTo>
                    <a:pt x="8200761" y="0"/>
                  </a:lnTo>
                  <a:lnTo>
                    <a:pt x="8199946" y="0"/>
                  </a:lnTo>
                  <a:lnTo>
                    <a:pt x="8199131" y="0"/>
                  </a:lnTo>
                  <a:lnTo>
                    <a:pt x="8198316" y="0"/>
                  </a:lnTo>
                  <a:lnTo>
                    <a:pt x="8197502" y="0"/>
                  </a:lnTo>
                  <a:lnTo>
                    <a:pt x="8196687" y="0"/>
                  </a:lnTo>
                  <a:lnTo>
                    <a:pt x="8195872" y="0"/>
                  </a:lnTo>
                  <a:lnTo>
                    <a:pt x="8195057" y="0"/>
                  </a:lnTo>
                  <a:lnTo>
                    <a:pt x="8194242" y="0"/>
                  </a:lnTo>
                  <a:lnTo>
                    <a:pt x="8193428" y="0"/>
                  </a:lnTo>
                  <a:lnTo>
                    <a:pt x="8192613" y="0"/>
                  </a:lnTo>
                  <a:lnTo>
                    <a:pt x="8191798" y="0"/>
                  </a:lnTo>
                  <a:lnTo>
                    <a:pt x="8190983" y="0"/>
                  </a:lnTo>
                  <a:lnTo>
                    <a:pt x="8190169" y="0"/>
                  </a:lnTo>
                  <a:lnTo>
                    <a:pt x="8189354" y="0"/>
                  </a:lnTo>
                  <a:lnTo>
                    <a:pt x="8188539" y="0"/>
                  </a:lnTo>
                  <a:lnTo>
                    <a:pt x="8187724" y="0"/>
                  </a:lnTo>
                  <a:lnTo>
                    <a:pt x="8186909" y="0"/>
                  </a:lnTo>
                  <a:lnTo>
                    <a:pt x="8186095" y="0"/>
                  </a:lnTo>
                  <a:lnTo>
                    <a:pt x="8185280" y="0"/>
                  </a:lnTo>
                  <a:lnTo>
                    <a:pt x="8184465" y="0"/>
                  </a:lnTo>
                  <a:lnTo>
                    <a:pt x="8183650" y="0"/>
                  </a:lnTo>
                  <a:lnTo>
                    <a:pt x="8182836" y="0"/>
                  </a:lnTo>
                  <a:lnTo>
                    <a:pt x="8182021" y="0"/>
                  </a:lnTo>
                  <a:lnTo>
                    <a:pt x="8181206" y="0"/>
                  </a:lnTo>
                  <a:lnTo>
                    <a:pt x="8180391" y="0"/>
                  </a:lnTo>
                  <a:lnTo>
                    <a:pt x="8179576" y="0"/>
                  </a:lnTo>
                  <a:lnTo>
                    <a:pt x="8178762" y="0"/>
                  </a:lnTo>
                  <a:lnTo>
                    <a:pt x="8177947" y="0"/>
                  </a:lnTo>
                  <a:lnTo>
                    <a:pt x="8177132" y="0"/>
                  </a:lnTo>
                  <a:lnTo>
                    <a:pt x="8176317" y="0"/>
                  </a:lnTo>
                  <a:lnTo>
                    <a:pt x="8175503" y="0"/>
                  </a:lnTo>
                  <a:lnTo>
                    <a:pt x="8174688" y="0"/>
                  </a:lnTo>
                  <a:lnTo>
                    <a:pt x="8173873" y="0"/>
                  </a:lnTo>
                  <a:lnTo>
                    <a:pt x="8173058" y="0"/>
                  </a:lnTo>
                  <a:lnTo>
                    <a:pt x="8172243" y="0"/>
                  </a:lnTo>
                  <a:lnTo>
                    <a:pt x="8171429" y="0"/>
                  </a:lnTo>
                  <a:lnTo>
                    <a:pt x="8170614" y="0"/>
                  </a:lnTo>
                  <a:lnTo>
                    <a:pt x="8169799" y="0"/>
                  </a:lnTo>
                  <a:lnTo>
                    <a:pt x="8168984" y="0"/>
                  </a:lnTo>
                  <a:lnTo>
                    <a:pt x="8168170" y="0"/>
                  </a:lnTo>
                  <a:lnTo>
                    <a:pt x="8167355" y="0"/>
                  </a:lnTo>
                  <a:lnTo>
                    <a:pt x="8166540" y="0"/>
                  </a:lnTo>
                  <a:lnTo>
                    <a:pt x="8165725" y="0"/>
                  </a:lnTo>
                  <a:lnTo>
                    <a:pt x="8164910" y="0"/>
                  </a:lnTo>
                  <a:lnTo>
                    <a:pt x="8164096" y="0"/>
                  </a:lnTo>
                  <a:lnTo>
                    <a:pt x="8163281" y="0"/>
                  </a:lnTo>
                  <a:lnTo>
                    <a:pt x="8162466" y="0"/>
                  </a:lnTo>
                  <a:lnTo>
                    <a:pt x="8161651" y="0"/>
                  </a:lnTo>
                  <a:lnTo>
                    <a:pt x="8160836" y="0"/>
                  </a:lnTo>
                  <a:lnTo>
                    <a:pt x="8160022" y="0"/>
                  </a:lnTo>
                  <a:lnTo>
                    <a:pt x="8159207" y="0"/>
                  </a:lnTo>
                  <a:lnTo>
                    <a:pt x="8158392" y="0"/>
                  </a:lnTo>
                  <a:lnTo>
                    <a:pt x="8157577" y="0"/>
                  </a:lnTo>
                  <a:lnTo>
                    <a:pt x="8156763" y="0"/>
                  </a:lnTo>
                  <a:lnTo>
                    <a:pt x="8155948" y="0"/>
                  </a:lnTo>
                  <a:lnTo>
                    <a:pt x="8155133" y="0"/>
                  </a:lnTo>
                  <a:lnTo>
                    <a:pt x="8154318" y="0"/>
                  </a:lnTo>
                  <a:lnTo>
                    <a:pt x="8153503" y="0"/>
                  </a:lnTo>
                  <a:lnTo>
                    <a:pt x="8152689" y="0"/>
                  </a:lnTo>
                  <a:lnTo>
                    <a:pt x="8151874" y="0"/>
                  </a:lnTo>
                  <a:lnTo>
                    <a:pt x="8151059" y="0"/>
                  </a:lnTo>
                  <a:lnTo>
                    <a:pt x="8150244" y="0"/>
                  </a:lnTo>
                  <a:lnTo>
                    <a:pt x="8149430" y="0"/>
                  </a:lnTo>
                  <a:lnTo>
                    <a:pt x="8148615" y="0"/>
                  </a:lnTo>
                  <a:lnTo>
                    <a:pt x="8147800" y="0"/>
                  </a:lnTo>
                  <a:lnTo>
                    <a:pt x="8146985" y="0"/>
                  </a:lnTo>
                  <a:lnTo>
                    <a:pt x="8146170" y="0"/>
                  </a:lnTo>
                  <a:lnTo>
                    <a:pt x="8145356" y="0"/>
                  </a:lnTo>
                  <a:lnTo>
                    <a:pt x="8144541" y="0"/>
                  </a:lnTo>
                  <a:lnTo>
                    <a:pt x="8143726" y="0"/>
                  </a:lnTo>
                  <a:lnTo>
                    <a:pt x="8142911" y="0"/>
                  </a:lnTo>
                  <a:lnTo>
                    <a:pt x="8142097" y="0"/>
                  </a:lnTo>
                  <a:lnTo>
                    <a:pt x="8141282" y="0"/>
                  </a:lnTo>
                  <a:lnTo>
                    <a:pt x="8140467" y="0"/>
                  </a:lnTo>
                  <a:lnTo>
                    <a:pt x="8139652" y="0"/>
                  </a:lnTo>
                  <a:lnTo>
                    <a:pt x="8138837" y="0"/>
                  </a:lnTo>
                  <a:lnTo>
                    <a:pt x="8138023" y="0"/>
                  </a:lnTo>
                  <a:lnTo>
                    <a:pt x="8137208" y="0"/>
                  </a:lnTo>
                  <a:lnTo>
                    <a:pt x="8136393" y="0"/>
                  </a:lnTo>
                  <a:lnTo>
                    <a:pt x="8135578" y="0"/>
                  </a:lnTo>
                  <a:lnTo>
                    <a:pt x="8134764" y="0"/>
                  </a:lnTo>
                  <a:lnTo>
                    <a:pt x="8133949" y="0"/>
                  </a:lnTo>
                  <a:lnTo>
                    <a:pt x="8133134" y="0"/>
                  </a:lnTo>
                  <a:lnTo>
                    <a:pt x="8132319" y="0"/>
                  </a:lnTo>
                  <a:lnTo>
                    <a:pt x="8131504" y="0"/>
                  </a:lnTo>
                  <a:lnTo>
                    <a:pt x="8130690" y="0"/>
                  </a:lnTo>
                  <a:lnTo>
                    <a:pt x="8129875" y="0"/>
                  </a:lnTo>
                  <a:lnTo>
                    <a:pt x="8129060" y="0"/>
                  </a:lnTo>
                  <a:lnTo>
                    <a:pt x="8128245" y="0"/>
                  </a:lnTo>
                  <a:lnTo>
                    <a:pt x="8127431" y="0"/>
                  </a:lnTo>
                  <a:lnTo>
                    <a:pt x="8126616" y="0"/>
                  </a:lnTo>
                  <a:lnTo>
                    <a:pt x="8125801" y="0"/>
                  </a:lnTo>
                  <a:lnTo>
                    <a:pt x="8124986" y="0"/>
                  </a:lnTo>
                  <a:lnTo>
                    <a:pt x="8124171" y="0"/>
                  </a:lnTo>
                  <a:lnTo>
                    <a:pt x="8123357" y="0"/>
                  </a:lnTo>
                  <a:lnTo>
                    <a:pt x="8122542" y="0"/>
                  </a:lnTo>
                  <a:lnTo>
                    <a:pt x="8121727" y="0"/>
                  </a:lnTo>
                  <a:lnTo>
                    <a:pt x="8120912" y="0"/>
                  </a:lnTo>
                  <a:lnTo>
                    <a:pt x="8120097" y="0"/>
                  </a:lnTo>
                  <a:lnTo>
                    <a:pt x="8119283" y="0"/>
                  </a:lnTo>
                  <a:lnTo>
                    <a:pt x="8118468" y="0"/>
                  </a:lnTo>
                  <a:lnTo>
                    <a:pt x="8117653" y="0"/>
                  </a:lnTo>
                  <a:lnTo>
                    <a:pt x="8116838" y="0"/>
                  </a:lnTo>
                  <a:lnTo>
                    <a:pt x="8116024" y="0"/>
                  </a:lnTo>
                  <a:lnTo>
                    <a:pt x="8115209" y="0"/>
                  </a:lnTo>
                  <a:lnTo>
                    <a:pt x="8114394" y="0"/>
                  </a:lnTo>
                  <a:lnTo>
                    <a:pt x="8113579" y="0"/>
                  </a:lnTo>
                  <a:lnTo>
                    <a:pt x="8112764" y="0"/>
                  </a:lnTo>
                  <a:lnTo>
                    <a:pt x="8111950" y="0"/>
                  </a:lnTo>
                  <a:lnTo>
                    <a:pt x="8111135" y="0"/>
                  </a:lnTo>
                  <a:lnTo>
                    <a:pt x="8110320" y="0"/>
                  </a:lnTo>
                  <a:lnTo>
                    <a:pt x="8109505" y="0"/>
                  </a:lnTo>
                  <a:lnTo>
                    <a:pt x="8108691" y="0"/>
                  </a:lnTo>
                  <a:lnTo>
                    <a:pt x="8107876" y="0"/>
                  </a:lnTo>
                  <a:lnTo>
                    <a:pt x="8107061" y="0"/>
                  </a:lnTo>
                  <a:lnTo>
                    <a:pt x="8106246" y="0"/>
                  </a:lnTo>
                  <a:lnTo>
                    <a:pt x="8105431" y="0"/>
                  </a:lnTo>
                  <a:lnTo>
                    <a:pt x="8104617" y="0"/>
                  </a:lnTo>
                  <a:lnTo>
                    <a:pt x="8103802" y="0"/>
                  </a:lnTo>
                  <a:lnTo>
                    <a:pt x="8102987" y="0"/>
                  </a:lnTo>
                  <a:lnTo>
                    <a:pt x="8102172" y="0"/>
                  </a:lnTo>
                  <a:lnTo>
                    <a:pt x="8101358" y="0"/>
                  </a:lnTo>
                  <a:lnTo>
                    <a:pt x="8100543" y="0"/>
                  </a:lnTo>
                  <a:lnTo>
                    <a:pt x="8099728" y="0"/>
                  </a:lnTo>
                  <a:lnTo>
                    <a:pt x="8098913" y="0"/>
                  </a:lnTo>
                  <a:lnTo>
                    <a:pt x="8098098" y="0"/>
                  </a:lnTo>
                  <a:lnTo>
                    <a:pt x="8097284" y="0"/>
                  </a:lnTo>
                  <a:lnTo>
                    <a:pt x="8096469" y="0"/>
                  </a:lnTo>
                  <a:lnTo>
                    <a:pt x="8095654" y="0"/>
                  </a:lnTo>
                  <a:lnTo>
                    <a:pt x="8094839" y="0"/>
                  </a:lnTo>
                  <a:lnTo>
                    <a:pt x="8094025" y="0"/>
                  </a:lnTo>
                  <a:lnTo>
                    <a:pt x="8093210" y="0"/>
                  </a:lnTo>
                  <a:lnTo>
                    <a:pt x="8092395" y="0"/>
                  </a:lnTo>
                  <a:lnTo>
                    <a:pt x="8091580" y="0"/>
                  </a:lnTo>
                  <a:lnTo>
                    <a:pt x="8090765" y="0"/>
                  </a:lnTo>
                  <a:lnTo>
                    <a:pt x="8089951" y="0"/>
                  </a:lnTo>
                  <a:lnTo>
                    <a:pt x="8089136" y="0"/>
                  </a:lnTo>
                  <a:lnTo>
                    <a:pt x="8088321" y="0"/>
                  </a:lnTo>
                  <a:lnTo>
                    <a:pt x="8087506" y="0"/>
                  </a:lnTo>
                  <a:lnTo>
                    <a:pt x="8086692" y="0"/>
                  </a:lnTo>
                  <a:lnTo>
                    <a:pt x="8085877" y="0"/>
                  </a:lnTo>
                  <a:lnTo>
                    <a:pt x="8085062" y="0"/>
                  </a:lnTo>
                  <a:lnTo>
                    <a:pt x="8084247" y="0"/>
                  </a:lnTo>
                  <a:lnTo>
                    <a:pt x="8083432" y="0"/>
                  </a:lnTo>
                  <a:lnTo>
                    <a:pt x="8082618" y="0"/>
                  </a:lnTo>
                  <a:lnTo>
                    <a:pt x="8081803" y="0"/>
                  </a:lnTo>
                  <a:lnTo>
                    <a:pt x="8080988" y="0"/>
                  </a:lnTo>
                  <a:lnTo>
                    <a:pt x="8080173" y="0"/>
                  </a:lnTo>
                  <a:lnTo>
                    <a:pt x="8079358" y="0"/>
                  </a:lnTo>
                  <a:lnTo>
                    <a:pt x="8078544" y="0"/>
                  </a:lnTo>
                  <a:lnTo>
                    <a:pt x="8077729" y="0"/>
                  </a:lnTo>
                  <a:lnTo>
                    <a:pt x="8076914" y="0"/>
                  </a:lnTo>
                  <a:lnTo>
                    <a:pt x="8076099" y="0"/>
                  </a:lnTo>
                  <a:lnTo>
                    <a:pt x="8075285" y="0"/>
                  </a:lnTo>
                  <a:lnTo>
                    <a:pt x="8074470" y="0"/>
                  </a:lnTo>
                  <a:lnTo>
                    <a:pt x="8073655" y="0"/>
                  </a:lnTo>
                  <a:lnTo>
                    <a:pt x="8072840" y="0"/>
                  </a:lnTo>
                  <a:lnTo>
                    <a:pt x="8072025" y="0"/>
                  </a:lnTo>
                  <a:lnTo>
                    <a:pt x="8071211" y="0"/>
                  </a:lnTo>
                  <a:lnTo>
                    <a:pt x="8070396" y="0"/>
                  </a:lnTo>
                  <a:lnTo>
                    <a:pt x="8069581" y="0"/>
                  </a:lnTo>
                  <a:lnTo>
                    <a:pt x="8068766" y="0"/>
                  </a:lnTo>
                  <a:lnTo>
                    <a:pt x="8067952" y="0"/>
                  </a:lnTo>
                  <a:lnTo>
                    <a:pt x="8067137" y="0"/>
                  </a:lnTo>
                  <a:lnTo>
                    <a:pt x="8066322" y="0"/>
                  </a:lnTo>
                  <a:lnTo>
                    <a:pt x="8065507" y="0"/>
                  </a:lnTo>
                  <a:lnTo>
                    <a:pt x="8064692" y="0"/>
                  </a:lnTo>
                  <a:lnTo>
                    <a:pt x="8063878" y="0"/>
                  </a:lnTo>
                  <a:lnTo>
                    <a:pt x="8063063" y="0"/>
                  </a:lnTo>
                  <a:lnTo>
                    <a:pt x="8062248" y="0"/>
                  </a:lnTo>
                  <a:lnTo>
                    <a:pt x="8061433" y="0"/>
                  </a:lnTo>
                  <a:lnTo>
                    <a:pt x="8060619" y="0"/>
                  </a:lnTo>
                  <a:lnTo>
                    <a:pt x="8059804" y="0"/>
                  </a:lnTo>
                  <a:lnTo>
                    <a:pt x="8058989" y="0"/>
                  </a:lnTo>
                  <a:lnTo>
                    <a:pt x="8058174" y="0"/>
                  </a:lnTo>
                  <a:lnTo>
                    <a:pt x="8057359" y="0"/>
                  </a:lnTo>
                  <a:lnTo>
                    <a:pt x="8056545" y="0"/>
                  </a:lnTo>
                  <a:lnTo>
                    <a:pt x="8055730" y="0"/>
                  </a:lnTo>
                  <a:lnTo>
                    <a:pt x="8054915" y="0"/>
                  </a:lnTo>
                  <a:lnTo>
                    <a:pt x="8054100" y="0"/>
                  </a:lnTo>
                  <a:lnTo>
                    <a:pt x="8053286" y="0"/>
                  </a:lnTo>
                  <a:lnTo>
                    <a:pt x="8052471" y="0"/>
                  </a:lnTo>
                  <a:lnTo>
                    <a:pt x="8051656" y="0"/>
                  </a:lnTo>
                  <a:lnTo>
                    <a:pt x="8050841" y="0"/>
                  </a:lnTo>
                  <a:lnTo>
                    <a:pt x="8050026" y="0"/>
                  </a:lnTo>
                  <a:lnTo>
                    <a:pt x="8049212" y="0"/>
                  </a:lnTo>
                  <a:lnTo>
                    <a:pt x="8048397" y="0"/>
                  </a:lnTo>
                  <a:lnTo>
                    <a:pt x="8047582" y="0"/>
                  </a:lnTo>
                  <a:lnTo>
                    <a:pt x="8046767" y="0"/>
                  </a:lnTo>
                  <a:lnTo>
                    <a:pt x="8045952" y="0"/>
                  </a:lnTo>
                  <a:lnTo>
                    <a:pt x="8045138" y="0"/>
                  </a:lnTo>
                  <a:lnTo>
                    <a:pt x="8044323" y="0"/>
                  </a:lnTo>
                  <a:lnTo>
                    <a:pt x="8043508" y="0"/>
                  </a:lnTo>
                  <a:lnTo>
                    <a:pt x="8042693" y="0"/>
                  </a:lnTo>
                  <a:lnTo>
                    <a:pt x="8041879" y="0"/>
                  </a:lnTo>
                  <a:lnTo>
                    <a:pt x="8041064" y="0"/>
                  </a:lnTo>
                  <a:lnTo>
                    <a:pt x="8040249" y="0"/>
                  </a:lnTo>
                  <a:lnTo>
                    <a:pt x="8039434" y="0"/>
                  </a:lnTo>
                  <a:lnTo>
                    <a:pt x="8038619" y="0"/>
                  </a:lnTo>
                  <a:lnTo>
                    <a:pt x="8037805" y="0"/>
                  </a:lnTo>
                  <a:lnTo>
                    <a:pt x="8036990" y="0"/>
                  </a:lnTo>
                  <a:lnTo>
                    <a:pt x="8036175" y="0"/>
                  </a:lnTo>
                  <a:lnTo>
                    <a:pt x="8035360" y="0"/>
                  </a:lnTo>
                  <a:lnTo>
                    <a:pt x="8034546" y="0"/>
                  </a:lnTo>
                  <a:lnTo>
                    <a:pt x="8033731" y="0"/>
                  </a:lnTo>
                  <a:lnTo>
                    <a:pt x="8032916" y="0"/>
                  </a:lnTo>
                  <a:lnTo>
                    <a:pt x="8032101" y="0"/>
                  </a:lnTo>
                  <a:lnTo>
                    <a:pt x="8031286" y="0"/>
                  </a:lnTo>
                  <a:lnTo>
                    <a:pt x="8030472" y="0"/>
                  </a:lnTo>
                  <a:lnTo>
                    <a:pt x="8029657" y="0"/>
                  </a:lnTo>
                  <a:lnTo>
                    <a:pt x="8028842" y="0"/>
                  </a:lnTo>
                  <a:lnTo>
                    <a:pt x="8028027" y="0"/>
                  </a:lnTo>
                  <a:lnTo>
                    <a:pt x="8027213" y="0"/>
                  </a:lnTo>
                  <a:lnTo>
                    <a:pt x="8026398" y="0"/>
                  </a:lnTo>
                  <a:lnTo>
                    <a:pt x="8025583" y="0"/>
                  </a:lnTo>
                  <a:lnTo>
                    <a:pt x="8024768" y="0"/>
                  </a:lnTo>
                  <a:lnTo>
                    <a:pt x="8023953" y="0"/>
                  </a:lnTo>
                  <a:lnTo>
                    <a:pt x="8023139" y="0"/>
                  </a:lnTo>
                  <a:lnTo>
                    <a:pt x="8022324" y="0"/>
                  </a:lnTo>
                  <a:lnTo>
                    <a:pt x="8021509" y="0"/>
                  </a:lnTo>
                  <a:lnTo>
                    <a:pt x="8020694" y="0"/>
                  </a:lnTo>
                  <a:lnTo>
                    <a:pt x="8019880" y="0"/>
                  </a:lnTo>
                  <a:lnTo>
                    <a:pt x="8019065" y="0"/>
                  </a:lnTo>
                  <a:lnTo>
                    <a:pt x="8018250" y="0"/>
                  </a:lnTo>
                  <a:lnTo>
                    <a:pt x="8017435" y="0"/>
                  </a:lnTo>
                  <a:lnTo>
                    <a:pt x="8016620" y="0"/>
                  </a:lnTo>
                  <a:lnTo>
                    <a:pt x="8015806" y="0"/>
                  </a:lnTo>
                  <a:lnTo>
                    <a:pt x="8014991" y="0"/>
                  </a:lnTo>
                  <a:lnTo>
                    <a:pt x="8014176" y="0"/>
                  </a:lnTo>
                  <a:lnTo>
                    <a:pt x="8013361" y="0"/>
                  </a:lnTo>
                  <a:lnTo>
                    <a:pt x="8012547" y="0"/>
                  </a:lnTo>
                  <a:lnTo>
                    <a:pt x="8011732" y="0"/>
                  </a:lnTo>
                  <a:lnTo>
                    <a:pt x="8010917" y="0"/>
                  </a:lnTo>
                  <a:lnTo>
                    <a:pt x="8010102" y="0"/>
                  </a:lnTo>
                  <a:lnTo>
                    <a:pt x="8009287" y="0"/>
                  </a:lnTo>
                  <a:lnTo>
                    <a:pt x="8008473" y="0"/>
                  </a:lnTo>
                  <a:lnTo>
                    <a:pt x="8007658" y="0"/>
                  </a:lnTo>
                  <a:lnTo>
                    <a:pt x="8006843" y="0"/>
                  </a:lnTo>
                  <a:lnTo>
                    <a:pt x="8006028" y="0"/>
                  </a:lnTo>
                  <a:lnTo>
                    <a:pt x="8005213" y="0"/>
                  </a:lnTo>
                  <a:lnTo>
                    <a:pt x="8004399" y="0"/>
                  </a:lnTo>
                  <a:lnTo>
                    <a:pt x="8003584" y="0"/>
                  </a:lnTo>
                  <a:lnTo>
                    <a:pt x="8002769" y="0"/>
                  </a:lnTo>
                  <a:lnTo>
                    <a:pt x="8001954" y="0"/>
                  </a:lnTo>
                  <a:lnTo>
                    <a:pt x="8001140" y="0"/>
                  </a:lnTo>
                  <a:lnTo>
                    <a:pt x="8000325" y="0"/>
                  </a:lnTo>
                  <a:lnTo>
                    <a:pt x="7999510" y="0"/>
                  </a:lnTo>
                  <a:lnTo>
                    <a:pt x="7998695" y="0"/>
                  </a:lnTo>
                  <a:lnTo>
                    <a:pt x="7997880" y="0"/>
                  </a:lnTo>
                  <a:lnTo>
                    <a:pt x="7997066" y="0"/>
                  </a:lnTo>
                  <a:lnTo>
                    <a:pt x="7996251" y="0"/>
                  </a:lnTo>
                  <a:lnTo>
                    <a:pt x="7995436" y="0"/>
                  </a:lnTo>
                  <a:lnTo>
                    <a:pt x="7994621" y="0"/>
                  </a:lnTo>
                  <a:lnTo>
                    <a:pt x="7993807" y="0"/>
                  </a:lnTo>
                  <a:lnTo>
                    <a:pt x="7992992" y="0"/>
                  </a:lnTo>
                  <a:lnTo>
                    <a:pt x="7992177" y="0"/>
                  </a:lnTo>
                  <a:lnTo>
                    <a:pt x="7991362" y="0"/>
                  </a:lnTo>
                  <a:lnTo>
                    <a:pt x="7990547" y="0"/>
                  </a:lnTo>
                  <a:lnTo>
                    <a:pt x="7989733" y="0"/>
                  </a:lnTo>
                  <a:lnTo>
                    <a:pt x="7988918" y="0"/>
                  </a:lnTo>
                  <a:lnTo>
                    <a:pt x="7988103" y="0"/>
                  </a:lnTo>
                  <a:lnTo>
                    <a:pt x="7987288" y="0"/>
                  </a:lnTo>
                  <a:lnTo>
                    <a:pt x="7986474" y="0"/>
                  </a:lnTo>
                  <a:lnTo>
                    <a:pt x="7985659" y="0"/>
                  </a:lnTo>
                  <a:lnTo>
                    <a:pt x="7984844" y="0"/>
                  </a:lnTo>
                  <a:lnTo>
                    <a:pt x="7984029" y="0"/>
                  </a:lnTo>
                  <a:lnTo>
                    <a:pt x="7983214" y="0"/>
                  </a:lnTo>
                  <a:lnTo>
                    <a:pt x="7982400" y="0"/>
                  </a:lnTo>
                  <a:lnTo>
                    <a:pt x="7981585" y="0"/>
                  </a:lnTo>
                  <a:lnTo>
                    <a:pt x="7980770" y="0"/>
                  </a:lnTo>
                  <a:lnTo>
                    <a:pt x="7979955" y="0"/>
                  </a:lnTo>
                  <a:lnTo>
                    <a:pt x="7979141" y="0"/>
                  </a:lnTo>
                  <a:lnTo>
                    <a:pt x="7978326" y="0"/>
                  </a:lnTo>
                  <a:lnTo>
                    <a:pt x="7977511" y="0"/>
                  </a:lnTo>
                  <a:lnTo>
                    <a:pt x="7976696" y="0"/>
                  </a:lnTo>
                  <a:lnTo>
                    <a:pt x="7975881" y="0"/>
                  </a:lnTo>
                  <a:lnTo>
                    <a:pt x="7975067" y="0"/>
                  </a:lnTo>
                  <a:lnTo>
                    <a:pt x="7974252" y="0"/>
                  </a:lnTo>
                  <a:lnTo>
                    <a:pt x="7973437" y="0"/>
                  </a:lnTo>
                  <a:lnTo>
                    <a:pt x="7972622" y="0"/>
                  </a:lnTo>
                  <a:lnTo>
                    <a:pt x="7971808" y="0"/>
                  </a:lnTo>
                  <a:lnTo>
                    <a:pt x="7970993" y="0"/>
                  </a:lnTo>
                  <a:lnTo>
                    <a:pt x="7970178" y="0"/>
                  </a:lnTo>
                  <a:lnTo>
                    <a:pt x="7969363" y="0"/>
                  </a:lnTo>
                  <a:lnTo>
                    <a:pt x="7968548" y="0"/>
                  </a:lnTo>
                  <a:lnTo>
                    <a:pt x="7967734" y="0"/>
                  </a:lnTo>
                  <a:lnTo>
                    <a:pt x="7966919" y="0"/>
                  </a:lnTo>
                  <a:lnTo>
                    <a:pt x="7966104" y="0"/>
                  </a:lnTo>
                  <a:lnTo>
                    <a:pt x="7965289" y="0"/>
                  </a:lnTo>
                  <a:lnTo>
                    <a:pt x="7964474" y="0"/>
                  </a:lnTo>
                  <a:lnTo>
                    <a:pt x="7963660" y="0"/>
                  </a:lnTo>
                  <a:lnTo>
                    <a:pt x="7962845" y="0"/>
                  </a:lnTo>
                  <a:lnTo>
                    <a:pt x="7962030" y="0"/>
                  </a:lnTo>
                  <a:lnTo>
                    <a:pt x="7961215" y="0"/>
                  </a:lnTo>
                  <a:lnTo>
                    <a:pt x="7960401" y="0"/>
                  </a:lnTo>
                  <a:lnTo>
                    <a:pt x="7959586" y="0"/>
                  </a:lnTo>
                  <a:lnTo>
                    <a:pt x="7958771" y="0"/>
                  </a:lnTo>
                  <a:lnTo>
                    <a:pt x="7957956" y="0"/>
                  </a:lnTo>
                  <a:lnTo>
                    <a:pt x="7957141" y="0"/>
                  </a:lnTo>
                  <a:lnTo>
                    <a:pt x="7956327" y="0"/>
                  </a:lnTo>
                  <a:lnTo>
                    <a:pt x="7955512" y="0"/>
                  </a:lnTo>
                  <a:lnTo>
                    <a:pt x="7954697" y="0"/>
                  </a:lnTo>
                  <a:lnTo>
                    <a:pt x="7953882" y="0"/>
                  </a:lnTo>
                  <a:lnTo>
                    <a:pt x="7953068" y="0"/>
                  </a:lnTo>
                  <a:lnTo>
                    <a:pt x="7952253" y="0"/>
                  </a:lnTo>
                  <a:lnTo>
                    <a:pt x="7951438" y="0"/>
                  </a:lnTo>
                  <a:lnTo>
                    <a:pt x="7950623" y="0"/>
                  </a:lnTo>
                  <a:lnTo>
                    <a:pt x="7949808" y="0"/>
                  </a:lnTo>
                  <a:lnTo>
                    <a:pt x="7948994" y="0"/>
                  </a:lnTo>
                  <a:lnTo>
                    <a:pt x="7948179" y="0"/>
                  </a:lnTo>
                  <a:lnTo>
                    <a:pt x="7947364" y="0"/>
                  </a:lnTo>
                  <a:lnTo>
                    <a:pt x="7946549" y="0"/>
                  </a:lnTo>
                  <a:lnTo>
                    <a:pt x="7945735" y="0"/>
                  </a:lnTo>
                  <a:lnTo>
                    <a:pt x="7944920" y="0"/>
                  </a:lnTo>
                  <a:lnTo>
                    <a:pt x="7944105" y="0"/>
                  </a:lnTo>
                  <a:lnTo>
                    <a:pt x="7943290" y="0"/>
                  </a:lnTo>
                  <a:lnTo>
                    <a:pt x="7942475" y="0"/>
                  </a:lnTo>
                  <a:lnTo>
                    <a:pt x="7941661" y="0"/>
                  </a:lnTo>
                  <a:lnTo>
                    <a:pt x="7940846" y="0"/>
                  </a:lnTo>
                  <a:lnTo>
                    <a:pt x="7940031" y="0"/>
                  </a:lnTo>
                  <a:lnTo>
                    <a:pt x="7939216" y="0"/>
                  </a:lnTo>
                  <a:lnTo>
                    <a:pt x="7938402" y="0"/>
                  </a:lnTo>
                  <a:lnTo>
                    <a:pt x="7937587" y="0"/>
                  </a:lnTo>
                  <a:lnTo>
                    <a:pt x="7936772" y="0"/>
                  </a:lnTo>
                  <a:lnTo>
                    <a:pt x="7935957" y="0"/>
                  </a:lnTo>
                  <a:lnTo>
                    <a:pt x="7935142" y="0"/>
                  </a:lnTo>
                  <a:lnTo>
                    <a:pt x="7934328" y="0"/>
                  </a:lnTo>
                  <a:lnTo>
                    <a:pt x="7933513" y="0"/>
                  </a:lnTo>
                  <a:lnTo>
                    <a:pt x="7932698" y="0"/>
                  </a:lnTo>
                  <a:lnTo>
                    <a:pt x="7931883" y="0"/>
                  </a:lnTo>
                  <a:lnTo>
                    <a:pt x="7931069" y="0"/>
                  </a:lnTo>
                  <a:lnTo>
                    <a:pt x="7930254" y="0"/>
                  </a:lnTo>
                  <a:lnTo>
                    <a:pt x="7929439" y="0"/>
                  </a:lnTo>
                  <a:lnTo>
                    <a:pt x="7928624" y="0"/>
                  </a:lnTo>
                  <a:lnTo>
                    <a:pt x="7927809" y="0"/>
                  </a:lnTo>
                  <a:lnTo>
                    <a:pt x="7926995" y="0"/>
                  </a:lnTo>
                  <a:lnTo>
                    <a:pt x="7926180" y="0"/>
                  </a:lnTo>
                  <a:lnTo>
                    <a:pt x="7925365" y="0"/>
                  </a:lnTo>
                  <a:lnTo>
                    <a:pt x="7924550" y="0"/>
                  </a:lnTo>
                  <a:lnTo>
                    <a:pt x="7923735" y="0"/>
                  </a:lnTo>
                  <a:lnTo>
                    <a:pt x="7922921" y="0"/>
                  </a:lnTo>
                  <a:lnTo>
                    <a:pt x="7922106" y="0"/>
                  </a:lnTo>
                  <a:lnTo>
                    <a:pt x="7921291" y="0"/>
                  </a:lnTo>
                  <a:lnTo>
                    <a:pt x="7920476" y="0"/>
                  </a:lnTo>
                  <a:lnTo>
                    <a:pt x="7919662" y="0"/>
                  </a:lnTo>
                  <a:lnTo>
                    <a:pt x="7918847" y="0"/>
                  </a:lnTo>
                  <a:lnTo>
                    <a:pt x="7918032" y="0"/>
                  </a:lnTo>
                  <a:lnTo>
                    <a:pt x="7917217" y="0"/>
                  </a:lnTo>
                  <a:lnTo>
                    <a:pt x="7916402" y="0"/>
                  </a:lnTo>
                  <a:lnTo>
                    <a:pt x="7915588" y="0"/>
                  </a:lnTo>
                  <a:lnTo>
                    <a:pt x="7914773" y="0"/>
                  </a:lnTo>
                  <a:lnTo>
                    <a:pt x="7913958" y="0"/>
                  </a:lnTo>
                  <a:lnTo>
                    <a:pt x="7913143" y="0"/>
                  </a:lnTo>
                  <a:lnTo>
                    <a:pt x="7912329" y="0"/>
                  </a:lnTo>
                  <a:lnTo>
                    <a:pt x="7911514" y="0"/>
                  </a:lnTo>
                  <a:lnTo>
                    <a:pt x="7910699" y="0"/>
                  </a:lnTo>
                  <a:lnTo>
                    <a:pt x="7909884" y="0"/>
                  </a:lnTo>
                  <a:lnTo>
                    <a:pt x="7909069" y="0"/>
                  </a:lnTo>
                  <a:lnTo>
                    <a:pt x="7908255" y="0"/>
                  </a:lnTo>
                  <a:lnTo>
                    <a:pt x="7907440" y="0"/>
                  </a:lnTo>
                  <a:lnTo>
                    <a:pt x="7906625" y="0"/>
                  </a:lnTo>
                  <a:lnTo>
                    <a:pt x="7905810" y="0"/>
                  </a:lnTo>
                  <a:lnTo>
                    <a:pt x="7904996" y="0"/>
                  </a:lnTo>
                  <a:lnTo>
                    <a:pt x="7904181" y="0"/>
                  </a:lnTo>
                  <a:lnTo>
                    <a:pt x="7903366" y="0"/>
                  </a:lnTo>
                  <a:lnTo>
                    <a:pt x="7902551" y="0"/>
                  </a:lnTo>
                  <a:lnTo>
                    <a:pt x="7901736" y="0"/>
                  </a:lnTo>
                  <a:lnTo>
                    <a:pt x="7900922" y="0"/>
                  </a:lnTo>
                  <a:lnTo>
                    <a:pt x="7900107" y="0"/>
                  </a:lnTo>
                  <a:lnTo>
                    <a:pt x="7899292" y="0"/>
                  </a:lnTo>
                  <a:lnTo>
                    <a:pt x="7898477" y="0"/>
                  </a:lnTo>
                  <a:lnTo>
                    <a:pt x="7897663" y="0"/>
                  </a:lnTo>
                  <a:lnTo>
                    <a:pt x="7896848" y="0"/>
                  </a:lnTo>
                  <a:lnTo>
                    <a:pt x="7896033" y="0"/>
                  </a:lnTo>
                  <a:lnTo>
                    <a:pt x="7895218" y="0"/>
                  </a:lnTo>
                  <a:lnTo>
                    <a:pt x="7894403" y="0"/>
                  </a:lnTo>
                  <a:lnTo>
                    <a:pt x="7893589" y="0"/>
                  </a:lnTo>
                  <a:lnTo>
                    <a:pt x="7892774" y="0"/>
                  </a:lnTo>
                  <a:lnTo>
                    <a:pt x="7891959" y="0"/>
                  </a:lnTo>
                  <a:lnTo>
                    <a:pt x="7891144" y="0"/>
                  </a:lnTo>
                  <a:lnTo>
                    <a:pt x="7890330" y="0"/>
                  </a:lnTo>
                  <a:lnTo>
                    <a:pt x="7889515" y="0"/>
                  </a:lnTo>
                  <a:lnTo>
                    <a:pt x="7888700" y="0"/>
                  </a:lnTo>
                  <a:lnTo>
                    <a:pt x="7887885" y="0"/>
                  </a:lnTo>
                  <a:lnTo>
                    <a:pt x="7887070" y="0"/>
                  </a:lnTo>
                  <a:lnTo>
                    <a:pt x="7886256" y="0"/>
                  </a:lnTo>
                  <a:lnTo>
                    <a:pt x="7885441" y="0"/>
                  </a:lnTo>
                  <a:lnTo>
                    <a:pt x="7884626" y="0"/>
                  </a:lnTo>
                  <a:lnTo>
                    <a:pt x="7883811" y="0"/>
                  </a:lnTo>
                  <a:lnTo>
                    <a:pt x="7882996" y="0"/>
                  </a:lnTo>
                  <a:lnTo>
                    <a:pt x="7882182" y="0"/>
                  </a:lnTo>
                  <a:lnTo>
                    <a:pt x="7881367" y="0"/>
                  </a:lnTo>
                  <a:lnTo>
                    <a:pt x="7880552" y="0"/>
                  </a:lnTo>
                  <a:lnTo>
                    <a:pt x="7879737" y="0"/>
                  </a:lnTo>
                  <a:lnTo>
                    <a:pt x="7878923" y="0"/>
                  </a:lnTo>
                  <a:lnTo>
                    <a:pt x="7878108" y="0"/>
                  </a:lnTo>
                  <a:lnTo>
                    <a:pt x="7877293" y="0"/>
                  </a:lnTo>
                  <a:lnTo>
                    <a:pt x="7876478" y="0"/>
                  </a:lnTo>
                  <a:lnTo>
                    <a:pt x="7875663" y="0"/>
                  </a:lnTo>
                  <a:lnTo>
                    <a:pt x="7874849" y="0"/>
                  </a:lnTo>
                  <a:lnTo>
                    <a:pt x="7874034" y="0"/>
                  </a:lnTo>
                  <a:lnTo>
                    <a:pt x="7873219" y="0"/>
                  </a:lnTo>
                  <a:lnTo>
                    <a:pt x="7872404" y="0"/>
                  </a:lnTo>
                  <a:lnTo>
                    <a:pt x="7871590" y="0"/>
                  </a:lnTo>
                  <a:lnTo>
                    <a:pt x="7870775" y="0"/>
                  </a:lnTo>
                  <a:lnTo>
                    <a:pt x="7869960" y="0"/>
                  </a:lnTo>
                  <a:lnTo>
                    <a:pt x="7869145" y="0"/>
                  </a:lnTo>
                  <a:lnTo>
                    <a:pt x="7868330" y="0"/>
                  </a:lnTo>
                  <a:lnTo>
                    <a:pt x="7867516" y="0"/>
                  </a:lnTo>
                  <a:lnTo>
                    <a:pt x="7866701" y="0"/>
                  </a:lnTo>
                  <a:lnTo>
                    <a:pt x="7865886" y="0"/>
                  </a:lnTo>
                  <a:lnTo>
                    <a:pt x="7865071" y="0"/>
                  </a:lnTo>
                  <a:lnTo>
                    <a:pt x="7864257" y="0"/>
                  </a:lnTo>
                  <a:lnTo>
                    <a:pt x="7863442" y="0"/>
                  </a:lnTo>
                  <a:lnTo>
                    <a:pt x="7862627" y="0"/>
                  </a:lnTo>
                  <a:lnTo>
                    <a:pt x="7861812" y="0"/>
                  </a:lnTo>
                  <a:lnTo>
                    <a:pt x="7860997" y="0"/>
                  </a:lnTo>
                  <a:lnTo>
                    <a:pt x="7860183" y="0"/>
                  </a:lnTo>
                  <a:lnTo>
                    <a:pt x="7859368" y="0"/>
                  </a:lnTo>
                  <a:lnTo>
                    <a:pt x="7858553" y="0"/>
                  </a:lnTo>
                  <a:lnTo>
                    <a:pt x="7857738" y="0"/>
                  </a:lnTo>
                  <a:lnTo>
                    <a:pt x="7856924" y="0"/>
                  </a:lnTo>
                  <a:lnTo>
                    <a:pt x="7856109" y="0"/>
                  </a:lnTo>
                  <a:lnTo>
                    <a:pt x="7855294" y="0"/>
                  </a:lnTo>
                  <a:lnTo>
                    <a:pt x="7854479" y="0"/>
                  </a:lnTo>
                  <a:lnTo>
                    <a:pt x="7853664" y="0"/>
                  </a:lnTo>
                  <a:lnTo>
                    <a:pt x="7852850" y="0"/>
                  </a:lnTo>
                  <a:lnTo>
                    <a:pt x="7852035" y="0"/>
                  </a:lnTo>
                  <a:lnTo>
                    <a:pt x="7851220" y="0"/>
                  </a:lnTo>
                  <a:lnTo>
                    <a:pt x="7850405" y="0"/>
                  </a:lnTo>
                  <a:lnTo>
                    <a:pt x="7849591" y="0"/>
                  </a:lnTo>
                  <a:lnTo>
                    <a:pt x="7848776" y="0"/>
                  </a:lnTo>
                  <a:lnTo>
                    <a:pt x="7847961" y="0"/>
                  </a:lnTo>
                  <a:lnTo>
                    <a:pt x="7847146" y="0"/>
                  </a:lnTo>
                  <a:lnTo>
                    <a:pt x="7846331" y="0"/>
                  </a:lnTo>
                  <a:lnTo>
                    <a:pt x="7845517" y="0"/>
                  </a:lnTo>
                  <a:lnTo>
                    <a:pt x="7844702" y="0"/>
                  </a:lnTo>
                  <a:lnTo>
                    <a:pt x="7843887" y="0"/>
                  </a:lnTo>
                  <a:lnTo>
                    <a:pt x="7843072" y="0"/>
                  </a:lnTo>
                  <a:lnTo>
                    <a:pt x="7842257" y="0"/>
                  </a:lnTo>
                  <a:lnTo>
                    <a:pt x="7841443" y="0"/>
                  </a:lnTo>
                  <a:lnTo>
                    <a:pt x="7840628" y="0"/>
                  </a:lnTo>
                  <a:lnTo>
                    <a:pt x="7839813" y="0"/>
                  </a:lnTo>
                  <a:lnTo>
                    <a:pt x="7838998" y="0"/>
                  </a:lnTo>
                  <a:lnTo>
                    <a:pt x="7838184" y="0"/>
                  </a:lnTo>
                  <a:lnTo>
                    <a:pt x="7837369" y="0"/>
                  </a:lnTo>
                  <a:lnTo>
                    <a:pt x="7836554" y="0"/>
                  </a:lnTo>
                  <a:lnTo>
                    <a:pt x="7835739" y="0"/>
                  </a:lnTo>
                  <a:lnTo>
                    <a:pt x="7834924" y="0"/>
                  </a:lnTo>
                  <a:lnTo>
                    <a:pt x="7834110" y="0"/>
                  </a:lnTo>
                  <a:lnTo>
                    <a:pt x="7833295" y="0"/>
                  </a:lnTo>
                  <a:lnTo>
                    <a:pt x="7832480" y="0"/>
                  </a:lnTo>
                  <a:lnTo>
                    <a:pt x="7831665" y="0"/>
                  </a:lnTo>
                  <a:lnTo>
                    <a:pt x="7830851" y="0"/>
                  </a:lnTo>
                  <a:lnTo>
                    <a:pt x="7830036" y="0"/>
                  </a:lnTo>
                  <a:lnTo>
                    <a:pt x="7829221" y="0"/>
                  </a:lnTo>
                  <a:lnTo>
                    <a:pt x="7828406" y="0"/>
                  </a:lnTo>
                  <a:lnTo>
                    <a:pt x="7827591" y="0"/>
                  </a:lnTo>
                  <a:lnTo>
                    <a:pt x="7826777" y="0"/>
                  </a:lnTo>
                  <a:lnTo>
                    <a:pt x="7825962" y="0"/>
                  </a:lnTo>
                  <a:lnTo>
                    <a:pt x="7825147" y="0"/>
                  </a:lnTo>
                  <a:lnTo>
                    <a:pt x="7824332" y="0"/>
                  </a:lnTo>
                  <a:lnTo>
                    <a:pt x="7823518" y="0"/>
                  </a:lnTo>
                  <a:lnTo>
                    <a:pt x="7822703" y="0"/>
                  </a:lnTo>
                  <a:lnTo>
                    <a:pt x="7821888" y="0"/>
                  </a:lnTo>
                  <a:lnTo>
                    <a:pt x="7821073" y="0"/>
                  </a:lnTo>
                  <a:lnTo>
                    <a:pt x="7820258" y="0"/>
                  </a:lnTo>
                  <a:lnTo>
                    <a:pt x="7819444" y="0"/>
                  </a:lnTo>
                  <a:lnTo>
                    <a:pt x="7818629" y="0"/>
                  </a:lnTo>
                  <a:lnTo>
                    <a:pt x="7817814" y="0"/>
                  </a:lnTo>
                  <a:lnTo>
                    <a:pt x="7816999" y="0"/>
                  </a:lnTo>
                  <a:lnTo>
                    <a:pt x="7816185" y="0"/>
                  </a:lnTo>
                  <a:lnTo>
                    <a:pt x="7815370" y="0"/>
                  </a:lnTo>
                  <a:lnTo>
                    <a:pt x="7814555" y="0"/>
                  </a:lnTo>
                  <a:lnTo>
                    <a:pt x="7813740" y="0"/>
                  </a:lnTo>
                  <a:lnTo>
                    <a:pt x="7812925" y="0"/>
                  </a:lnTo>
                  <a:lnTo>
                    <a:pt x="7812111" y="0"/>
                  </a:lnTo>
                  <a:lnTo>
                    <a:pt x="7811296" y="0"/>
                  </a:lnTo>
                  <a:lnTo>
                    <a:pt x="7810481" y="0"/>
                  </a:lnTo>
                  <a:lnTo>
                    <a:pt x="7809666" y="0"/>
                  </a:lnTo>
                  <a:lnTo>
                    <a:pt x="7808852" y="0"/>
                  </a:lnTo>
                  <a:lnTo>
                    <a:pt x="7808037" y="0"/>
                  </a:lnTo>
                  <a:lnTo>
                    <a:pt x="7807222" y="0"/>
                  </a:lnTo>
                  <a:lnTo>
                    <a:pt x="7806407" y="0"/>
                  </a:lnTo>
                  <a:lnTo>
                    <a:pt x="7805592" y="0"/>
                  </a:lnTo>
                  <a:lnTo>
                    <a:pt x="7804778" y="0"/>
                  </a:lnTo>
                  <a:lnTo>
                    <a:pt x="7803963" y="0"/>
                  </a:lnTo>
                  <a:lnTo>
                    <a:pt x="7803148" y="0"/>
                  </a:lnTo>
                  <a:lnTo>
                    <a:pt x="7802333" y="0"/>
                  </a:lnTo>
                  <a:lnTo>
                    <a:pt x="7801518" y="0"/>
                  </a:lnTo>
                  <a:lnTo>
                    <a:pt x="7800704" y="0"/>
                  </a:lnTo>
                  <a:lnTo>
                    <a:pt x="7799889" y="0"/>
                  </a:lnTo>
                  <a:lnTo>
                    <a:pt x="7799074" y="0"/>
                  </a:lnTo>
                  <a:lnTo>
                    <a:pt x="7798259" y="0"/>
                  </a:lnTo>
                  <a:lnTo>
                    <a:pt x="7797445" y="0"/>
                  </a:lnTo>
                  <a:lnTo>
                    <a:pt x="7796630" y="0"/>
                  </a:lnTo>
                  <a:lnTo>
                    <a:pt x="7795815" y="0"/>
                  </a:lnTo>
                  <a:lnTo>
                    <a:pt x="7795000" y="0"/>
                  </a:lnTo>
                  <a:lnTo>
                    <a:pt x="7794185" y="0"/>
                  </a:lnTo>
                  <a:lnTo>
                    <a:pt x="7793371" y="0"/>
                  </a:lnTo>
                  <a:lnTo>
                    <a:pt x="7792556" y="0"/>
                  </a:lnTo>
                  <a:lnTo>
                    <a:pt x="7791741" y="0"/>
                  </a:lnTo>
                  <a:lnTo>
                    <a:pt x="7790926" y="0"/>
                  </a:lnTo>
                  <a:lnTo>
                    <a:pt x="7790112" y="0"/>
                  </a:lnTo>
                  <a:lnTo>
                    <a:pt x="7789297" y="0"/>
                  </a:lnTo>
                  <a:lnTo>
                    <a:pt x="7788482" y="0"/>
                  </a:lnTo>
                  <a:lnTo>
                    <a:pt x="7787667" y="0"/>
                  </a:lnTo>
                  <a:lnTo>
                    <a:pt x="7786852" y="0"/>
                  </a:lnTo>
                  <a:lnTo>
                    <a:pt x="7786038" y="0"/>
                  </a:lnTo>
                  <a:lnTo>
                    <a:pt x="7785223" y="0"/>
                  </a:lnTo>
                  <a:lnTo>
                    <a:pt x="7784408" y="0"/>
                  </a:lnTo>
                  <a:lnTo>
                    <a:pt x="7783593" y="0"/>
                  </a:lnTo>
                  <a:lnTo>
                    <a:pt x="7782779" y="0"/>
                  </a:lnTo>
                  <a:lnTo>
                    <a:pt x="7781964" y="0"/>
                  </a:lnTo>
                  <a:lnTo>
                    <a:pt x="7781149" y="0"/>
                  </a:lnTo>
                  <a:lnTo>
                    <a:pt x="7780334" y="0"/>
                  </a:lnTo>
                  <a:lnTo>
                    <a:pt x="7779519" y="0"/>
                  </a:lnTo>
                  <a:lnTo>
                    <a:pt x="7778705" y="0"/>
                  </a:lnTo>
                  <a:lnTo>
                    <a:pt x="7777890" y="0"/>
                  </a:lnTo>
                  <a:lnTo>
                    <a:pt x="7777075" y="0"/>
                  </a:lnTo>
                  <a:lnTo>
                    <a:pt x="7776260" y="0"/>
                  </a:lnTo>
                  <a:lnTo>
                    <a:pt x="7775446" y="0"/>
                  </a:lnTo>
                  <a:lnTo>
                    <a:pt x="7774631" y="0"/>
                  </a:lnTo>
                  <a:lnTo>
                    <a:pt x="7773816" y="0"/>
                  </a:lnTo>
                  <a:lnTo>
                    <a:pt x="7773001" y="0"/>
                  </a:lnTo>
                  <a:lnTo>
                    <a:pt x="7772186" y="0"/>
                  </a:lnTo>
                  <a:lnTo>
                    <a:pt x="7771372" y="0"/>
                  </a:lnTo>
                  <a:lnTo>
                    <a:pt x="7770557" y="0"/>
                  </a:lnTo>
                  <a:lnTo>
                    <a:pt x="7769742" y="0"/>
                  </a:lnTo>
                  <a:lnTo>
                    <a:pt x="7768927" y="0"/>
                  </a:lnTo>
                  <a:lnTo>
                    <a:pt x="7768113" y="0"/>
                  </a:lnTo>
                  <a:lnTo>
                    <a:pt x="7767298" y="0"/>
                  </a:lnTo>
                  <a:lnTo>
                    <a:pt x="7766483" y="0"/>
                  </a:lnTo>
                  <a:lnTo>
                    <a:pt x="7765668" y="0"/>
                  </a:lnTo>
                  <a:lnTo>
                    <a:pt x="7764853" y="0"/>
                  </a:lnTo>
                  <a:lnTo>
                    <a:pt x="7764039" y="0"/>
                  </a:lnTo>
                  <a:lnTo>
                    <a:pt x="7763224" y="0"/>
                  </a:lnTo>
                  <a:lnTo>
                    <a:pt x="7762409" y="0"/>
                  </a:lnTo>
                  <a:lnTo>
                    <a:pt x="7761594" y="0"/>
                  </a:lnTo>
                  <a:lnTo>
                    <a:pt x="7760779" y="0"/>
                  </a:lnTo>
                  <a:lnTo>
                    <a:pt x="7759965" y="0"/>
                  </a:lnTo>
                  <a:lnTo>
                    <a:pt x="7759150" y="0"/>
                  </a:lnTo>
                  <a:lnTo>
                    <a:pt x="7758335" y="0"/>
                  </a:lnTo>
                  <a:lnTo>
                    <a:pt x="7757520" y="0"/>
                  </a:lnTo>
                  <a:lnTo>
                    <a:pt x="7756706" y="0"/>
                  </a:lnTo>
                  <a:lnTo>
                    <a:pt x="7755891" y="0"/>
                  </a:lnTo>
                  <a:lnTo>
                    <a:pt x="7755076" y="0"/>
                  </a:lnTo>
                  <a:lnTo>
                    <a:pt x="7754261" y="0"/>
                  </a:lnTo>
                  <a:lnTo>
                    <a:pt x="7753446" y="0"/>
                  </a:lnTo>
                  <a:lnTo>
                    <a:pt x="7752632" y="0"/>
                  </a:lnTo>
                  <a:lnTo>
                    <a:pt x="7751817" y="0"/>
                  </a:lnTo>
                  <a:lnTo>
                    <a:pt x="7751002" y="0"/>
                  </a:lnTo>
                  <a:lnTo>
                    <a:pt x="7750187" y="0"/>
                  </a:lnTo>
                  <a:lnTo>
                    <a:pt x="7749373" y="0"/>
                  </a:lnTo>
                  <a:lnTo>
                    <a:pt x="7748558" y="0"/>
                  </a:lnTo>
                  <a:lnTo>
                    <a:pt x="7747743" y="0"/>
                  </a:lnTo>
                  <a:lnTo>
                    <a:pt x="7746928" y="0"/>
                  </a:lnTo>
                  <a:lnTo>
                    <a:pt x="7746113" y="0"/>
                  </a:lnTo>
                  <a:lnTo>
                    <a:pt x="7745299" y="0"/>
                  </a:lnTo>
                  <a:lnTo>
                    <a:pt x="7744484" y="0"/>
                  </a:lnTo>
                  <a:lnTo>
                    <a:pt x="7743669" y="0"/>
                  </a:lnTo>
                  <a:lnTo>
                    <a:pt x="7742854" y="0"/>
                  </a:lnTo>
                  <a:lnTo>
                    <a:pt x="7742040" y="0"/>
                  </a:lnTo>
                  <a:lnTo>
                    <a:pt x="7741225" y="0"/>
                  </a:lnTo>
                  <a:lnTo>
                    <a:pt x="7740410" y="0"/>
                  </a:lnTo>
                  <a:lnTo>
                    <a:pt x="7739595" y="0"/>
                  </a:lnTo>
                  <a:lnTo>
                    <a:pt x="7738780" y="0"/>
                  </a:lnTo>
                  <a:lnTo>
                    <a:pt x="7737966" y="0"/>
                  </a:lnTo>
                  <a:lnTo>
                    <a:pt x="7737151" y="0"/>
                  </a:lnTo>
                  <a:lnTo>
                    <a:pt x="7736336" y="0"/>
                  </a:lnTo>
                  <a:lnTo>
                    <a:pt x="7735521" y="0"/>
                  </a:lnTo>
                  <a:lnTo>
                    <a:pt x="7734707" y="0"/>
                  </a:lnTo>
                  <a:lnTo>
                    <a:pt x="7733892" y="0"/>
                  </a:lnTo>
                  <a:lnTo>
                    <a:pt x="7733077" y="0"/>
                  </a:lnTo>
                  <a:lnTo>
                    <a:pt x="7732262" y="0"/>
                  </a:lnTo>
                  <a:lnTo>
                    <a:pt x="7731447" y="0"/>
                  </a:lnTo>
                  <a:lnTo>
                    <a:pt x="7730633" y="0"/>
                  </a:lnTo>
                  <a:lnTo>
                    <a:pt x="7729818" y="0"/>
                  </a:lnTo>
                  <a:lnTo>
                    <a:pt x="7729003" y="0"/>
                  </a:lnTo>
                  <a:lnTo>
                    <a:pt x="7728188" y="0"/>
                  </a:lnTo>
                  <a:lnTo>
                    <a:pt x="7727373" y="0"/>
                  </a:lnTo>
                  <a:lnTo>
                    <a:pt x="7726559" y="0"/>
                  </a:lnTo>
                  <a:lnTo>
                    <a:pt x="7725744" y="0"/>
                  </a:lnTo>
                  <a:lnTo>
                    <a:pt x="7724929" y="0"/>
                  </a:lnTo>
                  <a:lnTo>
                    <a:pt x="7724114" y="0"/>
                  </a:lnTo>
                  <a:lnTo>
                    <a:pt x="7723300" y="0"/>
                  </a:lnTo>
                  <a:lnTo>
                    <a:pt x="7722485" y="0"/>
                  </a:lnTo>
                  <a:lnTo>
                    <a:pt x="7721670" y="0"/>
                  </a:lnTo>
                  <a:lnTo>
                    <a:pt x="7720855" y="0"/>
                  </a:lnTo>
                  <a:lnTo>
                    <a:pt x="7720040" y="0"/>
                  </a:lnTo>
                  <a:lnTo>
                    <a:pt x="7719226" y="0"/>
                  </a:lnTo>
                  <a:lnTo>
                    <a:pt x="7718411" y="0"/>
                  </a:lnTo>
                  <a:lnTo>
                    <a:pt x="7717596" y="0"/>
                  </a:lnTo>
                  <a:lnTo>
                    <a:pt x="7716781" y="0"/>
                  </a:lnTo>
                  <a:lnTo>
                    <a:pt x="7715967" y="0"/>
                  </a:lnTo>
                  <a:lnTo>
                    <a:pt x="7715152" y="0"/>
                  </a:lnTo>
                  <a:lnTo>
                    <a:pt x="7714337" y="0"/>
                  </a:lnTo>
                  <a:lnTo>
                    <a:pt x="7713522" y="0"/>
                  </a:lnTo>
                  <a:lnTo>
                    <a:pt x="7712707" y="0"/>
                  </a:lnTo>
                  <a:lnTo>
                    <a:pt x="7711893" y="0"/>
                  </a:lnTo>
                  <a:lnTo>
                    <a:pt x="7711078" y="0"/>
                  </a:lnTo>
                  <a:lnTo>
                    <a:pt x="7710263" y="0"/>
                  </a:lnTo>
                  <a:lnTo>
                    <a:pt x="7709448" y="0"/>
                  </a:lnTo>
                  <a:lnTo>
                    <a:pt x="7708634" y="0"/>
                  </a:lnTo>
                  <a:lnTo>
                    <a:pt x="7707819" y="0"/>
                  </a:lnTo>
                  <a:lnTo>
                    <a:pt x="7707004" y="0"/>
                  </a:lnTo>
                  <a:lnTo>
                    <a:pt x="7706189" y="0"/>
                  </a:lnTo>
                  <a:lnTo>
                    <a:pt x="7705374" y="0"/>
                  </a:lnTo>
                  <a:lnTo>
                    <a:pt x="7704560" y="0"/>
                  </a:lnTo>
                  <a:lnTo>
                    <a:pt x="7703745" y="0"/>
                  </a:lnTo>
                  <a:lnTo>
                    <a:pt x="7702930" y="0"/>
                  </a:lnTo>
                  <a:lnTo>
                    <a:pt x="7702115" y="0"/>
                  </a:lnTo>
                  <a:lnTo>
                    <a:pt x="7701301" y="0"/>
                  </a:lnTo>
                  <a:lnTo>
                    <a:pt x="7700486" y="0"/>
                  </a:lnTo>
                  <a:lnTo>
                    <a:pt x="7699671" y="0"/>
                  </a:lnTo>
                  <a:lnTo>
                    <a:pt x="7698856" y="0"/>
                  </a:lnTo>
                  <a:lnTo>
                    <a:pt x="7698041" y="0"/>
                  </a:lnTo>
                  <a:lnTo>
                    <a:pt x="7697227" y="0"/>
                  </a:lnTo>
                  <a:lnTo>
                    <a:pt x="7696412" y="0"/>
                  </a:lnTo>
                  <a:lnTo>
                    <a:pt x="7695597" y="0"/>
                  </a:lnTo>
                  <a:lnTo>
                    <a:pt x="7694782" y="0"/>
                  </a:lnTo>
                  <a:lnTo>
                    <a:pt x="7693968" y="0"/>
                  </a:lnTo>
                  <a:lnTo>
                    <a:pt x="7693153" y="0"/>
                  </a:lnTo>
                  <a:lnTo>
                    <a:pt x="7692338" y="0"/>
                  </a:lnTo>
                  <a:lnTo>
                    <a:pt x="7691523" y="0"/>
                  </a:lnTo>
                  <a:lnTo>
                    <a:pt x="7690708" y="0"/>
                  </a:lnTo>
                  <a:lnTo>
                    <a:pt x="7689894" y="0"/>
                  </a:lnTo>
                  <a:lnTo>
                    <a:pt x="7689079" y="0"/>
                  </a:lnTo>
                  <a:lnTo>
                    <a:pt x="7688264" y="0"/>
                  </a:lnTo>
                  <a:lnTo>
                    <a:pt x="7687449" y="0"/>
                  </a:lnTo>
                  <a:lnTo>
                    <a:pt x="7686634" y="0"/>
                  </a:lnTo>
                  <a:lnTo>
                    <a:pt x="7685820" y="0"/>
                  </a:lnTo>
                  <a:lnTo>
                    <a:pt x="7685005" y="0"/>
                  </a:lnTo>
                  <a:lnTo>
                    <a:pt x="7684190" y="0"/>
                  </a:lnTo>
                  <a:lnTo>
                    <a:pt x="7683375" y="0"/>
                  </a:lnTo>
                  <a:lnTo>
                    <a:pt x="7682561" y="0"/>
                  </a:lnTo>
                  <a:lnTo>
                    <a:pt x="7681746" y="0"/>
                  </a:lnTo>
                  <a:lnTo>
                    <a:pt x="7680931" y="0"/>
                  </a:lnTo>
                  <a:lnTo>
                    <a:pt x="7680116" y="0"/>
                  </a:lnTo>
                  <a:lnTo>
                    <a:pt x="7679301" y="0"/>
                  </a:lnTo>
                  <a:lnTo>
                    <a:pt x="7678487" y="0"/>
                  </a:lnTo>
                  <a:lnTo>
                    <a:pt x="7677672" y="0"/>
                  </a:lnTo>
                  <a:lnTo>
                    <a:pt x="7676857" y="0"/>
                  </a:lnTo>
                  <a:lnTo>
                    <a:pt x="7676042" y="0"/>
                  </a:lnTo>
                  <a:lnTo>
                    <a:pt x="7675228" y="0"/>
                  </a:lnTo>
                  <a:lnTo>
                    <a:pt x="7674413" y="0"/>
                  </a:lnTo>
                  <a:lnTo>
                    <a:pt x="7673598" y="0"/>
                  </a:lnTo>
                  <a:lnTo>
                    <a:pt x="7672783" y="0"/>
                  </a:lnTo>
                  <a:lnTo>
                    <a:pt x="7671968" y="0"/>
                  </a:lnTo>
                  <a:lnTo>
                    <a:pt x="7671154" y="0"/>
                  </a:lnTo>
                  <a:lnTo>
                    <a:pt x="7670339" y="0"/>
                  </a:lnTo>
                  <a:lnTo>
                    <a:pt x="7669524" y="0"/>
                  </a:lnTo>
                  <a:lnTo>
                    <a:pt x="7668709" y="0"/>
                  </a:lnTo>
                  <a:lnTo>
                    <a:pt x="7667895" y="0"/>
                  </a:lnTo>
                  <a:lnTo>
                    <a:pt x="7667080" y="0"/>
                  </a:lnTo>
                  <a:lnTo>
                    <a:pt x="7666265" y="0"/>
                  </a:lnTo>
                  <a:lnTo>
                    <a:pt x="7665450" y="0"/>
                  </a:lnTo>
                  <a:lnTo>
                    <a:pt x="7664635" y="0"/>
                  </a:lnTo>
                  <a:lnTo>
                    <a:pt x="7663821" y="0"/>
                  </a:lnTo>
                  <a:lnTo>
                    <a:pt x="7663006" y="0"/>
                  </a:lnTo>
                  <a:lnTo>
                    <a:pt x="7662191" y="0"/>
                  </a:lnTo>
                  <a:lnTo>
                    <a:pt x="7661376" y="0"/>
                  </a:lnTo>
                  <a:lnTo>
                    <a:pt x="7660562" y="0"/>
                  </a:lnTo>
                  <a:lnTo>
                    <a:pt x="7659747" y="0"/>
                  </a:lnTo>
                  <a:lnTo>
                    <a:pt x="7658932" y="0"/>
                  </a:lnTo>
                  <a:lnTo>
                    <a:pt x="7658117" y="0"/>
                  </a:lnTo>
                  <a:lnTo>
                    <a:pt x="7657302" y="0"/>
                  </a:lnTo>
                  <a:lnTo>
                    <a:pt x="7656488" y="0"/>
                  </a:lnTo>
                  <a:lnTo>
                    <a:pt x="7655673" y="0"/>
                  </a:lnTo>
                  <a:lnTo>
                    <a:pt x="7654858" y="0"/>
                  </a:lnTo>
                  <a:lnTo>
                    <a:pt x="7654043" y="0"/>
                  </a:lnTo>
                  <a:lnTo>
                    <a:pt x="7653229" y="0"/>
                  </a:lnTo>
                  <a:lnTo>
                    <a:pt x="7652414" y="0"/>
                  </a:lnTo>
                  <a:lnTo>
                    <a:pt x="7651599" y="0"/>
                  </a:lnTo>
                  <a:lnTo>
                    <a:pt x="7650784" y="0"/>
                  </a:lnTo>
                  <a:lnTo>
                    <a:pt x="7649969" y="0"/>
                  </a:lnTo>
                  <a:lnTo>
                    <a:pt x="7649155" y="0"/>
                  </a:lnTo>
                  <a:lnTo>
                    <a:pt x="7648340" y="0"/>
                  </a:lnTo>
                  <a:lnTo>
                    <a:pt x="7647525" y="0"/>
                  </a:lnTo>
                  <a:lnTo>
                    <a:pt x="7646710" y="0"/>
                  </a:lnTo>
                  <a:lnTo>
                    <a:pt x="7645895" y="0"/>
                  </a:lnTo>
                  <a:lnTo>
                    <a:pt x="7645081" y="0"/>
                  </a:lnTo>
                  <a:lnTo>
                    <a:pt x="7644266" y="0"/>
                  </a:lnTo>
                  <a:lnTo>
                    <a:pt x="7643451" y="0"/>
                  </a:lnTo>
                  <a:lnTo>
                    <a:pt x="7642636" y="0"/>
                  </a:lnTo>
                  <a:lnTo>
                    <a:pt x="7641822" y="0"/>
                  </a:lnTo>
                  <a:lnTo>
                    <a:pt x="7641007" y="0"/>
                  </a:lnTo>
                  <a:lnTo>
                    <a:pt x="7640192" y="0"/>
                  </a:lnTo>
                  <a:lnTo>
                    <a:pt x="7639377" y="0"/>
                  </a:lnTo>
                  <a:lnTo>
                    <a:pt x="7638562" y="0"/>
                  </a:lnTo>
                  <a:lnTo>
                    <a:pt x="7637748" y="0"/>
                  </a:lnTo>
                  <a:lnTo>
                    <a:pt x="7636933" y="0"/>
                  </a:lnTo>
                  <a:lnTo>
                    <a:pt x="7636118" y="0"/>
                  </a:lnTo>
                  <a:lnTo>
                    <a:pt x="7635303" y="0"/>
                  </a:lnTo>
                  <a:lnTo>
                    <a:pt x="7634489" y="0"/>
                  </a:lnTo>
                  <a:lnTo>
                    <a:pt x="7633674" y="0"/>
                  </a:lnTo>
                  <a:lnTo>
                    <a:pt x="7632859" y="0"/>
                  </a:lnTo>
                  <a:lnTo>
                    <a:pt x="7632044" y="0"/>
                  </a:lnTo>
                  <a:lnTo>
                    <a:pt x="7631229" y="0"/>
                  </a:lnTo>
                  <a:lnTo>
                    <a:pt x="7630415" y="0"/>
                  </a:lnTo>
                  <a:lnTo>
                    <a:pt x="7629600" y="0"/>
                  </a:lnTo>
                  <a:lnTo>
                    <a:pt x="7628785" y="0"/>
                  </a:lnTo>
                  <a:lnTo>
                    <a:pt x="7627970" y="0"/>
                  </a:lnTo>
                  <a:lnTo>
                    <a:pt x="7627156" y="0"/>
                  </a:lnTo>
                  <a:lnTo>
                    <a:pt x="7626341" y="0"/>
                  </a:lnTo>
                  <a:lnTo>
                    <a:pt x="7625526" y="0"/>
                  </a:lnTo>
                  <a:lnTo>
                    <a:pt x="7624711" y="0"/>
                  </a:lnTo>
                  <a:lnTo>
                    <a:pt x="7623896" y="0"/>
                  </a:lnTo>
                  <a:lnTo>
                    <a:pt x="7623082" y="0"/>
                  </a:lnTo>
                  <a:lnTo>
                    <a:pt x="7622267" y="0"/>
                  </a:lnTo>
                  <a:lnTo>
                    <a:pt x="7621452" y="0"/>
                  </a:lnTo>
                  <a:lnTo>
                    <a:pt x="7620637" y="0"/>
                  </a:lnTo>
                  <a:lnTo>
                    <a:pt x="7619823" y="0"/>
                  </a:lnTo>
                  <a:lnTo>
                    <a:pt x="7619008" y="0"/>
                  </a:lnTo>
                  <a:lnTo>
                    <a:pt x="7618193" y="0"/>
                  </a:lnTo>
                  <a:lnTo>
                    <a:pt x="7617378" y="0"/>
                  </a:lnTo>
                  <a:lnTo>
                    <a:pt x="7616563" y="0"/>
                  </a:lnTo>
                  <a:lnTo>
                    <a:pt x="7615749" y="0"/>
                  </a:lnTo>
                  <a:lnTo>
                    <a:pt x="7614934" y="0"/>
                  </a:lnTo>
                  <a:lnTo>
                    <a:pt x="7614119" y="0"/>
                  </a:lnTo>
                  <a:lnTo>
                    <a:pt x="7613304" y="0"/>
                  </a:lnTo>
                  <a:lnTo>
                    <a:pt x="7612490" y="0"/>
                  </a:lnTo>
                  <a:lnTo>
                    <a:pt x="7611675" y="0"/>
                  </a:lnTo>
                  <a:lnTo>
                    <a:pt x="7610860" y="0"/>
                  </a:lnTo>
                  <a:lnTo>
                    <a:pt x="7610045" y="0"/>
                  </a:lnTo>
                  <a:lnTo>
                    <a:pt x="7609230" y="0"/>
                  </a:lnTo>
                  <a:lnTo>
                    <a:pt x="7608416" y="0"/>
                  </a:lnTo>
                  <a:lnTo>
                    <a:pt x="7607601" y="0"/>
                  </a:lnTo>
                  <a:lnTo>
                    <a:pt x="7606786" y="0"/>
                  </a:lnTo>
                  <a:lnTo>
                    <a:pt x="7605971" y="0"/>
                  </a:lnTo>
                  <a:lnTo>
                    <a:pt x="7605156" y="0"/>
                  </a:lnTo>
                  <a:lnTo>
                    <a:pt x="7604342" y="0"/>
                  </a:lnTo>
                  <a:lnTo>
                    <a:pt x="7603527" y="0"/>
                  </a:lnTo>
                  <a:lnTo>
                    <a:pt x="7602712" y="0"/>
                  </a:lnTo>
                  <a:lnTo>
                    <a:pt x="7601897" y="0"/>
                  </a:lnTo>
                  <a:lnTo>
                    <a:pt x="7601083" y="0"/>
                  </a:lnTo>
                  <a:lnTo>
                    <a:pt x="7600268" y="0"/>
                  </a:lnTo>
                  <a:lnTo>
                    <a:pt x="7599453" y="0"/>
                  </a:lnTo>
                  <a:lnTo>
                    <a:pt x="7598638" y="0"/>
                  </a:lnTo>
                  <a:lnTo>
                    <a:pt x="7597823" y="0"/>
                  </a:lnTo>
                  <a:lnTo>
                    <a:pt x="7597009" y="0"/>
                  </a:lnTo>
                  <a:lnTo>
                    <a:pt x="7596194" y="0"/>
                  </a:lnTo>
                  <a:lnTo>
                    <a:pt x="7595379" y="0"/>
                  </a:lnTo>
                  <a:lnTo>
                    <a:pt x="7594564" y="0"/>
                  </a:lnTo>
                  <a:lnTo>
                    <a:pt x="7593750" y="0"/>
                  </a:lnTo>
                  <a:lnTo>
                    <a:pt x="7592935" y="0"/>
                  </a:lnTo>
                  <a:lnTo>
                    <a:pt x="7592120" y="0"/>
                  </a:lnTo>
                  <a:lnTo>
                    <a:pt x="7591305" y="0"/>
                  </a:lnTo>
                  <a:lnTo>
                    <a:pt x="7590490" y="0"/>
                  </a:lnTo>
                  <a:lnTo>
                    <a:pt x="7589676" y="0"/>
                  </a:lnTo>
                  <a:lnTo>
                    <a:pt x="7588861" y="0"/>
                  </a:lnTo>
                  <a:lnTo>
                    <a:pt x="7588046" y="0"/>
                  </a:lnTo>
                  <a:lnTo>
                    <a:pt x="7587231" y="0"/>
                  </a:lnTo>
                  <a:lnTo>
                    <a:pt x="7586417" y="0"/>
                  </a:lnTo>
                  <a:lnTo>
                    <a:pt x="7585602" y="0"/>
                  </a:lnTo>
                  <a:lnTo>
                    <a:pt x="7584787" y="0"/>
                  </a:lnTo>
                  <a:lnTo>
                    <a:pt x="7583972" y="0"/>
                  </a:lnTo>
                  <a:lnTo>
                    <a:pt x="7583157" y="0"/>
                  </a:lnTo>
                  <a:lnTo>
                    <a:pt x="7582343" y="0"/>
                  </a:lnTo>
                  <a:lnTo>
                    <a:pt x="7581528" y="0"/>
                  </a:lnTo>
                  <a:lnTo>
                    <a:pt x="7580713" y="0"/>
                  </a:lnTo>
                  <a:lnTo>
                    <a:pt x="7579898" y="0"/>
                  </a:lnTo>
                  <a:lnTo>
                    <a:pt x="7579084" y="0"/>
                  </a:lnTo>
                  <a:lnTo>
                    <a:pt x="7578269" y="0"/>
                  </a:lnTo>
                  <a:lnTo>
                    <a:pt x="7577454" y="0"/>
                  </a:lnTo>
                  <a:lnTo>
                    <a:pt x="7576639" y="0"/>
                  </a:lnTo>
                  <a:lnTo>
                    <a:pt x="7575824" y="0"/>
                  </a:lnTo>
                  <a:lnTo>
                    <a:pt x="7575010" y="0"/>
                  </a:lnTo>
                  <a:lnTo>
                    <a:pt x="7574195" y="0"/>
                  </a:lnTo>
                  <a:lnTo>
                    <a:pt x="7573380" y="0"/>
                  </a:lnTo>
                  <a:lnTo>
                    <a:pt x="7572565" y="0"/>
                  </a:lnTo>
                  <a:lnTo>
                    <a:pt x="7571751" y="0"/>
                  </a:lnTo>
                  <a:lnTo>
                    <a:pt x="7570936" y="0"/>
                  </a:lnTo>
                  <a:lnTo>
                    <a:pt x="7570121" y="0"/>
                  </a:lnTo>
                  <a:lnTo>
                    <a:pt x="7569306" y="0"/>
                  </a:lnTo>
                  <a:lnTo>
                    <a:pt x="7568491" y="0"/>
                  </a:lnTo>
                  <a:lnTo>
                    <a:pt x="7567677" y="0"/>
                  </a:lnTo>
                  <a:lnTo>
                    <a:pt x="7566862" y="0"/>
                  </a:lnTo>
                  <a:lnTo>
                    <a:pt x="7566047" y="0"/>
                  </a:lnTo>
                  <a:lnTo>
                    <a:pt x="7565232" y="0"/>
                  </a:lnTo>
                  <a:lnTo>
                    <a:pt x="7564417" y="0"/>
                  </a:lnTo>
                  <a:lnTo>
                    <a:pt x="7563603" y="0"/>
                  </a:lnTo>
                  <a:lnTo>
                    <a:pt x="7562788" y="0"/>
                  </a:lnTo>
                  <a:lnTo>
                    <a:pt x="7561973" y="0"/>
                  </a:lnTo>
                  <a:lnTo>
                    <a:pt x="7561158" y="0"/>
                  </a:lnTo>
                  <a:lnTo>
                    <a:pt x="7560344" y="0"/>
                  </a:lnTo>
                  <a:lnTo>
                    <a:pt x="7559529" y="0"/>
                  </a:lnTo>
                  <a:lnTo>
                    <a:pt x="7558714" y="0"/>
                  </a:lnTo>
                  <a:lnTo>
                    <a:pt x="7557899" y="0"/>
                  </a:lnTo>
                  <a:lnTo>
                    <a:pt x="7557084" y="0"/>
                  </a:lnTo>
                  <a:lnTo>
                    <a:pt x="7556270" y="0"/>
                  </a:lnTo>
                  <a:lnTo>
                    <a:pt x="7555455" y="0"/>
                  </a:lnTo>
                  <a:lnTo>
                    <a:pt x="7554640" y="0"/>
                  </a:lnTo>
                  <a:lnTo>
                    <a:pt x="7553825" y="0"/>
                  </a:lnTo>
                  <a:lnTo>
                    <a:pt x="7553011" y="0"/>
                  </a:lnTo>
                  <a:lnTo>
                    <a:pt x="7552196" y="0"/>
                  </a:lnTo>
                  <a:lnTo>
                    <a:pt x="7551381" y="0"/>
                  </a:lnTo>
                  <a:lnTo>
                    <a:pt x="7550566" y="0"/>
                  </a:lnTo>
                  <a:lnTo>
                    <a:pt x="7549751" y="0"/>
                  </a:lnTo>
                  <a:lnTo>
                    <a:pt x="7548937" y="0"/>
                  </a:lnTo>
                  <a:lnTo>
                    <a:pt x="7548122" y="0"/>
                  </a:lnTo>
                  <a:lnTo>
                    <a:pt x="7547307" y="0"/>
                  </a:lnTo>
                  <a:lnTo>
                    <a:pt x="7546492" y="0"/>
                  </a:lnTo>
                  <a:lnTo>
                    <a:pt x="7545678" y="0"/>
                  </a:lnTo>
                  <a:lnTo>
                    <a:pt x="7544863" y="0"/>
                  </a:lnTo>
                  <a:lnTo>
                    <a:pt x="7544048" y="0"/>
                  </a:lnTo>
                  <a:lnTo>
                    <a:pt x="7543233" y="0"/>
                  </a:lnTo>
                  <a:lnTo>
                    <a:pt x="7542418" y="0"/>
                  </a:lnTo>
                  <a:lnTo>
                    <a:pt x="7541604" y="0"/>
                  </a:lnTo>
                  <a:lnTo>
                    <a:pt x="7540789" y="0"/>
                  </a:lnTo>
                  <a:lnTo>
                    <a:pt x="7539974" y="0"/>
                  </a:lnTo>
                  <a:lnTo>
                    <a:pt x="7539159" y="0"/>
                  </a:lnTo>
                  <a:lnTo>
                    <a:pt x="7538345" y="0"/>
                  </a:lnTo>
                  <a:lnTo>
                    <a:pt x="7537530" y="0"/>
                  </a:lnTo>
                  <a:lnTo>
                    <a:pt x="7536715" y="0"/>
                  </a:lnTo>
                  <a:lnTo>
                    <a:pt x="7535900" y="0"/>
                  </a:lnTo>
                  <a:lnTo>
                    <a:pt x="7535085" y="0"/>
                  </a:lnTo>
                  <a:lnTo>
                    <a:pt x="7534271" y="0"/>
                  </a:lnTo>
                  <a:lnTo>
                    <a:pt x="7533456" y="0"/>
                  </a:lnTo>
                  <a:lnTo>
                    <a:pt x="7532641" y="0"/>
                  </a:lnTo>
                  <a:lnTo>
                    <a:pt x="7531826" y="0"/>
                  </a:lnTo>
                  <a:lnTo>
                    <a:pt x="7531012" y="0"/>
                  </a:lnTo>
                  <a:lnTo>
                    <a:pt x="7530197" y="0"/>
                  </a:lnTo>
                  <a:lnTo>
                    <a:pt x="7529382" y="0"/>
                  </a:lnTo>
                  <a:lnTo>
                    <a:pt x="7528567" y="0"/>
                  </a:lnTo>
                  <a:lnTo>
                    <a:pt x="7527752" y="0"/>
                  </a:lnTo>
                  <a:lnTo>
                    <a:pt x="7526938" y="0"/>
                  </a:lnTo>
                  <a:lnTo>
                    <a:pt x="7526123" y="0"/>
                  </a:lnTo>
                  <a:lnTo>
                    <a:pt x="7525308" y="0"/>
                  </a:lnTo>
                  <a:lnTo>
                    <a:pt x="7524493" y="0"/>
                  </a:lnTo>
                  <a:lnTo>
                    <a:pt x="7523678" y="0"/>
                  </a:lnTo>
                  <a:lnTo>
                    <a:pt x="7522864" y="0"/>
                  </a:lnTo>
                  <a:lnTo>
                    <a:pt x="7522049" y="0"/>
                  </a:lnTo>
                  <a:lnTo>
                    <a:pt x="7521234" y="0"/>
                  </a:lnTo>
                  <a:lnTo>
                    <a:pt x="7520419" y="0"/>
                  </a:lnTo>
                  <a:lnTo>
                    <a:pt x="7519605" y="0"/>
                  </a:lnTo>
                  <a:lnTo>
                    <a:pt x="7518790" y="0"/>
                  </a:lnTo>
                  <a:lnTo>
                    <a:pt x="7517975" y="0"/>
                  </a:lnTo>
                  <a:lnTo>
                    <a:pt x="7517160" y="0"/>
                  </a:lnTo>
                  <a:lnTo>
                    <a:pt x="7516345" y="0"/>
                  </a:lnTo>
                  <a:lnTo>
                    <a:pt x="7515531" y="0"/>
                  </a:lnTo>
                  <a:lnTo>
                    <a:pt x="7514716" y="0"/>
                  </a:lnTo>
                  <a:lnTo>
                    <a:pt x="7513901" y="0"/>
                  </a:lnTo>
                  <a:lnTo>
                    <a:pt x="7513086" y="0"/>
                  </a:lnTo>
                  <a:lnTo>
                    <a:pt x="7512272" y="0"/>
                  </a:lnTo>
                  <a:lnTo>
                    <a:pt x="7511457" y="0"/>
                  </a:lnTo>
                  <a:lnTo>
                    <a:pt x="7510642" y="0"/>
                  </a:lnTo>
                  <a:lnTo>
                    <a:pt x="7509827" y="0"/>
                  </a:lnTo>
                  <a:lnTo>
                    <a:pt x="7509012" y="0"/>
                  </a:lnTo>
                  <a:lnTo>
                    <a:pt x="7508198" y="0"/>
                  </a:lnTo>
                  <a:lnTo>
                    <a:pt x="7507383" y="0"/>
                  </a:lnTo>
                  <a:lnTo>
                    <a:pt x="7506568" y="0"/>
                  </a:lnTo>
                  <a:lnTo>
                    <a:pt x="7505753" y="0"/>
                  </a:lnTo>
                  <a:lnTo>
                    <a:pt x="7504939" y="0"/>
                  </a:lnTo>
                  <a:lnTo>
                    <a:pt x="7504124" y="0"/>
                  </a:lnTo>
                  <a:lnTo>
                    <a:pt x="7503309" y="0"/>
                  </a:lnTo>
                  <a:lnTo>
                    <a:pt x="7502494" y="0"/>
                  </a:lnTo>
                  <a:lnTo>
                    <a:pt x="7501679" y="0"/>
                  </a:lnTo>
                  <a:lnTo>
                    <a:pt x="7500865" y="0"/>
                  </a:lnTo>
                  <a:lnTo>
                    <a:pt x="7500050" y="0"/>
                  </a:lnTo>
                  <a:lnTo>
                    <a:pt x="7499235" y="0"/>
                  </a:lnTo>
                  <a:lnTo>
                    <a:pt x="7498420" y="0"/>
                  </a:lnTo>
                  <a:lnTo>
                    <a:pt x="7497606" y="0"/>
                  </a:lnTo>
                  <a:lnTo>
                    <a:pt x="7496791" y="0"/>
                  </a:lnTo>
                  <a:lnTo>
                    <a:pt x="7495976" y="0"/>
                  </a:lnTo>
                  <a:lnTo>
                    <a:pt x="7495161" y="0"/>
                  </a:lnTo>
                  <a:lnTo>
                    <a:pt x="7494346" y="0"/>
                  </a:lnTo>
                  <a:lnTo>
                    <a:pt x="7493532" y="0"/>
                  </a:lnTo>
                  <a:lnTo>
                    <a:pt x="7492717" y="0"/>
                  </a:lnTo>
                  <a:lnTo>
                    <a:pt x="7491902" y="0"/>
                  </a:lnTo>
                  <a:lnTo>
                    <a:pt x="7491087" y="0"/>
                  </a:lnTo>
                  <a:lnTo>
                    <a:pt x="7490273" y="0"/>
                  </a:lnTo>
                  <a:lnTo>
                    <a:pt x="7489458" y="0"/>
                  </a:lnTo>
                  <a:lnTo>
                    <a:pt x="7488643" y="0"/>
                  </a:lnTo>
                  <a:lnTo>
                    <a:pt x="7487828" y="0"/>
                  </a:lnTo>
                  <a:lnTo>
                    <a:pt x="7487013" y="0"/>
                  </a:lnTo>
                  <a:lnTo>
                    <a:pt x="7486199" y="0"/>
                  </a:lnTo>
                  <a:lnTo>
                    <a:pt x="7485384" y="0"/>
                  </a:lnTo>
                  <a:lnTo>
                    <a:pt x="7484569" y="0"/>
                  </a:lnTo>
                  <a:lnTo>
                    <a:pt x="7483754" y="0"/>
                  </a:lnTo>
                  <a:lnTo>
                    <a:pt x="7482939" y="0"/>
                  </a:lnTo>
                  <a:lnTo>
                    <a:pt x="7482125" y="0"/>
                  </a:lnTo>
                  <a:lnTo>
                    <a:pt x="7481310" y="0"/>
                  </a:lnTo>
                  <a:lnTo>
                    <a:pt x="7480495" y="0"/>
                  </a:lnTo>
                  <a:lnTo>
                    <a:pt x="7479680" y="0"/>
                  </a:lnTo>
                  <a:lnTo>
                    <a:pt x="7478866" y="0"/>
                  </a:lnTo>
                  <a:lnTo>
                    <a:pt x="7478051" y="0"/>
                  </a:lnTo>
                  <a:lnTo>
                    <a:pt x="7477236" y="0"/>
                  </a:lnTo>
                  <a:lnTo>
                    <a:pt x="7476421" y="0"/>
                  </a:lnTo>
                  <a:lnTo>
                    <a:pt x="7475606" y="0"/>
                  </a:lnTo>
                  <a:lnTo>
                    <a:pt x="7474792" y="0"/>
                  </a:lnTo>
                  <a:lnTo>
                    <a:pt x="7473977" y="0"/>
                  </a:lnTo>
                  <a:lnTo>
                    <a:pt x="7473162" y="0"/>
                  </a:lnTo>
                  <a:lnTo>
                    <a:pt x="7472347" y="0"/>
                  </a:lnTo>
                  <a:lnTo>
                    <a:pt x="7471533" y="0"/>
                  </a:lnTo>
                  <a:lnTo>
                    <a:pt x="7470718" y="0"/>
                  </a:lnTo>
                  <a:lnTo>
                    <a:pt x="7469903" y="0"/>
                  </a:lnTo>
                  <a:lnTo>
                    <a:pt x="7469088" y="0"/>
                  </a:lnTo>
                  <a:lnTo>
                    <a:pt x="7468273" y="0"/>
                  </a:lnTo>
                  <a:lnTo>
                    <a:pt x="7467459" y="0"/>
                  </a:lnTo>
                  <a:lnTo>
                    <a:pt x="7466644" y="0"/>
                  </a:lnTo>
                  <a:lnTo>
                    <a:pt x="7465829" y="0"/>
                  </a:lnTo>
                  <a:lnTo>
                    <a:pt x="7465014" y="0"/>
                  </a:lnTo>
                  <a:lnTo>
                    <a:pt x="7464200" y="0"/>
                  </a:lnTo>
                  <a:lnTo>
                    <a:pt x="7463385" y="0"/>
                  </a:lnTo>
                  <a:lnTo>
                    <a:pt x="7462570" y="0"/>
                  </a:lnTo>
                  <a:lnTo>
                    <a:pt x="7461755" y="0"/>
                  </a:lnTo>
                  <a:lnTo>
                    <a:pt x="7460940" y="0"/>
                  </a:lnTo>
                  <a:lnTo>
                    <a:pt x="7460126" y="0"/>
                  </a:lnTo>
                  <a:lnTo>
                    <a:pt x="7459311" y="0"/>
                  </a:lnTo>
                  <a:lnTo>
                    <a:pt x="7458496" y="0"/>
                  </a:lnTo>
                  <a:lnTo>
                    <a:pt x="7457681" y="0"/>
                  </a:lnTo>
                  <a:lnTo>
                    <a:pt x="7456867" y="0"/>
                  </a:lnTo>
                  <a:lnTo>
                    <a:pt x="7456052" y="0"/>
                  </a:lnTo>
                  <a:lnTo>
                    <a:pt x="7455237" y="0"/>
                  </a:lnTo>
                  <a:lnTo>
                    <a:pt x="7454422" y="0"/>
                  </a:lnTo>
                  <a:lnTo>
                    <a:pt x="7453607" y="0"/>
                  </a:lnTo>
                  <a:lnTo>
                    <a:pt x="7452793" y="0"/>
                  </a:lnTo>
                  <a:lnTo>
                    <a:pt x="7451978" y="0"/>
                  </a:lnTo>
                  <a:lnTo>
                    <a:pt x="7451163" y="0"/>
                  </a:lnTo>
                  <a:lnTo>
                    <a:pt x="7450348" y="0"/>
                  </a:lnTo>
                  <a:lnTo>
                    <a:pt x="7449534" y="0"/>
                  </a:lnTo>
                  <a:lnTo>
                    <a:pt x="7448719" y="0"/>
                  </a:lnTo>
                  <a:lnTo>
                    <a:pt x="7447904" y="0"/>
                  </a:lnTo>
                  <a:lnTo>
                    <a:pt x="7447089" y="0"/>
                  </a:lnTo>
                  <a:lnTo>
                    <a:pt x="7446274" y="0"/>
                  </a:lnTo>
                  <a:lnTo>
                    <a:pt x="7445460" y="0"/>
                  </a:lnTo>
                  <a:lnTo>
                    <a:pt x="7444645" y="0"/>
                  </a:lnTo>
                  <a:lnTo>
                    <a:pt x="7443830" y="0"/>
                  </a:lnTo>
                  <a:lnTo>
                    <a:pt x="7443015" y="0"/>
                  </a:lnTo>
                  <a:lnTo>
                    <a:pt x="7442200" y="0"/>
                  </a:lnTo>
                  <a:lnTo>
                    <a:pt x="7441386" y="0"/>
                  </a:lnTo>
                  <a:lnTo>
                    <a:pt x="7440571" y="0"/>
                  </a:lnTo>
                  <a:lnTo>
                    <a:pt x="7439756" y="0"/>
                  </a:lnTo>
                  <a:lnTo>
                    <a:pt x="7438941" y="0"/>
                  </a:lnTo>
                  <a:lnTo>
                    <a:pt x="7438127" y="0"/>
                  </a:lnTo>
                  <a:lnTo>
                    <a:pt x="7437312" y="0"/>
                  </a:lnTo>
                  <a:lnTo>
                    <a:pt x="7436497" y="0"/>
                  </a:lnTo>
                  <a:lnTo>
                    <a:pt x="7435682" y="0"/>
                  </a:lnTo>
                  <a:lnTo>
                    <a:pt x="7434867" y="0"/>
                  </a:lnTo>
                  <a:lnTo>
                    <a:pt x="7434053" y="0"/>
                  </a:lnTo>
                  <a:lnTo>
                    <a:pt x="7433238" y="0"/>
                  </a:lnTo>
                  <a:lnTo>
                    <a:pt x="7432423" y="0"/>
                  </a:lnTo>
                  <a:lnTo>
                    <a:pt x="7431608" y="0"/>
                  </a:lnTo>
                  <a:lnTo>
                    <a:pt x="7430794" y="0"/>
                  </a:lnTo>
                  <a:lnTo>
                    <a:pt x="7429979" y="0"/>
                  </a:lnTo>
                  <a:lnTo>
                    <a:pt x="7429164" y="0"/>
                  </a:lnTo>
                  <a:lnTo>
                    <a:pt x="7428349" y="0"/>
                  </a:lnTo>
                  <a:lnTo>
                    <a:pt x="7427534" y="0"/>
                  </a:lnTo>
                  <a:lnTo>
                    <a:pt x="7426720" y="0"/>
                  </a:lnTo>
                  <a:lnTo>
                    <a:pt x="7425905" y="0"/>
                  </a:lnTo>
                  <a:lnTo>
                    <a:pt x="7425090" y="0"/>
                  </a:lnTo>
                  <a:lnTo>
                    <a:pt x="7424275" y="0"/>
                  </a:lnTo>
                  <a:lnTo>
                    <a:pt x="7423461" y="0"/>
                  </a:lnTo>
                  <a:lnTo>
                    <a:pt x="7422646" y="0"/>
                  </a:lnTo>
                  <a:lnTo>
                    <a:pt x="7421831" y="0"/>
                  </a:lnTo>
                  <a:lnTo>
                    <a:pt x="7421016" y="0"/>
                  </a:lnTo>
                  <a:lnTo>
                    <a:pt x="7420201" y="0"/>
                  </a:lnTo>
                  <a:lnTo>
                    <a:pt x="7419387" y="0"/>
                  </a:lnTo>
                  <a:lnTo>
                    <a:pt x="7418572" y="0"/>
                  </a:lnTo>
                  <a:lnTo>
                    <a:pt x="7417757" y="0"/>
                  </a:lnTo>
                  <a:lnTo>
                    <a:pt x="7416942" y="0"/>
                  </a:lnTo>
                  <a:lnTo>
                    <a:pt x="7416128" y="0"/>
                  </a:lnTo>
                  <a:lnTo>
                    <a:pt x="7415313" y="0"/>
                  </a:lnTo>
                  <a:lnTo>
                    <a:pt x="7414498" y="0"/>
                  </a:lnTo>
                  <a:lnTo>
                    <a:pt x="7413683" y="0"/>
                  </a:lnTo>
                  <a:lnTo>
                    <a:pt x="7412868" y="0"/>
                  </a:lnTo>
                  <a:lnTo>
                    <a:pt x="7412054" y="0"/>
                  </a:lnTo>
                  <a:lnTo>
                    <a:pt x="7411239" y="0"/>
                  </a:lnTo>
                  <a:lnTo>
                    <a:pt x="7410424" y="0"/>
                  </a:lnTo>
                  <a:lnTo>
                    <a:pt x="7409609" y="0"/>
                  </a:lnTo>
                  <a:lnTo>
                    <a:pt x="7408794" y="0"/>
                  </a:lnTo>
                  <a:lnTo>
                    <a:pt x="7407980" y="0"/>
                  </a:lnTo>
                  <a:lnTo>
                    <a:pt x="7407165" y="0"/>
                  </a:lnTo>
                  <a:lnTo>
                    <a:pt x="7406350" y="0"/>
                  </a:lnTo>
                  <a:lnTo>
                    <a:pt x="7405535" y="0"/>
                  </a:lnTo>
                  <a:lnTo>
                    <a:pt x="7404721" y="0"/>
                  </a:lnTo>
                  <a:lnTo>
                    <a:pt x="7403906" y="0"/>
                  </a:lnTo>
                  <a:lnTo>
                    <a:pt x="7403091" y="0"/>
                  </a:lnTo>
                  <a:lnTo>
                    <a:pt x="7402276" y="0"/>
                  </a:lnTo>
                  <a:lnTo>
                    <a:pt x="7401461" y="0"/>
                  </a:lnTo>
                  <a:lnTo>
                    <a:pt x="7400647" y="0"/>
                  </a:lnTo>
                  <a:lnTo>
                    <a:pt x="7399832" y="0"/>
                  </a:lnTo>
                  <a:lnTo>
                    <a:pt x="7399017" y="0"/>
                  </a:lnTo>
                  <a:lnTo>
                    <a:pt x="7398202" y="0"/>
                  </a:lnTo>
                  <a:lnTo>
                    <a:pt x="7397388" y="0"/>
                  </a:lnTo>
                  <a:lnTo>
                    <a:pt x="7396573" y="0"/>
                  </a:lnTo>
                  <a:lnTo>
                    <a:pt x="7395758" y="0"/>
                  </a:lnTo>
                  <a:lnTo>
                    <a:pt x="7394943" y="0"/>
                  </a:lnTo>
                  <a:lnTo>
                    <a:pt x="7394128" y="0"/>
                  </a:lnTo>
                  <a:lnTo>
                    <a:pt x="7393314" y="0"/>
                  </a:lnTo>
                  <a:lnTo>
                    <a:pt x="7392499" y="0"/>
                  </a:lnTo>
                  <a:lnTo>
                    <a:pt x="7391684" y="0"/>
                  </a:lnTo>
                  <a:lnTo>
                    <a:pt x="7390869" y="0"/>
                  </a:lnTo>
                  <a:lnTo>
                    <a:pt x="7390055" y="0"/>
                  </a:lnTo>
                  <a:lnTo>
                    <a:pt x="7389240" y="0"/>
                  </a:lnTo>
                  <a:lnTo>
                    <a:pt x="7388425" y="0"/>
                  </a:lnTo>
                  <a:lnTo>
                    <a:pt x="7387610" y="0"/>
                  </a:lnTo>
                  <a:lnTo>
                    <a:pt x="7386795" y="0"/>
                  </a:lnTo>
                  <a:lnTo>
                    <a:pt x="7385981" y="0"/>
                  </a:lnTo>
                  <a:lnTo>
                    <a:pt x="7385166" y="0"/>
                  </a:lnTo>
                  <a:lnTo>
                    <a:pt x="7384351" y="0"/>
                  </a:lnTo>
                  <a:lnTo>
                    <a:pt x="7383536" y="0"/>
                  </a:lnTo>
                  <a:lnTo>
                    <a:pt x="7382722" y="0"/>
                  </a:lnTo>
                  <a:lnTo>
                    <a:pt x="7381907" y="0"/>
                  </a:lnTo>
                  <a:lnTo>
                    <a:pt x="7381092" y="0"/>
                  </a:lnTo>
                  <a:lnTo>
                    <a:pt x="7380277" y="0"/>
                  </a:lnTo>
                  <a:lnTo>
                    <a:pt x="7379462" y="0"/>
                  </a:lnTo>
                  <a:lnTo>
                    <a:pt x="7378648" y="0"/>
                  </a:lnTo>
                  <a:lnTo>
                    <a:pt x="7377833" y="0"/>
                  </a:lnTo>
                  <a:lnTo>
                    <a:pt x="7377018" y="0"/>
                  </a:lnTo>
                  <a:lnTo>
                    <a:pt x="7376203" y="0"/>
                  </a:lnTo>
                  <a:lnTo>
                    <a:pt x="7375389" y="0"/>
                  </a:lnTo>
                  <a:lnTo>
                    <a:pt x="7374574" y="0"/>
                  </a:lnTo>
                  <a:lnTo>
                    <a:pt x="7373759" y="0"/>
                  </a:lnTo>
                  <a:lnTo>
                    <a:pt x="7372944" y="0"/>
                  </a:lnTo>
                  <a:lnTo>
                    <a:pt x="7372129" y="0"/>
                  </a:lnTo>
                  <a:lnTo>
                    <a:pt x="7371315" y="0"/>
                  </a:lnTo>
                  <a:lnTo>
                    <a:pt x="7370500" y="0"/>
                  </a:lnTo>
                  <a:lnTo>
                    <a:pt x="7369685" y="0"/>
                  </a:lnTo>
                  <a:lnTo>
                    <a:pt x="7368870" y="0"/>
                  </a:lnTo>
                  <a:lnTo>
                    <a:pt x="7368055" y="0"/>
                  </a:lnTo>
                  <a:lnTo>
                    <a:pt x="7367241" y="0"/>
                  </a:lnTo>
                  <a:lnTo>
                    <a:pt x="7366426" y="0"/>
                  </a:lnTo>
                  <a:lnTo>
                    <a:pt x="7365611" y="0"/>
                  </a:lnTo>
                  <a:lnTo>
                    <a:pt x="7364796" y="0"/>
                  </a:lnTo>
                  <a:lnTo>
                    <a:pt x="7363982" y="0"/>
                  </a:lnTo>
                  <a:lnTo>
                    <a:pt x="7363167" y="0"/>
                  </a:lnTo>
                  <a:lnTo>
                    <a:pt x="7362352" y="0"/>
                  </a:lnTo>
                  <a:lnTo>
                    <a:pt x="7361537" y="0"/>
                  </a:lnTo>
                  <a:lnTo>
                    <a:pt x="7360722" y="0"/>
                  </a:lnTo>
                  <a:lnTo>
                    <a:pt x="7359908" y="0"/>
                  </a:lnTo>
                  <a:lnTo>
                    <a:pt x="7359093" y="0"/>
                  </a:lnTo>
                  <a:lnTo>
                    <a:pt x="7358278" y="0"/>
                  </a:lnTo>
                  <a:lnTo>
                    <a:pt x="7357463" y="0"/>
                  </a:lnTo>
                  <a:lnTo>
                    <a:pt x="7356649" y="0"/>
                  </a:lnTo>
                  <a:lnTo>
                    <a:pt x="7355834" y="0"/>
                  </a:lnTo>
                  <a:lnTo>
                    <a:pt x="7355019" y="0"/>
                  </a:lnTo>
                  <a:lnTo>
                    <a:pt x="7354204" y="0"/>
                  </a:lnTo>
                  <a:lnTo>
                    <a:pt x="7353389" y="0"/>
                  </a:lnTo>
                  <a:lnTo>
                    <a:pt x="7352575" y="0"/>
                  </a:lnTo>
                  <a:lnTo>
                    <a:pt x="7351760" y="0"/>
                  </a:lnTo>
                  <a:lnTo>
                    <a:pt x="7350945" y="0"/>
                  </a:lnTo>
                  <a:lnTo>
                    <a:pt x="7350130" y="0"/>
                  </a:lnTo>
                  <a:lnTo>
                    <a:pt x="7349316" y="0"/>
                  </a:lnTo>
                  <a:lnTo>
                    <a:pt x="7348501" y="0"/>
                  </a:lnTo>
                  <a:lnTo>
                    <a:pt x="7347686" y="0"/>
                  </a:lnTo>
                  <a:lnTo>
                    <a:pt x="7346871" y="0"/>
                  </a:lnTo>
                  <a:lnTo>
                    <a:pt x="7346056" y="0"/>
                  </a:lnTo>
                  <a:lnTo>
                    <a:pt x="7345242" y="0"/>
                  </a:lnTo>
                  <a:lnTo>
                    <a:pt x="7344427" y="0"/>
                  </a:lnTo>
                  <a:lnTo>
                    <a:pt x="7343612" y="0"/>
                  </a:lnTo>
                  <a:lnTo>
                    <a:pt x="7342797" y="0"/>
                  </a:lnTo>
                  <a:lnTo>
                    <a:pt x="7341983" y="0"/>
                  </a:lnTo>
                  <a:lnTo>
                    <a:pt x="7341168" y="0"/>
                  </a:lnTo>
                  <a:lnTo>
                    <a:pt x="7340353" y="0"/>
                  </a:lnTo>
                  <a:lnTo>
                    <a:pt x="7339538" y="0"/>
                  </a:lnTo>
                  <a:lnTo>
                    <a:pt x="7338723" y="0"/>
                  </a:lnTo>
                  <a:lnTo>
                    <a:pt x="7337909" y="0"/>
                  </a:lnTo>
                  <a:lnTo>
                    <a:pt x="7337094" y="0"/>
                  </a:lnTo>
                  <a:lnTo>
                    <a:pt x="7336279" y="0"/>
                  </a:lnTo>
                  <a:lnTo>
                    <a:pt x="7335464" y="0"/>
                  </a:lnTo>
                  <a:lnTo>
                    <a:pt x="7334650" y="0"/>
                  </a:lnTo>
                  <a:lnTo>
                    <a:pt x="7333835" y="0"/>
                  </a:lnTo>
                  <a:lnTo>
                    <a:pt x="7333020" y="0"/>
                  </a:lnTo>
                  <a:lnTo>
                    <a:pt x="7332205" y="0"/>
                  </a:lnTo>
                  <a:lnTo>
                    <a:pt x="7331390" y="0"/>
                  </a:lnTo>
                  <a:lnTo>
                    <a:pt x="7330576" y="0"/>
                  </a:lnTo>
                  <a:lnTo>
                    <a:pt x="7329761" y="0"/>
                  </a:lnTo>
                  <a:lnTo>
                    <a:pt x="7328946" y="0"/>
                  </a:lnTo>
                  <a:lnTo>
                    <a:pt x="7328131" y="0"/>
                  </a:lnTo>
                  <a:lnTo>
                    <a:pt x="7327316" y="0"/>
                  </a:lnTo>
                  <a:lnTo>
                    <a:pt x="7326502" y="0"/>
                  </a:lnTo>
                  <a:lnTo>
                    <a:pt x="7325687" y="0"/>
                  </a:lnTo>
                  <a:lnTo>
                    <a:pt x="7324872" y="0"/>
                  </a:lnTo>
                  <a:lnTo>
                    <a:pt x="7324057" y="0"/>
                  </a:lnTo>
                  <a:lnTo>
                    <a:pt x="7323243" y="0"/>
                  </a:lnTo>
                  <a:lnTo>
                    <a:pt x="7322428" y="0"/>
                  </a:lnTo>
                  <a:lnTo>
                    <a:pt x="7321613" y="0"/>
                  </a:lnTo>
                  <a:lnTo>
                    <a:pt x="7320798" y="0"/>
                  </a:lnTo>
                  <a:lnTo>
                    <a:pt x="7319983" y="0"/>
                  </a:lnTo>
                  <a:lnTo>
                    <a:pt x="7319169" y="0"/>
                  </a:lnTo>
                  <a:lnTo>
                    <a:pt x="7318354" y="0"/>
                  </a:lnTo>
                  <a:lnTo>
                    <a:pt x="7317539" y="0"/>
                  </a:lnTo>
                  <a:lnTo>
                    <a:pt x="7316724" y="0"/>
                  </a:lnTo>
                  <a:lnTo>
                    <a:pt x="7315910" y="0"/>
                  </a:lnTo>
                  <a:lnTo>
                    <a:pt x="7315095" y="0"/>
                  </a:lnTo>
                  <a:lnTo>
                    <a:pt x="7314280" y="0"/>
                  </a:lnTo>
                  <a:lnTo>
                    <a:pt x="7313465" y="0"/>
                  </a:lnTo>
                  <a:lnTo>
                    <a:pt x="7312650" y="0"/>
                  </a:lnTo>
                  <a:lnTo>
                    <a:pt x="7311836" y="0"/>
                  </a:lnTo>
                  <a:lnTo>
                    <a:pt x="7311021" y="0"/>
                  </a:lnTo>
                  <a:lnTo>
                    <a:pt x="7310206" y="0"/>
                  </a:lnTo>
                  <a:lnTo>
                    <a:pt x="7309391" y="0"/>
                  </a:lnTo>
                  <a:lnTo>
                    <a:pt x="7308577" y="0"/>
                  </a:lnTo>
                  <a:lnTo>
                    <a:pt x="7307762" y="0"/>
                  </a:lnTo>
                  <a:lnTo>
                    <a:pt x="7306947" y="0"/>
                  </a:lnTo>
                  <a:lnTo>
                    <a:pt x="7306132" y="0"/>
                  </a:lnTo>
                  <a:lnTo>
                    <a:pt x="7305317" y="0"/>
                  </a:lnTo>
                  <a:lnTo>
                    <a:pt x="7304503" y="0"/>
                  </a:lnTo>
                  <a:lnTo>
                    <a:pt x="7303688" y="0"/>
                  </a:lnTo>
                  <a:lnTo>
                    <a:pt x="7302873" y="0"/>
                  </a:lnTo>
                  <a:lnTo>
                    <a:pt x="7302058" y="0"/>
                  </a:lnTo>
                  <a:lnTo>
                    <a:pt x="7301244" y="0"/>
                  </a:lnTo>
                  <a:lnTo>
                    <a:pt x="7300429" y="0"/>
                  </a:lnTo>
                  <a:lnTo>
                    <a:pt x="7299614" y="0"/>
                  </a:lnTo>
                  <a:lnTo>
                    <a:pt x="7298799" y="0"/>
                  </a:lnTo>
                  <a:lnTo>
                    <a:pt x="7297984" y="0"/>
                  </a:lnTo>
                  <a:lnTo>
                    <a:pt x="7297170" y="0"/>
                  </a:lnTo>
                  <a:lnTo>
                    <a:pt x="7296355" y="0"/>
                  </a:lnTo>
                  <a:lnTo>
                    <a:pt x="7295540" y="0"/>
                  </a:lnTo>
                  <a:lnTo>
                    <a:pt x="7294725" y="0"/>
                  </a:lnTo>
                  <a:lnTo>
                    <a:pt x="7293911" y="0"/>
                  </a:lnTo>
                  <a:lnTo>
                    <a:pt x="7293096" y="0"/>
                  </a:lnTo>
                  <a:lnTo>
                    <a:pt x="7292281" y="0"/>
                  </a:lnTo>
                  <a:lnTo>
                    <a:pt x="7291466" y="0"/>
                  </a:lnTo>
                  <a:lnTo>
                    <a:pt x="7290651" y="0"/>
                  </a:lnTo>
                  <a:lnTo>
                    <a:pt x="7289837" y="0"/>
                  </a:lnTo>
                  <a:lnTo>
                    <a:pt x="7289022" y="0"/>
                  </a:lnTo>
                  <a:lnTo>
                    <a:pt x="7288207" y="0"/>
                  </a:lnTo>
                  <a:lnTo>
                    <a:pt x="7287392" y="0"/>
                  </a:lnTo>
                  <a:lnTo>
                    <a:pt x="7286577" y="0"/>
                  </a:lnTo>
                  <a:lnTo>
                    <a:pt x="7285763" y="0"/>
                  </a:lnTo>
                  <a:lnTo>
                    <a:pt x="7284948" y="0"/>
                  </a:lnTo>
                  <a:lnTo>
                    <a:pt x="7284133" y="0"/>
                  </a:lnTo>
                  <a:lnTo>
                    <a:pt x="7283318" y="0"/>
                  </a:lnTo>
                  <a:lnTo>
                    <a:pt x="7282504" y="0"/>
                  </a:lnTo>
                  <a:lnTo>
                    <a:pt x="7281689" y="0"/>
                  </a:lnTo>
                  <a:lnTo>
                    <a:pt x="7280874" y="0"/>
                  </a:lnTo>
                  <a:lnTo>
                    <a:pt x="7280059" y="0"/>
                  </a:lnTo>
                  <a:lnTo>
                    <a:pt x="7279244" y="0"/>
                  </a:lnTo>
                  <a:lnTo>
                    <a:pt x="7278430" y="0"/>
                  </a:lnTo>
                  <a:lnTo>
                    <a:pt x="7277615" y="0"/>
                  </a:lnTo>
                  <a:lnTo>
                    <a:pt x="7276800" y="0"/>
                  </a:lnTo>
                  <a:lnTo>
                    <a:pt x="7275985" y="0"/>
                  </a:lnTo>
                  <a:lnTo>
                    <a:pt x="7275171" y="0"/>
                  </a:lnTo>
                  <a:lnTo>
                    <a:pt x="7274356" y="0"/>
                  </a:lnTo>
                  <a:lnTo>
                    <a:pt x="7273541" y="0"/>
                  </a:lnTo>
                  <a:lnTo>
                    <a:pt x="7272726" y="0"/>
                  </a:lnTo>
                  <a:lnTo>
                    <a:pt x="7271911" y="0"/>
                  </a:lnTo>
                  <a:lnTo>
                    <a:pt x="7271097" y="0"/>
                  </a:lnTo>
                  <a:lnTo>
                    <a:pt x="7270282" y="0"/>
                  </a:lnTo>
                  <a:lnTo>
                    <a:pt x="7269467" y="0"/>
                  </a:lnTo>
                  <a:lnTo>
                    <a:pt x="7268652" y="0"/>
                  </a:lnTo>
                  <a:lnTo>
                    <a:pt x="7267838" y="0"/>
                  </a:lnTo>
                  <a:lnTo>
                    <a:pt x="7267023" y="0"/>
                  </a:lnTo>
                  <a:lnTo>
                    <a:pt x="7266208" y="0"/>
                  </a:lnTo>
                  <a:lnTo>
                    <a:pt x="7265393" y="0"/>
                  </a:lnTo>
                  <a:lnTo>
                    <a:pt x="7264578" y="0"/>
                  </a:lnTo>
                  <a:lnTo>
                    <a:pt x="7263764" y="0"/>
                  </a:lnTo>
                  <a:lnTo>
                    <a:pt x="7262949" y="0"/>
                  </a:lnTo>
                  <a:lnTo>
                    <a:pt x="7262134" y="0"/>
                  </a:lnTo>
                  <a:lnTo>
                    <a:pt x="7261319" y="0"/>
                  </a:lnTo>
                  <a:lnTo>
                    <a:pt x="7260505" y="0"/>
                  </a:lnTo>
                  <a:lnTo>
                    <a:pt x="7259690" y="0"/>
                  </a:lnTo>
                  <a:lnTo>
                    <a:pt x="7258875" y="0"/>
                  </a:lnTo>
                  <a:lnTo>
                    <a:pt x="7258060" y="0"/>
                  </a:lnTo>
                  <a:lnTo>
                    <a:pt x="7257245" y="0"/>
                  </a:lnTo>
                  <a:lnTo>
                    <a:pt x="7256431" y="0"/>
                  </a:lnTo>
                  <a:lnTo>
                    <a:pt x="7255616" y="0"/>
                  </a:lnTo>
                  <a:lnTo>
                    <a:pt x="7254801" y="0"/>
                  </a:lnTo>
                  <a:lnTo>
                    <a:pt x="7253986" y="0"/>
                  </a:lnTo>
                  <a:lnTo>
                    <a:pt x="7253172" y="0"/>
                  </a:lnTo>
                  <a:lnTo>
                    <a:pt x="7252357" y="0"/>
                  </a:lnTo>
                  <a:lnTo>
                    <a:pt x="7251542" y="0"/>
                  </a:lnTo>
                  <a:lnTo>
                    <a:pt x="7250727" y="0"/>
                  </a:lnTo>
                  <a:lnTo>
                    <a:pt x="7249912" y="0"/>
                  </a:lnTo>
                  <a:lnTo>
                    <a:pt x="7249098" y="0"/>
                  </a:lnTo>
                  <a:lnTo>
                    <a:pt x="7248283" y="0"/>
                  </a:lnTo>
                  <a:lnTo>
                    <a:pt x="7247468" y="0"/>
                  </a:lnTo>
                  <a:lnTo>
                    <a:pt x="7246653" y="0"/>
                  </a:lnTo>
                  <a:lnTo>
                    <a:pt x="7245838" y="0"/>
                  </a:lnTo>
                  <a:lnTo>
                    <a:pt x="7245024" y="0"/>
                  </a:lnTo>
                  <a:lnTo>
                    <a:pt x="7244209" y="0"/>
                  </a:lnTo>
                  <a:lnTo>
                    <a:pt x="7243394" y="0"/>
                  </a:lnTo>
                  <a:lnTo>
                    <a:pt x="7242579" y="0"/>
                  </a:lnTo>
                  <a:lnTo>
                    <a:pt x="7241765" y="0"/>
                  </a:lnTo>
                  <a:lnTo>
                    <a:pt x="7240950" y="0"/>
                  </a:lnTo>
                  <a:lnTo>
                    <a:pt x="7240135" y="0"/>
                  </a:lnTo>
                  <a:lnTo>
                    <a:pt x="7239320" y="0"/>
                  </a:lnTo>
                  <a:lnTo>
                    <a:pt x="7238505" y="0"/>
                  </a:lnTo>
                  <a:lnTo>
                    <a:pt x="7237691" y="0"/>
                  </a:lnTo>
                  <a:lnTo>
                    <a:pt x="7236876" y="0"/>
                  </a:lnTo>
                  <a:lnTo>
                    <a:pt x="7236061" y="0"/>
                  </a:lnTo>
                  <a:lnTo>
                    <a:pt x="7235246" y="0"/>
                  </a:lnTo>
                  <a:lnTo>
                    <a:pt x="7234432" y="0"/>
                  </a:lnTo>
                  <a:lnTo>
                    <a:pt x="7233617" y="0"/>
                  </a:lnTo>
                  <a:lnTo>
                    <a:pt x="7232802" y="0"/>
                  </a:lnTo>
                  <a:lnTo>
                    <a:pt x="7231987" y="0"/>
                  </a:lnTo>
                  <a:lnTo>
                    <a:pt x="7231172" y="0"/>
                  </a:lnTo>
                  <a:lnTo>
                    <a:pt x="7230358" y="0"/>
                  </a:lnTo>
                  <a:lnTo>
                    <a:pt x="7229543" y="0"/>
                  </a:lnTo>
                  <a:lnTo>
                    <a:pt x="7228728" y="0"/>
                  </a:lnTo>
                  <a:lnTo>
                    <a:pt x="7227913" y="0"/>
                  </a:lnTo>
                  <a:lnTo>
                    <a:pt x="7227099" y="0"/>
                  </a:lnTo>
                  <a:lnTo>
                    <a:pt x="7226284" y="0"/>
                  </a:lnTo>
                  <a:lnTo>
                    <a:pt x="7225469" y="0"/>
                  </a:lnTo>
                  <a:lnTo>
                    <a:pt x="7224654" y="0"/>
                  </a:lnTo>
                  <a:lnTo>
                    <a:pt x="7223839" y="0"/>
                  </a:lnTo>
                  <a:lnTo>
                    <a:pt x="7223025" y="0"/>
                  </a:lnTo>
                  <a:lnTo>
                    <a:pt x="7222210" y="0"/>
                  </a:lnTo>
                  <a:lnTo>
                    <a:pt x="7221395" y="0"/>
                  </a:lnTo>
                  <a:lnTo>
                    <a:pt x="7220580" y="0"/>
                  </a:lnTo>
                  <a:lnTo>
                    <a:pt x="7219766" y="0"/>
                  </a:lnTo>
                  <a:lnTo>
                    <a:pt x="7218951" y="0"/>
                  </a:lnTo>
                  <a:lnTo>
                    <a:pt x="7218136" y="0"/>
                  </a:lnTo>
                  <a:lnTo>
                    <a:pt x="7217321" y="0"/>
                  </a:lnTo>
                  <a:lnTo>
                    <a:pt x="7216506" y="0"/>
                  </a:lnTo>
                  <a:lnTo>
                    <a:pt x="7215692" y="0"/>
                  </a:lnTo>
                  <a:lnTo>
                    <a:pt x="7214877" y="0"/>
                  </a:lnTo>
                  <a:lnTo>
                    <a:pt x="7214062" y="0"/>
                  </a:lnTo>
                  <a:lnTo>
                    <a:pt x="7213247" y="0"/>
                  </a:lnTo>
                  <a:lnTo>
                    <a:pt x="7212433" y="0"/>
                  </a:lnTo>
                  <a:lnTo>
                    <a:pt x="7211618" y="0"/>
                  </a:lnTo>
                  <a:lnTo>
                    <a:pt x="7210803" y="0"/>
                  </a:lnTo>
                  <a:lnTo>
                    <a:pt x="7209988" y="0"/>
                  </a:lnTo>
                  <a:lnTo>
                    <a:pt x="7209173" y="0"/>
                  </a:lnTo>
                  <a:lnTo>
                    <a:pt x="7208359" y="0"/>
                  </a:lnTo>
                  <a:lnTo>
                    <a:pt x="7207544" y="0"/>
                  </a:lnTo>
                  <a:lnTo>
                    <a:pt x="7206729" y="0"/>
                  </a:lnTo>
                  <a:lnTo>
                    <a:pt x="7205914" y="0"/>
                  </a:lnTo>
                  <a:lnTo>
                    <a:pt x="7205099" y="0"/>
                  </a:lnTo>
                  <a:lnTo>
                    <a:pt x="7204285" y="0"/>
                  </a:lnTo>
                  <a:lnTo>
                    <a:pt x="7203470" y="0"/>
                  </a:lnTo>
                  <a:lnTo>
                    <a:pt x="7202655" y="0"/>
                  </a:lnTo>
                  <a:lnTo>
                    <a:pt x="7201840" y="0"/>
                  </a:lnTo>
                  <a:lnTo>
                    <a:pt x="7201026" y="0"/>
                  </a:lnTo>
                  <a:lnTo>
                    <a:pt x="7200211" y="0"/>
                  </a:lnTo>
                  <a:lnTo>
                    <a:pt x="7199396" y="0"/>
                  </a:lnTo>
                  <a:lnTo>
                    <a:pt x="7198581" y="0"/>
                  </a:lnTo>
                  <a:lnTo>
                    <a:pt x="7197766" y="0"/>
                  </a:lnTo>
                  <a:lnTo>
                    <a:pt x="7196952" y="0"/>
                  </a:lnTo>
                  <a:lnTo>
                    <a:pt x="7196137" y="0"/>
                  </a:lnTo>
                  <a:lnTo>
                    <a:pt x="7195322" y="0"/>
                  </a:lnTo>
                  <a:lnTo>
                    <a:pt x="7194507" y="0"/>
                  </a:lnTo>
                  <a:lnTo>
                    <a:pt x="7193693" y="0"/>
                  </a:lnTo>
                  <a:lnTo>
                    <a:pt x="7192878" y="0"/>
                  </a:lnTo>
                  <a:lnTo>
                    <a:pt x="7192063" y="0"/>
                  </a:lnTo>
                  <a:lnTo>
                    <a:pt x="7191248" y="0"/>
                  </a:lnTo>
                  <a:lnTo>
                    <a:pt x="7190433" y="0"/>
                  </a:lnTo>
                  <a:lnTo>
                    <a:pt x="7189619" y="0"/>
                  </a:lnTo>
                  <a:lnTo>
                    <a:pt x="7188804" y="0"/>
                  </a:lnTo>
                  <a:lnTo>
                    <a:pt x="7187989" y="0"/>
                  </a:lnTo>
                  <a:lnTo>
                    <a:pt x="7187174" y="0"/>
                  </a:lnTo>
                  <a:lnTo>
                    <a:pt x="7186360" y="0"/>
                  </a:lnTo>
                  <a:lnTo>
                    <a:pt x="7185545" y="0"/>
                  </a:lnTo>
                  <a:lnTo>
                    <a:pt x="7184730" y="0"/>
                  </a:lnTo>
                  <a:lnTo>
                    <a:pt x="7183915" y="0"/>
                  </a:lnTo>
                  <a:lnTo>
                    <a:pt x="7183100" y="0"/>
                  </a:lnTo>
                  <a:lnTo>
                    <a:pt x="7182286" y="0"/>
                  </a:lnTo>
                  <a:lnTo>
                    <a:pt x="7181471" y="0"/>
                  </a:lnTo>
                  <a:lnTo>
                    <a:pt x="7180656" y="0"/>
                  </a:lnTo>
                  <a:lnTo>
                    <a:pt x="7179841" y="0"/>
                  </a:lnTo>
                  <a:lnTo>
                    <a:pt x="7179027" y="0"/>
                  </a:lnTo>
                  <a:lnTo>
                    <a:pt x="7178212" y="0"/>
                  </a:lnTo>
                  <a:lnTo>
                    <a:pt x="7177397" y="0"/>
                  </a:lnTo>
                  <a:lnTo>
                    <a:pt x="7176582" y="0"/>
                  </a:lnTo>
                  <a:lnTo>
                    <a:pt x="7175767" y="0"/>
                  </a:lnTo>
                  <a:lnTo>
                    <a:pt x="7174953" y="0"/>
                  </a:lnTo>
                  <a:lnTo>
                    <a:pt x="7174138" y="0"/>
                  </a:lnTo>
                  <a:lnTo>
                    <a:pt x="7173323" y="0"/>
                  </a:lnTo>
                  <a:lnTo>
                    <a:pt x="7172508" y="0"/>
                  </a:lnTo>
                  <a:lnTo>
                    <a:pt x="7171694" y="0"/>
                  </a:lnTo>
                  <a:lnTo>
                    <a:pt x="7170879" y="0"/>
                  </a:lnTo>
                  <a:lnTo>
                    <a:pt x="7170064" y="0"/>
                  </a:lnTo>
                  <a:lnTo>
                    <a:pt x="7169249" y="0"/>
                  </a:lnTo>
                  <a:lnTo>
                    <a:pt x="7168434" y="0"/>
                  </a:lnTo>
                  <a:lnTo>
                    <a:pt x="7167620" y="0"/>
                  </a:lnTo>
                  <a:lnTo>
                    <a:pt x="7166805" y="0"/>
                  </a:lnTo>
                  <a:lnTo>
                    <a:pt x="7165990" y="0"/>
                  </a:lnTo>
                  <a:lnTo>
                    <a:pt x="7165175" y="0"/>
                  </a:lnTo>
                  <a:lnTo>
                    <a:pt x="7164360" y="0"/>
                  </a:lnTo>
                  <a:lnTo>
                    <a:pt x="7163546" y="0"/>
                  </a:lnTo>
                  <a:lnTo>
                    <a:pt x="7162731" y="0"/>
                  </a:lnTo>
                  <a:lnTo>
                    <a:pt x="7161916" y="0"/>
                  </a:lnTo>
                  <a:lnTo>
                    <a:pt x="7161101" y="0"/>
                  </a:lnTo>
                  <a:lnTo>
                    <a:pt x="7160287" y="0"/>
                  </a:lnTo>
                  <a:lnTo>
                    <a:pt x="7159472" y="0"/>
                  </a:lnTo>
                  <a:lnTo>
                    <a:pt x="7158657" y="0"/>
                  </a:lnTo>
                  <a:lnTo>
                    <a:pt x="7157842" y="0"/>
                  </a:lnTo>
                  <a:lnTo>
                    <a:pt x="7157027" y="0"/>
                  </a:lnTo>
                  <a:lnTo>
                    <a:pt x="7156213" y="0"/>
                  </a:lnTo>
                  <a:lnTo>
                    <a:pt x="7155398" y="0"/>
                  </a:lnTo>
                  <a:lnTo>
                    <a:pt x="7154583" y="0"/>
                  </a:lnTo>
                  <a:lnTo>
                    <a:pt x="7153768" y="0"/>
                  </a:lnTo>
                  <a:lnTo>
                    <a:pt x="7152954" y="0"/>
                  </a:lnTo>
                  <a:lnTo>
                    <a:pt x="7152139" y="0"/>
                  </a:lnTo>
                  <a:lnTo>
                    <a:pt x="7151324" y="0"/>
                  </a:lnTo>
                  <a:lnTo>
                    <a:pt x="7150509" y="0"/>
                  </a:lnTo>
                  <a:lnTo>
                    <a:pt x="7149694" y="0"/>
                  </a:lnTo>
                  <a:lnTo>
                    <a:pt x="7148880" y="0"/>
                  </a:lnTo>
                  <a:lnTo>
                    <a:pt x="7148065" y="0"/>
                  </a:lnTo>
                  <a:lnTo>
                    <a:pt x="7147250" y="0"/>
                  </a:lnTo>
                  <a:lnTo>
                    <a:pt x="7146435" y="0"/>
                  </a:lnTo>
                  <a:lnTo>
                    <a:pt x="7145621" y="0"/>
                  </a:lnTo>
                  <a:lnTo>
                    <a:pt x="7144806" y="0"/>
                  </a:lnTo>
                  <a:lnTo>
                    <a:pt x="7143991" y="0"/>
                  </a:lnTo>
                  <a:lnTo>
                    <a:pt x="7143176" y="0"/>
                  </a:lnTo>
                  <a:lnTo>
                    <a:pt x="7142361" y="0"/>
                  </a:lnTo>
                  <a:lnTo>
                    <a:pt x="7141547" y="0"/>
                  </a:lnTo>
                  <a:lnTo>
                    <a:pt x="7140732" y="0"/>
                  </a:lnTo>
                  <a:lnTo>
                    <a:pt x="7139917" y="0"/>
                  </a:lnTo>
                  <a:lnTo>
                    <a:pt x="7139102" y="0"/>
                  </a:lnTo>
                  <a:lnTo>
                    <a:pt x="7138288" y="0"/>
                  </a:lnTo>
                  <a:lnTo>
                    <a:pt x="7137473" y="0"/>
                  </a:lnTo>
                  <a:lnTo>
                    <a:pt x="7136658" y="0"/>
                  </a:lnTo>
                  <a:lnTo>
                    <a:pt x="7135843" y="0"/>
                  </a:lnTo>
                  <a:lnTo>
                    <a:pt x="7135028" y="0"/>
                  </a:lnTo>
                  <a:lnTo>
                    <a:pt x="7134214" y="0"/>
                  </a:lnTo>
                  <a:lnTo>
                    <a:pt x="7133399" y="0"/>
                  </a:lnTo>
                  <a:lnTo>
                    <a:pt x="7132584" y="0"/>
                  </a:lnTo>
                  <a:lnTo>
                    <a:pt x="7131769" y="0"/>
                  </a:lnTo>
                  <a:lnTo>
                    <a:pt x="7130955" y="0"/>
                  </a:lnTo>
                  <a:lnTo>
                    <a:pt x="7130140" y="0"/>
                  </a:lnTo>
                  <a:lnTo>
                    <a:pt x="7129325" y="0"/>
                  </a:lnTo>
                  <a:lnTo>
                    <a:pt x="7128510" y="0"/>
                  </a:lnTo>
                  <a:lnTo>
                    <a:pt x="7127695" y="0"/>
                  </a:lnTo>
                  <a:lnTo>
                    <a:pt x="7126881" y="0"/>
                  </a:lnTo>
                  <a:lnTo>
                    <a:pt x="7126066" y="0"/>
                  </a:lnTo>
                  <a:lnTo>
                    <a:pt x="7125251" y="0"/>
                  </a:lnTo>
                  <a:lnTo>
                    <a:pt x="7124436" y="0"/>
                  </a:lnTo>
                  <a:lnTo>
                    <a:pt x="7123621" y="0"/>
                  </a:lnTo>
                  <a:lnTo>
                    <a:pt x="7122807" y="0"/>
                  </a:lnTo>
                  <a:lnTo>
                    <a:pt x="7121992" y="0"/>
                  </a:lnTo>
                  <a:lnTo>
                    <a:pt x="7121177" y="0"/>
                  </a:lnTo>
                  <a:lnTo>
                    <a:pt x="7120362" y="0"/>
                  </a:lnTo>
                  <a:lnTo>
                    <a:pt x="7119548" y="0"/>
                  </a:lnTo>
                  <a:lnTo>
                    <a:pt x="7118733" y="0"/>
                  </a:lnTo>
                  <a:lnTo>
                    <a:pt x="7117918" y="0"/>
                  </a:lnTo>
                  <a:lnTo>
                    <a:pt x="7117103" y="0"/>
                  </a:lnTo>
                  <a:lnTo>
                    <a:pt x="7116288" y="0"/>
                  </a:lnTo>
                  <a:lnTo>
                    <a:pt x="7115474" y="0"/>
                  </a:lnTo>
                  <a:lnTo>
                    <a:pt x="7114659" y="0"/>
                  </a:lnTo>
                  <a:lnTo>
                    <a:pt x="7113844" y="0"/>
                  </a:lnTo>
                  <a:lnTo>
                    <a:pt x="7113029" y="0"/>
                  </a:lnTo>
                  <a:lnTo>
                    <a:pt x="7112215" y="0"/>
                  </a:lnTo>
                  <a:lnTo>
                    <a:pt x="7111400" y="0"/>
                  </a:lnTo>
                  <a:lnTo>
                    <a:pt x="7110585" y="0"/>
                  </a:lnTo>
                  <a:lnTo>
                    <a:pt x="7109770" y="0"/>
                  </a:lnTo>
                  <a:lnTo>
                    <a:pt x="7108955" y="0"/>
                  </a:lnTo>
                  <a:lnTo>
                    <a:pt x="7108141" y="0"/>
                  </a:lnTo>
                  <a:lnTo>
                    <a:pt x="7107326" y="0"/>
                  </a:lnTo>
                  <a:lnTo>
                    <a:pt x="7106511" y="0"/>
                  </a:lnTo>
                  <a:lnTo>
                    <a:pt x="7105696" y="0"/>
                  </a:lnTo>
                  <a:lnTo>
                    <a:pt x="7104882" y="0"/>
                  </a:lnTo>
                  <a:lnTo>
                    <a:pt x="7104067" y="0"/>
                  </a:lnTo>
                  <a:lnTo>
                    <a:pt x="7103252" y="0"/>
                  </a:lnTo>
                  <a:lnTo>
                    <a:pt x="7102437" y="0"/>
                  </a:lnTo>
                  <a:lnTo>
                    <a:pt x="7101622" y="0"/>
                  </a:lnTo>
                  <a:lnTo>
                    <a:pt x="7100808" y="0"/>
                  </a:lnTo>
                  <a:lnTo>
                    <a:pt x="7099993" y="0"/>
                  </a:lnTo>
                  <a:lnTo>
                    <a:pt x="7099178" y="0"/>
                  </a:lnTo>
                  <a:lnTo>
                    <a:pt x="7098363" y="0"/>
                  </a:lnTo>
                  <a:lnTo>
                    <a:pt x="7097549" y="0"/>
                  </a:lnTo>
                  <a:lnTo>
                    <a:pt x="7096734" y="0"/>
                  </a:lnTo>
                  <a:lnTo>
                    <a:pt x="7095919" y="0"/>
                  </a:lnTo>
                  <a:lnTo>
                    <a:pt x="7095104" y="0"/>
                  </a:lnTo>
                  <a:lnTo>
                    <a:pt x="7094289" y="0"/>
                  </a:lnTo>
                  <a:lnTo>
                    <a:pt x="7093475" y="0"/>
                  </a:lnTo>
                  <a:lnTo>
                    <a:pt x="7092660" y="0"/>
                  </a:lnTo>
                  <a:lnTo>
                    <a:pt x="7091845" y="0"/>
                  </a:lnTo>
                  <a:lnTo>
                    <a:pt x="7091030" y="0"/>
                  </a:lnTo>
                  <a:lnTo>
                    <a:pt x="7090216" y="0"/>
                  </a:lnTo>
                  <a:lnTo>
                    <a:pt x="7089401" y="0"/>
                  </a:lnTo>
                  <a:lnTo>
                    <a:pt x="7088586" y="0"/>
                  </a:lnTo>
                  <a:lnTo>
                    <a:pt x="7087771" y="0"/>
                  </a:lnTo>
                  <a:lnTo>
                    <a:pt x="7086956" y="0"/>
                  </a:lnTo>
                  <a:lnTo>
                    <a:pt x="7086142" y="0"/>
                  </a:lnTo>
                  <a:lnTo>
                    <a:pt x="7085327" y="0"/>
                  </a:lnTo>
                  <a:lnTo>
                    <a:pt x="7084512" y="0"/>
                  </a:lnTo>
                  <a:lnTo>
                    <a:pt x="7083697" y="0"/>
                  </a:lnTo>
                  <a:lnTo>
                    <a:pt x="7082882" y="0"/>
                  </a:lnTo>
                  <a:lnTo>
                    <a:pt x="7082068" y="0"/>
                  </a:lnTo>
                  <a:lnTo>
                    <a:pt x="7081253" y="0"/>
                  </a:lnTo>
                  <a:lnTo>
                    <a:pt x="7080438" y="0"/>
                  </a:lnTo>
                  <a:lnTo>
                    <a:pt x="7079623" y="0"/>
                  </a:lnTo>
                  <a:lnTo>
                    <a:pt x="7078809" y="0"/>
                  </a:lnTo>
                  <a:lnTo>
                    <a:pt x="7077994" y="0"/>
                  </a:lnTo>
                  <a:lnTo>
                    <a:pt x="7077179" y="0"/>
                  </a:lnTo>
                  <a:lnTo>
                    <a:pt x="7076364" y="0"/>
                  </a:lnTo>
                  <a:lnTo>
                    <a:pt x="7075549" y="0"/>
                  </a:lnTo>
                  <a:lnTo>
                    <a:pt x="7074735" y="0"/>
                  </a:lnTo>
                  <a:lnTo>
                    <a:pt x="7073920" y="0"/>
                  </a:lnTo>
                  <a:lnTo>
                    <a:pt x="7073105" y="0"/>
                  </a:lnTo>
                  <a:lnTo>
                    <a:pt x="7072290" y="0"/>
                  </a:lnTo>
                  <a:lnTo>
                    <a:pt x="7071476" y="0"/>
                  </a:lnTo>
                  <a:lnTo>
                    <a:pt x="7070661" y="0"/>
                  </a:lnTo>
                  <a:lnTo>
                    <a:pt x="7069846" y="0"/>
                  </a:lnTo>
                  <a:lnTo>
                    <a:pt x="7069031" y="0"/>
                  </a:lnTo>
                  <a:lnTo>
                    <a:pt x="7068216" y="0"/>
                  </a:lnTo>
                  <a:lnTo>
                    <a:pt x="7067402" y="0"/>
                  </a:lnTo>
                  <a:lnTo>
                    <a:pt x="7066587" y="0"/>
                  </a:lnTo>
                  <a:lnTo>
                    <a:pt x="7065772" y="0"/>
                  </a:lnTo>
                  <a:lnTo>
                    <a:pt x="7064957" y="0"/>
                  </a:lnTo>
                  <a:lnTo>
                    <a:pt x="7064143" y="0"/>
                  </a:lnTo>
                  <a:lnTo>
                    <a:pt x="7063328" y="0"/>
                  </a:lnTo>
                  <a:lnTo>
                    <a:pt x="7062513" y="0"/>
                  </a:lnTo>
                  <a:lnTo>
                    <a:pt x="7061698" y="0"/>
                  </a:lnTo>
                  <a:lnTo>
                    <a:pt x="7060883" y="0"/>
                  </a:lnTo>
                  <a:lnTo>
                    <a:pt x="7060069" y="0"/>
                  </a:lnTo>
                  <a:lnTo>
                    <a:pt x="7059254" y="0"/>
                  </a:lnTo>
                  <a:lnTo>
                    <a:pt x="7058439" y="0"/>
                  </a:lnTo>
                  <a:lnTo>
                    <a:pt x="7057624" y="0"/>
                  </a:lnTo>
                  <a:lnTo>
                    <a:pt x="7056810" y="0"/>
                  </a:lnTo>
                  <a:lnTo>
                    <a:pt x="7055995" y="0"/>
                  </a:lnTo>
                  <a:lnTo>
                    <a:pt x="7055180" y="0"/>
                  </a:lnTo>
                  <a:lnTo>
                    <a:pt x="7054365" y="0"/>
                  </a:lnTo>
                  <a:lnTo>
                    <a:pt x="7053550" y="0"/>
                  </a:lnTo>
                  <a:lnTo>
                    <a:pt x="7052736" y="0"/>
                  </a:lnTo>
                  <a:lnTo>
                    <a:pt x="7051921" y="0"/>
                  </a:lnTo>
                  <a:lnTo>
                    <a:pt x="7051106" y="0"/>
                  </a:lnTo>
                  <a:lnTo>
                    <a:pt x="7050291" y="0"/>
                  </a:lnTo>
                  <a:lnTo>
                    <a:pt x="7049476" y="0"/>
                  </a:lnTo>
                  <a:lnTo>
                    <a:pt x="7048662" y="0"/>
                  </a:lnTo>
                  <a:lnTo>
                    <a:pt x="7047847" y="0"/>
                  </a:lnTo>
                  <a:lnTo>
                    <a:pt x="7047032" y="0"/>
                  </a:lnTo>
                  <a:lnTo>
                    <a:pt x="7046217" y="0"/>
                  </a:lnTo>
                  <a:lnTo>
                    <a:pt x="7045403" y="0"/>
                  </a:lnTo>
                  <a:lnTo>
                    <a:pt x="7044588" y="0"/>
                  </a:lnTo>
                  <a:lnTo>
                    <a:pt x="7043773" y="0"/>
                  </a:lnTo>
                  <a:lnTo>
                    <a:pt x="7042958" y="0"/>
                  </a:lnTo>
                  <a:lnTo>
                    <a:pt x="7042143" y="0"/>
                  </a:lnTo>
                  <a:lnTo>
                    <a:pt x="7041329" y="0"/>
                  </a:lnTo>
                  <a:lnTo>
                    <a:pt x="7040514" y="0"/>
                  </a:lnTo>
                  <a:lnTo>
                    <a:pt x="7039699" y="0"/>
                  </a:lnTo>
                  <a:lnTo>
                    <a:pt x="7038884" y="0"/>
                  </a:lnTo>
                  <a:lnTo>
                    <a:pt x="7038070" y="0"/>
                  </a:lnTo>
                  <a:lnTo>
                    <a:pt x="7037255" y="0"/>
                  </a:lnTo>
                  <a:lnTo>
                    <a:pt x="7036440" y="0"/>
                  </a:lnTo>
                  <a:lnTo>
                    <a:pt x="7035625" y="0"/>
                  </a:lnTo>
                  <a:lnTo>
                    <a:pt x="7034810" y="0"/>
                  </a:lnTo>
                  <a:lnTo>
                    <a:pt x="7033996" y="0"/>
                  </a:lnTo>
                  <a:lnTo>
                    <a:pt x="7033181" y="0"/>
                  </a:lnTo>
                  <a:lnTo>
                    <a:pt x="7032366" y="0"/>
                  </a:lnTo>
                  <a:lnTo>
                    <a:pt x="7031551" y="0"/>
                  </a:lnTo>
                  <a:lnTo>
                    <a:pt x="7030737" y="0"/>
                  </a:lnTo>
                  <a:lnTo>
                    <a:pt x="7029922" y="0"/>
                  </a:lnTo>
                  <a:lnTo>
                    <a:pt x="7029107" y="0"/>
                  </a:lnTo>
                  <a:lnTo>
                    <a:pt x="7028292" y="0"/>
                  </a:lnTo>
                  <a:lnTo>
                    <a:pt x="7027477" y="0"/>
                  </a:lnTo>
                  <a:lnTo>
                    <a:pt x="7026663" y="0"/>
                  </a:lnTo>
                  <a:lnTo>
                    <a:pt x="7025848" y="0"/>
                  </a:lnTo>
                  <a:lnTo>
                    <a:pt x="7025033" y="0"/>
                  </a:lnTo>
                  <a:lnTo>
                    <a:pt x="7024218" y="0"/>
                  </a:lnTo>
                  <a:lnTo>
                    <a:pt x="7023404" y="0"/>
                  </a:lnTo>
                  <a:lnTo>
                    <a:pt x="7022589" y="0"/>
                  </a:lnTo>
                  <a:lnTo>
                    <a:pt x="7021774" y="0"/>
                  </a:lnTo>
                  <a:lnTo>
                    <a:pt x="7020959" y="0"/>
                  </a:lnTo>
                  <a:lnTo>
                    <a:pt x="7020144" y="0"/>
                  </a:lnTo>
                  <a:lnTo>
                    <a:pt x="7019330" y="0"/>
                  </a:lnTo>
                  <a:lnTo>
                    <a:pt x="7018515" y="0"/>
                  </a:lnTo>
                  <a:lnTo>
                    <a:pt x="7017700" y="0"/>
                  </a:lnTo>
                  <a:lnTo>
                    <a:pt x="7016885" y="0"/>
                  </a:lnTo>
                  <a:lnTo>
                    <a:pt x="7016071" y="0"/>
                  </a:lnTo>
                  <a:lnTo>
                    <a:pt x="7015256" y="0"/>
                  </a:lnTo>
                  <a:lnTo>
                    <a:pt x="7014441" y="0"/>
                  </a:lnTo>
                  <a:lnTo>
                    <a:pt x="7013626" y="0"/>
                  </a:lnTo>
                  <a:lnTo>
                    <a:pt x="7012811" y="0"/>
                  </a:lnTo>
                  <a:lnTo>
                    <a:pt x="7011997" y="0"/>
                  </a:lnTo>
                  <a:lnTo>
                    <a:pt x="7011182" y="0"/>
                  </a:lnTo>
                  <a:lnTo>
                    <a:pt x="7010367" y="0"/>
                  </a:lnTo>
                  <a:lnTo>
                    <a:pt x="7009552" y="0"/>
                  </a:lnTo>
                  <a:lnTo>
                    <a:pt x="7008737" y="0"/>
                  </a:lnTo>
                  <a:lnTo>
                    <a:pt x="7007923" y="0"/>
                  </a:lnTo>
                  <a:lnTo>
                    <a:pt x="7007108" y="0"/>
                  </a:lnTo>
                  <a:lnTo>
                    <a:pt x="7006293" y="0"/>
                  </a:lnTo>
                  <a:lnTo>
                    <a:pt x="7005478" y="0"/>
                  </a:lnTo>
                  <a:lnTo>
                    <a:pt x="7004664" y="0"/>
                  </a:lnTo>
                  <a:lnTo>
                    <a:pt x="7003849" y="0"/>
                  </a:lnTo>
                  <a:lnTo>
                    <a:pt x="7003034" y="0"/>
                  </a:lnTo>
                  <a:lnTo>
                    <a:pt x="7002219" y="0"/>
                  </a:lnTo>
                  <a:lnTo>
                    <a:pt x="7001404" y="0"/>
                  </a:lnTo>
                  <a:lnTo>
                    <a:pt x="7000590" y="0"/>
                  </a:lnTo>
                  <a:lnTo>
                    <a:pt x="6999775" y="0"/>
                  </a:lnTo>
                  <a:lnTo>
                    <a:pt x="6998960" y="0"/>
                  </a:lnTo>
                  <a:lnTo>
                    <a:pt x="6998145" y="0"/>
                  </a:lnTo>
                  <a:lnTo>
                    <a:pt x="6997331" y="0"/>
                  </a:lnTo>
                  <a:lnTo>
                    <a:pt x="6996516" y="0"/>
                  </a:lnTo>
                  <a:lnTo>
                    <a:pt x="6995701" y="0"/>
                  </a:lnTo>
                  <a:lnTo>
                    <a:pt x="6994886" y="0"/>
                  </a:lnTo>
                  <a:lnTo>
                    <a:pt x="6994071" y="0"/>
                  </a:lnTo>
                  <a:lnTo>
                    <a:pt x="6993257" y="0"/>
                  </a:lnTo>
                  <a:lnTo>
                    <a:pt x="6992442" y="0"/>
                  </a:lnTo>
                  <a:lnTo>
                    <a:pt x="6991627" y="0"/>
                  </a:lnTo>
                  <a:lnTo>
                    <a:pt x="6990812" y="0"/>
                  </a:lnTo>
                  <a:lnTo>
                    <a:pt x="6989998" y="0"/>
                  </a:lnTo>
                  <a:lnTo>
                    <a:pt x="6989183" y="0"/>
                  </a:lnTo>
                  <a:lnTo>
                    <a:pt x="6988368" y="0"/>
                  </a:lnTo>
                  <a:lnTo>
                    <a:pt x="6987553" y="0"/>
                  </a:lnTo>
                  <a:lnTo>
                    <a:pt x="6986738" y="0"/>
                  </a:lnTo>
                  <a:lnTo>
                    <a:pt x="6985924" y="0"/>
                  </a:lnTo>
                  <a:lnTo>
                    <a:pt x="6985109" y="0"/>
                  </a:lnTo>
                  <a:lnTo>
                    <a:pt x="6984294" y="0"/>
                  </a:lnTo>
                  <a:lnTo>
                    <a:pt x="6983479" y="0"/>
                  </a:lnTo>
                  <a:lnTo>
                    <a:pt x="6982665" y="0"/>
                  </a:lnTo>
                  <a:lnTo>
                    <a:pt x="6981850" y="0"/>
                  </a:lnTo>
                  <a:lnTo>
                    <a:pt x="6981035" y="0"/>
                  </a:lnTo>
                  <a:lnTo>
                    <a:pt x="6980220" y="0"/>
                  </a:lnTo>
                  <a:lnTo>
                    <a:pt x="6979405" y="0"/>
                  </a:lnTo>
                  <a:lnTo>
                    <a:pt x="6978591" y="0"/>
                  </a:lnTo>
                  <a:lnTo>
                    <a:pt x="6977776" y="0"/>
                  </a:lnTo>
                  <a:lnTo>
                    <a:pt x="6976961" y="0"/>
                  </a:lnTo>
                  <a:lnTo>
                    <a:pt x="6976146" y="0"/>
                  </a:lnTo>
                  <a:lnTo>
                    <a:pt x="6975332" y="0"/>
                  </a:lnTo>
                  <a:lnTo>
                    <a:pt x="6974517" y="0"/>
                  </a:lnTo>
                  <a:lnTo>
                    <a:pt x="6973702" y="0"/>
                  </a:lnTo>
                  <a:lnTo>
                    <a:pt x="6972887" y="0"/>
                  </a:lnTo>
                  <a:lnTo>
                    <a:pt x="6972072" y="0"/>
                  </a:lnTo>
                  <a:lnTo>
                    <a:pt x="6971258" y="0"/>
                  </a:lnTo>
                  <a:lnTo>
                    <a:pt x="6970443" y="0"/>
                  </a:lnTo>
                  <a:lnTo>
                    <a:pt x="6969628" y="0"/>
                  </a:lnTo>
                  <a:lnTo>
                    <a:pt x="6968813" y="0"/>
                  </a:lnTo>
                  <a:lnTo>
                    <a:pt x="6967998" y="0"/>
                  </a:lnTo>
                  <a:lnTo>
                    <a:pt x="6967184" y="0"/>
                  </a:lnTo>
                  <a:lnTo>
                    <a:pt x="6966369" y="0"/>
                  </a:lnTo>
                  <a:lnTo>
                    <a:pt x="6965554" y="0"/>
                  </a:lnTo>
                  <a:lnTo>
                    <a:pt x="6964739" y="0"/>
                  </a:lnTo>
                  <a:lnTo>
                    <a:pt x="6963925" y="0"/>
                  </a:lnTo>
                  <a:lnTo>
                    <a:pt x="6963110" y="0"/>
                  </a:lnTo>
                  <a:lnTo>
                    <a:pt x="6962295" y="0"/>
                  </a:lnTo>
                  <a:lnTo>
                    <a:pt x="6961480" y="0"/>
                  </a:lnTo>
                  <a:lnTo>
                    <a:pt x="6960665" y="0"/>
                  </a:lnTo>
                  <a:lnTo>
                    <a:pt x="6959851" y="0"/>
                  </a:lnTo>
                  <a:lnTo>
                    <a:pt x="6959036" y="0"/>
                  </a:lnTo>
                  <a:lnTo>
                    <a:pt x="6958221" y="0"/>
                  </a:lnTo>
                  <a:lnTo>
                    <a:pt x="6957406" y="0"/>
                  </a:lnTo>
                  <a:lnTo>
                    <a:pt x="6956592" y="0"/>
                  </a:lnTo>
                  <a:lnTo>
                    <a:pt x="6955777" y="0"/>
                  </a:lnTo>
                  <a:lnTo>
                    <a:pt x="6954962" y="0"/>
                  </a:lnTo>
                  <a:lnTo>
                    <a:pt x="6954147" y="0"/>
                  </a:lnTo>
                  <a:lnTo>
                    <a:pt x="6953332" y="0"/>
                  </a:lnTo>
                  <a:lnTo>
                    <a:pt x="6952518" y="0"/>
                  </a:lnTo>
                  <a:lnTo>
                    <a:pt x="6951703" y="0"/>
                  </a:lnTo>
                  <a:lnTo>
                    <a:pt x="6950888" y="0"/>
                  </a:lnTo>
                  <a:lnTo>
                    <a:pt x="6950073" y="0"/>
                  </a:lnTo>
                  <a:lnTo>
                    <a:pt x="6949259" y="0"/>
                  </a:lnTo>
                  <a:lnTo>
                    <a:pt x="6948444" y="0"/>
                  </a:lnTo>
                  <a:lnTo>
                    <a:pt x="6947629" y="0"/>
                  </a:lnTo>
                  <a:lnTo>
                    <a:pt x="6946814" y="0"/>
                  </a:lnTo>
                  <a:lnTo>
                    <a:pt x="6945999" y="0"/>
                  </a:lnTo>
                  <a:lnTo>
                    <a:pt x="6945185" y="0"/>
                  </a:lnTo>
                  <a:lnTo>
                    <a:pt x="6944370" y="0"/>
                  </a:lnTo>
                  <a:lnTo>
                    <a:pt x="6943555" y="0"/>
                  </a:lnTo>
                  <a:lnTo>
                    <a:pt x="6942740" y="0"/>
                  </a:lnTo>
                  <a:lnTo>
                    <a:pt x="6941926" y="0"/>
                  </a:lnTo>
                  <a:lnTo>
                    <a:pt x="6941111" y="0"/>
                  </a:lnTo>
                  <a:lnTo>
                    <a:pt x="6940296" y="0"/>
                  </a:lnTo>
                  <a:lnTo>
                    <a:pt x="6939481" y="0"/>
                  </a:lnTo>
                  <a:lnTo>
                    <a:pt x="6938666" y="0"/>
                  </a:lnTo>
                  <a:lnTo>
                    <a:pt x="6937852" y="0"/>
                  </a:lnTo>
                  <a:lnTo>
                    <a:pt x="6937037" y="0"/>
                  </a:lnTo>
                  <a:lnTo>
                    <a:pt x="6936222" y="0"/>
                  </a:lnTo>
                  <a:lnTo>
                    <a:pt x="6935407" y="0"/>
                  </a:lnTo>
                  <a:lnTo>
                    <a:pt x="6934593" y="0"/>
                  </a:lnTo>
                  <a:lnTo>
                    <a:pt x="6933778" y="0"/>
                  </a:lnTo>
                  <a:lnTo>
                    <a:pt x="6932963" y="0"/>
                  </a:lnTo>
                  <a:lnTo>
                    <a:pt x="6932148" y="0"/>
                  </a:lnTo>
                  <a:lnTo>
                    <a:pt x="6931333" y="0"/>
                  </a:lnTo>
                  <a:lnTo>
                    <a:pt x="6930519" y="0"/>
                  </a:lnTo>
                  <a:lnTo>
                    <a:pt x="6929704" y="0"/>
                  </a:lnTo>
                  <a:lnTo>
                    <a:pt x="6928889" y="0"/>
                  </a:lnTo>
                  <a:lnTo>
                    <a:pt x="6928074" y="0"/>
                  </a:lnTo>
                  <a:lnTo>
                    <a:pt x="6927259" y="0"/>
                  </a:lnTo>
                  <a:lnTo>
                    <a:pt x="6926445" y="0"/>
                  </a:lnTo>
                  <a:lnTo>
                    <a:pt x="6925630" y="0"/>
                  </a:lnTo>
                  <a:lnTo>
                    <a:pt x="6924815" y="0"/>
                  </a:lnTo>
                  <a:lnTo>
                    <a:pt x="6924000" y="0"/>
                  </a:lnTo>
                  <a:lnTo>
                    <a:pt x="6923186" y="0"/>
                  </a:lnTo>
                  <a:lnTo>
                    <a:pt x="6922371" y="0"/>
                  </a:lnTo>
                  <a:lnTo>
                    <a:pt x="6921556" y="0"/>
                  </a:lnTo>
                  <a:lnTo>
                    <a:pt x="6920741" y="0"/>
                  </a:lnTo>
                  <a:lnTo>
                    <a:pt x="6919926" y="0"/>
                  </a:lnTo>
                  <a:lnTo>
                    <a:pt x="6919112" y="0"/>
                  </a:lnTo>
                  <a:lnTo>
                    <a:pt x="6918297" y="0"/>
                  </a:lnTo>
                  <a:lnTo>
                    <a:pt x="6917482" y="0"/>
                  </a:lnTo>
                  <a:lnTo>
                    <a:pt x="6916667" y="0"/>
                  </a:lnTo>
                  <a:lnTo>
                    <a:pt x="6915853" y="0"/>
                  </a:lnTo>
                  <a:lnTo>
                    <a:pt x="6915038" y="0"/>
                  </a:lnTo>
                  <a:lnTo>
                    <a:pt x="6914223" y="0"/>
                  </a:lnTo>
                  <a:lnTo>
                    <a:pt x="6913408" y="0"/>
                  </a:lnTo>
                  <a:lnTo>
                    <a:pt x="6912593" y="0"/>
                  </a:lnTo>
                  <a:lnTo>
                    <a:pt x="6911779" y="0"/>
                  </a:lnTo>
                  <a:lnTo>
                    <a:pt x="6910964" y="0"/>
                  </a:lnTo>
                  <a:lnTo>
                    <a:pt x="6910149" y="0"/>
                  </a:lnTo>
                  <a:lnTo>
                    <a:pt x="6909334" y="0"/>
                  </a:lnTo>
                  <a:lnTo>
                    <a:pt x="6908520" y="0"/>
                  </a:lnTo>
                  <a:lnTo>
                    <a:pt x="6907705" y="0"/>
                  </a:lnTo>
                  <a:lnTo>
                    <a:pt x="6906890" y="0"/>
                  </a:lnTo>
                  <a:lnTo>
                    <a:pt x="6906075" y="0"/>
                  </a:lnTo>
                  <a:lnTo>
                    <a:pt x="6905260" y="0"/>
                  </a:lnTo>
                  <a:lnTo>
                    <a:pt x="6904446" y="0"/>
                  </a:lnTo>
                  <a:lnTo>
                    <a:pt x="6903631" y="0"/>
                  </a:lnTo>
                  <a:lnTo>
                    <a:pt x="6902816" y="0"/>
                  </a:lnTo>
                  <a:lnTo>
                    <a:pt x="6902001" y="0"/>
                  </a:lnTo>
                  <a:lnTo>
                    <a:pt x="6901187" y="0"/>
                  </a:lnTo>
                  <a:lnTo>
                    <a:pt x="6900372" y="0"/>
                  </a:lnTo>
                  <a:lnTo>
                    <a:pt x="6899557" y="0"/>
                  </a:lnTo>
                  <a:lnTo>
                    <a:pt x="6898742" y="0"/>
                  </a:lnTo>
                  <a:lnTo>
                    <a:pt x="6897927" y="0"/>
                  </a:lnTo>
                  <a:lnTo>
                    <a:pt x="6897113" y="0"/>
                  </a:lnTo>
                  <a:lnTo>
                    <a:pt x="6896298" y="0"/>
                  </a:lnTo>
                  <a:lnTo>
                    <a:pt x="6895483" y="0"/>
                  </a:lnTo>
                  <a:lnTo>
                    <a:pt x="6894668" y="0"/>
                  </a:lnTo>
                  <a:lnTo>
                    <a:pt x="6893854" y="0"/>
                  </a:lnTo>
                  <a:lnTo>
                    <a:pt x="6893039" y="0"/>
                  </a:lnTo>
                  <a:lnTo>
                    <a:pt x="6892224" y="0"/>
                  </a:lnTo>
                  <a:lnTo>
                    <a:pt x="6891409" y="0"/>
                  </a:lnTo>
                  <a:lnTo>
                    <a:pt x="6890594" y="0"/>
                  </a:lnTo>
                  <a:lnTo>
                    <a:pt x="6889780" y="0"/>
                  </a:lnTo>
                  <a:lnTo>
                    <a:pt x="6888965" y="0"/>
                  </a:lnTo>
                  <a:lnTo>
                    <a:pt x="6888150" y="0"/>
                  </a:lnTo>
                  <a:lnTo>
                    <a:pt x="6887335" y="0"/>
                  </a:lnTo>
                  <a:lnTo>
                    <a:pt x="6886520" y="0"/>
                  </a:lnTo>
                  <a:lnTo>
                    <a:pt x="6885706" y="0"/>
                  </a:lnTo>
                  <a:lnTo>
                    <a:pt x="6884891" y="0"/>
                  </a:lnTo>
                  <a:lnTo>
                    <a:pt x="6884076" y="0"/>
                  </a:lnTo>
                  <a:lnTo>
                    <a:pt x="6883261" y="0"/>
                  </a:lnTo>
                  <a:lnTo>
                    <a:pt x="6882447" y="0"/>
                  </a:lnTo>
                  <a:lnTo>
                    <a:pt x="6881632" y="0"/>
                  </a:lnTo>
                  <a:lnTo>
                    <a:pt x="6880817" y="0"/>
                  </a:lnTo>
                  <a:lnTo>
                    <a:pt x="6880002" y="0"/>
                  </a:lnTo>
                  <a:lnTo>
                    <a:pt x="6879187" y="0"/>
                  </a:lnTo>
                  <a:lnTo>
                    <a:pt x="6878373" y="0"/>
                  </a:lnTo>
                  <a:lnTo>
                    <a:pt x="6877558" y="0"/>
                  </a:lnTo>
                  <a:lnTo>
                    <a:pt x="6876743" y="0"/>
                  </a:lnTo>
                  <a:lnTo>
                    <a:pt x="6875928" y="0"/>
                  </a:lnTo>
                  <a:lnTo>
                    <a:pt x="6875114" y="0"/>
                  </a:lnTo>
                  <a:lnTo>
                    <a:pt x="6874299" y="0"/>
                  </a:lnTo>
                  <a:lnTo>
                    <a:pt x="6873484" y="0"/>
                  </a:lnTo>
                  <a:lnTo>
                    <a:pt x="6872669" y="0"/>
                  </a:lnTo>
                  <a:lnTo>
                    <a:pt x="6871854" y="0"/>
                  </a:lnTo>
                  <a:lnTo>
                    <a:pt x="6871040" y="0"/>
                  </a:lnTo>
                  <a:lnTo>
                    <a:pt x="6870225" y="0"/>
                  </a:lnTo>
                  <a:lnTo>
                    <a:pt x="6869410" y="0"/>
                  </a:lnTo>
                  <a:lnTo>
                    <a:pt x="6868595" y="0"/>
                  </a:lnTo>
                  <a:lnTo>
                    <a:pt x="6867781" y="0"/>
                  </a:lnTo>
                  <a:lnTo>
                    <a:pt x="6866966" y="0"/>
                  </a:lnTo>
                  <a:lnTo>
                    <a:pt x="6866151" y="0"/>
                  </a:lnTo>
                  <a:lnTo>
                    <a:pt x="6865336" y="0"/>
                  </a:lnTo>
                  <a:lnTo>
                    <a:pt x="6864521" y="0"/>
                  </a:lnTo>
                  <a:lnTo>
                    <a:pt x="6863707" y="0"/>
                  </a:lnTo>
                  <a:lnTo>
                    <a:pt x="6862892" y="0"/>
                  </a:lnTo>
                  <a:lnTo>
                    <a:pt x="6862077" y="0"/>
                  </a:lnTo>
                  <a:lnTo>
                    <a:pt x="6861262" y="0"/>
                  </a:lnTo>
                  <a:lnTo>
                    <a:pt x="6860448" y="0"/>
                  </a:lnTo>
                  <a:lnTo>
                    <a:pt x="6859633" y="0"/>
                  </a:lnTo>
                  <a:lnTo>
                    <a:pt x="6858818" y="0"/>
                  </a:lnTo>
                  <a:lnTo>
                    <a:pt x="6858003" y="0"/>
                  </a:lnTo>
                  <a:lnTo>
                    <a:pt x="6857188" y="0"/>
                  </a:lnTo>
                  <a:lnTo>
                    <a:pt x="6856374" y="0"/>
                  </a:lnTo>
                  <a:lnTo>
                    <a:pt x="6855559" y="0"/>
                  </a:lnTo>
                  <a:lnTo>
                    <a:pt x="6854744" y="0"/>
                  </a:lnTo>
                  <a:lnTo>
                    <a:pt x="6853929" y="0"/>
                  </a:lnTo>
                  <a:lnTo>
                    <a:pt x="6853115" y="0"/>
                  </a:lnTo>
                  <a:lnTo>
                    <a:pt x="6852300" y="0"/>
                  </a:lnTo>
                  <a:lnTo>
                    <a:pt x="6851485" y="0"/>
                  </a:lnTo>
                  <a:lnTo>
                    <a:pt x="6850670" y="0"/>
                  </a:lnTo>
                  <a:lnTo>
                    <a:pt x="6849855" y="0"/>
                  </a:lnTo>
                  <a:lnTo>
                    <a:pt x="6849041" y="0"/>
                  </a:lnTo>
                  <a:lnTo>
                    <a:pt x="6848226" y="0"/>
                  </a:lnTo>
                  <a:lnTo>
                    <a:pt x="6847411" y="0"/>
                  </a:lnTo>
                  <a:lnTo>
                    <a:pt x="6846596" y="0"/>
                  </a:lnTo>
                  <a:lnTo>
                    <a:pt x="6845781" y="0"/>
                  </a:lnTo>
                  <a:lnTo>
                    <a:pt x="6844967" y="0"/>
                  </a:lnTo>
                  <a:lnTo>
                    <a:pt x="6844152" y="0"/>
                  </a:lnTo>
                  <a:lnTo>
                    <a:pt x="6843337" y="0"/>
                  </a:lnTo>
                  <a:lnTo>
                    <a:pt x="6842522" y="0"/>
                  </a:lnTo>
                  <a:lnTo>
                    <a:pt x="6841708" y="0"/>
                  </a:lnTo>
                  <a:lnTo>
                    <a:pt x="6840893" y="0"/>
                  </a:lnTo>
                  <a:lnTo>
                    <a:pt x="6840078" y="0"/>
                  </a:lnTo>
                  <a:lnTo>
                    <a:pt x="6839263" y="0"/>
                  </a:lnTo>
                  <a:lnTo>
                    <a:pt x="6838448" y="0"/>
                  </a:lnTo>
                  <a:lnTo>
                    <a:pt x="6837634" y="0"/>
                  </a:lnTo>
                  <a:lnTo>
                    <a:pt x="6836819" y="0"/>
                  </a:lnTo>
                  <a:lnTo>
                    <a:pt x="6836004" y="0"/>
                  </a:lnTo>
                  <a:lnTo>
                    <a:pt x="6835189" y="0"/>
                  </a:lnTo>
                  <a:lnTo>
                    <a:pt x="6834375" y="0"/>
                  </a:lnTo>
                  <a:lnTo>
                    <a:pt x="6833560" y="0"/>
                  </a:lnTo>
                  <a:lnTo>
                    <a:pt x="6832745" y="0"/>
                  </a:lnTo>
                  <a:lnTo>
                    <a:pt x="6831930" y="0"/>
                  </a:lnTo>
                  <a:lnTo>
                    <a:pt x="6831115" y="0"/>
                  </a:lnTo>
                  <a:lnTo>
                    <a:pt x="6830301" y="0"/>
                  </a:lnTo>
                  <a:lnTo>
                    <a:pt x="6829486" y="0"/>
                  </a:lnTo>
                  <a:lnTo>
                    <a:pt x="6828671" y="0"/>
                  </a:lnTo>
                  <a:lnTo>
                    <a:pt x="6827856" y="0"/>
                  </a:lnTo>
                  <a:lnTo>
                    <a:pt x="6827042" y="0"/>
                  </a:lnTo>
                  <a:lnTo>
                    <a:pt x="6826227" y="0"/>
                  </a:lnTo>
                  <a:lnTo>
                    <a:pt x="6825412" y="0"/>
                  </a:lnTo>
                  <a:lnTo>
                    <a:pt x="6824597" y="0"/>
                  </a:lnTo>
                  <a:lnTo>
                    <a:pt x="6823782" y="0"/>
                  </a:lnTo>
                  <a:lnTo>
                    <a:pt x="6822968" y="0"/>
                  </a:lnTo>
                  <a:lnTo>
                    <a:pt x="6822153" y="0"/>
                  </a:lnTo>
                  <a:lnTo>
                    <a:pt x="6821338" y="0"/>
                  </a:lnTo>
                  <a:lnTo>
                    <a:pt x="6820523" y="0"/>
                  </a:lnTo>
                  <a:lnTo>
                    <a:pt x="6819709" y="0"/>
                  </a:lnTo>
                  <a:lnTo>
                    <a:pt x="6818894" y="0"/>
                  </a:lnTo>
                  <a:lnTo>
                    <a:pt x="6818079" y="0"/>
                  </a:lnTo>
                  <a:lnTo>
                    <a:pt x="6817264" y="0"/>
                  </a:lnTo>
                  <a:lnTo>
                    <a:pt x="6816449" y="0"/>
                  </a:lnTo>
                  <a:lnTo>
                    <a:pt x="6815635" y="0"/>
                  </a:lnTo>
                  <a:lnTo>
                    <a:pt x="6814820" y="0"/>
                  </a:lnTo>
                  <a:lnTo>
                    <a:pt x="6814005" y="0"/>
                  </a:lnTo>
                  <a:lnTo>
                    <a:pt x="6813190" y="0"/>
                  </a:lnTo>
                  <a:lnTo>
                    <a:pt x="6812376" y="0"/>
                  </a:lnTo>
                  <a:lnTo>
                    <a:pt x="6811561" y="0"/>
                  </a:lnTo>
                  <a:lnTo>
                    <a:pt x="6810746" y="0"/>
                  </a:lnTo>
                  <a:lnTo>
                    <a:pt x="6809931" y="0"/>
                  </a:lnTo>
                  <a:lnTo>
                    <a:pt x="6809116" y="0"/>
                  </a:lnTo>
                  <a:lnTo>
                    <a:pt x="6808302" y="0"/>
                  </a:lnTo>
                  <a:lnTo>
                    <a:pt x="6807487" y="0"/>
                  </a:lnTo>
                  <a:lnTo>
                    <a:pt x="6806672" y="0"/>
                  </a:lnTo>
                  <a:lnTo>
                    <a:pt x="6805857" y="0"/>
                  </a:lnTo>
                  <a:lnTo>
                    <a:pt x="6805042" y="0"/>
                  </a:lnTo>
                  <a:lnTo>
                    <a:pt x="6804228" y="0"/>
                  </a:lnTo>
                  <a:lnTo>
                    <a:pt x="6803413" y="0"/>
                  </a:lnTo>
                  <a:lnTo>
                    <a:pt x="6802598" y="0"/>
                  </a:lnTo>
                  <a:lnTo>
                    <a:pt x="6801783" y="0"/>
                  </a:lnTo>
                  <a:lnTo>
                    <a:pt x="6800969" y="0"/>
                  </a:lnTo>
                  <a:lnTo>
                    <a:pt x="6800154" y="0"/>
                  </a:lnTo>
                  <a:lnTo>
                    <a:pt x="6799339" y="0"/>
                  </a:lnTo>
                  <a:lnTo>
                    <a:pt x="6798524" y="0"/>
                  </a:lnTo>
                  <a:lnTo>
                    <a:pt x="6797709" y="0"/>
                  </a:lnTo>
                  <a:lnTo>
                    <a:pt x="6796895" y="0"/>
                  </a:lnTo>
                  <a:lnTo>
                    <a:pt x="6796080" y="0"/>
                  </a:lnTo>
                  <a:lnTo>
                    <a:pt x="6795265" y="0"/>
                  </a:lnTo>
                  <a:lnTo>
                    <a:pt x="6794450" y="0"/>
                  </a:lnTo>
                  <a:lnTo>
                    <a:pt x="6793636" y="0"/>
                  </a:lnTo>
                  <a:lnTo>
                    <a:pt x="6792821" y="0"/>
                  </a:lnTo>
                  <a:lnTo>
                    <a:pt x="6792006" y="0"/>
                  </a:lnTo>
                  <a:lnTo>
                    <a:pt x="6791191" y="0"/>
                  </a:lnTo>
                  <a:lnTo>
                    <a:pt x="6790376" y="0"/>
                  </a:lnTo>
                  <a:lnTo>
                    <a:pt x="6789562" y="0"/>
                  </a:lnTo>
                  <a:lnTo>
                    <a:pt x="6788747" y="0"/>
                  </a:lnTo>
                  <a:lnTo>
                    <a:pt x="6787932" y="0"/>
                  </a:lnTo>
                  <a:lnTo>
                    <a:pt x="6787117" y="0"/>
                  </a:lnTo>
                  <a:lnTo>
                    <a:pt x="6786303" y="0"/>
                  </a:lnTo>
                  <a:lnTo>
                    <a:pt x="6785488" y="0"/>
                  </a:lnTo>
                  <a:lnTo>
                    <a:pt x="6784673" y="0"/>
                  </a:lnTo>
                  <a:lnTo>
                    <a:pt x="6783858" y="0"/>
                  </a:lnTo>
                  <a:lnTo>
                    <a:pt x="6783043" y="0"/>
                  </a:lnTo>
                  <a:lnTo>
                    <a:pt x="6782229" y="0"/>
                  </a:lnTo>
                  <a:lnTo>
                    <a:pt x="6781414" y="0"/>
                  </a:lnTo>
                  <a:lnTo>
                    <a:pt x="6780599" y="0"/>
                  </a:lnTo>
                  <a:lnTo>
                    <a:pt x="6779784" y="0"/>
                  </a:lnTo>
                  <a:lnTo>
                    <a:pt x="6778970" y="0"/>
                  </a:lnTo>
                  <a:lnTo>
                    <a:pt x="6778155" y="0"/>
                  </a:lnTo>
                  <a:lnTo>
                    <a:pt x="6777340" y="0"/>
                  </a:lnTo>
                  <a:lnTo>
                    <a:pt x="6776525" y="0"/>
                  </a:lnTo>
                  <a:lnTo>
                    <a:pt x="6775710" y="0"/>
                  </a:lnTo>
                  <a:lnTo>
                    <a:pt x="6774896" y="0"/>
                  </a:lnTo>
                  <a:lnTo>
                    <a:pt x="6774081" y="0"/>
                  </a:lnTo>
                  <a:lnTo>
                    <a:pt x="6773266" y="0"/>
                  </a:lnTo>
                  <a:lnTo>
                    <a:pt x="6772451" y="0"/>
                  </a:lnTo>
                  <a:lnTo>
                    <a:pt x="6771637" y="0"/>
                  </a:lnTo>
                  <a:lnTo>
                    <a:pt x="6770822" y="0"/>
                  </a:lnTo>
                  <a:lnTo>
                    <a:pt x="6770007" y="0"/>
                  </a:lnTo>
                  <a:lnTo>
                    <a:pt x="6769192" y="0"/>
                  </a:lnTo>
                  <a:lnTo>
                    <a:pt x="6768377" y="0"/>
                  </a:lnTo>
                  <a:lnTo>
                    <a:pt x="6767563" y="0"/>
                  </a:lnTo>
                  <a:lnTo>
                    <a:pt x="6766748" y="0"/>
                  </a:lnTo>
                  <a:lnTo>
                    <a:pt x="6765933" y="0"/>
                  </a:lnTo>
                  <a:lnTo>
                    <a:pt x="6765118" y="0"/>
                  </a:lnTo>
                  <a:lnTo>
                    <a:pt x="6764303" y="0"/>
                  </a:lnTo>
                  <a:lnTo>
                    <a:pt x="6763489" y="0"/>
                  </a:lnTo>
                  <a:lnTo>
                    <a:pt x="6762674" y="0"/>
                  </a:lnTo>
                  <a:lnTo>
                    <a:pt x="6761859" y="0"/>
                  </a:lnTo>
                  <a:lnTo>
                    <a:pt x="6761044" y="0"/>
                  </a:lnTo>
                  <a:lnTo>
                    <a:pt x="6760230" y="0"/>
                  </a:lnTo>
                  <a:lnTo>
                    <a:pt x="6759415" y="0"/>
                  </a:lnTo>
                  <a:lnTo>
                    <a:pt x="6758600" y="0"/>
                  </a:lnTo>
                  <a:lnTo>
                    <a:pt x="6757785" y="0"/>
                  </a:lnTo>
                  <a:lnTo>
                    <a:pt x="6756970" y="0"/>
                  </a:lnTo>
                  <a:lnTo>
                    <a:pt x="6756156" y="0"/>
                  </a:lnTo>
                  <a:lnTo>
                    <a:pt x="6755341" y="0"/>
                  </a:lnTo>
                  <a:lnTo>
                    <a:pt x="6754526" y="0"/>
                  </a:lnTo>
                  <a:lnTo>
                    <a:pt x="6753711" y="0"/>
                  </a:lnTo>
                  <a:lnTo>
                    <a:pt x="6752897" y="0"/>
                  </a:lnTo>
                  <a:lnTo>
                    <a:pt x="6752082" y="0"/>
                  </a:lnTo>
                  <a:lnTo>
                    <a:pt x="6751267" y="0"/>
                  </a:lnTo>
                  <a:lnTo>
                    <a:pt x="6750452" y="0"/>
                  </a:lnTo>
                  <a:lnTo>
                    <a:pt x="6749637" y="0"/>
                  </a:lnTo>
                  <a:lnTo>
                    <a:pt x="6748823" y="0"/>
                  </a:lnTo>
                  <a:lnTo>
                    <a:pt x="6748008" y="0"/>
                  </a:lnTo>
                  <a:lnTo>
                    <a:pt x="6747193" y="0"/>
                  </a:lnTo>
                  <a:lnTo>
                    <a:pt x="6746378" y="0"/>
                  </a:lnTo>
                  <a:lnTo>
                    <a:pt x="6745564" y="0"/>
                  </a:lnTo>
                  <a:lnTo>
                    <a:pt x="6744749" y="0"/>
                  </a:lnTo>
                  <a:lnTo>
                    <a:pt x="6743934" y="0"/>
                  </a:lnTo>
                  <a:lnTo>
                    <a:pt x="6743119" y="0"/>
                  </a:lnTo>
                  <a:lnTo>
                    <a:pt x="6742304" y="0"/>
                  </a:lnTo>
                  <a:lnTo>
                    <a:pt x="6741490" y="0"/>
                  </a:lnTo>
                  <a:lnTo>
                    <a:pt x="6740675" y="0"/>
                  </a:lnTo>
                  <a:lnTo>
                    <a:pt x="6739860" y="0"/>
                  </a:lnTo>
                  <a:lnTo>
                    <a:pt x="6739045" y="0"/>
                  </a:lnTo>
                  <a:lnTo>
                    <a:pt x="6738231" y="0"/>
                  </a:lnTo>
                  <a:lnTo>
                    <a:pt x="6737416" y="0"/>
                  </a:lnTo>
                  <a:lnTo>
                    <a:pt x="6736601" y="0"/>
                  </a:lnTo>
                  <a:lnTo>
                    <a:pt x="6735786" y="0"/>
                  </a:lnTo>
                  <a:lnTo>
                    <a:pt x="6734971" y="0"/>
                  </a:lnTo>
                  <a:lnTo>
                    <a:pt x="6734157" y="0"/>
                  </a:lnTo>
                  <a:lnTo>
                    <a:pt x="6733342" y="0"/>
                  </a:lnTo>
                  <a:lnTo>
                    <a:pt x="6732527" y="0"/>
                  </a:lnTo>
                  <a:lnTo>
                    <a:pt x="6731712" y="0"/>
                  </a:lnTo>
                  <a:lnTo>
                    <a:pt x="6730897" y="0"/>
                  </a:lnTo>
                  <a:lnTo>
                    <a:pt x="6730083" y="0"/>
                  </a:lnTo>
                  <a:lnTo>
                    <a:pt x="6729268" y="0"/>
                  </a:lnTo>
                  <a:lnTo>
                    <a:pt x="6728453" y="0"/>
                  </a:lnTo>
                  <a:lnTo>
                    <a:pt x="6727638" y="0"/>
                  </a:lnTo>
                  <a:lnTo>
                    <a:pt x="6726824" y="0"/>
                  </a:lnTo>
                  <a:lnTo>
                    <a:pt x="6726009" y="0"/>
                  </a:lnTo>
                  <a:lnTo>
                    <a:pt x="6725194" y="0"/>
                  </a:lnTo>
                  <a:lnTo>
                    <a:pt x="6724379" y="0"/>
                  </a:lnTo>
                  <a:lnTo>
                    <a:pt x="6723564" y="0"/>
                  </a:lnTo>
                  <a:lnTo>
                    <a:pt x="6722750" y="0"/>
                  </a:lnTo>
                  <a:lnTo>
                    <a:pt x="6721935" y="0"/>
                  </a:lnTo>
                  <a:lnTo>
                    <a:pt x="6721120" y="0"/>
                  </a:lnTo>
                  <a:lnTo>
                    <a:pt x="6720305" y="0"/>
                  </a:lnTo>
                  <a:lnTo>
                    <a:pt x="6719491" y="0"/>
                  </a:lnTo>
                  <a:lnTo>
                    <a:pt x="6718676" y="0"/>
                  </a:lnTo>
                  <a:lnTo>
                    <a:pt x="6717861" y="0"/>
                  </a:lnTo>
                  <a:lnTo>
                    <a:pt x="6717046" y="0"/>
                  </a:lnTo>
                  <a:lnTo>
                    <a:pt x="6716231" y="0"/>
                  </a:lnTo>
                  <a:lnTo>
                    <a:pt x="6715417" y="0"/>
                  </a:lnTo>
                  <a:lnTo>
                    <a:pt x="6714602" y="0"/>
                  </a:lnTo>
                  <a:lnTo>
                    <a:pt x="6713787" y="0"/>
                  </a:lnTo>
                  <a:lnTo>
                    <a:pt x="6712972" y="0"/>
                  </a:lnTo>
                  <a:lnTo>
                    <a:pt x="6712158" y="0"/>
                  </a:lnTo>
                  <a:lnTo>
                    <a:pt x="6711343" y="0"/>
                  </a:lnTo>
                  <a:lnTo>
                    <a:pt x="6710528" y="0"/>
                  </a:lnTo>
                  <a:lnTo>
                    <a:pt x="6709713" y="0"/>
                  </a:lnTo>
                  <a:lnTo>
                    <a:pt x="6708898" y="0"/>
                  </a:lnTo>
                  <a:lnTo>
                    <a:pt x="6708084" y="0"/>
                  </a:lnTo>
                  <a:lnTo>
                    <a:pt x="6707269" y="0"/>
                  </a:lnTo>
                  <a:lnTo>
                    <a:pt x="6706454" y="0"/>
                  </a:lnTo>
                  <a:lnTo>
                    <a:pt x="6705639" y="0"/>
                  </a:lnTo>
                  <a:lnTo>
                    <a:pt x="6704825" y="0"/>
                  </a:lnTo>
                  <a:lnTo>
                    <a:pt x="6704010" y="0"/>
                  </a:lnTo>
                  <a:lnTo>
                    <a:pt x="6703195" y="0"/>
                  </a:lnTo>
                  <a:lnTo>
                    <a:pt x="6702380" y="0"/>
                  </a:lnTo>
                  <a:lnTo>
                    <a:pt x="6701565" y="0"/>
                  </a:lnTo>
                  <a:lnTo>
                    <a:pt x="6700751" y="0"/>
                  </a:lnTo>
                  <a:lnTo>
                    <a:pt x="6699936" y="0"/>
                  </a:lnTo>
                  <a:lnTo>
                    <a:pt x="6699121" y="0"/>
                  </a:lnTo>
                  <a:lnTo>
                    <a:pt x="6698306" y="0"/>
                  </a:lnTo>
                  <a:lnTo>
                    <a:pt x="6697492" y="0"/>
                  </a:lnTo>
                  <a:lnTo>
                    <a:pt x="6696677" y="0"/>
                  </a:lnTo>
                  <a:lnTo>
                    <a:pt x="6695862" y="0"/>
                  </a:lnTo>
                  <a:lnTo>
                    <a:pt x="6695047" y="0"/>
                  </a:lnTo>
                  <a:lnTo>
                    <a:pt x="6694232" y="0"/>
                  </a:lnTo>
                  <a:lnTo>
                    <a:pt x="6693418" y="0"/>
                  </a:lnTo>
                  <a:lnTo>
                    <a:pt x="6692603" y="0"/>
                  </a:lnTo>
                  <a:lnTo>
                    <a:pt x="6691788" y="0"/>
                  </a:lnTo>
                  <a:lnTo>
                    <a:pt x="6690973" y="0"/>
                  </a:lnTo>
                  <a:lnTo>
                    <a:pt x="6690158" y="0"/>
                  </a:lnTo>
                  <a:lnTo>
                    <a:pt x="6689344" y="0"/>
                  </a:lnTo>
                  <a:lnTo>
                    <a:pt x="6688529" y="0"/>
                  </a:lnTo>
                  <a:lnTo>
                    <a:pt x="6687714" y="0"/>
                  </a:lnTo>
                  <a:lnTo>
                    <a:pt x="6686899" y="0"/>
                  </a:lnTo>
                  <a:lnTo>
                    <a:pt x="6686085" y="0"/>
                  </a:lnTo>
                  <a:lnTo>
                    <a:pt x="6685270" y="0"/>
                  </a:lnTo>
                  <a:lnTo>
                    <a:pt x="6684455" y="0"/>
                  </a:lnTo>
                  <a:lnTo>
                    <a:pt x="6683640" y="0"/>
                  </a:lnTo>
                  <a:lnTo>
                    <a:pt x="6682825" y="0"/>
                  </a:lnTo>
                  <a:lnTo>
                    <a:pt x="6682011" y="0"/>
                  </a:lnTo>
                  <a:lnTo>
                    <a:pt x="6681196" y="0"/>
                  </a:lnTo>
                  <a:lnTo>
                    <a:pt x="6680381" y="0"/>
                  </a:lnTo>
                  <a:lnTo>
                    <a:pt x="6679566" y="0"/>
                  </a:lnTo>
                  <a:lnTo>
                    <a:pt x="6678752" y="0"/>
                  </a:lnTo>
                  <a:lnTo>
                    <a:pt x="6677937" y="0"/>
                  </a:lnTo>
                  <a:lnTo>
                    <a:pt x="6677122" y="0"/>
                  </a:lnTo>
                  <a:lnTo>
                    <a:pt x="6676307" y="0"/>
                  </a:lnTo>
                  <a:lnTo>
                    <a:pt x="6675492" y="0"/>
                  </a:lnTo>
                  <a:lnTo>
                    <a:pt x="6674678" y="0"/>
                  </a:lnTo>
                  <a:lnTo>
                    <a:pt x="6673863" y="0"/>
                  </a:lnTo>
                  <a:lnTo>
                    <a:pt x="6673048" y="0"/>
                  </a:lnTo>
                  <a:lnTo>
                    <a:pt x="6672233" y="0"/>
                  </a:lnTo>
                  <a:lnTo>
                    <a:pt x="6671419" y="0"/>
                  </a:lnTo>
                  <a:lnTo>
                    <a:pt x="6670604" y="0"/>
                  </a:lnTo>
                  <a:lnTo>
                    <a:pt x="6669789" y="0"/>
                  </a:lnTo>
                  <a:lnTo>
                    <a:pt x="6668974" y="0"/>
                  </a:lnTo>
                  <a:lnTo>
                    <a:pt x="6668159" y="0"/>
                  </a:lnTo>
                  <a:lnTo>
                    <a:pt x="6667345" y="0"/>
                  </a:lnTo>
                  <a:lnTo>
                    <a:pt x="6666530" y="0"/>
                  </a:lnTo>
                  <a:lnTo>
                    <a:pt x="6665715" y="0"/>
                  </a:lnTo>
                  <a:lnTo>
                    <a:pt x="6664900" y="0"/>
                  </a:lnTo>
                  <a:lnTo>
                    <a:pt x="6664086" y="0"/>
                  </a:lnTo>
                  <a:lnTo>
                    <a:pt x="6663271" y="0"/>
                  </a:lnTo>
                  <a:lnTo>
                    <a:pt x="6662456" y="0"/>
                  </a:lnTo>
                  <a:lnTo>
                    <a:pt x="6661641" y="0"/>
                  </a:lnTo>
                  <a:lnTo>
                    <a:pt x="6660826" y="0"/>
                  </a:lnTo>
                  <a:lnTo>
                    <a:pt x="6660012" y="0"/>
                  </a:lnTo>
                  <a:lnTo>
                    <a:pt x="6659197" y="0"/>
                  </a:lnTo>
                  <a:lnTo>
                    <a:pt x="6658382" y="0"/>
                  </a:lnTo>
                  <a:lnTo>
                    <a:pt x="6657567" y="0"/>
                  </a:lnTo>
                  <a:lnTo>
                    <a:pt x="6656753" y="0"/>
                  </a:lnTo>
                  <a:lnTo>
                    <a:pt x="6655938" y="0"/>
                  </a:lnTo>
                  <a:lnTo>
                    <a:pt x="6655123" y="0"/>
                  </a:lnTo>
                  <a:lnTo>
                    <a:pt x="6654308" y="0"/>
                  </a:lnTo>
                  <a:lnTo>
                    <a:pt x="6653493" y="0"/>
                  </a:lnTo>
                  <a:lnTo>
                    <a:pt x="6652679" y="0"/>
                  </a:lnTo>
                  <a:lnTo>
                    <a:pt x="6651864" y="0"/>
                  </a:lnTo>
                  <a:lnTo>
                    <a:pt x="6651049" y="0"/>
                  </a:lnTo>
                  <a:lnTo>
                    <a:pt x="6650234" y="0"/>
                  </a:lnTo>
                  <a:lnTo>
                    <a:pt x="6649419" y="0"/>
                  </a:lnTo>
                  <a:lnTo>
                    <a:pt x="6648605" y="0"/>
                  </a:lnTo>
                  <a:lnTo>
                    <a:pt x="6647790" y="0"/>
                  </a:lnTo>
                  <a:lnTo>
                    <a:pt x="6646975" y="0"/>
                  </a:lnTo>
                  <a:lnTo>
                    <a:pt x="6646160" y="0"/>
                  </a:lnTo>
                  <a:lnTo>
                    <a:pt x="6645346" y="0"/>
                  </a:lnTo>
                  <a:lnTo>
                    <a:pt x="6644531" y="0"/>
                  </a:lnTo>
                  <a:lnTo>
                    <a:pt x="6643716" y="0"/>
                  </a:lnTo>
                  <a:lnTo>
                    <a:pt x="6642901" y="0"/>
                  </a:lnTo>
                  <a:lnTo>
                    <a:pt x="6642086" y="0"/>
                  </a:lnTo>
                  <a:lnTo>
                    <a:pt x="6641272" y="0"/>
                  </a:lnTo>
                  <a:lnTo>
                    <a:pt x="6640457" y="0"/>
                  </a:lnTo>
                  <a:lnTo>
                    <a:pt x="6639642" y="0"/>
                  </a:lnTo>
                  <a:lnTo>
                    <a:pt x="6638827" y="0"/>
                  </a:lnTo>
                  <a:lnTo>
                    <a:pt x="6638013" y="0"/>
                  </a:lnTo>
                  <a:lnTo>
                    <a:pt x="6637198" y="0"/>
                  </a:lnTo>
                  <a:lnTo>
                    <a:pt x="6636383" y="0"/>
                  </a:lnTo>
                  <a:lnTo>
                    <a:pt x="6635568" y="0"/>
                  </a:lnTo>
                  <a:lnTo>
                    <a:pt x="6634753" y="0"/>
                  </a:lnTo>
                  <a:lnTo>
                    <a:pt x="6633939" y="0"/>
                  </a:lnTo>
                  <a:lnTo>
                    <a:pt x="6633124" y="0"/>
                  </a:lnTo>
                  <a:lnTo>
                    <a:pt x="6632309" y="0"/>
                  </a:lnTo>
                  <a:lnTo>
                    <a:pt x="6631494" y="0"/>
                  </a:lnTo>
                  <a:lnTo>
                    <a:pt x="6630680" y="0"/>
                  </a:lnTo>
                  <a:lnTo>
                    <a:pt x="6629865" y="0"/>
                  </a:lnTo>
                  <a:lnTo>
                    <a:pt x="6629050" y="0"/>
                  </a:lnTo>
                  <a:lnTo>
                    <a:pt x="6628235" y="0"/>
                  </a:lnTo>
                  <a:lnTo>
                    <a:pt x="6627420" y="0"/>
                  </a:lnTo>
                  <a:lnTo>
                    <a:pt x="6626606" y="0"/>
                  </a:lnTo>
                  <a:lnTo>
                    <a:pt x="6625791" y="0"/>
                  </a:lnTo>
                  <a:lnTo>
                    <a:pt x="6624976" y="0"/>
                  </a:lnTo>
                  <a:lnTo>
                    <a:pt x="6624161" y="0"/>
                  </a:lnTo>
                  <a:lnTo>
                    <a:pt x="6623347" y="0"/>
                  </a:lnTo>
                  <a:lnTo>
                    <a:pt x="6622532" y="0"/>
                  </a:lnTo>
                  <a:lnTo>
                    <a:pt x="6621717" y="0"/>
                  </a:lnTo>
                  <a:lnTo>
                    <a:pt x="6620902" y="0"/>
                  </a:lnTo>
                  <a:lnTo>
                    <a:pt x="6620087" y="0"/>
                  </a:lnTo>
                  <a:lnTo>
                    <a:pt x="6619273" y="0"/>
                  </a:lnTo>
                  <a:lnTo>
                    <a:pt x="6618458" y="0"/>
                  </a:lnTo>
                  <a:lnTo>
                    <a:pt x="6617643" y="0"/>
                  </a:lnTo>
                  <a:lnTo>
                    <a:pt x="6616828" y="0"/>
                  </a:lnTo>
                  <a:lnTo>
                    <a:pt x="6616014" y="0"/>
                  </a:lnTo>
                  <a:lnTo>
                    <a:pt x="6615199" y="0"/>
                  </a:lnTo>
                  <a:lnTo>
                    <a:pt x="6614384" y="0"/>
                  </a:lnTo>
                  <a:lnTo>
                    <a:pt x="6613569" y="0"/>
                  </a:lnTo>
                  <a:lnTo>
                    <a:pt x="6612754" y="0"/>
                  </a:lnTo>
                  <a:lnTo>
                    <a:pt x="6611940" y="0"/>
                  </a:lnTo>
                  <a:lnTo>
                    <a:pt x="6611125" y="0"/>
                  </a:lnTo>
                  <a:lnTo>
                    <a:pt x="6610310" y="0"/>
                  </a:lnTo>
                  <a:lnTo>
                    <a:pt x="6609495" y="0"/>
                  </a:lnTo>
                  <a:lnTo>
                    <a:pt x="6608680" y="0"/>
                  </a:lnTo>
                  <a:lnTo>
                    <a:pt x="6607866" y="0"/>
                  </a:lnTo>
                  <a:lnTo>
                    <a:pt x="6607051" y="0"/>
                  </a:lnTo>
                  <a:lnTo>
                    <a:pt x="6606236" y="0"/>
                  </a:lnTo>
                  <a:lnTo>
                    <a:pt x="6605421" y="0"/>
                  </a:lnTo>
                  <a:lnTo>
                    <a:pt x="6604607" y="0"/>
                  </a:lnTo>
                  <a:lnTo>
                    <a:pt x="6603792" y="0"/>
                  </a:lnTo>
                  <a:lnTo>
                    <a:pt x="6602977" y="0"/>
                  </a:lnTo>
                  <a:lnTo>
                    <a:pt x="6602162" y="0"/>
                  </a:lnTo>
                  <a:lnTo>
                    <a:pt x="6601347" y="0"/>
                  </a:lnTo>
                  <a:lnTo>
                    <a:pt x="6600533" y="0"/>
                  </a:lnTo>
                  <a:lnTo>
                    <a:pt x="6599718" y="0"/>
                  </a:lnTo>
                  <a:lnTo>
                    <a:pt x="6598903" y="0"/>
                  </a:lnTo>
                  <a:lnTo>
                    <a:pt x="6598088" y="0"/>
                  </a:lnTo>
                  <a:lnTo>
                    <a:pt x="6597274" y="0"/>
                  </a:lnTo>
                  <a:lnTo>
                    <a:pt x="6596459" y="0"/>
                  </a:lnTo>
                  <a:lnTo>
                    <a:pt x="6595644" y="0"/>
                  </a:lnTo>
                  <a:lnTo>
                    <a:pt x="6594829" y="0"/>
                  </a:lnTo>
                  <a:lnTo>
                    <a:pt x="6594014" y="0"/>
                  </a:lnTo>
                  <a:lnTo>
                    <a:pt x="6593200" y="0"/>
                  </a:lnTo>
                  <a:lnTo>
                    <a:pt x="6592385" y="0"/>
                  </a:lnTo>
                  <a:lnTo>
                    <a:pt x="6591570" y="0"/>
                  </a:lnTo>
                  <a:lnTo>
                    <a:pt x="6590755" y="0"/>
                  </a:lnTo>
                  <a:lnTo>
                    <a:pt x="6589941" y="0"/>
                  </a:lnTo>
                  <a:lnTo>
                    <a:pt x="6589126" y="0"/>
                  </a:lnTo>
                  <a:lnTo>
                    <a:pt x="6588311" y="0"/>
                  </a:lnTo>
                  <a:lnTo>
                    <a:pt x="6587496" y="0"/>
                  </a:lnTo>
                  <a:lnTo>
                    <a:pt x="6586681" y="0"/>
                  </a:lnTo>
                  <a:lnTo>
                    <a:pt x="6585867" y="0"/>
                  </a:lnTo>
                  <a:lnTo>
                    <a:pt x="6585052" y="0"/>
                  </a:lnTo>
                  <a:lnTo>
                    <a:pt x="6584237" y="0"/>
                  </a:lnTo>
                  <a:lnTo>
                    <a:pt x="6583422" y="0"/>
                  </a:lnTo>
                  <a:lnTo>
                    <a:pt x="6582608" y="0"/>
                  </a:lnTo>
                  <a:lnTo>
                    <a:pt x="6581793" y="0"/>
                  </a:lnTo>
                  <a:lnTo>
                    <a:pt x="6580978" y="0"/>
                  </a:lnTo>
                  <a:lnTo>
                    <a:pt x="6580163" y="0"/>
                  </a:lnTo>
                  <a:lnTo>
                    <a:pt x="6579348" y="0"/>
                  </a:lnTo>
                  <a:lnTo>
                    <a:pt x="6578534" y="0"/>
                  </a:lnTo>
                  <a:lnTo>
                    <a:pt x="6577719" y="0"/>
                  </a:lnTo>
                  <a:lnTo>
                    <a:pt x="6576904" y="0"/>
                  </a:lnTo>
                  <a:lnTo>
                    <a:pt x="6576089" y="0"/>
                  </a:lnTo>
                  <a:lnTo>
                    <a:pt x="6575275" y="0"/>
                  </a:lnTo>
                  <a:lnTo>
                    <a:pt x="6574460" y="0"/>
                  </a:lnTo>
                  <a:lnTo>
                    <a:pt x="6573645" y="0"/>
                  </a:lnTo>
                  <a:lnTo>
                    <a:pt x="6572830" y="0"/>
                  </a:lnTo>
                  <a:lnTo>
                    <a:pt x="6572015" y="0"/>
                  </a:lnTo>
                  <a:lnTo>
                    <a:pt x="6571201" y="0"/>
                  </a:lnTo>
                  <a:lnTo>
                    <a:pt x="6570386" y="0"/>
                  </a:lnTo>
                  <a:lnTo>
                    <a:pt x="6569571" y="0"/>
                  </a:lnTo>
                  <a:lnTo>
                    <a:pt x="6568756" y="0"/>
                  </a:lnTo>
                  <a:lnTo>
                    <a:pt x="6567941" y="0"/>
                  </a:lnTo>
                  <a:lnTo>
                    <a:pt x="6567127" y="0"/>
                  </a:lnTo>
                  <a:lnTo>
                    <a:pt x="6566312" y="0"/>
                  </a:lnTo>
                  <a:lnTo>
                    <a:pt x="6565497" y="0"/>
                  </a:lnTo>
                  <a:lnTo>
                    <a:pt x="6564682" y="0"/>
                  </a:lnTo>
                  <a:lnTo>
                    <a:pt x="6563868" y="0"/>
                  </a:lnTo>
                  <a:lnTo>
                    <a:pt x="6563053" y="0"/>
                  </a:lnTo>
                  <a:lnTo>
                    <a:pt x="6562238" y="0"/>
                  </a:lnTo>
                  <a:lnTo>
                    <a:pt x="6561423" y="0"/>
                  </a:lnTo>
                  <a:lnTo>
                    <a:pt x="6560608" y="0"/>
                  </a:lnTo>
                  <a:lnTo>
                    <a:pt x="6559794" y="0"/>
                  </a:lnTo>
                  <a:lnTo>
                    <a:pt x="6558979" y="0"/>
                  </a:lnTo>
                  <a:lnTo>
                    <a:pt x="6558164" y="0"/>
                  </a:lnTo>
                  <a:lnTo>
                    <a:pt x="6557349" y="0"/>
                  </a:lnTo>
                  <a:lnTo>
                    <a:pt x="6556535" y="0"/>
                  </a:lnTo>
                  <a:lnTo>
                    <a:pt x="6555720" y="0"/>
                  </a:lnTo>
                  <a:lnTo>
                    <a:pt x="6554905" y="0"/>
                  </a:lnTo>
                  <a:lnTo>
                    <a:pt x="6554090" y="0"/>
                  </a:lnTo>
                  <a:lnTo>
                    <a:pt x="6553275" y="0"/>
                  </a:lnTo>
                  <a:lnTo>
                    <a:pt x="6552461" y="0"/>
                  </a:lnTo>
                  <a:lnTo>
                    <a:pt x="6551646" y="0"/>
                  </a:lnTo>
                  <a:lnTo>
                    <a:pt x="6550831" y="0"/>
                  </a:lnTo>
                  <a:lnTo>
                    <a:pt x="6550016" y="0"/>
                  </a:lnTo>
                  <a:lnTo>
                    <a:pt x="6549202" y="0"/>
                  </a:lnTo>
                  <a:lnTo>
                    <a:pt x="6548387" y="0"/>
                  </a:lnTo>
                  <a:lnTo>
                    <a:pt x="6547572" y="0"/>
                  </a:lnTo>
                  <a:lnTo>
                    <a:pt x="6546757" y="0"/>
                  </a:lnTo>
                  <a:lnTo>
                    <a:pt x="6545942" y="0"/>
                  </a:lnTo>
                  <a:lnTo>
                    <a:pt x="6545128" y="0"/>
                  </a:lnTo>
                  <a:lnTo>
                    <a:pt x="6544313" y="0"/>
                  </a:lnTo>
                  <a:lnTo>
                    <a:pt x="6543498" y="0"/>
                  </a:lnTo>
                  <a:lnTo>
                    <a:pt x="6542683" y="0"/>
                  </a:lnTo>
                  <a:lnTo>
                    <a:pt x="6541869" y="0"/>
                  </a:lnTo>
                  <a:lnTo>
                    <a:pt x="6541054" y="0"/>
                  </a:lnTo>
                  <a:lnTo>
                    <a:pt x="6540239" y="0"/>
                  </a:lnTo>
                  <a:lnTo>
                    <a:pt x="6539424" y="0"/>
                  </a:lnTo>
                  <a:lnTo>
                    <a:pt x="6538609" y="0"/>
                  </a:lnTo>
                  <a:lnTo>
                    <a:pt x="6537795" y="0"/>
                  </a:lnTo>
                  <a:lnTo>
                    <a:pt x="6536980" y="0"/>
                  </a:lnTo>
                  <a:lnTo>
                    <a:pt x="6536165" y="0"/>
                  </a:lnTo>
                  <a:lnTo>
                    <a:pt x="6535350" y="0"/>
                  </a:lnTo>
                  <a:lnTo>
                    <a:pt x="6534536" y="0"/>
                  </a:lnTo>
                  <a:lnTo>
                    <a:pt x="6533721" y="0"/>
                  </a:lnTo>
                  <a:lnTo>
                    <a:pt x="6532906" y="0"/>
                  </a:lnTo>
                  <a:lnTo>
                    <a:pt x="6532091" y="0"/>
                  </a:lnTo>
                  <a:lnTo>
                    <a:pt x="6531276" y="0"/>
                  </a:lnTo>
                  <a:lnTo>
                    <a:pt x="6530462" y="0"/>
                  </a:lnTo>
                  <a:lnTo>
                    <a:pt x="6529647" y="0"/>
                  </a:lnTo>
                  <a:lnTo>
                    <a:pt x="6528832" y="0"/>
                  </a:lnTo>
                  <a:lnTo>
                    <a:pt x="6528017" y="0"/>
                  </a:lnTo>
                  <a:lnTo>
                    <a:pt x="6527202" y="0"/>
                  </a:lnTo>
                  <a:lnTo>
                    <a:pt x="6526388" y="0"/>
                  </a:lnTo>
                  <a:lnTo>
                    <a:pt x="6525573" y="0"/>
                  </a:lnTo>
                  <a:lnTo>
                    <a:pt x="6524758" y="0"/>
                  </a:lnTo>
                  <a:lnTo>
                    <a:pt x="6523943" y="0"/>
                  </a:lnTo>
                  <a:lnTo>
                    <a:pt x="6523129" y="0"/>
                  </a:lnTo>
                  <a:lnTo>
                    <a:pt x="6522314" y="0"/>
                  </a:lnTo>
                  <a:lnTo>
                    <a:pt x="6521499" y="0"/>
                  </a:lnTo>
                  <a:lnTo>
                    <a:pt x="6520684" y="0"/>
                  </a:lnTo>
                  <a:lnTo>
                    <a:pt x="6519869" y="0"/>
                  </a:lnTo>
                  <a:lnTo>
                    <a:pt x="6519055" y="0"/>
                  </a:lnTo>
                  <a:lnTo>
                    <a:pt x="6518240" y="0"/>
                  </a:lnTo>
                  <a:lnTo>
                    <a:pt x="6517425" y="0"/>
                  </a:lnTo>
                  <a:lnTo>
                    <a:pt x="6516610" y="0"/>
                  </a:lnTo>
                  <a:lnTo>
                    <a:pt x="6515796" y="0"/>
                  </a:lnTo>
                  <a:lnTo>
                    <a:pt x="6514981" y="0"/>
                  </a:lnTo>
                  <a:lnTo>
                    <a:pt x="6514166" y="0"/>
                  </a:lnTo>
                  <a:lnTo>
                    <a:pt x="6513351" y="0"/>
                  </a:lnTo>
                  <a:lnTo>
                    <a:pt x="6512536" y="0"/>
                  </a:lnTo>
                  <a:lnTo>
                    <a:pt x="6511722" y="0"/>
                  </a:lnTo>
                  <a:lnTo>
                    <a:pt x="6510907" y="0"/>
                  </a:lnTo>
                  <a:lnTo>
                    <a:pt x="6510092" y="0"/>
                  </a:lnTo>
                  <a:lnTo>
                    <a:pt x="6509277" y="0"/>
                  </a:lnTo>
                  <a:lnTo>
                    <a:pt x="6508463" y="0"/>
                  </a:lnTo>
                  <a:lnTo>
                    <a:pt x="6507648" y="0"/>
                  </a:lnTo>
                  <a:lnTo>
                    <a:pt x="6506833" y="0"/>
                  </a:lnTo>
                  <a:lnTo>
                    <a:pt x="6506018" y="0"/>
                  </a:lnTo>
                  <a:lnTo>
                    <a:pt x="6505203" y="0"/>
                  </a:lnTo>
                  <a:lnTo>
                    <a:pt x="6504389" y="0"/>
                  </a:lnTo>
                  <a:lnTo>
                    <a:pt x="6503574" y="0"/>
                  </a:lnTo>
                  <a:lnTo>
                    <a:pt x="6502759" y="0"/>
                  </a:lnTo>
                  <a:lnTo>
                    <a:pt x="6501944" y="0"/>
                  </a:lnTo>
                  <a:lnTo>
                    <a:pt x="6501130" y="0"/>
                  </a:lnTo>
                  <a:lnTo>
                    <a:pt x="6500315" y="0"/>
                  </a:lnTo>
                  <a:lnTo>
                    <a:pt x="6499500" y="0"/>
                  </a:lnTo>
                  <a:lnTo>
                    <a:pt x="6498685" y="0"/>
                  </a:lnTo>
                  <a:lnTo>
                    <a:pt x="6497870" y="0"/>
                  </a:lnTo>
                  <a:lnTo>
                    <a:pt x="6497056" y="0"/>
                  </a:lnTo>
                  <a:lnTo>
                    <a:pt x="6496241" y="0"/>
                  </a:lnTo>
                  <a:lnTo>
                    <a:pt x="6495426" y="0"/>
                  </a:lnTo>
                  <a:lnTo>
                    <a:pt x="6494611" y="0"/>
                  </a:lnTo>
                  <a:lnTo>
                    <a:pt x="6493797" y="0"/>
                  </a:lnTo>
                  <a:lnTo>
                    <a:pt x="6492982" y="0"/>
                  </a:lnTo>
                  <a:lnTo>
                    <a:pt x="6492167" y="0"/>
                  </a:lnTo>
                  <a:lnTo>
                    <a:pt x="6491352" y="0"/>
                  </a:lnTo>
                  <a:lnTo>
                    <a:pt x="6490537" y="0"/>
                  </a:lnTo>
                  <a:lnTo>
                    <a:pt x="6489723" y="0"/>
                  </a:lnTo>
                  <a:lnTo>
                    <a:pt x="6488908" y="0"/>
                  </a:lnTo>
                  <a:lnTo>
                    <a:pt x="6488093" y="0"/>
                  </a:lnTo>
                  <a:lnTo>
                    <a:pt x="6487278" y="0"/>
                  </a:lnTo>
                  <a:lnTo>
                    <a:pt x="6486463" y="0"/>
                  </a:lnTo>
                  <a:lnTo>
                    <a:pt x="6485649" y="0"/>
                  </a:lnTo>
                  <a:lnTo>
                    <a:pt x="6484834" y="0"/>
                  </a:lnTo>
                  <a:lnTo>
                    <a:pt x="6484019" y="0"/>
                  </a:lnTo>
                  <a:lnTo>
                    <a:pt x="6483204" y="0"/>
                  </a:lnTo>
                  <a:lnTo>
                    <a:pt x="6482390" y="0"/>
                  </a:lnTo>
                  <a:lnTo>
                    <a:pt x="6481575" y="0"/>
                  </a:lnTo>
                  <a:lnTo>
                    <a:pt x="6480760" y="0"/>
                  </a:lnTo>
                  <a:lnTo>
                    <a:pt x="6479945" y="0"/>
                  </a:lnTo>
                  <a:lnTo>
                    <a:pt x="6479130" y="0"/>
                  </a:lnTo>
                  <a:lnTo>
                    <a:pt x="6478316" y="0"/>
                  </a:lnTo>
                  <a:lnTo>
                    <a:pt x="6477501" y="0"/>
                  </a:lnTo>
                  <a:lnTo>
                    <a:pt x="6476686" y="0"/>
                  </a:lnTo>
                  <a:lnTo>
                    <a:pt x="6475871" y="0"/>
                  </a:lnTo>
                  <a:lnTo>
                    <a:pt x="6475057" y="0"/>
                  </a:lnTo>
                  <a:lnTo>
                    <a:pt x="6474242" y="0"/>
                  </a:lnTo>
                  <a:lnTo>
                    <a:pt x="6473427" y="0"/>
                  </a:lnTo>
                  <a:lnTo>
                    <a:pt x="6472612" y="0"/>
                  </a:lnTo>
                  <a:lnTo>
                    <a:pt x="6471797" y="0"/>
                  </a:lnTo>
                  <a:lnTo>
                    <a:pt x="6470983" y="0"/>
                  </a:lnTo>
                  <a:lnTo>
                    <a:pt x="6470168" y="0"/>
                  </a:lnTo>
                  <a:lnTo>
                    <a:pt x="6469353" y="0"/>
                  </a:lnTo>
                  <a:lnTo>
                    <a:pt x="6468538" y="0"/>
                  </a:lnTo>
                  <a:lnTo>
                    <a:pt x="6467724" y="0"/>
                  </a:lnTo>
                  <a:lnTo>
                    <a:pt x="6466909" y="0"/>
                  </a:lnTo>
                  <a:lnTo>
                    <a:pt x="6466094" y="0"/>
                  </a:lnTo>
                  <a:lnTo>
                    <a:pt x="6465279" y="0"/>
                  </a:lnTo>
                  <a:lnTo>
                    <a:pt x="6464464" y="0"/>
                  </a:lnTo>
                  <a:lnTo>
                    <a:pt x="6463650" y="0"/>
                  </a:lnTo>
                  <a:lnTo>
                    <a:pt x="6462835" y="0"/>
                  </a:lnTo>
                  <a:lnTo>
                    <a:pt x="6462020" y="0"/>
                  </a:lnTo>
                  <a:lnTo>
                    <a:pt x="6461205" y="0"/>
                  </a:lnTo>
                  <a:lnTo>
                    <a:pt x="6460391" y="0"/>
                  </a:lnTo>
                  <a:lnTo>
                    <a:pt x="6459576" y="0"/>
                  </a:lnTo>
                  <a:lnTo>
                    <a:pt x="6458761" y="0"/>
                  </a:lnTo>
                  <a:lnTo>
                    <a:pt x="6457946" y="0"/>
                  </a:lnTo>
                  <a:lnTo>
                    <a:pt x="6457131" y="0"/>
                  </a:lnTo>
                  <a:lnTo>
                    <a:pt x="6456317" y="0"/>
                  </a:lnTo>
                  <a:lnTo>
                    <a:pt x="6455502" y="0"/>
                  </a:lnTo>
                  <a:lnTo>
                    <a:pt x="6454687" y="0"/>
                  </a:lnTo>
                  <a:lnTo>
                    <a:pt x="6453872" y="0"/>
                  </a:lnTo>
                  <a:lnTo>
                    <a:pt x="6453058" y="0"/>
                  </a:lnTo>
                  <a:lnTo>
                    <a:pt x="6452243" y="0"/>
                  </a:lnTo>
                  <a:lnTo>
                    <a:pt x="6451428" y="0"/>
                  </a:lnTo>
                  <a:lnTo>
                    <a:pt x="6450613" y="0"/>
                  </a:lnTo>
                  <a:lnTo>
                    <a:pt x="6449798" y="0"/>
                  </a:lnTo>
                  <a:lnTo>
                    <a:pt x="6448984" y="0"/>
                  </a:lnTo>
                  <a:lnTo>
                    <a:pt x="6448169" y="0"/>
                  </a:lnTo>
                  <a:lnTo>
                    <a:pt x="6447354" y="0"/>
                  </a:lnTo>
                  <a:lnTo>
                    <a:pt x="6446539" y="0"/>
                  </a:lnTo>
                  <a:lnTo>
                    <a:pt x="6445724" y="0"/>
                  </a:lnTo>
                  <a:lnTo>
                    <a:pt x="6444910" y="0"/>
                  </a:lnTo>
                  <a:lnTo>
                    <a:pt x="6444095" y="0"/>
                  </a:lnTo>
                  <a:lnTo>
                    <a:pt x="6443280" y="0"/>
                  </a:lnTo>
                  <a:lnTo>
                    <a:pt x="6442465" y="0"/>
                  </a:lnTo>
                  <a:lnTo>
                    <a:pt x="6441651" y="0"/>
                  </a:lnTo>
                  <a:lnTo>
                    <a:pt x="6440836" y="0"/>
                  </a:lnTo>
                  <a:lnTo>
                    <a:pt x="6440021" y="0"/>
                  </a:lnTo>
                  <a:lnTo>
                    <a:pt x="6439206" y="0"/>
                  </a:lnTo>
                  <a:lnTo>
                    <a:pt x="6438391" y="0"/>
                  </a:lnTo>
                  <a:lnTo>
                    <a:pt x="6437577" y="0"/>
                  </a:lnTo>
                  <a:lnTo>
                    <a:pt x="6436762" y="0"/>
                  </a:lnTo>
                  <a:lnTo>
                    <a:pt x="6435947" y="0"/>
                  </a:lnTo>
                  <a:lnTo>
                    <a:pt x="6435132" y="0"/>
                  </a:lnTo>
                  <a:lnTo>
                    <a:pt x="6434318" y="0"/>
                  </a:lnTo>
                  <a:lnTo>
                    <a:pt x="6433503" y="0"/>
                  </a:lnTo>
                  <a:lnTo>
                    <a:pt x="6432688" y="0"/>
                  </a:lnTo>
                  <a:lnTo>
                    <a:pt x="6431873" y="0"/>
                  </a:lnTo>
                  <a:lnTo>
                    <a:pt x="6431058" y="0"/>
                  </a:lnTo>
                  <a:lnTo>
                    <a:pt x="6430244" y="0"/>
                  </a:lnTo>
                  <a:lnTo>
                    <a:pt x="6429429" y="0"/>
                  </a:lnTo>
                  <a:lnTo>
                    <a:pt x="6428614" y="0"/>
                  </a:lnTo>
                  <a:lnTo>
                    <a:pt x="6427799" y="0"/>
                  </a:lnTo>
                  <a:lnTo>
                    <a:pt x="6426985" y="0"/>
                  </a:lnTo>
                  <a:lnTo>
                    <a:pt x="6426170" y="0"/>
                  </a:lnTo>
                  <a:lnTo>
                    <a:pt x="6425355" y="0"/>
                  </a:lnTo>
                  <a:lnTo>
                    <a:pt x="6424540" y="0"/>
                  </a:lnTo>
                  <a:lnTo>
                    <a:pt x="6423725" y="0"/>
                  </a:lnTo>
                  <a:lnTo>
                    <a:pt x="6422911" y="0"/>
                  </a:lnTo>
                  <a:lnTo>
                    <a:pt x="6422096" y="0"/>
                  </a:lnTo>
                  <a:lnTo>
                    <a:pt x="6421281" y="0"/>
                  </a:lnTo>
                  <a:lnTo>
                    <a:pt x="6420466" y="0"/>
                  </a:lnTo>
                  <a:lnTo>
                    <a:pt x="6419652" y="0"/>
                  </a:lnTo>
                  <a:lnTo>
                    <a:pt x="6418837" y="0"/>
                  </a:lnTo>
                  <a:lnTo>
                    <a:pt x="6418022" y="0"/>
                  </a:lnTo>
                  <a:lnTo>
                    <a:pt x="6417207" y="0"/>
                  </a:lnTo>
                  <a:lnTo>
                    <a:pt x="6416392" y="0"/>
                  </a:lnTo>
                  <a:lnTo>
                    <a:pt x="6415578" y="0"/>
                  </a:lnTo>
                  <a:lnTo>
                    <a:pt x="6414763" y="0"/>
                  </a:lnTo>
                  <a:lnTo>
                    <a:pt x="6413948" y="0"/>
                  </a:lnTo>
                  <a:lnTo>
                    <a:pt x="6413133" y="0"/>
                  </a:lnTo>
                  <a:lnTo>
                    <a:pt x="6412318" y="0"/>
                  </a:lnTo>
                  <a:lnTo>
                    <a:pt x="6411504" y="0"/>
                  </a:lnTo>
                  <a:lnTo>
                    <a:pt x="6410689" y="0"/>
                  </a:lnTo>
                  <a:lnTo>
                    <a:pt x="6409874" y="0"/>
                  </a:lnTo>
                  <a:lnTo>
                    <a:pt x="6409059" y="0"/>
                  </a:lnTo>
                  <a:lnTo>
                    <a:pt x="6408245" y="0"/>
                  </a:lnTo>
                  <a:lnTo>
                    <a:pt x="6407430" y="0"/>
                  </a:lnTo>
                  <a:lnTo>
                    <a:pt x="6406615" y="0"/>
                  </a:lnTo>
                  <a:lnTo>
                    <a:pt x="6405800" y="0"/>
                  </a:lnTo>
                  <a:lnTo>
                    <a:pt x="6404985" y="0"/>
                  </a:lnTo>
                  <a:lnTo>
                    <a:pt x="6404171" y="0"/>
                  </a:lnTo>
                  <a:lnTo>
                    <a:pt x="6403356" y="0"/>
                  </a:lnTo>
                  <a:lnTo>
                    <a:pt x="6402541" y="0"/>
                  </a:lnTo>
                  <a:lnTo>
                    <a:pt x="6401726" y="0"/>
                  </a:lnTo>
                  <a:lnTo>
                    <a:pt x="6400912" y="0"/>
                  </a:lnTo>
                  <a:lnTo>
                    <a:pt x="6400097" y="0"/>
                  </a:lnTo>
                  <a:lnTo>
                    <a:pt x="6399282" y="0"/>
                  </a:lnTo>
                  <a:lnTo>
                    <a:pt x="6398467" y="0"/>
                  </a:lnTo>
                  <a:lnTo>
                    <a:pt x="6397652" y="0"/>
                  </a:lnTo>
                  <a:lnTo>
                    <a:pt x="6396838" y="0"/>
                  </a:lnTo>
                  <a:lnTo>
                    <a:pt x="6396023" y="0"/>
                  </a:lnTo>
                  <a:lnTo>
                    <a:pt x="6395208" y="0"/>
                  </a:lnTo>
                  <a:lnTo>
                    <a:pt x="6394393" y="0"/>
                  </a:lnTo>
                  <a:lnTo>
                    <a:pt x="6393579" y="0"/>
                  </a:lnTo>
                  <a:lnTo>
                    <a:pt x="6392764" y="0"/>
                  </a:lnTo>
                  <a:lnTo>
                    <a:pt x="6391949" y="0"/>
                  </a:lnTo>
                  <a:lnTo>
                    <a:pt x="6391134" y="0"/>
                  </a:lnTo>
                  <a:lnTo>
                    <a:pt x="6390319" y="0"/>
                  </a:lnTo>
                  <a:lnTo>
                    <a:pt x="6389505" y="0"/>
                  </a:lnTo>
                  <a:lnTo>
                    <a:pt x="6388690" y="0"/>
                  </a:lnTo>
                  <a:lnTo>
                    <a:pt x="6387875" y="0"/>
                  </a:lnTo>
                  <a:lnTo>
                    <a:pt x="6387060" y="0"/>
                  </a:lnTo>
                  <a:lnTo>
                    <a:pt x="6386246" y="0"/>
                  </a:lnTo>
                  <a:lnTo>
                    <a:pt x="6385431" y="0"/>
                  </a:lnTo>
                  <a:lnTo>
                    <a:pt x="6384616" y="0"/>
                  </a:lnTo>
                  <a:lnTo>
                    <a:pt x="6383801" y="0"/>
                  </a:lnTo>
                  <a:lnTo>
                    <a:pt x="6382986" y="0"/>
                  </a:lnTo>
                  <a:lnTo>
                    <a:pt x="6382172" y="0"/>
                  </a:lnTo>
                  <a:lnTo>
                    <a:pt x="6381357" y="0"/>
                  </a:lnTo>
                  <a:lnTo>
                    <a:pt x="6380542" y="0"/>
                  </a:lnTo>
                  <a:lnTo>
                    <a:pt x="6379727" y="0"/>
                  </a:lnTo>
                  <a:lnTo>
                    <a:pt x="6378913" y="0"/>
                  </a:lnTo>
                  <a:lnTo>
                    <a:pt x="6378098" y="0"/>
                  </a:lnTo>
                  <a:lnTo>
                    <a:pt x="6377283" y="0"/>
                  </a:lnTo>
                  <a:lnTo>
                    <a:pt x="6376468" y="0"/>
                  </a:lnTo>
                  <a:lnTo>
                    <a:pt x="6375653" y="0"/>
                  </a:lnTo>
                  <a:lnTo>
                    <a:pt x="6374839" y="0"/>
                  </a:lnTo>
                  <a:lnTo>
                    <a:pt x="6374024" y="0"/>
                  </a:lnTo>
                  <a:lnTo>
                    <a:pt x="6373209" y="0"/>
                  </a:lnTo>
                  <a:lnTo>
                    <a:pt x="6372394" y="0"/>
                  </a:lnTo>
                  <a:lnTo>
                    <a:pt x="6371579" y="0"/>
                  </a:lnTo>
                  <a:lnTo>
                    <a:pt x="6370765" y="0"/>
                  </a:lnTo>
                  <a:lnTo>
                    <a:pt x="6369950" y="0"/>
                  </a:lnTo>
                  <a:lnTo>
                    <a:pt x="6369135" y="0"/>
                  </a:lnTo>
                  <a:lnTo>
                    <a:pt x="6368320" y="0"/>
                  </a:lnTo>
                  <a:lnTo>
                    <a:pt x="6367506" y="0"/>
                  </a:lnTo>
                  <a:lnTo>
                    <a:pt x="6366691" y="0"/>
                  </a:lnTo>
                  <a:lnTo>
                    <a:pt x="6365876" y="0"/>
                  </a:lnTo>
                  <a:lnTo>
                    <a:pt x="6365061" y="0"/>
                  </a:lnTo>
                  <a:lnTo>
                    <a:pt x="6364246" y="0"/>
                  </a:lnTo>
                  <a:lnTo>
                    <a:pt x="6363432" y="0"/>
                  </a:lnTo>
                  <a:lnTo>
                    <a:pt x="6362617" y="0"/>
                  </a:lnTo>
                  <a:lnTo>
                    <a:pt x="6361802" y="0"/>
                  </a:lnTo>
                  <a:lnTo>
                    <a:pt x="6360987" y="0"/>
                  </a:lnTo>
                  <a:lnTo>
                    <a:pt x="6360173" y="0"/>
                  </a:lnTo>
                  <a:lnTo>
                    <a:pt x="6359358" y="0"/>
                  </a:lnTo>
                  <a:lnTo>
                    <a:pt x="6358543" y="0"/>
                  </a:lnTo>
                  <a:lnTo>
                    <a:pt x="6357728" y="0"/>
                  </a:lnTo>
                  <a:lnTo>
                    <a:pt x="6356913" y="0"/>
                  </a:lnTo>
                  <a:lnTo>
                    <a:pt x="6356099" y="0"/>
                  </a:lnTo>
                  <a:lnTo>
                    <a:pt x="6355284" y="0"/>
                  </a:lnTo>
                  <a:lnTo>
                    <a:pt x="6354469" y="0"/>
                  </a:lnTo>
                  <a:lnTo>
                    <a:pt x="6353654" y="0"/>
                  </a:lnTo>
                  <a:lnTo>
                    <a:pt x="6352840" y="0"/>
                  </a:lnTo>
                  <a:lnTo>
                    <a:pt x="6352025" y="0"/>
                  </a:lnTo>
                  <a:lnTo>
                    <a:pt x="6351210" y="0"/>
                  </a:lnTo>
                  <a:lnTo>
                    <a:pt x="6350395" y="0"/>
                  </a:lnTo>
                  <a:lnTo>
                    <a:pt x="6349580" y="0"/>
                  </a:lnTo>
                  <a:lnTo>
                    <a:pt x="6348766" y="0"/>
                  </a:lnTo>
                  <a:lnTo>
                    <a:pt x="6347951" y="0"/>
                  </a:lnTo>
                  <a:lnTo>
                    <a:pt x="6347136" y="0"/>
                  </a:lnTo>
                  <a:lnTo>
                    <a:pt x="6346321" y="0"/>
                  </a:lnTo>
                  <a:lnTo>
                    <a:pt x="6345507" y="0"/>
                  </a:lnTo>
                  <a:lnTo>
                    <a:pt x="6344692" y="0"/>
                  </a:lnTo>
                  <a:lnTo>
                    <a:pt x="6343877" y="0"/>
                  </a:lnTo>
                  <a:lnTo>
                    <a:pt x="6343062" y="0"/>
                  </a:lnTo>
                  <a:lnTo>
                    <a:pt x="6342247" y="0"/>
                  </a:lnTo>
                  <a:lnTo>
                    <a:pt x="6341433" y="0"/>
                  </a:lnTo>
                  <a:lnTo>
                    <a:pt x="6340618" y="0"/>
                  </a:lnTo>
                  <a:lnTo>
                    <a:pt x="6339803" y="0"/>
                  </a:lnTo>
                  <a:lnTo>
                    <a:pt x="6338988" y="0"/>
                  </a:lnTo>
                  <a:lnTo>
                    <a:pt x="6338174" y="0"/>
                  </a:lnTo>
                  <a:lnTo>
                    <a:pt x="6337359" y="0"/>
                  </a:lnTo>
                  <a:lnTo>
                    <a:pt x="6336544" y="0"/>
                  </a:lnTo>
                  <a:lnTo>
                    <a:pt x="6335729" y="0"/>
                  </a:lnTo>
                  <a:lnTo>
                    <a:pt x="6334914" y="0"/>
                  </a:lnTo>
                  <a:lnTo>
                    <a:pt x="6334100" y="0"/>
                  </a:lnTo>
                  <a:lnTo>
                    <a:pt x="6333285" y="0"/>
                  </a:lnTo>
                  <a:lnTo>
                    <a:pt x="6332470" y="0"/>
                  </a:lnTo>
                  <a:lnTo>
                    <a:pt x="6331655" y="0"/>
                  </a:lnTo>
                  <a:lnTo>
                    <a:pt x="6330840" y="0"/>
                  </a:lnTo>
                  <a:lnTo>
                    <a:pt x="6330026" y="0"/>
                  </a:lnTo>
                  <a:lnTo>
                    <a:pt x="6329211" y="0"/>
                  </a:lnTo>
                  <a:lnTo>
                    <a:pt x="6328396" y="0"/>
                  </a:lnTo>
                  <a:lnTo>
                    <a:pt x="6327581" y="0"/>
                  </a:lnTo>
                  <a:lnTo>
                    <a:pt x="6326767" y="0"/>
                  </a:lnTo>
                  <a:lnTo>
                    <a:pt x="6325952" y="0"/>
                  </a:lnTo>
                  <a:lnTo>
                    <a:pt x="6325137" y="0"/>
                  </a:lnTo>
                  <a:lnTo>
                    <a:pt x="6324322" y="0"/>
                  </a:lnTo>
                  <a:lnTo>
                    <a:pt x="6323507" y="0"/>
                  </a:lnTo>
                  <a:lnTo>
                    <a:pt x="6322693" y="0"/>
                  </a:lnTo>
                  <a:lnTo>
                    <a:pt x="6321878" y="0"/>
                  </a:lnTo>
                  <a:lnTo>
                    <a:pt x="6321063" y="0"/>
                  </a:lnTo>
                  <a:lnTo>
                    <a:pt x="6320248" y="0"/>
                  </a:lnTo>
                  <a:lnTo>
                    <a:pt x="6319434" y="0"/>
                  </a:lnTo>
                  <a:lnTo>
                    <a:pt x="6318619" y="0"/>
                  </a:lnTo>
                  <a:lnTo>
                    <a:pt x="6317804" y="0"/>
                  </a:lnTo>
                  <a:lnTo>
                    <a:pt x="6316989" y="0"/>
                  </a:lnTo>
                  <a:lnTo>
                    <a:pt x="6316174" y="0"/>
                  </a:lnTo>
                  <a:lnTo>
                    <a:pt x="6315360" y="0"/>
                  </a:lnTo>
                  <a:lnTo>
                    <a:pt x="6314545" y="0"/>
                  </a:lnTo>
                  <a:lnTo>
                    <a:pt x="6313730" y="0"/>
                  </a:lnTo>
                  <a:lnTo>
                    <a:pt x="6312915" y="0"/>
                  </a:lnTo>
                  <a:lnTo>
                    <a:pt x="6312101" y="0"/>
                  </a:lnTo>
                  <a:lnTo>
                    <a:pt x="6311286" y="0"/>
                  </a:lnTo>
                  <a:lnTo>
                    <a:pt x="6310471" y="0"/>
                  </a:lnTo>
                  <a:lnTo>
                    <a:pt x="6309656" y="0"/>
                  </a:lnTo>
                  <a:lnTo>
                    <a:pt x="6308841" y="0"/>
                  </a:lnTo>
                  <a:lnTo>
                    <a:pt x="6308027" y="0"/>
                  </a:lnTo>
                  <a:lnTo>
                    <a:pt x="6307212" y="0"/>
                  </a:lnTo>
                  <a:lnTo>
                    <a:pt x="6306397" y="0"/>
                  </a:lnTo>
                  <a:lnTo>
                    <a:pt x="6305582" y="0"/>
                  </a:lnTo>
                  <a:lnTo>
                    <a:pt x="6304768" y="0"/>
                  </a:lnTo>
                  <a:lnTo>
                    <a:pt x="6303953" y="0"/>
                  </a:lnTo>
                  <a:lnTo>
                    <a:pt x="6303138" y="0"/>
                  </a:lnTo>
                  <a:lnTo>
                    <a:pt x="6302323" y="0"/>
                  </a:lnTo>
                  <a:lnTo>
                    <a:pt x="6301508" y="0"/>
                  </a:lnTo>
                  <a:lnTo>
                    <a:pt x="6300694" y="0"/>
                  </a:lnTo>
                  <a:lnTo>
                    <a:pt x="6299879" y="0"/>
                  </a:lnTo>
                  <a:lnTo>
                    <a:pt x="6299064" y="0"/>
                  </a:lnTo>
                  <a:lnTo>
                    <a:pt x="6298249" y="0"/>
                  </a:lnTo>
                  <a:lnTo>
                    <a:pt x="6297435" y="0"/>
                  </a:lnTo>
                  <a:lnTo>
                    <a:pt x="6296620" y="0"/>
                  </a:lnTo>
                  <a:lnTo>
                    <a:pt x="6295805" y="0"/>
                  </a:lnTo>
                  <a:lnTo>
                    <a:pt x="6294990" y="0"/>
                  </a:lnTo>
                  <a:lnTo>
                    <a:pt x="6294175" y="0"/>
                  </a:lnTo>
                  <a:lnTo>
                    <a:pt x="6293361" y="0"/>
                  </a:lnTo>
                  <a:lnTo>
                    <a:pt x="6292546" y="0"/>
                  </a:lnTo>
                  <a:lnTo>
                    <a:pt x="6291731" y="0"/>
                  </a:lnTo>
                  <a:lnTo>
                    <a:pt x="6290916" y="0"/>
                  </a:lnTo>
                  <a:lnTo>
                    <a:pt x="6290101" y="0"/>
                  </a:lnTo>
                  <a:lnTo>
                    <a:pt x="6289287" y="0"/>
                  </a:lnTo>
                  <a:lnTo>
                    <a:pt x="6288472" y="0"/>
                  </a:lnTo>
                  <a:lnTo>
                    <a:pt x="6287657" y="0"/>
                  </a:lnTo>
                  <a:lnTo>
                    <a:pt x="6286842" y="0"/>
                  </a:lnTo>
                  <a:lnTo>
                    <a:pt x="6286028" y="0"/>
                  </a:lnTo>
                  <a:lnTo>
                    <a:pt x="6285213" y="0"/>
                  </a:lnTo>
                  <a:lnTo>
                    <a:pt x="6284398" y="0"/>
                  </a:lnTo>
                  <a:lnTo>
                    <a:pt x="6283583" y="0"/>
                  </a:lnTo>
                  <a:lnTo>
                    <a:pt x="6282768" y="0"/>
                  </a:lnTo>
                  <a:lnTo>
                    <a:pt x="6281954" y="0"/>
                  </a:lnTo>
                  <a:lnTo>
                    <a:pt x="6281139" y="0"/>
                  </a:lnTo>
                  <a:lnTo>
                    <a:pt x="6280324" y="0"/>
                  </a:lnTo>
                  <a:lnTo>
                    <a:pt x="6279509" y="0"/>
                  </a:lnTo>
                  <a:lnTo>
                    <a:pt x="6278695" y="0"/>
                  </a:lnTo>
                  <a:lnTo>
                    <a:pt x="6277880" y="0"/>
                  </a:lnTo>
                  <a:lnTo>
                    <a:pt x="6277065" y="0"/>
                  </a:lnTo>
                  <a:lnTo>
                    <a:pt x="6276250" y="0"/>
                  </a:lnTo>
                  <a:lnTo>
                    <a:pt x="6275435" y="0"/>
                  </a:lnTo>
                  <a:lnTo>
                    <a:pt x="6274621" y="0"/>
                  </a:lnTo>
                  <a:lnTo>
                    <a:pt x="6273806" y="0"/>
                  </a:lnTo>
                  <a:lnTo>
                    <a:pt x="6272991" y="0"/>
                  </a:lnTo>
                  <a:lnTo>
                    <a:pt x="6272176" y="0"/>
                  </a:lnTo>
                  <a:lnTo>
                    <a:pt x="6271362" y="0"/>
                  </a:lnTo>
                  <a:lnTo>
                    <a:pt x="6270547" y="0"/>
                  </a:lnTo>
                  <a:lnTo>
                    <a:pt x="6269732" y="0"/>
                  </a:lnTo>
                  <a:lnTo>
                    <a:pt x="6268917" y="0"/>
                  </a:lnTo>
                  <a:lnTo>
                    <a:pt x="6268102" y="0"/>
                  </a:lnTo>
                  <a:lnTo>
                    <a:pt x="6267288" y="0"/>
                  </a:lnTo>
                  <a:lnTo>
                    <a:pt x="6266473" y="0"/>
                  </a:lnTo>
                  <a:lnTo>
                    <a:pt x="6265658" y="0"/>
                  </a:lnTo>
                  <a:lnTo>
                    <a:pt x="6264843" y="0"/>
                  </a:lnTo>
                  <a:lnTo>
                    <a:pt x="6264029" y="0"/>
                  </a:lnTo>
                  <a:lnTo>
                    <a:pt x="6263214" y="0"/>
                  </a:lnTo>
                  <a:lnTo>
                    <a:pt x="6262399" y="0"/>
                  </a:lnTo>
                  <a:lnTo>
                    <a:pt x="6261584" y="0"/>
                  </a:lnTo>
                  <a:lnTo>
                    <a:pt x="6260769" y="0"/>
                  </a:lnTo>
                  <a:lnTo>
                    <a:pt x="6259955" y="0"/>
                  </a:lnTo>
                  <a:lnTo>
                    <a:pt x="6259140" y="0"/>
                  </a:lnTo>
                  <a:lnTo>
                    <a:pt x="6258325" y="0"/>
                  </a:lnTo>
                  <a:lnTo>
                    <a:pt x="6257510" y="0"/>
                  </a:lnTo>
                  <a:lnTo>
                    <a:pt x="6256696" y="0"/>
                  </a:lnTo>
                  <a:lnTo>
                    <a:pt x="6255881" y="0"/>
                  </a:lnTo>
                  <a:lnTo>
                    <a:pt x="6255066" y="0"/>
                  </a:lnTo>
                  <a:lnTo>
                    <a:pt x="6254251" y="0"/>
                  </a:lnTo>
                  <a:lnTo>
                    <a:pt x="6253436" y="0"/>
                  </a:lnTo>
                  <a:lnTo>
                    <a:pt x="6252622" y="0"/>
                  </a:lnTo>
                  <a:lnTo>
                    <a:pt x="6251807" y="0"/>
                  </a:lnTo>
                  <a:lnTo>
                    <a:pt x="6250992" y="0"/>
                  </a:lnTo>
                  <a:lnTo>
                    <a:pt x="6250177" y="0"/>
                  </a:lnTo>
                  <a:lnTo>
                    <a:pt x="6249362" y="0"/>
                  </a:lnTo>
                  <a:lnTo>
                    <a:pt x="6248548" y="0"/>
                  </a:lnTo>
                  <a:lnTo>
                    <a:pt x="6247733" y="0"/>
                  </a:lnTo>
                  <a:lnTo>
                    <a:pt x="6246918" y="0"/>
                  </a:lnTo>
                  <a:lnTo>
                    <a:pt x="6246103" y="0"/>
                  </a:lnTo>
                  <a:lnTo>
                    <a:pt x="6245289" y="0"/>
                  </a:lnTo>
                  <a:lnTo>
                    <a:pt x="6244474" y="0"/>
                  </a:lnTo>
                  <a:lnTo>
                    <a:pt x="6243659" y="0"/>
                  </a:lnTo>
                  <a:lnTo>
                    <a:pt x="6242844" y="0"/>
                  </a:lnTo>
                  <a:lnTo>
                    <a:pt x="6242029" y="0"/>
                  </a:lnTo>
                  <a:lnTo>
                    <a:pt x="6241215" y="0"/>
                  </a:lnTo>
                  <a:lnTo>
                    <a:pt x="6240400" y="0"/>
                  </a:lnTo>
                  <a:lnTo>
                    <a:pt x="6239585" y="0"/>
                  </a:lnTo>
                  <a:lnTo>
                    <a:pt x="6238770" y="0"/>
                  </a:lnTo>
                  <a:lnTo>
                    <a:pt x="6237956" y="0"/>
                  </a:lnTo>
                  <a:lnTo>
                    <a:pt x="6237141" y="0"/>
                  </a:lnTo>
                  <a:lnTo>
                    <a:pt x="6236326" y="0"/>
                  </a:lnTo>
                  <a:lnTo>
                    <a:pt x="6235511" y="0"/>
                  </a:lnTo>
                  <a:lnTo>
                    <a:pt x="6234696" y="0"/>
                  </a:lnTo>
                  <a:lnTo>
                    <a:pt x="6233882" y="0"/>
                  </a:lnTo>
                  <a:lnTo>
                    <a:pt x="6233067" y="0"/>
                  </a:lnTo>
                  <a:lnTo>
                    <a:pt x="6232252" y="0"/>
                  </a:lnTo>
                  <a:lnTo>
                    <a:pt x="6231437" y="0"/>
                  </a:lnTo>
                  <a:lnTo>
                    <a:pt x="6230623" y="0"/>
                  </a:lnTo>
                  <a:lnTo>
                    <a:pt x="6229808" y="0"/>
                  </a:lnTo>
                  <a:lnTo>
                    <a:pt x="6228993" y="0"/>
                  </a:lnTo>
                  <a:lnTo>
                    <a:pt x="6228178" y="0"/>
                  </a:lnTo>
                  <a:lnTo>
                    <a:pt x="6227363" y="0"/>
                  </a:lnTo>
                  <a:lnTo>
                    <a:pt x="6226549" y="0"/>
                  </a:lnTo>
                  <a:lnTo>
                    <a:pt x="6225734" y="0"/>
                  </a:lnTo>
                  <a:lnTo>
                    <a:pt x="6224919" y="0"/>
                  </a:lnTo>
                  <a:lnTo>
                    <a:pt x="6224104" y="0"/>
                  </a:lnTo>
                  <a:lnTo>
                    <a:pt x="6223290" y="0"/>
                  </a:lnTo>
                  <a:lnTo>
                    <a:pt x="6222475" y="0"/>
                  </a:lnTo>
                  <a:lnTo>
                    <a:pt x="6221660" y="0"/>
                  </a:lnTo>
                  <a:lnTo>
                    <a:pt x="6220845" y="0"/>
                  </a:lnTo>
                  <a:lnTo>
                    <a:pt x="6220030" y="0"/>
                  </a:lnTo>
                  <a:lnTo>
                    <a:pt x="6219216" y="0"/>
                  </a:lnTo>
                  <a:lnTo>
                    <a:pt x="6218401" y="0"/>
                  </a:lnTo>
                  <a:lnTo>
                    <a:pt x="6217586" y="0"/>
                  </a:lnTo>
                  <a:lnTo>
                    <a:pt x="6216771" y="0"/>
                  </a:lnTo>
                  <a:lnTo>
                    <a:pt x="6215957" y="0"/>
                  </a:lnTo>
                  <a:lnTo>
                    <a:pt x="6215142" y="0"/>
                  </a:lnTo>
                  <a:lnTo>
                    <a:pt x="6214327" y="0"/>
                  </a:lnTo>
                  <a:lnTo>
                    <a:pt x="6213512" y="0"/>
                  </a:lnTo>
                  <a:lnTo>
                    <a:pt x="6212697" y="0"/>
                  </a:lnTo>
                  <a:lnTo>
                    <a:pt x="6211883" y="0"/>
                  </a:lnTo>
                  <a:lnTo>
                    <a:pt x="6211068" y="0"/>
                  </a:lnTo>
                  <a:lnTo>
                    <a:pt x="6210253" y="0"/>
                  </a:lnTo>
                  <a:lnTo>
                    <a:pt x="6209438" y="0"/>
                  </a:lnTo>
                  <a:lnTo>
                    <a:pt x="6208623" y="0"/>
                  </a:lnTo>
                  <a:lnTo>
                    <a:pt x="6207809" y="0"/>
                  </a:lnTo>
                  <a:lnTo>
                    <a:pt x="6206994" y="0"/>
                  </a:lnTo>
                  <a:lnTo>
                    <a:pt x="6206179" y="0"/>
                  </a:lnTo>
                  <a:lnTo>
                    <a:pt x="6205364" y="0"/>
                  </a:lnTo>
                  <a:lnTo>
                    <a:pt x="6204550" y="0"/>
                  </a:lnTo>
                  <a:lnTo>
                    <a:pt x="6203735" y="0"/>
                  </a:lnTo>
                  <a:lnTo>
                    <a:pt x="6202920" y="0"/>
                  </a:lnTo>
                  <a:lnTo>
                    <a:pt x="6202105" y="0"/>
                  </a:lnTo>
                  <a:lnTo>
                    <a:pt x="6201290" y="0"/>
                  </a:lnTo>
                  <a:lnTo>
                    <a:pt x="6200476" y="0"/>
                  </a:lnTo>
                  <a:lnTo>
                    <a:pt x="6199661" y="0"/>
                  </a:lnTo>
                  <a:lnTo>
                    <a:pt x="6198846" y="0"/>
                  </a:lnTo>
                  <a:lnTo>
                    <a:pt x="6198031" y="0"/>
                  </a:lnTo>
                  <a:lnTo>
                    <a:pt x="6197217" y="0"/>
                  </a:lnTo>
                  <a:lnTo>
                    <a:pt x="6196402" y="0"/>
                  </a:lnTo>
                  <a:lnTo>
                    <a:pt x="6195587" y="0"/>
                  </a:lnTo>
                  <a:lnTo>
                    <a:pt x="6194772" y="0"/>
                  </a:lnTo>
                  <a:lnTo>
                    <a:pt x="6193957" y="0"/>
                  </a:lnTo>
                  <a:lnTo>
                    <a:pt x="6193143" y="0"/>
                  </a:lnTo>
                  <a:lnTo>
                    <a:pt x="6192328" y="0"/>
                  </a:lnTo>
                  <a:lnTo>
                    <a:pt x="6191513" y="0"/>
                  </a:lnTo>
                  <a:lnTo>
                    <a:pt x="6190698" y="0"/>
                  </a:lnTo>
                  <a:lnTo>
                    <a:pt x="6189884" y="0"/>
                  </a:lnTo>
                  <a:lnTo>
                    <a:pt x="6189069" y="0"/>
                  </a:lnTo>
                  <a:lnTo>
                    <a:pt x="6188254" y="0"/>
                  </a:lnTo>
                  <a:lnTo>
                    <a:pt x="6187439" y="0"/>
                  </a:lnTo>
                  <a:lnTo>
                    <a:pt x="6186624" y="0"/>
                  </a:lnTo>
                  <a:lnTo>
                    <a:pt x="6185810" y="0"/>
                  </a:lnTo>
                  <a:lnTo>
                    <a:pt x="6184995" y="0"/>
                  </a:lnTo>
                  <a:lnTo>
                    <a:pt x="6184180" y="0"/>
                  </a:lnTo>
                  <a:lnTo>
                    <a:pt x="6183365" y="0"/>
                  </a:lnTo>
                  <a:lnTo>
                    <a:pt x="6182551" y="0"/>
                  </a:lnTo>
                  <a:lnTo>
                    <a:pt x="6181736" y="0"/>
                  </a:lnTo>
                  <a:lnTo>
                    <a:pt x="6180921" y="0"/>
                  </a:lnTo>
                  <a:lnTo>
                    <a:pt x="6180106" y="0"/>
                  </a:lnTo>
                  <a:lnTo>
                    <a:pt x="6179291" y="0"/>
                  </a:lnTo>
                  <a:lnTo>
                    <a:pt x="6178477" y="0"/>
                  </a:lnTo>
                  <a:lnTo>
                    <a:pt x="6177662" y="0"/>
                  </a:lnTo>
                  <a:lnTo>
                    <a:pt x="6176847" y="0"/>
                  </a:lnTo>
                  <a:lnTo>
                    <a:pt x="6176032" y="0"/>
                  </a:lnTo>
                  <a:lnTo>
                    <a:pt x="6175218" y="0"/>
                  </a:lnTo>
                  <a:lnTo>
                    <a:pt x="6174403" y="0"/>
                  </a:lnTo>
                  <a:lnTo>
                    <a:pt x="6173588" y="0"/>
                  </a:lnTo>
                  <a:lnTo>
                    <a:pt x="6172773" y="0"/>
                  </a:lnTo>
                  <a:lnTo>
                    <a:pt x="6171958" y="0"/>
                  </a:lnTo>
                  <a:lnTo>
                    <a:pt x="6171144" y="0"/>
                  </a:lnTo>
                  <a:lnTo>
                    <a:pt x="6170329" y="0"/>
                  </a:lnTo>
                  <a:lnTo>
                    <a:pt x="6169514" y="0"/>
                  </a:lnTo>
                  <a:lnTo>
                    <a:pt x="6168699" y="0"/>
                  </a:lnTo>
                  <a:lnTo>
                    <a:pt x="6167884" y="0"/>
                  </a:lnTo>
                  <a:lnTo>
                    <a:pt x="6167070" y="0"/>
                  </a:lnTo>
                  <a:lnTo>
                    <a:pt x="6166255" y="0"/>
                  </a:lnTo>
                  <a:lnTo>
                    <a:pt x="6165440" y="0"/>
                  </a:lnTo>
                  <a:lnTo>
                    <a:pt x="6164625" y="0"/>
                  </a:lnTo>
                  <a:lnTo>
                    <a:pt x="6163811" y="0"/>
                  </a:lnTo>
                  <a:lnTo>
                    <a:pt x="6162996" y="0"/>
                  </a:lnTo>
                  <a:lnTo>
                    <a:pt x="6162181" y="0"/>
                  </a:lnTo>
                  <a:lnTo>
                    <a:pt x="6161366" y="0"/>
                  </a:lnTo>
                  <a:lnTo>
                    <a:pt x="6160551" y="0"/>
                  </a:lnTo>
                  <a:lnTo>
                    <a:pt x="6159737" y="0"/>
                  </a:lnTo>
                  <a:lnTo>
                    <a:pt x="6158922" y="0"/>
                  </a:lnTo>
                  <a:lnTo>
                    <a:pt x="6158107" y="0"/>
                  </a:lnTo>
                  <a:lnTo>
                    <a:pt x="6157292" y="0"/>
                  </a:lnTo>
                  <a:lnTo>
                    <a:pt x="6156478" y="0"/>
                  </a:lnTo>
                  <a:lnTo>
                    <a:pt x="6155663" y="0"/>
                  </a:lnTo>
                  <a:lnTo>
                    <a:pt x="6154848" y="0"/>
                  </a:lnTo>
                  <a:lnTo>
                    <a:pt x="6154033" y="0"/>
                  </a:lnTo>
                  <a:lnTo>
                    <a:pt x="6153218" y="0"/>
                  </a:lnTo>
                  <a:lnTo>
                    <a:pt x="6152404" y="0"/>
                  </a:lnTo>
                  <a:lnTo>
                    <a:pt x="6151589" y="0"/>
                  </a:lnTo>
                  <a:lnTo>
                    <a:pt x="6150774" y="0"/>
                  </a:lnTo>
                  <a:lnTo>
                    <a:pt x="6149959" y="0"/>
                  </a:lnTo>
                  <a:lnTo>
                    <a:pt x="6149145" y="0"/>
                  </a:lnTo>
                  <a:lnTo>
                    <a:pt x="6148330" y="0"/>
                  </a:lnTo>
                  <a:lnTo>
                    <a:pt x="6147515" y="0"/>
                  </a:lnTo>
                  <a:lnTo>
                    <a:pt x="6146700" y="0"/>
                  </a:lnTo>
                  <a:lnTo>
                    <a:pt x="6145885" y="0"/>
                  </a:lnTo>
                  <a:lnTo>
                    <a:pt x="6145071" y="0"/>
                  </a:lnTo>
                  <a:lnTo>
                    <a:pt x="6144256" y="0"/>
                  </a:lnTo>
                  <a:lnTo>
                    <a:pt x="6143441" y="0"/>
                  </a:lnTo>
                  <a:lnTo>
                    <a:pt x="6142626" y="0"/>
                  </a:lnTo>
                  <a:lnTo>
                    <a:pt x="6141812" y="0"/>
                  </a:lnTo>
                  <a:lnTo>
                    <a:pt x="6140997" y="0"/>
                  </a:lnTo>
                  <a:lnTo>
                    <a:pt x="6140182" y="0"/>
                  </a:lnTo>
                  <a:lnTo>
                    <a:pt x="6139367" y="0"/>
                  </a:lnTo>
                  <a:lnTo>
                    <a:pt x="6138552" y="0"/>
                  </a:lnTo>
                  <a:lnTo>
                    <a:pt x="6137738" y="0"/>
                  </a:lnTo>
                  <a:lnTo>
                    <a:pt x="6136923" y="0"/>
                  </a:lnTo>
                  <a:lnTo>
                    <a:pt x="6136108" y="0"/>
                  </a:lnTo>
                  <a:lnTo>
                    <a:pt x="6135293" y="0"/>
                  </a:lnTo>
                  <a:lnTo>
                    <a:pt x="6134479" y="0"/>
                  </a:lnTo>
                  <a:lnTo>
                    <a:pt x="6133664" y="0"/>
                  </a:lnTo>
                  <a:lnTo>
                    <a:pt x="6132849" y="0"/>
                  </a:lnTo>
                  <a:lnTo>
                    <a:pt x="6132034" y="0"/>
                  </a:lnTo>
                  <a:lnTo>
                    <a:pt x="6131219" y="0"/>
                  </a:lnTo>
                  <a:lnTo>
                    <a:pt x="6130405" y="0"/>
                  </a:lnTo>
                  <a:lnTo>
                    <a:pt x="6129590" y="0"/>
                  </a:lnTo>
                  <a:lnTo>
                    <a:pt x="6128775" y="0"/>
                  </a:lnTo>
                  <a:lnTo>
                    <a:pt x="6127960" y="0"/>
                  </a:lnTo>
                  <a:lnTo>
                    <a:pt x="6127145" y="0"/>
                  </a:lnTo>
                  <a:lnTo>
                    <a:pt x="6126331" y="0"/>
                  </a:lnTo>
                  <a:lnTo>
                    <a:pt x="6125516" y="0"/>
                  </a:lnTo>
                  <a:lnTo>
                    <a:pt x="6124701" y="0"/>
                  </a:lnTo>
                  <a:lnTo>
                    <a:pt x="6123886" y="0"/>
                  </a:lnTo>
                  <a:lnTo>
                    <a:pt x="6123072" y="0"/>
                  </a:lnTo>
                  <a:lnTo>
                    <a:pt x="6122257" y="0"/>
                  </a:lnTo>
                  <a:lnTo>
                    <a:pt x="6121442" y="0"/>
                  </a:lnTo>
                  <a:lnTo>
                    <a:pt x="6120627" y="0"/>
                  </a:lnTo>
                  <a:lnTo>
                    <a:pt x="6119812" y="0"/>
                  </a:lnTo>
                  <a:lnTo>
                    <a:pt x="6118998" y="0"/>
                  </a:lnTo>
                  <a:lnTo>
                    <a:pt x="6118183" y="0"/>
                  </a:lnTo>
                  <a:lnTo>
                    <a:pt x="6117368" y="0"/>
                  </a:lnTo>
                  <a:lnTo>
                    <a:pt x="6116553" y="0"/>
                  </a:lnTo>
                  <a:lnTo>
                    <a:pt x="6115739" y="0"/>
                  </a:lnTo>
                  <a:lnTo>
                    <a:pt x="6114924" y="0"/>
                  </a:lnTo>
                  <a:lnTo>
                    <a:pt x="6114109" y="0"/>
                  </a:lnTo>
                  <a:lnTo>
                    <a:pt x="6113294" y="0"/>
                  </a:lnTo>
                  <a:lnTo>
                    <a:pt x="6112479" y="0"/>
                  </a:lnTo>
                  <a:lnTo>
                    <a:pt x="6111665" y="0"/>
                  </a:lnTo>
                  <a:lnTo>
                    <a:pt x="6110850" y="0"/>
                  </a:lnTo>
                  <a:lnTo>
                    <a:pt x="6110035" y="0"/>
                  </a:lnTo>
                  <a:lnTo>
                    <a:pt x="6109220" y="0"/>
                  </a:lnTo>
                  <a:lnTo>
                    <a:pt x="6108406" y="0"/>
                  </a:lnTo>
                  <a:lnTo>
                    <a:pt x="6107591" y="0"/>
                  </a:lnTo>
                  <a:lnTo>
                    <a:pt x="6106776" y="0"/>
                  </a:lnTo>
                  <a:lnTo>
                    <a:pt x="6105961" y="0"/>
                  </a:lnTo>
                  <a:lnTo>
                    <a:pt x="6105146" y="0"/>
                  </a:lnTo>
                  <a:lnTo>
                    <a:pt x="6104332" y="0"/>
                  </a:lnTo>
                  <a:lnTo>
                    <a:pt x="6103517" y="0"/>
                  </a:lnTo>
                  <a:lnTo>
                    <a:pt x="6102702" y="0"/>
                  </a:lnTo>
                  <a:lnTo>
                    <a:pt x="6101887" y="0"/>
                  </a:lnTo>
                  <a:lnTo>
                    <a:pt x="6101073" y="0"/>
                  </a:lnTo>
                  <a:lnTo>
                    <a:pt x="6100258" y="0"/>
                  </a:lnTo>
                  <a:lnTo>
                    <a:pt x="6099443" y="0"/>
                  </a:lnTo>
                  <a:lnTo>
                    <a:pt x="6098628" y="0"/>
                  </a:lnTo>
                  <a:lnTo>
                    <a:pt x="6097813" y="0"/>
                  </a:lnTo>
                  <a:lnTo>
                    <a:pt x="6096999" y="0"/>
                  </a:lnTo>
                  <a:lnTo>
                    <a:pt x="6096184" y="0"/>
                  </a:lnTo>
                  <a:lnTo>
                    <a:pt x="6095369" y="0"/>
                  </a:lnTo>
                  <a:lnTo>
                    <a:pt x="6094554" y="0"/>
                  </a:lnTo>
                  <a:lnTo>
                    <a:pt x="6093739" y="0"/>
                  </a:lnTo>
                  <a:lnTo>
                    <a:pt x="6092925" y="0"/>
                  </a:lnTo>
                  <a:lnTo>
                    <a:pt x="6092110" y="0"/>
                  </a:lnTo>
                  <a:lnTo>
                    <a:pt x="6091295" y="0"/>
                  </a:lnTo>
                  <a:lnTo>
                    <a:pt x="6090480" y="0"/>
                  </a:lnTo>
                  <a:lnTo>
                    <a:pt x="6089666" y="0"/>
                  </a:lnTo>
                  <a:lnTo>
                    <a:pt x="6088851" y="0"/>
                  </a:lnTo>
                  <a:lnTo>
                    <a:pt x="6088036" y="0"/>
                  </a:lnTo>
                  <a:lnTo>
                    <a:pt x="6087221" y="0"/>
                  </a:lnTo>
                  <a:lnTo>
                    <a:pt x="6086406" y="0"/>
                  </a:lnTo>
                  <a:lnTo>
                    <a:pt x="6085592" y="0"/>
                  </a:lnTo>
                  <a:lnTo>
                    <a:pt x="6084777" y="0"/>
                  </a:lnTo>
                  <a:lnTo>
                    <a:pt x="6083962" y="0"/>
                  </a:lnTo>
                  <a:lnTo>
                    <a:pt x="6083147" y="0"/>
                  </a:lnTo>
                  <a:lnTo>
                    <a:pt x="6082333" y="0"/>
                  </a:lnTo>
                  <a:lnTo>
                    <a:pt x="6081518" y="0"/>
                  </a:lnTo>
                  <a:lnTo>
                    <a:pt x="6080703" y="0"/>
                  </a:lnTo>
                  <a:lnTo>
                    <a:pt x="6079888" y="0"/>
                  </a:lnTo>
                  <a:lnTo>
                    <a:pt x="6079073" y="0"/>
                  </a:lnTo>
                  <a:lnTo>
                    <a:pt x="6078259" y="0"/>
                  </a:lnTo>
                  <a:lnTo>
                    <a:pt x="6077444" y="0"/>
                  </a:lnTo>
                  <a:lnTo>
                    <a:pt x="6076629" y="0"/>
                  </a:lnTo>
                  <a:lnTo>
                    <a:pt x="6075814" y="0"/>
                  </a:lnTo>
                  <a:lnTo>
                    <a:pt x="6075000" y="0"/>
                  </a:lnTo>
                  <a:lnTo>
                    <a:pt x="6074185" y="0"/>
                  </a:lnTo>
                  <a:lnTo>
                    <a:pt x="6073370" y="0"/>
                  </a:lnTo>
                  <a:lnTo>
                    <a:pt x="6072555" y="0"/>
                  </a:lnTo>
                  <a:lnTo>
                    <a:pt x="6071740" y="0"/>
                  </a:lnTo>
                  <a:lnTo>
                    <a:pt x="6070926" y="0"/>
                  </a:lnTo>
                  <a:lnTo>
                    <a:pt x="6070111" y="0"/>
                  </a:lnTo>
                  <a:lnTo>
                    <a:pt x="6069296" y="0"/>
                  </a:lnTo>
                  <a:lnTo>
                    <a:pt x="6068481" y="0"/>
                  </a:lnTo>
                  <a:lnTo>
                    <a:pt x="6067667" y="0"/>
                  </a:lnTo>
                  <a:lnTo>
                    <a:pt x="6066852" y="0"/>
                  </a:lnTo>
                  <a:lnTo>
                    <a:pt x="6066037" y="0"/>
                  </a:lnTo>
                  <a:lnTo>
                    <a:pt x="6065222" y="0"/>
                  </a:lnTo>
                  <a:lnTo>
                    <a:pt x="6064407" y="0"/>
                  </a:lnTo>
                  <a:lnTo>
                    <a:pt x="6063593" y="0"/>
                  </a:lnTo>
                  <a:lnTo>
                    <a:pt x="6062778" y="0"/>
                  </a:lnTo>
                  <a:lnTo>
                    <a:pt x="6061963" y="0"/>
                  </a:lnTo>
                  <a:lnTo>
                    <a:pt x="6061148" y="0"/>
                  </a:lnTo>
                  <a:lnTo>
                    <a:pt x="6060334" y="0"/>
                  </a:lnTo>
                  <a:lnTo>
                    <a:pt x="6059519" y="0"/>
                  </a:lnTo>
                  <a:lnTo>
                    <a:pt x="6058704" y="0"/>
                  </a:lnTo>
                  <a:lnTo>
                    <a:pt x="6057889" y="0"/>
                  </a:lnTo>
                  <a:lnTo>
                    <a:pt x="6057074" y="0"/>
                  </a:lnTo>
                  <a:lnTo>
                    <a:pt x="6056260" y="0"/>
                  </a:lnTo>
                  <a:lnTo>
                    <a:pt x="6055445" y="0"/>
                  </a:lnTo>
                  <a:lnTo>
                    <a:pt x="6054630" y="0"/>
                  </a:lnTo>
                  <a:lnTo>
                    <a:pt x="6053815" y="0"/>
                  </a:lnTo>
                  <a:lnTo>
                    <a:pt x="6053000" y="0"/>
                  </a:lnTo>
                  <a:lnTo>
                    <a:pt x="6052186" y="0"/>
                  </a:lnTo>
                  <a:lnTo>
                    <a:pt x="6051371" y="0"/>
                  </a:lnTo>
                  <a:lnTo>
                    <a:pt x="6050556" y="0"/>
                  </a:lnTo>
                  <a:lnTo>
                    <a:pt x="6049741" y="0"/>
                  </a:lnTo>
                  <a:lnTo>
                    <a:pt x="6048927" y="0"/>
                  </a:lnTo>
                  <a:lnTo>
                    <a:pt x="6048112" y="0"/>
                  </a:lnTo>
                  <a:lnTo>
                    <a:pt x="6047297" y="0"/>
                  </a:lnTo>
                  <a:lnTo>
                    <a:pt x="6046482" y="0"/>
                  </a:lnTo>
                  <a:lnTo>
                    <a:pt x="6045667" y="0"/>
                  </a:lnTo>
                  <a:lnTo>
                    <a:pt x="6044853" y="0"/>
                  </a:lnTo>
                  <a:lnTo>
                    <a:pt x="6044038" y="0"/>
                  </a:lnTo>
                  <a:lnTo>
                    <a:pt x="6043223" y="0"/>
                  </a:lnTo>
                  <a:lnTo>
                    <a:pt x="6042408" y="0"/>
                  </a:lnTo>
                  <a:lnTo>
                    <a:pt x="6041594" y="0"/>
                  </a:lnTo>
                  <a:lnTo>
                    <a:pt x="6040779" y="0"/>
                  </a:lnTo>
                  <a:lnTo>
                    <a:pt x="6039964" y="0"/>
                  </a:lnTo>
                  <a:lnTo>
                    <a:pt x="6039149" y="0"/>
                  </a:lnTo>
                  <a:lnTo>
                    <a:pt x="6038334" y="0"/>
                  </a:lnTo>
                  <a:lnTo>
                    <a:pt x="6037520" y="0"/>
                  </a:lnTo>
                  <a:lnTo>
                    <a:pt x="6036705" y="0"/>
                  </a:lnTo>
                  <a:lnTo>
                    <a:pt x="6035890" y="0"/>
                  </a:lnTo>
                  <a:lnTo>
                    <a:pt x="6035075" y="0"/>
                  </a:lnTo>
                  <a:lnTo>
                    <a:pt x="6034261" y="0"/>
                  </a:lnTo>
                  <a:lnTo>
                    <a:pt x="6033446" y="0"/>
                  </a:lnTo>
                  <a:lnTo>
                    <a:pt x="6032631" y="0"/>
                  </a:lnTo>
                  <a:lnTo>
                    <a:pt x="6031816" y="0"/>
                  </a:lnTo>
                  <a:lnTo>
                    <a:pt x="6031001" y="0"/>
                  </a:lnTo>
                  <a:lnTo>
                    <a:pt x="6030187" y="0"/>
                  </a:lnTo>
                  <a:lnTo>
                    <a:pt x="6029372" y="0"/>
                  </a:lnTo>
                  <a:lnTo>
                    <a:pt x="6028557" y="0"/>
                  </a:lnTo>
                  <a:lnTo>
                    <a:pt x="6027742" y="0"/>
                  </a:lnTo>
                  <a:lnTo>
                    <a:pt x="6026928" y="0"/>
                  </a:lnTo>
                  <a:lnTo>
                    <a:pt x="6026113" y="0"/>
                  </a:lnTo>
                  <a:lnTo>
                    <a:pt x="6025298" y="0"/>
                  </a:lnTo>
                  <a:lnTo>
                    <a:pt x="6024483" y="0"/>
                  </a:lnTo>
                  <a:lnTo>
                    <a:pt x="6023668" y="0"/>
                  </a:lnTo>
                  <a:lnTo>
                    <a:pt x="6022854" y="0"/>
                  </a:lnTo>
                  <a:lnTo>
                    <a:pt x="6022039" y="0"/>
                  </a:lnTo>
                  <a:lnTo>
                    <a:pt x="6021224" y="0"/>
                  </a:lnTo>
                  <a:lnTo>
                    <a:pt x="6020409" y="0"/>
                  </a:lnTo>
                  <a:lnTo>
                    <a:pt x="6019595" y="0"/>
                  </a:lnTo>
                  <a:lnTo>
                    <a:pt x="6018780" y="0"/>
                  </a:lnTo>
                  <a:lnTo>
                    <a:pt x="6017965" y="0"/>
                  </a:lnTo>
                  <a:lnTo>
                    <a:pt x="6017150" y="0"/>
                  </a:lnTo>
                  <a:lnTo>
                    <a:pt x="6016335" y="0"/>
                  </a:lnTo>
                  <a:lnTo>
                    <a:pt x="6015521" y="0"/>
                  </a:lnTo>
                  <a:lnTo>
                    <a:pt x="6014706" y="0"/>
                  </a:lnTo>
                  <a:lnTo>
                    <a:pt x="6013891" y="0"/>
                  </a:lnTo>
                  <a:lnTo>
                    <a:pt x="6013076" y="0"/>
                  </a:lnTo>
                  <a:lnTo>
                    <a:pt x="6012261" y="0"/>
                  </a:lnTo>
                  <a:lnTo>
                    <a:pt x="6011447" y="0"/>
                  </a:lnTo>
                  <a:lnTo>
                    <a:pt x="6010632" y="0"/>
                  </a:lnTo>
                  <a:lnTo>
                    <a:pt x="6009817" y="0"/>
                  </a:lnTo>
                  <a:lnTo>
                    <a:pt x="6009002" y="0"/>
                  </a:lnTo>
                  <a:lnTo>
                    <a:pt x="6008188" y="0"/>
                  </a:lnTo>
                  <a:lnTo>
                    <a:pt x="6007373" y="0"/>
                  </a:lnTo>
                  <a:lnTo>
                    <a:pt x="6006558" y="0"/>
                  </a:lnTo>
                  <a:lnTo>
                    <a:pt x="6005743" y="0"/>
                  </a:lnTo>
                  <a:lnTo>
                    <a:pt x="6004928" y="0"/>
                  </a:lnTo>
                  <a:lnTo>
                    <a:pt x="6004114" y="0"/>
                  </a:lnTo>
                  <a:lnTo>
                    <a:pt x="6003299" y="0"/>
                  </a:lnTo>
                  <a:lnTo>
                    <a:pt x="6002484" y="0"/>
                  </a:lnTo>
                  <a:lnTo>
                    <a:pt x="6001669" y="0"/>
                  </a:lnTo>
                  <a:lnTo>
                    <a:pt x="6000855" y="0"/>
                  </a:lnTo>
                  <a:lnTo>
                    <a:pt x="6000040" y="0"/>
                  </a:lnTo>
                  <a:lnTo>
                    <a:pt x="5999225" y="0"/>
                  </a:lnTo>
                  <a:lnTo>
                    <a:pt x="5998410" y="0"/>
                  </a:lnTo>
                  <a:lnTo>
                    <a:pt x="5997595" y="0"/>
                  </a:lnTo>
                  <a:lnTo>
                    <a:pt x="5996781" y="0"/>
                  </a:lnTo>
                  <a:lnTo>
                    <a:pt x="5995966" y="0"/>
                  </a:lnTo>
                  <a:lnTo>
                    <a:pt x="5995151" y="0"/>
                  </a:lnTo>
                  <a:lnTo>
                    <a:pt x="5994336" y="0"/>
                  </a:lnTo>
                  <a:lnTo>
                    <a:pt x="5993522" y="0"/>
                  </a:lnTo>
                  <a:lnTo>
                    <a:pt x="5992707" y="0"/>
                  </a:lnTo>
                  <a:lnTo>
                    <a:pt x="5991892" y="0"/>
                  </a:lnTo>
                  <a:lnTo>
                    <a:pt x="5991077" y="0"/>
                  </a:lnTo>
                  <a:lnTo>
                    <a:pt x="5990262" y="0"/>
                  </a:lnTo>
                  <a:lnTo>
                    <a:pt x="5989448" y="0"/>
                  </a:lnTo>
                  <a:lnTo>
                    <a:pt x="5988633" y="0"/>
                  </a:lnTo>
                  <a:lnTo>
                    <a:pt x="5987818" y="0"/>
                  </a:lnTo>
                  <a:lnTo>
                    <a:pt x="5987003" y="0"/>
                  </a:lnTo>
                  <a:lnTo>
                    <a:pt x="5986189" y="0"/>
                  </a:lnTo>
                  <a:lnTo>
                    <a:pt x="5985374" y="0"/>
                  </a:lnTo>
                  <a:lnTo>
                    <a:pt x="5984559" y="0"/>
                  </a:lnTo>
                  <a:lnTo>
                    <a:pt x="5983744" y="0"/>
                  </a:lnTo>
                  <a:lnTo>
                    <a:pt x="5982929" y="0"/>
                  </a:lnTo>
                  <a:lnTo>
                    <a:pt x="5982115" y="0"/>
                  </a:lnTo>
                  <a:lnTo>
                    <a:pt x="5981300" y="0"/>
                  </a:lnTo>
                  <a:lnTo>
                    <a:pt x="5980485" y="0"/>
                  </a:lnTo>
                  <a:lnTo>
                    <a:pt x="5979670" y="0"/>
                  </a:lnTo>
                  <a:lnTo>
                    <a:pt x="5978856" y="0"/>
                  </a:lnTo>
                  <a:lnTo>
                    <a:pt x="5978041" y="0"/>
                  </a:lnTo>
                  <a:lnTo>
                    <a:pt x="5977226" y="0"/>
                  </a:lnTo>
                  <a:lnTo>
                    <a:pt x="5976411" y="0"/>
                  </a:lnTo>
                  <a:lnTo>
                    <a:pt x="5975596" y="0"/>
                  </a:lnTo>
                  <a:lnTo>
                    <a:pt x="5974782" y="0"/>
                  </a:lnTo>
                  <a:lnTo>
                    <a:pt x="5973967" y="0"/>
                  </a:lnTo>
                  <a:lnTo>
                    <a:pt x="5973152" y="0"/>
                  </a:lnTo>
                  <a:lnTo>
                    <a:pt x="5972337" y="0"/>
                  </a:lnTo>
                  <a:lnTo>
                    <a:pt x="5971522" y="0"/>
                  </a:lnTo>
                  <a:lnTo>
                    <a:pt x="5970708" y="0"/>
                  </a:lnTo>
                  <a:lnTo>
                    <a:pt x="5969893" y="0"/>
                  </a:lnTo>
                  <a:lnTo>
                    <a:pt x="5969078" y="0"/>
                  </a:lnTo>
                  <a:lnTo>
                    <a:pt x="5968263" y="0"/>
                  </a:lnTo>
                  <a:lnTo>
                    <a:pt x="5967449" y="0"/>
                  </a:lnTo>
                  <a:lnTo>
                    <a:pt x="5966634" y="0"/>
                  </a:lnTo>
                  <a:lnTo>
                    <a:pt x="5965819" y="0"/>
                  </a:lnTo>
                  <a:lnTo>
                    <a:pt x="5965004" y="0"/>
                  </a:lnTo>
                  <a:lnTo>
                    <a:pt x="5964189" y="0"/>
                  </a:lnTo>
                  <a:lnTo>
                    <a:pt x="5963375" y="0"/>
                  </a:lnTo>
                  <a:lnTo>
                    <a:pt x="5962560" y="0"/>
                  </a:lnTo>
                  <a:lnTo>
                    <a:pt x="5961745" y="0"/>
                  </a:lnTo>
                  <a:lnTo>
                    <a:pt x="5960930" y="0"/>
                  </a:lnTo>
                  <a:lnTo>
                    <a:pt x="5960116" y="0"/>
                  </a:lnTo>
                  <a:lnTo>
                    <a:pt x="5959301" y="0"/>
                  </a:lnTo>
                  <a:lnTo>
                    <a:pt x="5958486" y="0"/>
                  </a:lnTo>
                  <a:lnTo>
                    <a:pt x="5957671" y="0"/>
                  </a:lnTo>
                  <a:lnTo>
                    <a:pt x="5956856" y="0"/>
                  </a:lnTo>
                  <a:lnTo>
                    <a:pt x="5956042" y="0"/>
                  </a:lnTo>
                  <a:lnTo>
                    <a:pt x="5955227" y="0"/>
                  </a:lnTo>
                  <a:lnTo>
                    <a:pt x="5954412" y="0"/>
                  </a:lnTo>
                  <a:lnTo>
                    <a:pt x="5953597" y="0"/>
                  </a:lnTo>
                  <a:lnTo>
                    <a:pt x="5952783" y="0"/>
                  </a:lnTo>
                  <a:lnTo>
                    <a:pt x="5951968" y="0"/>
                  </a:lnTo>
                  <a:lnTo>
                    <a:pt x="5951153" y="0"/>
                  </a:lnTo>
                  <a:lnTo>
                    <a:pt x="5950338" y="0"/>
                  </a:lnTo>
                  <a:lnTo>
                    <a:pt x="5949523" y="0"/>
                  </a:lnTo>
                  <a:lnTo>
                    <a:pt x="5948709" y="0"/>
                  </a:lnTo>
                  <a:lnTo>
                    <a:pt x="5947894" y="0"/>
                  </a:lnTo>
                  <a:lnTo>
                    <a:pt x="5947079" y="0"/>
                  </a:lnTo>
                  <a:lnTo>
                    <a:pt x="5946264" y="0"/>
                  </a:lnTo>
                  <a:lnTo>
                    <a:pt x="5945450" y="0"/>
                  </a:lnTo>
                  <a:lnTo>
                    <a:pt x="5944635" y="0"/>
                  </a:lnTo>
                  <a:lnTo>
                    <a:pt x="5943820" y="0"/>
                  </a:lnTo>
                  <a:lnTo>
                    <a:pt x="5943005" y="0"/>
                  </a:lnTo>
                  <a:lnTo>
                    <a:pt x="5942190" y="0"/>
                  </a:lnTo>
                  <a:lnTo>
                    <a:pt x="5941376" y="0"/>
                  </a:lnTo>
                  <a:lnTo>
                    <a:pt x="5940561" y="0"/>
                  </a:lnTo>
                  <a:lnTo>
                    <a:pt x="5939746" y="0"/>
                  </a:lnTo>
                  <a:lnTo>
                    <a:pt x="5938931" y="0"/>
                  </a:lnTo>
                  <a:lnTo>
                    <a:pt x="5938117" y="0"/>
                  </a:lnTo>
                  <a:lnTo>
                    <a:pt x="5937302" y="0"/>
                  </a:lnTo>
                  <a:lnTo>
                    <a:pt x="5936487" y="0"/>
                  </a:lnTo>
                  <a:lnTo>
                    <a:pt x="5935672" y="0"/>
                  </a:lnTo>
                  <a:lnTo>
                    <a:pt x="5934857" y="0"/>
                  </a:lnTo>
                  <a:lnTo>
                    <a:pt x="5934043" y="0"/>
                  </a:lnTo>
                  <a:lnTo>
                    <a:pt x="5933228" y="0"/>
                  </a:lnTo>
                  <a:lnTo>
                    <a:pt x="5932413" y="0"/>
                  </a:lnTo>
                  <a:lnTo>
                    <a:pt x="5931598" y="0"/>
                  </a:lnTo>
                  <a:lnTo>
                    <a:pt x="5930783" y="0"/>
                  </a:lnTo>
                  <a:lnTo>
                    <a:pt x="5929969" y="0"/>
                  </a:lnTo>
                  <a:lnTo>
                    <a:pt x="5929154" y="0"/>
                  </a:lnTo>
                  <a:lnTo>
                    <a:pt x="5928339" y="0"/>
                  </a:lnTo>
                  <a:lnTo>
                    <a:pt x="5927524" y="0"/>
                  </a:lnTo>
                  <a:lnTo>
                    <a:pt x="5926710" y="0"/>
                  </a:lnTo>
                  <a:lnTo>
                    <a:pt x="5925895" y="0"/>
                  </a:lnTo>
                  <a:lnTo>
                    <a:pt x="5925080" y="0"/>
                  </a:lnTo>
                  <a:lnTo>
                    <a:pt x="5924265" y="0"/>
                  </a:lnTo>
                  <a:lnTo>
                    <a:pt x="5923450" y="0"/>
                  </a:lnTo>
                  <a:lnTo>
                    <a:pt x="5922636" y="0"/>
                  </a:lnTo>
                  <a:lnTo>
                    <a:pt x="5921821" y="0"/>
                  </a:lnTo>
                  <a:lnTo>
                    <a:pt x="5921006" y="0"/>
                  </a:lnTo>
                  <a:lnTo>
                    <a:pt x="5920191" y="0"/>
                  </a:lnTo>
                  <a:lnTo>
                    <a:pt x="5919377" y="0"/>
                  </a:lnTo>
                  <a:lnTo>
                    <a:pt x="5918562" y="0"/>
                  </a:lnTo>
                  <a:lnTo>
                    <a:pt x="5917747" y="0"/>
                  </a:lnTo>
                  <a:lnTo>
                    <a:pt x="5916932" y="0"/>
                  </a:lnTo>
                  <a:lnTo>
                    <a:pt x="5916117" y="0"/>
                  </a:lnTo>
                  <a:lnTo>
                    <a:pt x="5915303" y="0"/>
                  </a:lnTo>
                  <a:lnTo>
                    <a:pt x="5914488" y="0"/>
                  </a:lnTo>
                  <a:lnTo>
                    <a:pt x="5913673" y="0"/>
                  </a:lnTo>
                  <a:lnTo>
                    <a:pt x="5912858" y="0"/>
                  </a:lnTo>
                  <a:lnTo>
                    <a:pt x="5912044" y="0"/>
                  </a:lnTo>
                  <a:lnTo>
                    <a:pt x="5911229" y="0"/>
                  </a:lnTo>
                  <a:lnTo>
                    <a:pt x="5910414" y="0"/>
                  </a:lnTo>
                  <a:lnTo>
                    <a:pt x="5909599" y="0"/>
                  </a:lnTo>
                  <a:lnTo>
                    <a:pt x="5908784" y="0"/>
                  </a:lnTo>
                  <a:lnTo>
                    <a:pt x="5907970" y="0"/>
                  </a:lnTo>
                  <a:lnTo>
                    <a:pt x="5907155" y="0"/>
                  </a:lnTo>
                  <a:lnTo>
                    <a:pt x="5906340" y="0"/>
                  </a:lnTo>
                  <a:lnTo>
                    <a:pt x="5905525" y="0"/>
                  </a:lnTo>
                  <a:lnTo>
                    <a:pt x="5904711" y="0"/>
                  </a:lnTo>
                  <a:lnTo>
                    <a:pt x="5903896" y="0"/>
                  </a:lnTo>
                  <a:lnTo>
                    <a:pt x="5903081" y="0"/>
                  </a:lnTo>
                  <a:lnTo>
                    <a:pt x="5902266" y="0"/>
                  </a:lnTo>
                  <a:lnTo>
                    <a:pt x="5901451" y="0"/>
                  </a:lnTo>
                  <a:lnTo>
                    <a:pt x="5900637" y="0"/>
                  </a:lnTo>
                  <a:lnTo>
                    <a:pt x="5899822" y="0"/>
                  </a:lnTo>
                  <a:lnTo>
                    <a:pt x="5899007" y="0"/>
                  </a:lnTo>
                  <a:lnTo>
                    <a:pt x="5898192" y="0"/>
                  </a:lnTo>
                  <a:lnTo>
                    <a:pt x="5897378" y="0"/>
                  </a:lnTo>
                  <a:lnTo>
                    <a:pt x="5896563" y="0"/>
                  </a:lnTo>
                  <a:lnTo>
                    <a:pt x="5895748" y="0"/>
                  </a:lnTo>
                  <a:lnTo>
                    <a:pt x="5894933" y="0"/>
                  </a:lnTo>
                  <a:lnTo>
                    <a:pt x="5894118" y="0"/>
                  </a:lnTo>
                  <a:lnTo>
                    <a:pt x="5893304" y="0"/>
                  </a:lnTo>
                  <a:lnTo>
                    <a:pt x="5892489" y="0"/>
                  </a:lnTo>
                  <a:lnTo>
                    <a:pt x="5891674" y="0"/>
                  </a:lnTo>
                  <a:lnTo>
                    <a:pt x="5890859" y="0"/>
                  </a:lnTo>
                  <a:lnTo>
                    <a:pt x="5890044" y="0"/>
                  </a:lnTo>
                  <a:lnTo>
                    <a:pt x="5889230" y="0"/>
                  </a:lnTo>
                  <a:lnTo>
                    <a:pt x="5888415" y="0"/>
                  </a:lnTo>
                  <a:lnTo>
                    <a:pt x="5887600" y="0"/>
                  </a:lnTo>
                  <a:lnTo>
                    <a:pt x="5886785" y="0"/>
                  </a:lnTo>
                  <a:lnTo>
                    <a:pt x="5885971" y="0"/>
                  </a:lnTo>
                  <a:lnTo>
                    <a:pt x="5885156" y="0"/>
                  </a:lnTo>
                  <a:lnTo>
                    <a:pt x="5884341" y="0"/>
                  </a:lnTo>
                  <a:lnTo>
                    <a:pt x="5883526" y="0"/>
                  </a:lnTo>
                  <a:lnTo>
                    <a:pt x="5882711" y="0"/>
                  </a:lnTo>
                  <a:lnTo>
                    <a:pt x="5881897" y="0"/>
                  </a:lnTo>
                  <a:lnTo>
                    <a:pt x="5881082" y="0"/>
                  </a:lnTo>
                  <a:lnTo>
                    <a:pt x="5880267" y="0"/>
                  </a:lnTo>
                  <a:lnTo>
                    <a:pt x="5879452" y="0"/>
                  </a:lnTo>
                  <a:lnTo>
                    <a:pt x="5878638" y="0"/>
                  </a:lnTo>
                  <a:lnTo>
                    <a:pt x="5877823" y="0"/>
                  </a:lnTo>
                  <a:lnTo>
                    <a:pt x="5877008" y="0"/>
                  </a:lnTo>
                  <a:lnTo>
                    <a:pt x="5876193" y="0"/>
                  </a:lnTo>
                  <a:lnTo>
                    <a:pt x="5875378" y="0"/>
                  </a:lnTo>
                  <a:lnTo>
                    <a:pt x="5874564" y="0"/>
                  </a:lnTo>
                  <a:lnTo>
                    <a:pt x="5873749" y="0"/>
                  </a:lnTo>
                  <a:lnTo>
                    <a:pt x="5872934" y="0"/>
                  </a:lnTo>
                  <a:lnTo>
                    <a:pt x="5872119" y="0"/>
                  </a:lnTo>
                  <a:lnTo>
                    <a:pt x="5871305" y="0"/>
                  </a:lnTo>
                  <a:lnTo>
                    <a:pt x="5870490" y="0"/>
                  </a:lnTo>
                  <a:lnTo>
                    <a:pt x="5869675" y="0"/>
                  </a:lnTo>
                  <a:lnTo>
                    <a:pt x="5868860" y="0"/>
                  </a:lnTo>
                  <a:lnTo>
                    <a:pt x="5868045" y="0"/>
                  </a:lnTo>
                  <a:lnTo>
                    <a:pt x="5867231" y="0"/>
                  </a:lnTo>
                  <a:lnTo>
                    <a:pt x="5866416" y="0"/>
                  </a:lnTo>
                  <a:lnTo>
                    <a:pt x="5865601" y="0"/>
                  </a:lnTo>
                  <a:lnTo>
                    <a:pt x="5864786" y="0"/>
                  </a:lnTo>
                  <a:lnTo>
                    <a:pt x="5863972" y="0"/>
                  </a:lnTo>
                  <a:lnTo>
                    <a:pt x="5863157" y="0"/>
                  </a:lnTo>
                  <a:lnTo>
                    <a:pt x="5862342" y="0"/>
                  </a:lnTo>
                  <a:lnTo>
                    <a:pt x="5861527" y="0"/>
                  </a:lnTo>
                  <a:lnTo>
                    <a:pt x="5860712" y="0"/>
                  </a:lnTo>
                  <a:lnTo>
                    <a:pt x="5859898" y="0"/>
                  </a:lnTo>
                  <a:lnTo>
                    <a:pt x="5859083" y="0"/>
                  </a:lnTo>
                  <a:lnTo>
                    <a:pt x="5858268" y="0"/>
                  </a:lnTo>
                  <a:lnTo>
                    <a:pt x="5857453" y="0"/>
                  </a:lnTo>
                  <a:lnTo>
                    <a:pt x="5856639" y="0"/>
                  </a:lnTo>
                  <a:lnTo>
                    <a:pt x="5855824" y="0"/>
                  </a:lnTo>
                  <a:lnTo>
                    <a:pt x="5855009" y="0"/>
                  </a:lnTo>
                  <a:lnTo>
                    <a:pt x="5854194" y="0"/>
                  </a:lnTo>
                  <a:lnTo>
                    <a:pt x="5853379" y="0"/>
                  </a:lnTo>
                  <a:lnTo>
                    <a:pt x="5852565" y="0"/>
                  </a:lnTo>
                  <a:lnTo>
                    <a:pt x="5851750" y="0"/>
                  </a:lnTo>
                  <a:lnTo>
                    <a:pt x="5850935" y="0"/>
                  </a:lnTo>
                  <a:lnTo>
                    <a:pt x="5850120" y="0"/>
                  </a:lnTo>
                  <a:lnTo>
                    <a:pt x="5849305" y="0"/>
                  </a:lnTo>
                  <a:lnTo>
                    <a:pt x="5848491" y="0"/>
                  </a:lnTo>
                  <a:lnTo>
                    <a:pt x="5847676" y="0"/>
                  </a:lnTo>
                  <a:lnTo>
                    <a:pt x="5846861" y="0"/>
                  </a:lnTo>
                  <a:lnTo>
                    <a:pt x="5846046" y="0"/>
                  </a:lnTo>
                  <a:lnTo>
                    <a:pt x="5845232" y="0"/>
                  </a:lnTo>
                  <a:lnTo>
                    <a:pt x="5844417" y="0"/>
                  </a:lnTo>
                  <a:lnTo>
                    <a:pt x="5843602" y="0"/>
                  </a:lnTo>
                  <a:lnTo>
                    <a:pt x="5842787" y="0"/>
                  </a:lnTo>
                  <a:lnTo>
                    <a:pt x="5841972" y="0"/>
                  </a:lnTo>
                  <a:lnTo>
                    <a:pt x="5841158" y="0"/>
                  </a:lnTo>
                  <a:lnTo>
                    <a:pt x="5840343" y="0"/>
                  </a:lnTo>
                  <a:lnTo>
                    <a:pt x="5839528" y="0"/>
                  </a:lnTo>
                  <a:lnTo>
                    <a:pt x="5838713" y="0"/>
                  </a:lnTo>
                  <a:lnTo>
                    <a:pt x="5837899" y="0"/>
                  </a:lnTo>
                  <a:lnTo>
                    <a:pt x="5837084" y="0"/>
                  </a:lnTo>
                  <a:lnTo>
                    <a:pt x="5836269" y="0"/>
                  </a:lnTo>
                  <a:lnTo>
                    <a:pt x="5835454" y="0"/>
                  </a:lnTo>
                  <a:lnTo>
                    <a:pt x="5834639" y="0"/>
                  </a:lnTo>
                  <a:lnTo>
                    <a:pt x="5833825" y="0"/>
                  </a:lnTo>
                  <a:lnTo>
                    <a:pt x="5833010" y="0"/>
                  </a:lnTo>
                  <a:lnTo>
                    <a:pt x="5832195" y="0"/>
                  </a:lnTo>
                  <a:lnTo>
                    <a:pt x="5831380" y="0"/>
                  </a:lnTo>
                  <a:lnTo>
                    <a:pt x="5830566" y="0"/>
                  </a:lnTo>
                  <a:lnTo>
                    <a:pt x="5829751" y="0"/>
                  </a:lnTo>
                  <a:lnTo>
                    <a:pt x="5828936" y="0"/>
                  </a:lnTo>
                  <a:lnTo>
                    <a:pt x="5828121" y="0"/>
                  </a:lnTo>
                  <a:lnTo>
                    <a:pt x="5827306" y="0"/>
                  </a:lnTo>
                  <a:lnTo>
                    <a:pt x="5826492" y="0"/>
                  </a:lnTo>
                  <a:lnTo>
                    <a:pt x="5825677" y="0"/>
                  </a:lnTo>
                  <a:lnTo>
                    <a:pt x="5824862" y="0"/>
                  </a:lnTo>
                  <a:lnTo>
                    <a:pt x="5824047" y="0"/>
                  </a:lnTo>
                  <a:lnTo>
                    <a:pt x="5823233" y="0"/>
                  </a:lnTo>
                  <a:lnTo>
                    <a:pt x="5822418" y="0"/>
                  </a:lnTo>
                  <a:lnTo>
                    <a:pt x="5821603" y="0"/>
                  </a:lnTo>
                  <a:lnTo>
                    <a:pt x="5820788" y="0"/>
                  </a:lnTo>
                  <a:lnTo>
                    <a:pt x="5819973" y="0"/>
                  </a:lnTo>
                  <a:lnTo>
                    <a:pt x="5819159" y="0"/>
                  </a:lnTo>
                  <a:lnTo>
                    <a:pt x="5818344" y="0"/>
                  </a:lnTo>
                  <a:lnTo>
                    <a:pt x="5817529" y="0"/>
                  </a:lnTo>
                  <a:lnTo>
                    <a:pt x="5816714" y="0"/>
                  </a:lnTo>
                  <a:lnTo>
                    <a:pt x="5815900" y="0"/>
                  </a:lnTo>
                  <a:lnTo>
                    <a:pt x="5815085" y="0"/>
                  </a:lnTo>
                  <a:lnTo>
                    <a:pt x="5814270" y="0"/>
                  </a:lnTo>
                  <a:lnTo>
                    <a:pt x="5813455" y="0"/>
                  </a:lnTo>
                  <a:lnTo>
                    <a:pt x="5812640" y="0"/>
                  </a:lnTo>
                  <a:lnTo>
                    <a:pt x="5811826" y="0"/>
                  </a:lnTo>
                  <a:lnTo>
                    <a:pt x="5811011" y="0"/>
                  </a:lnTo>
                  <a:lnTo>
                    <a:pt x="5810196" y="0"/>
                  </a:lnTo>
                  <a:lnTo>
                    <a:pt x="5809381" y="0"/>
                  </a:lnTo>
                  <a:lnTo>
                    <a:pt x="5808566" y="0"/>
                  </a:lnTo>
                  <a:lnTo>
                    <a:pt x="5807752" y="0"/>
                  </a:lnTo>
                  <a:lnTo>
                    <a:pt x="5806937" y="0"/>
                  </a:lnTo>
                  <a:lnTo>
                    <a:pt x="5806122" y="0"/>
                  </a:lnTo>
                  <a:lnTo>
                    <a:pt x="5805307" y="0"/>
                  </a:lnTo>
                  <a:lnTo>
                    <a:pt x="5804493" y="0"/>
                  </a:lnTo>
                  <a:lnTo>
                    <a:pt x="5803678" y="0"/>
                  </a:lnTo>
                  <a:lnTo>
                    <a:pt x="5802863" y="0"/>
                  </a:lnTo>
                  <a:lnTo>
                    <a:pt x="5802048" y="0"/>
                  </a:lnTo>
                  <a:lnTo>
                    <a:pt x="5801233" y="0"/>
                  </a:lnTo>
                  <a:lnTo>
                    <a:pt x="5800419" y="0"/>
                  </a:lnTo>
                  <a:lnTo>
                    <a:pt x="5799604" y="0"/>
                  </a:lnTo>
                  <a:lnTo>
                    <a:pt x="5798789" y="0"/>
                  </a:lnTo>
                  <a:lnTo>
                    <a:pt x="5797974" y="0"/>
                  </a:lnTo>
                  <a:lnTo>
                    <a:pt x="5797160" y="0"/>
                  </a:lnTo>
                  <a:lnTo>
                    <a:pt x="5796345" y="0"/>
                  </a:lnTo>
                  <a:lnTo>
                    <a:pt x="5795530" y="0"/>
                  </a:lnTo>
                  <a:lnTo>
                    <a:pt x="5794715" y="0"/>
                  </a:lnTo>
                  <a:lnTo>
                    <a:pt x="5793900" y="0"/>
                  </a:lnTo>
                  <a:lnTo>
                    <a:pt x="5793086" y="0"/>
                  </a:lnTo>
                  <a:lnTo>
                    <a:pt x="5792271" y="0"/>
                  </a:lnTo>
                  <a:lnTo>
                    <a:pt x="5791456" y="0"/>
                  </a:lnTo>
                  <a:lnTo>
                    <a:pt x="5790641" y="0"/>
                  </a:lnTo>
                  <a:lnTo>
                    <a:pt x="5789827" y="0"/>
                  </a:lnTo>
                  <a:lnTo>
                    <a:pt x="5789012" y="0"/>
                  </a:lnTo>
                  <a:lnTo>
                    <a:pt x="5788197" y="0"/>
                  </a:lnTo>
                  <a:lnTo>
                    <a:pt x="5787382" y="0"/>
                  </a:lnTo>
                  <a:lnTo>
                    <a:pt x="5786567" y="0"/>
                  </a:lnTo>
                  <a:lnTo>
                    <a:pt x="5785753" y="0"/>
                  </a:lnTo>
                  <a:lnTo>
                    <a:pt x="5784938" y="0"/>
                  </a:lnTo>
                  <a:lnTo>
                    <a:pt x="5784123" y="0"/>
                  </a:lnTo>
                  <a:lnTo>
                    <a:pt x="5783308" y="0"/>
                  </a:lnTo>
                  <a:lnTo>
                    <a:pt x="5782494" y="0"/>
                  </a:lnTo>
                  <a:lnTo>
                    <a:pt x="5781679" y="0"/>
                  </a:lnTo>
                  <a:lnTo>
                    <a:pt x="5780864" y="0"/>
                  </a:lnTo>
                  <a:lnTo>
                    <a:pt x="5780049" y="0"/>
                  </a:lnTo>
                  <a:lnTo>
                    <a:pt x="5779234" y="0"/>
                  </a:lnTo>
                  <a:lnTo>
                    <a:pt x="5778420" y="0"/>
                  </a:lnTo>
                  <a:lnTo>
                    <a:pt x="5777605" y="0"/>
                  </a:lnTo>
                  <a:lnTo>
                    <a:pt x="5776790" y="0"/>
                  </a:lnTo>
                  <a:lnTo>
                    <a:pt x="5775975" y="0"/>
                  </a:lnTo>
                  <a:lnTo>
                    <a:pt x="5775160" y="0"/>
                  </a:lnTo>
                  <a:lnTo>
                    <a:pt x="5774346" y="0"/>
                  </a:lnTo>
                  <a:lnTo>
                    <a:pt x="5773531" y="0"/>
                  </a:lnTo>
                  <a:lnTo>
                    <a:pt x="5772716" y="0"/>
                  </a:lnTo>
                  <a:lnTo>
                    <a:pt x="5771901" y="0"/>
                  </a:lnTo>
                  <a:lnTo>
                    <a:pt x="5771087" y="0"/>
                  </a:lnTo>
                  <a:lnTo>
                    <a:pt x="5770272" y="0"/>
                  </a:lnTo>
                  <a:lnTo>
                    <a:pt x="5769457" y="0"/>
                  </a:lnTo>
                  <a:lnTo>
                    <a:pt x="5768642" y="0"/>
                  </a:lnTo>
                  <a:lnTo>
                    <a:pt x="5767827" y="0"/>
                  </a:lnTo>
                  <a:lnTo>
                    <a:pt x="5767013" y="0"/>
                  </a:lnTo>
                  <a:lnTo>
                    <a:pt x="5766198" y="0"/>
                  </a:lnTo>
                  <a:lnTo>
                    <a:pt x="5765383" y="0"/>
                  </a:lnTo>
                  <a:lnTo>
                    <a:pt x="5764568" y="0"/>
                  </a:lnTo>
                  <a:lnTo>
                    <a:pt x="5763754" y="0"/>
                  </a:lnTo>
                  <a:lnTo>
                    <a:pt x="5762939" y="0"/>
                  </a:lnTo>
                  <a:lnTo>
                    <a:pt x="5762124" y="0"/>
                  </a:lnTo>
                  <a:lnTo>
                    <a:pt x="5761309" y="0"/>
                  </a:lnTo>
                  <a:lnTo>
                    <a:pt x="5760494" y="0"/>
                  </a:lnTo>
                  <a:lnTo>
                    <a:pt x="5759680" y="0"/>
                  </a:lnTo>
                  <a:lnTo>
                    <a:pt x="5758865" y="0"/>
                  </a:lnTo>
                  <a:lnTo>
                    <a:pt x="5758050" y="0"/>
                  </a:lnTo>
                  <a:lnTo>
                    <a:pt x="5757235" y="0"/>
                  </a:lnTo>
                  <a:lnTo>
                    <a:pt x="5756421" y="0"/>
                  </a:lnTo>
                  <a:lnTo>
                    <a:pt x="5755606" y="0"/>
                  </a:lnTo>
                  <a:lnTo>
                    <a:pt x="5754791" y="0"/>
                  </a:lnTo>
                  <a:lnTo>
                    <a:pt x="5753976" y="0"/>
                  </a:lnTo>
                  <a:lnTo>
                    <a:pt x="5753161" y="0"/>
                  </a:lnTo>
                  <a:lnTo>
                    <a:pt x="5752347" y="0"/>
                  </a:lnTo>
                  <a:lnTo>
                    <a:pt x="5751532" y="0"/>
                  </a:lnTo>
                  <a:lnTo>
                    <a:pt x="5750717" y="0"/>
                  </a:lnTo>
                  <a:lnTo>
                    <a:pt x="5749902" y="0"/>
                  </a:lnTo>
                  <a:lnTo>
                    <a:pt x="5749088" y="0"/>
                  </a:lnTo>
                  <a:lnTo>
                    <a:pt x="5748273" y="0"/>
                  </a:lnTo>
                  <a:lnTo>
                    <a:pt x="5747458" y="0"/>
                  </a:lnTo>
                  <a:lnTo>
                    <a:pt x="5746643" y="0"/>
                  </a:lnTo>
                  <a:lnTo>
                    <a:pt x="5745828" y="0"/>
                  </a:lnTo>
                  <a:lnTo>
                    <a:pt x="5745014" y="0"/>
                  </a:lnTo>
                  <a:lnTo>
                    <a:pt x="5744199" y="0"/>
                  </a:lnTo>
                  <a:lnTo>
                    <a:pt x="5743384" y="0"/>
                  </a:lnTo>
                  <a:lnTo>
                    <a:pt x="5742569" y="0"/>
                  </a:lnTo>
                  <a:lnTo>
                    <a:pt x="5741755" y="0"/>
                  </a:lnTo>
                  <a:lnTo>
                    <a:pt x="5740940" y="0"/>
                  </a:lnTo>
                  <a:lnTo>
                    <a:pt x="5740125" y="0"/>
                  </a:lnTo>
                  <a:lnTo>
                    <a:pt x="5739310" y="0"/>
                  </a:lnTo>
                  <a:lnTo>
                    <a:pt x="5738495" y="0"/>
                  </a:lnTo>
                  <a:lnTo>
                    <a:pt x="5737681" y="0"/>
                  </a:lnTo>
                  <a:lnTo>
                    <a:pt x="5736866" y="0"/>
                  </a:lnTo>
                  <a:lnTo>
                    <a:pt x="5736051" y="0"/>
                  </a:lnTo>
                  <a:lnTo>
                    <a:pt x="5735236" y="0"/>
                  </a:lnTo>
                  <a:lnTo>
                    <a:pt x="5734421" y="0"/>
                  </a:lnTo>
                  <a:lnTo>
                    <a:pt x="5733607" y="0"/>
                  </a:lnTo>
                  <a:lnTo>
                    <a:pt x="5732792" y="0"/>
                  </a:lnTo>
                  <a:lnTo>
                    <a:pt x="5731977" y="0"/>
                  </a:lnTo>
                  <a:lnTo>
                    <a:pt x="5731162" y="0"/>
                  </a:lnTo>
                  <a:lnTo>
                    <a:pt x="5730348" y="0"/>
                  </a:lnTo>
                  <a:lnTo>
                    <a:pt x="5729533" y="0"/>
                  </a:lnTo>
                  <a:lnTo>
                    <a:pt x="5728718" y="0"/>
                  </a:lnTo>
                  <a:lnTo>
                    <a:pt x="5727903" y="0"/>
                  </a:lnTo>
                  <a:lnTo>
                    <a:pt x="5727088" y="0"/>
                  </a:lnTo>
                  <a:lnTo>
                    <a:pt x="5726274" y="0"/>
                  </a:lnTo>
                  <a:lnTo>
                    <a:pt x="5725459" y="0"/>
                  </a:lnTo>
                  <a:lnTo>
                    <a:pt x="5724644" y="0"/>
                  </a:lnTo>
                  <a:lnTo>
                    <a:pt x="5723829" y="0"/>
                  </a:lnTo>
                  <a:lnTo>
                    <a:pt x="5723015" y="0"/>
                  </a:lnTo>
                  <a:lnTo>
                    <a:pt x="5722200" y="0"/>
                  </a:lnTo>
                  <a:lnTo>
                    <a:pt x="5721385" y="0"/>
                  </a:lnTo>
                  <a:lnTo>
                    <a:pt x="5720570" y="0"/>
                  </a:lnTo>
                  <a:lnTo>
                    <a:pt x="5719755" y="0"/>
                  </a:lnTo>
                  <a:lnTo>
                    <a:pt x="5718941" y="0"/>
                  </a:lnTo>
                  <a:lnTo>
                    <a:pt x="5718126" y="0"/>
                  </a:lnTo>
                  <a:lnTo>
                    <a:pt x="5717311" y="0"/>
                  </a:lnTo>
                  <a:lnTo>
                    <a:pt x="5716496" y="0"/>
                  </a:lnTo>
                  <a:lnTo>
                    <a:pt x="5715682" y="0"/>
                  </a:lnTo>
                  <a:lnTo>
                    <a:pt x="5714867" y="0"/>
                  </a:lnTo>
                  <a:lnTo>
                    <a:pt x="5714052" y="0"/>
                  </a:lnTo>
                  <a:lnTo>
                    <a:pt x="5713237" y="0"/>
                  </a:lnTo>
                  <a:lnTo>
                    <a:pt x="5712422" y="0"/>
                  </a:lnTo>
                  <a:lnTo>
                    <a:pt x="5711608" y="0"/>
                  </a:lnTo>
                  <a:lnTo>
                    <a:pt x="5710793" y="0"/>
                  </a:lnTo>
                  <a:lnTo>
                    <a:pt x="5709978" y="0"/>
                  </a:lnTo>
                  <a:lnTo>
                    <a:pt x="5709163" y="0"/>
                  </a:lnTo>
                  <a:lnTo>
                    <a:pt x="5708349" y="0"/>
                  </a:lnTo>
                  <a:lnTo>
                    <a:pt x="5707534" y="0"/>
                  </a:lnTo>
                  <a:lnTo>
                    <a:pt x="5706719" y="0"/>
                  </a:lnTo>
                  <a:lnTo>
                    <a:pt x="5705904" y="0"/>
                  </a:lnTo>
                  <a:lnTo>
                    <a:pt x="5705089" y="0"/>
                  </a:lnTo>
                  <a:lnTo>
                    <a:pt x="5704275" y="0"/>
                  </a:lnTo>
                  <a:lnTo>
                    <a:pt x="5703460" y="0"/>
                  </a:lnTo>
                  <a:lnTo>
                    <a:pt x="5702645" y="0"/>
                  </a:lnTo>
                  <a:lnTo>
                    <a:pt x="5701830" y="0"/>
                  </a:lnTo>
                  <a:lnTo>
                    <a:pt x="5701016" y="0"/>
                  </a:lnTo>
                  <a:lnTo>
                    <a:pt x="5700201" y="0"/>
                  </a:lnTo>
                  <a:lnTo>
                    <a:pt x="5699386" y="0"/>
                  </a:lnTo>
                  <a:lnTo>
                    <a:pt x="5698571" y="0"/>
                  </a:lnTo>
                  <a:lnTo>
                    <a:pt x="5697756" y="0"/>
                  </a:lnTo>
                  <a:lnTo>
                    <a:pt x="5696942" y="0"/>
                  </a:lnTo>
                  <a:lnTo>
                    <a:pt x="5696127" y="0"/>
                  </a:lnTo>
                  <a:lnTo>
                    <a:pt x="5695312" y="0"/>
                  </a:lnTo>
                  <a:lnTo>
                    <a:pt x="5694497" y="0"/>
                  </a:lnTo>
                  <a:lnTo>
                    <a:pt x="5693682" y="0"/>
                  </a:lnTo>
                  <a:lnTo>
                    <a:pt x="5692868" y="0"/>
                  </a:lnTo>
                  <a:lnTo>
                    <a:pt x="5692053" y="0"/>
                  </a:lnTo>
                  <a:lnTo>
                    <a:pt x="5691238" y="0"/>
                  </a:lnTo>
                  <a:lnTo>
                    <a:pt x="5690423" y="0"/>
                  </a:lnTo>
                  <a:lnTo>
                    <a:pt x="5689609" y="0"/>
                  </a:lnTo>
                  <a:lnTo>
                    <a:pt x="5688794" y="0"/>
                  </a:lnTo>
                  <a:lnTo>
                    <a:pt x="5687979" y="0"/>
                  </a:lnTo>
                  <a:lnTo>
                    <a:pt x="5687164" y="0"/>
                  </a:lnTo>
                  <a:lnTo>
                    <a:pt x="5686349" y="0"/>
                  </a:lnTo>
                  <a:lnTo>
                    <a:pt x="5685535" y="0"/>
                  </a:lnTo>
                  <a:lnTo>
                    <a:pt x="5684720" y="0"/>
                  </a:lnTo>
                  <a:lnTo>
                    <a:pt x="5683905" y="0"/>
                  </a:lnTo>
                  <a:lnTo>
                    <a:pt x="5683090" y="0"/>
                  </a:lnTo>
                  <a:lnTo>
                    <a:pt x="5682276" y="0"/>
                  </a:lnTo>
                  <a:lnTo>
                    <a:pt x="5681461" y="0"/>
                  </a:lnTo>
                  <a:lnTo>
                    <a:pt x="5680646" y="0"/>
                  </a:lnTo>
                  <a:lnTo>
                    <a:pt x="5679831" y="0"/>
                  </a:lnTo>
                  <a:lnTo>
                    <a:pt x="5679016" y="0"/>
                  </a:lnTo>
                  <a:lnTo>
                    <a:pt x="5678202" y="0"/>
                  </a:lnTo>
                  <a:lnTo>
                    <a:pt x="5677387" y="0"/>
                  </a:lnTo>
                  <a:lnTo>
                    <a:pt x="5676572" y="0"/>
                  </a:lnTo>
                  <a:lnTo>
                    <a:pt x="5675757" y="0"/>
                  </a:lnTo>
                  <a:lnTo>
                    <a:pt x="5674943" y="0"/>
                  </a:lnTo>
                  <a:lnTo>
                    <a:pt x="5674128" y="0"/>
                  </a:lnTo>
                  <a:lnTo>
                    <a:pt x="5673313" y="0"/>
                  </a:lnTo>
                  <a:lnTo>
                    <a:pt x="5672498" y="0"/>
                  </a:lnTo>
                  <a:lnTo>
                    <a:pt x="5671683" y="0"/>
                  </a:lnTo>
                  <a:lnTo>
                    <a:pt x="5670869" y="0"/>
                  </a:lnTo>
                  <a:lnTo>
                    <a:pt x="5670054" y="0"/>
                  </a:lnTo>
                  <a:lnTo>
                    <a:pt x="5669239" y="0"/>
                  </a:lnTo>
                  <a:lnTo>
                    <a:pt x="5668424" y="0"/>
                  </a:lnTo>
                  <a:lnTo>
                    <a:pt x="5667610" y="0"/>
                  </a:lnTo>
                  <a:lnTo>
                    <a:pt x="5666795" y="0"/>
                  </a:lnTo>
                  <a:lnTo>
                    <a:pt x="5665980" y="0"/>
                  </a:lnTo>
                  <a:lnTo>
                    <a:pt x="5665165" y="0"/>
                  </a:lnTo>
                  <a:lnTo>
                    <a:pt x="5664350" y="0"/>
                  </a:lnTo>
                  <a:lnTo>
                    <a:pt x="5663536" y="0"/>
                  </a:lnTo>
                  <a:lnTo>
                    <a:pt x="5662721" y="0"/>
                  </a:lnTo>
                  <a:lnTo>
                    <a:pt x="5661906" y="0"/>
                  </a:lnTo>
                  <a:lnTo>
                    <a:pt x="5661091" y="0"/>
                  </a:lnTo>
                  <a:lnTo>
                    <a:pt x="5660277" y="0"/>
                  </a:lnTo>
                  <a:lnTo>
                    <a:pt x="5659462" y="0"/>
                  </a:lnTo>
                  <a:lnTo>
                    <a:pt x="5658647" y="0"/>
                  </a:lnTo>
                  <a:lnTo>
                    <a:pt x="5657832" y="0"/>
                  </a:lnTo>
                  <a:lnTo>
                    <a:pt x="5657017" y="0"/>
                  </a:lnTo>
                  <a:lnTo>
                    <a:pt x="5656203" y="0"/>
                  </a:lnTo>
                  <a:lnTo>
                    <a:pt x="5655388" y="0"/>
                  </a:lnTo>
                  <a:lnTo>
                    <a:pt x="5654573" y="0"/>
                  </a:lnTo>
                  <a:lnTo>
                    <a:pt x="5653758" y="0"/>
                  </a:lnTo>
                  <a:lnTo>
                    <a:pt x="5652943" y="0"/>
                  </a:lnTo>
                  <a:lnTo>
                    <a:pt x="5652129" y="0"/>
                  </a:lnTo>
                  <a:lnTo>
                    <a:pt x="5651314" y="0"/>
                  </a:lnTo>
                  <a:lnTo>
                    <a:pt x="5650499" y="0"/>
                  </a:lnTo>
                  <a:lnTo>
                    <a:pt x="5649684" y="0"/>
                  </a:lnTo>
                  <a:lnTo>
                    <a:pt x="5648870" y="0"/>
                  </a:lnTo>
                  <a:lnTo>
                    <a:pt x="5648055" y="0"/>
                  </a:lnTo>
                  <a:lnTo>
                    <a:pt x="5647240" y="0"/>
                  </a:lnTo>
                  <a:lnTo>
                    <a:pt x="5646425" y="0"/>
                  </a:lnTo>
                  <a:lnTo>
                    <a:pt x="5645610" y="0"/>
                  </a:lnTo>
                  <a:lnTo>
                    <a:pt x="5644796" y="0"/>
                  </a:lnTo>
                  <a:lnTo>
                    <a:pt x="5643981" y="0"/>
                  </a:lnTo>
                  <a:lnTo>
                    <a:pt x="5643166" y="0"/>
                  </a:lnTo>
                  <a:lnTo>
                    <a:pt x="5642351" y="0"/>
                  </a:lnTo>
                  <a:lnTo>
                    <a:pt x="5641537" y="0"/>
                  </a:lnTo>
                  <a:lnTo>
                    <a:pt x="5640722" y="0"/>
                  </a:lnTo>
                  <a:lnTo>
                    <a:pt x="5639907" y="0"/>
                  </a:lnTo>
                  <a:lnTo>
                    <a:pt x="5639092" y="0"/>
                  </a:lnTo>
                  <a:lnTo>
                    <a:pt x="5638277" y="0"/>
                  </a:lnTo>
                  <a:lnTo>
                    <a:pt x="5637463" y="0"/>
                  </a:lnTo>
                  <a:lnTo>
                    <a:pt x="5636648" y="0"/>
                  </a:lnTo>
                  <a:lnTo>
                    <a:pt x="5635833" y="0"/>
                  </a:lnTo>
                  <a:lnTo>
                    <a:pt x="5635018" y="0"/>
                  </a:lnTo>
                  <a:lnTo>
                    <a:pt x="5634204" y="0"/>
                  </a:lnTo>
                  <a:lnTo>
                    <a:pt x="5633389" y="0"/>
                  </a:lnTo>
                  <a:lnTo>
                    <a:pt x="5632574" y="0"/>
                  </a:lnTo>
                  <a:lnTo>
                    <a:pt x="5631759" y="0"/>
                  </a:lnTo>
                  <a:lnTo>
                    <a:pt x="5630944" y="0"/>
                  </a:lnTo>
                  <a:lnTo>
                    <a:pt x="5630130" y="0"/>
                  </a:lnTo>
                  <a:lnTo>
                    <a:pt x="5629315" y="0"/>
                  </a:lnTo>
                  <a:lnTo>
                    <a:pt x="5628500" y="0"/>
                  </a:lnTo>
                  <a:lnTo>
                    <a:pt x="5627685" y="0"/>
                  </a:lnTo>
                  <a:lnTo>
                    <a:pt x="5626871" y="0"/>
                  </a:lnTo>
                  <a:lnTo>
                    <a:pt x="5626056" y="0"/>
                  </a:lnTo>
                  <a:lnTo>
                    <a:pt x="5625241" y="0"/>
                  </a:lnTo>
                  <a:lnTo>
                    <a:pt x="5624426" y="0"/>
                  </a:lnTo>
                  <a:lnTo>
                    <a:pt x="5623611" y="0"/>
                  </a:lnTo>
                  <a:lnTo>
                    <a:pt x="5622797" y="0"/>
                  </a:lnTo>
                  <a:lnTo>
                    <a:pt x="5621982" y="0"/>
                  </a:lnTo>
                  <a:lnTo>
                    <a:pt x="5621167" y="0"/>
                  </a:lnTo>
                  <a:lnTo>
                    <a:pt x="5620352" y="0"/>
                  </a:lnTo>
                  <a:lnTo>
                    <a:pt x="5619538" y="0"/>
                  </a:lnTo>
                  <a:lnTo>
                    <a:pt x="5618723" y="0"/>
                  </a:lnTo>
                  <a:lnTo>
                    <a:pt x="5617908" y="0"/>
                  </a:lnTo>
                  <a:lnTo>
                    <a:pt x="5617093" y="0"/>
                  </a:lnTo>
                  <a:lnTo>
                    <a:pt x="5616278" y="0"/>
                  </a:lnTo>
                  <a:lnTo>
                    <a:pt x="5615464" y="0"/>
                  </a:lnTo>
                  <a:lnTo>
                    <a:pt x="5614649" y="0"/>
                  </a:lnTo>
                  <a:lnTo>
                    <a:pt x="5613834" y="0"/>
                  </a:lnTo>
                  <a:lnTo>
                    <a:pt x="5613019" y="0"/>
                  </a:lnTo>
                  <a:lnTo>
                    <a:pt x="5612204" y="0"/>
                  </a:lnTo>
                  <a:lnTo>
                    <a:pt x="5611390" y="0"/>
                  </a:lnTo>
                  <a:lnTo>
                    <a:pt x="5610575" y="0"/>
                  </a:lnTo>
                  <a:lnTo>
                    <a:pt x="5609760" y="0"/>
                  </a:lnTo>
                  <a:lnTo>
                    <a:pt x="5608945" y="0"/>
                  </a:lnTo>
                  <a:lnTo>
                    <a:pt x="5608131" y="0"/>
                  </a:lnTo>
                  <a:lnTo>
                    <a:pt x="5607316" y="0"/>
                  </a:lnTo>
                  <a:lnTo>
                    <a:pt x="5606501" y="0"/>
                  </a:lnTo>
                  <a:lnTo>
                    <a:pt x="5605686" y="0"/>
                  </a:lnTo>
                  <a:lnTo>
                    <a:pt x="5604871" y="0"/>
                  </a:lnTo>
                  <a:lnTo>
                    <a:pt x="5604057" y="0"/>
                  </a:lnTo>
                  <a:lnTo>
                    <a:pt x="5603242" y="0"/>
                  </a:lnTo>
                  <a:lnTo>
                    <a:pt x="5602427" y="0"/>
                  </a:lnTo>
                  <a:lnTo>
                    <a:pt x="5601612" y="0"/>
                  </a:lnTo>
                  <a:lnTo>
                    <a:pt x="5600798" y="0"/>
                  </a:lnTo>
                  <a:lnTo>
                    <a:pt x="5599983" y="0"/>
                  </a:lnTo>
                  <a:lnTo>
                    <a:pt x="5599168" y="0"/>
                  </a:lnTo>
                  <a:lnTo>
                    <a:pt x="5598353" y="0"/>
                  </a:lnTo>
                  <a:lnTo>
                    <a:pt x="5597538" y="0"/>
                  </a:lnTo>
                  <a:lnTo>
                    <a:pt x="5596724" y="0"/>
                  </a:lnTo>
                  <a:lnTo>
                    <a:pt x="5595909" y="0"/>
                  </a:lnTo>
                  <a:lnTo>
                    <a:pt x="5595094" y="0"/>
                  </a:lnTo>
                  <a:lnTo>
                    <a:pt x="5594279" y="0"/>
                  </a:lnTo>
                  <a:lnTo>
                    <a:pt x="5593465" y="0"/>
                  </a:lnTo>
                  <a:lnTo>
                    <a:pt x="5592650" y="0"/>
                  </a:lnTo>
                  <a:lnTo>
                    <a:pt x="5591835" y="0"/>
                  </a:lnTo>
                  <a:lnTo>
                    <a:pt x="5591020" y="0"/>
                  </a:lnTo>
                  <a:lnTo>
                    <a:pt x="5590205" y="0"/>
                  </a:lnTo>
                  <a:lnTo>
                    <a:pt x="5589391" y="0"/>
                  </a:lnTo>
                  <a:lnTo>
                    <a:pt x="5588576" y="0"/>
                  </a:lnTo>
                  <a:lnTo>
                    <a:pt x="5587761" y="0"/>
                  </a:lnTo>
                  <a:lnTo>
                    <a:pt x="5586946" y="0"/>
                  </a:lnTo>
                  <a:lnTo>
                    <a:pt x="5586132" y="0"/>
                  </a:lnTo>
                  <a:lnTo>
                    <a:pt x="5585317" y="0"/>
                  </a:lnTo>
                  <a:lnTo>
                    <a:pt x="5584502" y="0"/>
                  </a:lnTo>
                  <a:lnTo>
                    <a:pt x="5583687" y="0"/>
                  </a:lnTo>
                  <a:lnTo>
                    <a:pt x="5582872" y="0"/>
                  </a:lnTo>
                  <a:lnTo>
                    <a:pt x="5582058" y="0"/>
                  </a:lnTo>
                  <a:lnTo>
                    <a:pt x="5581243" y="0"/>
                  </a:lnTo>
                  <a:lnTo>
                    <a:pt x="5580428" y="0"/>
                  </a:lnTo>
                  <a:lnTo>
                    <a:pt x="5579613" y="0"/>
                  </a:lnTo>
                  <a:lnTo>
                    <a:pt x="5578799" y="0"/>
                  </a:lnTo>
                  <a:lnTo>
                    <a:pt x="5577984" y="0"/>
                  </a:lnTo>
                  <a:lnTo>
                    <a:pt x="5577169" y="0"/>
                  </a:lnTo>
                  <a:lnTo>
                    <a:pt x="5576354" y="0"/>
                  </a:lnTo>
                  <a:lnTo>
                    <a:pt x="5575539" y="0"/>
                  </a:lnTo>
                  <a:lnTo>
                    <a:pt x="5574725" y="0"/>
                  </a:lnTo>
                  <a:lnTo>
                    <a:pt x="5573910" y="0"/>
                  </a:lnTo>
                  <a:lnTo>
                    <a:pt x="5573095" y="0"/>
                  </a:lnTo>
                  <a:lnTo>
                    <a:pt x="5572280" y="0"/>
                  </a:lnTo>
                  <a:lnTo>
                    <a:pt x="5571465" y="0"/>
                  </a:lnTo>
                  <a:lnTo>
                    <a:pt x="5570651" y="0"/>
                  </a:lnTo>
                  <a:lnTo>
                    <a:pt x="5569836" y="0"/>
                  </a:lnTo>
                  <a:lnTo>
                    <a:pt x="5569021" y="0"/>
                  </a:lnTo>
                  <a:lnTo>
                    <a:pt x="5568206" y="0"/>
                  </a:lnTo>
                  <a:lnTo>
                    <a:pt x="5567392" y="0"/>
                  </a:lnTo>
                  <a:lnTo>
                    <a:pt x="5566577" y="0"/>
                  </a:lnTo>
                  <a:lnTo>
                    <a:pt x="5565762" y="0"/>
                  </a:lnTo>
                  <a:lnTo>
                    <a:pt x="5564947" y="0"/>
                  </a:lnTo>
                  <a:lnTo>
                    <a:pt x="5564132" y="0"/>
                  </a:lnTo>
                  <a:lnTo>
                    <a:pt x="5563318" y="0"/>
                  </a:lnTo>
                  <a:lnTo>
                    <a:pt x="5562503" y="0"/>
                  </a:lnTo>
                  <a:lnTo>
                    <a:pt x="5561688" y="0"/>
                  </a:lnTo>
                  <a:lnTo>
                    <a:pt x="5560873" y="0"/>
                  </a:lnTo>
                  <a:lnTo>
                    <a:pt x="5560059" y="0"/>
                  </a:lnTo>
                  <a:lnTo>
                    <a:pt x="5559244" y="0"/>
                  </a:lnTo>
                  <a:lnTo>
                    <a:pt x="5558429" y="0"/>
                  </a:lnTo>
                  <a:lnTo>
                    <a:pt x="5557614" y="0"/>
                  </a:lnTo>
                  <a:lnTo>
                    <a:pt x="5556799" y="0"/>
                  </a:lnTo>
                  <a:lnTo>
                    <a:pt x="5555985" y="0"/>
                  </a:lnTo>
                  <a:lnTo>
                    <a:pt x="5555170" y="0"/>
                  </a:lnTo>
                  <a:lnTo>
                    <a:pt x="5554355" y="0"/>
                  </a:lnTo>
                  <a:lnTo>
                    <a:pt x="5553540" y="0"/>
                  </a:lnTo>
                  <a:lnTo>
                    <a:pt x="5552726" y="0"/>
                  </a:lnTo>
                  <a:lnTo>
                    <a:pt x="5551911" y="0"/>
                  </a:lnTo>
                  <a:lnTo>
                    <a:pt x="5551096" y="0"/>
                  </a:lnTo>
                  <a:lnTo>
                    <a:pt x="5550281" y="0"/>
                  </a:lnTo>
                  <a:lnTo>
                    <a:pt x="5549466" y="0"/>
                  </a:lnTo>
                  <a:lnTo>
                    <a:pt x="5548652" y="0"/>
                  </a:lnTo>
                  <a:lnTo>
                    <a:pt x="5547837" y="0"/>
                  </a:lnTo>
                  <a:lnTo>
                    <a:pt x="5547022" y="0"/>
                  </a:lnTo>
                  <a:lnTo>
                    <a:pt x="5546207" y="0"/>
                  </a:lnTo>
                  <a:lnTo>
                    <a:pt x="5545393" y="0"/>
                  </a:lnTo>
                  <a:lnTo>
                    <a:pt x="5544578" y="0"/>
                  </a:lnTo>
                  <a:lnTo>
                    <a:pt x="5543763" y="0"/>
                  </a:lnTo>
                  <a:lnTo>
                    <a:pt x="5542948" y="0"/>
                  </a:lnTo>
                  <a:lnTo>
                    <a:pt x="5542133" y="0"/>
                  </a:lnTo>
                  <a:lnTo>
                    <a:pt x="5541319" y="0"/>
                  </a:lnTo>
                  <a:lnTo>
                    <a:pt x="5540504" y="0"/>
                  </a:lnTo>
                  <a:lnTo>
                    <a:pt x="5539689" y="0"/>
                  </a:lnTo>
                  <a:lnTo>
                    <a:pt x="5538874" y="0"/>
                  </a:lnTo>
                  <a:lnTo>
                    <a:pt x="5538060" y="0"/>
                  </a:lnTo>
                  <a:lnTo>
                    <a:pt x="5537245" y="0"/>
                  </a:lnTo>
                  <a:lnTo>
                    <a:pt x="5536430" y="0"/>
                  </a:lnTo>
                  <a:lnTo>
                    <a:pt x="5535615" y="0"/>
                  </a:lnTo>
                  <a:lnTo>
                    <a:pt x="5534800" y="0"/>
                  </a:lnTo>
                  <a:lnTo>
                    <a:pt x="5533986" y="0"/>
                  </a:lnTo>
                  <a:lnTo>
                    <a:pt x="5533171" y="0"/>
                  </a:lnTo>
                  <a:lnTo>
                    <a:pt x="5532356" y="0"/>
                  </a:lnTo>
                  <a:lnTo>
                    <a:pt x="5531541" y="0"/>
                  </a:lnTo>
                  <a:lnTo>
                    <a:pt x="5530726" y="0"/>
                  </a:lnTo>
                  <a:lnTo>
                    <a:pt x="5529912" y="0"/>
                  </a:lnTo>
                  <a:lnTo>
                    <a:pt x="5529097" y="0"/>
                  </a:lnTo>
                  <a:lnTo>
                    <a:pt x="5528282" y="0"/>
                  </a:lnTo>
                  <a:lnTo>
                    <a:pt x="5527467" y="0"/>
                  </a:lnTo>
                  <a:lnTo>
                    <a:pt x="5526653" y="0"/>
                  </a:lnTo>
                  <a:lnTo>
                    <a:pt x="5525838" y="0"/>
                  </a:lnTo>
                  <a:lnTo>
                    <a:pt x="5525023" y="0"/>
                  </a:lnTo>
                  <a:lnTo>
                    <a:pt x="5524208" y="0"/>
                  </a:lnTo>
                  <a:lnTo>
                    <a:pt x="5523393" y="0"/>
                  </a:lnTo>
                  <a:lnTo>
                    <a:pt x="5522579" y="0"/>
                  </a:lnTo>
                  <a:lnTo>
                    <a:pt x="5521764" y="0"/>
                  </a:lnTo>
                  <a:lnTo>
                    <a:pt x="5520949" y="0"/>
                  </a:lnTo>
                  <a:lnTo>
                    <a:pt x="5520134" y="0"/>
                  </a:lnTo>
                  <a:lnTo>
                    <a:pt x="5519320" y="0"/>
                  </a:lnTo>
                  <a:lnTo>
                    <a:pt x="5518505" y="0"/>
                  </a:lnTo>
                  <a:lnTo>
                    <a:pt x="5517690" y="0"/>
                  </a:lnTo>
                  <a:lnTo>
                    <a:pt x="5516875" y="0"/>
                  </a:lnTo>
                  <a:lnTo>
                    <a:pt x="5516060" y="0"/>
                  </a:lnTo>
                  <a:lnTo>
                    <a:pt x="5515246" y="0"/>
                  </a:lnTo>
                  <a:lnTo>
                    <a:pt x="5514431" y="0"/>
                  </a:lnTo>
                  <a:lnTo>
                    <a:pt x="5513616" y="0"/>
                  </a:lnTo>
                  <a:lnTo>
                    <a:pt x="5512801" y="0"/>
                  </a:lnTo>
                  <a:lnTo>
                    <a:pt x="5511987" y="0"/>
                  </a:lnTo>
                  <a:lnTo>
                    <a:pt x="5511172" y="0"/>
                  </a:lnTo>
                  <a:lnTo>
                    <a:pt x="5510357" y="0"/>
                  </a:lnTo>
                  <a:lnTo>
                    <a:pt x="5509542" y="0"/>
                  </a:lnTo>
                  <a:lnTo>
                    <a:pt x="5508727" y="0"/>
                  </a:lnTo>
                  <a:lnTo>
                    <a:pt x="5507913" y="0"/>
                  </a:lnTo>
                  <a:lnTo>
                    <a:pt x="5507098" y="0"/>
                  </a:lnTo>
                  <a:lnTo>
                    <a:pt x="5506283" y="0"/>
                  </a:lnTo>
                  <a:lnTo>
                    <a:pt x="5505468" y="0"/>
                  </a:lnTo>
                  <a:lnTo>
                    <a:pt x="5504654" y="0"/>
                  </a:lnTo>
                  <a:lnTo>
                    <a:pt x="5503839" y="0"/>
                  </a:lnTo>
                  <a:lnTo>
                    <a:pt x="5503024" y="0"/>
                  </a:lnTo>
                  <a:lnTo>
                    <a:pt x="5502209" y="0"/>
                  </a:lnTo>
                  <a:lnTo>
                    <a:pt x="5501394" y="0"/>
                  </a:lnTo>
                  <a:lnTo>
                    <a:pt x="5500580" y="0"/>
                  </a:lnTo>
                  <a:lnTo>
                    <a:pt x="5499765" y="0"/>
                  </a:lnTo>
                  <a:lnTo>
                    <a:pt x="5498950" y="0"/>
                  </a:lnTo>
                  <a:lnTo>
                    <a:pt x="5498135" y="0"/>
                  </a:lnTo>
                  <a:lnTo>
                    <a:pt x="5497321" y="0"/>
                  </a:lnTo>
                  <a:lnTo>
                    <a:pt x="5496506" y="0"/>
                  </a:lnTo>
                  <a:lnTo>
                    <a:pt x="5495691" y="0"/>
                  </a:lnTo>
                  <a:lnTo>
                    <a:pt x="5494876" y="0"/>
                  </a:lnTo>
                  <a:lnTo>
                    <a:pt x="5494061" y="0"/>
                  </a:lnTo>
                  <a:lnTo>
                    <a:pt x="5493247" y="0"/>
                  </a:lnTo>
                  <a:lnTo>
                    <a:pt x="5492432" y="0"/>
                  </a:lnTo>
                  <a:lnTo>
                    <a:pt x="5491617" y="0"/>
                  </a:lnTo>
                  <a:lnTo>
                    <a:pt x="5490802" y="0"/>
                  </a:lnTo>
                  <a:lnTo>
                    <a:pt x="5489987" y="0"/>
                  </a:lnTo>
                  <a:lnTo>
                    <a:pt x="5489173" y="0"/>
                  </a:lnTo>
                  <a:lnTo>
                    <a:pt x="5488358" y="0"/>
                  </a:lnTo>
                  <a:lnTo>
                    <a:pt x="5487543" y="0"/>
                  </a:lnTo>
                  <a:lnTo>
                    <a:pt x="5486728" y="0"/>
                  </a:lnTo>
                  <a:lnTo>
                    <a:pt x="5485914" y="0"/>
                  </a:lnTo>
                  <a:lnTo>
                    <a:pt x="5485099" y="0"/>
                  </a:lnTo>
                  <a:lnTo>
                    <a:pt x="5484284" y="0"/>
                  </a:lnTo>
                  <a:lnTo>
                    <a:pt x="5483469" y="0"/>
                  </a:lnTo>
                  <a:lnTo>
                    <a:pt x="5482654" y="0"/>
                  </a:lnTo>
                  <a:lnTo>
                    <a:pt x="5481840" y="0"/>
                  </a:lnTo>
                  <a:lnTo>
                    <a:pt x="5481025" y="0"/>
                  </a:lnTo>
                  <a:lnTo>
                    <a:pt x="5480210" y="0"/>
                  </a:lnTo>
                  <a:lnTo>
                    <a:pt x="5479395" y="0"/>
                  </a:lnTo>
                  <a:lnTo>
                    <a:pt x="5478581" y="0"/>
                  </a:lnTo>
                  <a:lnTo>
                    <a:pt x="5477766" y="0"/>
                  </a:lnTo>
                  <a:lnTo>
                    <a:pt x="5476951" y="0"/>
                  </a:lnTo>
                  <a:lnTo>
                    <a:pt x="5476136" y="0"/>
                  </a:lnTo>
                  <a:lnTo>
                    <a:pt x="5475321" y="0"/>
                  </a:lnTo>
                  <a:lnTo>
                    <a:pt x="5474507" y="0"/>
                  </a:lnTo>
                  <a:lnTo>
                    <a:pt x="5473692" y="0"/>
                  </a:lnTo>
                  <a:lnTo>
                    <a:pt x="5472877" y="0"/>
                  </a:lnTo>
                  <a:lnTo>
                    <a:pt x="5472062" y="0"/>
                  </a:lnTo>
                  <a:lnTo>
                    <a:pt x="5471248" y="0"/>
                  </a:lnTo>
                  <a:lnTo>
                    <a:pt x="5470433" y="0"/>
                  </a:lnTo>
                  <a:lnTo>
                    <a:pt x="5469618" y="0"/>
                  </a:lnTo>
                  <a:lnTo>
                    <a:pt x="5468803" y="0"/>
                  </a:lnTo>
                  <a:lnTo>
                    <a:pt x="5467988" y="0"/>
                  </a:lnTo>
                  <a:lnTo>
                    <a:pt x="5467174" y="0"/>
                  </a:lnTo>
                  <a:lnTo>
                    <a:pt x="5466359" y="0"/>
                  </a:lnTo>
                  <a:lnTo>
                    <a:pt x="5465544" y="0"/>
                  </a:lnTo>
                  <a:lnTo>
                    <a:pt x="5464729" y="0"/>
                  </a:lnTo>
                  <a:lnTo>
                    <a:pt x="5463915" y="0"/>
                  </a:lnTo>
                  <a:lnTo>
                    <a:pt x="5463100" y="0"/>
                  </a:lnTo>
                  <a:lnTo>
                    <a:pt x="5462285" y="0"/>
                  </a:lnTo>
                  <a:lnTo>
                    <a:pt x="5461470" y="0"/>
                  </a:lnTo>
                  <a:lnTo>
                    <a:pt x="5460655" y="0"/>
                  </a:lnTo>
                  <a:lnTo>
                    <a:pt x="5459841" y="0"/>
                  </a:lnTo>
                  <a:lnTo>
                    <a:pt x="5459026" y="0"/>
                  </a:lnTo>
                  <a:lnTo>
                    <a:pt x="5458211" y="0"/>
                  </a:lnTo>
                  <a:lnTo>
                    <a:pt x="5457396" y="0"/>
                  </a:lnTo>
                  <a:lnTo>
                    <a:pt x="5456581" y="0"/>
                  </a:lnTo>
                  <a:lnTo>
                    <a:pt x="5455767" y="0"/>
                  </a:lnTo>
                  <a:lnTo>
                    <a:pt x="5454952" y="0"/>
                  </a:lnTo>
                  <a:lnTo>
                    <a:pt x="5454137" y="0"/>
                  </a:lnTo>
                  <a:lnTo>
                    <a:pt x="5453322" y="0"/>
                  </a:lnTo>
                  <a:lnTo>
                    <a:pt x="5452508" y="0"/>
                  </a:lnTo>
                  <a:lnTo>
                    <a:pt x="5451693" y="0"/>
                  </a:lnTo>
                  <a:lnTo>
                    <a:pt x="5450878" y="0"/>
                  </a:lnTo>
                  <a:lnTo>
                    <a:pt x="5450063" y="0"/>
                  </a:lnTo>
                  <a:lnTo>
                    <a:pt x="5449248" y="0"/>
                  </a:lnTo>
                  <a:lnTo>
                    <a:pt x="5448434" y="0"/>
                  </a:lnTo>
                  <a:lnTo>
                    <a:pt x="5447619" y="0"/>
                  </a:lnTo>
                  <a:lnTo>
                    <a:pt x="5446804" y="0"/>
                  </a:lnTo>
                  <a:lnTo>
                    <a:pt x="5445989" y="0"/>
                  </a:lnTo>
                  <a:lnTo>
                    <a:pt x="5445175" y="0"/>
                  </a:lnTo>
                  <a:lnTo>
                    <a:pt x="5444360" y="0"/>
                  </a:lnTo>
                  <a:lnTo>
                    <a:pt x="5443545" y="0"/>
                  </a:lnTo>
                  <a:lnTo>
                    <a:pt x="5442730" y="0"/>
                  </a:lnTo>
                  <a:lnTo>
                    <a:pt x="5441915" y="0"/>
                  </a:lnTo>
                  <a:lnTo>
                    <a:pt x="5441101" y="0"/>
                  </a:lnTo>
                  <a:lnTo>
                    <a:pt x="5440286" y="0"/>
                  </a:lnTo>
                  <a:lnTo>
                    <a:pt x="5439471" y="0"/>
                  </a:lnTo>
                  <a:lnTo>
                    <a:pt x="5438656" y="0"/>
                  </a:lnTo>
                  <a:lnTo>
                    <a:pt x="5437842" y="0"/>
                  </a:lnTo>
                  <a:lnTo>
                    <a:pt x="5437027" y="0"/>
                  </a:lnTo>
                  <a:lnTo>
                    <a:pt x="5436212" y="0"/>
                  </a:lnTo>
                  <a:lnTo>
                    <a:pt x="5435397" y="0"/>
                  </a:lnTo>
                  <a:lnTo>
                    <a:pt x="5434582" y="0"/>
                  </a:lnTo>
                  <a:lnTo>
                    <a:pt x="5433768" y="0"/>
                  </a:lnTo>
                  <a:lnTo>
                    <a:pt x="5432953" y="0"/>
                  </a:lnTo>
                  <a:lnTo>
                    <a:pt x="5432138" y="0"/>
                  </a:lnTo>
                  <a:lnTo>
                    <a:pt x="5431323" y="0"/>
                  </a:lnTo>
                  <a:lnTo>
                    <a:pt x="5430509" y="0"/>
                  </a:lnTo>
                  <a:lnTo>
                    <a:pt x="5429694" y="0"/>
                  </a:lnTo>
                  <a:lnTo>
                    <a:pt x="5428879" y="0"/>
                  </a:lnTo>
                  <a:lnTo>
                    <a:pt x="5428064" y="0"/>
                  </a:lnTo>
                  <a:lnTo>
                    <a:pt x="5427249" y="0"/>
                  </a:lnTo>
                  <a:lnTo>
                    <a:pt x="5426435" y="0"/>
                  </a:lnTo>
                  <a:lnTo>
                    <a:pt x="5425620" y="0"/>
                  </a:lnTo>
                  <a:lnTo>
                    <a:pt x="5424805" y="0"/>
                  </a:lnTo>
                  <a:lnTo>
                    <a:pt x="5423990" y="0"/>
                  </a:lnTo>
                  <a:lnTo>
                    <a:pt x="5423176" y="0"/>
                  </a:lnTo>
                  <a:lnTo>
                    <a:pt x="5422361" y="0"/>
                  </a:lnTo>
                  <a:lnTo>
                    <a:pt x="5421546" y="0"/>
                  </a:lnTo>
                  <a:lnTo>
                    <a:pt x="5420731" y="0"/>
                  </a:lnTo>
                  <a:lnTo>
                    <a:pt x="5419916" y="0"/>
                  </a:lnTo>
                  <a:lnTo>
                    <a:pt x="5419102" y="0"/>
                  </a:lnTo>
                  <a:lnTo>
                    <a:pt x="5418287" y="0"/>
                  </a:lnTo>
                  <a:lnTo>
                    <a:pt x="5417472" y="0"/>
                  </a:lnTo>
                  <a:lnTo>
                    <a:pt x="5416657" y="0"/>
                  </a:lnTo>
                  <a:lnTo>
                    <a:pt x="5415842" y="0"/>
                  </a:lnTo>
                  <a:lnTo>
                    <a:pt x="5415028" y="0"/>
                  </a:lnTo>
                  <a:lnTo>
                    <a:pt x="5414213" y="0"/>
                  </a:lnTo>
                  <a:lnTo>
                    <a:pt x="5413398" y="0"/>
                  </a:lnTo>
                  <a:lnTo>
                    <a:pt x="5412583" y="0"/>
                  </a:lnTo>
                  <a:lnTo>
                    <a:pt x="5411769" y="0"/>
                  </a:lnTo>
                  <a:lnTo>
                    <a:pt x="5410954" y="0"/>
                  </a:lnTo>
                  <a:lnTo>
                    <a:pt x="5410139" y="0"/>
                  </a:lnTo>
                  <a:lnTo>
                    <a:pt x="5409324" y="0"/>
                  </a:lnTo>
                  <a:lnTo>
                    <a:pt x="5408509" y="0"/>
                  </a:lnTo>
                  <a:lnTo>
                    <a:pt x="5407695" y="0"/>
                  </a:lnTo>
                  <a:lnTo>
                    <a:pt x="5406880" y="0"/>
                  </a:lnTo>
                  <a:lnTo>
                    <a:pt x="5406065" y="0"/>
                  </a:lnTo>
                  <a:lnTo>
                    <a:pt x="5405250" y="0"/>
                  </a:lnTo>
                  <a:lnTo>
                    <a:pt x="5404436" y="0"/>
                  </a:lnTo>
                  <a:lnTo>
                    <a:pt x="5403621" y="0"/>
                  </a:lnTo>
                  <a:lnTo>
                    <a:pt x="5402806" y="0"/>
                  </a:lnTo>
                  <a:lnTo>
                    <a:pt x="5401991" y="0"/>
                  </a:lnTo>
                  <a:lnTo>
                    <a:pt x="5401176" y="0"/>
                  </a:lnTo>
                  <a:lnTo>
                    <a:pt x="5400362" y="0"/>
                  </a:lnTo>
                  <a:lnTo>
                    <a:pt x="5399547" y="0"/>
                  </a:lnTo>
                  <a:lnTo>
                    <a:pt x="5398732" y="0"/>
                  </a:lnTo>
                  <a:lnTo>
                    <a:pt x="5397917" y="0"/>
                  </a:lnTo>
                  <a:lnTo>
                    <a:pt x="5397103" y="0"/>
                  </a:lnTo>
                  <a:lnTo>
                    <a:pt x="5396288" y="0"/>
                  </a:lnTo>
                  <a:lnTo>
                    <a:pt x="5395473" y="0"/>
                  </a:lnTo>
                  <a:lnTo>
                    <a:pt x="5394658" y="0"/>
                  </a:lnTo>
                  <a:lnTo>
                    <a:pt x="5393843" y="0"/>
                  </a:lnTo>
                  <a:lnTo>
                    <a:pt x="5393029" y="0"/>
                  </a:lnTo>
                  <a:lnTo>
                    <a:pt x="5392214" y="0"/>
                  </a:lnTo>
                  <a:lnTo>
                    <a:pt x="5391399" y="0"/>
                  </a:lnTo>
                  <a:lnTo>
                    <a:pt x="5390584" y="0"/>
                  </a:lnTo>
                  <a:lnTo>
                    <a:pt x="5389770" y="0"/>
                  </a:lnTo>
                  <a:lnTo>
                    <a:pt x="5388955" y="0"/>
                  </a:lnTo>
                  <a:lnTo>
                    <a:pt x="5388140" y="0"/>
                  </a:lnTo>
                  <a:lnTo>
                    <a:pt x="5387325" y="0"/>
                  </a:lnTo>
                  <a:lnTo>
                    <a:pt x="5386510" y="0"/>
                  </a:lnTo>
                  <a:lnTo>
                    <a:pt x="5385696" y="0"/>
                  </a:lnTo>
                  <a:lnTo>
                    <a:pt x="5384881" y="0"/>
                  </a:lnTo>
                  <a:lnTo>
                    <a:pt x="5384066" y="0"/>
                  </a:lnTo>
                  <a:lnTo>
                    <a:pt x="5383251" y="0"/>
                  </a:lnTo>
                  <a:lnTo>
                    <a:pt x="5382437" y="0"/>
                  </a:lnTo>
                  <a:lnTo>
                    <a:pt x="5381622" y="0"/>
                  </a:lnTo>
                  <a:lnTo>
                    <a:pt x="5380807" y="0"/>
                  </a:lnTo>
                  <a:lnTo>
                    <a:pt x="5379992" y="0"/>
                  </a:lnTo>
                  <a:lnTo>
                    <a:pt x="5379177" y="0"/>
                  </a:lnTo>
                  <a:lnTo>
                    <a:pt x="5378363" y="0"/>
                  </a:lnTo>
                  <a:lnTo>
                    <a:pt x="5377548" y="0"/>
                  </a:lnTo>
                  <a:lnTo>
                    <a:pt x="5376733" y="0"/>
                  </a:lnTo>
                  <a:lnTo>
                    <a:pt x="5375918" y="0"/>
                  </a:lnTo>
                  <a:lnTo>
                    <a:pt x="5375103" y="0"/>
                  </a:lnTo>
                  <a:lnTo>
                    <a:pt x="5374289" y="0"/>
                  </a:lnTo>
                  <a:lnTo>
                    <a:pt x="5373474" y="0"/>
                  </a:lnTo>
                  <a:lnTo>
                    <a:pt x="5372659" y="0"/>
                  </a:lnTo>
                  <a:lnTo>
                    <a:pt x="5371844" y="0"/>
                  </a:lnTo>
                  <a:lnTo>
                    <a:pt x="5371030" y="0"/>
                  </a:lnTo>
                  <a:lnTo>
                    <a:pt x="5370215" y="0"/>
                  </a:lnTo>
                  <a:lnTo>
                    <a:pt x="5369400" y="0"/>
                  </a:lnTo>
                  <a:lnTo>
                    <a:pt x="5368585" y="0"/>
                  </a:lnTo>
                  <a:lnTo>
                    <a:pt x="5367770" y="0"/>
                  </a:lnTo>
                  <a:lnTo>
                    <a:pt x="5366956" y="0"/>
                  </a:lnTo>
                  <a:lnTo>
                    <a:pt x="5366141" y="0"/>
                  </a:lnTo>
                  <a:lnTo>
                    <a:pt x="5365326" y="0"/>
                  </a:lnTo>
                  <a:lnTo>
                    <a:pt x="5364511" y="0"/>
                  </a:lnTo>
                  <a:lnTo>
                    <a:pt x="5363697" y="0"/>
                  </a:lnTo>
                  <a:lnTo>
                    <a:pt x="5362882" y="0"/>
                  </a:lnTo>
                  <a:lnTo>
                    <a:pt x="5362067" y="0"/>
                  </a:lnTo>
                  <a:lnTo>
                    <a:pt x="5361252" y="0"/>
                  </a:lnTo>
                  <a:lnTo>
                    <a:pt x="5360437" y="0"/>
                  </a:lnTo>
                  <a:lnTo>
                    <a:pt x="5359623" y="0"/>
                  </a:lnTo>
                  <a:lnTo>
                    <a:pt x="5358808" y="0"/>
                  </a:lnTo>
                  <a:lnTo>
                    <a:pt x="5357993" y="0"/>
                  </a:lnTo>
                  <a:lnTo>
                    <a:pt x="5357178" y="0"/>
                  </a:lnTo>
                  <a:lnTo>
                    <a:pt x="5356364" y="0"/>
                  </a:lnTo>
                  <a:lnTo>
                    <a:pt x="5355549" y="0"/>
                  </a:lnTo>
                  <a:lnTo>
                    <a:pt x="5354734" y="0"/>
                  </a:lnTo>
                  <a:lnTo>
                    <a:pt x="5353919" y="0"/>
                  </a:lnTo>
                  <a:lnTo>
                    <a:pt x="5353104" y="0"/>
                  </a:lnTo>
                  <a:lnTo>
                    <a:pt x="5352290" y="0"/>
                  </a:lnTo>
                  <a:lnTo>
                    <a:pt x="5351475" y="0"/>
                  </a:lnTo>
                  <a:lnTo>
                    <a:pt x="5350660" y="0"/>
                  </a:lnTo>
                  <a:lnTo>
                    <a:pt x="5349845" y="0"/>
                  </a:lnTo>
                  <a:lnTo>
                    <a:pt x="5349031" y="0"/>
                  </a:lnTo>
                  <a:lnTo>
                    <a:pt x="5348216" y="0"/>
                  </a:lnTo>
                  <a:lnTo>
                    <a:pt x="5347401" y="0"/>
                  </a:lnTo>
                  <a:lnTo>
                    <a:pt x="5346586" y="0"/>
                  </a:lnTo>
                  <a:lnTo>
                    <a:pt x="5345771" y="0"/>
                  </a:lnTo>
                  <a:lnTo>
                    <a:pt x="5344957" y="0"/>
                  </a:lnTo>
                  <a:lnTo>
                    <a:pt x="5344142" y="0"/>
                  </a:lnTo>
                  <a:lnTo>
                    <a:pt x="5343327" y="0"/>
                  </a:lnTo>
                  <a:lnTo>
                    <a:pt x="5342512" y="0"/>
                  </a:lnTo>
                  <a:lnTo>
                    <a:pt x="5341698" y="0"/>
                  </a:lnTo>
                  <a:lnTo>
                    <a:pt x="5340883" y="0"/>
                  </a:lnTo>
                  <a:lnTo>
                    <a:pt x="5340068" y="0"/>
                  </a:lnTo>
                  <a:lnTo>
                    <a:pt x="5339253" y="0"/>
                  </a:lnTo>
                  <a:lnTo>
                    <a:pt x="5338438" y="0"/>
                  </a:lnTo>
                  <a:lnTo>
                    <a:pt x="5337624" y="0"/>
                  </a:lnTo>
                  <a:lnTo>
                    <a:pt x="5336809" y="0"/>
                  </a:lnTo>
                  <a:lnTo>
                    <a:pt x="5335994" y="0"/>
                  </a:lnTo>
                  <a:lnTo>
                    <a:pt x="5335179" y="0"/>
                  </a:lnTo>
                  <a:lnTo>
                    <a:pt x="5334364" y="0"/>
                  </a:lnTo>
                  <a:lnTo>
                    <a:pt x="5333550" y="0"/>
                  </a:lnTo>
                  <a:lnTo>
                    <a:pt x="5332735" y="0"/>
                  </a:lnTo>
                  <a:lnTo>
                    <a:pt x="5331920" y="0"/>
                  </a:lnTo>
                  <a:lnTo>
                    <a:pt x="5331105" y="0"/>
                  </a:lnTo>
                  <a:lnTo>
                    <a:pt x="5330291" y="0"/>
                  </a:lnTo>
                  <a:lnTo>
                    <a:pt x="5329476" y="0"/>
                  </a:lnTo>
                  <a:lnTo>
                    <a:pt x="5328661" y="0"/>
                  </a:lnTo>
                  <a:lnTo>
                    <a:pt x="5327846" y="0"/>
                  </a:lnTo>
                  <a:lnTo>
                    <a:pt x="5327031" y="0"/>
                  </a:lnTo>
                  <a:lnTo>
                    <a:pt x="5326217" y="0"/>
                  </a:lnTo>
                  <a:lnTo>
                    <a:pt x="5325402" y="0"/>
                  </a:lnTo>
                  <a:lnTo>
                    <a:pt x="5324587" y="0"/>
                  </a:lnTo>
                  <a:lnTo>
                    <a:pt x="5323772" y="0"/>
                  </a:lnTo>
                  <a:lnTo>
                    <a:pt x="5322958" y="0"/>
                  </a:lnTo>
                  <a:lnTo>
                    <a:pt x="5322143" y="0"/>
                  </a:lnTo>
                  <a:lnTo>
                    <a:pt x="5321328" y="0"/>
                  </a:lnTo>
                  <a:lnTo>
                    <a:pt x="5320513" y="0"/>
                  </a:lnTo>
                  <a:lnTo>
                    <a:pt x="5319698" y="0"/>
                  </a:lnTo>
                  <a:lnTo>
                    <a:pt x="5318884" y="0"/>
                  </a:lnTo>
                  <a:lnTo>
                    <a:pt x="5318069" y="0"/>
                  </a:lnTo>
                  <a:lnTo>
                    <a:pt x="5317254" y="0"/>
                  </a:lnTo>
                  <a:lnTo>
                    <a:pt x="5316439" y="0"/>
                  </a:lnTo>
                  <a:lnTo>
                    <a:pt x="5315625" y="0"/>
                  </a:lnTo>
                  <a:lnTo>
                    <a:pt x="5314810" y="0"/>
                  </a:lnTo>
                  <a:lnTo>
                    <a:pt x="5313995" y="0"/>
                  </a:lnTo>
                  <a:lnTo>
                    <a:pt x="5313180" y="0"/>
                  </a:lnTo>
                  <a:lnTo>
                    <a:pt x="5312365" y="0"/>
                  </a:lnTo>
                  <a:lnTo>
                    <a:pt x="5311551" y="0"/>
                  </a:lnTo>
                  <a:lnTo>
                    <a:pt x="5310736" y="0"/>
                  </a:lnTo>
                  <a:lnTo>
                    <a:pt x="5309921" y="0"/>
                  </a:lnTo>
                  <a:lnTo>
                    <a:pt x="5309106" y="0"/>
                  </a:lnTo>
                  <a:lnTo>
                    <a:pt x="5308292" y="0"/>
                  </a:lnTo>
                  <a:lnTo>
                    <a:pt x="5307477" y="0"/>
                  </a:lnTo>
                  <a:lnTo>
                    <a:pt x="5306662" y="0"/>
                  </a:lnTo>
                  <a:lnTo>
                    <a:pt x="5305847" y="0"/>
                  </a:lnTo>
                  <a:lnTo>
                    <a:pt x="5305032" y="0"/>
                  </a:lnTo>
                  <a:lnTo>
                    <a:pt x="5304218" y="0"/>
                  </a:lnTo>
                  <a:lnTo>
                    <a:pt x="5303403" y="0"/>
                  </a:lnTo>
                  <a:lnTo>
                    <a:pt x="5302588" y="0"/>
                  </a:lnTo>
                  <a:lnTo>
                    <a:pt x="5301773" y="0"/>
                  </a:lnTo>
                  <a:lnTo>
                    <a:pt x="5300959" y="0"/>
                  </a:lnTo>
                  <a:lnTo>
                    <a:pt x="5300144" y="0"/>
                  </a:lnTo>
                  <a:lnTo>
                    <a:pt x="5299329" y="0"/>
                  </a:lnTo>
                  <a:lnTo>
                    <a:pt x="5298514" y="0"/>
                  </a:lnTo>
                  <a:lnTo>
                    <a:pt x="5297699" y="0"/>
                  </a:lnTo>
                  <a:lnTo>
                    <a:pt x="5296885" y="0"/>
                  </a:lnTo>
                  <a:lnTo>
                    <a:pt x="5296070" y="0"/>
                  </a:lnTo>
                  <a:lnTo>
                    <a:pt x="5295255" y="0"/>
                  </a:lnTo>
                  <a:lnTo>
                    <a:pt x="5294440" y="0"/>
                  </a:lnTo>
                  <a:lnTo>
                    <a:pt x="5293625" y="0"/>
                  </a:lnTo>
                  <a:lnTo>
                    <a:pt x="5292811" y="0"/>
                  </a:lnTo>
                  <a:lnTo>
                    <a:pt x="5291996" y="0"/>
                  </a:lnTo>
                  <a:lnTo>
                    <a:pt x="5291181" y="0"/>
                  </a:lnTo>
                  <a:lnTo>
                    <a:pt x="5290366" y="0"/>
                  </a:lnTo>
                  <a:lnTo>
                    <a:pt x="5289552" y="0"/>
                  </a:lnTo>
                  <a:lnTo>
                    <a:pt x="5288737" y="0"/>
                  </a:lnTo>
                  <a:lnTo>
                    <a:pt x="5287922" y="0"/>
                  </a:lnTo>
                  <a:lnTo>
                    <a:pt x="5287107" y="0"/>
                  </a:lnTo>
                  <a:lnTo>
                    <a:pt x="5286292" y="0"/>
                  </a:lnTo>
                  <a:lnTo>
                    <a:pt x="5285478" y="0"/>
                  </a:lnTo>
                  <a:lnTo>
                    <a:pt x="5284663" y="0"/>
                  </a:lnTo>
                  <a:lnTo>
                    <a:pt x="5283848" y="0"/>
                  </a:lnTo>
                  <a:lnTo>
                    <a:pt x="5283033" y="0"/>
                  </a:lnTo>
                  <a:lnTo>
                    <a:pt x="5282219" y="0"/>
                  </a:lnTo>
                  <a:lnTo>
                    <a:pt x="5281404" y="0"/>
                  </a:lnTo>
                  <a:lnTo>
                    <a:pt x="5280589" y="0"/>
                  </a:lnTo>
                  <a:lnTo>
                    <a:pt x="5279774" y="0"/>
                  </a:lnTo>
                  <a:lnTo>
                    <a:pt x="5278959" y="0"/>
                  </a:lnTo>
                  <a:lnTo>
                    <a:pt x="5278145" y="0"/>
                  </a:lnTo>
                  <a:lnTo>
                    <a:pt x="5277330" y="0"/>
                  </a:lnTo>
                  <a:lnTo>
                    <a:pt x="5276515" y="0"/>
                  </a:lnTo>
                  <a:lnTo>
                    <a:pt x="5275700" y="0"/>
                  </a:lnTo>
                  <a:lnTo>
                    <a:pt x="5274886" y="0"/>
                  </a:lnTo>
                  <a:lnTo>
                    <a:pt x="5274071" y="0"/>
                  </a:lnTo>
                  <a:lnTo>
                    <a:pt x="5273256" y="0"/>
                  </a:lnTo>
                  <a:lnTo>
                    <a:pt x="5272441" y="0"/>
                  </a:lnTo>
                  <a:lnTo>
                    <a:pt x="5271626" y="0"/>
                  </a:lnTo>
                  <a:lnTo>
                    <a:pt x="5270812" y="0"/>
                  </a:lnTo>
                  <a:lnTo>
                    <a:pt x="5269997" y="0"/>
                  </a:lnTo>
                  <a:lnTo>
                    <a:pt x="5269182" y="0"/>
                  </a:lnTo>
                  <a:lnTo>
                    <a:pt x="5268367" y="0"/>
                  </a:lnTo>
                  <a:lnTo>
                    <a:pt x="5267553" y="0"/>
                  </a:lnTo>
                  <a:lnTo>
                    <a:pt x="5266738" y="0"/>
                  </a:lnTo>
                  <a:lnTo>
                    <a:pt x="5265923" y="0"/>
                  </a:lnTo>
                  <a:lnTo>
                    <a:pt x="5265108" y="0"/>
                  </a:lnTo>
                  <a:lnTo>
                    <a:pt x="5264293" y="0"/>
                  </a:lnTo>
                  <a:lnTo>
                    <a:pt x="5263479" y="0"/>
                  </a:lnTo>
                  <a:lnTo>
                    <a:pt x="5262664" y="0"/>
                  </a:lnTo>
                  <a:lnTo>
                    <a:pt x="5261849" y="0"/>
                  </a:lnTo>
                  <a:lnTo>
                    <a:pt x="5261034" y="0"/>
                  </a:lnTo>
                  <a:lnTo>
                    <a:pt x="5260220" y="0"/>
                  </a:lnTo>
                  <a:lnTo>
                    <a:pt x="5259405" y="0"/>
                  </a:lnTo>
                  <a:lnTo>
                    <a:pt x="5258590" y="0"/>
                  </a:lnTo>
                  <a:lnTo>
                    <a:pt x="5257775" y="0"/>
                  </a:lnTo>
                  <a:lnTo>
                    <a:pt x="5256960" y="0"/>
                  </a:lnTo>
                  <a:lnTo>
                    <a:pt x="5256146" y="0"/>
                  </a:lnTo>
                  <a:lnTo>
                    <a:pt x="5255331" y="0"/>
                  </a:lnTo>
                  <a:lnTo>
                    <a:pt x="5254516" y="0"/>
                  </a:lnTo>
                  <a:lnTo>
                    <a:pt x="5253701" y="0"/>
                  </a:lnTo>
                  <a:lnTo>
                    <a:pt x="5252886" y="0"/>
                  </a:lnTo>
                  <a:lnTo>
                    <a:pt x="5252072" y="0"/>
                  </a:lnTo>
                  <a:lnTo>
                    <a:pt x="5251257" y="0"/>
                  </a:lnTo>
                  <a:lnTo>
                    <a:pt x="5250442" y="0"/>
                  </a:lnTo>
                  <a:lnTo>
                    <a:pt x="5249627" y="0"/>
                  </a:lnTo>
                  <a:lnTo>
                    <a:pt x="5248813" y="0"/>
                  </a:lnTo>
                  <a:lnTo>
                    <a:pt x="5247998" y="0"/>
                  </a:lnTo>
                  <a:lnTo>
                    <a:pt x="5247183" y="0"/>
                  </a:lnTo>
                  <a:lnTo>
                    <a:pt x="5246368" y="0"/>
                  </a:lnTo>
                  <a:lnTo>
                    <a:pt x="5245553" y="0"/>
                  </a:lnTo>
                  <a:lnTo>
                    <a:pt x="5244739" y="0"/>
                  </a:lnTo>
                  <a:lnTo>
                    <a:pt x="5243924" y="0"/>
                  </a:lnTo>
                  <a:lnTo>
                    <a:pt x="5243109" y="0"/>
                  </a:lnTo>
                  <a:lnTo>
                    <a:pt x="5242294" y="0"/>
                  </a:lnTo>
                  <a:lnTo>
                    <a:pt x="5241480" y="0"/>
                  </a:lnTo>
                  <a:lnTo>
                    <a:pt x="5240665" y="0"/>
                  </a:lnTo>
                  <a:lnTo>
                    <a:pt x="5239850" y="0"/>
                  </a:lnTo>
                  <a:lnTo>
                    <a:pt x="5239035" y="0"/>
                  </a:lnTo>
                  <a:lnTo>
                    <a:pt x="5238220" y="0"/>
                  </a:lnTo>
                  <a:lnTo>
                    <a:pt x="5237406" y="0"/>
                  </a:lnTo>
                  <a:lnTo>
                    <a:pt x="5236591" y="0"/>
                  </a:lnTo>
                  <a:lnTo>
                    <a:pt x="5235776" y="0"/>
                  </a:lnTo>
                  <a:lnTo>
                    <a:pt x="5234961" y="0"/>
                  </a:lnTo>
                  <a:lnTo>
                    <a:pt x="5234147" y="0"/>
                  </a:lnTo>
                  <a:lnTo>
                    <a:pt x="5233332" y="0"/>
                  </a:lnTo>
                  <a:lnTo>
                    <a:pt x="5232517" y="0"/>
                  </a:lnTo>
                  <a:lnTo>
                    <a:pt x="5231702" y="0"/>
                  </a:lnTo>
                  <a:lnTo>
                    <a:pt x="5230887" y="0"/>
                  </a:lnTo>
                  <a:lnTo>
                    <a:pt x="5230073" y="0"/>
                  </a:lnTo>
                  <a:lnTo>
                    <a:pt x="5229258" y="0"/>
                  </a:lnTo>
                  <a:lnTo>
                    <a:pt x="5228443" y="0"/>
                  </a:lnTo>
                  <a:lnTo>
                    <a:pt x="5227628" y="0"/>
                  </a:lnTo>
                  <a:lnTo>
                    <a:pt x="5226814" y="0"/>
                  </a:lnTo>
                  <a:lnTo>
                    <a:pt x="5225999" y="0"/>
                  </a:lnTo>
                  <a:lnTo>
                    <a:pt x="5225184" y="0"/>
                  </a:lnTo>
                  <a:lnTo>
                    <a:pt x="5224369" y="0"/>
                  </a:lnTo>
                  <a:lnTo>
                    <a:pt x="5223554" y="0"/>
                  </a:lnTo>
                  <a:lnTo>
                    <a:pt x="5222740" y="0"/>
                  </a:lnTo>
                  <a:lnTo>
                    <a:pt x="5221925" y="0"/>
                  </a:lnTo>
                  <a:lnTo>
                    <a:pt x="5221110" y="0"/>
                  </a:lnTo>
                  <a:lnTo>
                    <a:pt x="5220295" y="0"/>
                  </a:lnTo>
                  <a:lnTo>
                    <a:pt x="5219481" y="0"/>
                  </a:lnTo>
                  <a:lnTo>
                    <a:pt x="5218666" y="0"/>
                  </a:lnTo>
                  <a:lnTo>
                    <a:pt x="5217851" y="0"/>
                  </a:lnTo>
                  <a:lnTo>
                    <a:pt x="5217036" y="0"/>
                  </a:lnTo>
                  <a:lnTo>
                    <a:pt x="5216221" y="0"/>
                  </a:lnTo>
                  <a:lnTo>
                    <a:pt x="5215407" y="0"/>
                  </a:lnTo>
                  <a:lnTo>
                    <a:pt x="5214592" y="0"/>
                  </a:lnTo>
                  <a:lnTo>
                    <a:pt x="5213777" y="0"/>
                  </a:lnTo>
                  <a:lnTo>
                    <a:pt x="5212962" y="0"/>
                  </a:lnTo>
                  <a:lnTo>
                    <a:pt x="5212147" y="0"/>
                  </a:lnTo>
                  <a:lnTo>
                    <a:pt x="5211333" y="0"/>
                  </a:lnTo>
                  <a:lnTo>
                    <a:pt x="5210518" y="0"/>
                  </a:lnTo>
                  <a:lnTo>
                    <a:pt x="5209703" y="0"/>
                  </a:lnTo>
                  <a:lnTo>
                    <a:pt x="5208888" y="0"/>
                  </a:lnTo>
                  <a:lnTo>
                    <a:pt x="5208074" y="0"/>
                  </a:lnTo>
                  <a:lnTo>
                    <a:pt x="5207259" y="0"/>
                  </a:lnTo>
                  <a:lnTo>
                    <a:pt x="5206444" y="0"/>
                  </a:lnTo>
                  <a:lnTo>
                    <a:pt x="5205629" y="0"/>
                  </a:lnTo>
                  <a:lnTo>
                    <a:pt x="5204814" y="0"/>
                  </a:lnTo>
                  <a:lnTo>
                    <a:pt x="5204000" y="0"/>
                  </a:lnTo>
                  <a:lnTo>
                    <a:pt x="5203185" y="0"/>
                  </a:lnTo>
                  <a:lnTo>
                    <a:pt x="5202370" y="0"/>
                  </a:lnTo>
                  <a:lnTo>
                    <a:pt x="5201555" y="0"/>
                  </a:lnTo>
                  <a:lnTo>
                    <a:pt x="5200741" y="0"/>
                  </a:lnTo>
                  <a:lnTo>
                    <a:pt x="5199926" y="0"/>
                  </a:lnTo>
                  <a:lnTo>
                    <a:pt x="5199111" y="0"/>
                  </a:lnTo>
                  <a:lnTo>
                    <a:pt x="5198296" y="0"/>
                  </a:lnTo>
                  <a:lnTo>
                    <a:pt x="5197481" y="0"/>
                  </a:lnTo>
                  <a:lnTo>
                    <a:pt x="5196667" y="0"/>
                  </a:lnTo>
                  <a:lnTo>
                    <a:pt x="5195852" y="0"/>
                  </a:lnTo>
                  <a:lnTo>
                    <a:pt x="5195037" y="0"/>
                  </a:lnTo>
                  <a:lnTo>
                    <a:pt x="5194222" y="0"/>
                  </a:lnTo>
                  <a:lnTo>
                    <a:pt x="5193408" y="0"/>
                  </a:lnTo>
                  <a:lnTo>
                    <a:pt x="5192593" y="0"/>
                  </a:lnTo>
                  <a:lnTo>
                    <a:pt x="5191778" y="0"/>
                  </a:lnTo>
                  <a:lnTo>
                    <a:pt x="5190963" y="0"/>
                  </a:lnTo>
                  <a:lnTo>
                    <a:pt x="5190148" y="0"/>
                  </a:lnTo>
                  <a:lnTo>
                    <a:pt x="5189334" y="0"/>
                  </a:lnTo>
                  <a:lnTo>
                    <a:pt x="5188519" y="0"/>
                  </a:lnTo>
                  <a:lnTo>
                    <a:pt x="5187704" y="0"/>
                  </a:lnTo>
                  <a:lnTo>
                    <a:pt x="5186889" y="0"/>
                  </a:lnTo>
                  <a:lnTo>
                    <a:pt x="5186075" y="0"/>
                  </a:lnTo>
                  <a:lnTo>
                    <a:pt x="5185260" y="0"/>
                  </a:lnTo>
                  <a:lnTo>
                    <a:pt x="5184445" y="0"/>
                  </a:lnTo>
                  <a:lnTo>
                    <a:pt x="5183630" y="0"/>
                  </a:lnTo>
                  <a:lnTo>
                    <a:pt x="5182815" y="0"/>
                  </a:lnTo>
                  <a:lnTo>
                    <a:pt x="5182001" y="0"/>
                  </a:lnTo>
                  <a:lnTo>
                    <a:pt x="5181186" y="0"/>
                  </a:lnTo>
                  <a:lnTo>
                    <a:pt x="5180371" y="0"/>
                  </a:lnTo>
                  <a:lnTo>
                    <a:pt x="5179556" y="0"/>
                  </a:lnTo>
                  <a:lnTo>
                    <a:pt x="5178742" y="0"/>
                  </a:lnTo>
                  <a:lnTo>
                    <a:pt x="5177927" y="0"/>
                  </a:lnTo>
                  <a:lnTo>
                    <a:pt x="5177112" y="0"/>
                  </a:lnTo>
                  <a:lnTo>
                    <a:pt x="5176297" y="0"/>
                  </a:lnTo>
                  <a:lnTo>
                    <a:pt x="5175482" y="0"/>
                  </a:lnTo>
                  <a:lnTo>
                    <a:pt x="5174668" y="0"/>
                  </a:lnTo>
                  <a:lnTo>
                    <a:pt x="5173853" y="0"/>
                  </a:lnTo>
                  <a:lnTo>
                    <a:pt x="5173038" y="0"/>
                  </a:lnTo>
                  <a:lnTo>
                    <a:pt x="5172223" y="0"/>
                  </a:lnTo>
                  <a:lnTo>
                    <a:pt x="5171408" y="0"/>
                  </a:lnTo>
                  <a:lnTo>
                    <a:pt x="5170594" y="0"/>
                  </a:lnTo>
                  <a:lnTo>
                    <a:pt x="5169779" y="0"/>
                  </a:lnTo>
                  <a:lnTo>
                    <a:pt x="5168964" y="0"/>
                  </a:lnTo>
                  <a:lnTo>
                    <a:pt x="5168149" y="0"/>
                  </a:lnTo>
                  <a:lnTo>
                    <a:pt x="5167335" y="0"/>
                  </a:lnTo>
                  <a:lnTo>
                    <a:pt x="5166520" y="0"/>
                  </a:lnTo>
                  <a:lnTo>
                    <a:pt x="5165705" y="0"/>
                  </a:lnTo>
                  <a:lnTo>
                    <a:pt x="5164890" y="0"/>
                  </a:lnTo>
                  <a:lnTo>
                    <a:pt x="5164075" y="0"/>
                  </a:lnTo>
                  <a:lnTo>
                    <a:pt x="5163261" y="0"/>
                  </a:lnTo>
                  <a:lnTo>
                    <a:pt x="5162446" y="0"/>
                  </a:lnTo>
                  <a:lnTo>
                    <a:pt x="5161631" y="0"/>
                  </a:lnTo>
                  <a:lnTo>
                    <a:pt x="5160816" y="0"/>
                  </a:lnTo>
                  <a:lnTo>
                    <a:pt x="5160002" y="0"/>
                  </a:lnTo>
                  <a:lnTo>
                    <a:pt x="5159187" y="0"/>
                  </a:lnTo>
                  <a:lnTo>
                    <a:pt x="5158372" y="0"/>
                  </a:lnTo>
                  <a:lnTo>
                    <a:pt x="5157557" y="0"/>
                  </a:lnTo>
                  <a:lnTo>
                    <a:pt x="5156742" y="0"/>
                  </a:lnTo>
                  <a:lnTo>
                    <a:pt x="5155928" y="0"/>
                  </a:lnTo>
                  <a:lnTo>
                    <a:pt x="5155113" y="0"/>
                  </a:lnTo>
                  <a:lnTo>
                    <a:pt x="5154298" y="0"/>
                  </a:lnTo>
                  <a:lnTo>
                    <a:pt x="5153483" y="0"/>
                  </a:lnTo>
                  <a:lnTo>
                    <a:pt x="5152669" y="0"/>
                  </a:lnTo>
                  <a:lnTo>
                    <a:pt x="5151854" y="0"/>
                  </a:lnTo>
                  <a:lnTo>
                    <a:pt x="5151039" y="0"/>
                  </a:lnTo>
                  <a:lnTo>
                    <a:pt x="5150224" y="0"/>
                  </a:lnTo>
                  <a:lnTo>
                    <a:pt x="5149409" y="0"/>
                  </a:lnTo>
                  <a:lnTo>
                    <a:pt x="5148595" y="0"/>
                  </a:lnTo>
                  <a:lnTo>
                    <a:pt x="5147780" y="0"/>
                  </a:lnTo>
                  <a:lnTo>
                    <a:pt x="5146965" y="0"/>
                  </a:lnTo>
                  <a:lnTo>
                    <a:pt x="5146150" y="0"/>
                  </a:lnTo>
                  <a:lnTo>
                    <a:pt x="5145336" y="0"/>
                  </a:lnTo>
                  <a:lnTo>
                    <a:pt x="5144521" y="0"/>
                  </a:lnTo>
                  <a:lnTo>
                    <a:pt x="5143706" y="0"/>
                  </a:lnTo>
                  <a:lnTo>
                    <a:pt x="5142891" y="0"/>
                  </a:lnTo>
                  <a:lnTo>
                    <a:pt x="5142076" y="0"/>
                  </a:lnTo>
                  <a:lnTo>
                    <a:pt x="5141262" y="0"/>
                  </a:lnTo>
                  <a:lnTo>
                    <a:pt x="5140447" y="0"/>
                  </a:lnTo>
                  <a:lnTo>
                    <a:pt x="5139632" y="0"/>
                  </a:lnTo>
                  <a:lnTo>
                    <a:pt x="5138817" y="0"/>
                  </a:lnTo>
                  <a:lnTo>
                    <a:pt x="5138002" y="0"/>
                  </a:lnTo>
                  <a:lnTo>
                    <a:pt x="5137188" y="0"/>
                  </a:lnTo>
                  <a:lnTo>
                    <a:pt x="5136373" y="0"/>
                  </a:lnTo>
                  <a:lnTo>
                    <a:pt x="5135558" y="0"/>
                  </a:lnTo>
                  <a:lnTo>
                    <a:pt x="5134743" y="0"/>
                  </a:lnTo>
                  <a:lnTo>
                    <a:pt x="5133929" y="0"/>
                  </a:lnTo>
                  <a:lnTo>
                    <a:pt x="5133114" y="0"/>
                  </a:lnTo>
                  <a:lnTo>
                    <a:pt x="5132299" y="0"/>
                  </a:lnTo>
                  <a:lnTo>
                    <a:pt x="5131484" y="0"/>
                  </a:lnTo>
                  <a:lnTo>
                    <a:pt x="5130669" y="0"/>
                  </a:lnTo>
                  <a:lnTo>
                    <a:pt x="5129855" y="0"/>
                  </a:lnTo>
                  <a:lnTo>
                    <a:pt x="5129040" y="0"/>
                  </a:lnTo>
                  <a:lnTo>
                    <a:pt x="5128225" y="0"/>
                  </a:lnTo>
                  <a:lnTo>
                    <a:pt x="5127410" y="0"/>
                  </a:lnTo>
                  <a:lnTo>
                    <a:pt x="5126596" y="0"/>
                  </a:lnTo>
                  <a:lnTo>
                    <a:pt x="5125781" y="0"/>
                  </a:lnTo>
                  <a:lnTo>
                    <a:pt x="5124966" y="0"/>
                  </a:lnTo>
                  <a:lnTo>
                    <a:pt x="5124151" y="0"/>
                  </a:lnTo>
                  <a:lnTo>
                    <a:pt x="5123336" y="0"/>
                  </a:lnTo>
                  <a:lnTo>
                    <a:pt x="5122522" y="0"/>
                  </a:lnTo>
                  <a:lnTo>
                    <a:pt x="5121707" y="0"/>
                  </a:lnTo>
                  <a:lnTo>
                    <a:pt x="5120892" y="0"/>
                  </a:lnTo>
                  <a:lnTo>
                    <a:pt x="5120077" y="0"/>
                  </a:lnTo>
                  <a:lnTo>
                    <a:pt x="5119263" y="0"/>
                  </a:lnTo>
                  <a:lnTo>
                    <a:pt x="5118448" y="0"/>
                  </a:lnTo>
                  <a:lnTo>
                    <a:pt x="5117633" y="0"/>
                  </a:lnTo>
                  <a:lnTo>
                    <a:pt x="5116818" y="0"/>
                  </a:lnTo>
                  <a:lnTo>
                    <a:pt x="5116003" y="0"/>
                  </a:lnTo>
                  <a:lnTo>
                    <a:pt x="5115189" y="0"/>
                  </a:lnTo>
                  <a:lnTo>
                    <a:pt x="5114374" y="0"/>
                  </a:lnTo>
                  <a:lnTo>
                    <a:pt x="5113559" y="0"/>
                  </a:lnTo>
                  <a:lnTo>
                    <a:pt x="5112744" y="0"/>
                  </a:lnTo>
                  <a:lnTo>
                    <a:pt x="5111930" y="0"/>
                  </a:lnTo>
                  <a:lnTo>
                    <a:pt x="5111115" y="0"/>
                  </a:lnTo>
                  <a:lnTo>
                    <a:pt x="5110300" y="0"/>
                  </a:lnTo>
                  <a:lnTo>
                    <a:pt x="5109485" y="0"/>
                  </a:lnTo>
                  <a:lnTo>
                    <a:pt x="5108670" y="0"/>
                  </a:lnTo>
                  <a:lnTo>
                    <a:pt x="5107856" y="0"/>
                  </a:lnTo>
                  <a:lnTo>
                    <a:pt x="5107041" y="0"/>
                  </a:lnTo>
                  <a:lnTo>
                    <a:pt x="5106226" y="0"/>
                  </a:lnTo>
                  <a:lnTo>
                    <a:pt x="5105411" y="0"/>
                  </a:lnTo>
                  <a:lnTo>
                    <a:pt x="5104597" y="0"/>
                  </a:lnTo>
                  <a:lnTo>
                    <a:pt x="5103782" y="0"/>
                  </a:lnTo>
                  <a:lnTo>
                    <a:pt x="5102967" y="0"/>
                  </a:lnTo>
                  <a:lnTo>
                    <a:pt x="5102152" y="0"/>
                  </a:lnTo>
                  <a:lnTo>
                    <a:pt x="5101337" y="0"/>
                  </a:lnTo>
                  <a:lnTo>
                    <a:pt x="5100523" y="0"/>
                  </a:lnTo>
                  <a:lnTo>
                    <a:pt x="5099708" y="0"/>
                  </a:lnTo>
                  <a:lnTo>
                    <a:pt x="5098893" y="0"/>
                  </a:lnTo>
                  <a:lnTo>
                    <a:pt x="5098078" y="0"/>
                  </a:lnTo>
                  <a:lnTo>
                    <a:pt x="5097263" y="0"/>
                  </a:lnTo>
                  <a:lnTo>
                    <a:pt x="5096449" y="0"/>
                  </a:lnTo>
                  <a:lnTo>
                    <a:pt x="5095634" y="0"/>
                  </a:lnTo>
                  <a:lnTo>
                    <a:pt x="5094819" y="0"/>
                  </a:lnTo>
                  <a:lnTo>
                    <a:pt x="5094004" y="0"/>
                  </a:lnTo>
                  <a:lnTo>
                    <a:pt x="5093190" y="0"/>
                  </a:lnTo>
                  <a:lnTo>
                    <a:pt x="5092375" y="0"/>
                  </a:lnTo>
                  <a:lnTo>
                    <a:pt x="5091560" y="0"/>
                  </a:lnTo>
                  <a:lnTo>
                    <a:pt x="5090745" y="0"/>
                  </a:lnTo>
                  <a:lnTo>
                    <a:pt x="5089930" y="0"/>
                  </a:lnTo>
                  <a:lnTo>
                    <a:pt x="5089116" y="0"/>
                  </a:lnTo>
                  <a:lnTo>
                    <a:pt x="5088301" y="0"/>
                  </a:lnTo>
                  <a:lnTo>
                    <a:pt x="5087486" y="0"/>
                  </a:lnTo>
                  <a:lnTo>
                    <a:pt x="5086671" y="0"/>
                  </a:lnTo>
                  <a:lnTo>
                    <a:pt x="5085857" y="0"/>
                  </a:lnTo>
                  <a:lnTo>
                    <a:pt x="5085042" y="0"/>
                  </a:lnTo>
                  <a:lnTo>
                    <a:pt x="5084227" y="0"/>
                  </a:lnTo>
                  <a:lnTo>
                    <a:pt x="5083412" y="0"/>
                  </a:lnTo>
                  <a:lnTo>
                    <a:pt x="5082597" y="0"/>
                  </a:lnTo>
                  <a:lnTo>
                    <a:pt x="5081783" y="0"/>
                  </a:lnTo>
                  <a:lnTo>
                    <a:pt x="5080968" y="0"/>
                  </a:lnTo>
                  <a:lnTo>
                    <a:pt x="5080153" y="0"/>
                  </a:lnTo>
                  <a:lnTo>
                    <a:pt x="5079338" y="0"/>
                  </a:lnTo>
                  <a:lnTo>
                    <a:pt x="5078524" y="0"/>
                  </a:lnTo>
                  <a:lnTo>
                    <a:pt x="5077709" y="0"/>
                  </a:lnTo>
                  <a:lnTo>
                    <a:pt x="5076894" y="0"/>
                  </a:lnTo>
                  <a:lnTo>
                    <a:pt x="5076079" y="0"/>
                  </a:lnTo>
                  <a:lnTo>
                    <a:pt x="5075264" y="0"/>
                  </a:lnTo>
                  <a:lnTo>
                    <a:pt x="5074450" y="0"/>
                  </a:lnTo>
                  <a:lnTo>
                    <a:pt x="5073635" y="0"/>
                  </a:lnTo>
                  <a:lnTo>
                    <a:pt x="5072820" y="0"/>
                  </a:lnTo>
                  <a:lnTo>
                    <a:pt x="5072005" y="0"/>
                  </a:lnTo>
                  <a:lnTo>
                    <a:pt x="5071191" y="0"/>
                  </a:lnTo>
                  <a:lnTo>
                    <a:pt x="5070376" y="0"/>
                  </a:lnTo>
                  <a:lnTo>
                    <a:pt x="5069561" y="0"/>
                  </a:lnTo>
                  <a:lnTo>
                    <a:pt x="5068746" y="0"/>
                  </a:lnTo>
                  <a:lnTo>
                    <a:pt x="5067931" y="0"/>
                  </a:lnTo>
                  <a:lnTo>
                    <a:pt x="5067117" y="0"/>
                  </a:lnTo>
                  <a:lnTo>
                    <a:pt x="5066302" y="0"/>
                  </a:lnTo>
                  <a:lnTo>
                    <a:pt x="5065487" y="0"/>
                  </a:lnTo>
                  <a:lnTo>
                    <a:pt x="5064672" y="0"/>
                  </a:lnTo>
                  <a:lnTo>
                    <a:pt x="5063858" y="0"/>
                  </a:lnTo>
                  <a:lnTo>
                    <a:pt x="5063043" y="0"/>
                  </a:lnTo>
                  <a:lnTo>
                    <a:pt x="5062228" y="0"/>
                  </a:lnTo>
                  <a:lnTo>
                    <a:pt x="5061413" y="0"/>
                  </a:lnTo>
                  <a:lnTo>
                    <a:pt x="5060598" y="0"/>
                  </a:lnTo>
                  <a:lnTo>
                    <a:pt x="5059784" y="0"/>
                  </a:lnTo>
                  <a:lnTo>
                    <a:pt x="5058969" y="0"/>
                  </a:lnTo>
                  <a:lnTo>
                    <a:pt x="5058154" y="0"/>
                  </a:lnTo>
                  <a:lnTo>
                    <a:pt x="5057339" y="0"/>
                  </a:lnTo>
                  <a:lnTo>
                    <a:pt x="5056524" y="0"/>
                  </a:lnTo>
                  <a:lnTo>
                    <a:pt x="5055710" y="0"/>
                  </a:lnTo>
                  <a:lnTo>
                    <a:pt x="5054895" y="0"/>
                  </a:lnTo>
                  <a:lnTo>
                    <a:pt x="5054080" y="0"/>
                  </a:lnTo>
                  <a:lnTo>
                    <a:pt x="5053265" y="0"/>
                  </a:lnTo>
                  <a:lnTo>
                    <a:pt x="5052451" y="0"/>
                  </a:lnTo>
                  <a:lnTo>
                    <a:pt x="5051636" y="0"/>
                  </a:lnTo>
                  <a:lnTo>
                    <a:pt x="5050821" y="0"/>
                  </a:lnTo>
                  <a:lnTo>
                    <a:pt x="5050006" y="0"/>
                  </a:lnTo>
                  <a:lnTo>
                    <a:pt x="5049191" y="0"/>
                  </a:lnTo>
                  <a:lnTo>
                    <a:pt x="5048377" y="0"/>
                  </a:lnTo>
                  <a:lnTo>
                    <a:pt x="5047562" y="0"/>
                  </a:lnTo>
                  <a:lnTo>
                    <a:pt x="5046747" y="0"/>
                  </a:lnTo>
                  <a:lnTo>
                    <a:pt x="5045932" y="0"/>
                  </a:lnTo>
                  <a:lnTo>
                    <a:pt x="5045118" y="0"/>
                  </a:lnTo>
                  <a:lnTo>
                    <a:pt x="5044303" y="0"/>
                  </a:lnTo>
                  <a:lnTo>
                    <a:pt x="5043488" y="0"/>
                  </a:lnTo>
                  <a:lnTo>
                    <a:pt x="5042673" y="0"/>
                  </a:lnTo>
                  <a:lnTo>
                    <a:pt x="5041858" y="0"/>
                  </a:lnTo>
                  <a:lnTo>
                    <a:pt x="5041044" y="0"/>
                  </a:lnTo>
                  <a:lnTo>
                    <a:pt x="5040229" y="0"/>
                  </a:lnTo>
                  <a:lnTo>
                    <a:pt x="5039414" y="0"/>
                  </a:lnTo>
                  <a:lnTo>
                    <a:pt x="5038599" y="0"/>
                  </a:lnTo>
                  <a:lnTo>
                    <a:pt x="5037785" y="0"/>
                  </a:lnTo>
                  <a:lnTo>
                    <a:pt x="5036970" y="0"/>
                  </a:lnTo>
                  <a:lnTo>
                    <a:pt x="5036155" y="0"/>
                  </a:lnTo>
                  <a:lnTo>
                    <a:pt x="5035340" y="0"/>
                  </a:lnTo>
                  <a:lnTo>
                    <a:pt x="5034525" y="0"/>
                  </a:lnTo>
                  <a:lnTo>
                    <a:pt x="5033711" y="0"/>
                  </a:lnTo>
                  <a:lnTo>
                    <a:pt x="5032896" y="0"/>
                  </a:lnTo>
                  <a:lnTo>
                    <a:pt x="5032081" y="0"/>
                  </a:lnTo>
                  <a:lnTo>
                    <a:pt x="5031266" y="0"/>
                  </a:lnTo>
                  <a:lnTo>
                    <a:pt x="5030452" y="0"/>
                  </a:lnTo>
                  <a:lnTo>
                    <a:pt x="5029637" y="0"/>
                  </a:lnTo>
                  <a:lnTo>
                    <a:pt x="5028822" y="0"/>
                  </a:lnTo>
                  <a:lnTo>
                    <a:pt x="5028007" y="0"/>
                  </a:lnTo>
                  <a:lnTo>
                    <a:pt x="5027192" y="0"/>
                  </a:lnTo>
                  <a:lnTo>
                    <a:pt x="5026378" y="0"/>
                  </a:lnTo>
                  <a:lnTo>
                    <a:pt x="5025563" y="0"/>
                  </a:lnTo>
                  <a:lnTo>
                    <a:pt x="5024748" y="0"/>
                  </a:lnTo>
                  <a:lnTo>
                    <a:pt x="5023933" y="0"/>
                  </a:lnTo>
                  <a:lnTo>
                    <a:pt x="5023119" y="0"/>
                  </a:lnTo>
                  <a:lnTo>
                    <a:pt x="5022304" y="0"/>
                  </a:lnTo>
                  <a:lnTo>
                    <a:pt x="5021489" y="0"/>
                  </a:lnTo>
                  <a:lnTo>
                    <a:pt x="5020674" y="0"/>
                  </a:lnTo>
                  <a:lnTo>
                    <a:pt x="5019859" y="0"/>
                  </a:lnTo>
                  <a:lnTo>
                    <a:pt x="5019045" y="0"/>
                  </a:lnTo>
                  <a:lnTo>
                    <a:pt x="5018230" y="0"/>
                  </a:lnTo>
                  <a:lnTo>
                    <a:pt x="5017415" y="0"/>
                  </a:lnTo>
                  <a:lnTo>
                    <a:pt x="5016600" y="0"/>
                  </a:lnTo>
                  <a:lnTo>
                    <a:pt x="5015785" y="0"/>
                  </a:lnTo>
                  <a:lnTo>
                    <a:pt x="5014971" y="0"/>
                  </a:lnTo>
                  <a:lnTo>
                    <a:pt x="5014156" y="0"/>
                  </a:lnTo>
                  <a:lnTo>
                    <a:pt x="5013341" y="0"/>
                  </a:lnTo>
                  <a:lnTo>
                    <a:pt x="5012526" y="0"/>
                  </a:lnTo>
                  <a:lnTo>
                    <a:pt x="5011712" y="0"/>
                  </a:lnTo>
                  <a:lnTo>
                    <a:pt x="5010897" y="0"/>
                  </a:lnTo>
                  <a:lnTo>
                    <a:pt x="5010082" y="0"/>
                  </a:lnTo>
                  <a:lnTo>
                    <a:pt x="5009267" y="0"/>
                  </a:lnTo>
                  <a:lnTo>
                    <a:pt x="5008452" y="0"/>
                  </a:lnTo>
                  <a:lnTo>
                    <a:pt x="5007638" y="0"/>
                  </a:lnTo>
                  <a:lnTo>
                    <a:pt x="5006823" y="0"/>
                  </a:lnTo>
                  <a:lnTo>
                    <a:pt x="5006008" y="0"/>
                  </a:lnTo>
                  <a:lnTo>
                    <a:pt x="5005193" y="0"/>
                  </a:lnTo>
                  <a:lnTo>
                    <a:pt x="5004379" y="0"/>
                  </a:lnTo>
                  <a:lnTo>
                    <a:pt x="5003564" y="0"/>
                  </a:lnTo>
                  <a:lnTo>
                    <a:pt x="5002749" y="0"/>
                  </a:lnTo>
                  <a:lnTo>
                    <a:pt x="5001934" y="0"/>
                  </a:lnTo>
                  <a:lnTo>
                    <a:pt x="5001119" y="0"/>
                  </a:lnTo>
                  <a:lnTo>
                    <a:pt x="5000305" y="0"/>
                  </a:lnTo>
                  <a:lnTo>
                    <a:pt x="4999490" y="0"/>
                  </a:lnTo>
                  <a:lnTo>
                    <a:pt x="4998675" y="0"/>
                  </a:lnTo>
                  <a:lnTo>
                    <a:pt x="4997860" y="0"/>
                  </a:lnTo>
                  <a:lnTo>
                    <a:pt x="4997046" y="0"/>
                  </a:lnTo>
                  <a:lnTo>
                    <a:pt x="4996231" y="0"/>
                  </a:lnTo>
                  <a:lnTo>
                    <a:pt x="4995416" y="0"/>
                  </a:lnTo>
                  <a:lnTo>
                    <a:pt x="4994601" y="0"/>
                  </a:lnTo>
                  <a:lnTo>
                    <a:pt x="4993786" y="0"/>
                  </a:lnTo>
                  <a:lnTo>
                    <a:pt x="4992972" y="0"/>
                  </a:lnTo>
                  <a:lnTo>
                    <a:pt x="4992157" y="0"/>
                  </a:lnTo>
                  <a:lnTo>
                    <a:pt x="4991342" y="0"/>
                  </a:lnTo>
                  <a:lnTo>
                    <a:pt x="4990527" y="0"/>
                  </a:lnTo>
                  <a:lnTo>
                    <a:pt x="4989713" y="0"/>
                  </a:lnTo>
                  <a:lnTo>
                    <a:pt x="4988898" y="0"/>
                  </a:lnTo>
                  <a:lnTo>
                    <a:pt x="4988083" y="0"/>
                  </a:lnTo>
                  <a:lnTo>
                    <a:pt x="4987268" y="0"/>
                  </a:lnTo>
                  <a:lnTo>
                    <a:pt x="4986453" y="0"/>
                  </a:lnTo>
                  <a:lnTo>
                    <a:pt x="4985639" y="0"/>
                  </a:lnTo>
                  <a:lnTo>
                    <a:pt x="4984824" y="0"/>
                  </a:lnTo>
                  <a:lnTo>
                    <a:pt x="4984009" y="0"/>
                  </a:lnTo>
                  <a:lnTo>
                    <a:pt x="4983194" y="0"/>
                  </a:lnTo>
                  <a:lnTo>
                    <a:pt x="4982380" y="0"/>
                  </a:lnTo>
                  <a:lnTo>
                    <a:pt x="4981565" y="0"/>
                  </a:lnTo>
                  <a:lnTo>
                    <a:pt x="4980750" y="0"/>
                  </a:lnTo>
                  <a:lnTo>
                    <a:pt x="4979935" y="0"/>
                  </a:lnTo>
                  <a:lnTo>
                    <a:pt x="4979120" y="0"/>
                  </a:lnTo>
                  <a:lnTo>
                    <a:pt x="4978306" y="0"/>
                  </a:lnTo>
                  <a:lnTo>
                    <a:pt x="4977491" y="0"/>
                  </a:lnTo>
                  <a:lnTo>
                    <a:pt x="4976676" y="0"/>
                  </a:lnTo>
                  <a:lnTo>
                    <a:pt x="4975861" y="0"/>
                  </a:lnTo>
                  <a:lnTo>
                    <a:pt x="4975046" y="0"/>
                  </a:lnTo>
                  <a:lnTo>
                    <a:pt x="4974232" y="0"/>
                  </a:lnTo>
                  <a:lnTo>
                    <a:pt x="4973417" y="0"/>
                  </a:lnTo>
                  <a:lnTo>
                    <a:pt x="4972602" y="0"/>
                  </a:lnTo>
                  <a:lnTo>
                    <a:pt x="4971787" y="0"/>
                  </a:lnTo>
                  <a:lnTo>
                    <a:pt x="4970973" y="0"/>
                  </a:lnTo>
                  <a:lnTo>
                    <a:pt x="4970158" y="0"/>
                  </a:lnTo>
                  <a:lnTo>
                    <a:pt x="4969343" y="0"/>
                  </a:lnTo>
                  <a:lnTo>
                    <a:pt x="4968528" y="0"/>
                  </a:lnTo>
                  <a:lnTo>
                    <a:pt x="4967713" y="0"/>
                  </a:lnTo>
                  <a:lnTo>
                    <a:pt x="4966899" y="0"/>
                  </a:lnTo>
                  <a:lnTo>
                    <a:pt x="4966084" y="0"/>
                  </a:lnTo>
                  <a:lnTo>
                    <a:pt x="4965269" y="0"/>
                  </a:lnTo>
                  <a:lnTo>
                    <a:pt x="4964454" y="0"/>
                  </a:lnTo>
                  <a:lnTo>
                    <a:pt x="4963640" y="0"/>
                  </a:lnTo>
                  <a:lnTo>
                    <a:pt x="4962825" y="0"/>
                  </a:lnTo>
                  <a:lnTo>
                    <a:pt x="4962010" y="0"/>
                  </a:lnTo>
                  <a:lnTo>
                    <a:pt x="4961195" y="0"/>
                  </a:lnTo>
                  <a:lnTo>
                    <a:pt x="4960380" y="0"/>
                  </a:lnTo>
                  <a:lnTo>
                    <a:pt x="4959566" y="0"/>
                  </a:lnTo>
                  <a:lnTo>
                    <a:pt x="4958751" y="0"/>
                  </a:lnTo>
                  <a:lnTo>
                    <a:pt x="4957936" y="0"/>
                  </a:lnTo>
                  <a:lnTo>
                    <a:pt x="4957121" y="0"/>
                  </a:lnTo>
                  <a:lnTo>
                    <a:pt x="4956307" y="0"/>
                  </a:lnTo>
                  <a:lnTo>
                    <a:pt x="4955492" y="0"/>
                  </a:lnTo>
                  <a:lnTo>
                    <a:pt x="4954677" y="0"/>
                  </a:lnTo>
                  <a:lnTo>
                    <a:pt x="4953862" y="0"/>
                  </a:lnTo>
                  <a:lnTo>
                    <a:pt x="4953047" y="0"/>
                  </a:lnTo>
                  <a:lnTo>
                    <a:pt x="4952233" y="0"/>
                  </a:lnTo>
                  <a:lnTo>
                    <a:pt x="4951418" y="0"/>
                  </a:lnTo>
                  <a:lnTo>
                    <a:pt x="4950603" y="0"/>
                  </a:lnTo>
                  <a:lnTo>
                    <a:pt x="4949788" y="0"/>
                  </a:lnTo>
                  <a:lnTo>
                    <a:pt x="4948974" y="0"/>
                  </a:lnTo>
                  <a:lnTo>
                    <a:pt x="4948159" y="0"/>
                  </a:lnTo>
                  <a:lnTo>
                    <a:pt x="4947344" y="0"/>
                  </a:lnTo>
                  <a:lnTo>
                    <a:pt x="4946529" y="0"/>
                  </a:lnTo>
                  <a:lnTo>
                    <a:pt x="4945714" y="0"/>
                  </a:lnTo>
                  <a:lnTo>
                    <a:pt x="4944900" y="0"/>
                  </a:lnTo>
                  <a:lnTo>
                    <a:pt x="4944085" y="0"/>
                  </a:lnTo>
                  <a:lnTo>
                    <a:pt x="4943270" y="0"/>
                  </a:lnTo>
                  <a:lnTo>
                    <a:pt x="4942455" y="0"/>
                  </a:lnTo>
                  <a:lnTo>
                    <a:pt x="4941641" y="0"/>
                  </a:lnTo>
                  <a:lnTo>
                    <a:pt x="4940826" y="0"/>
                  </a:lnTo>
                  <a:lnTo>
                    <a:pt x="4940011" y="0"/>
                  </a:lnTo>
                  <a:lnTo>
                    <a:pt x="4939196" y="0"/>
                  </a:lnTo>
                  <a:lnTo>
                    <a:pt x="4938381" y="0"/>
                  </a:lnTo>
                  <a:lnTo>
                    <a:pt x="4937567" y="0"/>
                  </a:lnTo>
                  <a:lnTo>
                    <a:pt x="4936752" y="0"/>
                  </a:lnTo>
                  <a:lnTo>
                    <a:pt x="4935937" y="0"/>
                  </a:lnTo>
                  <a:lnTo>
                    <a:pt x="4935122" y="0"/>
                  </a:lnTo>
                  <a:lnTo>
                    <a:pt x="4934307" y="0"/>
                  </a:lnTo>
                  <a:lnTo>
                    <a:pt x="4933493" y="0"/>
                  </a:lnTo>
                  <a:lnTo>
                    <a:pt x="4932678" y="0"/>
                  </a:lnTo>
                  <a:lnTo>
                    <a:pt x="4931863" y="0"/>
                  </a:lnTo>
                  <a:lnTo>
                    <a:pt x="4931048" y="0"/>
                  </a:lnTo>
                  <a:lnTo>
                    <a:pt x="4930234" y="0"/>
                  </a:lnTo>
                  <a:lnTo>
                    <a:pt x="4929419" y="0"/>
                  </a:lnTo>
                  <a:lnTo>
                    <a:pt x="4928604" y="0"/>
                  </a:lnTo>
                  <a:lnTo>
                    <a:pt x="4927789" y="0"/>
                  </a:lnTo>
                  <a:lnTo>
                    <a:pt x="4926974" y="0"/>
                  </a:lnTo>
                  <a:lnTo>
                    <a:pt x="4926160" y="0"/>
                  </a:lnTo>
                  <a:lnTo>
                    <a:pt x="4925345" y="0"/>
                  </a:lnTo>
                  <a:lnTo>
                    <a:pt x="4924530" y="0"/>
                  </a:lnTo>
                  <a:lnTo>
                    <a:pt x="4923715" y="0"/>
                  </a:lnTo>
                  <a:lnTo>
                    <a:pt x="4922901" y="0"/>
                  </a:lnTo>
                  <a:lnTo>
                    <a:pt x="4922086" y="0"/>
                  </a:lnTo>
                  <a:lnTo>
                    <a:pt x="4921271" y="0"/>
                  </a:lnTo>
                  <a:lnTo>
                    <a:pt x="4920456" y="0"/>
                  </a:lnTo>
                  <a:lnTo>
                    <a:pt x="4919641" y="0"/>
                  </a:lnTo>
                  <a:lnTo>
                    <a:pt x="4918827" y="0"/>
                  </a:lnTo>
                  <a:lnTo>
                    <a:pt x="4918012" y="0"/>
                  </a:lnTo>
                  <a:lnTo>
                    <a:pt x="4917197" y="0"/>
                  </a:lnTo>
                  <a:lnTo>
                    <a:pt x="4916382" y="0"/>
                  </a:lnTo>
                  <a:lnTo>
                    <a:pt x="4915568" y="0"/>
                  </a:lnTo>
                  <a:lnTo>
                    <a:pt x="4914753" y="0"/>
                  </a:lnTo>
                  <a:lnTo>
                    <a:pt x="4913938" y="0"/>
                  </a:lnTo>
                  <a:lnTo>
                    <a:pt x="4913123" y="0"/>
                  </a:lnTo>
                  <a:lnTo>
                    <a:pt x="4912308" y="0"/>
                  </a:lnTo>
                  <a:lnTo>
                    <a:pt x="4911494" y="0"/>
                  </a:lnTo>
                  <a:lnTo>
                    <a:pt x="4910679" y="0"/>
                  </a:lnTo>
                  <a:lnTo>
                    <a:pt x="4909864" y="0"/>
                  </a:lnTo>
                  <a:lnTo>
                    <a:pt x="4909049" y="0"/>
                  </a:lnTo>
                  <a:lnTo>
                    <a:pt x="4908235" y="0"/>
                  </a:lnTo>
                  <a:lnTo>
                    <a:pt x="4907420" y="0"/>
                  </a:lnTo>
                  <a:lnTo>
                    <a:pt x="4906605" y="0"/>
                  </a:lnTo>
                  <a:lnTo>
                    <a:pt x="4905790" y="0"/>
                  </a:lnTo>
                  <a:lnTo>
                    <a:pt x="4904975" y="0"/>
                  </a:lnTo>
                  <a:lnTo>
                    <a:pt x="4904161" y="0"/>
                  </a:lnTo>
                  <a:lnTo>
                    <a:pt x="4903346" y="0"/>
                  </a:lnTo>
                  <a:lnTo>
                    <a:pt x="4902531" y="0"/>
                  </a:lnTo>
                  <a:lnTo>
                    <a:pt x="4901716" y="0"/>
                  </a:lnTo>
                  <a:lnTo>
                    <a:pt x="4900902" y="0"/>
                  </a:lnTo>
                  <a:lnTo>
                    <a:pt x="4900087" y="0"/>
                  </a:lnTo>
                  <a:lnTo>
                    <a:pt x="4899272" y="0"/>
                  </a:lnTo>
                  <a:lnTo>
                    <a:pt x="4898457" y="0"/>
                  </a:lnTo>
                  <a:lnTo>
                    <a:pt x="4897642" y="0"/>
                  </a:lnTo>
                  <a:lnTo>
                    <a:pt x="4896828" y="0"/>
                  </a:lnTo>
                  <a:lnTo>
                    <a:pt x="4896013" y="0"/>
                  </a:lnTo>
                  <a:lnTo>
                    <a:pt x="4895198" y="0"/>
                  </a:lnTo>
                  <a:lnTo>
                    <a:pt x="4894383" y="0"/>
                  </a:lnTo>
                  <a:lnTo>
                    <a:pt x="4893568" y="0"/>
                  </a:lnTo>
                  <a:lnTo>
                    <a:pt x="4892754" y="0"/>
                  </a:lnTo>
                  <a:lnTo>
                    <a:pt x="4891939" y="0"/>
                  </a:lnTo>
                  <a:lnTo>
                    <a:pt x="4891124" y="0"/>
                  </a:lnTo>
                  <a:lnTo>
                    <a:pt x="4890309" y="0"/>
                  </a:lnTo>
                  <a:lnTo>
                    <a:pt x="4889495" y="0"/>
                  </a:lnTo>
                  <a:lnTo>
                    <a:pt x="4888680" y="0"/>
                  </a:lnTo>
                  <a:lnTo>
                    <a:pt x="4887865" y="0"/>
                  </a:lnTo>
                  <a:lnTo>
                    <a:pt x="4887050" y="0"/>
                  </a:lnTo>
                  <a:lnTo>
                    <a:pt x="4886235" y="0"/>
                  </a:lnTo>
                  <a:lnTo>
                    <a:pt x="4885421" y="0"/>
                  </a:lnTo>
                  <a:lnTo>
                    <a:pt x="4884606" y="0"/>
                  </a:lnTo>
                  <a:lnTo>
                    <a:pt x="4883791" y="0"/>
                  </a:lnTo>
                  <a:lnTo>
                    <a:pt x="4882976" y="0"/>
                  </a:lnTo>
                  <a:lnTo>
                    <a:pt x="4882162" y="0"/>
                  </a:lnTo>
                  <a:lnTo>
                    <a:pt x="4881347" y="0"/>
                  </a:lnTo>
                  <a:lnTo>
                    <a:pt x="4880532" y="0"/>
                  </a:lnTo>
                  <a:lnTo>
                    <a:pt x="4879717" y="0"/>
                  </a:lnTo>
                  <a:lnTo>
                    <a:pt x="4878902" y="0"/>
                  </a:lnTo>
                  <a:lnTo>
                    <a:pt x="4878088" y="0"/>
                  </a:lnTo>
                  <a:lnTo>
                    <a:pt x="4877273" y="0"/>
                  </a:lnTo>
                  <a:lnTo>
                    <a:pt x="4876458" y="0"/>
                  </a:lnTo>
                  <a:lnTo>
                    <a:pt x="4875643" y="0"/>
                  </a:lnTo>
                  <a:lnTo>
                    <a:pt x="4874829" y="0"/>
                  </a:lnTo>
                  <a:lnTo>
                    <a:pt x="4874014" y="0"/>
                  </a:lnTo>
                  <a:lnTo>
                    <a:pt x="4873199" y="0"/>
                  </a:lnTo>
                  <a:lnTo>
                    <a:pt x="4872384" y="0"/>
                  </a:lnTo>
                  <a:lnTo>
                    <a:pt x="4871569" y="0"/>
                  </a:lnTo>
                  <a:lnTo>
                    <a:pt x="4870755" y="0"/>
                  </a:lnTo>
                  <a:lnTo>
                    <a:pt x="4869940" y="0"/>
                  </a:lnTo>
                  <a:lnTo>
                    <a:pt x="4869125" y="0"/>
                  </a:lnTo>
                  <a:lnTo>
                    <a:pt x="4868310" y="0"/>
                  </a:lnTo>
                  <a:lnTo>
                    <a:pt x="4867496" y="0"/>
                  </a:lnTo>
                  <a:lnTo>
                    <a:pt x="4866681" y="0"/>
                  </a:lnTo>
                  <a:lnTo>
                    <a:pt x="4865866" y="0"/>
                  </a:lnTo>
                  <a:lnTo>
                    <a:pt x="4865051" y="0"/>
                  </a:lnTo>
                  <a:lnTo>
                    <a:pt x="4864236" y="0"/>
                  </a:lnTo>
                  <a:lnTo>
                    <a:pt x="4863422" y="0"/>
                  </a:lnTo>
                  <a:lnTo>
                    <a:pt x="4862607" y="0"/>
                  </a:lnTo>
                  <a:lnTo>
                    <a:pt x="4861792" y="0"/>
                  </a:lnTo>
                  <a:lnTo>
                    <a:pt x="4860977" y="0"/>
                  </a:lnTo>
                  <a:lnTo>
                    <a:pt x="4860163" y="0"/>
                  </a:lnTo>
                  <a:lnTo>
                    <a:pt x="4859348" y="0"/>
                  </a:lnTo>
                  <a:lnTo>
                    <a:pt x="4858533" y="0"/>
                  </a:lnTo>
                  <a:lnTo>
                    <a:pt x="4857718" y="0"/>
                  </a:lnTo>
                  <a:lnTo>
                    <a:pt x="4856903" y="0"/>
                  </a:lnTo>
                  <a:lnTo>
                    <a:pt x="4856089" y="0"/>
                  </a:lnTo>
                  <a:lnTo>
                    <a:pt x="4855274" y="0"/>
                  </a:lnTo>
                  <a:lnTo>
                    <a:pt x="4854459" y="0"/>
                  </a:lnTo>
                  <a:lnTo>
                    <a:pt x="4853644" y="0"/>
                  </a:lnTo>
                  <a:lnTo>
                    <a:pt x="4852829" y="0"/>
                  </a:lnTo>
                  <a:lnTo>
                    <a:pt x="4852015" y="0"/>
                  </a:lnTo>
                  <a:lnTo>
                    <a:pt x="4851200" y="0"/>
                  </a:lnTo>
                  <a:lnTo>
                    <a:pt x="4850385" y="0"/>
                  </a:lnTo>
                  <a:lnTo>
                    <a:pt x="4849570" y="0"/>
                  </a:lnTo>
                  <a:lnTo>
                    <a:pt x="4848756" y="0"/>
                  </a:lnTo>
                  <a:lnTo>
                    <a:pt x="4847941" y="0"/>
                  </a:lnTo>
                  <a:lnTo>
                    <a:pt x="4847126" y="0"/>
                  </a:lnTo>
                  <a:lnTo>
                    <a:pt x="4846311" y="0"/>
                  </a:lnTo>
                  <a:lnTo>
                    <a:pt x="4845496" y="0"/>
                  </a:lnTo>
                  <a:lnTo>
                    <a:pt x="4844682" y="0"/>
                  </a:lnTo>
                  <a:lnTo>
                    <a:pt x="4843867" y="0"/>
                  </a:lnTo>
                  <a:lnTo>
                    <a:pt x="4843052" y="0"/>
                  </a:lnTo>
                  <a:lnTo>
                    <a:pt x="4842237" y="0"/>
                  </a:lnTo>
                  <a:lnTo>
                    <a:pt x="4841423" y="0"/>
                  </a:lnTo>
                  <a:lnTo>
                    <a:pt x="4840608" y="0"/>
                  </a:lnTo>
                  <a:lnTo>
                    <a:pt x="4839793" y="0"/>
                  </a:lnTo>
                  <a:lnTo>
                    <a:pt x="4838978" y="0"/>
                  </a:lnTo>
                  <a:lnTo>
                    <a:pt x="4838163" y="0"/>
                  </a:lnTo>
                  <a:lnTo>
                    <a:pt x="4837349" y="0"/>
                  </a:lnTo>
                  <a:lnTo>
                    <a:pt x="4836534" y="0"/>
                  </a:lnTo>
                  <a:lnTo>
                    <a:pt x="4835719" y="0"/>
                  </a:lnTo>
                  <a:lnTo>
                    <a:pt x="4834904" y="0"/>
                  </a:lnTo>
                  <a:lnTo>
                    <a:pt x="4834090" y="0"/>
                  </a:lnTo>
                  <a:lnTo>
                    <a:pt x="4833275" y="0"/>
                  </a:lnTo>
                  <a:lnTo>
                    <a:pt x="4832460" y="0"/>
                  </a:lnTo>
                  <a:lnTo>
                    <a:pt x="4831645" y="0"/>
                  </a:lnTo>
                  <a:lnTo>
                    <a:pt x="4830830" y="0"/>
                  </a:lnTo>
                  <a:lnTo>
                    <a:pt x="4830016" y="0"/>
                  </a:lnTo>
                  <a:lnTo>
                    <a:pt x="4829201" y="0"/>
                  </a:lnTo>
                  <a:lnTo>
                    <a:pt x="4828386" y="0"/>
                  </a:lnTo>
                  <a:lnTo>
                    <a:pt x="4827571" y="0"/>
                  </a:lnTo>
                  <a:lnTo>
                    <a:pt x="4826757" y="0"/>
                  </a:lnTo>
                  <a:lnTo>
                    <a:pt x="4825942" y="0"/>
                  </a:lnTo>
                  <a:lnTo>
                    <a:pt x="4825127" y="0"/>
                  </a:lnTo>
                  <a:lnTo>
                    <a:pt x="4824312" y="0"/>
                  </a:lnTo>
                  <a:lnTo>
                    <a:pt x="4823497" y="0"/>
                  </a:lnTo>
                  <a:lnTo>
                    <a:pt x="4822683" y="0"/>
                  </a:lnTo>
                  <a:lnTo>
                    <a:pt x="4821868" y="0"/>
                  </a:lnTo>
                  <a:lnTo>
                    <a:pt x="4821053" y="0"/>
                  </a:lnTo>
                  <a:lnTo>
                    <a:pt x="4820238" y="0"/>
                  </a:lnTo>
                  <a:lnTo>
                    <a:pt x="4819423" y="0"/>
                  </a:lnTo>
                  <a:lnTo>
                    <a:pt x="4818609" y="0"/>
                  </a:lnTo>
                  <a:lnTo>
                    <a:pt x="4817794" y="0"/>
                  </a:lnTo>
                  <a:lnTo>
                    <a:pt x="4816979" y="0"/>
                  </a:lnTo>
                  <a:lnTo>
                    <a:pt x="4816164" y="0"/>
                  </a:lnTo>
                  <a:lnTo>
                    <a:pt x="4815350" y="0"/>
                  </a:lnTo>
                  <a:lnTo>
                    <a:pt x="4814535" y="0"/>
                  </a:lnTo>
                  <a:lnTo>
                    <a:pt x="4813720" y="0"/>
                  </a:lnTo>
                  <a:lnTo>
                    <a:pt x="4812905" y="0"/>
                  </a:lnTo>
                  <a:lnTo>
                    <a:pt x="4812090" y="0"/>
                  </a:lnTo>
                  <a:lnTo>
                    <a:pt x="4811276" y="0"/>
                  </a:lnTo>
                  <a:lnTo>
                    <a:pt x="4810461" y="0"/>
                  </a:lnTo>
                  <a:lnTo>
                    <a:pt x="4809646" y="0"/>
                  </a:lnTo>
                  <a:lnTo>
                    <a:pt x="4808831" y="0"/>
                  </a:lnTo>
                  <a:lnTo>
                    <a:pt x="4808017" y="0"/>
                  </a:lnTo>
                  <a:lnTo>
                    <a:pt x="4807202" y="0"/>
                  </a:lnTo>
                  <a:lnTo>
                    <a:pt x="4806387" y="0"/>
                  </a:lnTo>
                  <a:lnTo>
                    <a:pt x="4805572" y="0"/>
                  </a:lnTo>
                  <a:lnTo>
                    <a:pt x="4804757" y="0"/>
                  </a:lnTo>
                  <a:lnTo>
                    <a:pt x="4803943" y="0"/>
                  </a:lnTo>
                  <a:lnTo>
                    <a:pt x="4803128" y="0"/>
                  </a:lnTo>
                  <a:lnTo>
                    <a:pt x="4802313" y="0"/>
                  </a:lnTo>
                  <a:lnTo>
                    <a:pt x="4801498" y="0"/>
                  </a:lnTo>
                  <a:lnTo>
                    <a:pt x="4800684" y="0"/>
                  </a:lnTo>
                  <a:lnTo>
                    <a:pt x="4799869" y="0"/>
                  </a:lnTo>
                  <a:lnTo>
                    <a:pt x="4799054" y="0"/>
                  </a:lnTo>
                  <a:lnTo>
                    <a:pt x="4798239" y="0"/>
                  </a:lnTo>
                  <a:lnTo>
                    <a:pt x="4797424" y="0"/>
                  </a:lnTo>
                  <a:lnTo>
                    <a:pt x="4796610" y="0"/>
                  </a:lnTo>
                  <a:lnTo>
                    <a:pt x="4795795" y="0"/>
                  </a:lnTo>
                  <a:lnTo>
                    <a:pt x="4794980" y="0"/>
                  </a:lnTo>
                  <a:lnTo>
                    <a:pt x="4794165" y="0"/>
                  </a:lnTo>
                  <a:lnTo>
                    <a:pt x="4793351" y="0"/>
                  </a:lnTo>
                  <a:lnTo>
                    <a:pt x="4792536" y="0"/>
                  </a:lnTo>
                  <a:lnTo>
                    <a:pt x="4791721" y="0"/>
                  </a:lnTo>
                  <a:lnTo>
                    <a:pt x="4790906" y="0"/>
                  </a:lnTo>
                  <a:lnTo>
                    <a:pt x="4790091" y="0"/>
                  </a:lnTo>
                  <a:lnTo>
                    <a:pt x="4789277" y="0"/>
                  </a:lnTo>
                  <a:lnTo>
                    <a:pt x="4788462" y="0"/>
                  </a:lnTo>
                  <a:lnTo>
                    <a:pt x="4787647" y="0"/>
                  </a:lnTo>
                  <a:lnTo>
                    <a:pt x="4786832" y="0"/>
                  </a:lnTo>
                  <a:lnTo>
                    <a:pt x="4786018" y="0"/>
                  </a:lnTo>
                  <a:lnTo>
                    <a:pt x="4785203" y="0"/>
                  </a:lnTo>
                  <a:lnTo>
                    <a:pt x="4784388" y="0"/>
                  </a:lnTo>
                  <a:lnTo>
                    <a:pt x="4783573" y="0"/>
                  </a:lnTo>
                  <a:lnTo>
                    <a:pt x="4782758" y="0"/>
                  </a:lnTo>
                  <a:lnTo>
                    <a:pt x="4781944" y="0"/>
                  </a:lnTo>
                  <a:lnTo>
                    <a:pt x="4781129" y="0"/>
                  </a:lnTo>
                  <a:lnTo>
                    <a:pt x="4780314" y="0"/>
                  </a:lnTo>
                  <a:lnTo>
                    <a:pt x="4779499" y="0"/>
                  </a:lnTo>
                  <a:lnTo>
                    <a:pt x="4778684" y="0"/>
                  </a:lnTo>
                  <a:lnTo>
                    <a:pt x="4777870" y="0"/>
                  </a:lnTo>
                  <a:lnTo>
                    <a:pt x="4777055" y="0"/>
                  </a:lnTo>
                  <a:lnTo>
                    <a:pt x="4776240" y="0"/>
                  </a:lnTo>
                  <a:lnTo>
                    <a:pt x="4775425" y="0"/>
                  </a:lnTo>
                  <a:lnTo>
                    <a:pt x="4774611" y="0"/>
                  </a:lnTo>
                  <a:lnTo>
                    <a:pt x="4773796" y="0"/>
                  </a:lnTo>
                  <a:lnTo>
                    <a:pt x="4772981" y="0"/>
                  </a:lnTo>
                  <a:lnTo>
                    <a:pt x="4772166" y="0"/>
                  </a:lnTo>
                  <a:lnTo>
                    <a:pt x="4771351" y="0"/>
                  </a:lnTo>
                  <a:lnTo>
                    <a:pt x="4770537" y="0"/>
                  </a:lnTo>
                  <a:lnTo>
                    <a:pt x="4769722" y="0"/>
                  </a:lnTo>
                  <a:lnTo>
                    <a:pt x="4768907" y="0"/>
                  </a:lnTo>
                  <a:lnTo>
                    <a:pt x="4768092" y="0"/>
                  </a:lnTo>
                  <a:lnTo>
                    <a:pt x="4767278" y="0"/>
                  </a:lnTo>
                  <a:lnTo>
                    <a:pt x="4766463" y="0"/>
                  </a:lnTo>
                  <a:lnTo>
                    <a:pt x="4765648" y="0"/>
                  </a:lnTo>
                  <a:lnTo>
                    <a:pt x="4764833" y="0"/>
                  </a:lnTo>
                  <a:lnTo>
                    <a:pt x="4764018" y="0"/>
                  </a:lnTo>
                  <a:lnTo>
                    <a:pt x="4763204" y="0"/>
                  </a:lnTo>
                  <a:lnTo>
                    <a:pt x="4762389" y="0"/>
                  </a:lnTo>
                  <a:lnTo>
                    <a:pt x="4761574" y="0"/>
                  </a:lnTo>
                  <a:lnTo>
                    <a:pt x="4760759" y="0"/>
                  </a:lnTo>
                  <a:lnTo>
                    <a:pt x="4759945" y="0"/>
                  </a:lnTo>
                  <a:lnTo>
                    <a:pt x="4759130" y="0"/>
                  </a:lnTo>
                  <a:lnTo>
                    <a:pt x="4758315" y="0"/>
                  </a:lnTo>
                  <a:lnTo>
                    <a:pt x="4757500" y="0"/>
                  </a:lnTo>
                  <a:lnTo>
                    <a:pt x="4756685" y="0"/>
                  </a:lnTo>
                  <a:lnTo>
                    <a:pt x="4755871" y="0"/>
                  </a:lnTo>
                  <a:lnTo>
                    <a:pt x="4755056" y="0"/>
                  </a:lnTo>
                  <a:lnTo>
                    <a:pt x="4754241" y="0"/>
                  </a:lnTo>
                  <a:lnTo>
                    <a:pt x="4753426" y="0"/>
                  </a:lnTo>
                  <a:lnTo>
                    <a:pt x="4752612" y="0"/>
                  </a:lnTo>
                  <a:lnTo>
                    <a:pt x="4751797" y="0"/>
                  </a:lnTo>
                  <a:lnTo>
                    <a:pt x="4750982" y="0"/>
                  </a:lnTo>
                  <a:lnTo>
                    <a:pt x="4750167" y="0"/>
                  </a:lnTo>
                  <a:lnTo>
                    <a:pt x="4749352" y="0"/>
                  </a:lnTo>
                  <a:lnTo>
                    <a:pt x="4748538" y="0"/>
                  </a:lnTo>
                  <a:lnTo>
                    <a:pt x="4747723" y="0"/>
                  </a:lnTo>
                  <a:lnTo>
                    <a:pt x="4746908" y="0"/>
                  </a:lnTo>
                  <a:lnTo>
                    <a:pt x="4746093" y="0"/>
                  </a:lnTo>
                  <a:lnTo>
                    <a:pt x="4745279" y="0"/>
                  </a:lnTo>
                  <a:lnTo>
                    <a:pt x="4744464" y="0"/>
                  </a:lnTo>
                  <a:lnTo>
                    <a:pt x="4743649" y="0"/>
                  </a:lnTo>
                  <a:lnTo>
                    <a:pt x="4742834" y="0"/>
                  </a:lnTo>
                  <a:lnTo>
                    <a:pt x="4742019" y="0"/>
                  </a:lnTo>
                  <a:lnTo>
                    <a:pt x="4741205" y="0"/>
                  </a:lnTo>
                  <a:lnTo>
                    <a:pt x="4740390" y="0"/>
                  </a:lnTo>
                  <a:lnTo>
                    <a:pt x="4739575" y="0"/>
                  </a:lnTo>
                  <a:lnTo>
                    <a:pt x="4738760" y="0"/>
                  </a:lnTo>
                  <a:lnTo>
                    <a:pt x="4737945" y="0"/>
                  </a:lnTo>
                  <a:lnTo>
                    <a:pt x="4737131" y="0"/>
                  </a:lnTo>
                  <a:lnTo>
                    <a:pt x="4736316" y="0"/>
                  </a:lnTo>
                  <a:lnTo>
                    <a:pt x="4735501" y="0"/>
                  </a:lnTo>
                  <a:lnTo>
                    <a:pt x="4734686" y="0"/>
                  </a:lnTo>
                  <a:lnTo>
                    <a:pt x="4733872" y="0"/>
                  </a:lnTo>
                  <a:lnTo>
                    <a:pt x="4733057" y="0"/>
                  </a:lnTo>
                  <a:lnTo>
                    <a:pt x="4732242" y="0"/>
                  </a:lnTo>
                  <a:lnTo>
                    <a:pt x="4731427" y="0"/>
                  </a:lnTo>
                  <a:lnTo>
                    <a:pt x="4730612" y="0"/>
                  </a:lnTo>
                  <a:lnTo>
                    <a:pt x="4729798" y="0"/>
                  </a:lnTo>
                  <a:lnTo>
                    <a:pt x="4728983" y="0"/>
                  </a:lnTo>
                  <a:lnTo>
                    <a:pt x="4728168" y="0"/>
                  </a:lnTo>
                  <a:lnTo>
                    <a:pt x="4727353" y="0"/>
                  </a:lnTo>
                  <a:lnTo>
                    <a:pt x="4726539" y="0"/>
                  </a:lnTo>
                  <a:lnTo>
                    <a:pt x="4725724" y="0"/>
                  </a:lnTo>
                  <a:lnTo>
                    <a:pt x="4724909" y="0"/>
                  </a:lnTo>
                  <a:lnTo>
                    <a:pt x="4724094" y="0"/>
                  </a:lnTo>
                  <a:lnTo>
                    <a:pt x="4723279" y="0"/>
                  </a:lnTo>
                  <a:lnTo>
                    <a:pt x="4722465" y="0"/>
                  </a:lnTo>
                  <a:lnTo>
                    <a:pt x="4721650" y="0"/>
                  </a:lnTo>
                  <a:lnTo>
                    <a:pt x="4720835" y="0"/>
                  </a:lnTo>
                  <a:lnTo>
                    <a:pt x="4720020" y="0"/>
                  </a:lnTo>
                  <a:lnTo>
                    <a:pt x="4719206" y="0"/>
                  </a:lnTo>
                  <a:lnTo>
                    <a:pt x="4718391" y="0"/>
                  </a:lnTo>
                  <a:lnTo>
                    <a:pt x="4717576" y="0"/>
                  </a:lnTo>
                  <a:lnTo>
                    <a:pt x="4716761" y="0"/>
                  </a:lnTo>
                  <a:lnTo>
                    <a:pt x="4715946" y="0"/>
                  </a:lnTo>
                  <a:lnTo>
                    <a:pt x="4715132" y="0"/>
                  </a:lnTo>
                  <a:lnTo>
                    <a:pt x="4714317" y="0"/>
                  </a:lnTo>
                  <a:lnTo>
                    <a:pt x="4713502" y="0"/>
                  </a:lnTo>
                  <a:lnTo>
                    <a:pt x="4712687" y="0"/>
                  </a:lnTo>
                  <a:lnTo>
                    <a:pt x="4711873" y="0"/>
                  </a:lnTo>
                  <a:lnTo>
                    <a:pt x="4711058" y="0"/>
                  </a:lnTo>
                  <a:lnTo>
                    <a:pt x="4710243" y="0"/>
                  </a:lnTo>
                  <a:lnTo>
                    <a:pt x="4709428" y="0"/>
                  </a:lnTo>
                  <a:lnTo>
                    <a:pt x="4708613" y="0"/>
                  </a:lnTo>
                  <a:lnTo>
                    <a:pt x="4707799" y="0"/>
                  </a:lnTo>
                  <a:lnTo>
                    <a:pt x="4706984" y="0"/>
                  </a:lnTo>
                  <a:lnTo>
                    <a:pt x="4706169" y="0"/>
                  </a:lnTo>
                  <a:lnTo>
                    <a:pt x="4705354" y="0"/>
                  </a:lnTo>
                  <a:lnTo>
                    <a:pt x="4704540" y="0"/>
                  </a:lnTo>
                  <a:lnTo>
                    <a:pt x="4703725" y="0"/>
                  </a:lnTo>
                  <a:lnTo>
                    <a:pt x="4702910" y="0"/>
                  </a:lnTo>
                  <a:lnTo>
                    <a:pt x="4702095" y="0"/>
                  </a:lnTo>
                  <a:lnTo>
                    <a:pt x="4701280" y="0"/>
                  </a:lnTo>
                  <a:lnTo>
                    <a:pt x="4700466" y="0"/>
                  </a:lnTo>
                  <a:lnTo>
                    <a:pt x="4699651" y="0"/>
                  </a:lnTo>
                  <a:lnTo>
                    <a:pt x="4698836" y="0"/>
                  </a:lnTo>
                  <a:lnTo>
                    <a:pt x="4698021" y="0"/>
                  </a:lnTo>
                  <a:lnTo>
                    <a:pt x="4697206" y="0"/>
                  </a:lnTo>
                  <a:lnTo>
                    <a:pt x="4696392" y="0"/>
                  </a:lnTo>
                  <a:lnTo>
                    <a:pt x="4695577" y="0"/>
                  </a:lnTo>
                  <a:lnTo>
                    <a:pt x="4694762" y="0"/>
                  </a:lnTo>
                  <a:lnTo>
                    <a:pt x="4693947" y="0"/>
                  </a:lnTo>
                  <a:lnTo>
                    <a:pt x="4693133" y="0"/>
                  </a:lnTo>
                  <a:lnTo>
                    <a:pt x="4692318" y="0"/>
                  </a:lnTo>
                  <a:lnTo>
                    <a:pt x="4691503" y="0"/>
                  </a:lnTo>
                  <a:lnTo>
                    <a:pt x="4690688" y="0"/>
                  </a:lnTo>
                  <a:lnTo>
                    <a:pt x="4689873" y="0"/>
                  </a:lnTo>
                  <a:lnTo>
                    <a:pt x="4689059" y="0"/>
                  </a:lnTo>
                  <a:lnTo>
                    <a:pt x="4688244" y="0"/>
                  </a:lnTo>
                  <a:lnTo>
                    <a:pt x="4687429" y="0"/>
                  </a:lnTo>
                  <a:lnTo>
                    <a:pt x="4686614" y="0"/>
                  </a:lnTo>
                  <a:lnTo>
                    <a:pt x="4685800" y="0"/>
                  </a:lnTo>
                  <a:lnTo>
                    <a:pt x="4684985" y="0"/>
                  </a:lnTo>
                  <a:lnTo>
                    <a:pt x="4684170" y="0"/>
                  </a:lnTo>
                  <a:lnTo>
                    <a:pt x="4683355" y="0"/>
                  </a:lnTo>
                  <a:lnTo>
                    <a:pt x="4682540" y="0"/>
                  </a:lnTo>
                  <a:lnTo>
                    <a:pt x="4681726" y="0"/>
                  </a:lnTo>
                  <a:lnTo>
                    <a:pt x="4680911" y="0"/>
                  </a:lnTo>
                  <a:lnTo>
                    <a:pt x="4680096" y="0"/>
                  </a:lnTo>
                  <a:lnTo>
                    <a:pt x="4679281" y="0"/>
                  </a:lnTo>
                  <a:lnTo>
                    <a:pt x="4678467" y="0"/>
                  </a:lnTo>
                  <a:lnTo>
                    <a:pt x="4677652" y="0"/>
                  </a:lnTo>
                  <a:lnTo>
                    <a:pt x="4676837" y="0"/>
                  </a:lnTo>
                  <a:lnTo>
                    <a:pt x="4676022" y="0"/>
                  </a:lnTo>
                  <a:lnTo>
                    <a:pt x="4675207" y="0"/>
                  </a:lnTo>
                  <a:lnTo>
                    <a:pt x="4674393" y="0"/>
                  </a:lnTo>
                  <a:lnTo>
                    <a:pt x="4673578" y="0"/>
                  </a:lnTo>
                  <a:lnTo>
                    <a:pt x="4672763" y="0"/>
                  </a:lnTo>
                  <a:lnTo>
                    <a:pt x="4671948" y="0"/>
                  </a:lnTo>
                  <a:lnTo>
                    <a:pt x="4671134" y="0"/>
                  </a:lnTo>
                  <a:lnTo>
                    <a:pt x="4670319" y="0"/>
                  </a:lnTo>
                  <a:lnTo>
                    <a:pt x="4669504" y="0"/>
                  </a:lnTo>
                  <a:lnTo>
                    <a:pt x="4668689" y="0"/>
                  </a:lnTo>
                  <a:lnTo>
                    <a:pt x="4667874" y="0"/>
                  </a:lnTo>
                  <a:lnTo>
                    <a:pt x="4667060" y="0"/>
                  </a:lnTo>
                  <a:lnTo>
                    <a:pt x="4666245" y="0"/>
                  </a:lnTo>
                  <a:lnTo>
                    <a:pt x="4665430" y="0"/>
                  </a:lnTo>
                  <a:lnTo>
                    <a:pt x="4664615" y="0"/>
                  </a:lnTo>
                  <a:lnTo>
                    <a:pt x="4663801" y="0"/>
                  </a:lnTo>
                  <a:lnTo>
                    <a:pt x="4662986" y="0"/>
                  </a:lnTo>
                  <a:lnTo>
                    <a:pt x="4662171" y="0"/>
                  </a:lnTo>
                  <a:lnTo>
                    <a:pt x="4661356" y="0"/>
                  </a:lnTo>
                  <a:lnTo>
                    <a:pt x="4660541" y="0"/>
                  </a:lnTo>
                  <a:lnTo>
                    <a:pt x="4659727" y="0"/>
                  </a:lnTo>
                  <a:lnTo>
                    <a:pt x="4658912" y="0"/>
                  </a:lnTo>
                  <a:lnTo>
                    <a:pt x="4658097" y="0"/>
                  </a:lnTo>
                  <a:lnTo>
                    <a:pt x="4657282" y="0"/>
                  </a:lnTo>
                  <a:lnTo>
                    <a:pt x="4656467" y="0"/>
                  </a:lnTo>
                  <a:lnTo>
                    <a:pt x="4655653" y="0"/>
                  </a:lnTo>
                  <a:lnTo>
                    <a:pt x="4654838" y="0"/>
                  </a:lnTo>
                  <a:lnTo>
                    <a:pt x="4654023" y="0"/>
                  </a:lnTo>
                  <a:lnTo>
                    <a:pt x="4653208" y="0"/>
                  </a:lnTo>
                  <a:lnTo>
                    <a:pt x="4652394" y="0"/>
                  </a:lnTo>
                  <a:lnTo>
                    <a:pt x="4651579" y="0"/>
                  </a:lnTo>
                  <a:lnTo>
                    <a:pt x="4650764" y="0"/>
                  </a:lnTo>
                  <a:lnTo>
                    <a:pt x="4649949" y="0"/>
                  </a:lnTo>
                  <a:lnTo>
                    <a:pt x="4649134" y="0"/>
                  </a:lnTo>
                  <a:lnTo>
                    <a:pt x="4648320" y="0"/>
                  </a:lnTo>
                  <a:lnTo>
                    <a:pt x="4647505" y="0"/>
                  </a:lnTo>
                  <a:lnTo>
                    <a:pt x="4646690" y="0"/>
                  </a:lnTo>
                  <a:lnTo>
                    <a:pt x="4645875" y="0"/>
                  </a:lnTo>
                  <a:lnTo>
                    <a:pt x="4645061" y="0"/>
                  </a:lnTo>
                  <a:lnTo>
                    <a:pt x="4644246" y="0"/>
                  </a:lnTo>
                  <a:lnTo>
                    <a:pt x="4643431" y="0"/>
                  </a:lnTo>
                  <a:lnTo>
                    <a:pt x="4642616" y="0"/>
                  </a:lnTo>
                  <a:lnTo>
                    <a:pt x="4641801" y="0"/>
                  </a:lnTo>
                  <a:lnTo>
                    <a:pt x="4640987" y="0"/>
                  </a:lnTo>
                  <a:lnTo>
                    <a:pt x="4640172" y="0"/>
                  </a:lnTo>
                  <a:lnTo>
                    <a:pt x="4639357" y="0"/>
                  </a:lnTo>
                  <a:lnTo>
                    <a:pt x="4638542" y="0"/>
                  </a:lnTo>
                  <a:lnTo>
                    <a:pt x="4637728" y="0"/>
                  </a:lnTo>
                  <a:lnTo>
                    <a:pt x="4636913" y="0"/>
                  </a:lnTo>
                  <a:lnTo>
                    <a:pt x="4636098" y="0"/>
                  </a:lnTo>
                  <a:lnTo>
                    <a:pt x="4635283" y="0"/>
                  </a:lnTo>
                  <a:lnTo>
                    <a:pt x="4634468" y="0"/>
                  </a:lnTo>
                  <a:lnTo>
                    <a:pt x="4633654" y="0"/>
                  </a:lnTo>
                  <a:lnTo>
                    <a:pt x="4632839" y="0"/>
                  </a:lnTo>
                  <a:lnTo>
                    <a:pt x="4632024" y="0"/>
                  </a:lnTo>
                  <a:lnTo>
                    <a:pt x="4631209" y="0"/>
                  </a:lnTo>
                  <a:lnTo>
                    <a:pt x="4630395" y="0"/>
                  </a:lnTo>
                  <a:lnTo>
                    <a:pt x="4629580" y="0"/>
                  </a:lnTo>
                  <a:lnTo>
                    <a:pt x="4628765" y="0"/>
                  </a:lnTo>
                  <a:lnTo>
                    <a:pt x="4627950" y="0"/>
                  </a:lnTo>
                  <a:lnTo>
                    <a:pt x="4627135" y="0"/>
                  </a:lnTo>
                  <a:lnTo>
                    <a:pt x="4626321" y="0"/>
                  </a:lnTo>
                  <a:lnTo>
                    <a:pt x="4625506" y="0"/>
                  </a:lnTo>
                  <a:lnTo>
                    <a:pt x="4624691" y="0"/>
                  </a:lnTo>
                  <a:lnTo>
                    <a:pt x="4623876" y="0"/>
                  </a:lnTo>
                  <a:lnTo>
                    <a:pt x="4623062" y="0"/>
                  </a:lnTo>
                  <a:lnTo>
                    <a:pt x="4622247" y="0"/>
                  </a:lnTo>
                  <a:lnTo>
                    <a:pt x="4621432" y="0"/>
                  </a:lnTo>
                  <a:lnTo>
                    <a:pt x="4620617" y="0"/>
                  </a:lnTo>
                  <a:lnTo>
                    <a:pt x="4619802" y="0"/>
                  </a:lnTo>
                  <a:lnTo>
                    <a:pt x="4618988" y="0"/>
                  </a:lnTo>
                  <a:lnTo>
                    <a:pt x="4618173" y="0"/>
                  </a:lnTo>
                  <a:lnTo>
                    <a:pt x="4617358" y="0"/>
                  </a:lnTo>
                  <a:lnTo>
                    <a:pt x="4616543" y="0"/>
                  </a:lnTo>
                  <a:lnTo>
                    <a:pt x="4615728" y="0"/>
                  </a:lnTo>
                  <a:lnTo>
                    <a:pt x="4614914" y="0"/>
                  </a:lnTo>
                  <a:lnTo>
                    <a:pt x="4614099" y="0"/>
                  </a:lnTo>
                  <a:lnTo>
                    <a:pt x="4613284" y="0"/>
                  </a:lnTo>
                  <a:lnTo>
                    <a:pt x="4612469" y="0"/>
                  </a:lnTo>
                  <a:lnTo>
                    <a:pt x="4611655" y="0"/>
                  </a:lnTo>
                  <a:lnTo>
                    <a:pt x="4610840" y="0"/>
                  </a:lnTo>
                  <a:lnTo>
                    <a:pt x="4610025" y="0"/>
                  </a:lnTo>
                  <a:lnTo>
                    <a:pt x="4609210" y="0"/>
                  </a:lnTo>
                  <a:lnTo>
                    <a:pt x="4608395" y="0"/>
                  </a:lnTo>
                  <a:lnTo>
                    <a:pt x="4607581" y="0"/>
                  </a:lnTo>
                  <a:lnTo>
                    <a:pt x="4606766" y="0"/>
                  </a:lnTo>
                  <a:lnTo>
                    <a:pt x="4605951" y="0"/>
                  </a:lnTo>
                  <a:lnTo>
                    <a:pt x="4605136" y="0"/>
                  </a:lnTo>
                  <a:lnTo>
                    <a:pt x="4604322" y="0"/>
                  </a:lnTo>
                  <a:lnTo>
                    <a:pt x="4603507" y="0"/>
                  </a:lnTo>
                  <a:lnTo>
                    <a:pt x="4602692" y="0"/>
                  </a:lnTo>
                  <a:lnTo>
                    <a:pt x="4601877" y="0"/>
                  </a:lnTo>
                  <a:lnTo>
                    <a:pt x="4601062" y="0"/>
                  </a:lnTo>
                  <a:lnTo>
                    <a:pt x="4600248" y="0"/>
                  </a:lnTo>
                  <a:lnTo>
                    <a:pt x="4599433" y="0"/>
                  </a:lnTo>
                  <a:lnTo>
                    <a:pt x="4598618" y="0"/>
                  </a:lnTo>
                  <a:lnTo>
                    <a:pt x="4597803" y="0"/>
                  </a:lnTo>
                  <a:lnTo>
                    <a:pt x="4596989" y="0"/>
                  </a:lnTo>
                  <a:lnTo>
                    <a:pt x="4596174" y="0"/>
                  </a:lnTo>
                  <a:lnTo>
                    <a:pt x="4595359" y="0"/>
                  </a:lnTo>
                  <a:lnTo>
                    <a:pt x="4594544" y="0"/>
                  </a:lnTo>
                  <a:lnTo>
                    <a:pt x="4593729" y="0"/>
                  </a:lnTo>
                  <a:lnTo>
                    <a:pt x="4592915" y="0"/>
                  </a:lnTo>
                  <a:lnTo>
                    <a:pt x="4592100" y="0"/>
                  </a:lnTo>
                  <a:lnTo>
                    <a:pt x="4591285" y="0"/>
                  </a:lnTo>
                  <a:lnTo>
                    <a:pt x="4590470" y="0"/>
                  </a:lnTo>
                  <a:lnTo>
                    <a:pt x="4589656" y="0"/>
                  </a:lnTo>
                  <a:lnTo>
                    <a:pt x="4588841" y="0"/>
                  </a:lnTo>
                  <a:lnTo>
                    <a:pt x="4588026" y="0"/>
                  </a:lnTo>
                  <a:lnTo>
                    <a:pt x="4587211" y="0"/>
                  </a:lnTo>
                  <a:lnTo>
                    <a:pt x="4586396" y="0"/>
                  </a:lnTo>
                  <a:lnTo>
                    <a:pt x="4585582" y="0"/>
                  </a:lnTo>
                  <a:lnTo>
                    <a:pt x="4584767" y="0"/>
                  </a:lnTo>
                  <a:lnTo>
                    <a:pt x="4583952" y="0"/>
                  </a:lnTo>
                  <a:lnTo>
                    <a:pt x="4583137" y="0"/>
                  </a:lnTo>
                  <a:lnTo>
                    <a:pt x="4582323" y="0"/>
                  </a:lnTo>
                  <a:lnTo>
                    <a:pt x="4581508" y="0"/>
                  </a:lnTo>
                  <a:lnTo>
                    <a:pt x="4580693" y="0"/>
                  </a:lnTo>
                  <a:lnTo>
                    <a:pt x="4579878" y="0"/>
                  </a:lnTo>
                  <a:lnTo>
                    <a:pt x="4579063" y="0"/>
                  </a:lnTo>
                  <a:lnTo>
                    <a:pt x="4578249" y="0"/>
                  </a:lnTo>
                  <a:lnTo>
                    <a:pt x="4577434" y="0"/>
                  </a:lnTo>
                  <a:lnTo>
                    <a:pt x="4576619" y="0"/>
                  </a:lnTo>
                  <a:lnTo>
                    <a:pt x="4575804" y="0"/>
                  </a:lnTo>
                  <a:lnTo>
                    <a:pt x="4574989" y="0"/>
                  </a:lnTo>
                  <a:lnTo>
                    <a:pt x="4574175" y="0"/>
                  </a:lnTo>
                  <a:lnTo>
                    <a:pt x="4573360" y="0"/>
                  </a:lnTo>
                  <a:lnTo>
                    <a:pt x="4572545" y="0"/>
                  </a:lnTo>
                  <a:lnTo>
                    <a:pt x="4571730" y="0"/>
                  </a:lnTo>
                  <a:lnTo>
                    <a:pt x="4570916" y="0"/>
                  </a:lnTo>
                  <a:lnTo>
                    <a:pt x="4570101" y="0"/>
                  </a:lnTo>
                  <a:lnTo>
                    <a:pt x="4569286" y="0"/>
                  </a:lnTo>
                  <a:lnTo>
                    <a:pt x="4568471" y="0"/>
                  </a:lnTo>
                  <a:lnTo>
                    <a:pt x="4567656" y="0"/>
                  </a:lnTo>
                  <a:lnTo>
                    <a:pt x="4566842" y="0"/>
                  </a:lnTo>
                  <a:lnTo>
                    <a:pt x="4566027" y="0"/>
                  </a:lnTo>
                  <a:lnTo>
                    <a:pt x="4565212" y="0"/>
                  </a:lnTo>
                  <a:lnTo>
                    <a:pt x="4564397" y="0"/>
                  </a:lnTo>
                  <a:lnTo>
                    <a:pt x="4563583" y="0"/>
                  </a:lnTo>
                  <a:lnTo>
                    <a:pt x="4562768" y="0"/>
                  </a:lnTo>
                  <a:lnTo>
                    <a:pt x="4561953" y="0"/>
                  </a:lnTo>
                  <a:lnTo>
                    <a:pt x="4561138" y="0"/>
                  </a:lnTo>
                  <a:lnTo>
                    <a:pt x="4560323" y="0"/>
                  </a:lnTo>
                  <a:lnTo>
                    <a:pt x="4559509" y="0"/>
                  </a:lnTo>
                  <a:lnTo>
                    <a:pt x="4558694" y="0"/>
                  </a:lnTo>
                  <a:lnTo>
                    <a:pt x="4557879" y="0"/>
                  </a:lnTo>
                  <a:lnTo>
                    <a:pt x="4557064" y="0"/>
                  </a:lnTo>
                  <a:lnTo>
                    <a:pt x="4556250" y="0"/>
                  </a:lnTo>
                  <a:lnTo>
                    <a:pt x="4555435" y="0"/>
                  </a:lnTo>
                  <a:lnTo>
                    <a:pt x="4554620" y="0"/>
                  </a:lnTo>
                  <a:lnTo>
                    <a:pt x="4553805" y="0"/>
                  </a:lnTo>
                  <a:lnTo>
                    <a:pt x="4552990" y="0"/>
                  </a:lnTo>
                  <a:lnTo>
                    <a:pt x="4552176" y="0"/>
                  </a:lnTo>
                  <a:lnTo>
                    <a:pt x="4551361" y="0"/>
                  </a:lnTo>
                  <a:lnTo>
                    <a:pt x="4550546" y="0"/>
                  </a:lnTo>
                  <a:lnTo>
                    <a:pt x="4549731" y="0"/>
                  </a:lnTo>
                  <a:lnTo>
                    <a:pt x="4548917" y="0"/>
                  </a:lnTo>
                  <a:lnTo>
                    <a:pt x="4548102" y="0"/>
                  </a:lnTo>
                  <a:lnTo>
                    <a:pt x="4547287" y="0"/>
                  </a:lnTo>
                  <a:lnTo>
                    <a:pt x="4546472" y="0"/>
                  </a:lnTo>
                  <a:lnTo>
                    <a:pt x="4545657" y="0"/>
                  </a:lnTo>
                  <a:lnTo>
                    <a:pt x="4544843" y="0"/>
                  </a:lnTo>
                  <a:lnTo>
                    <a:pt x="4544028" y="0"/>
                  </a:lnTo>
                  <a:lnTo>
                    <a:pt x="4543213" y="0"/>
                  </a:lnTo>
                  <a:lnTo>
                    <a:pt x="4542398" y="0"/>
                  </a:lnTo>
                  <a:lnTo>
                    <a:pt x="4541584" y="0"/>
                  </a:lnTo>
                  <a:lnTo>
                    <a:pt x="4540769" y="0"/>
                  </a:lnTo>
                  <a:lnTo>
                    <a:pt x="4539954" y="0"/>
                  </a:lnTo>
                  <a:lnTo>
                    <a:pt x="4539139" y="0"/>
                  </a:lnTo>
                  <a:lnTo>
                    <a:pt x="4538324" y="0"/>
                  </a:lnTo>
                  <a:lnTo>
                    <a:pt x="4537510" y="0"/>
                  </a:lnTo>
                  <a:lnTo>
                    <a:pt x="4536695" y="0"/>
                  </a:lnTo>
                  <a:lnTo>
                    <a:pt x="4535880" y="0"/>
                  </a:lnTo>
                  <a:lnTo>
                    <a:pt x="4535065" y="0"/>
                  </a:lnTo>
                  <a:lnTo>
                    <a:pt x="4534250" y="0"/>
                  </a:lnTo>
                  <a:lnTo>
                    <a:pt x="4533436" y="0"/>
                  </a:lnTo>
                  <a:lnTo>
                    <a:pt x="4532621" y="0"/>
                  </a:lnTo>
                  <a:lnTo>
                    <a:pt x="4531806" y="0"/>
                  </a:lnTo>
                  <a:lnTo>
                    <a:pt x="4530991" y="0"/>
                  </a:lnTo>
                  <a:lnTo>
                    <a:pt x="4530177" y="0"/>
                  </a:lnTo>
                  <a:lnTo>
                    <a:pt x="4529362" y="0"/>
                  </a:lnTo>
                  <a:lnTo>
                    <a:pt x="4528547" y="0"/>
                  </a:lnTo>
                  <a:lnTo>
                    <a:pt x="4527732" y="0"/>
                  </a:lnTo>
                  <a:lnTo>
                    <a:pt x="4526917" y="0"/>
                  </a:lnTo>
                  <a:lnTo>
                    <a:pt x="4526103" y="0"/>
                  </a:lnTo>
                  <a:lnTo>
                    <a:pt x="4525288" y="0"/>
                  </a:lnTo>
                  <a:lnTo>
                    <a:pt x="4524473" y="0"/>
                  </a:lnTo>
                  <a:lnTo>
                    <a:pt x="4523658" y="0"/>
                  </a:lnTo>
                  <a:lnTo>
                    <a:pt x="4522844" y="0"/>
                  </a:lnTo>
                  <a:lnTo>
                    <a:pt x="4522029" y="0"/>
                  </a:lnTo>
                  <a:lnTo>
                    <a:pt x="4521214" y="0"/>
                  </a:lnTo>
                  <a:lnTo>
                    <a:pt x="4520399" y="0"/>
                  </a:lnTo>
                  <a:lnTo>
                    <a:pt x="4519584" y="0"/>
                  </a:lnTo>
                  <a:lnTo>
                    <a:pt x="4518770" y="0"/>
                  </a:lnTo>
                  <a:lnTo>
                    <a:pt x="4517955" y="0"/>
                  </a:lnTo>
                  <a:lnTo>
                    <a:pt x="4517140" y="0"/>
                  </a:lnTo>
                  <a:lnTo>
                    <a:pt x="4516325" y="0"/>
                  </a:lnTo>
                  <a:lnTo>
                    <a:pt x="4515511" y="0"/>
                  </a:lnTo>
                  <a:lnTo>
                    <a:pt x="4514696" y="0"/>
                  </a:lnTo>
                  <a:lnTo>
                    <a:pt x="4513881" y="0"/>
                  </a:lnTo>
                  <a:lnTo>
                    <a:pt x="4513066" y="0"/>
                  </a:lnTo>
                  <a:lnTo>
                    <a:pt x="4512251" y="0"/>
                  </a:lnTo>
                  <a:lnTo>
                    <a:pt x="4511437" y="0"/>
                  </a:lnTo>
                  <a:lnTo>
                    <a:pt x="4510622" y="0"/>
                  </a:lnTo>
                  <a:lnTo>
                    <a:pt x="4509807" y="0"/>
                  </a:lnTo>
                  <a:lnTo>
                    <a:pt x="4508992" y="0"/>
                  </a:lnTo>
                  <a:lnTo>
                    <a:pt x="4508178" y="0"/>
                  </a:lnTo>
                  <a:lnTo>
                    <a:pt x="4507363" y="0"/>
                  </a:lnTo>
                  <a:lnTo>
                    <a:pt x="4506548" y="0"/>
                  </a:lnTo>
                  <a:lnTo>
                    <a:pt x="4505733" y="0"/>
                  </a:lnTo>
                  <a:lnTo>
                    <a:pt x="4504918" y="0"/>
                  </a:lnTo>
                  <a:lnTo>
                    <a:pt x="4504104" y="0"/>
                  </a:lnTo>
                  <a:lnTo>
                    <a:pt x="4503289" y="0"/>
                  </a:lnTo>
                  <a:lnTo>
                    <a:pt x="4502474" y="0"/>
                  </a:lnTo>
                  <a:lnTo>
                    <a:pt x="4501659" y="0"/>
                  </a:lnTo>
                  <a:lnTo>
                    <a:pt x="4500844" y="0"/>
                  </a:lnTo>
                  <a:lnTo>
                    <a:pt x="4500030" y="0"/>
                  </a:lnTo>
                  <a:lnTo>
                    <a:pt x="4499215" y="0"/>
                  </a:lnTo>
                  <a:lnTo>
                    <a:pt x="4498400" y="0"/>
                  </a:lnTo>
                  <a:lnTo>
                    <a:pt x="4497585" y="0"/>
                  </a:lnTo>
                  <a:lnTo>
                    <a:pt x="4496771" y="0"/>
                  </a:lnTo>
                  <a:lnTo>
                    <a:pt x="4495956" y="0"/>
                  </a:lnTo>
                  <a:lnTo>
                    <a:pt x="4495141" y="0"/>
                  </a:lnTo>
                  <a:lnTo>
                    <a:pt x="4494326" y="0"/>
                  </a:lnTo>
                  <a:lnTo>
                    <a:pt x="4493511" y="0"/>
                  </a:lnTo>
                  <a:lnTo>
                    <a:pt x="4492697" y="0"/>
                  </a:lnTo>
                  <a:lnTo>
                    <a:pt x="4491882" y="0"/>
                  </a:lnTo>
                  <a:lnTo>
                    <a:pt x="4491067" y="0"/>
                  </a:lnTo>
                  <a:lnTo>
                    <a:pt x="4490252" y="0"/>
                  </a:lnTo>
                  <a:lnTo>
                    <a:pt x="4489438" y="0"/>
                  </a:lnTo>
                  <a:lnTo>
                    <a:pt x="4488623" y="0"/>
                  </a:lnTo>
                  <a:lnTo>
                    <a:pt x="4487808" y="0"/>
                  </a:lnTo>
                  <a:lnTo>
                    <a:pt x="4486993" y="0"/>
                  </a:lnTo>
                  <a:lnTo>
                    <a:pt x="4486178" y="0"/>
                  </a:lnTo>
                  <a:lnTo>
                    <a:pt x="4485364" y="0"/>
                  </a:lnTo>
                  <a:lnTo>
                    <a:pt x="4484549" y="0"/>
                  </a:lnTo>
                  <a:lnTo>
                    <a:pt x="4483734" y="0"/>
                  </a:lnTo>
                  <a:lnTo>
                    <a:pt x="4482919" y="0"/>
                  </a:lnTo>
                  <a:lnTo>
                    <a:pt x="4482105" y="0"/>
                  </a:lnTo>
                  <a:lnTo>
                    <a:pt x="4481290" y="0"/>
                  </a:lnTo>
                  <a:lnTo>
                    <a:pt x="4480475" y="0"/>
                  </a:lnTo>
                  <a:lnTo>
                    <a:pt x="4479660" y="0"/>
                  </a:lnTo>
                  <a:lnTo>
                    <a:pt x="4478845" y="0"/>
                  </a:lnTo>
                  <a:lnTo>
                    <a:pt x="4478031" y="0"/>
                  </a:lnTo>
                  <a:lnTo>
                    <a:pt x="4477216" y="0"/>
                  </a:lnTo>
                  <a:lnTo>
                    <a:pt x="4476401" y="0"/>
                  </a:lnTo>
                  <a:lnTo>
                    <a:pt x="4475586" y="0"/>
                  </a:lnTo>
                  <a:lnTo>
                    <a:pt x="4474772" y="0"/>
                  </a:lnTo>
                  <a:lnTo>
                    <a:pt x="4473957" y="0"/>
                  </a:lnTo>
                  <a:lnTo>
                    <a:pt x="4473142" y="0"/>
                  </a:lnTo>
                  <a:lnTo>
                    <a:pt x="4472327" y="0"/>
                  </a:lnTo>
                  <a:lnTo>
                    <a:pt x="4471512" y="0"/>
                  </a:lnTo>
                  <a:lnTo>
                    <a:pt x="4470698" y="0"/>
                  </a:lnTo>
                  <a:lnTo>
                    <a:pt x="4469883" y="0"/>
                  </a:lnTo>
                  <a:lnTo>
                    <a:pt x="4469068" y="0"/>
                  </a:lnTo>
                  <a:lnTo>
                    <a:pt x="4468253" y="0"/>
                  </a:lnTo>
                  <a:lnTo>
                    <a:pt x="4467439" y="0"/>
                  </a:lnTo>
                  <a:lnTo>
                    <a:pt x="4466624" y="0"/>
                  </a:lnTo>
                  <a:lnTo>
                    <a:pt x="4465809" y="0"/>
                  </a:lnTo>
                  <a:lnTo>
                    <a:pt x="4464994" y="0"/>
                  </a:lnTo>
                  <a:lnTo>
                    <a:pt x="4464179" y="0"/>
                  </a:lnTo>
                  <a:lnTo>
                    <a:pt x="4463365" y="0"/>
                  </a:lnTo>
                  <a:lnTo>
                    <a:pt x="4462550" y="0"/>
                  </a:lnTo>
                  <a:lnTo>
                    <a:pt x="4461735" y="0"/>
                  </a:lnTo>
                  <a:lnTo>
                    <a:pt x="4460920" y="0"/>
                  </a:lnTo>
                  <a:lnTo>
                    <a:pt x="4460105" y="0"/>
                  </a:lnTo>
                  <a:lnTo>
                    <a:pt x="4459291" y="0"/>
                  </a:lnTo>
                  <a:lnTo>
                    <a:pt x="4458476" y="0"/>
                  </a:lnTo>
                  <a:lnTo>
                    <a:pt x="4457661" y="0"/>
                  </a:lnTo>
                  <a:lnTo>
                    <a:pt x="4456846" y="0"/>
                  </a:lnTo>
                  <a:lnTo>
                    <a:pt x="4456032" y="0"/>
                  </a:lnTo>
                  <a:lnTo>
                    <a:pt x="4455217" y="0"/>
                  </a:lnTo>
                  <a:lnTo>
                    <a:pt x="4454402" y="0"/>
                  </a:lnTo>
                  <a:lnTo>
                    <a:pt x="4453587" y="0"/>
                  </a:lnTo>
                  <a:lnTo>
                    <a:pt x="4452772" y="0"/>
                  </a:lnTo>
                  <a:lnTo>
                    <a:pt x="4451958" y="0"/>
                  </a:lnTo>
                  <a:lnTo>
                    <a:pt x="4451143" y="0"/>
                  </a:lnTo>
                  <a:lnTo>
                    <a:pt x="4450328" y="0"/>
                  </a:lnTo>
                  <a:lnTo>
                    <a:pt x="4449513" y="0"/>
                  </a:lnTo>
                  <a:lnTo>
                    <a:pt x="4448699" y="0"/>
                  </a:lnTo>
                  <a:lnTo>
                    <a:pt x="4447884" y="0"/>
                  </a:lnTo>
                  <a:lnTo>
                    <a:pt x="4447069" y="0"/>
                  </a:lnTo>
                  <a:lnTo>
                    <a:pt x="4446254" y="0"/>
                  </a:lnTo>
                  <a:lnTo>
                    <a:pt x="4445439" y="0"/>
                  </a:lnTo>
                  <a:lnTo>
                    <a:pt x="4444625" y="0"/>
                  </a:lnTo>
                  <a:lnTo>
                    <a:pt x="4443810" y="0"/>
                  </a:lnTo>
                  <a:lnTo>
                    <a:pt x="4442995" y="0"/>
                  </a:lnTo>
                  <a:lnTo>
                    <a:pt x="4442180" y="0"/>
                  </a:lnTo>
                  <a:lnTo>
                    <a:pt x="4441366" y="0"/>
                  </a:lnTo>
                  <a:lnTo>
                    <a:pt x="4440551" y="0"/>
                  </a:lnTo>
                  <a:lnTo>
                    <a:pt x="4439736" y="0"/>
                  </a:lnTo>
                  <a:lnTo>
                    <a:pt x="4438921" y="0"/>
                  </a:lnTo>
                  <a:lnTo>
                    <a:pt x="4438106" y="0"/>
                  </a:lnTo>
                  <a:lnTo>
                    <a:pt x="4437292" y="0"/>
                  </a:lnTo>
                  <a:lnTo>
                    <a:pt x="4436477" y="0"/>
                  </a:lnTo>
                  <a:lnTo>
                    <a:pt x="4435662" y="0"/>
                  </a:lnTo>
                  <a:lnTo>
                    <a:pt x="4434847" y="0"/>
                  </a:lnTo>
                  <a:lnTo>
                    <a:pt x="4434033" y="0"/>
                  </a:lnTo>
                  <a:lnTo>
                    <a:pt x="4433218" y="0"/>
                  </a:lnTo>
                  <a:lnTo>
                    <a:pt x="4432403" y="0"/>
                  </a:lnTo>
                  <a:lnTo>
                    <a:pt x="4431588" y="0"/>
                  </a:lnTo>
                  <a:lnTo>
                    <a:pt x="4430773" y="0"/>
                  </a:lnTo>
                  <a:lnTo>
                    <a:pt x="4429959" y="0"/>
                  </a:lnTo>
                  <a:lnTo>
                    <a:pt x="4429144" y="0"/>
                  </a:lnTo>
                  <a:lnTo>
                    <a:pt x="4428329" y="0"/>
                  </a:lnTo>
                  <a:lnTo>
                    <a:pt x="4427514" y="0"/>
                  </a:lnTo>
                  <a:lnTo>
                    <a:pt x="4426700" y="0"/>
                  </a:lnTo>
                  <a:lnTo>
                    <a:pt x="4425885" y="0"/>
                  </a:lnTo>
                  <a:lnTo>
                    <a:pt x="4425070" y="0"/>
                  </a:lnTo>
                  <a:lnTo>
                    <a:pt x="4424255" y="0"/>
                  </a:lnTo>
                  <a:lnTo>
                    <a:pt x="4423440" y="0"/>
                  </a:lnTo>
                  <a:lnTo>
                    <a:pt x="4422626" y="0"/>
                  </a:lnTo>
                  <a:lnTo>
                    <a:pt x="4421811" y="0"/>
                  </a:lnTo>
                  <a:lnTo>
                    <a:pt x="4420996" y="0"/>
                  </a:lnTo>
                  <a:lnTo>
                    <a:pt x="4420181" y="0"/>
                  </a:lnTo>
                  <a:lnTo>
                    <a:pt x="4419366" y="0"/>
                  </a:lnTo>
                  <a:lnTo>
                    <a:pt x="4418552" y="0"/>
                  </a:lnTo>
                  <a:lnTo>
                    <a:pt x="4417737" y="0"/>
                  </a:lnTo>
                  <a:lnTo>
                    <a:pt x="4416922" y="0"/>
                  </a:lnTo>
                  <a:lnTo>
                    <a:pt x="4416107" y="0"/>
                  </a:lnTo>
                  <a:lnTo>
                    <a:pt x="4415293" y="0"/>
                  </a:lnTo>
                  <a:lnTo>
                    <a:pt x="4414478" y="0"/>
                  </a:lnTo>
                  <a:lnTo>
                    <a:pt x="4413663" y="0"/>
                  </a:lnTo>
                  <a:lnTo>
                    <a:pt x="4412848" y="0"/>
                  </a:lnTo>
                  <a:lnTo>
                    <a:pt x="4412033" y="0"/>
                  </a:lnTo>
                  <a:lnTo>
                    <a:pt x="4411219" y="0"/>
                  </a:lnTo>
                  <a:lnTo>
                    <a:pt x="4410404" y="0"/>
                  </a:lnTo>
                  <a:lnTo>
                    <a:pt x="4409589" y="0"/>
                  </a:lnTo>
                  <a:lnTo>
                    <a:pt x="4408774" y="0"/>
                  </a:lnTo>
                  <a:lnTo>
                    <a:pt x="4407960" y="0"/>
                  </a:lnTo>
                  <a:lnTo>
                    <a:pt x="4407145" y="0"/>
                  </a:lnTo>
                  <a:lnTo>
                    <a:pt x="4406330" y="0"/>
                  </a:lnTo>
                  <a:lnTo>
                    <a:pt x="4405515" y="0"/>
                  </a:lnTo>
                  <a:lnTo>
                    <a:pt x="4404700" y="0"/>
                  </a:lnTo>
                  <a:lnTo>
                    <a:pt x="4403886" y="0"/>
                  </a:lnTo>
                  <a:lnTo>
                    <a:pt x="4403071" y="0"/>
                  </a:lnTo>
                  <a:lnTo>
                    <a:pt x="4402256" y="0"/>
                  </a:lnTo>
                  <a:lnTo>
                    <a:pt x="4401441" y="0"/>
                  </a:lnTo>
                  <a:lnTo>
                    <a:pt x="4400627" y="0"/>
                  </a:lnTo>
                  <a:lnTo>
                    <a:pt x="4399812" y="0"/>
                  </a:lnTo>
                  <a:lnTo>
                    <a:pt x="4398997" y="0"/>
                  </a:lnTo>
                  <a:lnTo>
                    <a:pt x="4398182" y="0"/>
                  </a:lnTo>
                  <a:lnTo>
                    <a:pt x="4397367" y="0"/>
                  </a:lnTo>
                  <a:lnTo>
                    <a:pt x="4396553" y="0"/>
                  </a:lnTo>
                  <a:lnTo>
                    <a:pt x="4395738" y="0"/>
                  </a:lnTo>
                  <a:lnTo>
                    <a:pt x="4394923" y="0"/>
                  </a:lnTo>
                  <a:lnTo>
                    <a:pt x="4394108" y="0"/>
                  </a:lnTo>
                  <a:lnTo>
                    <a:pt x="4393294" y="0"/>
                  </a:lnTo>
                  <a:lnTo>
                    <a:pt x="4392479" y="0"/>
                  </a:lnTo>
                  <a:lnTo>
                    <a:pt x="4391664" y="0"/>
                  </a:lnTo>
                  <a:lnTo>
                    <a:pt x="4390849" y="0"/>
                  </a:lnTo>
                  <a:lnTo>
                    <a:pt x="4390034" y="0"/>
                  </a:lnTo>
                  <a:lnTo>
                    <a:pt x="4389220" y="0"/>
                  </a:lnTo>
                  <a:lnTo>
                    <a:pt x="4388405" y="0"/>
                  </a:lnTo>
                  <a:lnTo>
                    <a:pt x="4387590" y="0"/>
                  </a:lnTo>
                  <a:lnTo>
                    <a:pt x="4386775" y="0"/>
                  </a:lnTo>
                  <a:lnTo>
                    <a:pt x="4385961" y="0"/>
                  </a:lnTo>
                  <a:lnTo>
                    <a:pt x="4385146" y="0"/>
                  </a:lnTo>
                  <a:lnTo>
                    <a:pt x="4384331" y="0"/>
                  </a:lnTo>
                  <a:lnTo>
                    <a:pt x="4383516" y="0"/>
                  </a:lnTo>
                  <a:lnTo>
                    <a:pt x="4382701" y="0"/>
                  </a:lnTo>
                  <a:lnTo>
                    <a:pt x="4381887" y="0"/>
                  </a:lnTo>
                  <a:lnTo>
                    <a:pt x="4381072" y="0"/>
                  </a:lnTo>
                  <a:lnTo>
                    <a:pt x="4380257" y="0"/>
                  </a:lnTo>
                  <a:lnTo>
                    <a:pt x="4379442" y="0"/>
                  </a:lnTo>
                  <a:lnTo>
                    <a:pt x="4378627" y="0"/>
                  </a:lnTo>
                  <a:lnTo>
                    <a:pt x="4377813" y="0"/>
                  </a:lnTo>
                  <a:lnTo>
                    <a:pt x="4376998" y="0"/>
                  </a:lnTo>
                  <a:lnTo>
                    <a:pt x="4376183" y="0"/>
                  </a:lnTo>
                  <a:lnTo>
                    <a:pt x="4375368" y="0"/>
                  </a:lnTo>
                  <a:lnTo>
                    <a:pt x="4374554" y="0"/>
                  </a:lnTo>
                  <a:lnTo>
                    <a:pt x="4373739" y="0"/>
                  </a:lnTo>
                  <a:lnTo>
                    <a:pt x="4372924" y="0"/>
                  </a:lnTo>
                  <a:lnTo>
                    <a:pt x="4372109" y="0"/>
                  </a:lnTo>
                  <a:lnTo>
                    <a:pt x="4371294" y="0"/>
                  </a:lnTo>
                  <a:lnTo>
                    <a:pt x="4370480" y="0"/>
                  </a:lnTo>
                  <a:lnTo>
                    <a:pt x="4369665" y="0"/>
                  </a:lnTo>
                  <a:lnTo>
                    <a:pt x="4368850" y="0"/>
                  </a:lnTo>
                  <a:lnTo>
                    <a:pt x="4368035" y="0"/>
                  </a:lnTo>
                  <a:lnTo>
                    <a:pt x="4367221" y="0"/>
                  </a:lnTo>
                  <a:lnTo>
                    <a:pt x="4366406" y="0"/>
                  </a:lnTo>
                  <a:lnTo>
                    <a:pt x="4365591" y="0"/>
                  </a:lnTo>
                  <a:lnTo>
                    <a:pt x="4364776" y="0"/>
                  </a:lnTo>
                  <a:lnTo>
                    <a:pt x="4363961" y="0"/>
                  </a:lnTo>
                  <a:lnTo>
                    <a:pt x="4363147" y="0"/>
                  </a:lnTo>
                  <a:lnTo>
                    <a:pt x="4362332" y="0"/>
                  </a:lnTo>
                  <a:lnTo>
                    <a:pt x="4361517" y="0"/>
                  </a:lnTo>
                  <a:lnTo>
                    <a:pt x="4360702" y="0"/>
                  </a:lnTo>
                  <a:lnTo>
                    <a:pt x="4359888" y="0"/>
                  </a:lnTo>
                  <a:lnTo>
                    <a:pt x="4359073" y="0"/>
                  </a:lnTo>
                  <a:lnTo>
                    <a:pt x="4358258" y="0"/>
                  </a:lnTo>
                  <a:lnTo>
                    <a:pt x="4357443" y="0"/>
                  </a:lnTo>
                  <a:lnTo>
                    <a:pt x="4356628" y="0"/>
                  </a:lnTo>
                  <a:lnTo>
                    <a:pt x="4355814" y="0"/>
                  </a:lnTo>
                  <a:lnTo>
                    <a:pt x="4354999" y="0"/>
                  </a:lnTo>
                  <a:lnTo>
                    <a:pt x="4354184" y="0"/>
                  </a:lnTo>
                  <a:lnTo>
                    <a:pt x="4353369" y="0"/>
                  </a:lnTo>
                  <a:lnTo>
                    <a:pt x="4352555" y="0"/>
                  </a:lnTo>
                  <a:lnTo>
                    <a:pt x="4351740" y="0"/>
                  </a:lnTo>
                  <a:lnTo>
                    <a:pt x="4350925" y="0"/>
                  </a:lnTo>
                  <a:lnTo>
                    <a:pt x="4350110" y="0"/>
                  </a:lnTo>
                  <a:lnTo>
                    <a:pt x="4349295" y="0"/>
                  </a:lnTo>
                  <a:lnTo>
                    <a:pt x="4348481" y="0"/>
                  </a:lnTo>
                  <a:lnTo>
                    <a:pt x="4347666" y="0"/>
                  </a:lnTo>
                  <a:lnTo>
                    <a:pt x="4346851" y="0"/>
                  </a:lnTo>
                  <a:lnTo>
                    <a:pt x="4346036" y="0"/>
                  </a:lnTo>
                  <a:lnTo>
                    <a:pt x="4345222" y="0"/>
                  </a:lnTo>
                  <a:lnTo>
                    <a:pt x="4344407" y="0"/>
                  </a:lnTo>
                  <a:lnTo>
                    <a:pt x="4343592" y="0"/>
                  </a:lnTo>
                  <a:lnTo>
                    <a:pt x="4342777" y="0"/>
                  </a:lnTo>
                  <a:lnTo>
                    <a:pt x="4341962" y="0"/>
                  </a:lnTo>
                  <a:lnTo>
                    <a:pt x="4341148" y="0"/>
                  </a:lnTo>
                  <a:lnTo>
                    <a:pt x="4340333" y="0"/>
                  </a:lnTo>
                  <a:lnTo>
                    <a:pt x="4339518" y="0"/>
                  </a:lnTo>
                  <a:lnTo>
                    <a:pt x="4338703" y="0"/>
                  </a:lnTo>
                  <a:lnTo>
                    <a:pt x="4337888" y="0"/>
                  </a:lnTo>
                  <a:lnTo>
                    <a:pt x="4337074" y="0"/>
                  </a:lnTo>
                  <a:lnTo>
                    <a:pt x="4336259" y="0"/>
                  </a:lnTo>
                  <a:lnTo>
                    <a:pt x="4335444" y="0"/>
                  </a:lnTo>
                  <a:lnTo>
                    <a:pt x="4334629" y="0"/>
                  </a:lnTo>
                  <a:lnTo>
                    <a:pt x="4333815" y="0"/>
                  </a:lnTo>
                  <a:lnTo>
                    <a:pt x="4333000" y="0"/>
                  </a:lnTo>
                  <a:lnTo>
                    <a:pt x="4332185" y="0"/>
                  </a:lnTo>
                  <a:lnTo>
                    <a:pt x="4331370" y="0"/>
                  </a:lnTo>
                  <a:lnTo>
                    <a:pt x="4330555" y="0"/>
                  </a:lnTo>
                  <a:lnTo>
                    <a:pt x="4329741" y="0"/>
                  </a:lnTo>
                  <a:lnTo>
                    <a:pt x="4328926" y="0"/>
                  </a:lnTo>
                  <a:lnTo>
                    <a:pt x="4328111" y="0"/>
                  </a:lnTo>
                  <a:lnTo>
                    <a:pt x="4327296" y="0"/>
                  </a:lnTo>
                  <a:lnTo>
                    <a:pt x="4326482" y="0"/>
                  </a:lnTo>
                  <a:lnTo>
                    <a:pt x="4325667" y="0"/>
                  </a:lnTo>
                  <a:lnTo>
                    <a:pt x="4324852" y="0"/>
                  </a:lnTo>
                  <a:lnTo>
                    <a:pt x="4324037" y="0"/>
                  </a:lnTo>
                  <a:lnTo>
                    <a:pt x="4323222" y="0"/>
                  </a:lnTo>
                  <a:lnTo>
                    <a:pt x="4322408" y="0"/>
                  </a:lnTo>
                  <a:lnTo>
                    <a:pt x="4321593" y="0"/>
                  </a:lnTo>
                  <a:lnTo>
                    <a:pt x="4320778" y="0"/>
                  </a:lnTo>
                  <a:lnTo>
                    <a:pt x="4319963" y="0"/>
                  </a:lnTo>
                  <a:lnTo>
                    <a:pt x="4319149" y="0"/>
                  </a:lnTo>
                  <a:lnTo>
                    <a:pt x="4318334" y="0"/>
                  </a:lnTo>
                  <a:lnTo>
                    <a:pt x="4317519" y="0"/>
                  </a:lnTo>
                  <a:lnTo>
                    <a:pt x="4316704" y="0"/>
                  </a:lnTo>
                  <a:lnTo>
                    <a:pt x="4315889" y="0"/>
                  </a:lnTo>
                  <a:lnTo>
                    <a:pt x="4315075" y="0"/>
                  </a:lnTo>
                  <a:lnTo>
                    <a:pt x="4314260" y="0"/>
                  </a:lnTo>
                  <a:lnTo>
                    <a:pt x="4313445" y="0"/>
                  </a:lnTo>
                  <a:lnTo>
                    <a:pt x="4312630" y="0"/>
                  </a:lnTo>
                  <a:lnTo>
                    <a:pt x="4311816" y="0"/>
                  </a:lnTo>
                  <a:lnTo>
                    <a:pt x="4311001" y="0"/>
                  </a:lnTo>
                  <a:lnTo>
                    <a:pt x="4310186" y="0"/>
                  </a:lnTo>
                  <a:lnTo>
                    <a:pt x="4309371" y="0"/>
                  </a:lnTo>
                  <a:lnTo>
                    <a:pt x="4308556" y="0"/>
                  </a:lnTo>
                  <a:lnTo>
                    <a:pt x="4307742" y="0"/>
                  </a:lnTo>
                  <a:lnTo>
                    <a:pt x="4306927" y="0"/>
                  </a:lnTo>
                  <a:lnTo>
                    <a:pt x="4306112" y="0"/>
                  </a:lnTo>
                  <a:lnTo>
                    <a:pt x="4305297" y="0"/>
                  </a:lnTo>
                  <a:lnTo>
                    <a:pt x="4304483" y="0"/>
                  </a:lnTo>
                  <a:lnTo>
                    <a:pt x="4303668" y="0"/>
                  </a:lnTo>
                  <a:lnTo>
                    <a:pt x="4302853" y="0"/>
                  </a:lnTo>
                  <a:lnTo>
                    <a:pt x="4302038" y="0"/>
                  </a:lnTo>
                  <a:lnTo>
                    <a:pt x="4301223" y="0"/>
                  </a:lnTo>
                  <a:lnTo>
                    <a:pt x="4300409" y="0"/>
                  </a:lnTo>
                  <a:lnTo>
                    <a:pt x="4299594" y="0"/>
                  </a:lnTo>
                  <a:lnTo>
                    <a:pt x="4298779" y="0"/>
                  </a:lnTo>
                  <a:lnTo>
                    <a:pt x="4297964" y="0"/>
                  </a:lnTo>
                  <a:lnTo>
                    <a:pt x="4297149" y="0"/>
                  </a:lnTo>
                  <a:lnTo>
                    <a:pt x="4296335" y="0"/>
                  </a:lnTo>
                  <a:lnTo>
                    <a:pt x="4295520" y="0"/>
                  </a:lnTo>
                  <a:lnTo>
                    <a:pt x="4294705" y="0"/>
                  </a:lnTo>
                  <a:lnTo>
                    <a:pt x="4293890" y="0"/>
                  </a:lnTo>
                  <a:lnTo>
                    <a:pt x="4293076" y="0"/>
                  </a:lnTo>
                  <a:lnTo>
                    <a:pt x="4292261" y="0"/>
                  </a:lnTo>
                  <a:lnTo>
                    <a:pt x="4291446" y="0"/>
                  </a:lnTo>
                  <a:lnTo>
                    <a:pt x="4290631" y="0"/>
                  </a:lnTo>
                  <a:lnTo>
                    <a:pt x="4289816" y="0"/>
                  </a:lnTo>
                  <a:lnTo>
                    <a:pt x="4289002" y="0"/>
                  </a:lnTo>
                  <a:lnTo>
                    <a:pt x="4288187" y="0"/>
                  </a:lnTo>
                  <a:lnTo>
                    <a:pt x="4287372" y="0"/>
                  </a:lnTo>
                  <a:lnTo>
                    <a:pt x="4286557" y="0"/>
                  </a:lnTo>
                  <a:lnTo>
                    <a:pt x="4285743" y="0"/>
                  </a:lnTo>
                  <a:lnTo>
                    <a:pt x="4284928" y="0"/>
                  </a:lnTo>
                  <a:lnTo>
                    <a:pt x="4284113" y="0"/>
                  </a:lnTo>
                  <a:lnTo>
                    <a:pt x="4283298" y="0"/>
                  </a:lnTo>
                  <a:lnTo>
                    <a:pt x="4282483" y="0"/>
                  </a:lnTo>
                  <a:lnTo>
                    <a:pt x="4281669" y="0"/>
                  </a:lnTo>
                  <a:lnTo>
                    <a:pt x="4280854" y="0"/>
                  </a:lnTo>
                  <a:lnTo>
                    <a:pt x="4280039" y="0"/>
                  </a:lnTo>
                  <a:lnTo>
                    <a:pt x="4279224" y="0"/>
                  </a:lnTo>
                  <a:lnTo>
                    <a:pt x="4278410" y="0"/>
                  </a:lnTo>
                  <a:lnTo>
                    <a:pt x="4277595" y="0"/>
                  </a:lnTo>
                  <a:lnTo>
                    <a:pt x="4276780" y="0"/>
                  </a:lnTo>
                  <a:lnTo>
                    <a:pt x="4275965" y="0"/>
                  </a:lnTo>
                  <a:lnTo>
                    <a:pt x="4275150" y="0"/>
                  </a:lnTo>
                  <a:lnTo>
                    <a:pt x="4274336" y="0"/>
                  </a:lnTo>
                  <a:lnTo>
                    <a:pt x="4273521" y="0"/>
                  </a:lnTo>
                  <a:lnTo>
                    <a:pt x="4272706" y="0"/>
                  </a:lnTo>
                  <a:lnTo>
                    <a:pt x="4271891" y="0"/>
                  </a:lnTo>
                  <a:lnTo>
                    <a:pt x="4271077" y="0"/>
                  </a:lnTo>
                  <a:lnTo>
                    <a:pt x="4270262" y="0"/>
                  </a:lnTo>
                  <a:lnTo>
                    <a:pt x="4269447" y="0"/>
                  </a:lnTo>
                  <a:lnTo>
                    <a:pt x="4268632" y="0"/>
                  </a:lnTo>
                  <a:lnTo>
                    <a:pt x="4267817" y="0"/>
                  </a:lnTo>
                  <a:lnTo>
                    <a:pt x="4267003" y="0"/>
                  </a:lnTo>
                  <a:lnTo>
                    <a:pt x="4266188" y="0"/>
                  </a:lnTo>
                  <a:lnTo>
                    <a:pt x="4265373" y="0"/>
                  </a:lnTo>
                  <a:lnTo>
                    <a:pt x="4264558" y="0"/>
                  </a:lnTo>
                  <a:lnTo>
                    <a:pt x="4263744" y="0"/>
                  </a:lnTo>
                  <a:lnTo>
                    <a:pt x="4262929" y="0"/>
                  </a:lnTo>
                  <a:lnTo>
                    <a:pt x="4262114" y="0"/>
                  </a:lnTo>
                  <a:lnTo>
                    <a:pt x="4261299" y="0"/>
                  </a:lnTo>
                  <a:lnTo>
                    <a:pt x="4260484" y="0"/>
                  </a:lnTo>
                  <a:lnTo>
                    <a:pt x="4259670" y="0"/>
                  </a:lnTo>
                  <a:lnTo>
                    <a:pt x="4258855" y="0"/>
                  </a:lnTo>
                  <a:lnTo>
                    <a:pt x="4258040" y="0"/>
                  </a:lnTo>
                  <a:lnTo>
                    <a:pt x="4257225" y="0"/>
                  </a:lnTo>
                  <a:lnTo>
                    <a:pt x="4256410" y="0"/>
                  </a:lnTo>
                  <a:lnTo>
                    <a:pt x="4255596" y="0"/>
                  </a:lnTo>
                  <a:lnTo>
                    <a:pt x="4254781" y="0"/>
                  </a:lnTo>
                  <a:lnTo>
                    <a:pt x="4253966" y="0"/>
                  </a:lnTo>
                  <a:lnTo>
                    <a:pt x="4253151" y="0"/>
                  </a:lnTo>
                  <a:lnTo>
                    <a:pt x="4252337" y="0"/>
                  </a:lnTo>
                  <a:lnTo>
                    <a:pt x="4251522" y="0"/>
                  </a:lnTo>
                  <a:lnTo>
                    <a:pt x="4250707" y="0"/>
                  </a:lnTo>
                  <a:lnTo>
                    <a:pt x="4249892" y="0"/>
                  </a:lnTo>
                  <a:lnTo>
                    <a:pt x="4249077" y="0"/>
                  </a:lnTo>
                  <a:lnTo>
                    <a:pt x="4248263" y="0"/>
                  </a:lnTo>
                  <a:lnTo>
                    <a:pt x="4247448" y="0"/>
                  </a:lnTo>
                  <a:lnTo>
                    <a:pt x="4246633" y="0"/>
                  </a:lnTo>
                  <a:lnTo>
                    <a:pt x="4245818" y="0"/>
                  </a:lnTo>
                  <a:lnTo>
                    <a:pt x="4245004" y="0"/>
                  </a:lnTo>
                  <a:lnTo>
                    <a:pt x="4244189" y="0"/>
                  </a:lnTo>
                  <a:lnTo>
                    <a:pt x="4243374" y="0"/>
                  </a:lnTo>
                  <a:lnTo>
                    <a:pt x="4242559" y="0"/>
                  </a:lnTo>
                  <a:lnTo>
                    <a:pt x="4241744" y="0"/>
                  </a:lnTo>
                  <a:lnTo>
                    <a:pt x="4240930" y="0"/>
                  </a:lnTo>
                  <a:lnTo>
                    <a:pt x="4240115" y="0"/>
                  </a:lnTo>
                  <a:lnTo>
                    <a:pt x="4239300" y="0"/>
                  </a:lnTo>
                  <a:lnTo>
                    <a:pt x="4238485" y="0"/>
                  </a:lnTo>
                  <a:lnTo>
                    <a:pt x="4237671" y="0"/>
                  </a:lnTo>
                  <a:lnTo>
                    <a:pt x="4236856" y="0"/>
                  </a:lnTo>
                  <a:lnTo>
                    <a:pt x="4236041" y="0"/>
                  </a:lnTo>
                  <a:lnTo>
                    <a:pt x="4235226" y="0"/>
                  </a:lnTo>
                  <a:lnTo>
                    <a:pt x="4234411" y="0"/>
                  </a:lnTo>
                  <a:lnTo>
                    <a:pt x="4233597" y="0"/>
                  </a:lnTo>
                  <a:lnTo>
                    <a:pt x="4232782" y="0"/>
                  </a:lnTo>
                  <a:lnTo>
                    <a:pt x="4231967" y="0"/>
                  </a:lnTo>
                  <a:lnTo>
                    <a:pt x="4231152" y="0"/>
                  </a:lnTo>
                  <a:lnTo>
                    <a:pt x="4230338" y="0"/>
                  </a:lnTo>
                  <a:lnTo>
                    <a:pt x="4229523" y="0"/>
                  </a:lnTo>
                  <a:lnTo>
                    <a:pt x="4228708" y="0"/>
                  </a:lnTo>
                  <a:lnTo>
                    <a:pt x="4227893" y="0"/>
                  </a:lnTo>
                  <a:lnTo>
                    <a:pt x="4227078" y="0"/>
                  </a:lnTo>
                  <a:lnTo>
                    <a:pt x="4226264" y="0"/>
                  </a:lnTo>
                  <a:lnTo>
                    <a:pt x="4225449" y="0"/>
                  </a:lnTo>
                  <a:lnTo>
                    <a:pt x="4224634" y="0"/>
                  </a:lnTo>
                  <a:lnTo>
                    <a:pt x="4223819" y="0"/>
                  </a:lnTo>
                  <a:lnTo>
                    <a:pt x="4223005" y="0"/>
                  </a:lnTo>
                  <a:lnTo>
                    <a:pt x="4222190" y="0"/>
                  </a:lnTo>
                  <a:lnTo>
                    <a:pt x="4221375" y="0"/>
                  </a:lnTo>
                  <a:lnTo>
                    <a:pt x="4220560" y="0"/>
                  </a:lnTo>
                  <a:lnTo>
                    <a:pt x="4219745" y="0"/>
                  </a:lnTo>
                  <a:lnTo>
                    <a:pt x="4218931" y="0"/>
                  </a:lnTo>
                  <a:lnTo>
                    <a:pt x="4218116" y="0"/>
                  </a:lnTo>
                  <a:lnTo>
                    <a:pt x="4217301" y="0"/>
                  </a:lnTo>
                  <a:lnTo>
                    <a:pt x="4216486" y="0"/>
                  </a:lnTo>
                  <a:lnTo>
                    <a:pt x="4215671" y="0"/>
                  </a:lnTo>
                  <a:lnTo>
                    <a:pt x="4214857" y="0"/>
                  </a:lnTo>
                  <a:lnTo>
                    <a:pt x="4214042" y="0"/>
                  </a:lnTo>
                  <a:lnTo>
                    <a:pt x="4213227" y="0"/>
                  </a:lnTo>
                  <a:lnTo>
                    <a:pt x="4212412" y="0"/>
                  </a:lnTo>
                  <a:lnTo>
                    <a:pt x="4211598" y="0"/>
                  </a:lnTo>
                  <a:lnTo>
                    <a:pt x="4210783" y="0"/>
                  </a:lnTo>
                  <a:lnTo>
                    <a:pt x="4209968" y="0"/>
                  </a:lnTo>
                  <a:lnTo>
                    <a:pt x="4209153" y="0"/>
                  </a:lnTo>
                  <a:lnTo>
                    <a:pt x="4208338" y="0"/>
                  </a:lnTo>
                  <a:lnTo>
                    <a:pt x="4207524" y="0"/>
                  </a:lnTo>
                  <a:lnTo>
                    <a:pt x="4206709" y="0"/>
                  </a:lnTo>
                  <a:lnTo>
                    <a:pt x="4205894" y="0"/>
                  </a:lnTo>
                  <a:lnTo>
                    <a:pt x="4205079" y="0"/>
                  </a:lnTo>
                  <a:lnTo>
                    <a:pt x="4204265" y="0"/>
                  </a:lnTo>
                  <a:lnTo>
                    <a:pt x="4203450" y="0"/>
                  </a:lnTo>
                  <a:lnTo>
                    <a:pt x="4202635" y="0"/>
                  </a:lnTo>
                  <a:lnTo>
                    <a:pt x="4201820" y="0"/>
                  </a:lnTo>
                  <a:lnTo>
                    <a:pt x="4201005" y="0"/>
                  </a:lnTo>
                  <a:lnTo>
                    <a:pt x="4200191" y="0"/>
                  </a:lnTo>
                  <a:lnTo>
                    <a:pt x="4199376" y="0"/>
                  </a:lnTo>
                  <a:lnTo>
                    <a:pt x="4198561" y="0"/>
                  </a:lnTo>
                  <a:lnTo>
                    <a:pt x="4197746" y="0"/>
                  </a:lnTo>
                  <a:lnTo>
                    <a:pt x="4196932" y="0"/>
                  </a:lnTo>
                  <a:lnTo>
                    <a:pt x="4196117" y="0"/>
                  </a:lnTo>
                  <a:lnTo>
                    <a:pt x="4195302" y="0"/>
                  </a:lnTo>
                  <a:lnTo>
                    <a:pt x="4194487" y="0"/>
                  </a:lnTo>
                  <a:lnTo>
                    <a:pt x="4193672" y="0"/>
                  </a:lnTo>
                  <a:lnTo>
                    <a:pt x="4192858" y="0"/>
                  </a:lnTo>
                  <a:lnTo>
                    <a:pt x="4192043" y="0"/>
                  </a:lnTo>
                  <a:lnTo>
                    <a:pt x="4191228" y="0"/>
                  </a:lnTo>
                  <a:lnTo>
                    <a:pt x="4190413" y="0"/>
                  </a:lnTo>
                  <a:lnTo>
                    <a:pt x="4189599" y="0"/>
                  </a:lnTo>
                  <a:lnTo>
                    <a:pt x="4188784" y="0"/>
                  </a:lnTo>
                  <a:lnTo>
                    <a:pt x="4187969" y="0"/>
                  </a:lnTo>
                  <a:lnTo>
                    <a:pt x="4187154" y="0"/>
                  </a:lnTo>
                  <a:lnTo>
                    <a:pt x="4186339" y="0"/>
                  </a:lnTo>
                  <a:lnTo>
                    <a:pt x="4185525" y="0"/>
                  </a:lnTo>
                  <a:lnTo>
                    <a:pt x="4184710" y="0"/>
                  </a:lnTo>
                  <a:lnTo>
                    <a:pt x="4183895" y="0"/>
                  </a:lnTo>
                  <a:lnTo>
                    <a:pt x="4183080" y="0"/>
                  </a:lnTo>
                  <a:lnTo>
                    <a:pt x="4182265" y="0"/>
                  </a:lnTo>
                  <a:lnTo>
                    <a:pt x="4181451" y="0"/>
                  </a:lnTo>
                  <a:lnTo>
                    <a:pt x="4180636" y="0"/>
                  </a:lnTo>
                  <a:lnTo>
                    <a:pt x="4179821" y="0"/>
                  </a:lnTo>
                  <a:lnTo>
                    <a:pt x="4179006" y="0"/>
                  </a:lnTo>
                  <a:lnTo>
                    <a:pt x="4178192" y="0"/>
                  </a:lnTo>
                  <a:lnTo>
                    <a:pt x="4177377" y="0"/>
                  </a:lnTo>
                  <a:lnTo>
                    <a:pt x="4176562" y="0"/>
                  </a:lnTo>
                  <a:lnTo>
                    <a:pt x="4175747" y="0"/>
                  </a:lnTo>
                  <a:lnTo>
                    <a:pt x="4174932" y="0"/>
                  </a:lnTo>
                  <a:lnTo>
                    <a:pt x="4174118" y="0"/>
                  </a:lnTo>
                  <a:lnTo>
                    <a:pt x="4173303" y="0"/>
                  </a:lnTo>
                  <a:lnTo>
                    <a:pt x="4172488" y="0"/>
                  </a:lnTo>
                  <a:lnTo>
                    <a:pt x="4171673" y="0"/>
                  </a:lnTo>
                  <a:lnTo>
                    <a:pt x="4170859" y="0"/>
                  </a:lnTo>
                  <a:lnTo>
                    <a:pt x="4170044" y="0"/>
                  </a:lnTo>
                  <a:lnTo>
                    <a:pt x="4169229" y="0"/>
                  </a:lnTo>
                  <a:lnTo>
                    <a:pt x="4168414" y="0"/>
                  </a:lnTo>
                  <a:lnTo>
                    <a:pt x="4167599" y="0"/>
                  </a:lnTo>
                  <a:lnTo>
                    <a:pt x="4166785" y="0"/>
                  </a:lnTo>
                  <a:lnTo>
                    <a:pt x="4165970" y="0"/>
                  </a:lnTo>
                  <a:lnTo>
                    <a:pt x="4165155" y="0"/>
                  </a:lnTo>
                  <a:lnTo>
                    <a:pt x="4164340" y="0"/>
                  </a:lnTo>
                  <a:lnTo>
                    <a:pt x="4163526" y="0"/>
                  </a:lnTo>
                  <a:lnTo>
                    <a:pt x="4162711" y="0"/>
                  </a:lnTo>
                  <a:lnTo>
                    <a:pt x="4161896" y="0"/>
                  </a:lnTo>
                  <a:lnTo>
                    <a:pt x="4161081" y="0"/>
                  </a:lnTo>
                  <a:lnTo>
                    <a:pt x="4160266" y="0"/>
                  </a:lnTo>
                  <a:lnTo>
                    <a:pt x="4159452" y="0"/>
                  </a:lnTo>
                  <a:lnTo>
                    <a:pt x="4158637" y="0"/>
                  </a:lnTo>
                  <a:lnTo>
                    <a:pt x="4157822" y="0"/>
                  </a:lnTo>
                  <a:lnTo>
                    <a:pt x="4157007" y="0"/>
                  </a:lnTo>
                  <a:lnTo>
                    <a:pt x="4156193" y="0"/>
                  </a:lnTo>
                  <a:lnTo>
                    <a:pt x="4155378" y="0"/>
                  </a:lnTo>
                  <a:lnTo>
                    <a:pt x="4154563" y="0"/>
                  </a:lnTo>
                  <a:lnTo>
                    <a:pt x="4153748" y="0"/>
                  </a:lnTo>
                  <a:lnTo>
                    <a:pt x="4152933" y="0"/>
                  </a:lnTo>
                  <a:lnTo>
                    <a:pt x="4152119" y="0"/>
                  </a:lnTo>
                  <a:lnTo>
                    <a:pt x="4151304" y="0"/>
                  </a:lnTo>
                  <a:lnTo>
                    <a:pt x="4150489" y="0"/>
                  </a:lnTo>
                  <a:lnTo>
                    <a:pt x="4149674" y="0"/>
                  </a:lnTo>
                  <a:lnTo>
                    <a:pt x="4148860" y="0"/>
                  </a:lnTo>
                  <a:lnTo>
                    <a:pt x="4148045" y="0"/>
                  </a:lnTo>
                  <a:lnTo>
                    <a:pt x="4147230" y="0"/>
                  </a:lnTo>
                  <a:lnTo>
                    <a:pt x="4146415" y="0"/>
                  </a:lnTo>
                  <a:lnTo>
                    <a:pt x="4145600" y="0"/>
                  </a:lnTo>
                  <a:lnTo>
                    <a:pt x="4144786" y="0"/>
                  </a:lnTo>
                  <a:lnTo>
                    <a:pt x="4143971" y="0"/>
                  </a:lnTo>
                  <a:lnTo>
                    <a:pt x="4143156" y="0"/>
                  </a:lnTo>
                  <a:lnTo>
                    <a:pt x="4142341" y="0"/>
                  </a:lnTo>
                  <a:lnTo>
                    <a:pt x="4141526" y="0"/>
                  </a:lnTo>
                  <a:lnTo>
                    <a:pt x="4140712" y="0"/>
                  </a:lnTo>
                  <a:lnTo>
                    <a:pt x="4139897" y="0"/>
                  </a:lnTo>
                  <a:lnTo>
                    <a:pt x="4139082" y="0"/>
                  </a:lnTo>
                  <a:lnTo>
                    <a:pt x="4138267" y="0"/>
                  </a:lnTo>
                  <a:lnTo>
                    <a:pt x="4137453" y="0"/>
                  </a:lnTo>
                  <a:lnTo>
                    <a:pt x="4136638" y="0"/>
                  </a:lnTo>
                  <a:lnTo>
                    <a:pt x="4135823" y="0"/>
                  </a:lnTo>
                  <a:lnTo>
                    <a:pt x="4135008" y="0"/>
                  </a:lnTo>
                  <a:lnTo>
                    <a:pt x="4134193" y="0"/>
                  </a:lnTo>
                  <a:lnTo>
                    <a:pt x="4133379" y="0"/>
                  </a:lnTo>
                  <a:lnTo>
                    <a:pt x="4132564" y="0"/>
                  </a:lnTo>
                  <a:lnTo>
                    <a:pt x="4131749" y="0"/>
                  </a:lnTo>
                  <a:lnTo>
                    <a:pt x="4130934" y="0"/>
                  </a:lnTo>
                  <a:lnTo>
                    <a:pt x="4130120" y="0"/>
                  </a:lnTo>
                  <a:lnTo>
                    <a:pt x="4129305" y="0"/>
                  </a:lnTo>
                  <a:lnTo>
                    <a:pt x="4128490" y="0"/>
                  </a:lnTo>
                  <a:lnTo>
                    <a:pt x="4127675" y="0"/>
                  </a:lnTo>
                  <a:lnTo>
                    <a:pt x="4126860" y="0"/>
                  </a:lnTo>
                  <a:lnTo>
                    <a:pt x="4126046" y="0"/>
                  </a:lnTo>
                  <a:lnTo>
                    <a:pt x="4125231" y="0"/>
                  </a:lnTo>
                  <a:lnTo>
                    <a:pt x="4124416" y="0"/>
                  </a:lnTo>
                  <a:lnTo>
                    <a:pt x="4123601" y="0"/>
                  </a:lnTo>
                  <a:lnTo>
                    <a:pt x="4122787" y="0"/>
                  </a:lnTo>
                  <a:lnTo>
                    <a:pt x="4121972" y="0"/>
                  </a:lnTo>
                  <a:lnTo>
                    <a:pt x="4121157" y="0"/>
                  </a:lnTo>
                  <a:lnTo>
                    <a:pt x="4120342" y="0"/>
                  </a:lnTo>
                  <a:lnTo>
                    <a:pt x="4119527" y="0"/>
                  </a:lnTo>
                  <a:lnTo>
                    <a:pt x="4118713" y="0"/>
                  </a:lnTo>
                  <a:lnTo>
                    <a:pt x="4117898" y="0"/>
                  </a:lnTo>
                  <a:lnTo>
                    <a:pt x="4117083" y="0"/>
                  </a:lnTo>
                  <a:lnTo>
                    <a:pt x="4116268" y="0"/>
                  </a:lnTo>
                  <a:lnTo>
                    <a:pt x="4115454" y="0"/>
                  </a:lnTo>
                  <a:lnTo>
                    <a:pt x="4114639" y="0"/>
                  </a:lnTo>
                  <a:lnTo>
                    <a:pt x="4113824" y="0"/>
                  </a:lnTo>
                  <a:lnTo>
                    <a:pt x="4113009" y="0"/>
                  </a:lnTo>
                  <a:lnTo>
                    <a:pt x="4112194" y="0"/>
                  </a:lnTo>
                  <a:lnTo>
                    <a:pt x="4111380" y="0"/>
                  </a:lnTo>
                  <a:lnTo>
                    <a:pt x="4110565" y="0"/>
                  </a:lnTo>
                  <a:lnTo>
                    <a:pt x="4109750" y="0"/>
                  </a:lnTo>
                  <a:lnTo>
                    <a:pt x="4108935" y="0"/>
                  </a:lnTo>
                  <a:lnTo>
                    <a:pt x="4108121" y="0"/>
                  </a:lnTo>
                  <a:lnTo>
                    <a:pt x="4107306" y="0"/>
                  </a:lnTo>
                  <a:lnTo>
                    <a:pt x="4106491" y="0"/>
                  </a:lnTo>
                  <a:lnTo>
                    <a:pt x="4105676" y="0"/>
                  </a:lnTo>
                  <a:lnTo>
                    <a:pt x="4104861" y="0"/>
                  </a:lnTo>
                  <a:lnTo>
                    <a:pt x="4104047" y="0"/>
                  </a:lnTo>
                  <a:lnTo>
                    <a:pt x="4103232" y="0"/>
                  </a:lnTo>
                  <a:lnTo>
                    <a:pt x="4102417" y="0"/>
                  </a:lnTo>
                  <a:lnTo>
                    <a:pt x="4101602" y="0"/>
                  </a:lnTo>
                  <a:lnTo>
                    <a:pt x="4100787" y="0"/>
                  </a:lnTo>
                  <a:lnTo>
                    <a:pt x="4099973" y="0"/>
                  </a:lnTo>
                  <a:lnTo>
                    <a:pt x="4099158" y="0"/>
                  </a:lnTo>
                  <a:lnTo>
                    <a:pt x="4098343" y="0"/>
                  </a:lnTo>
                  <a:lnTo>
                    <a:pt x="4097528" y="0"/>
                  </a:lnTo>
                  <a:lnTo>
                    <a:pt x="4096714" y="0"/>
                  </a:lnTo>
                  <a:lnTo>
                    <a:pt x="4095899" y="0"/>
                  </a:lnTo>
                  <a:lnTo>
                    <a:pt x="4095084" y="0"/>
                  </a:lnTo>
                  <a:lnTo>
                    <a:pt x="4094269" y="0"/>
                  </a:lnTo>
                  <a:lnTo>
                    <a:pt x="4093454" y="0"/>
                  </a:lnTo>
                  <a:lnTo>
                    <a:pt x="4092640" y="0"/>
                  </a:lnTo>
                  <a:lnTo>
                    <a:pt x="4091825" y="0"/>
                  </a:lnTo>
                  <a:lnTo>
                    <a:pt x="4091010" y="0"/>
                  </a:lnTo>
                  <a:lnTo>
                    <a:pt x="4090195" y="0"/>
                  </a:lnTo>
                  <a:lnTo>
                    <a:pt x="4089381" y="0"/>
                  </a:lnTo>
                  <a:lnTo>
                    <a:pt x="4088566" y="0"/>
                  </a:lnTo>
                  <a:lnTo>
                    <a:pt x="4087751" y="0"/>
                  </a:lnTo>
                  <a:lnTo>
                    <a:pt x="4086936" y="0"/>
                  </a:lnTo>
                  <a:lnTo>
                    <a:pt x="4086121" y="0"/>
                  </a:lnTo>
                  <a:lnTo>
                    <a:pt x="4085307" y="0"/>
                  </a:lnTo>
                  <a:lnTo>
                    <a:pt x="4084492" y="0"/>
                  </a:lnTo>
                  <a:lnTo>
                    <a:pt x="4083677" y="0"/>
                  </a:lnTo>
                  <a:lnTo>
                    <a:pt x="4082862" y="0"/>
                  </a:lnTo>
                  <a:lnTo>
                    <a:pt x="4082048" y="0"/>
                  </a:lnTo>
                  <a:lnTo>
                    <a:pt x="4081233" y="0"/>
                  </a:lnTo>
                  <a:lnTo>
                    <a:pt x="4080418" y="0"/>
                  </a:lnTo>
                  <a:lnTo>
                    <a:pt x="4079603" y="0"/>
                  </a:lnTo>
                  <a:lnTo>
                    <a:pt x="4078788" y="0"/>
                  </a:lnTo>
                  <a:lnTo>
                    <a:pt x="4077974" y="0"/>
                  </a:lnTo>
                  <a:lnTo>
                    <a:pt x="4077159" y="0"/>
                  </a:lnTo>
                  <a:lnTo>
                    <a:pt x="4076344" y="0"/>
                  </a:lnTo>
                  <a:lnTo>
                    <a:pt x="4075529" y="0"/>
                  </a:lnTo>
                  <a:lnTo>
                    <a:pt x="4074715" y="0"/>
                  </a:lnTo>
                  <a:lnTo>
                    <a:pt x="4073900" y="0"/>
                  </a:lnTo>
                  <a:lnTo>
                    <a:pt x="4073085" y="0"/>
                  </a:lnTo>
                  <a:lnTo>
                    <a:pt x="4072270" y="0"/>
                  </a:lnTo>
                  <a:lnTo>
                    <a:pt x="4071455" y="0"/>
                  </a:lnTo>
                  <a:lnTo>
                    <a:pt x="4070641" y="0"/>
                  </a:lnTo>
                  <a:lnTo>
                    <a:pt x="4069826" y="0"/>
                  </a:lnTo>
                  <a:lnTo>
                    <a:pt x="4069011" y="0"/>
                  </a:lnTo>
                  <a:lnTo>
                    <a:pt x="4068196" y="0"/>
                  </a:lnTo>
                  <a:lnTo>
                    <a:pt x="4067382" y="0"/>
                  </a:lnTo>
                  <a:lnTo>
                    <a:pt x="4066567" y="0"/>
                  </a:lnTo>
                  <a:lnTo>
                    <a:pt x="4065752" y="0"/>
                  </a:lnTo>
                  <a:lnTo>
                    <a:pt x="4064937" y="0"/>
                  </a:lnTo>
                  <a:lnTo>
                    <a:pt x="4064122" y="0"/>
                  </a:lnTo>
                  <a:lnTo>
                    <a:pt x="4063308" y="0"/>
                  </a:lnTo>
                  <a:lnTo>
                    <a:pt x="4062493" y="0"/>
                  </a:lnTo>
                  <a:lnTo>
                    <a:pt x="4061678" y="0"/>
                  </a:lnTo>
                  <a:lnTo>
                    <a:pt x="4060863" y="0"/>
                  </a:lnTo>
                  <a:lnTo>
                    <a:pt x="4060048" y="0"/>
                  </a:lnTo>
                  <a:lnTo>
                    <a:pt x="4059234" y="0"/>
                  </a:lnTo>
                  <a:lnTo>
                    <a:pt x="4058419" y="0"/>
                  </a:lnTo>
                  <a:lnTo>
                    <a:pt x="4057604" y="0"/>
                  </a:lnTo>
                  <a:lnTo>
                    <a:pt x="4056789" y="0"/>
                  </a:lnTo>
                  <a:lnTo>
                    <a:pt x="4055975" y="0"/>
                  </a:lnTo>
                  <a:lnTo>
                    <a:pt x="4055160" y="0"/>
                  </a:lnTo>
                  <a:lnTo>
                    <a:pt x="4054345" y="0"/>
                  </a:lnTo>
                  <a:lnTo>
                    <a:pt x="4053530" y="0"/>
                  </a:lnTo>
                  <a:lnTo>
                    <a:pt x="4052715" y="0"/>
                  </a:lnTo>
                  <a:lnTo>
                    <a:pt x="4051901" y="0"/>
                  </a:lnTo>
                  <a:lnTo>
                    <a:pt x="4051086" y="0"/>
                  </a:lnTo>
                  <a:lnTo>
                    <a:pt x="4050271" y="0"/>
                  </a:lnTo>
                  <a:lnTo>
                    <a:pt x="4049456" y="0"/>
                  </a:lnTo>
                  <a:lnTo>
                    <a:pt x="4048642" y="0"/>
                  </a:lnTo>
                  <a:lnTo>
                    <a:pt x="4047827" y="0"/>
                  </a:lnTo>
                  <a:lnTo>
                    <a:pt x="4047012" y="0"/>
                  </a:lnTo>
                  <a:lnTo>
                    <a:pt x="4046197" y="0"/>
                  </a:lnTo>
                  <a:lnTo>
                    <a:pt x="4045382" y="0"/>
                  </a:lnTo>
                  <a:lnTo>
                    <a:pt x="4044568" y="0"/>
                  </a:lnTo>
                  <a:lnTo>
                    <a:pt x="4043753" y="0"/>
                  </a:lnTo>
                  <a:lnTo>
                    <a:pt x="4042938" y="0"/>
                  </a:lnTo>
                  <a:lnTo>
                    <a:pt x="4042123" y="0"/>
                  </a:lnTo>
                  <a:lnTo>
                    <a:pt x="4041309" y="0"/>
                  </a:lnTo>
                  <a:lnTo>
                    <a:pt x="4040494" y="0"/>
                  </a:lnTo>
                  <a:lnTo>
                    <a:pt x="4039679" y="0"/>
                  </a:lnTo>
                  <a:lnTo>
                    <a:pt x="4038864" y="0"/>
                  </a:lnTo>
                  <a:lnTo>
                    <a:pt x="4038049" y="0"/>
                  </a:lnTo>
                  <a:lnTo>
                    <a:pt x="4037235" y="0"/>
                  </a:lnTo>
                  <a:lnTo>
                    <a:pt x="4036420" y="0"/>
                  </a:lnTo>
                  <a:lnTo>
                    <a:pt x="4035605" y="0"/>
                  </a:lnTo>
                  <a:lnTo>
                    <a:pt x="4034790" y="0"/>
                  </a:lnTo>
                  <a:lnTo>
                    <a:pt x="4033976" y="0"/>
                  </a:lnTo>
                  <a:lnTo>
                    <a:pt x="4033161" y="0"/>
                  </a:lnTo>
                  <a:lnTo>
                    <a:pt x="4032346" y="0"/>
                  </a:lnTo>
                  <a:lnTo>
                    <a:pt x="4031531" y="0"/>
                  </a:lnTo>
                  <a:lnTo>
                    <a:pt x="4030716" y="0"/>
                  </a:lnTo>
                  <a:lnTo>
                    <a:pt x="4029902" y="0"/>
                  </a:lnTo>
                  <a:lnTo>
                    <a:pt x="4029087" y="0"/>
                  </a:lnTo>
                  <a:lnTo>
                    <a:pt x="4028272" y="0"/>
                  </a:lnTo>
                  <a:lnTo>
                    <a:pt x="4027457" y="0"/>
                  </a:lnTo>
                  <a:lnTo>
                    <a:pt x="4026643" y="0"/>
                  </a:lnTo>
                  <a:lnTo>
                    <a:pt x="4025828" y="0"/>
                  </a:lnTo>
                  <a:lnTo>
                    <a:pt x="4025013" y="0"/>
                  </a:lnTo>
                  <a:lnTo>
                    <a:pt x="4024198" y="0"/>
                  </a:lnTo>
                  <a:lnTo>
                    <a:pt x="4023383" y="0"/>
                  </a:lnTo>
                  <a:lnTo>
                    <a:pt x="4022569" y="0"/>
                  </a:lnTo>
                  <a:lnTo>
                    <a:pt x="4021754" y="0"/>
                  </a:lnTo>
                  <a:lnTo>
                    <a:pt x="4020939" y="0"/>
                  </a:lnTo>
                  <a:lnTo>
                    <a:pt x="4020124" y="0"/>
                  </a:lnTo>
                  <a:lnTo>
                    <a:pt x="4019309" y="0"/>
                  </a:lnTo>
                  <a:lnTo>
                    <a:pt x="4018495" y="0"/>
                  </a:lnTo>
                  <a:lnTo>
                    <a:pt x="4017680" y="0"/>
                  </a:lnTo>
                  <a:lnTo>
                    <a:pt x="4016865" y="0"/>
                  </a:lnTo>
                  <a:lnTo>
                    <a:pt x="4016050" y="0"/>
                  </a:lnTo>
                  <a:lnTo>
                    <a:pt x="4015236" y="0"/>
                  </a:lnTo>
                  <a:lnTo>
                    <a:pt x="4014421" y="0"/>
                  </a:lnTo>
                  <a:lnTo>
                    <a:pt x="4013606" y="0"/>
                  </a:lnTo>
                  <a:lnTo>
                    <a:pt x="4012791" y="0"/>
                  </a:lnTo>
                  <a:lnTo>
                    <a:pt x="4011976" y="0"/>
                  </a:lnTo>
                  <a:lnTo>
                    <a:pt x="4011162" y="0"/>
                  </a:lnTo>
                  <a:lnTo>
                    <a:pt x="4010347" y="0"/>
                  </a:lnTo>
                  <a:lnTo>
                    <a:pt x="4009532" y="0"/>
                  </a:lnTo>
                  <a:lnTo>
                    <a:pt x="4008717" y="0"/>
                  </a:lnTo>
                  <a:lnTo>
                    <a:pt x="4007903" y="0"/>
                  </a:lnTo>
                  <a:lnTo>
                    <a:pt x="4007088" y="0"/>
                  </a:lnTo>
                  <a:lnTo>
                    <a:pt x="4006273" y="0"/>
                  </a:lnTo>
                  <a:lnTo>
                    <a:pt x="4005458" y="0"/>
                  </a:lnTo>
                  <a:lnTo>
                    <a:pt x="4004643" y="0"/>
                  </a:lnTo>
                  <a:lnTo>
                    <a:pt x="4003829" y="0"/>
                  </a:lnTo>
                  <a:lnTo>
                    <a:pt x="4003014" y="0"/>
                  </a:lnTo>
                  <a:lnTo>
                    <a:pt x="4002199" y="0"/>
                  </a:lnTo>
                  <a:lnTo>
                    <a:pt x="4001384" y="0"/>
                  </a:lnTo>
                  <a:lnTo>
                    <a:pt x="4000570" y="0"/>
                  </a:lnTo>
                  <a:lnTo>
                    <a:pt x="3999755" y="0"/>
                  </a:lnTo>
                  <a:lnTo>
                    <a:pt x="3998940" y="0"/>
                  </a:lnTo>
                  <a:lnTo>
                    <a:pt x="3998125" y="0"/>
                  </a:lnTo>
                  <a:lnTo>
                    <a:pt x="3997310" y="0"/>
                  </a:lnTo>
                  <a:lnTo>
                    <a:pt x="3996496" y="0"/>
                  </a:lnTo>
                  <a:lnTo>
                    <a:pt x="3995681" y="0"/>
                  </a:lnTo>
                  <a:lnTo>
                    <a:pt x="3994866" y="0"/>
                  </a:lnTo>
                  <a:lnTo>
                    <a:pt x="3994051" y="0"/>
                  </a:lnTo>
                  <a:lnTo>
                    <a:pt x="3993237" y="0"/>
                  </a:lnTo>
                  <a:lnTo>
                    <a:pt x="3992422" y="0"/>
                  </a:lnTo>
                  <a:lnTo>
                    <a:pt x="3991607" y="0"/>
                  </a:lnTo>
                  <a:lnTo>
                    <a:pt x="3990792" y="0"/>
                  </a:lnTo>
                  <a:lnTo>
                    <a:pt x="3989977" y="0"/>
                  </a:lnTo>
                  <a:lnTo>
                    <a:pt x="3989163" y="0"/>
                  </a:lnTo>
                  <a:lnTo>
                    <a:pt x="3988348" y="0"/>
                  </a:lnTo>
                  <a:lnTo>
                    <a:pt x="3987533" y="0"/>
                  </a:lnTo>
                  <a:lnTo>
                    <a:pt x="3986718" y="0"/>
                  </a:lnTo>
                  <a:lnTo>
                    <a:pt x="3985904" y="0"/>
                  </a:lnTo>
                  <a:lnTo>
                    <a:pt x="3985089" y="0"/>
                  </a:lnTo>
                  <a:lnTo>
                    <a:pt x="3984274" y="0"/>
                  </a:lnTo>
                  <a:lnTo>
                    <a:pt x="3983459" y="0"/>
                  </a:lnTo>
                  <a:lnTo>
                    <a:pt x="3982644" y="0"/>
                  </a:lnTo>
                  <a:lnTo>
                    <a:pt x="3981830" y="0"/>
                  </a:lnTo>
                  <a:lnTo>
                    <a:pt x="3981015" y="0"/>
                  </a:lnTo>
                  <a:lnTo>
                    <a:pt x="3980200" y="0"/>
                  </a:lnTo>
                  <a:lnTo>
                    <a:pt x="3979385" y="0"/>
                  </a:lnTo>
                  <a:lnTo>
                    <a:pt x="3978570" y="0"/>
                  </a:lnTo>
                  <a:lnTo>
                    <a:pt x="3977756" y="0"/>
                  </a:lnTo>
                  <a:lnTo>
                    <a:pt x="3976941" y="0"/>
                  </a:lnTo>
                  <a:lnTo>
                    <a:pt x="3976126" y="0"/>
                  </a:lnTo>
                  <a:lnTo>
                    <a:pt x="3975311" y="0"/>
                  </a:lnTo>
                  <a:lnTo>
                    <a:pt x="3974497" y="0"/>
                  </a:lnTo>
                  <a:lnTo>
                    <a:pt x="3973682" y="0"/>
                  </a:lnTo>
                  <a:lnTo>
                    <a:pt x="3972867" y="0"/>
                  </a:lnTo>
                  <a:lnTo>
                    <a:pt x="3972052" y="0"/>
                  </a:lnTo>
                  <a:lnTo>
                    <a:pt x="3971237" y="0"/>
                  </a:lnTo>
                  <a:lnTo>
                    <a:pt x="3970423" y="0"/>
                  </a:lnTo>
                  <a:lnTo>
                    <a:pt x="3969608" y="0"/>
                  </a:lnTo>
                  <a:lnTo>
                    <a:pt x="3968793" y="0"/>
                  </a:lnTo>
                  <a:lnTo>
                    <a:pt x="3967978" y="0"/>
                  </a:lnTo>
                  <a:lnTo>
                    <a:pt x="3967164" y="0"/>
                  </a:lnTo>
                  <a:lnTo>
                    <a:pt x="3966349" y="0"/>
                  </a:lnTo>
                  <a:lnTo>
                    <a:pt x="3965534" y="0"/>
                  </a:lnTo>
                  <a:lnTo>
                    <a:pt x="3964719" y="0"/>
                  </a:lnTo>
                  <a:lnTo>
                    <a:pt x="3963904" y="0"/>
                  </a:lnTo>
                  <a:lnTo>
                    <a:pt x="3963090" y="0"/>
                  </a:lnTo>
                  <a:lnTo>
                    <a:pt x="3962275" y="0"/>
                  </a:lnTo>
                  <a:lnTo>
                    <a:pt x="3961460" y="0"/>
                  </a:lnTo>
                  <a:lnTo>
                    <a:pt x="3960645" y="0"/>
                  </a:lnTo>
                  <a:lnTo>
                    <a:pt x="3959831" y="0"/>
                  </a:lnTo>
                  <a:lnTo>
                    <a:pt x="3959016" y="0"/>
                  </a:lnTo>
                  <a:lnTo>
                    <a:pt x="3958201" y="0"/>
                  </a:lnTo>
                  <a:lnTo>
                    <a:pt x="3957386" y="0"/>
                  </a:lnTo>
                  <a:lnTo>
                    <a:pt x="3956571" y="0"/>
                  </a:lnTo>
                  <a:lnTo>
                    <a:pt x="3955757" y="0"/>
                  </a:lnTo>
                  <a:lnTo>
                    <a:pt x="3954942" y="0"/>
                  </a:lnTo>
                  <a:lnTo>
                    <a:pt x="3954127" y="0"/>
                  </a:lnTo>
                  <a:lnTo>
                    <a:pt x="3953312" y="0"/>
                  </a:lnTo>
                  <a:lnTo>
                    <a:pt x="3952498" y="0"/>
                  </a:lnTo>
                  <a:lnTo>
                    <a:pt x="3951683" y="0"/>
                  </a:lnTo>
                  <a:lnTo>
                    <a:pt x="3950868" y="0"/>
                  </a:lnTo>
                  <a:lnTo>
                    <a:pt x="3950053" y="0"/>
                  </a:lnTo>
                  <a:lnTo>
                    <a:pt x="3949238" y="0"/>
                  </a:lnTo>
                  <a:lnTo>
                    <a:pt x="3948424" y="0"/>
                  </a:lnTo>
                  <a:lnTo>
                    <a:pt x="3947609" y="0"/>
                  </a:lnTo>
                  <a:lnTo>
                    <a:pt x="3946794" y="0"/>
                  </a:lnTo>
                  <a:lnTo>
                    <a:pt x="3945979" y="0"/>
                  </a:lnTo>
                  <a:lnTo>
                    <a:pt x="3945165" y="0"/>
                  </a:lnTo>
                  <a:lnTo>
                    <a:pt x="3944350" y="0"/>
                  </a:lnTo>
                  <a:lnTo>
                    <a:pt x="3943535" y="0"/>
                  </a:lnTo>
                  <a:lnTo>
                    <a:pt x="3942720" y="0"/>
                  </a:lnTo>
                  <a:lnTo>
                    <a:pt x="3941905" y="0"/>
                  </a:lnTo>
                  <a:lnTo>
                    <a:pt x="3941091" y="0"/>
                  </a:lnTo>
                  <a:lnTo>
                    <a:pt x="3940276" y="0"/>
                  </a:lnTo>
                  <a:lnTo>
                    <a:pt x="3939461" y="0"/>
                  </a:lnTo>
                  <a:lnTo>
                    <a:pt x="3938646" y="0"/>
                  </a:lnTo>
                  <a:lnTo>
                    <a:pt x="3937831" y="0"/>
                  </a:lnTo>
                  <a:lnTo>
                    <a:pt x="3937017" y="0"/>
                  </a:lnTo>
                  <a:lnTo>
                    <a:pt x="3936202" y="0"/>
                  </a:lnTo>
                  <a:lnTo>
                    <a:pt x="3935387" y="0"/>
                  </a:lnTo>
                  <a:lnTo>
                    <a:pt x="3934572" y="0"/>
                  </a:lnTo>
                  <a:lnTo>
                    <a:pt x="3933758" y="0"/>
                  </a:lnTo>
                  <a:lnTo>
                    <a:pt x="3932943" y="0"/>
                  </a:lnTo>
                  <a:lnTo>
                    <a:pt x="3932128" y="0"/>
                  </a:lnTo>
                  <a:lnTo>
                    <a:pt x="3931313" y="0"/>
                  </a:lnTo>
                  <a:lnTo>
                    <a:pt x="3930498" y="0"/>
                  </a:lnTo>
                  <a:lnTo>
                    <a:pt x="3929684" y="0"/>
                  </a:lnTo>
                  <a:lnTo>
                    <a:pt x="3928869" y="0"/>
                  </a:lnTo>
                  <a:lnTo>
                    <a:pt x="3928054" y="0"/>
                  </a:lnTo>
                  <a:lnTo>
                    <a:pt x="3927239" y="0"/>
                  </a:lnTo>
                  <a:lnTo>
                    <a:pt x="3926425" y="0"/>
                  </a:lnTo>
                  <a:lnTo>
                    <a:pt x="3925610" y="0"/>
                  </a:lnTo>
                  <a:lnTo>
                    <a:pt x="3924795" y="0"/>
                  </a:lnTo>
                  <a:lnTo>
                    <a:pt x="3923980" y="0"/>
                  </a:lnTo>
                  <a:lnTo>
                    <a:pt x="3923165" y="0"/>
                  </a:lnTo>
                  <a:lnTo>
                    <a:pt x="3922351" y="0"/>
                  </a:lnTo>
                  <a:lnTo>
                    <a:pt x="3921536" y="0"/>
                  </a:lnTo>
                  <a:lnTo>
                    <a:pt x="3920721" y="0"/>
                  </a:lnTo>
                  <a:lnTo>
                    <a:pt x="3919906" y="0"/>
                  </a:lnTo>
                  <a:lnTo>
                    <a:pt x="3919092" y="0"/>
                  </a:lnTo>
                  <a:lnTo>
                    <a:pt x="3918277" y="0"/>
                  </a:lnTo>
                  <a:lnTo>
                    <a:pt x="3917462" y="0"/>
                  </a:lnTo>
                  <a:lnTo>
                    <a:pt x="3916647" y="0"/>
                  </a:lnTo>
                  <a:lnTo>
                    <a:pt x="3915832" y="0"/>
                  </a:lnTo>
                  <a:lnTo>
                    <a:pt x="3915018" y="0"/>
                  </a:lnTo>
                  <a:lnTo>
                    <a:pt x="3914203" y="0"/>
                  </a:lnTo>
                  <a:lnTo>
                    <a:pt x="3913388" y="0"/>
                  </a:lnTo>
                  <a:lnTo>
                    <a:pt x="3912573" y="0"/>
                  </a:lnTo>
                  <a:lnTo>
                    <a:pt x="3911759" y="0"/>
                  </a:lnTo>
                  <a:lnTo>
                    <a:pt x="3910944" y="0"/>
                  </a:lnTo>
                  <a:lnTo>
                    <a:pt x="3910129" y="0"/>
                  </a:lnTo>
                  <a:lnTo>
                    <a:pt x="3909314" y="0"/>
                  </a:lnTo>
                  <a:lnTo>
                    <a:pt x="3908499" y="0"/>
                  </a:lnTo>
                  <a:lnTo>
                    <a:pt x="3907685" y="0"/>
                  </a:lnTo>
                  <a:lnTo>
                    <a:pt x="3906870" y="0"/>
                  </a:lnTo>
                  <a:lnTo>
                    <a:pt x="3906055" y="0"/>
                  </a:lnTo>
                  <a:lnTo>
                    <a:pt x="3905240" y="0"/>
                  </a:lnTo>
                  <a:lnTo>
                    <a:pt x="3904426" y="0"/>
                  </a:lnTo>
                  <a:lnTo>
                    <a:pt x="3903611" y="0"/>
                  </a:lnTo>
                  <a:lnTo>
                    <a:pt x="3902796" y="0"/>
                  </a:lnTo>
                  <a:lnTo>
                    <a:pt x="3901981" y="0"/>
                  </a:lnTo>
                  <a:lnTo>
                    <a:pt x="3901166" y="0"/>
                  </a:lnTo>
                  <a:lnTo>
                    <a:pt x="3900352" y="0"/>
                  </a:lnTo>
                  <a:lnTo>
                    <a:pt x="3899537" y="0"/>
                  </a:lnTo>
                  <a:lnTo>
                    <a:pt x="3898722" y="0"/>
                  </a:lnTo>
                  <a:lnTo>
                    <a:pt x="3897907" y="0"/>
                  </a:lnTo>
                  <a:lnTo>
                    <a:pt x="3897092" y="0"/>
                  </a:lnTo>
                  <a:lnTo>
                    <a:pt x="3896278" y="0"/>
                  </a:lnTo>
                  <a:lnTo>
                    <a:pt x="3895463" y="0"/>
                  </a:lnTo>
                  <a:lnTo>
                    <a:pt x="3894648" y="0"/>
                  </a:lnTo>
                  <a:lnTo>
                    <a:pt x="3893833" y="0"/>
                  </a:lnTo>
                  <a:lnTo>
                    <a:pt x="3893019" y="0"/>
                  </a:lnTo>
                  <a:lnTo>
                    <a:pt x="3892204" y="0"/>
                  </a:lnTo>
                  <a:lnTo>
                    <a:pt x="3891389" y="0"/>
                  </a:lnTo>
                  <a:lnTo>
                    <a:pt x="3890574" y="0"/>
                  </a:lnTo>
                  <a:lnTo>
                    <a:pt x="3889759" y="0"/>
                  </a:lnTo>
                  <a:lnTo>
                    <a:pt x="3888945" y="0"/>
                  </a:lnTo>
                  <a:lnTo>
                    <a:pt x="3888130" y="0"/>
                  </a:lnTo>
                  <a:lnTo>
                    <a:pt x="3887315" y="0"/>
                  </a:lnTo>
                  <a:lnTo>
                    <a:pt x="3886500" y="0"/>
                  </a:lnTo>
                  <a:lnTo>
                    <a:pt x="3885686" y="0"/>
                  </a:lnTo>
                  <a:lnTo>
                    <a:pt x="3884871" y="0"/>
                  </a:lnTo>
                  <a:lnTo>
                    <a:pt x="3884056" y="0"/>
                  </a:lnTo>
                  <a:lnTo>
                    <a:pt x="3883241" y="0"/>
                  </a:lnTo>
                  <a:lnTo>
                    <a:pt x="3882426" y="0"/>
                  </a:lnTo>
                  <a:lnTo>
                    <a:pt x="3881612" y="0"/>
                  </a:lnTo>
                  <a:lnTo>
                    <a:pt x="3880797" y="0"/>
                  </a:lnTo>
                  <a:lnTo>
                    <a:pt x="3879982" y="0"/>
                  </a:lnTo>
                  <a:lnTo>
                    <a:pt x="3879167" y="0"/>
                  </a:lnTo>
                  <a:lnTo>
                    <a:pt x="3878353" y="0"/>
                  </a:lnTo>
                  <a:lnTo>
                    <a:pt x="3877538" y="0"/>
                  </a:lnTo>
                  <a:lnTo>
                    <a:pt x="3876723" y="0"/>
                  </a:lnTo>
                  <a:lnTo>
                    <a:pt x="3875908" y="0"/>
                  </a:lnTo>
                  <a:lnTo>
                    <a:pt x="3875093" y="0"/>
                  </a:lnTo>
                  <a:lnTo>
                    <a:pt x="3874279" y="0"/>
                  </a:lnTo>
                  <a:lnTo>
                    <a:pt x="3873464" y="0"/>
                  </a:lnTo>
                  <a:lnTo>
                    <a:pt x="3872649" y="0"/>
                  </a:lnTo>
                  <a:lnTo>
                    <a:pt x="3871834" y="0"/>
                  </a:lnTo>
                  <a:lnTo>
                    <a:pt x="3871020" y="0"/>
                  </a:lnTo>
                  <a:lnTo>
                    <a:pt x="3870205" y="0"/>
                  </a:lnTo>
                  <a:lnTo>
                    <a:pt x="3869390" y="0"/>
                  </a:lnTo>
                  <a:lnTo>
                    <a:pt x="3868575" y="0"/>
                  </a:lnTo>
                  <a:lnTo>
                    <a:pt x="3867760" y="0"/>
                  </a:lnTo>
                  <a:lnTo>
                    <a:pt x="3866946" y="0"/>
                  </a:lnTo>
                  <a:lnTo>
                    <a:pt x="3866131" y="0"/>
                  </a:lnTo>
                  <a:lnTo>
                    <a:pt x="3865316" y="0"/>
                  </a:lnTo>
                  <a:lnTo>
                    <a:pt x="3864501" y="0"/>
                  </a:lnTo>
                  <a:lnTo>
                    <a:pt x="3863686" y="0"/>
                  </a:lnTo>
                  <a:lnTo>
                    <a:pt x="3862872" y="0"/>
                  </a:lnTo>
                  <a:lnTo>
                    <a:pt x="3862057" y="0"/>
                  </a:lnTo>
                  <a:lnTo>
                    <a:pt x="3861242" y="0"/>
                  </a:lnTo>
                  <a:lnTo>
                    <a:pt x="3860427" y="0"/>
                  </a:lnTo>
                  <a:lnTo>
                    <a:pt x="3859613" y="0"/>
                  </a:lnTo>
                  <a:lnTo>
                    <a:pt x="3858798" y="0"/>
                  </a:lnTo>
                  <a:lnTo>
                    <a:pt x="3857983" y="0"/>
                  </a:lnTo>
                  <a:lnTo>
                    <a:pt x="3857168" y="0"/>
                  </a:lnTo>
                  <a:lnTo>
                    <a:pt x="3856353" y="0"/>
                  </a:lnTo>
                  <a:lnTo>
                    <a:pt x="3855539" y="0"/>
                  </a:lnTo>
                  <a:lnTo>
                    <a:pt x="3854724" y="0"/>
                  </a:lnTo>
                  <a:lnTo>
                    <a:pt x="3853909" y="0"/>
                  </a:lnTo>
                  <a:lnTo>
                    <a:pt x="3853094" y="0"/>
                  </a:lnTo>
                  <a:lnTo>
                    <a:pt x="3852280" y="0"/>
                  </a:lnTo>
                  <a:lnTo>
                    <a:pt x="3851465" y="0"/>
                  </a:lnTo>
                  <a:lnTo>
                    <a:pt x="3850650" y="0"/>
                  </a:lnTo>
                  <a:lnTo>
                    <a:pt x="3849835" y="0"/>
                  </a:lnTo>
                  <a:lnTo>
                    <a:pt x="3849020" y="0"/>
                  </a:lnTo>
                  <a:lnTo>
                    <a:pt x="3848206" y="0"/>
                  </a:lnTo>
                  <a:lnTo>
                    <a:pt x="3847391" y="0"/>
                  </a:lnTo>
                  <a:lnTo>
                    <a:pt x="3846576" y="0"/>
                  </a:lnTo>
                  <a:lnTo>
                    <a:pt x="3845761" y="0"/>
                  </a:lnTo>
                  <a:lnTo>
                    <a:pt x="3844947" y="0"/>
                  </a:lnTo>
                  <a:lnTo>
                    <a:pt x="3844132" y="0"/>
                  </a:lnTo>
                  <a:lnTo>
                    <a:pt x="3843317" y="0"/>
                  </a:lnTo>
                  <a:lnTo>
                    <a:pt x="3842502" y="0"/>
                  </a:lnTo>
                  <a:lnTo>
                    <a:pt x="3841687" y="0"/>
                  </a:lnTo>
                  <a:lnTo>
                    <a:pt x="3840873" y="0"/>
                  </a:lnTo>
                  <a:lnTo>
                    <a:pt x="3840058" y="0"/>
                  </a:lnTo>
                  <a:lnTo>
                    <a:pt x="3839243" y="0"/>
                  </a:lnTo>
                  <a:lnTo>
                    <a:pt x="3838428" y="0"/>
                  </a:lnTo>
                  <a:lnTo>
                    <a:pt x="3837614" y="0"/>
                  </a:lnTo>
                  <a:lnTo>
                    <a:pt x="3836799" y="0"/>
                  </a:lnTo>
                  <a:lnTo>
                    <a:pt x="3835984" y="0"/>
                  </a:lnTo>
                  <a:lnTo>
                    <a:pt x="3835169" y="0"/>
                  </a:lnTo>
                  <a:lnTo>
                    <a:pt x="3834354" y="0"/>
                  </a:lnTo>
                  <a:lnTo>
                    <a:pt x="3833540" y="0"/>
                  </a:lnTo>
                  <a:lnTo>
                    <a:pt x="3832725" y="0"/>
                  </a:lnTo>
                  <a:lnTo>
                    <a:pt x="3831910" y="0"/>
                  </a:lnTo>
                  <a:lnTo>
                    <a:pt x="3831095" y="0"/>
                  </a:lnTo>
                  <a:lnTo>
                    <a:pt x="3830281" y="0"/>
                  </a:lnTo>
                  <a:lnTo>
                    <a:pt x="3829466" y="0"/>
                  </a:lnTo>
                  <a:lnTo>
                    <a:pt x="3828651" y="0"/>
                  </a:lnTo>
                  <a:lnTo>
                    <a:pt x="3827836" y="0"/>
                  </a:lnTo>
                  <a:lnTo>
                    <a:pt x="3827021" y="0"/>
                  </a:lnTo>
                  <a:lnTo>
                    <a:pt x="3826207" y="0"/>
                  </a:lnTo>
                  <a:lnTo>
                    <a:pt x="3825392" y="0"/>
                  </a:lnTo>
                  <a:lnTo>
                    <a:pt x="3824577" y="0"/>
                  </a:lnTo>
                  <a:lnTo>
                    <a:pt x="3823762" y="0"/>
                  </a:lnTo>
                  <a:lnTo>
                    <a:pt x="3822947" y="0"/>
                  </a:lnTo>
                  <a:lnTo>
                    <a:pt x="3822133" y="0"/>
                  </a:lnTo>
                  <a:lnTo>
                    <a:pt x="3821318" y="0"/>
                  </a:lnTo>
                  <a:lnTo>
                    <a:pt x="3820503" y="0"/>
                  </a:lnTo>
                  <a:lnTo>
                    <a:pt x="3819688" y="0"/>
                  </a:lnTo>
                  <a:lnTo>
                    <a:pt x="3818874" y="0"/>
                  </a:lnTo>
                  <a:lnTo>
                    <a:pt x="3818059" y="0"/>
                  </a:lnTo>
                  <a:lnTo>
                    <a:pt x="3817244" y="0"/>
                  </a:lnTo>
                  <a:lnTo>
                    <a:pt x="3816429" y="0"/>
                  </a:lnTo>
                  <a:lnTo>
                    <a:pt x="3815614" y="0"/>
                  </a:lnTo>
                  <a:lnTo>
                    <a:pt x="3814800" y="0"/>
                  </a:lnTo>
                  <a:lnTo>
                    <a:pt x="3813985" y="0"/>
                  </a:lnTo>
                  <a:lnTo>
                    <a:pt x="3813170" y="0"/>
                  </a:lnTo>
                  <a:lnTo>
                    <a:pt x="3812355" y="0"/>
                  </a:lnTo>
                  <a:lnTo>
                    <a:pt x="3811541" y="0"/>
                  </a:lnTo>
                  <a:lnTo>
                    <a:pt x="3810726" y="0"/>
                  </a:lnTo>
                  <a:lnTo>
                    <a:pt x="3809911" y="0"/>
                  </a:lnTo>
                  <a:lnTo>
                    <a:pt x="3809096" y="0"/>
                  </a:lnTo>
                  <a:lnTo>
                    <a:pt x="3808281" y="0"/>
                  </a:lnTo>
                  <a:lnTo>
                    <a:pt x="3807467" y="0"/>
                  </a:lnTo>
                  <a:lnTo>
                    <a:pt x="3806652" y="0"/>
                  </a:lnTo>
                  <a:lnTo>
                    <a:pt x="3805837" y="0"/>
                  </a:lnTo>
                  <a:lnTo>
                    <a:pt x="3805022" y="0"/>
                  </a:lnTo>
                  <a:lnTo>
                    <a:pt x="3804208" y="0"/>
                  </a:lnTo>
                  <a:lnTo>
                    <a:pt x="3803393" y="0"/>
                  </a:lnTo>
                  <a:lnTo>
                    <a:pt x="3802578" y="0"/>
                  </a:lnTo>
                  <a:lnTo>
                    <a:pt x="3801763" y="0"/>
                  </a:lnTo>
                  <a:lnTo>
                    <a:pt x="3800948" y="0"/>
                  </a:lnTo>
                  <a:lnTo>
                    <a:pt x="3800134" y="0"/>
                  </a:lnTo>
                  <a:lnTo>
                    <a:pt x="3799319" y="0"/>
                  </a:lnTo>
                  <a:lnTo>
                    <a:pt x="3798504" y="0"/>
                  </a:lnTo>
                  <a:lnTo>
                    <a:pt x="3797689" y="0"/>
                  </a:lnTo>
                  <a:lnTo>
                    <a:pt x="3796875" y="0"/>
                  </a:lnTo>
                  <a:lnTo>
                    <a:pt x="3796060" y="0"/>
                  </a:lnTo>
                  <a:lnTo>
                    <a:pt x="3795245" y="0"/>
                  </a:lnTo>
                  <a:lnTo>
                    <a:pt x="3794430" y="0"/>
                  </a:lnTo>
                  <a:lnTo>
                    <a:pt x="3793615" y="0"/>
                  </a:lnTo>
                  <a:lnTo>
                    <a:pt x="3792801" y="0"/>
                  </a:lnTo>
                  <a:lnTo>
                    <a:pt x="3791986" y="0"/>
                  </a:lnTo>
                  <a:lnTo>
                    <a:pt x="3791171" y="0"/>
                  </a:lnTo>
                  <a:lnTo>
                    <a:pt x="3790356" y="0"/>
                  </a:lnTo>
                  <a:lnTo>
                    <a:pt x="3789542" y="0"/>
                  </a:lnTo>
                  <a:lnTo>
                    <a:pt x="3788727" y="0"/>
                  </a:lnTo>
                  <a:lnTo>
                    <a:pt x="3787912" y="0"/>
                  </a:lnTo>
                  <a:lnTo>
                    <a:pt x="3787097" y="0"/>
                  </a:lnTo>
                  <a:lnTo>
                    <a:pt x="3786282" y="0"/>
                  </a:lnTo>
                  <a:lnTo>
                    <a:pt x="3785468" y="0"/>
                  </a:lnTo>
                  <a:lnTo>
                    <a:pt x="3784653" y="0"/>
                  </a:lnTo>
                  <a:lnTo>
                    <a:pt x="3783838" y="0"/>
                  </a:lnTo>
                  <a:lnTo>
                    <a:pt x="3783023" y="0"/>
                  </a:lnTo>
                  <a:lnTo>
                    <a:pt x="3782208" y="0"/>
                  </a:lnTo>
                  <a:lnTo>
                    <a:pt x="3781394" y="0"/>
                  </a:lnTo>
                  <a:lnTo>
                    <a:pt x="3780579" y="0"/>
                  </a:lnTo>
                  <a:lnTo>
                    <a:pt x="3779764" y="0"/>
                  </a:lnTo>
                  <a:lnTo>
                    <a:pt x="3778949" y="0"/>
                  </a:lnTo>
                  <a:lnTo>
                    <a:pt x="3778135" y="0"/>
                  </a:lnTo>
                  <a:lnTo>
                    <a:pt x="3777320" y="0"/>
                  </a:lnTo>
                  <a:lnTo>
                    <a:pt x="3776505" y="0"/>
                  </a:lnTo>
                  <a:lnTo>
                    <a:pt x="3775690" y="0"/>
                  </a:lnTo>
                  <a:lnTo>
                    <a:pt x="3774875" y="0"/>
                  </a:lnTo>
                  <a:lnTo>
                    <a:pt x="3774061" y="0"/>
                  </a:lnTo>
                  <a:lnTo>
                    <a:pt x="3773246" y="0"/>
                  </a:lnTo>
                  <a:lnTo>
                    <a:pt x="3772431" y="0"/>
                  </a:lnTo>
                  <a:lnTo>
                    <a:pt x="3771616" y="0"/>
                  </a:lnTo>
                  <a:lnTo>
                    <a:pt x="3770802" y="0"/>
                  </a:lnTo>
                  <a:lnTo>
                    <a:pt x="3769987" y="0"/>
                  </a:lnTo>
                  <a:lnTo>
                    <a:pt x="3769172" y="0"/>
                  </a:lnTo>
                  <a:lnTo>
                    <a:pt x="3768357" y="0"/>
                  </a:lnTo>
                  <a:lnTo>
                    <a:pt x="3767542" y="0"/>
                  </a:lnTo>
                  <a:lnTo>
                    <a:pt x="3766728" y="0"/>
                  </a:lnTo>
                  <a:lnTo>
                    <a:pt x="3765913" y="0"/>
                  </a:lnTo>
                  <a:lnTo>
                    <a:pt x="3765098" y="0"/>
                  </a:lnTo>
                  <a:lnTo>
                    <a:pt x="3764283" y="0"/>
                  </a:lnTo>
                  <a:lnTo>
                    <a:pt x="3763469" y="0"/>
                  </a:lnTo>
                  <a:lnTo>
                    <a:pt x="3762654" y="0"/>
                  </a:lnTo>
                  <a:lnTo>
                    <a:pt x="3761839" y="0"/>
                  </a:lnTo>
                  <a:lnTo>
                    <a:pt x="3761024" y="0"/>
                  </a:lnTo>
                  <a:lnTo>
                    <a:pt x="3760209" y="0"/>
                  </a:lnTo>
                  <a:lnTo>
                    <a:pt x="3759395" y="0"/>
                  </a:lnTo>
                  <a:lnTo>
                    <a:pt x="3758580" y="0"/>
                  </a:lnTo>
                  <a:lnTo>
                    <a:pt x="3757765" y="0"/>
                  </a:lnTo>
                  <a:lnTo>
                    <a:pt x="3756950" y="0"/>
                  </a:lnTo>
                  <a:lnTo>
                    <a:pt x="3756136" y="0"/>
                  </a:lnTo>
                  <a:lnTo>
                    <a:pt x="3755321" y="0"/>
                  </a:lnTo>
                  <a:lnTo>
                    <a:pt x="3754506" y="0"/>
                  </a:lnTo>
                  <a:lnTo>
                    <a:pt x="3753691" y="0"/>
                  </a:lnTo>
                  <a:lnTo>
                    <a:pt x="3752876" y="0"/>
                  </a:lnTo>
                  <a:lnTo>
                    <a:pt x="3752062" y="0"/>
                  </a:lnTo>
                  <a:lnTo>
                    <a:pt x="3751247" y="0"/>
                  </a:lnTo>
                  <a:lnTo>
                    <a:pt x="3750432" y="0"/>
                  </a:lnTo>
                  <a:lnTo>
                    <a:pt x="3749617" y="0"/>
                  </a:lnTo>
                  <a:lnTo>
                    <a:pt x="3748803" y="0"/>
                  </a:lnTo>
                  <a:lnTo>
                    <a:pt x="3747988" y="0"/>
                  </a:lnTo>
                  <a:lnTo>
                    <a:pt x="3747173" y="0"/>
                  </a:lnTo>
                  <a:lnTo>
                    <a:pt x="3746358" y="0"/>
                  </a:lnTo>
                  <a:lnTo>
                    <a:pt x="3745543" y="0"/>
                  </a:lnTo>
                  <a:lnTo>
                    <a:pt x="3744729" y="0"/>
                  </a:lnTo>
                  <a:lnTo>
                    <a:pt x="3743914" y="0"/>
                  </a:lnTo>
                  <a:lnTo>
                    <a:pt x="3743099" y="0"/>
                  </a:lnTo>
                  <a:lnTo>
                    <a:pt x="3742284" y="0"/>
                  </a:lnTo>
                  <a:lnTo>
                    <a:pt x="3741469" y="0"/>
                  </a:lnTo>
                  <a:lnTo>
                    <a:pt x="3740655" y="0"/>
                  </a:lnTo>
                  <a:lnTo>
                    <a:pt x="3739840" y="0"/>
                  </a:lnTo>
                  <a:lnTo>
                    <a:pt x="3739025" y="0"/>
                  </a:lnTo>
                  <a:lnTo>
                    <a:pt x="3738210" y="0"/>
                  </a:lnTo>
                  <a:lnTo>
                    <a:pt x="3737396" y="0"/>
                  </a:lnTo>
                  <a:lnTo>
                    <a:pt x="3736581" y="0"/>
                  </a:lnTo>
                  <a:lnTo>
                    <a:pt x="3735766" y="0"/>
                  </a:lnTo>
                  <a:lnTo>
                    <a:pt x="3734951" y="0"/>
                  </a:lnTo>
                  <a:lnTo>
                    <a:pt x="3734136" y="0"/>
                  </a:lnTo>
                  <a:lnTo>
                    <a:pt x="3733322" y="0"/>
                  </a:lnTo>
                  <a:lnTo>
                    <a:pt x="3732507" y="0"/>
                  </a:lnTo>
                  <a:lnTo>
                    <a:pt x="3731692" y="0"/>
                  </a:lnTo>
                  <a:lnTo>
                    <a:pt x="3730877" y="0"/>
                  </a:lnTo>
                  <a:lnTo>
                    <a:pt x="3730063" y="0"/>
                  </a:lnTo>
                  <a:lnTo>
                    <a:pt x="3729248" y="0"/>
                  </a:lnTo>
                  <a:lnTo>
                    <a:pt x="3728433" y="0"/>
                  </a:lnTo>
                  <a:lnTo>
                    <a:pt x="3727618" y="0"/>
                  </a:lnTo>
                  <a:lnTo>
                    <a:pt x="3726803" y="0"/>
                  </a:lnTo>
                  <a:lnTo>
                    <a:pt x="3725989" y="0"/>
                  </a:lnTo>
                  <a:lnTo>
                    <a:pt x="3725174" y="0"/>
                  </a:lnTo>
                  <a:lnTo>
                    <a:pt x="3724359" y="0"/>
                  </a:lnTo>
                  <a:lnTo>
                    <a:pt x="3723544" y="0"/>
                  </a:lnTo>
                  <a:lnTo>
                    <a:pt x="3722730" y="0"/>
                  </a:lnTo>
                  <a:lnTo>
                    <a:pt x="3721915" y="0"/>
                  </a:lnTo>
                  <a:lnTo>
                    <a:pt x="3721100" y="0"/>
                  </a:lnTo>
                  <a:lnTo>
                    <a:pt x="3720285" y="0"/>
                  </a:lnTo>
                  <a:lnTo>
                    <a:pt x="3719470" y="0"/>
                  </a:lnTo>
                  <a:lnTo>
                    <a:pt x="3718656" y="0"/>
                  </a:lnTo>
                  <a:lnTo>
                    <a:pt x="3717841" y="0"/>
                  </a:lnTo>
                  <a:lnTo>
                    <a:pt x="3717026" y="0"/>
                  </a:lnTo>
                  <a:lnTo>
                    <a:pt x="3716211" y="0"/>
                  </a:lnTo>
                  <a:lnTo>
                    <a:pt x="3715397" y="0"/>
                  </a:lnTo>
                  <a:lnTo>
                    <a:pt x="3714582" y="0"/>
                  </a:lnTo>
                  <a:lnTo>
                    <a:pt x="3713767" y="0"/>
                  </a:lnTo>
                  <a:lnTo>
                    <a:pt x="3712952" y="0"/>
                  </a:lnTo>
                  <a:lnTo>
                    <a:pt x="3712137" y="0"/>
                  </a:lnTo>
                  <a:lnTo>
                    <a:pt x="3711323" y="0"/>
                  </a:lnTo>
                  <a:lnTo>
                    <a:pt x="3710508" y="0"/>
                  </a:lnTo>
                  <a:lnTo>
                    <a:pt x="3709693" y="0"/>
                  </a:lnTo>
                  <a:lnTo>
                    <a:pt x="3708878" y="0"/>
                  </a:lnTo>
                  <a:lnTo>
                    <a:pt x="3708064" y="0"/>
                  </a:lnTo>
                  <a:lnTo>
                    <a:pt x="3707249" y="0"/>
                  </a:lnTo>
                  <a:lnTo>
                    <a:pt x="3706434" y="0"/>
                  </a:lnTo>
                  <a:lnTo>
                    <a:pt x="3705619" y="0"/>
                  </a:lnTo>
                  <a:lnTo>
                    <a:pt x="3704804" y="0"/>
                  </a:lnTo>
                  <a:lnTo>
                    <a:pt x="3703990" y="0"/>
                  </a:lnTo>
                  <a:lnTo>
                    <a:pt x="3703175" y="0"/>
                  </a:lnTo>
                  <a:lnTo>
                    <a:pt x="3702360" y="0"/>
                  </a:lnTo>
                  <a:lnTo>
                    <a:pt x="3701545" y="0"/>
                  </a:lnTo>
                  <a:lnTo>
                    <a:pt x="3700730" y="0"/>
                  </a:lnTo>
                  <a:lnTo>
                    <a:pt x="3699916" y="0"/>
                  </a:lnTo>
                  <a:lnTo>
                    <a:pt x="3699101" y="0"/>
                  </a:lnTo>
                  <a:lnTo>
                    <a:pt x="3698286" y="0"/>
                  </a:lnTo>
                  <a:lnTo>
                    <a:pt x="3697471" y="0"/>
                  </a:lnTo>
                  <a:lnTo>
                    <a:pt x="3696657" y="0"/>
                  </a:lnTo>
                  <a:lnTo>
                    <a:pt x="3695842" y="0"/>
                  </a:lnTo>
                  <a:lnTo>
                    <a:pt x="3695027" y="0"/>
                  </a:lnTo>
                  <a:lnTo>
                    <a:pt x="3694212" y="0"/>
                  </a:lnTo>
                  <a:lnTo>
                    <a:pt x="3693397" y="0"/>
                  </a:lnTo>
                  <a:lnTo>
                    <a:pt x="3692583" y="0"/>
                  </a:lnTo>
                  <a:lnTo>
                    <a:pt x="3691768" y="0"/>
                  </a:lnTo>
                  <a:lnTo>
                    <a:pt x="3690953" y="0"/>
                  </a:lnTo>
                  <a:lnTo>
                    <a:pt x="3690138" y="0"/>
                  </a:lnTo>
                  <a:lnTo>
                    <a:pt x="3689324" y="0"/>
                  </a:lnTo>
                  <a:lnTo>
                    <a:pt x="3688509" y="0"/>
                  </a:lnTo>
                  <a:lnTo>
                    <a:pt x="3687694" y="0"/>
                  </a:lnTo>
                  <a:lnTo>
                    <a:pt x="3686879" y="0"/>
                  </a:lnTo>
                  <a:lnTo>
                    <a:pt x="3686064" y="0"/>
                  </a:lnTo>
                  <a:lnTo>
                    <a:pt x="3685250" y="0"/>
                  </a:lnTo>
                  <a:lnTo>
                    <a:pt x="3684435" y="0"/>
                  </a:lnTo>
                  <a:lnTo>
                    <a:pt x="3683620" y="0"/>
                  </a:lnTo>
                  <a:lnTo>
                    <a:pt x="3682805" y="0"/>
                  </a:lnTo>
                  <a:lnTo>
                    <a:pt x="3681991" y="0"/>
                  </a:lnTo>
                  <a:lnTo>
                    <a:pt x="3681176" y="0"/>
                  </a:lnTo>
                  <a:lnTo>
                    <a:pt x="3680361" y="0"/>
                  </a:lnTo>
                  <a:lnTo>
                    <a:pt x="3679546" y="0"/>
                  </a:lnTo>
                  <a:lnTo>
                    <a:pt x="3678731" y="0"/>
                  </a:lnTo>
                  <a:lnTo>
                    <a:pt x="3677917" y="0"/>
                  </a:lnTo>
                  <a:lnTo>
                    <a:pt x="3677102" y="0"/>
                  </a:lnTo>
                  <a:lnTo>
                    <a:pt x="3676287" y="0"/>
                  </a:lnTo>
                  <a:lnTo>
                    <a:pt x="3675472" y="0"/>
                  </a:lnTo>
                  <a:lnTo>
                    <a:pt x="3674658" y="0"/>
                  </a:lnTo>
                  <a:lnTo>
                    <a:pt x="3673843" y="0"/>
                  </a:lnTo>
                  <a:lnTo>
                    <a:pt x="3673028" y="0"/>
                  </a:lnTo>
                  <a:lnTo>
                    <a:pt x="3672213" y="0"/>
                  </a:lnTo>
                  <a:lnTo>
                    <a:pt x="3671398" y="0"/>
                  </a:lnTo>
                  <a:lnTo>
                    <a:pt x="3670584" y="0"/>
                  </a:lnTo>
                  <a:lnTo>
                    <a:pt x="3669769" y="0"/>
                  </a:lnTo>
                  <a:lnTo>
                    <a:pt x="3668954" y="0"/>
                  </a:lnTo>
                  <a:lnTo>
                    <a:pt x="3668139" y="0"/>
                  </a:lnTo>
                  <a:lnTo>
                    <a:pt x="3667325" y="0"/>
                  </a:lnTo>
                  <a:lnTo>
                    <a:pt x="3666510" y="0"/>
                  </a:lnTo>
                  <a:lnTo>
                    <a:pt x="3665695" y="0"/>
                  </a:lnTo>
                  <a:lnTo>
                    <a:pt x="3664880" y="0"/>
                  </a:lnTo>
                  <a:lnTo>
                    <a:pt x="3664065" y="0"/>
                  </a:lnTo>
                  <a:lnTo>
                    <a:pt x="3663251" y="0"/>
                  </a:lnTo>
                  <a:lnTo>
                    <a:pt x="3662436" y="0"/>
                  </a:lnTo>
                  <a:lnTo>
                    <a:pt x="3661621" y="0"/>
                  </a:lnTo>
                  <a:lnTo>
                    <a:pt x="3660806" y="0"/>
                  </a:lnTo>
                  <a:lnTo>
                    <a:pt x="3659991" y="0"/>
                  </a:lnTo>
                  <a:lnTo>
                    <a:pt x="3659177" y="0"/>
                  </a:lnTo>
                  <a:lnTo>
                    <a:pt x="3658362" y="0"/>
                  </a:lnTo>
                  <a:lnTo>
                    <a:pt x="3657547" y="0"/>
                  </a:lnTo>
                  <a:lnTo>
                    <a:pt x="3656732" y="0"/>
                  </a:lnTo>
                  <a:lnTo>
                    <a:pt x="3655918" y="0"/>
                  </a:lnTo>
                  <a:lnTo>
                    <a:pt x="3655103" y="0"/>
                  </a:lnTo>
                  <a:lnTo>
                    <a:pt x="3654288" y="0"/>
                  </a:lnTo>
                  <a:lnTo>
                    <a:pt x="3653473" y="0"/>
                  </a:lnTo>
                  <a:lnTo>
                    <a:pt x="3652658" y="0"/>
                  </a:lnTo>
                  <a:lnTo>
                    <a:pt x="3651844" y="0"/>
                  </a:lnTo>
                  <a:lnTo>
                    <a:pt x="3651029" y="0"/>
                  </a:lnTo>
                  <a:lnTo>
                    <a:pt x="3650214" y="0"/>
                  </a:lnTo>
                  <a:lnTo>
                    <a:pt x="3649399" y="0"/>
                  </a:lnTo>
                  <a:lnTo>
                    <a:pt x="3648585" y="0"/>
                  </a:lnTo>
                  <a:lnTo>
                    <a:pt x="3647770" y="0"/>
                  </a:lnTo>
                  <a:lnTo>
                    <a:pt x="3646955" y="0"/>
                  </a:lnTo>
                  <a:lnTo>
                    <a:pt x="3646140" y="0"/>
                  </a:lnTo>
                  <a:lnTo>
                    <a:pt x="3645325" y="0"/>
                  </a:lnTo>
                  <a:lnTo>
                    <a:pt x="3644511" y="0"/>
                  </a:lnTo>
                  <a:lnTo>
                    <a:pt x="3643696" y="0"/>
                  </a:lnTo>
                  <a:lnTo>
                    <a:pt x="3642881" y="0"/>
                  </a:lnTo>
                  <a:lnTo>
                    <a:pt x="3642066" y="0"/>
                  </a:lnTo>
                  <a:lnTo>
                    <a:pt x="3641252" y="0"/>
                  </a:lnTo>
                  <a:lnTo>
                    <a:pt x="3640437" y="0"/>
                  </a:lnTo>
                  <a:lnTo>
                    <a:pt x="3639622" y="0"/>
                  </a:lnTo>
                  <a:lnTo>
                    <a:pt x="3638807" y="0"/>
                  </a:lnTo>
                  <a:lnTo>
                    <a:pt x="3637992" y="0"/>
                  </a:lnTo>
                  <a:lnTo>
                    <a:pt x="3637178" y="0"/>
                  </a:lnTo>
                  <a:lnTo>
                    <a:pt x="3636363" y="0"/>
                  </a:lnTo>
                  <a:lnTo>
                    <a:pt x="3635548" y="0"/>
                  </a:lnTo>
                  <a:lnTo>
                    <a:pt x="3634733" y="0"/>
                  </a:lnTo>
                  <a:lnTo>
                    <a:pt x="3633919" y="0"/>
                  </a:lnTo>
                  <a:lnTo>
                    <a:pt x="3633104" y="0"/>
                  </a:lnTo>
                  <a:lnTo>
                    <a:pt x="3632289" y="0"/>
                  </a:lnTo>
                  <a:lnTo>
                    <a:pt x="3631474" y="0"/>
                  </a:lnTo>
                  <a:lnTo>
                    <a:pt x="3630659" y="0"/>
                  </a:lnTo>
                  <a:lnTo>
                    <a:pt x="3629845" y="0"/>
                  </a:lnTo>
                  <a:lnTo>
                    <a:pt x="3629030" y="0"/>
                  </a:lnTo>
                  <a:lnTo>
                    <a:pt x="3628215" y="0"/>
                  </a:lnTo>
                  <a:lnTo>
                    <a:pt x="3627400" y="0"/>
                  </a:lnTo>
                  <a:lnTo>
                    <a:pt x="3626586" y="0"/>
                  </a:lnTo>
                  <a:lnTo>
                    <a:pt x="3625771" y="0"/>
                  </a:lnTo>
                  <a:lnTo>
                    <a:pt x="3624956" y="0"/>
                  </a:lnTo>
                  <a:lnTo>
                    <a:pt x="3624141" y="0"/>
                  </a:lnTo>
                  <a:lnTo>
                    <a:pt x="3623326" y="0"/>
                  </a:lnTo>
                  <a:lnTo>
                    <a:pt x="3622512" y="0"/>
                  </a:lnTo>
                  <a:lnTo>
                    <a:pt x="3621697" y="0"/>
                  </a:lnTo>
                  <a:lnTo>
                    <a:pt x="3620882" y="0"/>
                  </a:lnTo>
                  <a:lnTo>
                    <a:pt x="3620067" y="0"/>
                  </a:lnTo>
                  <a:lnTo>
                    <a:pt x="3619252" y="0"/>
                  </a:lnTo>
                  <a:lnTo>
                    <a:pt x="3618438" y="0"/>
                  </a:lnTo>
                  <a:lnTo>
                    <a:pt x="3617623" y="0"/>
                  </a:lnTo>
                  <a:lnTo>
                    <a:pt x="3616808" y="0"/>
                  </a:lnTo>
                  <a:lnTo>
                    <a:pt x="3615993" y="0"/>
                  </a:lnTo>
                  <a:lnTo>
                    <a:pt x="3615179" y="0"/>
                  </a:lnTo>
                  <a:lnTo>
                    <a:pt x="3614364" y="0"/>
                  </a:lnTo>
                  <a:lnTo>
                    <a:pt x="3613549" y="0"/>
                  </a:lnTo>
                  <a:lnTo>
                    <a:pt x="3612734" y="0"/>
                  </a:lnTo>
                  <a:lnTo>
                    <a:pt x="3611919" y="0"/>
                  </a:lnTo>
                  <a:lnTo>
                    <a:pt x="3611105" y="0"/>
                  </a:lnTo>
                  <a:lnTo>
                    <a:pt x="3610290" y="0"/>
                  </a:lnTo>
                  <a:lnTo>
                    <a:pt x="3609475" y="0"/>
                  </a:lnTo>
                  <a:lnTo>
                    <a:pt x="3608660" y="0"/>
                  </a:lnTo>
                  <a:lnTo>
                    <a:pt x="3607846" y="0"/>
                  </a:lnTo>
                  <a:lnTo>
                    <a:pt x="3607031" y="0"/>
                  </a:lnTo>
                  <a:lnTo>
                    <a:pt x="3606216" y="0"/>
                  </a:lnTo>
                  <a:lnTo>
                    <a:pt x="3605401" y="0"/>
                  </a:lnTo>
                  <a:lnTo>
                    <a:pt x="3604586" y="0"/>
                  </a:lnTo>
                  <a:lnTo>
                    <a:pt x="3603772" y="0"/>
                  </a:lnTo>
                  <a:lnTo>
                    <a:pt x="3602957" y="0"/>
                  </a:lnTo>
                  <a:lnTo>
                    <a:pt x="3602142" y="0"/>
                  </a:lnTo>
                  <a:lnTo>
                    <a:pt x="3601327" y="0"/>
                  </a:lnTo>
                  <a:lnTo>
                    <a:pt x="3600513" y="0"/>
                  </a:lnTo>
                  <a:lnTo>
                    <a:pt x="3599698" y="0"/>
                  </a:lnTo>
                  <a:lnTo>
                    <a:pt x="3598883" y="0"/>
                  </a:lnTo>
                  <a:lnTo>
                    <a:pt x="3598068" y="0"/>
                  </a:lnTo>
                  <a:lnTo>
                    <a:pt x="3597253" y="0"/>
                  </a:lnTo>
                  <a:lnTo>
                    <a:pt x="3596439" y="0"/>
                  </a:lnTo>
                  <a:lnTo>
                    <a:pt x="3595624" y="0"/>
                  </a:lnTo>
                  <a:lnTo>
                    <a:pt x="3594809" y="0"/>
                  </a:lnTo>
                  <a:lnTo>
                    <a:pt x="3593994" y="0"/>
                  </a:lnTo>
                  <a:lnTo>
                    <a:pt x="3593180" y="0"/>
                  </a:lnTo>
                  <a:lnTo>
                    <a:pt x="3592365" y="0"/>
                  </a:lnTo>
                  <a:lnTo>
                    <a:pt x="3591550" y="0"/>
                  </a:lnTo>
                  <a:lnTo>
                    <a:pt x="3590735" y="0"/>
                  </a:lnTo>
                  <a:lnTo>
                    <a:pt x="3589920" y="0"/>
                  </a:lnTo>
                  <a:lnTo>
                    <a:pt x="3589106" y="0"/>
                  </a:lnTo>
                  <a:lnTo>
                    <a:pt x="3588291" y="0"/>
                  </a:lnTo>
                  <a:lnTo>
                    <a:pt x="3587476" y="0"/>
                  </a:lnTo>
                  <a:lnTo>
                    <a:pt x="3586661" y="0"/>
                  </a:lnTo>
                  <a:lnTo>
                    <a:pt x="3585847" y="0"/>
                  </a:lnTo>
                  <a:lnTo>
                    <a:pt x="3585032" y="0"/>
                  </a:lnTo>
                  <a:lnTo>
                    <a:pt x="3584217" y="0"/>
                  </a:lnTo>
                  <a:lnTo>
                    <a:pt x="3583402" y="0"/>
                  </a:lnTo>
                  <a:lnTo>
                    <a:pt x="3582587" y="0"/>
                  </a:lnTo>
                  <a:lnTo>
                    <a:pt x="3581773" y="0"/>
                  </a:lnTo>
                  <a:lnTo>
                    <a:pt x="3580958" y="0"/>
                  </a:lnTo>
                  <a:lnTo>
                    <a:pt x="3580143" y="0"/>
                  </a:lnTo>
                  <a:lnTo>
                    <a:pt x="3579328" y="0"/>
                  </a:lnTo>
                  <a:lnTo>
                    <a:pt x="3578513" y="0"/>
                  </a:lnTo>
                  <a:lnTo>
                    <a:pt x="3577699" y="0"/>
                  </a:lnTo>
                  <a:lnTo>
                    <a:pt x="3576884" y="0"/>
                  </a:lnTo>
                  <a:lnTo>
                    <a:pt x="3576069" y="0"/>
                  </a:lnTo>
                  <a:lnTo>
                    <a:pt x="3575254" y="0"/>
                  </a:lnTo>
                  <a:lnTo>
                    <a:pt x="3574440" y="0"/>
                  </a:lnTo>
                  <a:lnTo>
                    <a:pt x="3573625" y="0"/>
                  </a:lnTo>
                  <a:lnTo>
                    <a:pt x="3572810" y="0"/>
                  </a:lnTo>
                  <a:lnTo>
                    <a:pt x="3571995" y="0"/>
                  </a:lnTo>
                  <a:lnTo>
                    <a:pt x="3571180" y="0"/>
                  </a:lnTo>
                  <a:lnTo>
                    <a:pt x="3570366" y="0"/>
                  </a:lnTo>
                  <a:lnTo>
                    <a:pt x="3569551" y="0"/>
                  </a:lnTo>
                  <a:lnTo>
                    <a:pt x="3568736" y="0"/>
                  </a:lnTo>
                  <a:lnTo>
                    <a:pt x="3567921" y="0"/>
                  </a:lnTo>
                  <a:lnTo>
                    <a:pt x="3567107" y="0"/>
                  </a:lnTo>
                  <a:lnTo>
                    <a:pt x="3566292" y="0"/>
                  </a:lnTo>
                  <a:lnTo>
                    <a:pt x="3565477" y="0"/>
                  </a:lnTo>
                  <a:lnTo>
                    <a:pt x="3564662" y="0"/>
                  </a:lnTo>
                  <a:lnTo>
                    <a:pt x="3563847" y="0"/>
                  </a:lnTo>
                  <a:lnTo>
                    <a:pt x="3563033" y="0"/>
                  </a:lnTo>
                  <a:lnTo>
                    <a:pt x="3562218" y="0"/>
                  </a:lnTo>
                  <a:lnTo>
                    <a:pt x="3561403" y="0"/>
                  </a:lnTo>
                  <a:lnTo>
                    <a:pt x="3560588" y="0"/>
                  </a:lnTo>
                  <a:lnTo>
                    <a:pt x="3559774" y="0"/>
                  </a:lnTo>
                  <a:lnTo>
                    <a:pt x="3558959" y="0"/>
                  </a:lnTo>
                  <a:lnTo>
                    <a:pt x="3558144" y="0"/>
                  </a:lnTo>
                  <a:lnTo>
                    <a:pt x="3557329" y="0"/>
                  </a:lnTo>
                  <a:lnTo>
                    <a:pt x="3556514" y="0"/>
                  </a:lnTo>
                  <a:lnTo>
                    <a:pt x="3555700" y="0"/>
                  </a:lnTo>
                  <a:lnTo>
                    <a:pt x="3554885" y="0"/>
                  </a:lnTo>
                  <a:lnTo>
                    <a:pt x="3554070" y="0"/>
                  </a:lnTo>
                  <a:lnTo>
                    <a:pt x="3553255" y="0"/>
                  </a:lnTo>
                  <a:lnTo>
                    <a:pt x="3552441" y="0"/>
                  </a:lnTo>
                  <a:lnTo>
                    <a:pt x="3551626" y="0"/>
                  </a:lnTo>
                  <a:lnTo>
                    <a:pt x="3550811" y="0"/>
                  </a:lnTo>
                  <a:lnTo>
                    <a:pt x="3549996" y="0"/>
                  </a:lnTo>
                  <a:lnTo>
                    <a:pt x="3549181" y="0"/>
                  </a:lnTo>
                  <a:lnTo>
                    <a:pt x="3548367" y="0"/>
                  </a:lnTo>
                  <a:lnTo>
                    <a:pt x="3547552" y="0"/>
                  </a:lnTo>
                  <a:lnTo>
                    <a:pt x="3546737" y="0"/>
                  </a:lnTo>
                  <a:lnTo>
                    <a:pt x="3545922" y="0"/>
                  </a:lnTo>
                  <a:lnTo>
                    <a:pt x="3545108" y="0"/>
                  </a:lnTo>
                  <a:lnTo>
                    <a:pt x="3544293" y="0"/>
                  </a:lnTo>
                  <a:lnTo>
                    <a:pt x="3543478" y="0"/>
                  </a:lnTo>
                  <a:lnTo>
                    <a:pt x="3542663" y="0"/>
                  </a:lnTo>
                  <a:lnTo>
                    <a:pt x="3541848" y="0"/>
                  </a:lnTo>
                  <a:lnTo>
                    <a:pt x="3541034" y="0"/>
                  </a:lnTo>
                  <a:lnTo>
                    <a:pt x="3540219" y="0"/>
                  </a:lnTo>
                  <a:lnTo>
                    <a:pt x="3539404" y="0"/>
                  </a:lnTo>
                  <a:lnTo>
                    <a:pt x="3538589" y="0"/>
                  </a:lnTo>
                  <a:lnTo>
                    <a:pt x="3537774" y="0"/>
                  </a:lnTo>
                  <a:lnTo>
                    <a:pt x="3536960" y="0"/>
                  </a:lnTo>
                  <a:lnTo>
                    <a:pt x="3536145" y="0"/>
                  </a:lnTo>
                  <a:lnTo>
                    <a:pt x="3535330" y="0"/>
                  </a:lnTo>
                  <a:lnTo>
                    <a:pt x="3534515" y="0"/>
                  </a:lnTo>
                  <a:lnTo>
                    <a:pt x="3533701" y="0"/>
                  </a:lnTo>
                  <a:lnTo>
                    <a:pt x="3532886" y="0"/>
                  </a:lnTo>
                  <a:lnTo>
                    <a:pt x="3532071" y="0"/>
                  </a:lnTo>
                  <a:lnTo>
                    <a:pt x="3531256" y="0"/>
                  </a:lnTo>
                  <a:lnTo>
                    <a:pt x="3530441" y="0"/>
                  </a:lnTo>
                  <a:lnTo>
                    <a:pt x="3529627" y="0"/>
                  </a:lnTo>
                  <a:lnTo>
                    <a:pt x="3528812" y="0"/>
                  </a:lnTo>
                  <a:lnTo>
                    <a:pt x="3527997" y="0"/>
                  </a:lnTo>
                  <a:lnTo>
                    <a:pt x="3527182" y="0"/>
                  </a:lnTo>
                  <a:lnTo>
                    <a:pt x="3526368" y="0"/>
                  </a:lnTo>
                  <a:lnTo>
                    <a:pt x="3525553" y="0"/>
                  </a:lnTo>
                  <a:lnTo>
                    <a:pt x="3524738" y="0"/>
                  </a:lnTo>
                  <a:lnTo>
                    <a:pt x="3523923" y="0"/>
                  </a:lnTo>
                  <a:lnTo>
                    <a:pt x="3523108" y="0"/>
                  </a:lnTo>
                  <a:lnTo>
                    <a:pt x="3522294" y="0"/>
                  </a:lnTo>
                  <a:lnTo>
                    <a:pt x="3521479" y="0"/>
                  </a:lnTo>
                  <a:lnTo>
                    <a:pt x="3520664" y="0"/>
                  </a:lnTo>
                  <a:lnTo>
                    <a:pt x="3519849" y="0"/>
                  </a:lnTo>
                  <a:lnTo>
                    <a:pt x="3519035" y="0"/>
                  </a:lnTo>
                  <a:lnTo>
                    <a:pt x="3518220" y="0"/>
                  </a:lnTo>
                  <a:lnTo>
                    <a:pt x="3517405" y="0"/>
                  </a:lnTo>
                  <a:lnTo>
                    <a:pt x="3516590" y="0"/>
                  </a:lnTo>
                  <a:lnTo>
                    <a:pt x="3515775" y="0"/>
                  </a:lnTo>
                  <a:lnTo>
                    <a:pt x="3514961" y="0"/>
                  </a:lnTo>
                  <a:lnTo>
                    <a:pt x="3514146" y="0"/>
                  </a:lnTo>
                  <a:lnTo>
                    <a:pt x="3513331" y="0"/>
                  </a:lnTo>
                  <a:lnTo>
                    <a:pt x="3512516" y="0"/>
                  </a:lnTo>
                  <a:lnTo>
                    <a:pt x="3511702" y="0"/>
                  </a:lnTo>
                  <a:lnTo>
                    <a:pt x="3510887" y="0"/>
                  </a:lnTo>
                  <a:lnTo>
                    <a:pt x="3510072" y="0"/>
                  </a:lnTo>
                  <a:lnTo>
                    <a:pt x="3509257" y="0"/>
                  </a:lnTo>
                  <a:lnTo>
                    <a:pt x="3508442" y="0"/>
                  </a:lnTo>
                  <a:lnTo>
                    <a:pt x="3507628" y="0"/>
                  </a:lnTo>
                  <a:lnTo>
                    <a:pt x="3506813" y="0"/>
                  </a:lnTo>
                  <a:lnTo>
                    <a:pt x="3505998" y="0"/>
                  </a:lnTo>
                  <a:lnTo>
                    <a:pt x="3505183" y="0"/>
                  </a:lnTo>
                  <a:lnTo>
                    <a:pt x="3504368" y="0"/>
                  </a:lnTo>
                  <a:lnTo>
                    <a:pt x="3503554" y="0"/>
                  </a:lnTo>
                  <a:lnTo>
                    <a:pt x="3502739" y="0"/>
                  </a:lnTo>
                  <a:lnTo>
                    <a:pt x="3501924" y="0"/>
                  </a:lnTo>
                  <a:lnTo>
                    <a:pt x="3501109" y="0"/>
                  </a:lnTo>
                  <a:lnTo>
                    <a:pt x="3500295" y="0"/>
                  </a:lnTo>
                  <a:lnTo>
                    <a:pt x="3499480" y="0"/>
                  </a:lnTo>
                  <a:lnTo>
                    <a:pt x="3498665" y="0"/>
                  </a:lnTo>
                  <a:lnTo>
                    <a:pt x="3497850" y="0"/>
                  </a:lnTo>
                  <a:lnTo>
                    <a:pt x="3497035" y="0"/>
                  </a:lnTo>
                  <a:lnTo>
                    <a:pt x="3496221" y="0"/>
                  </a:lnTo>
                  <a:lnTo>
                    <a:pt x="3495406" y="0"/>
                  </a:lnTo>
                  <a:lnTo>
                    <a:pt x="3494591" y="0"/>
                  </a:lnTo>
                  <a:lnTo>
                    <a:pt x="3493776" y="0"/>
                  </a:lnTo>
                  <a:lnTo>
                    <a:pt x="3492962" y="0"/>
                  </a:lnTo>
                  <a:lnTo>
                    <a:pt x="3492147" y="0"/>
                  </a:lnTo>
                  <a:lnTo>
                    <a:pt x="3491332" y="0"/>
                  </a:lnTo>
                  <a:lnTo>
                    <a:pt x="3490517" y="0"/>
                  </a:lnTo>
                  <a:lnTo>
                    <a:pt x="3489702" y="0"/>
                  </a:lnTo>
                  <a:lnTo>
                    <a:pt x="3488888" y="0"/>
                  </a:lnTo>
                  <a:lnTo>
                    <a:pt x="3488073" y="0"/>
                  </a:lnTo>
                  <a:lnTo>
                    <a:pt x="3487258" y="0"/>
                  </a:lnTo>
                  <a:lnTo>
                    <a:pt x="3486443" y="0"/>
                  </a:lnTo>
                  <a:lnTo>
                    <a:pt x="3485629" y="0"/>
                  </a:lnTo>
                  <a:lnTo>
                    <a:pt x="3484814" y="0"/>
                  </a:lnTo>
                  <a:lnTo>
                    <a:pt x="3483999" y="0"/>
                  </a:lnTo>
                  <a:lnTo>
                    <a:pt x="3483184" y="0"/>
                  </a:lnTo>
                  <a:lnTo>
                    <a:pt x="3482369" y="0"/>
                  </a:lnTo>
                  <a:lnTo>
                    <a:pt x="3481555" y="0"/>
                  </a:lnTo>
                  <a:lnTo>
                    <a:pt x="3480740" y="0"/>
                  </a:lnTo>
                  <a:lnTo>
                    <a:pt x="3479925" y="0"/>
                  </a:lnTo>
                  <a:lnTo>
                    <a:pt x="3479110" y="0"/>
                  </a:lnTo>
                  <a:lnTo>
                    <a:pt x="3478296" y="0"/>
                  </a:lnTo>
                  <a:lnTo>
                    <a:pt x="3477481" y="0"/>
                  </a:lnTo>
                  <a:lnTo>
                    <a:pt x="3476666" y="0"/>
                  </a:lnTo>
                  <a:lnTo>
                    <a:pt x="3475851" y="0"/>
                  </a:lnTo>
                  <a:lnTo>
                    <a:pt x="3475036" y="0"/>
                  </a:lnTo>
                  <a:lnTo>
                    <a:pt x="3474222" y="0"/>
                  </a:lnTo>
                  <a:lnTo>
                    <a:pt x="3473407" y="0"/>
                  </a:lnTo>
                  <a:lnTo>
                    <a:pt x="3472592" y="0"/>
                  </a:lnTo>
                  <a:lnTo>
                    <a:pt x="3471777" y="0"/>
                  </a:lnTo>
                  <a:lnTo>
                    <a:pt x="3470963" y="0"/>
                  </a:lnTo>
                  <a:lnTo>
                    <a:pt x="3470148" y="0"/>
                  </a:lnTo>
                  <a:lnTo>
                    <a:pt x="3469333" y="0"/>
                  </a:lnTo>
                  <a:lnTo>
                    <a:pt x="3468518" y="0"/>
                  </a:lnTo>
                  <a:lnTo>
                    <a:pt x="3467703" y="0"/>
                  </a:lnTo>
                  <a:lnTo>
                    <a:pt x="3466889" y="0"/>
                  </a:lnTo>
                  <a:lnTo>
                    <a:pt x="3466074" y="0"/>
                  </a:lnTo>
                  <a:lnTo>
                    <a:pt x="3465259" y="0"/>
                  </a:lnTo>
                  <a:lnTo>
                    <a:pt x="3464444" y="0"/>
                  </a:lnTo>
                  <a:lnTo>
                    <a:pt x="3463629" y="0"/>
                  </a:lnTo>
                  <a:lnTo>
                    <a:pt x="3462815" y="0"/>
                  </a:lnTo>
                  <a:lnTo>
                    <a:pt x="3462000" y="0"/>
                  </a:lnTo>
                  <a:lnTo>
                    <a:pt x="3461185" y="0"/>
                  </a:lnTo>
                  <a:lnTo>
                    <a:pt x="3460370" y="0"/>
                  </a:lnTo>
                  <a:lnTo>
                    <a:pt x="3459556" y="0"/>
                  </a:lnTo>
                  <a:lnTo>
                    <a:pt x="3458741" y="0"/>
                  </a:lnTo>
                  <a:lnTo>
                    <a:pt x="3457926" y="0"/>
                  </a:lnTo>
                  <a:lnTo>
                    <a:pt x="3457111" y="0"/>
                  </a:lnTo>
                  <a:lnTo>
                    <a:pt x="3456296" y="0"/>
                  </a:lnTo>
                  <a:lnTo>
                    <a:pt x="3455482" y="0"/>
                  </a:lnTo>
                  <a:lnTo>
                    <a:pt x="3454667" y="0"/>
                  </a:lnTo>
                  <a:lnTo>
                    <a:pt x="3453852" y="0"/>
                  </a:lnTo>
                  <a:lnTo>
                    <a:pt x="3453037" y="0"/>
                  </a:lnTo>
                  <a:lnTo>
                    <a:pt x="3452223" y="0"/>
                  </a:lnTo>
                  <a:lnTo>
                    <a:pt x="3451408" y="0"/>
                  </a:lnTo>
                  <a:lnTo>
                    <a:pt x="3450593" y="0"/>
                  </a:lnTo>
                  <a:lnTo>
                    <a:pt x="3449778" y="0"/>
                  </a:lnTo>
                  <a:lnTo>
                    <a:pt x="3448963" y="0"/>
                  </a:lnTo>
                  <a:lnTo>
                    <a:pt x="3448149" y="0"/>
                  </a:lnTo>
                  <a:lnTo>
                    <a:pt x="3447334" y="0"/>
                  </a:lnTo>
                  <a:lnTo>
                    <a:pt x="3446519" y="0"/>
                  </a:lnTo>
                  <a:lnTo>
                    <a:pt x="3445704" y="0"/>
                  </a:lnTo>
                  <a:lnTo>
                    <a:pt x="3444890" y="0"/>
                  </a:lnTo>
                  <a:lnTo>
                    <a:pt x="3444075" y="0"/>
                  </a:lnTo>
                  <a:lnTo>
                    <a:pt x="3443260" y="0"/>
                  </a:lnTo>
                  <a:lnTo>
                    <a:pt x="3442445" y="0"/>
                  </a:lnTo>
                  <a:lnTo>
                    <a:pt x="3441630" y="0"/>
                  </a:lnTo>
                  <a:lnTo>
                    <a:pt x="3440816" y="0"/>
                  </a:lnTo>
                  <a:lnTo>
                    <a:pt x="3440001" y="0"/>
                  </a:lnTo>
                  <a:lnTo>
                    <a:pt x="3439186" y="0"/>
                  </a:lnTo>
                  <a:lnTo>
                    <a:pt x="3438371" y="0"/>
                  </a:lnTo>
                  <a:lnTo>
                    <a:pt x="3437557" y="0"/>
                  </a:lnTo>
                  <a:lnTo>
                    <a:pt x="3436742" y="0"/>
                  </a:lnTo>
                  <a:lnTo>
                    <a:pt x="3435927" y="0"/>
                  </a:lnTo>
                  <a:lnTo>
                    <a:pt x="3435112" y="0"/>
                  </a:lnTo>
                  <a:lnTo>
                    <a:pt x="3434297" y="0"/>
                  </a:lnTo>
                  <a:lnTo>
                    <a:pt x="3433483" y="0"/>
                  </a:lnTo>
                  <a:lnTo>
                    <a:pt x="3432668" y="0"/>
                  </a:lnTo>
                  <a:lnTo>
                    <a:pt x="3431853" y="0"/>
                  </a:lnTo>
                  <a:lnTo>
                    <a:pt x="3431038" y="0"/>
                  </a:lnTo>
                  <a:lnTo>
                    <a:pt x="3430224" y="0"/>
                  </a:lnTo>
                  <a:lnTo>
                    <a:pt x="3429409" y="0"/>
                  </a:lnTo>
                  <a:lnTo>
                    <a:pt x="3428594" y="0"/>
                  </a:lnTo>
                  <a:lnTo>
                    <a:pt x="3427779" y="0"/>
                  </a:lnTo>
                  <a:lnTo>
                    <a:pt x="3426964" y="0"/>
                  </a:lnTo>
                  <a:lnTo>
                    <a:pt x="3426150" y="0"/>
                  </a:lnTo>
                  <a:lnTo>
                    <a:pt x="3425335" y="0"/>
                  </a:lnTo>
                  <a:lnTo>
                    <a:pt x="3424520" y="0"/>
                  </a:lnTo>
                  <a:lnTo>
                    <a:pt x="3423705" y="0"/>
                  </a:lnTo>
                  <a:lnTo>
                    <a:pt x="3422890" y="0"/>
                  </a:lnTo>
                  <a:lnTo>
                    <a:pt x="3422076" y="0"/>
                  </a:lnTo>
                  <a:lnTo>
                    <a:pt x="3421261" y="0"/>
                  </a:lnTo>
                  <a:lnTo>
                    <a:pt x="3420446" y="0"/>
                  </a:lnTo>
                  <a:lnTo>
                    <a:pt x="3419631" y="0"/>
                  </a:lnTo>
                  <a:lnTo>
                    <a:pt x="3418817" y="0"/>
                  </a:lnTo>
                  <a:lnTo>
                    <a:pt x="3418002" y="0"/>
                  </a:lnTo>
                  <a:lnTo>
                    <a:pt x="3417187" y="0"/>
                  </a:lnTo>
                  <a:lnTo>
                    <a:pt x="3416372" y="0"/>
                  </a:lnTo>
                  <a:lnTo>
                    <a:pt x="3415557" y="0"/>
                  </a:lnTo>
                  <a:lnTo>
                    <a:pt x="3414743" y="0"/>
                  </a:lnTo>
                  <a:lnTo>
                    <a:pt x="3413928" y="0"/>
                  </a:lnTo>
                  <a:lnTo>
                    <a:pt x="3413113" y="0"/>
                  </a:lnTo>
                  <a:lnTo>
                    <a:pt x="3412298" y="0"/>
                  </a:lnTo>
                  <a:lnTo>
                    <a:pt x="3411484" y="0"/>
                  </a:lnTo>
                  <a:lnTo>
                    <a:pt x="3410669" y="0"/>
                  </a:lnTo>
                  <a:lnTo>
                    <a:pt x="3409854" y="0"/>
                  </a:lnTo>
                  <a:lnTo>
                    <a:pt x="3409039" y="0"/>
                  </a:lnTo>
                  <a:lnTo>
                    <a:pt x="3408224" y="0"/>
                  </a:lnTo>
                  <a:lnTo>
                    <a:pt x="3407410" y="0"/>
                  </a:lnTo>
                  <a:lnTo>
                    <a:pt x="3406595" y="0"/>
                  </a:lnTo>
                  <a:lnTo>
                    <a:pt x="3405780" y="0"/>
                  </a:lnTo>
                  <a:lnTo>
                    <a:pt x="3404965" y="0"/>
                  </a:lnTo>
                  <a:lnTo>
                    <a:pt x="3404151" y="0"/>
                  </a:lnTo>
                  <a:lnTo>
                    <a:pt x="3403336" y="0"/>
                  </a:lnTo>
                  <a:lnTo>
                    <a:pt x="3402521" y="0"/>
                  </a:lnTo>
                  <a:lnTo>
                    <a:pt x="3401706" y="0"/>
                  </a:lnTo>
                  <a:lnTo>
                    <a:pt x="3400891" y="0"/>
                  </a:lnTo>
                  <a:lnTo>
                    <a:pt x="3400077" y="0"/>
                  </a:lnTo>
                  <a:lnTo>
                    <a:pt x="3399262" y="0"/>
                  </a:lnTo>
                  <a:lnTo>
                    <a:pt x="3398447" y="0"/>
                  </a:lnTo>
                  <a:lnTo>
                    <a:pt x="3397632" y="0"/>
                  </a:lnTo>
                  <a:lnTo>
                    <a:pt x="3396818" y="0"/>
                  </a:lnTo>
                  <a:lnTo>
                    <a:pt x="3396003" y="0"/>
                  </a:lnTo>
                  <a:lnTo>
                    <a:pt x="3395188" y="0"/>
                  </a:lnTo>
                  <a:lnTo>
                    <a:pt x="3394373" y="0"/>
                  </a:lnTo>
                  <a:lnTo>
                    <a:pt x="3393558" y="0"/>
                  </a:lnTo>
                  <a:lnTo>
                    <a:pt x="3392744" y="0"/>
                  </a:lnTo>
                  <a:lnTo>
                    <a:pt x="3391929" y="0"/>
                  </a:lnTo>
                  <a:lnTo>
                    <a:pt x="3391114" y="0"/>
                  </a:lnTo>
                  <a:lnTo>
                    <a:pt x="3390299" y="0"/>
                  </a:lnTo>
                  <a:lnTo>
                    <a:pt x="3389485" y="0"/>
                  </a:lnTo>
                  <a:lnTo>
                    <a:pt x="3388670" y="0"/>
                  </a:lnTo>
                  <a:lnTo>
                    <a:pt x="3387855" y="0"/>
                  </a:lnTo>
                  <a:lnTo>
                    <a:pt x="3387040" y="0"/>
                  </a:lnTo>
                  <a:lnTo>
                    <a:pt x="3386225" y="0"/>
                  </a:lnTo>
                  <a:lnTo>
                    <a:pt x="3385411" y="0"/>
                  </a:lnTo>
                  <a:lnTo>
                    <a:pt x="3384596" y="0"/>
                  </a:lnTo>
                  <a:lnTo>
                    <a:pt x="3383781" y="0"/>
                  </a:lnTo>
                  <a:lnTo>
                    <a:pt x="3382966" y="0"/>
                  </a:lnTo>
                  <a:lnTo>
                    <a:pt x="3382151" y="0"/>
                  </a:lnTo>
                  <a:lnTo>
                    <a:pt x="3381337" y="0"/>
                  </a:lnTo>
                  <a:lnTo>
                    <a:pt x="3380522" y="0"/>
                  </a:lnTo>
                  <a:lnTo>
                    <a:pt x="3379707" y="0"/>
                  </a:lnTo>
                  <a:lnTo>
                    <a:pt x="3378892" y="0"/>
                  </a:lnTo>
                  <a:lnTo>
                    <a:pt x="3378078" y="0"/>
                  </a:lnTo>
                  <a:lnTo>
                    <a:pt x="3377263" y="0"/>
                  </a:lnTo>
                  <a:lnTo>
                    <a:pt x="3376448" y="0"/>
                  </a:lnTo>
                  <a:lnTo>
                    <a:pt x="3375633" y="0"/>
                  </a:lnTo>
                  <a:lnTo>
                    <a:pt x="3374818" y="0"/>
                  </a:lnTo>
                  <a:lnTo>
                    <a:pt x="3374004" y="0"/>
                  </a:lnTo>
                  <a:lnTo>
                    <a:pt x="3373189" y="0"/>
                  </a:lnTo>
                  <a:lnTo>
                    <a:pt x="3372374" y="0"/>
                  </a:lnTo>
                  <a:lnTo>
                    <a:pt x="3371559" y="0"/>
                  </a:lnTo>
                  <a:lnTo>
                    <a:pt x="3370745" y="0"/>
                  </a:lnTo>
                  <a:lnTo>
                    <a:pt x="3369930" y="0"/>
                  </a:lnTo>
                  <a:lnTo>
                    <a:pt x="3369115" y="0"/>
                  </a:lnTo>
                  <a:lnTo>
                    <a:pt x="3368300" y="0"/>
                  </a:lnTo>
                  <a:lnTo>
                    <a:pt x="3367485" y="0"/>
                  </a:lnTo>
                  <a:lnTo>
                    <a:pt x="3366671" y="0"/>
                  </a:lnTo>
                  <a:lnTo>
                    <a:pt x="3365856" y="0"/>
                  </a:lnTo>
                  <a:lnTo>
                    <a:pt x="3365041" y="0"/>
                  </a:lnTo>
                  <a:lnTo>
                    <a:pt x="3364226" y="0"/>
                  </a:lnTo>
                  <a:lnTo>
                    <a:pt x="3363412" y="0"/>
                  </a:lnTo>
                  <a:lnTo>
                    <a:pt x="3362597" y="0"/>
                  </a:lnTo>
                  <a:lnTo>
                    <a:pt x="3361782" y="0"/>
                  </a:lnTo>
                  <a:lnTo>
                    <a:pt x="3360967" y="0"/>
                  </a:lnTo>
                  <a:lnTo>
                    <a:pt x="3360152" y="0"/>
                  </a:lnTo>
                  <a:lnTo>
                    <a:pt x="3359338" y="0"/>
                  </a:lnTo>
                  <a:lnTo>
                    <a:pt x="3358523" y="0"/>
                  </a:lnTo>
                  <a:lnTo>
                    <a:pt x="3357708" y="0"/>
                  </a:lnTo>
                  <a:lnTo>
                    <a:pt x="3356893" y="0"/>
                  </a:lnTo>
                  <a:lnTo>
                    <a:pt x="3356079" y="0"/>
                  </a:lnTo>
                  <a:lnTo>
                    <a:pt x="3355264" y="0"/>
                  </a:lnTo>
                  <a:lnTo>
                    <a:pt x="3354449" y="0"/>
                  </a:lnTo>
                  <a:lnTo>
                    <a:pt x="3353634" y="0"/>
                  </a:lnTo>
                  <a:lnTo>
                    <a:pt x="3352819" y="0"/>
                  </a:lnTo>
                  <a:lnTo>
                    <a:pt x="3352005" y="0"/>
                  </a:lnTo>
                  <a:lnTo>
                    <a:pt x="3351190" y="0"/>
                  </a:lnTo>
                  <a:lnTo>
                    <a:pt x="3350375" y="0"/>
                  </a:lnTo>
                  <a:lnTo>
                    <a:pt x="3349560" y="0"/>
                  </a:lnTo>
                  <a:lnTo>
                    <a:pt x="3348746" y="0"/>
                  </a:lnTo>
                  <a:lnTo>
                    <a:pt x="3347931" y="0"/>
                  </a:lnTo>
                  <a:lnTo>
                    <a:pt x="3347116" y="0"/>
                  </a:lnTo>
                  <a:lnTo>
                    <a:pt x="3346301" y="0"/>
                  </a:lnTo>
                  <a:lnTo>
                    <a:pt x="3345486" y="0"/>
                  </a:lnTo>
                  <a:lnTo>
                    <a:pt x="3344672" y="0"/>
                  </a:lnTo>
                  <a:lnTo>
                    <a:pt x="3343857" y="0"/>
                  </a:lnTo>
                  <a:lnTo>
                    <a:pt x="3343042" y="0"/>
                  </a:lnTo>
                  <a:lnTo>
                    <a:pt x="3342227" y="0"/>
                  </a:lnTo>
                  <a:lnTo>
                    <a:pt x="3341412" y="0"/>
                  </a:lnTo>
                  <a:lnTo>
                    <a:pt x="3340598" y="0"/>
                  </a:lnTo>
                  <a:lnTo>
                    <a:pt x="3339783" y="0"/>
                  </a:lnTo>
                  <a:lnTo>
                    <a:pt x="3338968" y="0"/>
                  </a:lnTo>
                  <a:lnTo>
                    <a:pt x="3338153" y="0"/>
                  </a:lnTo>
                  <a:lnTo>
                    <a:pt x="3337339" y="0"/>
                  </a:lnTo>
                  <a:lnTo>
                    <a:pt x="3336524" y="0"/>
                  </a:lnTo>
                  <a:lnTo>
                    <a:pt x="3335709" y="0"/>
                  </a:lnTo>
                  <a:lnTo>
                    <a:pt x="3334894" y="0"/>
                  </a:lnTo>
                  <a:lnTo>
                    <a:pt x="3334079" y="0"/>
                  </a:lnTo>
                  <a:lnTo>
                    <a:pt x="3333265" y="0"/>
                  </a:lnTo>
                  <a:lnTo>
                    <a:pt x="3332450" y="0"/>
                  </a:lnTo>
                  <a:lnTo>
                    <a:pt x="3331635" y="0"/>
                  </a:lnTo>
                  <a:lnTo>
                    <a:pt x="3330820" y="0"/>
                  </a:lnTo>
                  <a:lnTo>
                    <a:pt x="3330006" y="0"/>
                  </a:lnTo>
                  <a:lnTo>
                    <a:pt x="3329191" y="0"/>
                  </a:lnTo>
                  <a:lnTo>
                    <a:pt x="3328376" y="0"/>
                  </a:lnTo>
                  <a:lnTo>
                    <a:pt x="3327561" y="0"/>
                  </a:lnTo>
                  <a:lnTo>
                    <a:pt x="3326746" y="0"/>
                  </a:lnTo>
                  <a:lnTo>
                    <a:pt x="3325932" y="0"/>
                  </a:lnTo>
                  <a:lnTo>
                    <a:pt x="3325117" y="0"/>
                  </a:lnTo>
                  <a:lnTo>
                    <a:pt x="3324302" y="0"/>
                  </a:lnTo>
                  <a:lnTo>
                    <a:pt x="3323487" y="0"/>
                  </a:lnTo>
                  <a:lnTo>
                    <a:pt x="3322673" y="0"/>
                  </a:lnTo>
                  <a:lnTo>
                    <a:pt x="3321858" y="0"/>
                  </a:lnTo>
                  <a:lnTo>
                    <a:pt x="3321043" y="0"/>
                  </a:lnTo>
                  <a:lnTo>
                    <a:pt x="3320228" y="0"/>
                  </a:lnTo>
                  <a:lnTo>
                    <a:pt x="3319413" y="0"/>
                  </a:lnTo>
                  <a:lnTo>
                    <a:pt x="3318599" y="0"/>
                  </a:lnTo>
                  <a:lnTo>
                    <a:pt x="3317784" y="0"/>
                  </a:lnTo>
                  <a:lnTo>
                    <a:pt x="3316969" y="0"/>
                  </a:lnTo>
                  <a:lnTo>
                    <a:pt x="3316154" y="0"/>
                  </a:lnTo>
                  <a:lnTo>
                    <a:pt x="3315340" y="0"/>
                  </a:lnTo>
                  <a:lnTo>
                    <a:pt x="3314525" y="0"/>
                  </a:lnTo>
                  <a:lnTo>
                    <a:pt x="3313710" y="0"/>
                  </a:lnTo>
                  <a:lnTo>
                    <a:pt x="3312895" y="0"/>
                  </a:lnTo>
                  <a:lnTo>
                    <a:pt x="3312080" y="0"/>
                  </a:lnTo>
                  <a:lnTo>
                    <a:pt x="3311266" y="0"/>
                  </a:lnTo>
                  <a:lnTo>
                    <a:pt x="3310451" y="0"/>
                  </a:lnTo>
                  <a:lnTo>
                    <a:pt x="3309636" y="0"/>
                  </a:lnTo>
                  <a:lnTo>
                    <a:pt x="3308821" y="0"/>
                  </a:lnTo>
                  <a:lnTo>
                    <a:pt x="3308007" y="0"/>
                  </a:lnTo>
                  <a:lnTo>
                    <a:pt x="3307192" y="0"/>
                  </a:lnTo>
                  <a:lnTo>
                    <a:pt x="3306377" y="0"/>
                  </a:lnTo>
                  <a:lnTo>
                    <a:pt x="3305562" y="0"/>
                  </a:lnTo>
                  <a:lnTo>
                    <a:pt x="3304747" y="0"/>
                  </a:lnTo>
                  <a:lnTo>
                    <a:pt x="3303933" y="0"/>
                  </a:lnTo>
                  <a:lnTo>
                    <a:pt x="3303118" y="0"/>
                  </a:lnTo>
                  <a:lnTo>
                    <a:pt x="3302303" y="0"/>
                  </a:lnTo>
                  <a:lnTo>
                    <a:pt x="3301488" y="0"/>
                  </a:lnTo>
                  <a:lnTo>
                    <a:pt x="3300673" y="0"/>
                  </a:lnTo>
                  <a:lnTo>
                    <a:pt x="3299859" y="0"/>
                  </a:lnTo>
                  <a:lnTo>
                    <a:pt x="3299044" y="0"/>
                  </a:lnTo>
                  <a:lnTo>
                    <a:pt x="3298229" y="0"/>
                  </a:lnTo>
                  <a:lnTo>
                    <a:pt x="3297414" y="0"/>
                  </a:lnTo>
                  <a:lnTo>
                    <a:pt x="3296600" y="0"/>
                  </a:lnTo>
                  <a:lnTo>
                    <a:pt x="3295785" y="0"/>
                  </a:lnTo>
                  <a:lnTo>
                    <a:pt x="3294970" y="0"/>
                  </a:lnTo>
                  <a:lnTo>
                    <a:pt x="3294155" y="0"/>
                  </a:lnTo>
                  <a:lnTo>
                    <a:pt x="3293340" y="0"/>
                  </a:lnTo>
                  <a:lnTo>
                    <a:pt x="3292526" y="0"/>
                  </a:lnTo>
                  <a:lnTo>
                    <a:pt x="3291711" y="0"/>
                  </a:lnTo>
                  <a:lnTo>
                    <a:pt x="3290896" y="0"/>
                  </a:lnTo>
                  <a:lnTo>
                    <a:pt x="3290081" y="0"/>
                  </a:lnTo>
                  <a:lnTo>
                    <a:pt x="3289267" y="0"/>
                  </a:lnTo>
                  <a:lnTo>
                    <a:pt x="3288452" y="0"/>
                  </a:lnTo>
                  <a:lnTo>
                    <a:pt x="3287637" y="0"/>
                  </a:lnTo>
                  <a:lnTo>
                    <a:pt x="3286822" y="0"/>
                  </a:lnTo>
                  <a:lnTo>
                    <a:pt x="3286007" y="0"/>
                  </a:lnTo>
                  <a:lnTo>
                    <a:pt x="3285193" y="0"/>
                  </a:lnTo>
                  <a:lnTo>
                    <a:pt x="3284378" y="0"/>
                  </a:lnTo>
                  <a:lnTo>
                    <a:pt x="3283563" y="0"/>
                  </a:lnTo>
                  <a:lnTo>
                    <a:pt x="3282748" y="0"/>
                  </a:lnTo>
                  <a:lnTo>
                    <a:pt x="3281934" y="0"/>
                  </a:lnTo>
                  <a:lnTo>
                    <a:pt x="3281119" y="0"/>
                  </a:lnTo>
                  <a:lnTo>
                    <a:pt x="3280304" y="0"/>
                  </a:lnTo>
                  <a:lnTo>
                    <a:pt x="3279489" y="0"/>
                  </a:lnTo>
                  <a:lnTo>
                    <a:pt x="3278674" y="0"/>
                  </a:lnTo>
                  <a:lnTo>
                    <a:pt x="3277860" y="0"/>
                  </a:lnTo>
                  <a:lnTo>
                    <a:pt x="3277045" y="0"/>
                  </a:lnTo>
                  <a:lnTo>
                    <a:pt x="3276230" y="0"/>
                  </a:lnTo>
                  <a:lnTo>
                    <a:pt x="3275415" y="0"/>
                  </a:lnTo>
                  <a:lnTo>
                    <a:pt x="3274601" y="0"/>
                  </a:lnTo>
                  <a:lnTo>
                    <a:pt x="3273786" y="0"/>
                  </a:lnTo>
                  <a:lnTo>
                    <a:pt x="3272971" y="0"/>
                  </a:lnTo>
                  <a:lnTo>
                    <a:pt x="3272156" y="0"/>
                  </a:lnTo>
                  <a:lnTo>
                    <a:pt x="3271341" y="0"/>
                  </a:lnTo>
                  <a:lnTo>
                    <a:pt x="3270527" y="0"/>
                  </a:lnTo>
                  <a:lnTo>
                    <a:pt x="3269712" y="0"/>
                  </a:lnTo>
                  <a:lnTo>
                    <a:pt x="3268897" y="0"/>
                  </a:lnTo>
                  <a:lnTo>
                    <a:pt x="3268082" y="0"/>
                  </a:lnTo>
                  <a:lnTo>
                    <a:pt x="3267268" y="0"/>
                  </a:lnTo>
                  <a:lnTo>
                    <a:pt x="3266453" y="0"/>
                  </a:lnTo>
                  <a:lnTo>
                    <a:pt x="3265638" y="0"/>
                  </a:lnTo>
                  <a:lnTo>
                    <a:pt x="3264823" y="0"/>
                  </a:lnTo>
                  <a:lnTo>
                    <a:pt x="3264008" y="0"/>
                  </a:lnTo>
                  <a:lnTo>
                    <a:pt x="3263194" y="0"/>
                  </a:lnTo>
                  <a:lnTo>
                    <a:pt x="3262379" y="0"/>
                  </a:lnTo>
                  <a:lnTo>
                    <a:pt x="3261564" y="0"/>
                  </a:lnTo>
                  <a:lnTo>
                    <a:pt x="3260749" y="0"/>
                  </a:lnTo>
                  <a:lnTo>
                    <a:pt x="3259934" y="0"/>
                  </a:lnTo>
                  <a:lnTo>
                    <a:pt x="3259120" y="0"/>
                  </a:lnTo>
                  <a:lnTo>
                    <a:pt x="3258305" y="0"/>
                  </a:lnTo>
                  <a:lnTo>
                    <a:pt x="3257490" y="0"/>
                  </a:lnTo>
                  <a:lnTo>
                    <a:pt x="3256675" y="0"/>
                  </a:lnTo>
                  <a:lnTo>
                    <a:pt x="3255861" y="0"/>
                  </a:lnTo>
                  <a:lnTo>
                    <a:pt x="3255046" y="0"/>
                  </a:lnTo>
                  <a:lnTo>
                    <a:pt x="3254231" y="0"/>
                  </a:lnTo>
                  <a:lnTo>
                    <a:pt x="3253416" y="0"/>
                  </a:lnTo>
                  <a:lnTo>
                    <a:pt x="3252601" y="0"/>
                  </a:lnTo>
                  <a:lnTo>
                    <a:pt x="3251787" y="0"/>
                  </a:lnTo>
                  <a:lnTo>
                    <a:pt x="3250972" y="0"/>
                  </a:lnTo>
                  <a:lnTo>
                    <a:pt x="3250157" y="0"/>
                  </a:lnTo>
                  <a:lnTo>
                    <a:pt x="3249342" y="0"/>
                  </a:lnTo>
                  <a:lnTo>
                    <a:pt x="3248528" y="0"/>
                  </a:lnTo>
                  <a:lnTo>
                    <a:pt x="3247713" y="0"/>
                  </a:lnTo>
                  <a:lnTo>
                    <a:pt x="3246898" y="0"/>
                  </a:lnTo>
                  <a:lnTo>
                    <a:pt x="3246083" y="0"/>
                  </a:lnTo>
                  <a:lnTo>
                    <a:pt x="3245268" y="0"/>
                  </a:lnTo>
                  <a:lnTo>
                    <a:pt x="3244454" y="0"/>
                  </a:lnTo>
                  <a:lnTo>
                    <a:pt x="3243639" y="0"/>
                  </a:lnTo>
                  <a:lnTo>
                    <a:pt x="3242824" y="0"/>
                  </a:lnTo>
                  <a:lnTo>
                    <a:pt x="3242009" y="0"/>
                  </a:lnTo>
                  <a:lnTo>
                    <a:pt x="3241195" y="0"/>
                  </a:lnTo>
                  <a:lnTo>
                    <a:pt x="3240380" y="0"/>
                  </a:lnTo>
                  <a:lnTo>
                    <a:pt x="3239565" y="0"/>
                  </a:lnTo>
                  <a:lnTo>
                    <a:pt x="3238750" y="0"/>
                  </a:lnTo>
                  <a:lnTo>
                    <a:pt x="3237935" y="0"/>
                  </a:lnTo>
                  <a:lnTo>
                    <a:pt x="3237121" y="0"/>
                  </a:lnTo>
                  <a:lnTo>
                    <a:pt x="3236306" y="0"/>
                  </a:lnTo>
                  <a:lnTo>
                    <a:pt x="3235491" y="0"/>
                  </a:lnTo>
                  <a:lnTo>
                    <a:pt x="3234676" y="0"/>
                  </a:lnTo>
                  <a:lnTo>
                    <a:pt x="3233862" y="0"/>
                  </a:lnTo>
                  <a:lnTo>
                    <a:pt x="3233047" y="0"/>
                  </a:lnTo>
                  <a:lnTo>
                    <a:pt x="3232232" y="0"/>
                  </a:lnTo>
                  <a:lnTo>
                    <a:pt x="3231417" y="0"/>
                  </a:lnTo>
                  <a:lnTo>
                    <a:pt x="3230602" y="0"/>
                  </a:lnTo>
                  <a:lnTo>
                    <a:pt x="3229788" y="0"/>
                  </a:lnTo>
                  <a:lnTo>
                    <a:pt x="3228973" y="0"/>
                  </a:lnTo>
                  <a:lnTo>
                    <a:pt x="3228158" y="0"/>
                  </a:lnTo>
                  <a:lnTo>
                    <a:pt x="3227343" y="0"/>
                  </a:lnTo>
                  <a:lnTo>
                    <a:pt x="3226529" y="0"/>
                  </a:lnTo>
                  <a:lnTo>
                    <a:pt x="3225714" y="0"/>
                  </a:lnTo>
                  <a:lnTo>
                    <a:pt x="3224899" y="0"/>
                  </a:lnTo>
                  <a:lnTo>
                    <a:pt x="3224084" y="0"/>
                  </a:lnTo>
                  <a:lnTo>
                    <a:pt x="3223269" y="0"/>
                  </a:lnTo>
                  <a:lnTo>
                    <a:pt x="3222455" y="0"/>
                  </a:lnTo>
                  <a:lnTo>
                    <a:pt x="3221640" y="0"/>
                  </a:lnTo>
                  <a:lnTo>
                    <a:pt x="3220825" y="0"/>
                  </a:lnTo>
                  <a:lnTo>
                    <a:pt x="3220010" y="0"/>
                  </a:lnTo>
                  <a:lnTo>
                    <a:pt x="3219195" y="0"/>
                  </a:lnTo>
                  <a:lnTo>
                    <a:pt x="3218381" y="0"/>
                  </a:lnTo>
                  <a:lnTo>
                    <a:pt x="3217566" y="0"/>
                  </a:lnTo>
                  <a:lnTo>
                    <a:pt x="3216751" y="0"/>
                  </a:lnTo>
                  <a:lnTo>
                    <a:pt x="3215936" y="0"/>
                  </a:lnTo>
                  <a:lnTo>
                    <a:pt x="3215122" y="0"/>
                  </a:lnTo>
                  <a:lnTo>
                    <a:pt x="3214307" y="0"/>
                  </a:lnTo>
                  <a:lnTo>
                    <a:pt x="3213492" y="0"/>
                  </a:lnTo>
                  <a:lnTo>
                    <a:pt x="3212677" y="0"/>
                  </a:lnTo>
                  <a:lnTo>
                    <a:pt x="3211862" y="0"/>
                  </a:lnTo>
                  <a:lnTo>
                    <a:pt x="3211048" y="0"/>
                  </a:lnTo>
                  <a:lnTo>
                    <a:pt x="3210233" y="0"/>
                  </a:lnTo>
                  <a:lnTo>
                    <a:pt x="3209418" y="0"/>
                  </a:lnTo>
                  <a:lnTo>
                    <a:pt x="3208603" y="0"/>
                  </a:lnTo>
                  <a:lnTo>
                    <a:pt x="3207789" y="0"/>
                  </a:lnTo>
                  <a:lnTo>
                    <a:pt x="3206974" y="0"/>
                  </a:lnTo>
                  <a:lnTo>
                    <a:pt x="3206159" y="0"/>
                  </a:lnTo>
                  <a:lnTo>
                    <a:pt x="3205344" y="0"/>
                  </a:lnTo>
                  <a:lnTo>
                    <a:pt x="3204529" y="0"/>
                  </a:lnTo>
                  <a:lnTo>
                    <a:pt x="3203715" y="0"/>
                  </a:lnTo>
                  <a:lnTo>
                    <a:pt x="3202900" y="0"/>
                  </a:lnTo>
                  <a:lnTo>
                    <a:pt x="3202085" y="0"/>
                  </a:lnTo>
                  <a:lnTo>
                    <a:pt x="3201270" y="0"/>
                  </a:lnTo>
                  <a:lnTo>
                    <a:pt x="3200456" y="0"/>
                  </a:lnTo>
                  <a:lnTo>
                    <a:pt x="3199641" y="0"/>
                  </a:lnTo>
                  <a:lnTo>
                    <a:pt x="3198826" y="0"/>
                  </a:lnTo>
                  <a:lnTo>
                    <a:pt x="3198011" y="0"/>
                  </a:lnTo>
                  <a:lnTo>
                    <a:pt x="3197196" y="0"/>
                  </a:lnTo>
                  <a:lnTo>
                    <a:pt x="3196382" y="0"/>
                  </a:lnTo>
                  <a:lnTo>
                    <a:pt x="3195567" y="0"/>
                  </a:lnTo>
                  <a:lnTo>
                    <a:pt x="3194752" y="0"/>
                  </a:lnTo>
                  <a:lnTo>
                    <a:pt x="3193937" y="0"/>
                  </a:lnTo>
                  <a:lnTo>
                    <a:pt x="3193123" y="0"/>
                  </a:lnTo>
                  <a:lnTo>
                    <a:pt x="3192308" y="0"/>
                  </a:lnTo>
                  <a:lnTo>
                    <a:pt x="3191493" y="0"/>
                  </a:lnTo>
                  <a:lnTo>
                    <a:pt x="3190678" y="0"/>
                  </a:lnTo>
                  <a:lnTo>
                    <a:pt x="3189863" y="0"/>
                  </a:lnTo>
                  <a:lnTo>
                    <a:pt x="3189049" y="0"/>
                  </a:lnTo>
                  <a:lnTo>
                    <a:pt x="3188234" y="0"/>
                  </a:lnTo>
                  <a:lnTo>
                    <a:pt x="3187419" y="0"/>
                  </a:lnTo>
                  <a:lnTo>
                    <a:pt x="3186604" y="0"/>
                  </a:lnTo>
                  <a:lnTo>
                    <a:pt x="3185789" y="0"/>
                  </a:lnTo>
                  <a:lnTo>
                    <a:pt x="3184975" y="0"/>
                  </a:lnTo>
                  <a:lnTo>
                    <a:pt x="3184160" y="0"/>
                  </a:lnTo>
                  <a:lnTo>
                    <a:pt x="3183345" y="0"/>
                  </a:lnTo>
                  <a:lnTo>
                    <a:pt x="3182530" y="0"/>
                  </a:lnTo>
                  <a:lnTo>
                    <a:pt x="3181716" y="0"/>
                  </a:lnTo>
                  <a:lnTo>
                    <a:pt x="3180901" y="0"/>
                  </a:lnTo>
                  <a:lnTo>
                    <a:pt x="3180086" y="0"/>
                  </a:lnTo>
                  <a:lnTo>
                    <a:pt x="3179271" y="0"/>
                  </a:lnTo>
                  <a:lnTo>
                    <a:pt x="3178456" y="0"/>
                  </a:lnTo>
                  <a:lnTo>
                    <a:pt x="3177642" y="0"/>
                  </a:lnTo>
                  <a:lnTo>
                    <a:pt x="3176827" y="0"/>
                  </a:lnTo>
                  <a:lnTo>
                    <a:pt x="3176012" y="0"/>
                  </a:lnTo>
                  <a:lnTo>
                    <a:pt x="3175197" y="0"/>
                  </a:lnTo>
                  <a:lnTo>
                    <a:pt x="3174383" y="0"/>
                  </a:lnTo>
                  <a:lnTo>
                    <a:pt x="3173568" y="0"/>
                  </a:lnTo>
                  <a:lnTo>
                    <a:pt x="3172753" y="0"/>
                  </a:lnTo>
                  <a:lnTo>
                    <a:pt x="3171938" y="0"/>
                  </a:lnTo>
                  <a:lnTo>
                    <a:pt x="3171123" y="0"/>
                  </a:lnTo>
                  <a:lnTo>
                    <a:pt x="3170309" y="0"/>
                  </a:lnTo>
                  <a:lnTo>
                    <a:pt x="3169494" y="0"/>
                  </a:lnTo>
                  <a:lnTo>
                    <a:pt x="3168679" y="0"/>
                  </a:lnTo>
                  <a:lnTo>
                    <a:pt x="3167864" y="0"/>
                  </a:lnTo>
                  <a:lnTo>
                    <a:pt x="3167050" y="0"/>
                  </a:lnTo>
                  <a:lnTo>
                    <a:pt x="3166235" y="0"/>
                  </a:lnTo>
                  <a:lnTo>
                    <a:pt x="3165420" y="0"/>
                  </a:lnTo>
                  <a:lnTo>
                    <a:pt x="3164605" y="0"/>
                  </a:lnTo>
                  <a:lnTo>
                    <a:pt x="3163790" y="0"/>
                  </a:lnTo>
                  <a:lnTo>
                    <a:pt x="3162976" y="0"/>
                  </a:lnTo>
                  <a:lnTo>
                    <a:pt x="3162161" y="0"/>
                  </a:lnTo>
                  <a:lnTo>
                    <a:pt x="3161346" y="0"/>
                  </a:lnTo>
                  <a:lnTo>
                    <a:pt x="3160531" y="0"/>
                  </a:lnTo>
                  <a:lnTo>
                    <a:pt x="3159717" y="0"/>
                  </a:lnTo>
                  <a:lnTo>
                    <a:pt x="3158902" y="0"/>
                  </a:lnTo>
                  <a:lnTo>
                    <a:pt x="3158087" y="0"/>
                  </a:lnTo>
                  <a:lnTo>
                    <a:pt x="3157272" y="0"/>
                  </a:lnTo>
                  <a:lnTo>
                    <a:pt x="3156457" y="0"/>
                  </a:lnTo>
                  <a:lnTo>
                    <a:pt x="3155643" y="0"/>
                  </a:lnTo>
                  <a:lnTo>
                    <a:pt x="3154828" y="0"/>
                  </a:lnTo>
                  <a:lnTo>
                    <a:pt x="3154013" y="0"/>
                  </a:lnTo>
                  <a:lnTo>
                    <a:pt x="3153198" y="0"/>
                  </a:lnTo>
                  <a:lnTo>
                    <a:pt x="3152384" y="0"/>
                  </a:lnTo>
                  <a:lnTo>
                    <a:pt x="3151569" y="0"/>
                  </a:lnTo>
                  <a:lnTo>
                    <a:pt x="3150754" y="0"/>
                  </a:lnTo>
                  <a:lnTo>
                    <a:pt x="3149939" y="0"/>
                  </a:lnTo>
                  <a:lnTo>
                    <a:pt x="3149124" y="0"/>
                  </a:lnTo>
                  <a:lnTo>
                    <a:pt x="3148310" y="0"/>
                  </a:lnTo>
                  <a:lnTo>
                    <a:pt x="3147495" y="0"/>
                  </a:lnTo>
                  <a:lnTo>
                    <a:pt x="3146680" y="0"/>
                  </a:lnTo>
                  <a:lnTo>
                    <a:pt x="3145865" y="0"/>
                  </a:lnTo>
                  <a:lnTo>
                    <a:pt x="3145050" y="0"/>
                  </a:lnTo>
                  <a:lnTo>
                    <a:pt x="3144236" y="0"/>
                  </a:lnTo>
                  <a:lnTo>
                    <a:pt x="3143421" y="0"/>
                  </a:lnTo>
                  <a:lnTo>
                    <a:pt x="3142606" y="0"/>
                  </a:lnTo>
                  <a:lnTo>
                    <a:pt x="3141791" y="0"/>
                  </a:lnTo>
                  <a:lnTo>
                    <a:pt x="3140977" y="0"/>
                  </a:lnTo>
                  <a:lnTo>
                    <a:pt x="3140162" y="0"/>
                  </a:lnTo>
                  <a:lnTo>
                    <a:pt x="3139347" y="0"/>
                  </a:lnTo>
                  <a:lnTo>
                    <a:pt x="3138532" y="0"/>
                  </a:lnTo>
                  <a:lnTo>
                    <a:pt x="3137717" y="0"/>
                  </a:lnTo>
                  <a:lnTo>
                    <a:pt x="3136903" y="0"/>
                  </a:lnTo>
                  <a:lnTo>
                    <a:pt x="3136088" y="0"/>
                  </a:lnTo>
                  <a:lnTo>
                    <a:pt x="3135273" y="0"/>
                  </a:lnTo>
                  <a:lnTo>
                    <a:pt x="3134458" y="0"/>
                  </a:lnTo>
                  <a:lnTo>
                    <a:pt x="3133644" y="0"/>
                  </a:lnTo>
                  <a:lnTo>
                    <a:pt x="3132829" y="0"/>
                  </a:lnTo>
                  <a:lnTo>
                    <a:pt x="3132014" y="0"/>
                  </a:lnTo>
                  <a:lnTo>
                    <a:pt x="3131199" y="0"/>
                  </a:lnTo>
                  <a:lnTo>
                    <a:pt x="3130384" y="0"/>
                  </a:lnTo>
                  <a:lnTo>
                    <a:pt x="3129570" y="0"/>
                  </a:lnTo>
                  <a:lnTo>
                    <a:pt x="3128755" y="0"/>
                  </a:lnTo>
                  <a:lnTo>
                    <a:pt x="3127940" y="0"/>
                  </a:lnTo>
                  <a:lnTo>
                    <a:pt x="3127125" y="0"/>
                  </a:lnTo>
                  <a:lnTo>
                    <a:pt x="3126311" y="0"/>
                  </a:lnTo>
                  <a:lnTo>
                    <a:pt x="3125496" y="0"/>
                  </a:lnTo>
                  <a:lnTo>
                    <a:pt x="3124681" y="0"/>
                  </a:lnTo>
                  <a:lnTo>
                    <a:pt x="3123866" y="0"/>
                  </a:lnTo>
                  <a:lnTo>
                    <a:pt x="3123051" y="0"/>
                  </a:lnTo>
                  <a:lnTo>
                    <a:pt x="3122237" y="0"/>
                  </a:lnTo>
                  <a:lnTo>
                    <a:pt x="3121422" y="0"/>
                  </a:lnTo>
                  <a:lnTo>
                    <a:pt x="3120607" y="0"/>
                  </a:lnTo>
                  <a:lnTo>
                    <a:pt x="3119792" y="0"/>
                  </a:lnTo>
                  <a:lnTo>
                    <a:pt x="3118978" y="0"/>
                  </a:lnTo>
                  <a:lnTo>
                    <a:pt x="3118163" y="0"/>
                  </a:lnTo>
                  <a:lnTo>
                    <a:pt x="3117348" y="0"/>
                  </a:lnTo>
                  <a:lnTo>
                    <a:pt x="3116533" y="0"/>
                  </a:lnTo>
                  <a:lnTo>
                    <a:pt x="3115718" y="0"/>
                  </a:lnTo>
                  <a:lnTo>
                    <a:pt x="3114904" y="0"/>
                  </a:lnTo>
                  <a:lnTo>
                    <a:pt x="3114089" y="0"/>
                  </a:lnTo>
                  <a:lnTo>
                    <a:pt x="3113274" y="0"/>
                  </a:lnTo>
                  <a:lnTo>
                    <a:pt x="3112459" y="0"/>
                  </a:lnTo>
                  <a:lnTo>
                    <a:pt x="3111645" y="0"/>
                  </a:lnTo>
                  <a:lnTo>
                    <a:pt x="3110830" y="0"/>
                  </a:lnTo>
                  <a:lnTo>
                    <a:pt x="3110015" y="0"/>
                  </a:lnTo>
                  <a:lnTo>
                    <a:pt x="3109200" y="0"/>
                  </a:lnTo>
                  <a:lnTo>
                    <a:pt x="3108385" y="0"/>
                  </a:lnTo>
                  <a:lnTo>
                    <a:pt x="3107571" y="0"/>
                  </a:lnTo>
                  <a:lnTo>
                    <a:pt x="3106756" y="0"/>
                  </a:lnTo>
                  <a:lnTo>
                    <a:pt x="3105941" y="0"/>
                  </a:lnTo>
                  <a:lnTo>
                    <a:pt x="3105126" y="0"/>
                  </a:lnTo>
                  <a:lnTo>
                    <a:pt x="3104311" y="0"/>
                  </a:lnTo>
                  <a:lnTo>
                    <a:pt x="3103497" y="0"/>
                  </a:lnTo>
                  <a:lnTo>
                    <a:pt x="3102682" y="0"/>
                  </a:lnTo>
                  <a:lnTo>
                    <a:pt x="3101867" y="0"/>
                  </a:lnTo>
                  <a:lnTo>
                    <a:pt x="3101052" y="0"/>
                  </a:lnTo>
                  <a:lnTo>
                    <a:pt x="3100238" y="0"/>
                  </a:lnTo>
                  <a:lnTo>
                    <a:pt x="3099423" y="0"/>
                  </a:lnTo>
                  <a:lnTo>
                    <a:pt x="3098608" y="0"/>
                  </a:lnTo>
                  <a:lnTo>
                    <a:pt x="3097793" y="0"/>
                  </a:lnTo>
                  <a:lnTo>
                    <a:pt x="3096978" y="0"/>
                  </a:lnTo>
                  <a:lnTo>
                    <a:pt x="3096164" y="0"/>
                  </a:lnTo>
                  <a:lnTo>
                    <a:pt x="3095349" y="0"/>
                  </a:lnTo>
                  <a:lnTo>
                    <a:pt x="3094534" y="0"/>
                  </a:lnTo>
                  <a:lnTo>
                    <a:pt x="3093719" y="0"/>
                  </a:lnTo>
                  <a:lnTo>
                    <a:pt x="3092905" y="0"/>
                  </a:lnTo>
                  <a:lnTo>
                    <a:pt x="3092090" y="0"/>
                  </a:lnTo>
                  <a:lnTo>
                    <a:pt x="3091275" y="0"/>
                  </a:lnTo>
                  <a:lnTo>
                    <a:pt x="3090460" y="0"/>
                  </a:lnTo>
                  <a:lnTo>
                    <a:pt x="3089645" y="0"/>
                  </a:lnTo>
                  <a:lnTo>
                    <a:pt x="3088831" y="0"/>
                  </a:lnTo>
                  <a:lnTo>
                    <a:pt x="3088016" y="0"/>
                  </a:lnTo>
                  <a:lnTo>
                    <a:pt x="3087201" y="0"/>
                  </a:lnTo>
                  <a:lnTo>
                    <a:pt x="3086386" y="0"/>
                  </a:lnTo>
                  <a:lnTo>
                    <a:pt x="3085572" y="0"/>
                  </a:lnTo>
                  <a:lnTo>
                    <a:pt x="3084757" y="0"/>
                  </a:lnTo>
                  <a:lnTo>
                    <a:pt x="3083942" y="0"/>
                  </a:lnTo>
                  <a:lnTo>
                    <a:pt x="3083127" y="0"/>
                  </a:lnTo>
                  <a:lnTo>
                    <a:pt x="3082312" y="0"/>
                  </a:lnTo>
                  <a:lnTo>
                    <a:pt x="3081498" y="0"/>
                  </a:lnTo>
                  <a:lnTo>
                    <a:pt x="3080683" y="0"/>
                  </a:lnTo>
                  <a:lnTo>
                    <a:pt x="3079868" y="0"/>
                  </a:lnTo>
                  <a:lnTo>
                    <a:pt x="3079053" y="0"/>
                  </a:lnTo>
                  <a:lnTo>
                    <a:pt x="3078239" y="0"/>
                  </a:lnTo>
                  <a:lnTo>
                    <a:pt x="3077424" y="0"/>
                  </a:lnTo>
                  <a:lnTo>
                    <a:pt x="3076609" y="0"/>
                  </a:lnTo>
                  <a:lnTo>
                    <a:pt x="3075794" y="0"/>
                  </a:lnTo>
                  <a:lnTo>
                    <a:pt x="3074979" y="0"/>
                  </a:lnTo>
                  <a:lnTo>
                    <a:pt x="3074165" y="0"/>
                  </a:lnTo>
                  <a:lnTo>
                    <a:pt x="3073350" y="0"/>
                  </a:lnTo>
                  <a:lnTo>
                    <a:pt x="3072535" y="0"/>
                  </a:lnTo>
                  <a:lnTo>
                    <a:pt x="3071720" y="0"/>
                  </a:lnTo>
                  <a:lnTo>
                    <a:pt x="3070906" y="0"/>
                  </a:lnTo>
                  <a:lnTo>
                    <a:pt x="3070091" y="0"/>
                  </a:lnTo>
                  <a:lnTo>
                    <a:pt x="3069276" y="0"/>
                  </a:lnTo>
                  <a:lnTo>
                    <a:pt x="3068461" y="0"/>
                  </a:lnTo>
                  <a:lnTo>
                    <a:pt x="3067646" y="0"/>
                  </a:lnTo>
                  <a:lnTo>
                    <a:pt x="3066832" y="0"/>
                  </a:lnTo>
                  <a:lnTo>
                    <a:pt x="3066017" y="0"/>
                  </a:lnTo>
                  <a:lnTo>
                    <a:pt x="3065202" y="0"/>
                  </a:lnTo>
                  <a:lnTo>
                    <a:pt x="3064387" y="0"/>
                  </a:lnTo>
                  <a:lnTo>
                    <a:pt x="3063572" y="0"/>
                  </a:lnTo>
                  <a:lnTo>
                    <a:pt x="3062758" y="0"/>
                  </a:lnTo>
                  <a:lnTo>
                    <a:pt x="3061943" y="0"/>
                  </a:lnTo>
                  <a:lnTo>
                    <a:pt x="3061128" y="0"/>
                  </a:lnTo>
                  <a:lnTo>
                    <a:pt x="3060313" y="0"/>
                  </a:lnTo>
                  <a:lnTo>
                    <a:pt x="3059499" y="0"/>
                  </a:lnTo>
                  <a:lnTo>
                    <a:pt x="3058684" y="0"/>
                  </a:lnTo>
                  <a:lnTo>
                    <a:pt x="3057869" y="0"/>
                  </a:lnTo>
                  <a:lnTo>
                    <a:pt x="3057054" y="0"/>
                  </a:lnTo>
                  <a:lnTo>
                    <a:pt x="3056239" y="0"/>
                  </a:lnTo>
                  <a:lnTo>
                    <a:pt x="3055425" y="0"/>
                  </a:lnTo>
                  <a:lnTo>
                    <a:pt x="3054610" y="0"/>
                  </a:lnTo>
                  <a:lnTo>
                    <a:pt x="3053795" y="0"/>
                  </a:lnTo>
                  <a:lnTo>
                    <a:pt x="3052980" y="0"/>
                  </a:lnTo>
                  <a:lnTo>
                    <a:pt x="3052166" y="0"/>
                  </a:lnTo>
                  <a:lnTo>
                    <a:pt x="3051351" y="0"/>
                  </a:lnTo>
                  <a:lnTo>
                    <a:pt x="3050536" y="0"/>
                  </a:lnTo>
                  <a:lnTo>
                    <a:pt x="3049721" y="0"/>
                  </a:lnTo>
                  <a:lnTo>
                    <a:pt x="3048906" y="0"/>
                  </a:lnTo>
                  <a:lnTo>
                    <a:pt x="3048092" y="0"/>
                  </a:lnTo>
                  <a:lnTo>
                    <a:pt x="3047277" y="0"/>
                  </a:lnTo>
                  <a:lnTo>
                    <a:pt x="3046462" y="0"/>
                  </a:lnTo>
                  <a:lnTo>
                    <a:pt x="3045647" y="0"/>
                  </a:lnTo>
                  <a:lnTo>
                    <a:pt x="3044833" y="0"/>
                  </a:lnTo>
                  <a:lnTo>
                    <a:pt x="3044018" y="0"/>
                  </a:lnTo>
                  <a:lnTo>
                    <a:pt x="3043203" y="0"/>
                  </a:lnTo>
                  <a:lnTo>
                    <a:pt x="3042388" y="0"/>
                  </a:lnTo>
                  <a:lnTo>
                    <a:pt x="3041573" y="0"/>
                  </a:lnTo>
                  <a:lnTo>
                    <a:pt x="3040759" y="0"/>
                  </a:lnTo>
                  <a:lnTo>
                    <a:pt x="3039944" y="0"/>
                  </a:lnTo>
                  <a:lnTo>
                    <a:pt x="3039129" y="0"/>
                  </a:lnTo>
                  <a:lnTo>
                    <a:pt x="3038314" y="0"/>
                  </a:lnTo>
                  <a:lnTo>
                    <a:pt x="3037500" y="0"/>
                  </a:lnTo>
                  <a:lnTo>
                    <a:pt x="3036685" y="0"/>
                  </a:lnTo>
                  <a:lnTo>
                    <a:pt x="3035870" y="0"/>
                  </a:lnTo>
                  <a:lnTo>
                    <a:pt x="3035055" y="0"/>
                  </a:lnTo>
                  <a:lnTo>
                    <a:pt x="3034240" y="0"/>
                  </a:lnTo>
                  <a:lnTo>
                    <a:pt x="3033426" y="0"/>
                  </a:lnTo>
                  <a:lnTo>
                    <a:pt x="3032611" y="0"/>
                  </a:lnTo>
                  <a:lnTo>
                    <a:pt x="3031796" y="0"/>
                  </a:lnTo>
                  <a:lnTo>
                    <a:pt x="3030981" y="0"/>
                  </a:lnTo>
                  <a:lnTo>
                    <a:pt x="3030167" y="0"/>
                  </a:lnTo>
                  <a:lnTo>
                    <a:pt x="3029352" y="0"/>
                  </a:lnTo>
                  <a:lnTo>
                    <a:pt x="3028537" y="0"/>
                  </a:lnTo>
                  <a:lnTo>
                    <a:pt x="3027722" y="0"/>
                  </a:lnTo>
                  <a:lnTo>
                    <a:pt x="3026907" y="0"/>
                  </a:lnTo>
                  <a:lnTo>
                    <a:pt x="3026093" y="0"/>
                  </a:lnTo>
                  <a:lnTo>
                    <a:pt x="3025278" y="0"/>
                  </a:lnTo>
                  <a:lnTo>
                    <a:pt x="3024463" y="0"/>
                  </a:lnTo>
                  <a:lnTo>
                    <a:pt x="3023648" y="0"/>
                  </a:lnTo>
                  <a:lnTo>
                    <a:pt x="3022833" y="0"/>
                  </a:lnTo>
                  <a:lnTo>
                    <a:pt x="3022019" y="0"/>
                  </a:lnTo>
                  <a:lnTo>
                    <a:pt x="3021204" y="0"/>
                  </a:lnTo>
                  <a:lnTo>
                    <a:pt x="3020389" y="0"/>
                  </a:lnTo>
                  <a:lnTo>
                    <a:pt x="3019574" y="0"/>
                  </a:lnTo>
                  <a:lnTo>
                    <a:pt x="3018760" y="0"/>
                  </a:lnTo>
                  <a:lnTo>
                    <a:pt x="3017945" y="0"/>
                  </a:lnTo>
                  <a:lnTo>
                    <a:pt x="3017130" y="0"/>
                  </a:lnTo>
                  <a:lnTo>
                    <a:pt x="3016315" y="0"/>
                  </a:lnTo>
                  <a:lnTo>
                    <a:pt x="3015500" y="0"/>
                  </a:lnTo>
                  <a:lnTo>
                    <a:pt x="3014686" y="0"/>
                  </a:lnTo>
                  <a:lnTo>
                    <a:pt x="3013871" y="0"/>
                  </a:lnTo>
                  <a:lnTo>
                    <a:pt x="3013056" y="0"/>
                  </a:lnTo>
                  <a:lnTo>
                    <a:pt x="3012241" y="0"/>
                  </a:lnTo>
                  <a:lnTo>
                    <a:pt x="3011427" y="0"/>
                  </a:lnTo>
                  <a:lnTo>
                    <a:pt x="3010612" y="0"/>
                  </a:lnTo>
                  <a:lnTo>
                    <a:pt x="3009797" y="0"/>
                  </a:lnTo>
                  <a:lnTo>
                    <a:pt x="3008982" y="0"/>
                  </a:lnTo>
                  <a:lnTo>
                    <a:pt x="3008167" y="0"/>
                  </a:lnTo>
                  <a:lnTo>
                    <a:pt x="3007353" y="0"/>
                  </a:lnTo>
                  <a:lnTo>
                    <a:pt x="3006538" y="0"/>
                  </a:lnTo>
                  <a:lnTo>
                    <a:pt x="3005723" y="0"/>
                  </a:lnTo>
                  <a:lnTo>
                    <a:pt x="3004908" y="0"/>
                  </a:lnTo>
                  <a:lnTo>
                    <a:pt x="3004094" y="0"/>
                  </a:lnTo>
                  <a:lnTo>
                    <a:pt x="3003279" y="0"/>
                  </a:lnTo>
                  <a:lnTo>
                    <a:pt x="3002464" y="0"/>
                  </a:lnTo>
                  <a:lnTo>
                    <a:pt x="3001649" y="0"/>
                  </a:lnTo>
                  <a:lnTo>
                    <a:pt x="3000834" y="0"/>
                  </a:lnTo>
                  <a:lnTo>
                    <a:pt x="3000020" y="0"/>
                  </a:lnTo>
                  <a:lnTo>
                    <a:pt x="2999205" y="0"/>
                  </a:lnTo>
                  <a:lnTo>
                    <a:pt x="2998390" y="0"/>
                  </a:lnTo>
                  <a:lnTo>
                    <a:pt x="2997575" y="0"/>
                  </a:lnTo>
                  <a:lnTo>
                    <a:pt x="2996761" y="0"/>
                  </a:lnTo>
                  <a:lnTo>
                    <a:pt x="2995946" y="0"/>
                  </a:lnTo>
                  <a:lnTo>
                    <a:pt x="2995131" y="0"/>
                  </a:lnTo>
                  <a:lnTo>
                    <a:pt x="2994316" y="0"/>
                  </a:lnTo>
                  <a:lnTo>
                    <a:pt x="2993501" y="0"/>
                  </a:lnTo>
                  <a:lnTo>
                    <a:pt x="2992687" y="0"/>
                  </a:lnTo>
                  <a:lnTo>
                    <a:pt x="2991872" y="0"/>
                  </a:lnTo>
                  <a:lnTo>
                    <a:pt x="2991057" y="0"/>
                  </a:lnTo>
                  <a:lnTo>
                    <a:pt x="2990242" y="0"/>
                  </a:lnTo>
                  <a:lnTo>
                    <a:pt x="2989428" y="0"/>
                  </a:lnTo>
                  <a:lnTo>
                    <a:pt x="2988613" y="0"/>
                  </a:lnTo>
                  <a:lnTo>
                    <a:pt x="2987798" y="0"/>
                  </a:lnTo>
                  <a:lnTo>
                    <a:pt x="2986983" y="0"/>
                  </a:lnTo>
                  <a:lnTo>
                    <a:pt x="2986168" y="0"/>
                  </a:lnTo>
                  <a:lnTo>
                    <a:pt x="2985354" y="0"/>
                  </a:lnTo>
                  <a:lnTo>
                    <a:pt x="2984539" y="0"/>
                  </a:lnTo>
                  <a:lnTo>
                    <a:pt x="2983724" y="0"/>
                  </a:lnTo>
                  <a:lnTo>
                    <a:pt x="2982909" y="0"/>
                  </a:lnTo>
                  <a:lnTo>
                    <a:pt x="2982094" y="0"/>
                  </a:lnTo>
                  <a:lnTo>
                    <a:pt x="2981280" y="0"/>
                  </a:lnTo>
                  <a:lnTo>
                    <a:pt x="2980465" y="0"/>
                  </a:lnTo>
                  <a:lnTo>
                    <a:pt x="2979650" y="0"/>
                  </a:lnTo>
                  <a:lnTo>
                    <a:pt x="2978835" y="0"/>
                  </a:lnTo>
                  <a:lnTo>
                    <a:pt x="2978021" y="0"/>
                  </a:lnTo>
                  <a:lnTo>
                    <a:pt x="2977206" y="0"/>
                  </a:lnTo>
                  <a:lnTo>
                    <a:pt x="2976391" y="0"/>
                  </a:lnTo>
                  <a:lnTo>
                    <a:pt x="2975576" y="0"/>
                  </a:lnTo>
                  <a:lnTo>
                    <a:pt x="2974761" y="0"/>
                  </a:lnTo>
                  <a:lnTo>
                    <a:pt x="2973947" y="0"/>
                  </a:lnTo>
                  <a:lnTo>
                    <a:pt x="2973132" y="0"/>
                  </a:lnTo>
                  <a:lnTo>
                    <a:pt x="2972317" y="0"/>
                  </a:lnTo>
                  <a:lnTo>
                    <a:pt x="2971502" y="0"/>
                  </a:lnTo>
                  <a:lnTo>
                    <a:pt x="2970688" y="0"/>
                  </a:lnTo>
                  <a:lnTo>
                    <a:pt x="2969873" y="0"/>
                  </a:lnTo>
                  <a:lnTo>
                    <a:pt x="2969058" y="0"/>
                  </a:lnTo>
                  <a:lnTo>
                    <a:pt x="2968243" y="0"/>
                  </a:lnTo>
                  <a:lnTo>
                    <a:pt x="2967428" y="0"/>
                  </a:lnTo>
                  <a:lnTo>
                    <a:pt x="2966614" y="0"/>
                  </a:lnTo>
                  <a:lnTo>
                    <a:pt x="2965799" y="0"/>
                  </a:lnTo>
                  <a:lnTo>
                    <a:pt x="2964984" y="0"/>
                  </a:lnTo>
                  <a:lnTo>
                    <a:pt x="2964169" y="0"/>
                  </a:lnTo>
                  <a:lnTo>
                    <a:pt x="2963355" y="0"/>
                  </a:lnTo>
                  <a:lnTo>
                    <a:pt x="2962540" y="0"/>
                  </a:lnTo>
                  <a:lnTo>
                    <a:pt x="2961725" y="0"/>
                  </a:lnTo>
                  <a:lnTo>
                    <a:pt x="2960910" y="0"/>
                  </a:lnTo>
                  <a:lnTo>
                    <a:pt x="2960095" y="0"/>
                  </a:lnTo>
                  <a:lnTo>
                    <a:pt x="2959281" y="0"/>
                  </a:lnTo>
                  <a:lnTo>
                    <a:pt x="2958466" y="0"/>
                  </a:lnTo>
                  <a:lnTo>
                    <a:pt x="2957651" y="0"/>
                  </a:lnTo>
                  <a:lnTo>
                    <a:pt x="2956836" y="0"/>
                  </a:lnTo>
                  <a:lnTo>
                    <a:pt x="2956022" y="0"/>
                  </a:lnTo>
                  <a:lnTo>
                    <a:pt x="2955207" y="0"/>
                  </a:lnTo>
                  <a:lnTo>
                    <a:pt x="2954392" y="0"/>
                  </a:lnTo>
                  <a:lnTo>
                    <a:pt x="2953577" y="0"/>
                  </a:lnTo>
                  <a:lnTo>
                    <a:pt x="2952762" y="0"/>
                  </a:lnTo>
                  <a:lnTo>
                    <a:pt x="2951948" y="0"/>
                  </a:lnTo>
                  <a:lnTo>
                    <a:pt x="2951133" y="0"/>
                  </a:lnTo>
                  <a:lnTo>
                    <a:pt x="2950318" y="0"/>
                  </a:lnTo>
                  <a:lnTo>
                    <a:pt x="2949503" y="0"/>
                  </a:lnTo>
                  <a:lnTo>
                    <a:pt x="2948689" y="0"/>
                  </a:lnTo>
                  <a:lnTo>
                    <a:pt x="2947874" y="0"/>
                  </a:lnTo>
                  <a:lnTo>
                    <a:pt x="2947059" y="0"/>
                  </a:lnTo>
                  <a:lnTo>
                    <a:pt x="2946244" y="0"/>
                  </a:lnTo>
                  <a:lnTo>
                    <a:pt x="2945429" y="0"/>
                  </a:lnTo>
                  <a:lnTo>
                    <a:pt x="2944615" y="0"/>
                  </a:lnTo>
                  <a:lnTo>
                    <a:pt x="2943800" y="0"/>
                  </a:lnTo>
                  <a:lnTo>
                    <a:pt x="2942985" y="0"/>
                  </a:lnTo>
                  <a:lnTo>
                    <a:pt x="2942170" y="0"/>
                  </a:lnTo>
                  <a:lnTo>
                    <a:pt x="2941355" y="0"/>
                  </a:lnTo>
                  <a:lnTo>
                    <a:pt x="2940541" y="0"/>
                  </a:lnTo>
                  <a:lnTo>
                    <a:pt x="2939726" y="0"/>
                  </a:lnTo>
                  <a:lnTo>
                    <a:pt x="2938911" y="0"/>
                  </a:lnTo>
                  <a:lnTo>
                    <a:pt x="2938096" y="0"/>
                  </a:lnTo>
                  <a:lnTo>
                    <a:pt x="2937282" y="0"/>
                  </a:lnTo>
                  <a:lnTo>
                    <a:pt x="2936467" y="0"/>
                  </a:lnTo>
                  <a:lnTo>
                    <a:pt x="2935652" y="0"/>
                  </a:lnTo>
                  <a:lnTo>
                    <a:pt x="2934837" y="0"/>
                  </a:lnTo>
                  <a:lnTo>
                    <a:pt x="2934022" y="0"/>
                  </a:lnTo>
                  <a:lnTo>
                    <a:pt x="2933208" y="0"/>
                  </a:lnTo>
                  <a:lnTo>
                    <a:pt x="2932393" y="0"/>
                  </a:lnTo>
                  <a:lnTo>
                    <a:pt x="2931578" y="0"/>
                  </a:lnTo>
                  <a:lnTo>
                    <a:pt x="2930763" y="0"/>
                  </a:lnTo>
                  <a:lnTo>
                    <a:pt x="2929949" y="0"/>
                  </a:lnTo>
                  <a:lnTo>
                    <a:pt x="2929134" y="0"/>
                  </a:lnTo>
                  <a:lnTo>
                    <a:pt x="2928319" y="0"/>
                  </a:lnTo>
                  <a:lnTo>
                    <a:pt x="2927504" y="0"/>
                  </a:lnTo>
                  <a:lnTo>
                    <a:pt x="2926689" y="0"/>
                  </a:lnTo>
                  <a:lnTo>
                    <a:pt x="2925875" y="0"/>
                  </a:lnTo>
                  <a:lnTo>
                    <a:pt x="2925060" y="0"/>
                  </a:lnTo>
                  <a:lnTo>
                    <a:pt x="2924245" y="0"/>
                  </a:lnTo>
                  <a:lnTo>
                    <a:pt x="2923430" y="0"/>
                  </a:lnTo>
                  <a:lnTo>
                    <a:pt x="2922616" y="0"/>
                  </a:lnTo>
                  <a:lnTo>
                    <a:pt x="2921801" y="0"/>
                  </a:lnTo>
                  <a:lnTo>
                    <a:pt x="2920986" y="0"/>
                  </a:lnTo>
                  <a:lnTo>
                    <a:pt x="2920171" y="0"/>
                  </a:lnTo>
                  <a:lnTo>
                    <a:pt x="2919356" y="0"/>
                  </a:lnTo>
                  <a:lnTo>
                    <a:pt x="2918542" y="0"/>
                  </a:lnTo>
                  <a:lnTo>
                    <a:pt x="2917727" y="0"/>
                  </a:lnTo>
                  <a:lnTo>
                    <a:pt x="2916912" y="0"/>
                  </a:lnTo>
                  <a:lnTo>
                    <a:pt x="2916097" y="0"/>
                  </a:lnTo>
                  <a:lnTo>
                    <a:pt x="2915283" y="0"/>
                  </a:lnTo>
                  <a:lnTo>
                    <a:pt x="2914468" y="0"/>
                  </a:lnTo>
                  <a:lnTo>
                    <a:pt x="2913653" y="0"/>
                  </a:lnTo>
                  <a:lnTo>
                    <a:pt x="2912838" y="0"/>
                  </a:lnTo>
                  <a:lnTo>
                    <a:pt x="2912023" y="0"/>
                  </a:lnTo>
                  <a:lnTo>
                    <a:pt x="2911209" y="0"/>
                  </a:lnTo>
                  <a:lnTo>
                    <a:pt x="2910394" y="0"/>
                  </a:lnTo>
                  <a:lnTo>
                    <a:pt x="2909579" y="0"/>
                  </a:lnTo>
                  <a:lnTo>
                    <a:pt x="2908764" y="0"/>
                  </a:lnTo>
                  <a:lnTo>
                    <a:pt x="2907950" y="0"/>
                  </a:lnTo>
                  <a:lnTo>
                    <a:pt x="2907135" y="0"/>
                  </a:lnTo>
                  <a:lnTo>
                    <a:pt x="2906320" y="0"/>
                  </a:lnTo>
                  <a:lnTo>
                    <a:pt x="2905505" y="0"/>
                  </a:lnTo>
                  <a:lnTo>
                    <a:pt x="2904690" y="0"/>
                  </a:lnTo>
                  <a:lnTo>
                    <a:pt x="2903876" y="0"/>
                  </a:lnTo>
                  <a:lnTo>
                    <a:pt x="2903061" y="0"/>
                  </a:lnTo>
                  <a:lnTo>
                    <a:pt x="2902246" y="0"/>
                  </a:lnTo>
                  <a:lnTo>
                    <a:pt x="2901431" y="0"/>
                  </a:lnTo>
                  <a:lnTo>
                    <a:pt x="2900616" y="0"/>
                  </a:lnTo>
                  <a:lnTo>
                    <a:pt x="2899802" y="0"/>
                  </a:lnTo>
                  <a:lnTo>
                    <a:pt x="2898987" y="0"/>
                  </a:lnTo>
                  <a:lnTo>
                    <a:pt x="2898172" y="0"/>
                  </a:lnTo>
                  <a:lnTo>
                    <a:pt x="2897357" y="0"/>
                  </a:lnTo>
                  <a:lnTo>
                    <a:pt x="2896543" y="0"/>
                  </a:lnTo>
                  <a:lnTo>
                    <a:pt x="2895728" y="0"/>
                  </a:lnTo>
                  <a:lnTo>
                    <a:pt x="2894913" y="0"/>
                  </a:lnTo>
                  <a:lnTo>
                    <a:pt x="2894098" y="0"/>
                  </a:lnTo>
                  <a:lnTo>
                    <a:pt x="2893283" y="0"/>
                  </a:lnTo>
                  <a:lnTo>
                    <a:pt x="2892469" y="0"/>
                  </a:lnTo>
                  <a:lnTo>
                    <a:pt x="2891654" y="0"/>
                  </a:lnTo>
                  <a:lnTo>
                    <a:pt x="2890839" y="0"/>
                  </a:lnTo>
                  <a:lnTo>
                    <a:pt x="2890024" y="0"/>
                  </a:lnTo>
                  <a:lnTo>
                    <a:pt x="2889210" y="0"/>
                  </a:lnTo>
                  <a:lnTo>
                    <a:pt x="2888395" y="0"/>
                  </a:lnTo>
                  <a:lnTo>
                    <a:pt x="2887580" y="0"/>
                  </a:lnTo>
                  <a:lnTo>
                    <a:pt x="2886765" y="0"/>
                  </a:lnTo>
                  <a:lnTo>
                    <a:pt x="2885950" y="0"/>
                  </a:lnTo>
                  <a:lnTo>
                    <a:pt x="2885136" y="0"/>
                  </a:lnTo>
                  <a:lnTo>
                    <a:pt x="2884321" y="0"/>
                  </a:lnTo>
                  <a:lnTo>
                    <a:pt x="2883506" y="0"/>
                  </a:lnTo>
                  <a:lnTo>
                    <a:pt x="2882691" y="0"/>
                  </a:lnTo>
                  <a:lnTo>
                    <a:pt x="2881877" y="0"/>
                  </a:lnTo>
                  <a:lnTo>
                    <a:pt x="2881062" y="0"/>
                  </a:lnTo>
                  <a:lnTo>
                    <a:pt x="2880247" y="0"/>
                  </a:lnTo>
                  <a:lnTo>
                    <a:pt x="2879432" y="0"/>
                  </a:lnTo>
                  <a:lnTo>
                    <a:pt x="2878617" y="0"/>
                  </a:lnTo>
                  <a:lnTo>
                    <a:pt x="2877803" y="0"/>
                  </a:lnTo>
                  <a:lnTo>
                    <a:pt x="2876988" y="0"/>
                  </a:lnTo>
                  <a:lnTo>
                    <a:pt x="2876173" y="0"/>
                  </a:lnTo>
                  <a:lnTo>
                    <a:pt x="2875358" y="0"/>
                  </a:lnTo>
                  <a:lnTo>
                    <a:pt x="2874544" y="0"/>
                  </a:lnTo>
                  <a:lnTo>
                    <a:pt x="2873729" y="0"/>
                  </a:lnTo>
                  <a:lnTo>
                    <a:pt x="2872914" y="0"/>
                  </a:lnTo>
                  <a:lnTo>
                    <a:pt x="2872099" y="0"/>
                  </a:lnTo>
                  <a:lnTo>
                    <a:pt x="2871284" y="0"/>
                  </a:lnTo>
                  <a:lnTo>
                    <a:pt x="2870470" y="0"/>
                  </a:lnTo>
                  <a:lnTo>
                    <a:pt x="2869655" y="0"/>
                  </a:lnTo>
                  <a:lnTo>
                    <a:pt x="2868840" y="0"/>
                  </a:lnTo>
                  <a:lnTo>
                    <a:pt x="2868025" y="0"/>
                  </a:lnTo>
                  <a:lnTo>
                    <a:pt x="2867210" y="0"/>
                  </a:lnTo>
                  <a:lnTo>
                    <a:pt x="2866396" y="0"/>
                  </a:lnTo>
                  <a:lnTo>
                    <a:pt x="2865581" y="0"/>
                  </a:lnTo>
                  <a:lnTo>
                    <a:pt x="2864766" y="0"/>
                  </a:lnTo>
                  <a:lnTo>
                    <a:pt x="2863951" y="0"/>
                  </a:lnTo>
                  <a:lnTo>
                    <a:pt x="2863137" y="0"/>
                  </a:lnTo>
                  <a:lnTo>
                    <a:pt x="2862322" y="0"/>
                  </a:lnTo>
                  <a:lnTo>
                    <a:pt x="2861507" y="0"/>
                  </a:lnTo>
                  <a:lnTo>
                    <a:pt x="2860692" y="0"/>
                  </a:lnTo>
                  <a:lnTo>
                    <a:pt x="2859877" y="0"/>
                  </a:lnTo>
                  <a:lnTo>
                    <a:pt x="2859063" y="0"/>
                  </a:lnTo>
                  <a:lnTo>
                    <a:pt x="2858248" y="0"/>
                  </a:lnTo>
                  <a:lnTo>
                    <a:pt x="2857433" y="0"/>
                  </a:lnTo>
                  <a:lnTo>
                    <a:pt x="2856618" y="0"/>
                  </a:lnTo>
                  <a:lnTo>
                    <a:pt x="2855804" y="0"/>
                  </a:lnTo>
                  <a:lnTo>
                    <a:pt x="2854989" y="0"/>
                  </a:lnTo>
                  <a:lnTo>
                    <a:pt x="2854174" y="0"/>
                  </a:lnTo>
                  <a:lnTo>
                    <a:pt x="2853359" y="0"/>
                  </a:lnTo>
                  <a:lnTo>
                    <a:pt x="2852544" y="0"/>
                  </a:lnTo>
                  <a:lnTo>
                    <a:pt x="2851730" y="0"/>
                  </a:lnTo>
                  <a:lnTo>
                    <a:pt x="2850915" y="0"/>
                  </a:lnTo>
                  <a:lnTo>
                    <a:pt x="2850100" y="0"/>
                  </a:lnTo>
                  <a:lnTo>
                    <a:pt x="2849285" y="0"/>
                  </a:lnTo>
                  <a:lnTo>
                    <a:pt x="2848471" y="0"/>
                  </a:lnTo>
                  <a:lnTo>
                    <a:pt x="2847656" y="0"/>
                  </a:lnTo>
                  <a:lnTo>
                    <a:pt x="2846841" y="0"/>
                  </a:lnTo>
                  <a:lnTo>
                    <a:pt x="2846026" y="0"/>
                  </a:lnTo>
                  <a:lnTo>
                    <a:pt x="2845211" y="0"/>
                  </a:lnTo>
                  <a:lnTo>
                    <a:pt x="2844397" y="0"/>
                  </a:lnTo>
                  <a:lnTo>
                    <a:pt x="2843582" y="0"/>
                  </a:lnTo>
                  <a:lnTo>
                    <a:pt x="2842767" y="0"/>
                  </a:lnTo>
                  <a:lnTo>
                    <a:pt x="2841952" y="0"/>
                  </a:lnTo>
                  <a:lnTo>
                    <a:pt x="2841138" y="0"/>
                  </a:lnTo>
                  <a:lnTo>
                    <a:pt x="2840323" y="0"/>
                  </a:lnTo>
                  <a:lnTo>
                    <a:pt x="2839508" y="0"/>
                  </a:lnTo>
                  <a:lnTo>
                    <a:pt x="2838693" y="0"/>
                  </a:lnTo>
                  <a:lnTo>
                    <a:pt x="2837878" y="0"/>
                  </a:lnTo>
                  <a:lnTo>
                    <a:pt x="2837064" y="0"/>
                  </a:lnTo>
                  <a:lnTo>
                    <a:pt x="2836249" y="0"/>
                  </a:lnTo>
                  <a:lnTo>
                    <a:pt x="2835434" y="0"/>
                  </a:lnTo>
                  <a:lnTo>
                    <a:pt x="2834619" y="0"/>
                  </a:lnTo>
                  <a:lnTo>
                    <a:pt x="2833805" y="0"/>
                  </a:lnTo>
                  <a:lnTo>
                    <a:pt x="2832990" y="0"/>
                  </a:lnTo>
                  <a:lnTo>
                    <a:pt x="2832175" y="0"/>
                  </a:lnTo>
                  <a:lnTo>
                    <a:pt x="2831360" y="0"/>
                  </a:lnTo>
                  <a:lnTo>
                    <a:pt x="2830545" y="0"/>
                  </a:lnTo>
                  <a:lnTo>
                    <a:pt x="2829731" y="0"/>
                  </a:lnTo>
                  <a:lnTo>
                    <a:pt x="2828916" y="0"/>
                  </a:lnTo>
                  <a:lnTo>
                    <a:pt x="2828101" y="0"/>
                  </a:lnTo>
                  <a:lnTo>
                    <a:pt x="2827286" y="0"/>
                  </a:lnTo>
                  <a:lnTo>
                    <a:pt x="2826471" y="0"/>
                  </a:lnTo>
                  <a:lnTo>
                    <a:pt x="2825657" y="0"/>
                  </a:lnTo>
                  <a:lnTo>
                    <a:pt x="2824842" y="0"/>
                  </a:lnTo>
                  <a:lnTo>
                    <a:pt x="2824027" y="0"/>
                  </a:lnTo>
                  <a:lnTo>
                    <a:pt x="2823212" y="0"/>
                  </a:lnTo>
                  <a:lnTo>
                    <a:pt x="2822398" y="0"/>
                  </a:lnTo>
                  <a:lnTo>
                    <a:pt x="2821583" y="0"/>
                  </a:lnTo>
                  <a:lnTo>
                    <a:pt x="2820768" y="0"/>
                  </a:lnTo>
                  <a:lnTo>
                    <a:pt x="2819953" y="0"/>
                  </a:lnTo>
                  <a:lnTo>
                    <a:pt x="2819138" y="0"/>
                  </a:lnTo>
                  <a:lnTo>
                    <a:pt x="2818324" y="0"/>
                  </a:lnTo>
                  <a:lnTo>
                    <a:pt x="2817509" y="0"/>
                  </a:lnTo>
                  <a:lnTo>
                    <a:pt x="2816694" y="0"/>
                  </a:lnTo>
                  <a:lnTo>
                    <a:pt x="2815879" y="0"/>
                  </a:lnTo>
                  <a:lnTo>
                    <a:pt x="2815065" y="0"/>
                  </a:lnTo>
                  <a:lnTo>
                    <a:pt x="2814250" y="0"/>
                  </a:lnTo>
                  <a:lnTo>
                    <a:pt x="2813435" y="0"/>
                  </a:lnTo>
                  <a:lnTo>
                    <a:pt x="2812620" y="0"/>
                  </a:lnTo>
                  <a:lnTo>
                    <a:pt x="2811805" y="0"/>
                  </a:lnTo>
                  <a:lnTo>
                    <a:pt x="2810991" y="0"/>
                  </a:lnTo>
                  <a:lnTo>
                    <a:pt x="2810176" y="0"/>
                  </a:lnTo>
                  <a:lnTo>
                    <a:pt x="2809361" y="0"/>
                  </a:lnTo>
                  <a:lnTo>
                    <a:pt x="2808546" y="0"/>
                  </a:lnTo>
                  <a:lnTo>
                    <a:pt x="2807732" y="0"/>
                  </a:lnTo>
                  <a:lnTo>
                    <a:pt x="2806917" y="0"/>
                  </a:lnTo>
                  <a:lnTo>
                    <a:pt x="2806102" y="0"/>
                  </a:lnTo>
                  <a:lnTo>
                    <a:pt x="2805287" y="0"/>
                  </a:lnTo>
                  <a:lnTo>
                    <a:pt x="2804472" y="0"/>
                  </a:lnTo>
                  <a:lnTo>
                    <a:pt x="2803658" y="0"/>
                  </a:lnTo>
                  <a:lnTo>
                    <a:pt x="2802843" y="0"/>
                  </a:lnTo>
                  <a:lnTo>
                    <a:pt x="2802028" y="0"/>
                  </a:lnTo>
                  <a:lnTo>
                    <a:pt x="2801213" y="0"/>
                  </a:lnTo>
                  <a:lnTo>
                    <a:pt x="2800399" y="0"/>
                  </a:lnTo>
                  <a:lnTo>
                    <a:pt x="2799584" y="0"/>
                  </a:lnTo>
                  <a:lnTo>
                    <a:pt x="2798769" y="0"/>
                  </a:lnTo>
                  <a:lnTo>
                    <a:pt x="2797954" y="0"/>
                  </a:lnTo>
                  <a:lnTo>
                    <a:pt x="2797139" y="0"/>
                  </a:lnTo>
                  <a:lnTo>
                    <a:pt x="2796325" y="0"/>
                  </a:lnTo>
                  <a:lnTo>
                    <a:pt x="2795510" y="0"/>
                  </a:lnTo>
                  <a:lnTo>
                    <a:pt x="2794695" y="0"/>
                  </a:lnTo>
                  <a:lnTo>
                    <a:pt x="2793880" y="0"/>
                  </a:lnTo>
                  <a:lnTo>
                    <a:pt x="2793066" y="0"/>
                  </a:lnTo>
                  <a:lnTo>
                    <a:pt x="2792251" y="0"/>
                  </a:lnTo>
                  <a:lnTo>
                    <a:pt x="2791436" y="0"/>
                  </a:lnTo>
                  <a:lnTo>
                    <a:pt x="2790621" y="0"/>
                  </a:lnTo>
                  <a:lnTo>
                    <a:pt x="2789806" y="0"/>
                  </a:lnTo>
                  <a:lnTo>
                    <a:pt x="2788992" y="0"/>
                  </a:lnTo>
                  <a:lnTo>
                    <a:pt x="2788177" y="0"/>
                  </a:lnTo>
                  <a:lnTo>
                    <a:pt x="2787362" y="0"/>
                  </a:lnTo>
                  <a:lnTo>
                    <a:pt x="2786547" y="0"/>
                  </a:lnTo>
                  <a:lnTo>
                    <a:pt x="2785732" y="0"/>
                  </a:lnTo>
                  <a:lnTo>
                    <a:pt x="2784918" y="0"/>
                  </a:lnTo>
                  <a:lnTo>
                    <a:pt x="2784103" y="0"/>
                  </a:lnTo>
                  <a:lnTo>
                    <a:pt x="2783288" y="0"/>
                  </a:lnTo>
                  <a:lnTo>
                    <a:pt x="2782473" y="0"/>
                  </a:lnTo>
                  <a:lnTo>
                    <a:pt x="2781659" y="0"/>
                  </a:lnTo>
                  <a:lnTo>
                    <a:pt x="2780844" y="0"/>
                  </a:lnTo>
                  <a:lnTo>
                    <a:pt x="2780029" y="0"/>
                  </a:lnTo>
                  <a:lnTo>
                    <a:pt x="2779214" y="0"/>
                  </a:lnTo>
                  <a:lnTo>
                    <a:pt x="2778399" y="0"/>
                  </a:lnTo>
                  <a:lnTo>
                    <a:pt x="2777585" y="0"/>
                  </a:lnTo>
                  <a:lnTo>
                    <a:pt x="2776770" y="0"/>
                  </a:lnTo>
                  <a:lnTo>
                    <a:pt x="2775955" y="0"/>
                  </a:lnTo>
                  <a:lnTo>
                    <a:pt x="2775140" y="0"/>
                  </a:lnTo>
                  <a:lnTo>
                    <a:pt x="2774326" y="0"/>
                  </a:lnTo>
                  <a:lnTo>
                    <a:pt x="2773511" y="0"/>
                  </a:lnTo>
                  <a:lnTo>
                    <a:pt x="2772696" y="0"/>
                  </a:lnTo>
                  <a:lnTo>
                    <a:pt x="2771881" y="0"/>
                  </a:lnTo>
                  <a:lnTo>
                    <a:pt x="2771066" y="0"/>
                  </a:lnTo>
                  <a:lnTo>
                    <a:pt x="2770252" y="0"/>
                  </a:lnTo>
                  <a:lnTo>
                    <a:pt x="2769437" y="0"/>
                  </a:lnTo>
                  <a:lnTo>
                    <a:pt x="2768622" y="0"/>
                  </a:lnTo>
                  <a:lnTo>
                    <a:pt x="2767807" y="0"/>
                  </a:lnTo>
                  <a:lnTo>
                    <a:pt x="2766993" y="0"/>
                  </a:lnTo>
                  <a:lnTo>
                    <a:pt x="2766178" y="0"/>
                  </a:lnTo>
                  <a:lnTo>
                    <a:pt x="2765363" y="0"/>
                  </a:lnTo>
                  <a:lnTo>
                    <a:pt x="2764548" y="0"/>
                  </a:lnTo>
                  <a:lnTo>
                    <a:pt x="2763733" y="0"/>
                  </a:lnTo>
                  <a:lnTo>
                    <a:pt x="2762919" y="0"/>
                  </a:lnTo>
                  <a:lnTo>
                    <a:pt x="2762104" y="0"/>
                  </a:lnTo>
                  <a:lnTo>
                    <a:pt x="2761289" y="0"/>
                  </a:lnTo>
                  <a:lnTo>
                    <a:pt x="2760474" y="0"/>
                  </a:lnTo>
                  <a:lnTo>
                    <a:pt x="2759660" y="0"/>
                  </a:lnTo>
                  <a:lnTo>
                    <a:pt x="2758845" y="0"/>
                  </a:lnTo>
                  <a:lnTo>
                    <a:pt x="2758030" y="0"/>
                  </a:lnTo>
                  <a:lnTo>
                    <a:pt x="2757215" y="0"/>
                  </a:lnTo>
                  <a:lnTo>
                    <a:pt x="2756400" y="0"/>
                  </a:lnTo>
                  <a:lnTo>
                    <a:pt x="2755586" y="0"/>
                  </a:lnTo>
                  <a:lnTo>
                    <a:pt x="2754771" y="0"/>
                  </a:lnTo>
                  <a:lnTo>
                    <a:pt x="2753956" y="0"/>
                  </a:lnTo>
                  <a:lnTo>
                    <a:pt x="2753141" y="0"/>
                  </a:lnTo>
                  <a:lnTo>
                    <a:pt x="2752327" y="0"/>
                  </a:lnTo>
                  <a:lnTo>
                    <a:pt x="2751512" y="0"/>
                  </a:lnTo>
                  <a:lnTo>
                    <a:pt x="2750697" y="0"/>
                  </a:lnTo>
                  <a:lnTo>
                    <a:pt x="2749882" y="0"/>
                  </a:lnTo>
                  <a:lnTo>
                    <a:pt x="2749067" y="0"/>
                  </a:lnTo>
                  <a:lnTo>
                    <a:pt x="2748253" y="0"/>
                  </a:lnTo>
                  <a:lnTo>
                    <a:pt x="2747438" y="0"/>
                  </a:lnTo>
                  <a:lnTo>
                    <a:pt x="2746623" y="0"/>
                  </a:lnTo>
                  <a:lnTo>
                    <a:pt x="2745808" y="0"/>
                  </a:lnTo>
                  <a:lnTo>
                    <a:pt x="2744993" y="0"/>
                  </a:lnTo>
                  <a:lnTo>
                    <a:pt x="2744179" y="0"/>
                  </a:lnTo>
                  <a:lnTo>
                    <a:pt x="2743364" y="0"/>
                  </a:lnTo>
                  <a:lnTo>
                    <a:pt x="2742549" y="0"/>
                  </a:lnTo>
                  <a:lnTo>
                    <a:pt x="2741734" y="0"/>
                  </a:lnTo>
                  <a:lnTo>
                    <a:pt x="2740920" y="0"/>
                  </a:lnTo>
                  <a:lnTo>
                    <a:pt x="2740105" y="0"/>
                  </a:lnTo>
                  <a:lnTo>
                    <a:pt x="2739290" y="0"/>
                  </a:lnTo>
                  <a:lnTo>
                    <a:pt x="2738475" y="0"/>
                  </a:lnTo>
                  <a:lnTo>
                    <a:pt x="2737660" y="0"/>
                  </a:lnTo>
                  <a:lnTo>
                    <a:pt x="2736846" y="0"/>
                  </a:lnTo>
                  <a:lnTo>
                    <a:pt x="2736031" y="0"/>
                  </a:lnTo>
                  <a:lnTo>
                    <a:pt x="2735216" y="0"/>
                  </a:lnTo>
                  <a:lnTo>
                    <a:pt x="2734401" y="0"/>
                  </a:lnTo>
                  <a:lnTo>
                    <a:pt x="2733587" y="0"/>
                  </a:lnTo>
                  <a:lnTo>
                    <a:pt x="2732772" y="0"/>
                  </a:lnTo>
                  <a:lnTo>
                    <a:pt x="2731957" y="0"/>
                  </a:lnTo>
                  <a:lnTo>
                    <a:pt x="2731142" y="0"/>
                  </a:lnTo>
                  <a:lnTo>
                    <a:pt x="2730327" y="0"/>
                  </a:lnTo>
                  <a:lnTo>
                    <a:pt x="2729513" y="0"/>
                  </a:lnTo>
                  <a:lnTo>
                    <a:pt x="2728698" y="0"/>
                  </a:lnTo>
                  <a:lnTo>
                    <a:pt x="2727883" y="0"/>
                  </a:lnTo>
                  <a:lnTo>
                    <a:pt x="2727068" y="0"/>
                  </a:lnTo>
                  <a:lnTo>
                    <a:pt x="2726254" y="0"/>
                  </a:lnTo>
                  <a:lnTo>
                    <a:pt x="2725439" y="0"/>
                  </a:lnTo>
                  <a:lnTo>
                    <a:pt x="2724624" y="0"/>
                  </a:lnTo>
                  <a:lnTo>
                    <a:pt x="2723809" y="0"/>
                  </a:lnTo>
                  <a:lnTo>
                    <a:pt x="2722994" y="0"/>
                  </a:lnTo>
                  <a:lnTo>
                    <a:pt x="2722180" y="0"/>
                  </a:lnTo>
                  <a:lnTo>
                    <a:pt x="2721365" y="0"/>
                  </a:lnTo>
                  <a:lnTo>
                    <a:pt x="2720550" y="0"/>
                  </a:lnTo>
                  <a:lnTo>
                    <a:pt x="2719735" y="0"/>
                  </a:lnTo>
                  <a:lnTo>
                    <a:pt x="2718921" y="0"/>
                  </a:lnTo>
                  <a:lnTo>
                    <a:pt x="2718106" y="0"/>
                  </a:lnTo>
                  <a:lnTo>
                    <a:pt x="2717291" y="0"/>
                  </a:lnTo>
                  <a:lnTo>
                    <a:pt x="2716476" y="0"/>
                  </a:lnTo>
                  <a:lnTo>
                    <a:pt x="2715661" y="0"/>
                  </a:lnTo>
                  <a:lnTo>
                    <a:pt x="2714847" y="0"/>
                  </a:lnTo>
                  <a:lnTo>
                    <a:pt x="2714032" y="0"/>
                  </a:lnTo>
                  <a:lnTo>
                    <a:pt x="2713217" y="0"/>
                  </a:lnTo>
                  <a:lnTo>
                    <a:pt x="2712402" y="0"/>
                  </a:lnTo>
                  <a:lnTo>
                    <a:pt x="2711588" y="0"/>
                  </a:lnTo>
                  <a:lnTo>
                    <a:pt x="2710773" y="0"/>
                  </a:lnTo>
                  <a:lnTo>
                    <a:pt x="2709958" y="0"/>
                  </a:lnTo>
                  <a:lnTo>
                    <a:pt x="2709143" y="0"/>
                  </a:lnTo>
                  <a:lnTo>
                    <a:pt x="2708328" y="0"/>
                  </a:lnTo>
                  <a:lnTo>
                    <a:pt x="2707514" y="0"/>
                  </a:lnTo>
                  <a:lnTo>
                    <a:pt x="2706699" y="0"/>
                  </a:lnTo>
                  <a:lnTo>
                    <a:pt x="2705884" y="0"/>
                  </a:lnTo>
                  <a:lnTo>
                    <a:pt x="2705069" y="0"/>
                  </a:lnTo>
                  <a:lnTo>
                    <a:pt x="2704254" y="0"/>
                  </a:lnTo>
                  <a:lnTo>
                    <a:pt x="2703440" y="0"/>
                  </a:lnTo>
                  <a:lnTo>
                    <a:pt x="2702625" y="0"/>
                  </a:lnTo>
                  <a:lnTo>
                    <a:pt x="2701810" y="0"/>
                  </a:lnTo>
                  <a:lnTo>
                    <a:pt x="2700995" y="0"/>
                  </a:lnTo>
                  <a:lnTo>
                    <a:pt x="2700181" y="0"/>
                  </a:lnTo>
                  <a:lnTo>
                    <a:pt x="2699366" y="0"/>
                  </a:lnTo>
                  <a:lnTo>
                    <a:pt x="2698551" y="0"/>
                  </a:lnTo>
                  <a:lnTo>
                    <a:pt x="2697736" y="0"/>
                  </a:lnTo>
                  <a:lnTo>
                    <a:pt x="2696921" y="0"/>
                  </a:lnTo>
                  <a:lnTo>
                    <a:pt x="2696107" y="0"/>
                  </a:lnTo>
                  <a:lnTo>
                    <a:pt x="2695292" y="0"/>
                  </a:lnTo>
                  <a:lnTo>
                    <a:pt x="2694477" y="0"/>
                  </a:lnTo>
                  <a:lnTo>
                    <a:pt x="2693662" y="0"/>
                  </a:lnTo>
                  <a:lnTo>
                    <a:pt x="2692848" y="0"/>
                  </a:lnTo>
                  <a:lnTo>
                    <a:pt x="2692033" y="0"/>
                  </a:lnTo>
                  <a:lnTo>
                    <a:pt x="2691218" y="0"/>
                  </a:lnTo>
                  <a:lnTo>
                    <a:pt x="2690403" y="0"/>
                  </a:lnTo>
                  <a:lnTo>
                    <a:pt x="2689588" y="0"/>
                  </a:lnTo>
                  <a:lnTo>
                    <a:pt x="2688774" y="0"/>
                  </a:lnTo>
                  <a:lnTo>
                    <a:pt x="2687959" y="0"/>
                  </a:lnTo>
                  <a:lnTo>
                    <a:pt x="2687144" y="0"/>
                  </a:lnTo>
                  <a:lnTo>
                    <a:pt x="2686329" y="0"/>
                  </a:lnTo>
                  <a:lnTo>
                    <a:pt x="2685515" y="0"/>
                  </a:lnTo>
                  <a:lnTo>
                    <a:pt x="2684700" y="0"/>
                  </a:lnTo>
                  <a:lnTo>
                    <a:pt x="2683885" y="0"/>
                  </a:lnTo>
                  <a:lnTo>
                    <a:pt x="2683070" y="0"/>
                  </a:lnTo>
                  <a:lnTo>
                    <a:pt x="2682255" y="0"/>
                  </a:lnTo>
                  <a:lnTo>
                    <a:pt x="2681441" y="0"/>
                  </a:lnTo>
                  <a:lnTo>
                    <a:pt x="2680626" y="0"/>
                  </a:lnTo>
                  <a:lnTo>
                    <a:pt x="2679811" y="0"/>
                  </a:lnTo>
                  <a:lnTo>
                    <a:pt x="2678996" y="0"/>
                  </a:lnTo>
                  <a:lnTo>
                    <a:pt x="2678182" y="0"/>
                  </a:lnTo>
                  <a:lnTo>
                    <a:pt x="2677367" y="0"/>
                  </a:lnTo>
                  <a:lnTo>
                    <a:pt x="2676552" y="0"/>
                  </a:lnTo>
                  <a:lnTo>
                    <a:pt x="2675737" y="0"/>
                  </a:lnTo>
                  <a:lnTo>
                    <a:pt x="2674922" y="0"/>
                  </a:lnTo>
                  <a:lnTo>
                    <a:pt x="2674108" y="0"/>
                  </a:lnTo>
                  <a:lnTo>
                    <a:pt x="2673293" y="0"/>
                  </a:lnTo>
                  <a:lnTo>
                    <a:pt x="2672478" y="0"/>
                  </a:lnTo>
                  <a:lnTo>
                    <a:pt x="2671663" y="0"/>
                  </a:lnTo>
                  <a:lnTo>
                    <a:pt x="2670849" y="0"/>
                  </a:lnTo>
                  <a:lnTo>
                    <a:pt x="2670034" y="0"/>
                  </a:lnTo>
                  <a:lnTo>
                    <a:pt x="2669219" y="0"/>
                  </a:lnTo>
                  <a:lnTo>
                    <a:pt x="2668404" y="0"/>
                  </a:lnTo>
                  <a:lnTo>
                    <a:pt x="2667589" y="0"/>
                  </a:lnTo>
                  <a:lnTo>
                    <a:pt x="2666775" y="0"/>
                  </a:lnTo>
                  <a:lnTo>
                    <a:pt x="2665960" y="0"/>
                  </a:lnTo>
                  <a:lnTo>
                    <a:pt x="2665145" y="0"/>
                  </a:lnTo>
                  <a:lnTo>
                    <a:pt x="2664330" y="0"/>
                  </a:lnTo>
                  <a:lnTo>
                    <a:pt x="2663515" y="0"/>
                  </a:lnTo>
                  <a:lnTo>
                    <a:pt x="2662701" y="0"/>
                  </a:lnTo>
                  <a:lnTo>
                    <a:pt x="2661886" y="0"/>
                  </a:lnTo>
                  <a:lnTo>
                    <a:pt x="2661071" y="0"/>
                  </a:lnTo>
                  <a:lnTo>
                    <a:pt x="2660256" y="0"/>
                  </a:lnTo>
                  <a:lnTo>
                    <a:pt x="2659442" y="0"/>
                  </a:lnTo>
                  <a:lnTo>
                    <a:pt x="2658627" y="0"/>
                  </a:lnTo>
                  <a:lnTo>
                    <a:pt x="2657812" y="0"/>
                  </a:lnTo>
                  <a:lnTo>
                    <a:pt x="2656997" y="0"/>
                  </a:lnTo>
                  <a:lnTo>
                    <a:pt x="2656182" y="0"/>
                  </a:lnTo>
                  <a:lnTo>
                    <a:pt x="2655368" y="0"/>
                  </a:lnTo>
                  <a:lnTo>
                    <a:pt x="2654553" y="0"/>
                  </a:lnTo>
                  <a:lnTo>
                    <a:pt x="2653738" y="0"/>
                  </a:lnTo>
                  <a:lnTo>
                    <a:pt x="2652923" y="0"/>
                  </a:lnTo>
                  <a:lnTo>
                    <a:pt x="2652109" y="0"/>
                  </a:lnTo>
                  <a:lnTo>
                    <a:pt x="2651294" y="0"/>
                  </a:lnTo>
                  <a:lnTo>
                    <a:pt x="2650479" y="0"/>
                  </a:lnTo>
                  <a:lnTo>
                    <a:pt x="2649664" y="0"/>
                  </a:lnTo>
                  <a:lnTo>
                    <a:pt x="2648849" y="0"/>
                  </a:lnTo>
                  <a:lnTo>
                    <a:pt x="2648035" y="0"/>
                  </a:lnTo>
                  <a:lnTo>
                    <a:pt x="2647220" y="0"/>
                  </a:lnTo>
                  <a:lnTo>
                    <a:pt x="2646405" y="0"/>
                  </a:lnTo>
                  <a:lnTo>
                    <a:pt x="2645590" y="0"/>
                  </a:lnTo>
                  <a:lnTo>
                    <a:pt x="2644776" y="0"/>
                  </a:lnTo>
                  <a:lnTo>
                    <a:pt x="2643961" y="0"/>
                  </a:lnTo>
                  <a:lnTo>
                    <a:pt x="2643146" y="0"/>
                  </a:lnTo>
                  <a:lnTo>
                    <a:pt x="2642331" y="0"/>
                  </a:lnTo>
                  <a:lnTo>
                    <a:pt x="2641516" y="0"/>
                  </a:lnTo>
                  <a:lnTo>
                    <a:pt x="2640702" y="0"/>
                  </a:lnTo>
                  <a:lnTo>
                    <a:pt x="2639887" y="0"/>
                  </a:lnTo>
                  <a:lnTo>
                    <a:pt x="2639072" y="0"/>
                  </a:lnTo>
                  <a:lnTo>
                    <a:pt x="2638257" y="0"/>
                  </a:lnTo>
                  <a:lnTo>
                    <a:pt x="2637443" y="0"/>
                  </a:lnTo>
                  <a:lnTo>
                    <a:pt x="2636628" y="0"/>
                  </a:lnTo>
                  <a:lnTo>
                    <a:pt x="2635813" y="0"/>
                  </a:lnTo>
                  <a:lnTo>
                    <a:pt x="2634998" y="0"/>
                  </a:lnTo>
                  <a:lnTo>
                    <a:pt x="2634183" y="0"/>
                  </a:lnTo>
                  <a:lnTo>
                    <a:pt x="2633369" y="0"/>
                  </a:lnTo>
                  <a:lnTo>
                    <a:pt x="2632554" y="0"/>
                  </a:lnTo>
                  <a:lnTo>
                    <a:pt x="2631739" y="0"/>
                  </a:lnTo>
                  <a:lnTo>
                    <a:pt x="2630924" y="0"/>
                  </a:lnTo>
                  <a:lnTo>
                    <a:pt x="2630110" y="0"/>
                  </a:lnTo>
                  <a:lnTo>
                    <a:pt x="2629295" y="0"/>
                  </a:lnTo>
                  <a:lnTo>
                    <a:pt x="2628480" y="0"/>
                  </a:lnTo>
                  <a:lnTo>
                    <a:pt x="2627665" y="0"/>
                  </a:lnTo>
                  <a:lnTo>
                    <a:pt x="2626850" y="0"/>
                  </a:lnTo>
                  <a:lnTo>
                    <a:pt x="2626036" y="0"/>
                  </a:lnTo>
                  <a:lnTo>
                    <a:pt x="2625221" y="0"/>
                  </a:lnTo>
                  <a:lnTo>
                    <a:pt x="2624406" y="0"/>
                  </a:lnTo>
                  <a:lnTo>
                    <a:pt x="2623591" y="0"/>
                  </a:lnTo>
                  <a:lnTo>
                    <a:pt x="2622776" y="0"/>
                  </a:lnTo>
                  <a:lnTo>
                    <a:pt x="2621962" y="0"/>
                  </a:lnTo>
                  <a:lnTo>
                    <a:pt x="2621147" y="0"/>
                  </a:lnTo>
                  <a:lnTo>
                    <a:pt x="2620332" y="0"/>
                  </a:lnTo>
                  <a:lnTo>
                    <a:pt x="2619517" y="0"/>
                  </a:lnTo>
                  <a:lnTo>
                    <a:pt x="2618703" y="0"/>
                  </a:lnTo>
                  <a:lnTo>
                    <a:pt x="2617888" y="0"/>
                  </a:lnTo>
                  <a:lnTo>
                    <a:pt x="2617073" y="0"/>
                  </a:lnTo>
                  <a:lnTo>
                    <a:pt x="2616258" y="0"/>
                  </a:lnTo>
                  <a:lnTo>
                    <a:pt x="2615443" y="0"/>
                  </a:lnTo>
                  <a:lnTo>
                    <a:pt x="2614629" y="0"/>
                  </a:lnTo>
                  <a:lnTo>
                    <a:pt x="2613814" y="0"/>
                  </a:lnTo>
                  <a:lnTo>
                    <a:pt x="2612999" y="0"/>
                  </a:lnTo>
                  <a:lnTo>
                    <a:pt x="2612184" y="0"/>
                  </a:lnTo>
                  <a:lnTo>
                    <a:pt x="2611370" y="0"/>
                  </a:lnTo>
                  <a:lnTo>
                    <a:pt x="2610555" y="0"/>
                  </a:lnTo>
                  <a:lnTo>
                    <a:pt x="2609740" y="0"/>
                  </a:lnTo>
                  <a:lnTo>
                    <a:pt x="2608925" y="0"/>
                  </a:lnTo>
                  <a:lnTo>
                    <a:pt x="2608110" y="0"/>
                  </a:lnTo>
                  <a:lnTo>
                    <a:pt x="2607296" y="0"/>
                  </a:lnTo>
                  <a:lnTo>
                    <a:pt x="2606481" y="0"/>
                  </a:lnTo>
                  <a:lnTo>
                    <a:pt x="2605666" y="0"/>
                  </a:lnTo>
                  <a:lnTo>
                    <a:pt x="2604851" y="0"/>
                  </a:lnTo>
                  <a:lnTo>
                    <a:pt x="2604037" y="0"/>
                  </a:lnTo>
                  <a:lnTo>
                    <a:pt x="2603222" y="0"/>
                  </a:lnTo>
                  <a:lnTo>
                    <a:pt x="2602407" y="0"/>
                  </a:lnTo>
                  <a:lnTo>
                    <a:pt x="2601592" y="0"/>
                  </a:lnTo>
                  <a:lnTo>
                    <a:pt x="2600777" y="0"/>
                  </a:lnTo>
                  <a:lnTo>
                    <a:pt x="2599963" y="0"/>
                  </a:lnTo>
                  <a:lnTo>
                    <a:pt x="2599148" y="0"/>
                  </a:lnTo>
                  <a:lnTo>
                    <a:pt x="2598333" y="0"/>
                  </a:lnTo>
                  <a:lnTo>
                    <a:pt x="2597518" y="0"/>
                  </a:lnTo>
                  <a:lnTo>
                    <a:pt x="2596704" y="0"/>
                  </a:lnTo>
                  <a:lnTo>
                    <a:pt x="2595889" y="0"/>
                  </a:lnTo>
                  <a:lnTo>
                    <a:pt x="2595074" y="0"/>
                  </a:lnTo>
                  <a:lnTo>
                    <a:pt x="2594259" y="0"/>
                  </a:lnTo>
                  <a:lnTo>
                    <a:pt x="2593444" y="0"/>
                  </a:lnTo>
                  <a:lnTo>
                    <a:pt x="2592630" y="0"/>
                  </a:lnTo>
                  <a:lnTo>
                    <a:pt x="2591815" y="0"/>
                  </a:lnTo>
                  <a:lnTo>
                    <a:pt x="2591000" y="0"/>
                  </a:lnTo>
                  <a:lnTo>
                    <a:pt x="2590185" y="0"/>
                  </a:lnTo>
                  <a:lnTo>
                    <a:pt x="2589371" y="0"/>
                  </a:lnTo>
                  <a:lnTo>
                    <a:pt x="2588556" y="0"/>
                  </a:lnTo>
                  <a:lnTo>
                    <a:pt x="2587741" y="0"/>
                  </a:lnTo>
                  <a:lnTo>
                    <a:pt x="2586926" y="0"/>
                  </a:lnTo>
                  <a:lnTo>
                    <a:pt x="2586111" y="0"/>
                  </a:lnTo>
                  <a:lnTo>
                    <a:pt x="2585297" y="0"/>
                  </a:lnTo>
                  <a:lnTo>
                    <a:pt x="2584482" y="0"/>
                  </a:lnTo>
                  <a:lnTo>
                    <a:pt x="2583667" y="0"/>
                  </a:lnTo>
                  <a:lnTo>
                    <a:pt x="2582852" y="0"/>
                  </a:lnTo>
                  <a:lnTo>
                    <a:pt x="2582037" y="0"/>
                  </a:lnTo>
                  <a:lnTo>
                    <a:pt x="2581223" y="0"/>
                  </a:lnTo>
                  <a:lnTo>
                    <a:pt x="2580408" y="0"/>
                  </a:lnTo>
                  <a:lnTo>
                    <a:pt x="2579593" y="0"/>
                  </a:lnTo>
                  <a:lnTo>
                    <a:pt x="2578778" y="0"/>
                  </a:lnTo>
                  <a:lnTo>
                    <a:pt x="2577964" y="0"/>
                  </a:lnTo>
                  <a:lnTo>
                    <a:pt x="2577149" y="0"/>
                  </a:lnTo>
                  <a:lnTo>
                    <a:pt x="2576334" y="0"/>
                  </a:lnTo>
                  <a:lnTo>
                    <a:pt x="2575519" y="0"/>
                  </a:lnTo>
                  <a:lnTo>
                    <a:pt x="2574704" y="0"/>
                  </a:lnTo>
                  <a:lnTo>
                    <a:pt x="2573890" y="0"/>
                  </a:lnTo>
                  <a:lnTo>
                    <a:pt x="2573075" y="0"/>
                  </a:lnTo>
                  <a:lnTo>
                    <a:pt x="2572260" y="0"/>
                  </a:lnTo>
                  <a:lnTo>
                    <a:pt x="2571445" y="0"/>
                  </a:lnTo>
                  <a:lnTo>
                    <a:pt x="2570631" y="0"/>
                  </a:lnTo>
                  <a:lnTo>
                    <a:pt x="2569816" y="0"/>
                  </a:lnTo>
                  <a:lnTo>
                    <a:pt x="2569001" y="0"/>
                  </a:lnTo>
                  <a:lnTo>
                    <a:pt x="2568186" y="0"/>
                  </a:lnTo>
                  <a:lnTo>
                    <a:pt x="2567371" y="0"/>
                  </a:lnTo>
                  <a:lnTo>
                    <a:pt x="2566557" y="0"/>
                  </a:lnTo>
                  <a:lnTo>
                    <a:pt x="2565742" y="0"/>
                  </a:lnTo>
                  <a:lnTo>
                    <a:pt x="2564927" y="0"/>
                  </a:lnTo>
                  <a:lnTo>
                    <a:pt x="2564112" y="0"/>
                  </a:lnTo>
                  <a:lnTo>
                    <a:pt x="2563298" y="0"/>
                  </a:lnTo>
                  <a:lnTo>
                    <a:pt x="2562483" y="0"/>
                  </a:lnTo>
                  <a:lnTo>
                    <a:pt x="2561668" y="0"/>
                  </a:lnTo>
                  <a:lnTo>
                    <a:pt x="2560853" y="0"/>
                  </a:lnTo>
                  <a:lnTo>
                    <a:pt x="2560038" y="0"/>
                  </a:lnTo>
                  <a:lnTo>
                    <a:pt x="2559224" y="0"/>
                  </a:lnTo>
                  <a:lnTo>
                    <a:pt x="2558409" y="0"/>
                  </a:lnTo>
                  <a:lnTo>
                    <a:pt x="2557594" y="0"/>
                  </a:lnTo>
                  <a:lnTo>
                    <a:pt x="2556779" y="0"/>
                  </a:lnTo>
                  <a:lnTo>
                    <a:pt x="2555965" y="0"/>
                  </a:lnTo>
                  <a:lnTo>
                    <a:pt x="2555150" y="0"/>
                  </a:lnTo>
                  <a:lnTo>
                    <a:pt x="2554335" y="0"/>
                  </a:lnTo>
                  <a:lnTo>
                    <a:pt x="2553520" y="0"/>
                  </a:lnTo>
                  <a:lnTo>
                    <a:pt x="2552705" y="0"/>
                  </a:lnTo>
                  <a:lnTo>
                    <a:pt x="2551891" y="0"/>
                  </a:lnTo>
                  <a:lnTo>
                    <a:pt x="2551076" y="0"/>
                  </a:lnTo>
                  <a:lnTo>
                    <a:pt x="2550261" y="0"/>
                  </a:lnTo>
                  <a:lnTo>
                    <a:pt x="2549446" y="0"/>
                  </a:lnTo>
                  <a:lnTo>
                    <a:pt x="2548631" y="0"/>
                  </a:lnTo>
                  <a:lnTo>
                    <a:pt x="2547817" y="0"/>
                  </a:lnTo>
                  <a:lnTo>
                    <a:pt x="2547002" y="0"/>
                  </a:lnTo>
                  <a:lnTo>
                    <a:pt x="2546187" y="0"/>
                  </a:lnTo>
                  <a:lnTo>
                    <a:pt x="2545372" y="0"/>
                  </a:lnTo>
                  <a:lnTo>
                    <a:pt x="2544558" y="0"/>
                  </a:lnTo>
                  <a:lnTo>
                    <a:pt x="2543743" y="0"/>
                  </a:lnTo>
                  <a:lnTo>
                    <a:pt x="2542928" y="0"/>
                  </a:lnTo>
                  <a:lnTo>
                    <a:pt x="2542113" y="0"/>
                  </a:lnTo>
                  <a:lnTo>
                    <a:pt x="2541298" y="0"/>
                  </a:lnTo>
                  <a:lnTo>
                    <a:pt x="2540484" y="0"/>
                  </a:lnTo>
                  <a:lnTo>
                    <a:pt x="2539669" y="0"/>
                  </a:lnTo>
                  <a:lnTo>
                    <a:pt x="2538854" y="0"/>
                  </a:lnTo>
                  <a:lnTo>
                    <a:pt x="2538039" y="0"/>
                  </a:lnTo>
                  <a:lnTo>
                    <a:pt x="2537225" y="0"/>
                  </a:lnTo>
                  <a:lnTo>
                    <a:pt x="2536410" y="0"/>
                  </a:lnTo>
                  <a:lnTo>
                    <a:pt x="2535595" y="0"/>
                  </a:lnTo>
                  <a:lnTo>
                    <a:pt x="2534780" y="0"/>
                  </a:lnTo>
                  <a:lnTo>
                    <a:pt x="2533965" y="0"/>
                  </a:lnTo>
                  <a:lnTo>
                    <a:pt x="2533151" y="0"/>
                  </a:lnTo>
                  <a:lnTo>
                    <a:pt x="2532336" y="0"/>
                  </a:lnTo>
                  <a:lnTo>
                    <a:pt x="2531521" y="0"/>
                  </a:lnTo>
                  <a:lnTo>
                    <a:pt x="2530706" y="0"/>
                  </a:lnTo>
                  <a:lnTo>
                    <a:pt x="2529892" y="0"/>
                  </a:lnTo>
                  <a:lnTo>
                    <a:pt x="2529077" y="0"/>
                  </a:lnTo>
                  <a:lnTo>
                    <a:pt x="2528262" y="0"/>
                  </a:lnTo>
                  <a:lnTo>
                    <a:pt x="2527447" y="0"/>
                  </a:lnTo>
                  <a:lnTo>
                    <a:pt x="2526632" y="0"/>
                  </a:lnTo>
                  <a:lnTo>
                    <a:pt x="2525818" y="0"/>
                  </a:lnTo>
                  <a:lnTo>
                    <a:pt x="2525003" y="0"/>
                  </a:lnTo>
                  <a:lnTo>
                    <a:pt x="2524188" y="0"/>
                  </a:lnTo>
                  <a:lnTo>
                    <a:pt x="2523373" y="0"/>
                  </a:lnTo>
                  <a:lnTo>
                    <a:pt x="2522559" y="0"/>
                  </a:lnTo>
                  <a:lnTo>
                    <a:pt x="2521744" y="0"/>
                  </a:lnTo>
                  <a:lnTo>
                    <a:pt x="2520929" y="0"/>
                  </a:lnTo>
                  <a:lnTo>
                    <a:pt x="2520114" y="0"/>
                  </a:lnTo>
                  <a:lnTo>
                    <a:pt x="2519299" y="0"/>
                  </a:lnTo>
                  <a:lnTo>
                    <a:pt x="2518485" y="0"/>
                  </a:lnTo>
                  <a:lnTo>
                    <a:pt x="2517670" y="0"/>
                  </a:lnTo>
                  <a:lnTo>
                    <a:pt x="2516855" y="0"/>
                  </a:lnTo>
                  <a:lnTo>
                    <a:pt x="2516040" y="0"/>
                  </a:lnTo>
                  <a:lnTo>
                    <a:pt x="2515226" y="0"/>
                  </a:lnTo>
                  <a:lnTo>
                    <a:pt x="2514411" y="0"/>
                  </a:lnTo>
                  <a:lnTo>
                    <a:pt x="2513596" y="0"/>
                  </a:lnTo>
                  <a:lnTo>
                    <a:pt x="2512781" y="0"/>
                  </a:lnTo>
                  <a:lnTo>
                    <a:pt x="2511966" y="0"/>
                  </a:lnTo>
                  <a:lnTo>
                    <a:pt x="2511152" y="0"/>
                  </a:lnTo>
                  <a:lnTo>
                    <a:pt x="2510337" y="0"/>
                  </a:lnTo>
                  <a:lnTo>
                    <a:pt x="2509522" y="0"/>
                  </a:lnTo>
                  <a:lnTo>
                    <a:pt x="2508707" y="0"/>
                  </a:lnTo>
                  <a:lnTo>
                    <a:pt x="2507892" y="0"/>
                  </a:lnTo>
                  <a:lnTo>
                    <a:pt x="2507078" y="0"/>
                  </a:lnTo>
                  <a:lnTo>
                    <a:pt x="2506263" y="0"/>
                  </a:lnTo>
                  <a:lnTo>
                    <a:pt x="2505448" y="0"/>
                  </a:lnTo>
                  <a:lnTo>
                    <a:pt x="2504633" y="0"/>
                  </a:lnTo>
                  <a:lnTo>
                    <a:pt x="2503819" y="0"/>
                  </a:lnTo>
                  <a:lnTo>
                    <a:pt x="2503004" y="0"/>
                  </a:lnTo>
                  <a:lnTo>
                    <a:pt x="2502189" y="0"/>
                  </a:lnTo>
                  <a:lnTo>
                    <a:pt x="2501374" y="0"/>
                  </a:lnTo>
                  <a:lnTo>
                    <a:pt x="2500559" y="0"/>
                  </a:lnTo>
                  <a:lnTo>
                    <a:pt x="2499745" y="0"/>
                  </a:lnTo>
                  <a:lnTo>
                    <a:pt x="2498930" y="0"/>
                  </a:lnTo>
                  <a:lnTo>
                    <a:pt x="2498115" y="0"/>
                  </a:lnTo>
                  <a:lnTo>
                    <a:pt x="2497300" y="0"/>
                  </a:lnTo>
                  <a:lnTo>
                    <a:pt x="2496486" y="0"/>
                  </a:lnTo>
                  <a:lnTo>
                    <a:pt x="2495671" y="0"/>
                  </a:lnTo>
                  <a:lnTo>
                    <a:pt x="2494856" y="0"/>
                  </a:lnTo>
                  <a:lnTo>
                    <a:pt x="2494041" y="0"/>
                  </a:lnTo>
                  <a:lnTo>
                    <a:pt x="2493226" y="0"/>
                  </a:lnTo>
                  <a:lnTo>
                    <a:pt x="2492412" y="0"/>
                  </a:lnTo>
                  <a:lnTo>
                    <a:pt x="2491597" y="0"/>
                  </a:lnTo>
                  <a:lnTo>
                    <a:pt x="2490782" y="0"/>
                  </a:lnTo>
                  <a:lnTo>
                    <a:pt x="2489967" y="0"/>
                  </a:lnTo>
                  <a:lnTo>
                    <a:pt x="2489153" y="0"/>
                  </a:lnTo>
                  <a:lnTo>
                    <a:pt x="2488338" y="0"/>
                  </a:lnTo>
                  <a:lnTo>
                    <a:pt x="2487523" y="0"/>
                  </a:lnTo>
                  <a:lnTo>
                    <a:pt x="2486708" y="0"/>
                  </a:lnTo>
                  <a:lnTo>
                    <a:pt x="2485893" y="0"/>
                  </a:lnTo>
                  <a:lnTo>
                    <a:pt x="2485079" y="0"/>
                  </a:lnTo>
                  <a:lnTo>
                    <a:pt x="2484264" y="0"/>
                  </a:lnTo>
                  <a:lnTo>
                    <a:pt x="2483449" y="0"/>
                  </a:lnTo>
                  <a:lnTo>
                    <a:pt x="2482634" y="0"/>
                  </a:lnTo>
                  <a:lnTo>
                    <a:pt x="2481820" y="0"/>
                  </a:lnTo>
                  <a:lnTo>
                    <a:pt x="2481005" y="0"/>
                  </a:lnTo>
                  <a:lnTo>
                    <a:pt x="2480190" y="0"/>
                  </a:lnTo>
                  <a:lnTo>
                    <a:pt x="2479375" y="0"/>
                  </a:lnTo>
                  <a:lnTo>
                    <a:pt x="2478560" y="0"/>
                  </a:lnTo>
                  <a:lnTo>
                    <a:pt x="2477746" y="0"/>
                  </a:lnTo>
                  <a:lnTo>
                    <a:pt x="2476931" y="0"/>
                  </a:lnTo>
                  <a:lnTo>
                    <a:pt x="2476116" y="0"/>
                  </a:lnTo>
                  <a:lnTo>
                    <a:pt x="2475301" y="0"/>
                  </a:lnTo>
                  <a:lnTo>
                    <a:pt x="2474487" y="0"/>
                  </a:lnTo>
                  <a:lnTo>
                    <a:pt x="2473672" y="0"/>
                  </a:lnTo>
                  <a:lnTo>
                    <a:pt x="2472857" y="0"/>
                  </a:lnTo>
                  <a:lnTo>
                    <a:pt x="2472042" y="0"/>
                  </a:lnTo>
                  <a:lnTo>
                    <a:pt x="2471227" y="0"/>
                  </a:lnTo>
                  <a:lnTo>
                    <a:pt x="2470413" y="0"/>
                  </a:lnTo>
                  <a:lnTo>
                    <a:pt x="2469598" y="0"/>
                  </a:lnTo>
                  <a:lnTo>
                    <a:pt x="2468783" y="0"/>
                  </a:lnTo>
                  <a:lnTo>
                    <a:pt x="2467968" y="0"/>
                  </a:lnTo>
                  <a:lnTo>
                    <a:pt x="2467153" y="0"/>
                  </a:lnTo>
                  <a:lnTo>
                    <a:pt x="2466339" y="0"/>
                  </a:lnTo>
                  <a:lnTo>
                    <a:pt x="2465524" y="0"/>
                  </a:lnTo>
                  <a:lnTo>
                    <a:pt x="2464709" y="0"/>
                  </a:lnTo>
                  <a:lnTo>
                    <a:pt x="2463894" y="0"/>
                  </a:lnTo>
                  <a:lnTo>
                    <a:pt x="2463080" y="0"/>
                  </a:lnTo>
                  <a:lnTo>
                    <a:pt x="2462265" y="0"/>
                  </a:lnTo>
                  <a:lnTo>
                    <a:pt x="2461450" y="0"/>
                  </a:lnTo>
                  <a:lnTo>
                    <a:pt x="2460635" y="0"/>
                  </a:lnTo>
                  <a:lnTo>
                    <a:pt x="2459820" y="0"/>
                  </a:lnTo>
                  <a:lnTo>
                    <a:pt x="2459006" y="0"/>
                  </a:lnTo>
                  <a:lnTo>
                    <a:pt x="2458191" y="0"/>
                  </a:lnTo>
                  <a:lnTo>
                    <a:pt x="2457376" y="0"/>
                  </a:lnTo>
                  <a:lnTo>
                    <a:pt x="2456561" y="0"/>
                  </a:lnTo>
                  <a:lnTo>
                    <a:pt x="2455747" y="0"/>
                  </a:lnTo>
                  <a:lnTo>
                    <a:pt x="2454932" y="0"/>
                  </a:lnTo>
                  <a:lnTo>
                    <a:pt x="2454117" y="0"/>
                  </a:lnTo>
                  <a:lnTo>
                    <a:pt x="2453302" y="0"/>
                  </a:lnTo>
                  <a:lnTo>
                    <a:pt x="2452487" y="0"/>
                  </a:lnTo>
                  <a:lnTo>
                    <a:pt x="2451673" y="0"/>
                  </a:lnTo>
                  <a:lnTo>
                    <a:pt x="2450858" y="0"/>
                  </a:lnTo>
                  <a:lnTo>
                    <a:pt x="2450043" y="0"/>
                  </a:lnTo>
                  <a:lnTo>
                    <a:pt x="2449228" y="0"/>
                  </a:lnTo>
                  <a:lnTo>
                    <a:pt x="2448414" y="0"/>
                  </a:lnTo>
                  <a:lnTo>
                    <a:pt x="2447599" y="0"/>
                  </a:lnTo>
                  <a:lnTo>
                    <a:pt x="2446784" y="0"/>
                  </a:lnTo>
                  <a:lnTo>
                    <a:pt x="2445969" y="0"/>
                  </a:lnTo>
                  <a:lnTo>
                    <a:pt x="2445154" y="0"/>
                  </a:lnTo>
                  <a:lnTo>
                    <a:pt x="2444340" y="0"/>
                  </a:lnTo>
                  <a:lnTo>
                    <a:pt x="2443525" y="0"/>
                  </a:lnTo>
                  <a:lnTo>
                    <a:pt x="2442710" y="0"/>
                  </a:lnTo>
                  <a:lnTo>
                    <a:pt x="2441895" y="0"/>
                  </a:lnTo>
                  <a:lnTo>
                    <a:pt x="2441081" y="0"/>
                  </a:lnTo>
                  <a:lnTo>
                    <a:pt x="2440266" y="0"/>
                  </a:lnTo>
                  <a:lnTo>
                    <a:pt x="2439451" y="0"/>
                  </a:lnTo>
                  <a:lnTo>
                    <a:pt x="2438636" y="0"/>
                  </a:lnTo>
                  <a:lnTo>
                    <a:pt x="2437821" y="0"/>
                  </a:lnTo>
                  <a:lnTo>
                    <a:pt x="2437007" y="0"/>
                  </a:lnTo>
                  <a:lnTo>
                    <a:pt x="2436192" y="0"/>
                  </a:lnTo>
                  <a:lnTo>
                    <a:pt x="2435377" y="0"/>
                  </a:lnTo>
                  <a:lnTo>
                    <a:pt x="2434562" y="0"/>
                  </a:lnTo>
                  <a:lnTo>
                    <a:pt x="2433748" y="0"/>
                  </a:lnTo>
                  <a:lnTo>
                    <a:pt x="2432933" y="0"/>
                  </a:lnTo>
                  <a:lnTo>
                    <a:pt x="2432118" y="0"/>
                  </a:lnTo>
                  <a:lnTo>
                    <a:pt x="2431303" y="0"/>
                  </a:lnTo>
                  <a:lnTo>
                    <a:pt x="2430488" y="0"/>
                  </a:lnTo>
                  <a:lnTo>
                    <a:pt x="2429674" y="0"/>
                  </a:lnTo>
                  <a:lnTo>
                    <a:pt x="2428859" y="0"/>
                  </a:lnTo>
                  <a:lnTo>
                    <a:pt x="2428044" y="0"/>
                  </a:lnTo>
                  <a:lnTo>
                    <a:pt x="2427229" y="0"/>
                  </a:lnTo>
                  <a:lnTo>
                    <a:pt x="2426414" y="0"/>
                  </a:lnTo>
                  <a:lnTo>
                    <a:pt x="2425600" y="0"/>
                  </a:lnTo>
                  <a:lnTo>
                    <a:pt x="2424785" y="0"/>
                  </a:lnTo>
                  <a:lnTo>
                    <a:pt x="2423970" y="0"/>
                  </a:lnTo>
                  <a:lnTo>
                    <a:pt x="2423155" y="0"/>
                  </a:lnTo>
                  <a:lnTo>
                    <a:pt x="2422341" y="0"/>
                  </a:lnTo>
                  <a:lnTo>
                    <a:pt x="2421526" y="0"/>
                  </a:lnTo>
                  <a:lnTo>
                    <a:pt x="2420711" y="0"/>
                  </a:lnTo>
                  <a:lnTo>
                    <a:pt x="2419896" y="0"/>
                  </a:lnTo>
                  <a:lnTo>
                    <a:pt x="2419081" y="0"/>
                  </a:lnTo>
                  <a:lnTo>
                    <a:pt x="2418267" y="0"/>
                  </a:lnTo>
                  <a:lnTo>
                    <a:pt x="2417452" y="0"/>
                  </a:lnTo>
                  <a:lnTo>
                    <a:pt x="2416637" y="0"/>
                  </a:lnTo>
                  <a:lnTo>
                    <a:pt x="2415822" y="0"/>
                  </a:lnTo>
                  <a:lnTo>
                    <a:pt x="2415008" y="0"/>
                  </a:lnTo>
                  <a:lnTo>
                    <a:pt x="2414193" y="0"/>
                  </a:lnTo>
                  <a:lnTo>
                    <a:pt x="2413378" y="0"/>
                  </a:lnTo>
                  <a:lnTo>
                    <a:pt x="2412563" y="0"/>
                  </a:lnTo>
                  <a:lnTo>
                    <a:pt x="2411748" y="0"/>
                  </a:lnTo>
                  <a:lnTo>
                    <a:pt x="2410934" y="0"/>
                  </a:lnTo>
                  <a:lnTo>
                    <a:pt x="2410119" y="0"/>
                  </a:lnTo>
                  <a:lnTo>
                    <a:pt x="2409304" y="0"/>
                  </a:lnTo>
                  <a:lnTo>
                    <a:pt x="2408489" y="0"/>
                  </a:lnTo>
                  <a:lnTo>
                    <a:pt x="2407675" y="0"/>
                  </a:lnTo>
                  <a:lnTo>
                    <a:pt x="2406860" y="0"/>
                  </a:lnTo>
                  <a:lnTo>
                    <a:pt x="2406045" y="0"/>
                  </a:lnTo>
                  <a:lnTo>
                    <a:pt x="2405230" y="0"/>
                  </a:lnTo>
                  <a:lnTo>
                    <a:pt x="2404415" y="0"/>
                  </a:lnTo>
                  <a:lnTo>
                    <a:pt x="2403601" y="0"/>
                  </a:lnTo>
                  <a:lnTo>
                    <a:pt x="2402786" y="0"/>
                  </a:lnTo>
                  <a:lnTo>
                    <a:pt x="2401971" y="0"/>
                  </a:lnTo>
                  <a:lnTo>
                    <a:pt x="2401156" y="0"/>
                  </a:lnTo>
                  <a:lnTo>
                    <a:pt x="2400342" y="0"/>
                  </a:lnTo>
                  <a:lnTo>
                    <a:pt x="2399527" y="0"/>
                  </a:lnTo>
                  <a:lnTo>
                    <a:pt x="2398712" y="0"/>
                  </a:lnTo>
                  <a:lnTo>
                    <a:pt x="2397897" y="0"/>
                  </a:lnTo>
                  <a:lnTo>
                    <a:pt x="2397082" y="0"/>
                  </a:lnTo>
                  <a:lnTo>
                    <a:pt x="2396268" y="0"/>
                  </a:lnTo>
                  <a:lnTo>
                    <a:pt x="2395453" y="0"/>
                  </a:lnTo>
                  <a:lnTo>
                    <a:pt x="2394638" y="0"/>
                  </a:lnTo>
                  <a:lnTo>
                    <a:pt x="2393823" y="0"/>
                  </a:lnTo>
                  <a:lnTo>
                    <a:pt x="2393009" y="0"/>
                  </a:lnTo>
                  <a:lnTo>
                    <a:pt x="2392194" y="0"/>
                  </a:lnTo>
                  <a:lnTo>
                    <a:pt x="2391379" y="0"/>
                  </a:lnTo>
                  <a:lnTo>
                    <a:pt x="2390564" y="0"/>
                  </a:lnTo>
                  <a:lnTo>
                    <a:pt x="2389749" y="0"/>
                  </a:lnTo>
                  <a:lnTo>
                    <a:pt x="2388935" y="0"/>
                  </a:lnTo>
                  <a:lnTo>
                    <a:pt x="2388120" y="0"/>
                  </a:lnTo>
                  <a:lnTo>
                    <a:pt x="2387305" y="0"/>
                  </a:lnTo>
                  <a:lnTo>
                    <a:pt x="2386490" y="0"/>
                  </a:lnTo>
                  <a:lnTo>
                    <a:pt x="2385675" y="0"/>
                  </a:lnTo>
                  <a:lnTo>
                    <a:pt x="2384861" y="0"/>
                  </a:lnTo>
                  <a:lnTo>
                    <a:pt x="2384046" y="0"/>
                  </a:lnTo>
                  <a:lnTo>
                    <a:pt x="2383231" y="0"/>
                  </a:lnTo>
                  <a:lnTo>
                    <a:pt x="2382416" y="0"/>
                  </a:lnTo>
                  <a:lnTo>
                    <a:pt x="2381602" y="0"/>
                  </a:lnTo>
                  <a:lnTo>
                    <a:pt x="2380787" y="0"/>
                  </a:lnTo>
                  <a:lnTo>
                    <a:pt x="2379972" y="0"/>
                  </a:lnTo>
                  <a:lnTo>
                    <a:pt x="2379157" y="0"/>
                  </a:lnTo>
                  <a:lnTo>
                    <a:pt x="2378342" y="0"/>
                  </a:lnTo>
                  <a:lnTo>
                    <a:pt x="2377528" y="0"/>
                  </a:lnTo>
                  <a:lnTo>
                    <a:pt x="2376713" y="0"/>
                  </a:lnTo>
                  <a:lnTo>
                    <a:pt x="2375898" y="0"/>
                  </a:lnTo>
                  <a:lnTo>
                    <a:pt x="2375083" y="0"/>
                  </a:lnTo>
                  <a:lnTo>
                    <a:pt x="2374269" y="0"/>
                  </a:lnTo>
                  <a:lnTo>
                    <a:pt x="2373454" y="0"/>
                  </a:lnTo>
                  <a:lnTo>
                    <a:pt x="2372639" y="0"/>
                  </a:lnTo>
                  <a:lnTo>
                    <a:pt x="2371824" y="0"/>
                  </a:lnTo>
                  <a:lnTo>
                    <a:pt x="2371009" y="0"/>
                  </a:lnTo>
                  <a:lnTo>
                    <a:pt x="2370195" y="0"/>
                  </a:lnTo>
                  <a:lnTo>
                    <a:pt x="2369380" y="0"/>
                  </a:lnTo>
                  <a:lnTo>
                    <a:pt x="2368565" y="0"/>
                  </a:lnTo>
                  <a:lnTo>
                    <a:pt x="2367750" y="0"/>
                  </a:lnTo>
                  <a:lnTo>
                    <a:pt x="2366936" y="0"/>
                  </a:lnTo>
                  <a:lnTo>
                    <a:pt x="2366121" y="0"/>
                  </a:lnTo>
                  <a:lnTo>
                    <a:pt x="2365306" y="0"/>
                  </a:lnTo>
                  <a:lnTo>
                    <a:pt x="2364491" y="0"/>
                  </a:lnTo>
                  <a:lnTo>
                    <a:pt x="2363676" y="0"/>
                  </a:lnTo>
                  <a:lnTo>
                    <a:pt x="2362862" y="0"/>
                  </a:lnTo>
                  <a:lnTo>
                    <a:pt x="2362047" y="0"/>
                  </a:lnTo>
                  <a:lnTo>
                    <a:pt x="2361232" y="0"/>
                  </a:lnTo>
                  <a:lnTo>
                    <a:pt x="2360417" y="0"/>
                  </a:lnTo>
                  <a:lnTo>
                    <a:pt x="2359603" y="0"/>
                  </a:lnTo>
                  <a:lnTo>
                    <a:pt x="2358788" y="0"/>
                  </a:lnTo>
                  <a:lnTo>
                    <a:pt x="2357973" y="0"/>
                  </a:lnTo>
                  <a:lnTo>
                    <a:pt x="2357158" y="0"/>
                  </a:lnTo>
                  <a:lnTo>
                    <a:pt x="2356343" y="0"/>
                  </a:lnTo>
                  <a:lnTo>
                    <a:pt x="2355529" y="0"/>
                  </a:lnTo>
                  <a:lnTo>
                    <a:pt x="2354714" y="0"/>
                  </a:lnTo>
                  <a:lnTo>
                    <a:pt x="2353899" y="0"/>
                  </a:lnTo>
                  <a:lnTo>
                    <a:pt x="2353084" y="0"/>
                  </a:lnTo>
                  <a:lnTo>
                    <a:pt x="2352270" y="0"/>
                  </a:lnTo>
                  <a:lnTo>
                    <a:pt x="2351455" y="0"/>
                  </a:lnTo>
                  <a:lnTo>
                    <a:pt x="2350640" y="0"/>
                  </a:lnTo>
                  <a:lnTo>
                    <a:pt x="2349825" y="0"/>
                  </a:lnTo>
                  <a:lnTo>
                    <a:pt x="2349010" y="0"/>
                  </a:lnTo>
                  <a:lnTo>
                    <a:pt x="2348196" y="0"/>
                  </a:lnTo>
                  <a:lnTo>
                    <a:pt x="2347381" y="0"/>
                  </a:lnTo>
                  <a:lnTo>
                    <a:pt x="2346566" y="0"/>
                  </a:lnTo>
                  <a:lnTo>
                    <a:pt x="2345751" y="0"/>
                  </a:lnTo>
                  <a:lnTo>
                    <a:pt x="2344936" y="0"/>
                  </a:lnTo>
                  <a:lnTo>
                    <a:pt x="2344122" y="0"/>
                  </a:lnTo>
                  <a:lnTo>
                    <a:pt x="2343307" y="0"/>
                  </a:lnTo>
                  <a:lnTo>
                    <a:pt x="2342492" y="0"/>
                  </a:lnTo>
                  <a:lnTo>
                    <a:pt x="2341677" y="0"/>
                  </a:lnTo>
                  <a:lnTo>
                    <a:pt x="2340863" y="0"/>
                  </a:lnTo>
                  <a:lnTo>
                    <a:pt x="2340048" y="0"/>
                  </a:lnTo>
                  <a:lnTo>
                    <a:pt x="2339233" y="0"/>
                  </a:lnTo>
                  <a:lnTo>
                    <a:pt x="2338418" y="0"/>
                  </a:lnTo>
                  <a:lnTo>
                    <a:pt x="2337603" y="0"/>
                  </a:lnTo>
                  <a:lnTo>
                    <a:pt x="2336789" y="0"/>
                  </a:lnTo>
                  <a:lnTo>
                    <a:pt x="2335974" y="0"/>
                  </a:lnTo>
                  <a:lnTo>
                    <a:pt x="2335159" y="0"/>
                  </a:lnTo>
                  <a:lnTo>
                    <a:pt x="2334344" y="0"/>
                  </a:lnTo>
                  <a:lnTo>
                    <a:pt x="2333530" y="0"/>
                  </a:lnTo>
                  <a:lnTo>
                    <a:pt x="2332715" y="0"/>
                  </a:lnTo>
                  <a:lnTo>
                    <a:pt x="2331900" y="0"/>
                  </a:lnTo>
                  <a:lnTo>
                    <a:pt x="2331085" y="0"/>
                  </a:lnTo>
                  <a:lnTo>
                    <a:pt x="2330270" y="0"/>
                  </a:lnTo>
                  <a:lnTo>
                    <a:pt x="2329456" y="0"/>
                  </a:lnTo>
                  <a:lnTo>
                    <a:pt x="2328641" y="0"/>
                  </a:lnTo>
                  <a:lnTo>
                    <a:pt x="2327826" y="0"/>
                  </a:lnTo>
                  <a:lnTo>
                    <a:pt x="2327011" y="0"/>
                  </a:lnTo>
                  <a:lnTo>
                    <a:pt x="2326197" y="0"/>
                  </a:lnTo>
                  <a:lnTo>
                    <a:pt x="2325382" y="0"/>
                  </a:lnTo>
                  <a:lnTo>
                    <a:pt x="2324567" y="0"/>
                  </a:lnTo>
                  <a:lnTo>
                    <a:pt x="2323752" y="0"/>
                  </a:lnTo>
                  <a:lnTo>
                    <a:pt x="2322937" y="0"/>
                  </a:lnTo>
                  <a:lnTo>
                    <a:pt x="2322123" y="0"/>
                  </a:lnTo>
                  <a:lnTo>
                    <a:pt x="2321308" y="0"/>
                  </a:lnTo>
                  <a:lnTo>
                    <a:pt x="2320493" y="0"/>
                  </a:lnTo>
                  <a:lnTo>
                    <a:pt x="2319678" y="0"/>
                  </a:lnTo>
                  <a:lnTo>
                    <a:pt x="2318864" y="0"/>
                  </a:lnTo>
                  <a:lnTo>
                    <a:pt x="2318049" y="0"/>
                  </a:lnTo>
                  <a:lnTo>
                    <a:pt x="2317234" y="0"/>
                  </a:lnTo>
                  <a:lnTo>
                    <a:pt x="2316419" y="0"/>
                  </a:lnTo>
                  <a:lnTo>
                    <a:pt x="2315604" y="0"/>
                  </a:lnTo>
                  <a:lnTo>
                    <a:pt x="2314790" y="0"/>
                  </a:lnTo>
                  <a:lnTo>
                    <a:pt x="2313975" y="0"/>
                  </a:lnTo>
                  <a:lnTo>
                    <a:pt x="2313160" y="0"/>
                  </a:lnTo>
                  <a:lnTo>
                    <a:pt x="2312345" y="0"/>
                  </a:lnTo>
                  <a:lnTo>
                    <a:pt x="2311531" y="0"/>
                  </a:lnTo>
                  <a:lnTo>
                    <a:pt x="2310716" y="0"/>
                  </a:lnTo>
                  <a:lnTo>
                    <a:pt x="2309901" y="0"/>
                  </a:lnTo>
                  <a:lnTo>
                    <a:pt x="2309086" y="0"/>
                  </a:lnTo>
                  <a:lnTo>
                    <a:pt x="2308271" y="0"/>
                  </a:lnTo>
                  <a:lnTo>
                    <a:pt x="2307457" y="0"/>
                  </a:lnTo>
                  <a:lnTo>
                    <a:pt x="2306642" y="0"/>
                  </a:lnTo>
                  <a:lnTo>
                    <a:pt x="2305827" y="0"/>
                  </a:lnTo>
                  <a:lnTo>
                    <a:pt x="2305012" y="0"/>
                  </a:lnTo>
                  <a:lnTo>
                    <a:pt x="2304197" y="0"/>
                  </a:lnTo>
                  <a:lnTo>
                    <a:pt x="2303383" y="0"/>
                  </a:lnTo>
                  <a:lnTo>
                    <a:pt x="2302568" y="0"/>
                  </a:lnTo>
                  <a:lnTo>
                    <a:pt x="2301753" y="0"/>
                  </a:lnTo>
                  <a:lnTo>
                    <a:pt x="2300938" y="0"/>
                  </a:lnTo>
                  <a:lnTo>
                    <a:pt x="2300124" y="0"/>
                  </a:lnTo>
                  <a:lnTo>
                    <a:pt x="2299309" y="0"/>
                  </a:lnTo>
                  <a:lnTo>
                    <a:pt x="2298494" y="0"/>
                  </a:lnTo>
                  <a:lnTo>
                    <a:pt x="2297679" y="0"/>
                  </a:lnTo>
                  <a:lnTo>
                    <a:pt x="2296864" y="0"/>
                  </a:lnTo>
                  <a:lnTo>
                    <a:pt x="2296050" y="0"/>
                  </a:lnTo>
                  <a:lnTo>
                    <a:pt x="2295235" y="0"/>
                  </a:lnTo>
                  <a:lnTo>
                    <a:pt x="2294420" y="0"/>
                  </a:lnTo>
                  <a:lnTo>
                    <a:pt x="2293605" y="0"/>
                  </a:lnTo>
                  <a:lnTo>
                    <a:pt x="2292791" y="0"/>
                  </a:lnTo>
                  <a:lnTo>
                    <a:pt x="2291976" y="0"/>
                  </a:lnTo>
                  <a:lnTo>
                    <a:pt x="2291161" y="0"/>
                  </a:lnTo>
                  <a:lnTo>
                    <a:pt x="2290346" y="0"/>
                  </a:lnTo>
                  <a:lnTo>
                    <a:pt x="2289531" y="0"/>
                  </a:lnTo>
                  <a:lnTo>
                    <a:pt x="2288717" y="0"/>
                  </a:lnTo>
                  <a:lnTo>
                    <a:pt x="2287902" y="0"/>
                  </a:lnTo>
                  <a:lnTo>
                    <a:pt x="2287087" y="0"/>
                  </a:lnTo>
                  <a:lnTo>
                    <a:pt x="2286272" y="0"/>
                  </a:lnTo>
                  <a:lnTo>
                    <a:pt x="2285458" y="0"/>
                  </a:lnTo>
                  <a:lnTo>
                    <a:pt x="2284643" y="0"/>
                  </a:lnTo>
                  <a:lnTo>
                    <a:pt x="2283828" y="0"/>
                  </a:lnTo>
                  <a:lnTo>
                    <a:pt x="2283013" y="0"/>
                  </a:lnTo>
                  <a:lnTo>
                    <a:pt x="2282198" y="0"/>
                  </a:lnTo>
                  <a:lnTo>
                    <a:pt x="2281384" y="0"/>
                  </a:lnTo>
                  <a:lnTo>
                    <a:pt x="2280569" y="0"/>
                  </a:lnTo>
                  <a:lnTo>
                    <a:pt x="2279754" y="0"/>
                  </a:lnTo>
                  <a:lnTo>
                    <a:pt x="2278939" y="0"/>
                  </a:lnTo>
                  <a:lnTo>
                    <a:pt x="2278125" y="0"/>
                  </a:lnTo>
                  <a:lnTo>
                    <a:pt x="2277310" y="0"/>
                  </a:lnTo>
                  <a:lnTo>
                    <a:pt x="2276495" y="0"/>
                  </a:lnTo>
                  <a:lnTo>
                    <a:pt x="2275680" y="0"/>
                  </a:lnTo>
                  <a:lnTo>
                    <a:pt x="2274865" y="0"/>
                  </a:lnTo>
                  <a:lnTo>
                    <a:pt x="2274051" y="0"/>
                  </a:lnTo>
                  <a:lnTo>
                    <a:pt x="2273236" y="0"/>
                  </a:lnTo>
                  <a:lnTo>
                    <a:pt x="2272421" y="0"/>
                  </a:lnTo>
                  <a:lnTo>
                    <a:pt x="2271606" y="0"/>
                  </a:lnTo>
                  <a:lnTo>
                    <a:pt x="2270792" y="0"/>
                  </a:lnTo>
                  <a:lnTo>
                    <a:pt x="2269977" y="0"/>
                  </a:lnTo>
                  <a:lnTo>
                    <a:pt x="2269162" y="0"/>
                  </a:lnTo>
                  <a:lnTo>
                    <a:pt x="2268347" y="0"/>
                  </a:lnTo>
                  <a:lnTo>
                    <a:pt x="2267532" y="0"/>
                  </a:lnTo>
                  <a:lnTo>
                    <a:pt x="2266718" y="0"/>
                  </a:lnTo>
                  <a:lnTo>
                    <a:pt x="2265903" y="0"/>
                  </a:lnTo>
                  <a:lnTo>
                    <a:pt x="2265088" y="0"/>
                  </a:lnTo>
                  <a:lnTo>
                    <a:pt x="2264273" y="0"/>
                  </a:lnTo>
                  <a:lnTo>
                    <a:pt x="2263458" y="0"/>
                  </a:lnTo>
                  <a:lnTo>
                    <a:pt x="2262644" y="0"/>
                  </a:lnTo>
                  <a:lnTo>
                    <a:pt x="2261829" y="0"/>
                  </a:lnTo>
                  <a:lnTo>
                    <a:pt x="2261014" y="0"/>
                  </a:lnTo>
                  <a:lnTo>
                    <a:pt x="2260199" y="0"/>
                  </a:lnTo>
                  <a:lnTo>
                    <a:pt x="2259385" y="0"/>
                  </a:lnTo>
                  <a:lnTo>
                    <a:pt x="2258570" y="0"/>
                  </a:lnTo>
                  <a:lnTo>
                    <a:pt x="2257755" y="0"/>
                  </a:lnTo>
                  <a:lnTo>
                    <a:pt x="2256940" y="0"/>
                  </a:lnTo>
                  <a:lnTo>
                    <a:pt x="2256125" y="0"/>
                  </a:lnTo>
                  <a:lnTo>
                    <a:pt x="2255311" y="0"/>
                  </a:lnTo>
                  <a:lnTo>
                    <a:pt x="2254496" y="0"/>
                  </a:lnTo>
                  <a:lnTo>
                    <a:pt x="2253681" y="0"/>
                  </a:lnTo>
                  <a:lnTo>
                    <a:pt x="2252866" y="0"/>
                  </a:lnTo>
                  <a:lnTo>
                    <a:pt x="2252052" y="0"/>
                  </a:lnTo>
                  <a:lnTo>
                    <a:pt x="2251237" y="0"/>
                  </a:lnTo>
                  <a:lnTo>
                    <a:pt x="2250422" y="0"/>
                  </a:lnTo>
                  <a:lnTo>
                    <a:pt x="2249607" y="0"/>
                  </a:lnTo>
                  <a:lnTo>
                    <a:pt x="2248792" y="0"/>
                  </a:lnTo>
                  <a:lnTo>
                    <a:pt x="2247978" y="0"/>
                  </a:lnTo>
                  <a:lnTo>
                    <a:pt x="2247163" y="0"/>
                  </a:lnTo>
                  <a:lnTo>
                    <a:pt x="2246348" y="0"/>
                  </a:lnTo>
                  <a:lnTo>
                    <a:pt x="2245533" y="0"/>
                  </a:lnTo>
                  <a:lnTo>
                    <a:pt x="2244719" y="0"/>
                  </a:lnTo>
                  <a:lnTo>
                    <a:pt x="2243904" y="0"/>
                  </a:lnTo>
                  <a:lnTo>
                    <a:pt x="2243089" y="0"/>
                  </a:lnTo>
                  <a:lnTo>
                    <a:pt x="2242274" y="0"/>
                  </a:lnTo>
                  <a:lnTo>
                    <a:pt x="2241459" y="0"/>
                  </a:lnTo>
                  <a:lnTo>
                    <a:pt x="2240645" y="0"/>
                  </a:lnTo>
                  <a:lnTo>
                    <a:pt x="2239830" y="0"/>
                  </a:lnTo>
                  <a:lnTo>
                    <a:pt x="2239015" y="0"/>
                  </a:lnTo>
                  <a:lnTo>
                    <a:pt x="2238200" y="0"/>
                  </a:lnTo>
                  <a:lnTo>
                    <a:pt x="2237386" y="0"/>
                  </a:lnTo>
                  <a:lnTo>
                    <a:pt x="2236571" y="0"/>
                  </a:lnTo>
                  <a:lnTo>
                    <a:pt x="2235756" y="0"/>
                  </a:lnTo>
                  <a:lnTo>
                    <a:pt x="2234941" y="0"/>
                  </a:lnTo>
                  <a:lnTo>
                    <a:pt x="2234126" y="0"/>
                  </a:lnTo>
                  <a:lnTo>
                    <a:pt x="2233312" y="0"/>
                  </a:lnTo>
                  <a:lnTo>
                    <a:pt x="2232497" y="0"/>
                  </a:lnTo>
                  <a:lnTo>
                    <a:pt x="2231682" y="0"/>
                  </a:lnTo>
                  <a:lnTo>
                    <a:pt x="2230867" y="0"/>
                  </a:lnTo>
                  <a:lnTo>
                    <a:pt x="2230052" y="0"/>
                  </a:lnTo>
                  <a:lnTo>
                    <a:pt x="2229238" y="0"/>
                  </a:lnTo>
                  <a:lnTo>
                    <a:pt x="2228423" y="0"/>
                  </a:lnTo>
                  <a:lnTo>
                    <a:pt x="2227608" y="0"/>
                  </a:lnTo>
                  <a:lnTo>
                    <a:pt x="2226793" y="0"/>
                  </a:lnTo>
                  <a:lnTo>
                    <a:pt x="2225979" y="0"/>
                  </a:lnTo>
                  <a:lnTo>
                    <a:pt x="2225164" y="0"/>
                  </a:lnTo>
                  <a:lnTo>
                    <a:pt x="2224349" y="0"/>
                  </a:lnTo>
                  <a:lnTo>
                    <a:pt x="2223534" y="0"/>
                  </a:lnTo>
                  <a:lnTo>
                    <a:pt x="2222719" y="0"/>
                  </a:lnTo>
                  <a:lnTo>
                    <a:pt x="2221905" y="0"/>
                  </a:lnTo>
                  <a:lnTo>
                    <a:pt x="2221090" y="0"/>
                  </a:lnTo>
                  <a:lnTo>
                    <a:pt x="2220275" y="0"/>
                  </a:lnTo>
                  <a:lnTo>
                    <a:pt x="2219460" y="0"/>
                  </a:lnTo>
                  <a:lnTo>
                    <a:pt x="2218646" y="0"/>
                  </a:lnTo>
                  <a:lnTo>
                    <a:pt x="2217831" y="0"/>
                  </a:lnTo>
                  <a:lnTo>
                    <a:pt x="2217016" y="0"/>
                  </a:lnTo>
                  <a:lnTo>
                    <a:pt x="2216201" y="0"/>
                  </a:lnTo>
                  <a:lnTo>
                    <a:pt x="2215386" y="0"/>
                  </a:lnTo>
                  <a:lnTo>
                    <a:pt x="2214572" y="0"/>
                  </a:lnTo>
                  <a:lnTo>
                    <a:pt x="2213757" y="0"/>
                  </a:lnTo>
                  <a:lnTo>
                    <a:pt x="2212942" y="0"/>
                  </a:lnTo>
                  <a:lnTo>
                    <a:pt x="2212127" y="0"/>
                  </a:lnTo>
                  <a:lnTo>
                    <a:pt x="2211313" y="0"/>
                  </a:lnTo>
                  <a:lnTo>
                    <a:pt x="2210498" y="0"/>
                  </a:lnTo>
                  <a:lnTo>
                    <a:pt x="2209683" y="0"/>
                  </a:lnTo>
                  <a:lnTo>
                    <a:pt x="2208868" y="0"/>
                  </a:lnTo>
                  <a:lnTo>
                    <a:pt x="2208053" y="0"/>
                  </a:lnTo>
                  <a:lnTo>
                    <a:pt x="2207239" y="0"/>
                  </a:lnTo>
                  <a:lnTo>
                    <a:pt x="2206424" y="0"/>
                  </a:lnTo>
                  <a:lnTo>
                    <a:pt x="2205609" y="0"/>
                  </a:lnTo>
                  <a:lnTo>
                    <a:pt x="2204794" y="0"/>
                  </a:lnTo>
                  <a:lnTo>
                    <a:pt x="2203980" y="0"/>
                  </a:lnTo>
                  <a:lnTo>
                    <a:pt x="2203165" y="0"/>
                  </a:lnTo>
                  <a:lnTo>
                    <a:pt x="2202350" y="0"/>
                  </a:lnTo>
                  <a:lnTo>
                    <a:pt x="2201535" y="0"/>
                  </a:lnTo>
                  <a:lnTo>
                    <a:pt x="2200720" y="0"/>
                  </a:lnTo>
                  <a:lnTo>
                    <a:pt x="2199906" y="0"/>
                  </a:lnTo>
                  <a:lnTo>
                    <a:pt x="2199091" y="0"/>
                  </a:lnTo>
                  <a:lnTo>
                    <a:pt x="2198276" y="0"/>
                  </a:lnTo>
                  <a:lnTo>
                    <a:pt x="2197461" y="0"/>
                  </a:lnTo>
                  <a:lnTo>
                    <a:pt x="2196647" y="0"/>
                  </a:lnTo>
                  <a:lnTo>
                    <a:pt x="2195832" y="0"/>
                  </a:lnTo>
                  <a:lnTo>
                    <a:pt x="2195017" y="0"/>
                  </a:lnTo>
                  <a:lnTo>
                    <a:pt x="2194202" y="0"/>
                  </a:lnTo>
                  <a:lnTo>
                    <a:pt x="2193387" y="0"/>
                  </a:lnTo>
                  <a:lnTo>
                    <a:pt x="2192573" y="0"/>
                  </a:lnTo>
                  <a:lnTo>
                    <a:pt x="2191758" y="0"/>
                  </a:lnTo>
                  <a:lnTo>
                    <a:pt x="2190943" y="0"/>
                  </a:lnTo>
                  <a:lnTo>
                    <a:pt x="2190128" y="0"/>
                  </a:lnTo>
                  <a:lnTo>
                    <a:pt x="2189313" y="0"/>
                  </a:lnTo>
                  <a:lnTo>
                    <a:pt x="2188499" y="0"/>
                  </a:lnTo>
                  <a:lnTo>
                    <a:pt x="2187684" y="0"/>
                  </a:lnTo>
                  <a:lnTo>
                    <a:pt x="2186869" y="0"/>
                  </a:lnTo>
                  <a:lnTo>
                    <a:pt x="2186054" y="0"/>
                  </a:lnTo>
                  <a:lnTo>
                    <a:pt x="2185240" y="0"/>
                  </a:lnTo>
                  <a:lnTo>
                    <a:pt x="2184425" y="0"/>
                  </a:lnTo>
                  <a:lnTo>
                    <a:pt x="2183610" y="0"/>
                  </a:lnTo>
                  <a:lnTo>
                    <a:pt x="2182795" y="0"/>
                  </a:lnTo>
                  <a:lnTo>
                    <a:pt x="2181980" y="0"/>
                  </a:lnTo>
                  <a:lnTo>
                    <a:pt x="2181166" y="0"/>
                  </a:lnTo>
                  <a:lnTo>
                    <a:pt x="2180351" y="0"/>
                  </a:lnTo>
                  <a:lnTo>
                    <a:pt x="2179536" y="0"/>
                  </a:lnTo>
                  <a:lnTo>
                    <a:pt x="2178721" y="0"/>
                  </a:lnTo>
                  <a:lnTo>
                    <a:pt x="2177907" y="0"/>
                  </a:lnTo>
                  <a:lnTo>
                    <a:pt x="2177092" y="0"/>
                  </a:lnTo>
                  <a:lnTo>
                    <a:pt x="2176277" y="0"/>
                  </a:lnTo>
                  <a:lnTo>
                    <a:pt x="2175462" y="0"/>
                  </a:lnTo>
                  <a:lnTo>
                    <a:pt x="2174647" y="0"/>
                  </a:lnTo>
                  <a:lnTo>
                    <a:pt x="2173833" y="0"/>
                  </a:lnTo>
                  <a:lnTo>
                    <a:pt x="2173018" y="0"/>
                  </a:lnTo>
                  <a:lnTo>
                    <a:pt x="2172203" y="0"/>
                  </a:lnTo>
                  <a:lnTo>
                    <a:pt x="2171388" y="0"/>
                  </a:lnTo>
                  <a:lnTo>
                    <a:pt x="2170574" y="0"/>
                  </a:lnTo>
                  <a:lnTo>
                    <a:pt x="2169759" y="0"/>
                  </a:lnTo>
                  <a:lnTo>
                    <a:pt x="2168944" y="0"/>
                  </a:lnTo>
                  <a:lnTo>
                    <a:pt x="2168129" y="0"/>
                  </a:lnTo>
                  <a:lnTo>
                    <a:pt x="2167314" y="0"/>
                  </a:lnTo>
                  <a:lnTo>
                    <a:pt x="2166500" y="0"/>
                  </a:lnTo>
                  <a:lnTo>
                    <a:pt x="2165685" y="0"/>
                  </a:lnTo>
                  <a:lnTo>
                    <a:pt x="2164870" y="0"/>
                  </a:lnTo>
                  <a:lnTo>
                    <a:pt x="2164055" y="0"/>
                  </a:lnTo>
                  <a:lnTo>
                    <a:pt x="2163241" y="0"/>
                  </a:lnTo>
                  <a:lnTo>
                    <a:pt x="2162426" y="0"/>
                  </a:lnTo>
                  <a:lnTo>
                    <a:pt x="2161611" y="0"/>
                  </a:lnTo>
                  <a:lnTo>
                    <a:pt x="2160796" y="0"/>
                  </a:lnTo>
                  <a:lnTo>
                    <a:pt x="2159981" y="0"/>
                  </a:lnTo>
                  <a:lnTo>
                    <a:pt x="2159167" y="0"/>
                  </a:lnTo>
                  <a:lnTo>
                    <a:pt x="2158352" y="0"/>
                  </a:lnTo>
                  <a:lnTo>
                    <a:pt x="2157537" y="0"/>
                  </a:lnTo>
                  <a:lnTo>
                    <a:pt x="2156722" y="0"/>
                  </a:lnTo>
                  <a:lnTo>
                    <a:pt x="2155908" y="0"/>
                  </a:lnTo>
                  <a:lnTo>
                    <a:pt x="2155093" y="0"/>
                  </a:lnTo>
                  <a:lnTo>
                    <a:pt x="2154278" y="0"/>
                  </a:lnTo>
                  <a:lnTo>
                    <a:pt x="2153463" y="0"/>
                  </a:lnTo>
                  <a:lnTo>
                    <a:pt x="2152648" y="0"/>
                  </a:lnTo>
                  <a:lnTo>
                    <a:pt x="2151834" y="0"/>
                  </a:lnTo>
                  <a:lnTo>
                    <a:pt x="2151019" y="0"/>
                  </a:lnTo>
                  <a:lnTo>
                    <a:pt x="2150204" y="0"/>
                  </a:lnTo>
                  <a:lnTo>
                    <a:pt x="2149389" y="0"/>
                  </a:lnTo>
                  <a:lnTo>
                    <a:pt x="2148574" y="0"/>
                  </a:lnTo>
                  <a:lnTo>
                    <a:pt x="2147760" y="0"/>
                  </a:lnTo>
                  <a:lnTo>
                    <a:pt x="2146945" y="0"/>
                  </a:lnTo>
                  <a:lnTo>
                    <a:pt x="2146130" y="0"/>
                  </a:lnTo>
                  <a:lnTo>
                    <a:pt x="2145315" y="0"/>
                  </a:lnTo>
                  <a:lnTo>
                    <a:pt x="2144501" y="0"/>
                  </a:lnTo>
                  <a:lnTo>
                    <a:pt x="2143686" y="0"/>
                  </a:lnTo>
                  <a:lnTo>
                    <a:pt x="2142871" y="0"/>
                  </a:lnTo>
                  <a:lnTo>
                    <a:pt x="2142056" y="0"/>
                  </a:lnTo>
                  <a:lnTo>
                    <a:pt x="2141241" y="0"/>
                  </a:lnTo>
                  <a:lnTo>
                    <a:pt x="2140427" y="0"/>
                  </a:lnTo>
                  <a:lnTo>
                    <a:pt x="2139612" y="0"/>
                  </a:lnTo>
                  <a:lnTo>
                    <a:pt x="2138797" y="0"/>
                  </a:lnTo>
                  <a:lnTo>
                    <a:pt x="2137982" y="0"/>
                  </a:lnTo>
                  <a:lnTo>
                    <a:pt x="2137168" y="0"/>
                  </a:lnTo>
                  <a:lnTo>
                    <a:pt x="2136353" y="0"/>
                  </a:lnTo>
                  <a:lnTo>
                    <a:pt x="2135538" y="0"/>
                  </a:lnTo>
                  <a:lnTo>
                    <a:pt x="2134723" y="0"/>
                  </a:lnTo>
                  <a:lnTo>
                    <a:pt x="2133908" y="0"/>
                  </a:lnTo>
                  <a:lnTo>
                    <a:pt x="2133094" y="0"/>
                  </a:lnTo>
                  <a:lnTo>
                    <a:pt x="2132279" y="0"/>
                  </a:lnTo>
                  <a:lnTo>
                    <a:pt x="2131464" y="0"/>
                  </a:lnTo>
                  <a:lnTo>
                    <a:pt x="2130649" y="0"/>
                  </a:lnTo>
                  <a:lnTo>
                    <a:pt x="2129835" y="0"/>
                  </a:lnTo>
                  <a:lnTo>
                    <a:pt x="2129020" y="0"/>
                  </a:lnTo>
                  <a:lnTo>
                    <a:pt x="2128205" y="0"/>
                  </a:lnTo>
                  <a:lnTo>
                    <a:pt x="2127390" y="0"/>
                  </a:lnTo>
                  <a:lnTo>
                    <a:pt x="2126575" y="0"/>
                  </a:lnTo>
                  <a:lnTo>
                    <a:pt x="2125761" y="0"/>
                  </a:lnTo>
                  <a:lnTo>
                    <a:pt x="2124946" y="0"/>
                  </a:lnTo>
                  <a:lnTo>
                    <a:pt x="2124131" y="0"/>
                  </a:lnTo>
                  <a:lnTo>
                    <a:pt x="2123316" y="0"/>
                  </a:lnTo>
                  <a:lnTo>
                    <a:pt x="2122502" y="0"/>
                  </a:lnTo>
                  <a:lnTo>
                    <a:pt x="2121687" y="0"/>
                  </a:lnTo>
                  <a:lnTo>
                    <a:pt x="2120872" y="0"/>
                  </a:lnTo>
                  <a:lnTo>
                    <a:pt x="2120057" y="0"/>
                  </a:lnTo>
                  <a:lnTo>
                    <a:pt x="2119242" y="0"/>
                  </a:lnTo>
                  <a:lnTo>
                    <a:pt x="2118428" y="0"/>
                  </a:lnTo>
                  <a:lnTo>
                    <a:pt x="2117613" y="0"/>
                  </a:lnTo>
                  <a:lnTo>
                    <a:pt x="2116798" y="0"/>
                  </a:lnTo>
                  <a:lnTo>
                    <a:pt x="2115983" y="0"/>
                  </a:lnTo>
                  <a:lnTo>
                    <a:pt x="2115169" y="0"/>
                  </a:lnTo>
                  <a:lnTo>
                    <a:pt x="2114354" y="0"/>
                  </a:lnTo>
                  <a:lnTo>
                    <a:pt x="2113539" y="0"/>
                  </a:lnTo>
                  <a:lnTo>
                    <a:pt x="2112724" y="0"/>
                  </a:lnTo>
                  <a:lnTo>
                    <a:pt x="2111909" y="0"/>
                  </a:lnTo>
                  <a:lnTo>
                    <a:pt x="2111095" y="0"/>
                  </a:lnTo>
                  <a:lnTo>
                    <a:pt x="2110280" y="0"/>
                  </a:lnTo>
                  <a:lnTo>
                    <a:pt x="2109465" y="0"/>
                  </a:lnTo>
                  <a:lnTo>
                    <a:pt x="2108650" y="0"/>
                  </a:lnTo>
                  <a:lnTo>
                    <a:pt x="2107835" y="0"/>
                  </a:lnTo>
                  <a:lnTo>
                    <a:pt x="2107021" y="0"/>
                  </a:lnTo>
                  <a:lnTo>
                    <a:pt x="2106206" y="0"/>
                  </a:lnTo>
                  <a:lnTo>
                    <a:pt x="2105391" y="0"/>
                  </a:lnTo>
                  <a:lnTo>
                    <a:pt x="2104576" y="0"/>
                  </a:lnTo>
                  <a:lnTo>
                    <a:pt x="2103762" y="0"/>
                  </a:lnTo>
                  <a:lnTo>
                    <a:pt x="2102947" y="0"/>
                  </a:lnTo>
                  <a:lnTo>
                    <a:pt x="2102132" y="0"/>
                  </a:lnTo>
                  <a:lnTo>
                    <a:pt x="2101317" y="0"/>
                  </a:lnTo>
                  <a:lnTo>
                    <a:pt x="2100502" y="0"/>
                  </a:lnTo>
                  <a:lnTo>
                    <a:pt x="2099688" y="0"/>
                  </a:lnTo>
                  <a:lnTo>
                    <a:pt x="2098873" y="0"/>
                  </a:lnTo>
                  <a:lnTo>
                    <a:pt x="2098058" y="0"/>
                  </a:lnTo>
                  <a:lnTo>
                    <a:pt x="2097243" y="0"/>
                  </a:lnTo>
                  <a:lnTo>
                    <a:pt x="2096429" y="0"/>
                  </a:lnTo>
                  <a:lnTo>
                    <a:pt x="2095614" y="0"/>
                  </a:lnTo>
                  <a:lnTo>
                    <a:pt x="2094799" y="0"/>
                  </a:lnTo>
                  <a:lnTo>
                    <a:pt x="2093984" y="0"/>
                  </a:lnTo>
                  <a:lnTo>
                    <a:pt x="2093169" y="0"/>
                  </a:lnTo>
                  <a:lnTo>
                    <a:pt x="2092355" y="0"/>
                  </a:lnTo>
                  <a:lnTo>
                    <a:pt x="2091540" y="0"/>
                  </a:lnTo>
                  <a:lnTo>
                    <a:pt x="2090725" y="0"/>
                  </a:lnTo>
                  <a:lnTo>
                    <a:pt x="2089910" y="0"/>
                  </a:lnTo>
                  <a:lnTo>
                    <a:pt x="2089096" y="0"/>
                  </a:lnTo>
                  <a:lnTo>
                    <a:pt x="2088281" y="0"/>
                  </a:lnTo>
                  <a:lnTo>
                    <a:pt x="2087466" y="0"/>
                  </a:lnTo>
                  <a:lnTo>
                    <a:pt x="2086651" y="0"/>
                  </a:lnTo>
                  <a:lnTo>
                    <a:pt x="2085836" y="0"/>
                  </a:lnTo>
                  <a:lnTo>
                    <a:pt x="2085022" y="0"/>
                  </a:lnTo>
                  <a:lnTo>
                    <a:pt x="2084207" y="0"/>
                  </a:lnTo>
                  <a:lnTo>
                    <a:pt x="2083392" y="0"/>
                  </a:lnTo>
                  <a:lnTo>
                    <a:pt x="2082577" y="0"/>
                  </a:lnTo>
                  <a:lnTo>
                    <a:pt x="2081763" y="0"/>
                  </a:lnTo>
                  <a:lnTo>
                    <a:pt x="2080948" y="0"/>
                  </a:lnTo>
                  <a:lnTo>
                    <a:pt x="2080133" y="0"/>
                  </a:lnTo>
                  <a:lnTo>
                    <a:pt x="2079318" y="0"/>
                  </a:lnTo>
                  <a:lnTo>
                    <a:pt x="2078503" y="0"/>
                  </a:lnTo>
                  <a:lnTo>
                    <a:pt x="2077689" y="0"/>
                  </a:lnTo>
                  <a:lnTo>
                    <a:pt x="2076874" y="0"/>
                  </a:lnTo>
                  <a:lnTo>
                    <a:pt x="2076059" y="0"/>
                  </a:lnTo>
                  <a:lnTo>
                    <a:pt x="2075244" y="0"/>
                  </a:lnTo>
                  <a:lnTo>
                    <a:pt x="2074430" y="0"/>
                  </a:lnTo>
                  <a:lnTo>
                    <a:pt x="2073615" y="0"/>
                  </a:lnTo>
                  <a:lnTo>
                    <a:pt x="2072800" y="0"/>
                  </a:lnTo>
                  <a:lnTo>
                    <a:pt x="2071985" y="0"/>
                  </a:lnTo>
                  <a:lnTo>
                    <a:pt x="2071170" y="0"/>
                  </a:lnTo>
                  <a:lnTo>
                    <a:pt x="2070356" y="0"/>
                  </a:lnTo>
                  <a:lnTo>
                    <a:pt x="2069541" y="0"/>
                  </a:lnTo>
                  <a:lnTo>
                    <a:pt x="2068726" y="0"/>
                  </a:lnTo>
                  <a:lnTo>
                    <a:pt x="2067911" y="0"/>
                  </a:lnTo>
                  <a:lnTo>
                    <a:pt x="2067096" y="0"/>
                  </a:lnTo>
                  <a:lnTo>
                    <a:pt x="2066282" y="0"/>
                  </a:lnTo>
                  <a:lnTo>
                    <a:pt x="2065467" y="0"/>
                  </a:lnTo>
                  <a:lnTo>
                    <a:pt x="2064652" y="0"/>
                  </a:lnTo>
                  <a:lnTo>
                    <a:pt x="2063837" y="0"/>
                  </a:lnTo>
                  <a:lnTo>
                    <a:pt x="2063023" y="0"/>
                  </a:lnTo>
                  <a:lnTo>
                    <a:pt x="2062208" y="0"/>
                  </a:lnTo>
                  <a:lnTo>
                    <a:pt x="2061393" y="0"/>
                  </a:lnTo>
                  <a:lnTo>
                    <a:pt x="2060578" y="0"/>
                  </a:lnTo>
                  <a:lnTo>
                    <a:pt x="2059763" y="0"/>
                  </a:lnTo>
                  <a:lnTo>
                    <a:pt x="2058949" y="0"/>
                  </a:lnTo>
                  <a:lnTo>
                    <a:pt x="2058134" y="0"/>
                  </a:lnTo>
                  <a:lnTo>
                    <a:pt x="2057319" y="0"/>
                  </a:lnTo>
                  <a:lnTo>
                    <a:pt x="2056504" y="0"/>
                  </a:lnTo>
                  <a:lnTo>
                    <a:pt x="2055690" y="0"/>
                  </a:lnTo>
                  <a:lnTo>
                    <a:pt x="2054875" y="0"/>
                  </a:lnTo>
                  <a:lnTo>
                    <a:pt x="2054060" y="0"/>
                  </a:lnTo>
                  <a:lnTo>
                    <a:pt x="2053245" y="0"/>
                  </a:lnTo>
                  <a:lnTo>
                    <a:pt x="2052430" y="0"/>
                  </a:lnTo>
                  <a:lnTo>
                    <a:pt x="2051616" y="0"/>
                  </a:lnTo>
                  <a:lnTo>
                    <a:pt x="2050801" y="0"/>
                  </a:lnTo>
                  <a:lnTo>
                    <a:pt x="2049986" y="0"/>
                  </a:lnTo>
                  <a:lnTo>
                    <a:pt x="2049171" y="0"/>
                  </a:lnTo>
                  <a:lnTo>
                    <a:pt x="2048357" y="0"/>
                  </a:lnTo>
                  <a:lnTo>
                    <a:pt x="2047542" y="0"/>
                  </a:lnTo>
                  <a:lnTo>
                    <a:pt x="2046727" y="0"/>
                  </a:lnTo>
                  <a:lnTo>
                    <a:pt x="2045912" y="0"/>
                  </a:lnTo>
                  <a:lnTo>
                    <a:pt x="2045097" y="0"/>
                  </a:lnTo>
                  <a:lnTo>
                    <a:pt x="2044283" y="0"/>
                  </a:lnTo>
                  <a:lnTo>
                    <a:pt x="2043468" y="0"/>
                  </a:lnTo>
                  <a:lnTo>
                    <a:pt x="2042653" y="0"/>
                  </a:lnTo>
                  <a:lnTo>
                    <a:pt x="2041838" y="0"/>
                  </a:lnTo>
                  <a:lnTo>
                    <a:pt x="2041024" y="0"/>
                  </a:lnTo>
                  <a:lnTo>
                    <a:pt x="2040209" y="0"/>
                  </a:lnTo>
                  <a:lnTo>
                    <a:pt x="2039394" y="0"/>
                  </a:lnTo>
                  <a:lnTo>
                    <a:pt x="2038579" y="0"/>
                  </a:lnTo>
                  <a:lnTo>
                    <a:pt x="2037764" y="0"/>
                  </a:lnTo>
                  <a:lnTo>
                    <a:pt x="2036950" y="0"/>
                  </a:lnTo>
                  <a:lnTo>
                    <a:pt x="2036135" y="0"/>
                  </a:lnTo>
                  <a:lnTo>
                    <a:pt x="2035320" y="0"/>
                  </a:lnTo>
                  <a:lnTo>
                    <a:pt x="2034505" y="0"/>
                  </a:lnTo>
                  <a:lnTo>
                    <a:pt x="2033691" y="0"/>
                  </a:lnTo>
                  <a:lnTo>
                    <a:pt x="2032876" y="0"/>
                  </a:lnTo>
                  <a:lnTo>
                    <a:pt x="2032061" y="0"/>
                  </a:lnTo>
                  <a:lnTo>
                    <a:pt x="2031246" y="0"/>
                  </a:lnTo>
                  <a:lnTo>
                    <a:pt x="2030431" y="0"/>
                  </a:lnTo>
                  <a:lnTo>
                    <a:pt x="2029617" y="0"/>
                  </a:lnTo>
                  <a:lnTo>
                    <a:pt x="2028802" y="0"/>
                  </a:lnTo>
                  <a:lnTo>
                    <a:pt x="2027987" y="0"/>
                  </a:lnTo>
                  <a:lnTo>
                    <a:pt x="2027172" y="0"/>
                  </a:lnTo>
                  <a:lnTo>
                    <a:pt x="2026357" y="0"/>
                  </a:lnTo>
                  <a:lnTo>
                    <a:pt x="2025543" y="0"/>
                  </a:lnTo>
                  <a:lnTo>
                    <a:pt x="2024728" y="0"/>
                  </a:lnTo>
                  <a:lnTo>
                    <a:pt x="2023913" y="0"/>
                  </a:lnTo>
                  <a:lnTo>
                    <a:pt x="2023098" y="0"/>
                  </a:lnTo>
                  <a:lnTo>
                    <a:pt x="2022284" y="0"/>
                  </a:lnTo>
                  <a:lnTo>
                    <a:pt x="2021469" y="0"/>
                  </a:lnTo>
                  <a:lnTo>
                    <a:pt x="2020654" y="0"/>
                  </a:lnTo>
                  <a:lnTo>
                    <a:pt x="2019839" y="0"/>
                  </a:lnTo>
                  <a:lnTo>
                    <a:pt x="2019024" y="0"/>
                  </a:lnTo>
                  <a:lnTo>
                    <a:pt x="2018210" y="0"/>
                  </a:lnTo>
                  <a:lnTo>
                    <a:pt x="2017395" y="0"/>
                  </a:lnTo>
                  <a:lnTo>
                    <a:pt x="2016580" y="0"/>
                  </a:lnTo>
                  <a:lnTo>
                    <a:pt x="2015765" y="0"/>
                  </a:lnTo>
                  <a:lnTo>
                    <a:pt x="2014951" y="0"/>
                  </a:lnTo>
                  <a:lnTo>
                    <a:pt x="2014136" y="0"/>
                  </a:lnTo>
                  <a:lnTo>
                    <a:pt x="2013321" y="0"/>
                  </a:lnTo>
                  <a:lnTo>
                    <a:pt x="2012506" y="0"/>
                  </a:lnTo>
                  <a:lnTo>
                    <a:pt x="2011691" y="0"/>
                  </a:lnTo>
                  <a:lnTo>
                    <a:pt x="2010877" y="0"/>
                  </a:lnTo>
                  <a:lnTo>
                    <a:pt x="2010062" y="0"/>
                  </a:lnTo>
                  <a:lnTo>
                    <a:pt x="2009247" y="0"/>
                  </a:lnTo>
                  <a:lnTo>
                    <a:pt x="2008432" y="0"/>
                  </a:lnTo>
                  <a:lnTo>
                    <a:pt x="2007618" y="0"/>
                  </a:lnTo>
                  <a:lnTo>
                    <a:pt x="2006803" y="0"/>
                  </a:lnTo>
                  <a:lnTo>
                    <a:pt x="2005988" y="0"/>
                  </a:lnTo>
                  <a:lnTo>
                    <a:pt x="2005173" y="0"/>
                  </a:lnTo>
                  <a:lnTo>
                    <a:pt x="2004358" y="0"/>
                  </a:lnTo>
                  <a:lnTo>
                    <a:pt x="2003544" y="0"/>
                  </a:lnTo>
                  <a:lnTo>
                    <a:pt x="2002729" y="0"/>
                  </a:lnTo>
                  <a:lnTo>
                    <a:pt x="2001914" y="0"/>
                  </a:lnTo>
                  <a:lnTo>
                    <a:pt x="2001099" y="0"/>
                  </a:lnTo>
                  <a:lnTo>
                    <a:pt x="2000285" y="0"/>
                  </a:lnTo>
                  <a:lnTo>
                    <a:pt x="1999470" y="0"/>
                  </a:lnTo>
                  <a:lnTo>
                    <a:pt x="1998655" y="0"/>
                  </a:lnTo>
                  <a:lnTo>
                    <a:pt x="1997840" y="0"/>
                  </a:lnTo>
                  <a:lnTo>
                    <a:pt x="1997025" y="0"/>
                  </a:lnTo>
                  <a:lnTo>
                    <a:pt x="1996211" y="0"/>
                  </a:lnTo>
                  <a:lnTo>
                    <a:pt x="1995396" y="0"/>
                  </a:lnTo>
                  <a:lnTo>
                    <a:pt x="1994581" y="0"/>
                  </a:lnTo>
                  <a:lnTo>
                    <a:pt x="1993766" y="0"/>
                  </a:lnTo>
                  <a:lnTo>
                    <a:pt x="1992952" y="0"/>
                  </a:lnTo>
                  <a:lnTo>
                    <a:pt x="1992137" y="0"/>
                  </a:lnTo>
                  <a:lnTo>
                    <a:pt x="1991322" y="0"/>
                  </a:lnTo>
                  <a:lnTo>
                    <a:pt x="1990507" y="0"/>
                  </a:lnTo>
                  <a:lnTo>
                    <a:pt x="1989692" y="0"/>
                  </a:lnTo>
                  <a:lnTo>
                    <a:pt x="1988878" y="0"/>
                  </a:lnTo>
                  <a:lnTo>
                    <a:pt x="1988063" y="0"/>
                  </a:lnTo>
                  <a:lnTo>
                    <a:pt x="1987248" y="0"/>
                  </a:lnTo>
                  <a:lnTo>
                    <a:pt x="1986433" y="0"/>
                  </a:lnTo>
                  <a:lnTo>
                    <a:pt x="1985618" y="0"/>
                  </a:lnTo>
                  <a:lnTo>
                    <a:pt x="1984804" y="0"/>
                  </a:lnTo>
                  <a:lnTo>
                    <a:pt x="1983989" y="0"/>
                  </a:lnTo>
                  <a:lnTo>
                    <a:pt x="1983174" y="0"/>
                  </a:lnTo>
                  <a:lnTo>
                    <a:pt x="1982359" y="0"/>
                  </a:lnTo>
                  <a:lnTo>
                    <a:pt x="1981545" y="0"/>
                  </a:lnTo>
                  <a:lnTo>
                    <a:pt x="1980730" y="0"/>
                  </a:lnTo>
                  <a:lnTo>
                    <a:pt x="1979915" y="0"/>
                  </a:lnTo>
                  <a:lnTo>
                    <a:pt x="1979100" y="0"/>
                  </a:lnTo>
                  <a:lnTo>
                    <a:pt x="1978285" y="0"/>
                  </a:lnTo>
                  <a:lnTo>
                    <a:pt x="1977471" y="0"/>
                  </a:lnTo>
                  <a:lnTo>
                    <a:pt x="1976656" y="0"/>
                  </a:lnTo>
                  <a:lnTo>
                    <a:pt x="1975841" y="0"/>
                  </a:lnTo>
                  <a:lnTo>
                    <a:pt x="1975026" y="0"/>
                  </a:lnTo>
                  <a:lnTo>
                    <a:pt x="1974212" y="0"/>
                  </a:lnTo>
                  <a:lnTo>
                    <a:pt x="1973397" y="0"/>
                  </a:lnTo>
                  <a:lnTo>
                    <a:pt x="1972582" y="0"/>
                  </a:lnTo>
                  <a:lnTo>
                    <a:pt x="1971767" y="0"/>
                  </a:lnTo>
                  <a:lnTo>
                    <a:pt x="1970952" y="0"/>
                  </a:lnTo>
                  <a:lnTo>
                    <a:pt x="1970138" y="0"/>
                  </a:lnTo>
                  <a:lnTo>
                    <a:pt x="1969323" y="0"/>
                  </a:lnTo>
                  <a:lnTo>
                    <a:pt x="1968508" y="0"/>
                  </a:lnTo>
                  <a:lnTo>
                    <a:pt x="1967693" y="0"/>
                  </a:lnTo>
                  <a:lnTo>
                    <a:pt x="1966879" y="0"/>
                  </a:lnTo>
                  <a:lnTo>
                    <a:pt x="1966064" y="0"/>
                  </a:lnTo>
                  <a:lnTo>
                    <a:pt x="1965249" y="0"/>
                  </a:lnTo>
                  <a:lnTo>
                    <a:pt x="1964434" y="0"/>
                  </a:lnTo>
                  <a:lnTo>
                    <a:pt x="1963619" y="0"/>
                  </a:lnTo>
                  <a:lnTo>
                    <a:pt x="1962805" y="0"/>
                  </a:lnTo>
                  <a:lnTo>
                    <a:pt x="1961990" y="0"/>
                  </a:lnTo>
                  <a:lnTo>
                    <a:pt x="1961175" y="0"/>
                  </a:lnTo>
                  <a:lnTo>
                    <a:pt x="1960360" y="0"/>
                  </a:lnTo>
                  <a:lnTo>
                    <a:pt x="1959546" y="0"/>
                  </a:lnTo>
                  <a:lnTo>
                    <a:pt x="1958731" y="0"/>
                  </a:lnTo>
                  <a:lnTo>
                    <a:pt x="1957916" y="0"/>
                  </a:lnTo>
                  <a:lnTo>
                    <a:pt x="1957101" y="0"/>
                  </a:lnTo>
                  <a:lnTo>
                    <a:pt x="1956286" y="0"/>
                  </a:lnTo>
                  <a:lnTo>
                    <a:pt x="1955472" y="0"/>
                  </a:lnTo>
                  <a:lnTo>
                    <a:pt x="1954657" y="0"/>
                  </a:lnTo>
                  <a:lnTo>
                    <a:pt x="1953842" y="0"/>
                  </a:lnTo>
                  <a:lnTo>
                    <a:pt x="1953027" y="0"/>
                  </a:lnTo>
                  <a:lnTo>
                    <a:pt x="1952213" y="0"/>
                  </a:lnTo>
                  <a:lnTo>
                    <a:pt x="1951398" y="0"/>
                  </a:lnTo>
                  <a:lnTo>
                    <a:pt x="1950583" y="0"/>
                  </a:lnTo>
                  <a:lnTo>
                    <a:pt x="1949768" y="0"/>
                  </a:lnTo>
                  <a:lnTo>
                    <a:pt x="1948953" y="0"/>
                  </a:lnTo>
                  <a:lnTo>
                    <a:pt x="1948139" y="0"/>
                  </a:lnTo>
                  <a:lnTo>
                    <a:pt x="1947324" y="0"/>
                  </a:lnTo>
                  <a:lnTo>
                    <a:pt x="1946509" y="0"/>
                  </a:lnTo>
                  <a:lnTo>
                    <a:pt x="1945694" y="0"/>
                  </a:lnTo>
                  <a:lnTo>
                    <a:pt x="1944879" y="0"/>
                  </a:lnTo>
                  <a:lnTo>
                    <a:pt x="1944065" y="0"/>
                  </a:lnTo>
                  <a:lnTo>
                    <a:pt x="1943250" y="0"/>
                  </a:lnTo>
                  <a:lnTo>
                    <a:pt x="1942435" y="0"/>
                  </a:lnTo>
                  <a:lnTo>
                    <a:pt x="1941620" y="0"/>
                  </a:lnTo>
                  <a:lnTo>
                    <a:pt x="1940806" y="0"/>
                  </a:lnTo>
                  <a:lnTo>
                    <a:pt x="1939991" y="0"/>
                  </a:lnTo>
                  <a:lnTo>
                    <a:pt x="1939176" y="0"/>
                  </a:lnTo>
                  <a:lnTo>
                    <a:pt x="1938361" y="0"/>
                  </a:lnTo>
                  <a:lnTo>
                    <a:pt x="1937546" y="0"/>
                  </a:lnTo>
                  <a:lnTo>
                    <a:pt x="1936732" y="0"/>
                  </a:lnTo>
                  <a:lnTo>
                    <a:pt x="1935917" y="0"/>
                  </a:lnTo>
                  <a:lnTo>
                    <a:pt x="1935102" y="0"/>
                  </a:lnTo>
                  <a:lnTo>
                    <a:pt x="1934287" y="0"/>
                  </a:lnTo>
                  <a:lnTo>
                    <a:pt x="1933473" y="0"/>
                  </a:lnTo>
                  <a:lnTo>
                    <a:pt x="1932658" y="0"/>
                  </a:lnTo>
                  <a:lnTo>
                    <a:pt x="1931843" y="0"/>
                  </a:lnTo>
                  <a:lnTo>
                    <a:pt x="1931028" y="0"/>
                  </a:lnTo>
                  <a:lnTo>
                    <a:pt x="1930213" y="0"/>
                  </a:lnTo>
                  <a:lnTo>
                    <a:pt x="1929399" y="0"/>
                  </a:lnTo>
                  <a:lnTo>
                    <a:pt x="1928584" y="0"/>
                  </a:lnTo>
                  <a:lnTo>
                    <a:pt x="1927769" y="0"/>
                  </a:lnTo>
                  <a:lnTo>
                    <a:pt x="1926954" y="0"/>
                  </a:lnTo>
                  <a:lnTo>
                    <a:pt x="1926140" y="0"/>
                  </a:lnTo>
                  <a:lnTo>
                    <a:pt x="1925325" y="0"/>
                  </a:lnTo>
                  <a:lnTo>
                    <a:pt x="1924510" y="0"/>
                  </a:lnTo>
                  <a:lnTo>
                    <a:pt x="1923695" y="0"/>
                  </a:lnTo>
                  <a:lnTo>
                    <a:pt x="1922880" y="0"/>
                  </a:lnTo>
                  <a:lnTo>
                    <a:pt x="1922066" y="0"/>
                  </a:lnTo>
                  <a:lnTo>
                    <a:pt x="1921251" y="0"/>
                  </a:lnTo>
                  <a:lnTo>
                    <a:pt x="1920436" y="0"/>
                  </a:lnTo>
                  <a:lnTo>
                    <a:pt x="1919621" y="0"/>
                  </a:lnTo>
                  <a:lnTo>
                    <a:pt x="1918807" y="0"/>
                  </a:lnTo>
                  <a:lnTo>
                    <a:pt x="1917992" y="0"/>
                  </a:lnTo>
                  <a:lnTo>
                    <a:pt x="1917177" y="0"/>
                  </a:lnTo>
                  <a:lnTo>
                    <a:pt x="1916362" y="0"/>
                  </a:lnTo>
                  <a:lnTo>
                    <a:pt x="1915547" y="0"/>
                  </a:lnTo>
                  <a:lnTo>
                    <a:pt x="1914733" y="0"/>
                  </a:lnTo>
                  <a:lnTo>
                    <a:pt x="1913918" y="0"/>
                  </a:lnTo>
                  <a:lnTo>
                    <a:pt x="1913103" y="0"/>
                  </a:lnTo>
                  <a:lnTo>
                    <a:pt x="1912288" y="0"/>
                  </a:lnTo>
                  <a:lnTo>
                    <a:pt x="1911473" y="0"/>
                  </a:lnTo>
                  <a:lnTo>
                    <a:pt x="1910659" y="0"/>
                  </a:lnTo>
                  <a:lnTo>
                    <a:pt x="1909844" y="0"/>
                  </a:lnTo>
                  <a:lnTo>
                    <a:pt x="1909029" y="0"/>
                  </a:lnTo>
                  <a:lnTo>
                    <a:pt x="1908214" y="0"/>
                  </a:lnTo>
                  <a:lnTo>
                    <a:pt x="1907400" y="0"/>
                  </a:lnTo>
                  <a:lnTo>
                    <a:pt x="1906585" y="0"/>
                  </a:lnTo>
                  <a:lnTo>
                    <a:pt x="1905770" y="0"/>
                  </a:lnTo>
                  <a:lnTo>
                    <a:pt x="1904955" y="0"/>
                  </a:lnTo>
                  <a:lnTo>
                    <a:pt x="1904140" y="0"/>
                  </a:lnTo>
                  <a:lnTo>
                    <a:pt x="1903326" y="0"/>
                  </a:lnTo>
                  <a:lnTo>
                    <a:pt x="1902511" y="0"/>
                  </a:lnTo>
                  <a:lnTo>
                    <a:pt x="1901696" y="0"/>
                  </a:lnTo>
                  <a:lnTo>
                    <a:pt x="1900881" y="0"/>
                  </a:lnTo>
                  <a:lnTo>
                    <a:pt x="1900067" y="0"/>
                  </a:lnTo>
                  <a:lnTo>
                    <a:pt x="1899252" y="0"/>
                  </a:lnTo>
                  <a:lnTo>
                    <a:pt x="1898437" y="0"/>
                  </a:lnTo>
                  <a:lnTo>
                    <a:pt x="1897622" y="0"/>
                  </a:lnTo>
                  <a:lnTo>
                    <a:pt x="1896807" y="0"/>
                  </a:lnTo>
                  <a:lnTo>
                    <a:pt x="1895993" y="0"/>
                  </a:lnTo>
                  <a:lnTo>
                    <a:pt x="1895178" y="0"/>
                  </a:lnTo>
                  <a:lnTo>
                    <a:pt x="1894363" y="0"/>
                  </a:lnTo>
                  <a:lnTo>
                    <a:pt x="1893548" y="0"/>
                  </a:lnTo>
                  <a:lnTo>
                    <a:pt x="1892734" y="0"/>
                  </a:lnTo>
                  <a:lnTo>
                    <a:pt x="1891919" y="0"/>
                  </a:lnTo>
                  <a:lnTo>
                    <a:pt x="1891104" y="0"/>
                  </a:lnTo>
                  <a:lnTo>
                    <a:pt x="1890289" y="0"/>
                  </a:lnTo>
                  <a:lnTo>
                    <a:pt x="1889474" y="0"/>
                  </a:lnTo>
                  <a:lnTo>
                    <a:pt x="1888660" y="0"/>
                  </a:lnTo>
                  <a:lnTo>
                    <a:pt x="1887845" y="0"/>
                  </a:lnTo>
                  <a:lnTo>
                    <a:pt x="1887030" y="0"/>
                  </a:lnTo>
                  <a:lnTo>
                    <a:pt x="1886215" y="0"/>
                  </a:lnTo>
                  <a:lnTo>
                    <a:pt x="1885401" y="0"/>
                  </a:lnTo>
                  <a:lnTo>
                    <a:pt x="1884586" y="0"/>
                  </a:lnTo>
                  <a:lnTo>
                    <a:pt x="1883771" y="0"/>
                  </a:lnTo>
                  <a:lnTo>
                    <a:pt x="1882956" y="0"/>
                  </a:lnTo>
                  <a:lnTo>
                    <a:pt x="1882141" y="0"/>
                  </a:lnTo>
                  <a:lnTo>
                    <a:pt x="1881327" y="0"/>
                  </a:lnTo>
                  <a:lnTo>
                    <a:pt x="1880512" y="0"/>
                  </a:lnTo>
                  <a:lnTo>
                    <a:pt x="1879697" y="0"/>
                  </a:lnTo>
                  <a:lnTo>
                    <a:pt x="1878882" y="0"/>
                  </a:lnTo>
                  <a:lnTo>
                    <a:pt x="1878068" y="0"/>
                  </a:lnTo>
                  <a:lnTo>
                    <a:pt x="1877253" y="0"/>
                  </a:lnTo>
                  <a:lnTo>
                    <a:pt x="1876438" y="0"/>
                  </a:lnTo>
                  <a:lnTo>
                    <a:pt x="1875623" y="0"/>
                  </a:lnTo>
                  <a:lnTo>
                    <a:pt x="1874808" y="0"/>
                  </a:lnTo>
                  <a:lnTo>
                    <a:pt x="1873994" y="0"/>
                  </a:lnTo>
                  <a:lnTo>
                    <a:pt x="1873179" y="0"/>
                  </a:lnTo>
                  <a:lnTo>
                    <a:pt x="1872364" y="0"/>
                  </a:lnTo>
                  <a:lnTo>
                    <a:pt x="1871549" y="0"/>
                  </a:lnTo>
                  <a:lnTo>
                    <a:pt x="1870734" y="0"/>
                  </a:lnTo>
                  <a:lnTo>
                    <a:pt x="1869920" y="0"/>
                  </a:lnTo>
                  <a:lnTo>
                    <a:pt x="1869105" y="0"/>
                  </a:lnTo>
                  <a:lnTo>
                    <a:pt x="1868290" y="0"/>
                  </a:lnTo>
                  <a:lnTo>
                    <a:pt x="1867475" y="0"/>
                  </a:lnTo>
                  <a:lnTo>
                    <a:pt x="1866661" y="0"/>
                  </a:lnTo>
                  <a:lnTo>
                    <a:pt x="1865846" y="0"/>
                  </a:lnTo>
                  <a:lnTo>
                    <a:pt x="1865031" y="0"/>
                  </a:lnTo>
                  <a:lnTo>
                    <a:pt x="1864216" y="0"/>
                  </a:lnTo>
                  <a:lnTo>
                    <a:pt x="1863401" y="0"/>
                  </a:lnTo>
                  <a:lnTo>
                    <a:pt x="1862587" y="0"/>
                  </a:lnTo>
                  <a:lnTo>
                    <a:pt x="1861772" y="0"/>
                  </a:lnTo>
                  <a:lnTo>
                    <a:pt x="1860957" y="0"/>
                  </a:lnTo>
                  <a:lnTo>
                    <a:pt x="1860142" y="0"/>
                  </a:lnTo>
                  <a:lnTo>
                    <a:pt x="1859328" y="0"/>
                  </a:lnTo>
                  <a:lnTo>
                    <a:pt x="1858513" y="0"/>
                  </a:lnTo>
                  <a:lnTo>
                    <a:pt x="1857698" y="0"/>
                  </a:lnTo>
                  <a:lnTo>
                    <a:pt x="1856883" y="0"/>
                  </a:lnTo>
                  <a:lnTo>
                    <a:pt x="1856068" y="0"/>
                  </a:lnTo>
                  <a:lnTo>
                    <a:pt x="1855254" y="0"/>
                  </a:lnTo>
                  <a:lnTo>
                    <a:pt x="1854439" y="0"/>
                  </a:lnTo>
                  <a:lnTo>
                    <a:pt x="1853624" y="0"/>
                  </a:lnTo>
                  <a:lnTo>
                    <a:pt x="1852809" y="0"/>
                  </a:lnTo>
                  <a:lnTo>
                    <a:pt x="1851995" y="0"/>
                  </a:lnTo>
                  <a:lnTo>
                    <a:pt x="1851180" y="0"/>
                  </a:lnTo>
                  <a:lnTo>
                    <a:pt x="1850365" y="0"/>
                  </a:lnTo>
                  <a:lnTo>
                    <a:pt x="1849550" y="0"/>
                  </a:lnTo>
                  <a:lnTo>
                    <a:pt x="1848735" y="0"/>
                  </a:lnTo>
                  <a:lnTo>
                    <a:pt x="1847921" y="0"/>
                  </a:lnTo>
                  <a:lnTo>
                    <a:pt x="1847106" y="0"/>
                  </a:lnTo>
                  <a:lnTo>
                    <a:pt x="1846291" y="0"/>
                  </a:lnTo>
                  <a:lnTo>
                    <a:pt x="1845476" y="0"/>
                  </a:lnTo>
                  <a:lnTo>
                    <a:pt x="1844662" y="0"/>
                  </a:lnTo>
                  <a:lnTo>
                    <a:pt x="1843847" y="0"/>
                  </a:lnTo>
                  <a:lnTo>
                    <a:pt x="1843032" y="0"/>
                  </a:lnTo>
                  <a:lnTo>
                    <a:pt x="1842217" y="0"/>
                  </a:lnTo>
                  <a:lnTo>
                    <a:pt x="1841402" y="0"/>
                  </a:lnTo>
                  <a:lnTo>
                    <a:pt x="1840588" y="0"/>
                  </a:lnTo>
                  <a:lnTo>
                    <a:pt x="1839773" y="0"/>
                  </a:lnTo>
                  <a:lnTo>
                    <a:pt x="1838958" y="0"/>
                  </a:lnTo>
                  <a:lnTo>
                    <a:pt x="1838143" y="0"/>
                  </a:lnTo>
                  <a:lnTo>
                    <a:pt x="1837329" y="0"/>
                  </a:lnTo>
                  <a:lnTo>
                    <a:pt x="1836514" y="0"/>
                  </a:lnTo>
                  <a:lnTo>
                    <a:pt x="1835699" y="0"/>
                  </a:lnTo>
                  <a:lnTo>
                    <a:pt x="1834884" y="0"/>
                  </a:lnTo>
                  <a:lnTo>
                    <a:pt x="1834069" y="0"/>
                  </a:lnTo>
                  <a:lnTo>
                    <a:pt x="1833255" y="0"/>
                  </a:lnTo>
                  <a:lnTo>
                    <a:pt x="1832440" y="0"/>
                  </a:lnTo>
                  <a:lnTo>
                    <a:pt x="1831625" y="0"/>
                  </a:lnTo>
                  <a:lnTo>
                    <a:pt x="1830810" y="0"/>
                  </a:lnTo>
                  <a:lnTo>
                    <a:pt x="1829995" y="0"/>
                  </a:lnTo>
                  <a:lnTo>
                    <a:pt x="1829181" y="0"/>
                  </a:lnTo>
                  <a:lnTo>
                    <a:pt x="1828366" y="0"/>
                  </a:lnTo>
                  <a:lnTo>
                    <a:pt x="1827551" y="0"/>
                  </a:lnTo>
                  <a:lnTo>
                    <a:pt x="1826736" y="0"/>
                  </a:lnTo>
                  <a:lnTo>
                    <a:pt x="1825922" y="0"/>
                  </a:lnTo>
                  <a:lnTo>
                    <a:pt x="1825107" y="0"/>
                  </a:lnTo>
                  <a:lnTo>
                    <a:pt x="1824292" y="0"/>
                  </a:lnTo>
                  <a:lnTo>
                    <a:pt x="1823477" y="0"/>
                  </a:lnTo>
                  <a:lnTo>
                    <a:pt x="1822662" y="0"/>
                  </a:lnTo>
                  <a:lnTo>
                    <a:pt x="1821848" y="0"/>
                  </a:lnTo>
                  <a:lnTo>
                    <a:pt x="1821033" y="0"/>
                  </a:lnTo>
                  <a:lnTo>
                    <a:pt x="1820218" y="0"/>
                  </a:lnTo>
                  <a:lnTo>
                    <a:pt x="1819403" y="0"/>
                  </a:lnTo>
                  <a:lnTo>
                    <a:pt x="1818589" y="0"/>
                  </a:lnTo>
                  <a:lnTo>
                    <a:pt x="1817774" y="0"/>
                  </a:lnTo>
                  <a:lnTo>
                    <a:pt x="1816959" y="0"/>
                  </a:lnTo>
                  <a:lnTo>
                    <a:pt x="1816144" y="0"/>
                  </a:lnTo>
                  <a:lnTo>
                    <a:pt x="1815329" y="0"/>
                  </a:lnTo>
                  <a:lnTo>
                    <a:pt x="1814515" y="0"/>
                  </a:lnTo>
                  <a:lnTo>
                    <a:pt x="1813700" y="0"/>
                  </a:lnTo>
                  <a:lnTo>
                    <a:pt x="1812885" y="0"/>
                  </a:lnTo>
                  <a:lnTo>
                    <a:pt x="1812070" y="0"/>
                  </a:lnTo>
                  <a:lnTo>
                    <a:pt x="1811256" y="0"/>
                  </a:lnTo>
                  <a:lnTo>
                    <a:pt x="1810441" y="0"/>
                  </a:lnTo>
                  <a:lnTo>
                    <a:pt x="1809626" y="0"/>
                  </a:lnTo>
                  <a:lnTo>
                    <a:pt x="1808811" y="0"/>
                  </a:lnTo>
                  <a:lnTo>
                    <a:pt x="1807996" y="0"/>
                  </a:lnTo>
                  <a:lnTo>
                    <a:pt x="1807182" y="0"/>
                  </a:lnTo>
                  <a:lnTo>
                    <a:pt x="1806367" y="0"/>
                  </a:lnTo>
                  <a:lnTo>
                    <a:pt x="1805552" y="0"/>
                  </a:lnTo>
                  <a:lnTo>
                    <a:pt x="1804737" y="0"/>
                  </a:lnTo>
                  <a:lnTo>
                    <a:pt x="1803923" y="0"/>
                  </a:lnTo>
                  <a:lnTo>
                    <a:pt x="1803108" y="0"/>
                  </a:lnTo>
                  <a:lnTo>
                    <a:pt x="1802293" y="0"/>
                  </a:lnTo>
                  <a:lnTo>
                    <a:pt x="1801478" y="0"/>
                  </a:lnTo>
                  <a:lnTo>
                    <a:pt x="1800663" y="0"/>
                  </a:lnTo>
                  <a:lnTo>
                    <a:pt x="1799849" y="0"/>
                  </a:lnTo>
                  <a:lnTo>
                    <a:pt x="1799034" y="0"/>
                  </a:lnTo>
                  <a:lnTo>
                    <a:pt x="1798219" y="0"/>
                  </a:lnTo>
                  <a:lnTo>
                    <a:pt x="1797404" y="0"/>
                  </a:lnTo>
                  <a:lnTo>
                    <a:pt x="1796590" y="0"/>
                  </a:lnTo>
                  <a:lnTo>
                    <a:pt x="1795775" y="0"/>
                  </a:lnTo>
                  <a:lnTo>
                    <a:pt x="1794960" y="0"/>
                  </a:lnTo>
                  <a:lnTo>
                    <a:pt x="1794145" y="0"/>
                  </a:lnTo>
                  <a:lnTo>
                    <a:pt x="1793330" y="0"/>
                  </a:lnTo>
                  <a:lnTo>
                    <a:pt x="1792516" y="0"/>
                  </a:lnTo>
                  <a:lnTo>
                    <a:pt x="1791701" y="0"/>
                  </a:lnTo>
                  <a:lnTo>
                    <a:pt x="1790886" y="0"/>
                  </a:lnTo>
                  <a:lnTo>
                    <a:pt x="1790071" y="0"/>
                  </a:lnTo>
                  <a:lnTo>
                    <a:pt x="1789256" y="0"/>
                  </a:lnTo>
                  <a:lnTo>
                    <a:pt x="1788442" y="0"/>
                  </a:lnTo>
                  <a:lnTo>
                    <a:pt x="1787627" y="0"/>
                  </a:lnTo>
                  <a:lnTo>
                    <a:pt x="1786812" y="0"/>
                  </a:lnTo>
                  <a:lnTo>
                    <a:pt x="1785997" y="0"/>
                  </a:lnTo>
                  <a:lnTo>
                    <a:pt x="1785183" y="0"/>
                  </a:lnTo>
                  <a:lnTo>
                    <a:pt x="1784368" y="0"/>
                  </a:lnTo>
                  <a:lnTo>
                    <a:pt x="1783553" y="0"/>
                  </a:lnTo>
                  <a:lnTo>
                    <a:pt x="1782738" y="0"/>
                  </a:lnTo>
                  <a:lnTo>
                    <a:pt x="1781923" y="0"/>
                  </a:lnTo>
                  <a:lnTo>
                    <a:pt x="1781109" y="0"/>
                  </a:lnTo>
                  <a:lnTo>
                    <a:pt x="1780294" y="0"/>
                  </a:lnTo>
                  <a:lnTo>
                    <a:pt x="1779479" y="0"/>
                  </a:lnTo>
                  <a:lnTo>
                    <a:pt x="1778664" y="0"/>
                  </a:lnTo>
                  <a:lnTo>
                    <a:pt x="1777850" y="0"/>
                  </a:lnTo>
                  <a:lnTo>
                    <a:pt x="1777035" y="0"/>
                  </a:lnTo>
                  <a:lnTo>
                    <a:pt x="1776220" y="0"/>
                  </a:lnTo>
                  <a:lnTo>
                    <a:pt x="1775405" y="0"/>
                  </a:lnTo>
                  <a:lnTo>
                    <a:pt x="1774590" y="0"/>
                  </a:lnTo>
                  <a:lnTo>
                    <a:pt x="1773776" y="0"/>
                  </a:lnTo>
                  <a:lnTo>
                    <a:pt x="1772961" y="0"/>
                  </a:lnTo>
                  <a:lnTo>
                    <a:pt x="1772146" y="0"/>
                  </a:lnTo>
                  <a:lnTo>
                    <a:pt x="1771331" y="0"/>
                  </a:lnTo>
                  <a:lnTo>
                    <a:pt x="1770517" y="0"/>
                  </a:lnTo>
                  <a:lnTo>
                    <a:pt x="1769702" y="0"/>
                  </a:lnTo>
                  <a:lnTo>
                    <a:pt x="1768887" y="0"/>
                  </a:lnTo>
                  <a:lnTo>
                    <a:pt x="1768072" y="0"/>
                  </a:lnTo>
                  <a:lnTo>
                    <a:pt x="1767257" y="0"/>
                  </a:lnTo>
                  <a:lnTo>
                    <a:pt x="1766443" y="0"/>
                  </a:lnTo>
                  <a:lnTo>
                    <a:pt x="1765628" y="0"/>
                  </a:lnTo>
                  <a:lnTo>
                    <a:pt x="1764813" y="0"/>
                  </a:lnTo>
                  <a:lnTo>
                    <a:pt x="1763998" y="0"/>
                  </a:lnTo>
                  <a:lnTo>
                    <a:pt x="1763184" y="0"/>
                  </a:lnTo>
                  <a:lnTo>
                    <a:pt x="1762369" y="0"/>
                  </a:lnTo>
                  <a:lnTo>
                    <a:pt x="1761554" y="0"/>
                  </a:lnTo>
                  <a:lnTo>
                    <a:pt x="1760739" y="0"/>
                  </a:lnTo>
                  <a:lnTo>
                    <a:pt x="1759924" y="0"/>
                  </a:lnTo>
                  <a:lnTo>
                    <a:pt x="1759110" y="0"/>
                  </a:lnTo>
                  <a:lnTo>
                    <a:pt x="1758295" y="0"/>
                  </a:lnTo>
                  <a:lnTo>
                    <a:pt x="1757480" y="0"/>
                  </a:lnTo>
                  <a:lnTo>
                    <a:pt x="1756665" y="0"/>
                  </a:lnTo>
                  <a:lnTo>
                    <a:pt x="1755851" y="0"/>
                  </a:lnTo>
                  <a:lnTo>
                    <a:pt x="1755036" y="0"/>
                  </a:lnTo>
                  <a:lnTo>
                    <a:pt x="1754221" y="0"/>
                  </a:lnTo>
                  <a:lnTo>
                    <a:pt x="1753406" y="0"/>
                  </a:lnTo>
                  <a:lnTo>
                    <a:pt x="1752591" y="0"/>
                  </a:lnTo>
                  <a:lnTo>
                    <a:pt x="1751777" y="0"/>
                  </a:lnTo>
                  <a:lnTo>
                    <a:pt x="1750962" y="0"/>
                  </a:lnTo>
                  <a:lnTo>
                    <a:pt x="1750147" y="0"/>
                  </a:lnTo>
                  <a:lnTo>
                    <a:pt x="1749332" y="0"/>
                  </a:lnTo>
                  <a:lnTo>
                    <a:pt x="1748517" y="0"/>
                  </a:lnTo>
                  <a:lnTo>
                    <a:pt x="1747703" y="0"/>
                  </a:lnTo>
                  <a:lnTo>
                    <a:pt x="1746888" y="0"/>
                  </a:lnTo>
                  <a:lnTo>
                    <a:pt x="1746073" y="0"/>
                  </a:lnTo>
                  <a:lnTo>
                    <a:pt x="1745258" y="0"/>
                  </a:lnTo>
                  <a:lnTo>
                    <a:pt x="1744444" y="0"/>
                  </a:lnTo>
                  <a:lnTo>
                    <a:pt x="1743629" y="0"/>
                  </a:lnTo>
                  <a:lnTo>
                    <a:pt x="1742814" y="0"/>
                  </a:lnTo>
                  <a:lnTo>
                    <a:pt x="1741999" y="0"/>
                  </a:lnTo>
                  <a:lnTo>
                    <a:pt x="1741184" y="0"/>
                  </a:lnTo>
                  <a:lnTo>
                    <a:pt x="1740370" y="0"/>
                  </a:lnTo>
                  <a:lnTo>
                    <a:pt x="1739555" y="0"/>
                  </a:lnTo>
                  <a:lnTo>
                    <a:pt x="1738740" y="0"/>
                  </a:lnTo>
                  <a:lnTo>
                    <a:pt x="1737925" y="0"/>
                  </a:lnTo>
                  <a:lnTo>
                    <a:pt x="1737111" y="0"/>
                  </a:lnTo>
                  <a:lnTo>
                    <a:pt x="1736296" y="0"/>
                  </a:lnTo>
                  <a:lnTo>
                    <a:pt x="1735481" y="0"/>
                  </a:lnTo>
                  <a:lnTo>
                    <a:pt x="1734666" y="0"/>
                  </a:lnTo>
                  <a:lnTo>
                    <a:pt x="1733851" y="0"/>
                  </a:lnTo>
                  <a:lnTo>
                    <a:pt x="1733037" y="0"/>
                  </a:lnTo>
                  <a:lnTo>
                    <a:pt x="1732222" y="0"/>
                  </a:lnTo>
                  <a:lnTo>
                    <a:pt x="1731407" y="0"/>
                  </a:lnTo>
                  <a:lnTo>
                    <a:pt x="1730592" y="0"/>
                  </a:lnTo>
                  <a:lnTo>
                    <a:pt x="1729778" y="0"/>
                  </a:lnTo>
                  <a:lnTo>
                    <a:pt x="1728963" y="0"/>
                  </a:lnTo>
                  <a:lnTo>
                    <a:pt x="1728148" y="0"/>
                  </a:lnTo>
                  <a:lnTo>
                    <a:pt x="1727333" y="0"/>
                  </a:lnTo>
                  <a:lnTo>
                    <a:pt x="1726518" y="0"/>
                  </a:lnTo>
                  <a:lnTo>
                    <a:pt x="1725704" y="0"/>
                  </a:lnTo>
                  <a:lnTo>
                    <a:pt x="1724889" y="0"/>
                  </a:lnTo>
                  <a:lnTo>
                    <a:pt x="1724074" y="0"/>
                  </a:lnTo>
                  <a:lnTo>
                    <a:pt x="1723259" y="0"/>
                  </a:lnTo>
                  <a:lnTo>
                    <a:pt x="1722445" y="0"/>
                  </a:lnTo>
                  <a:lnTo>
                    <a:pt x="1721630" y="0"/>
                  </a:lnTo>
                  <a:lnTo>
                    <a:pt x="1720815" y="0"/>
                  </a:lnTo>
                  <a:lnTo>
                    <a:pt x="1720000" y="0"/>
                  </a:lnTo>
                  <a:lnTo>
                    <a:pt x="1719185" y="0"/>
                  </a:lnTo>
                  <a:lnTo>
                    <a:pt x="1718371" y="0"/>
                  </a:lnTo>
                  <a:lnTo>
                    <a:pt x="1717556" y="0"/>
                  </a:lnTo>
                  <a:lnTo>
                    <a:pt x="1716741" y="0"/>
                  </a:lnTo>
                  <a:lnTo>
                    <a:pt x="1715926" y="0"/>
                  </a:lnTo>
                  <a:lnTo>
                    <a:pt x="1715112" y="0"/>
                  </a:lnTo>
                  <a:lnTo>
                    <a:pt x="1714297" y="0"/>
                  </a:lnTo>
                  <a:lnTo>
                    <a:pt x="1713482" y="0"/>
                  </a:lnTo>
                  <a:lnTo>
                    <a:pt x="1712667" y="0"/>
                  </a:lnTo>
                  <a:lnTo>
                    <a:pt x="1711852" y="0"/>
                  </a:lnTo>
                  <a:lnTo>
                    <a:pt x="1711038" y="0"/>
                  </a:lnTo>
                  <a:lnTo>
                    <a:pt x="1710223" y="0"/>
                  </a:lnTo>
                  <a:lnTo>
                    <a:pt x="1709408" y="0"/>
                  </a:lnTo>
                  <a:lnTo>
                    <a:pt x="1708593" y="0"/>
                  </a:lnTo>
                  <a:lnTo>
                    <a:pt x="1707778" y="0"/>
                  </a:lnTo>
                  <a:lnTo>
                    <a:pt x="1706964" y="0"/>
                  </a:lnTo>
                  <a:lnTo>
                    <a:pt x="1706149" y="0"/>
                  </a:lnTo>
                  <a:lnTo>
                    <a:pt x="1705334" y="0"/>
                  </a:lnTo>
                  <a:lnTo>
                    <a:pt x="1704519" y="0"/>
                  </a:lnTo>
                  <a:lnTo>
                    <a:pt x="1703705" y="0"/>
                  </a:lnTo>
                  <a:lnTo>
                    <a:pt x="1702890" y="0"/>
                  </a:lnTo>
                  <a:lnTo>
                    <a:pt x="1702075" y="0"/>
                  </a:lnTo>
                  <a:lnTo>
                    <a:pt x="1701260" y="0"/>
                  </a:lnTo>
                  <a:lnTo>
                    <a:pt x="1700445" y="0"/>
                  </a:lnTo>
                  <a:lnTo>
                    <a:pt x="1699631" y="0"/>
                  </a:lnTo>
                  <a:lnTo>
                    <a:pt x="1698816" y="0"/>
                  </a:lnTo>
                  <a:lnTo>
                    <a:pt x="1698001" y="0"/>
                  </a:lnTo>
                  <a:lnTo>
                    <a:pt x="1697186" y="0"/>
                  </a:lnTo>
                  <a:lnTo>
                    <a:pt x="1696372" y="0"/>
                  </a:lnTo>
                  <a:lnTo>
                    <a:pt x="1695557" y="0"/>
                  </a:lnTo>
                  <a:lnTo>
                    <a:pt x="1694742" y="0"/>
                  </a:lnTo>
                  <a:lnTo>
                    <a:pt x="1693927" y="0"/>
                  </a:lnTo>
                  <a:lnTo>
                    <a:pt x="1693112" y="0"/>
                  </a:lnTo>
                  <a:lnTo>
                    <a:pt x="1692298" y="0"/>
                  </a:lnTo>
                  <a:lnTo>
                    <a:pt x="1691483" y="0"/>
                  </a:lnTo>
                  <a:lnTo>
                    <a:pt x="1690668" y="0"/>
                  </a:lnTo>
                  <a:lnTo>
                    <a:pt x="1689853" y="0"/>
                  </a:lnTo>
                  <a:lnTo>
                    <a:pt x="1689039" y="0"/>
                  </a:lnTo>
                  <a:lnTo>
                    <a:pt x="1688224" y="0"/>
                  </a:lnTo>
                  <a:lnTo>
                    <a:pt x="1687409" y="0"/>
                  </a:lnTo>
                  <a:lnTo>
                    <a:pt x="1686594" y="0"/>
                  </a:lnTo>
                  <a:lnTo>
                    <a:pt x="1685779" y="0"/>
                  </a:lnTo>
                  <a:lnTo>
                    <a:pt x="1684965" y="0"/>
                  </a:lnTo>
                  <a:lnTo>
                    <a:pt x="1684150" y="0"/>
                  </a:lnTo>
                  <a:lnTo>
                    <a:pt x="1683335" y="0"/>
                  </a:lnTo>
                  <a:lnTo>
                    <a:pt x="1682520" y="0"/>
                  </a:lnTo>
                  <a:lnTo>
                    <a:pt x="1681706" y="0"/>
                  </a:lnTo>
                  <a:lnTo>
                    <a:pt x="1680891" y="0"/>
                  </a:lnTo>
                  <a:lnTo>
                    <a:pt x="1680076" y="0"/>
                  </a:lnTo>
                  <a:lnTo>
                    <a:pt x="1679261" y="0"/>
                  </a:lnTo>
                  <a:lnTo>
                    <a:pt x="1678446" y="0"/>
                  </a:lnTo>
                  <a:lnTo>
                    <a:pt x="1677632" y="0"/>
                  </a:lnTo>
                  <a:lnTo>
                    <a:pt x="1676817" y="0"/>
                  </a:lnTo>
                  <a:lnTo>
                    <a:pt x="1676002" y="0"/>
                  </a:lnTo>
                  <a:lnTo>
                    <a:pt x="1675187" y="0"/>
                  </a:lnTo>
                  <a:lnTo>
                    <a:pt x="1674373" y="0"/>
                  </a:lnTo>
                  <a:lnTo>
                    <a:pt x="1673558" y="0"/>
                  </a:lnTo>
                  <a:lnTo>
                    <a:pt x="1672743" y="0"/>
                  </a:lnTo>
                  <a:lnTo>
                    <a:pt x="1671928" y="0"/>
                  </a:lnTo>
                  <a:lnTo>
                    <a:pt x="1671113" y="0"/>
                  </a:lnTo>
                  <a:lnTo>
                    <a:pt x="1670299" y="0"/>
                  </a:lnTo>
                  <a:lnTo>
                    <a:pt x="1669484" y="0"/>
                  </a:lnTo>
                  <a:lnTo>
                    <a:pt x="1668669" y="0"/>
                  </a:lnTo>
                  <a:lnTo>
                    <a:pt x="1667854" y="0"/>
                  </a:lnTo>
                  <a:lnTo>
                    <a:pt x="1667039" y="0"/>
                  </a:lnTo>
                  <a:lnTo>
                    <a:pt x="1666225" y="0"/>
                  </a:lnTo>
                  <a:lnTo>
                    <a:pt x="1665410" y="0"/>
                  </a:lnTo>
                  <a:lnTo>
                    <a:pt x="1664595" y="0"/>
                  </a:lnTo>
                  <a:lnTo>
                    <a:pt x="1663780" y="0"/>
                  </a:lnTo>
                  <a:lnTo>
                    <a:pt x="1662966" y="0"/>
                  </a:lnTo>
                  <a:lnTo>
                    <a:pt x="1662151" y="0"/>
                  </a:lnTo>
                  <a:lnTo>
                    <a:pt x="1661336" y="0"/>
                  </a:lnTo>
                  <a:lnTo>
                    <a:pt x="1660521" y="0"/>
                  </a:lnTo>
                  <a:lnTo>
                    <a:pt x="1659706" y="0"/>
                  </a:lnTo>
                  <a:lnTo>
                    <a:pt x="1658892" y="0"/>
                  </a:lnTo>
                  <a:lnTo>
                    <a:pt x="1658077" y="0"/>
                  </a:lnTo>
                  <a:lnTo>
                    <a:pt x="1657262" y="0"/>
                  </a:lnTo>
                  <a:lnTo>
                    <a:pt x="1656447" y="0"/>
                  </a:lnTo>
                  <a:lnTo>
                    <a:pt x="1655633" y="0"/>
                  </a:lnTo>
                  <a:lnTo>
                    <a:pt x="1654818" y="0"/>
                  </a:lnTo>
                  <a:lnTo>
                    <a:pt x="1654003" y="0"/>
                  </a:lnTo>
                  <a:lnTo>
                    <a:pt x="1653188" y="0"/>
                  </a:lnTo>
                  <a:lnTo>
                    <a:pt x="1652373" y="0"/>
                  </a:lnTo>
                  <a:lnTo>
                    <a:pt x="1651559" y="0"/>
                  </a:lnTo>
                  <a:lnTo>
                    <a:pt x="1650744" y="0"/>
                  </a:lnTo>
                  <a:lnTo>
                    <a:pt x="1649929" y="0"/>
                  </a:lnTo>
                  <a:lnTo>
                    <a:pt x="1649114" y="0"/>
                  </a:lnTo>
                  <a:lnTo>
                    <a:pt x="1648300" y="0"/>
                  </a:lnTo>
                  <a:lnTo>
                    <a:pt x="1647485" y="0"/>
                  </a:lnTo>
                  <a:lnTo>
                    <a:pt x="1646670" y="0"/>
                  </a:lnTo>
                  <a:lnTo>
                    <a:pt x="1645855" y="0"/>
                  </a:lnTo>
                  <a:lnTo>
                    <a:pt x="1645040" y="0"/>
                  </a:lnTo>
                  <a:lnTo>
                    <a:pt x="1644226" y="0"/>
                  </a:lnTo>
                  <a:lnTo>
                    <a:pt x="1643411" y="0"/>
                  </a:lnTo>
                  <a:lnTo>
                    <a:pt x="1642596" y="0"/>
                  </a:lnTo>
                  <a:lnTo>
                    <a:pt x="1641781" y="0"/>
                  </a:lnTo>
                  <a:lnTo>
                    <a:pt x="1640967" y="0"/>
                  </a:lnTo>
                  <a:lnTo>
                    <a:pt x="1640152" y="0"/>
                  </a:lnTo>
                  <a:lnTo>
                    <a:pt x="1639337" y="0"/>
                  </a:lnTo>
                  <a:lnTo>
                    <a:pt x="1638522" y="0"/>
                  </a:lnTo>
                  <a:lnTo>
                    <a:pt x="1637707" y="0"/>
                  </a:lnTo>
                  <a:lnTo>
                    <a:pt x="1636893" y="0"/>
                  </a:lnTo>
                  <a:lnTo>
                    <a:pt x="1636078" y="0"/>
                  </a:lnTo>
                  <a:lnTo>
                    <a:pt x="1635263" y="0"/>
                  </a:lnTo>
                  <a:lnTo>
                    <a:pt x="1634448" y="0"/>
                  </a:lnTo>
                  <a:lnTo>
                    <a:pt x="1633634" y="0"/>
                  </a:lnTo>
                  <a:lnTo>
                    <a:pt x="1632819" y="0"/>
                  </a:lnTo>
                  <a:lnTo>
                    <a:pt x="1632004" y="0"/>
                  </a:lnTo>
                  <a:lnTo>
                    <a:pt x="1631189" y="0"/>
                  </a:lnTo>
                  <a:lnTo>
                    <a:pt x="1630374" y="0"/>
                  </a:lnTo>
                  <a:lnTo>
                    <a:pt x="1629560" y="0"/>
                  </a:lnTo>
                  <a:lnTo>
                    <a:pt x="1628745" y="0"/>
                  </a:lnTo>
                  <a:lnTo>
                    <a:pt x="1627930" y="0"/>
                  </a:lnTo>
                  <a:lnTo>
                    <a:pt x="1627115" y="0"/>
                  </a:lnTo>
                  <a:lnTo>
                    <a:pt x="1626300" y="0"/>
                  </a:lnTo>
                  <a:lnTo>
                    <a:pt x="1625486" y="0"/>
                  </a:lnTo>
                  <a:lnTo>
                    <a:pt x="1624671" y="0"/>
                  </a:lnTo>
                  <a:lnTo>
                    <a:pt x="1623856" y="0"/>
                  </a:lnTo>
                  <a:lnTo>
                    <a:pt x="1623041" y="0"/>
                  </a:lnTo>
                  <a:lnTo>
                    <a:pt x="1622227" y="0"/>
                  </a:lnTo>
                  <a:lnTo>
                    <a:pt x="1621412" y="0"/>
                  </a:lnTo>
                  <a:lnTo>
                    <a:pt x="1620597" y="0"/>
                  </a:lnTo>
                  <a:lnTo>
                    <a:pt x="1619782" y="0"/>
                  </a:lnTo>
                  <a:lnTo>
                    <a:pt x="1618967" y="0"/>
                  </a:lnTo>
                  <a:lnTo>
                    <a:pt x="1618153" y="0"/>
                  </a:lnTo>
                  <a:lnTo>
                    <a:pt x="1617338" y="0"/>
                  </a:lnTo>
                  <a:lnTo>
                    <a:pt x="1616523" y="0"/>
                  </a:lnTo>
                  <a:lnTo>
                    <a:pt x="1615708" y="0"/>
                  </a:lnTo>
                  <a:lnTo>
                    <a:pt x="1614894" y="0"/>
                  </a:lnTo>
                  <a:lnTo>
                    <a:pt x="1614079" y="0"/>
                  </a:lnTo>
                  <a:lnTo>
                    <a:pt x="1613264" y="0"/>
                  </a:lnTo>
                  <a:lnTo>
                    <a:pt x="1612449" y="0"/>
                  </a:lnTo>
                  <a:lnTo>
                    <a:pt x="1611634" y="0"/>
                  </a:lnTo>
                  <a:lnTo>
                    <a:pt x="1610820" y="0"/>
                  </a:lnTo>
                  <a:lnTo>
                    <a:pt x="1610005" y="0"/>
                  </a:lnTo>
                  <a:lnTo>
                    <a:pt x="1609190" y="0"/>
                  </a:lnTo>
                  <a:lnTo>
                    <a:pt x="1608375" y="0"/>
                  </a:lnTo>
                  <a:lnTo>
                    <a:pt x="1607561" y="0"/>
                  </a:lnTo>
                  <a:lnTo>
                    <a:pt x="1606746" y="0"/>
                  </a:lnTo>
                  <a:lnTo>
                    <a:pt x="1605931" y="0"/>
                  </a:lnTo>
                  <a:lnTo>
                    <a:pt x="1605116" y="0"/>
                  </a:lnTo>
                  <a:lnTo>
                    <a:pt x="1604301" y="0"/>
                  </a:lnTo>
                  <a:lnTo>
                    <a:pt x="1603487" y="0"/>
                  </a:lnTo>
                  <a:lnTo>
                    <a:pt x="1602672" y="0"/>
                  </a:lnTo>
                  <a:lnTo>
                    <a:pt x="1601857" y="0"/>
                  </a:lnTo>
                  <a:lnTo>
                    <a:pt x="1601042" y="0"/>
                  </a:lnTo>
                  <a:lnTo>
                    <a:pt x="1600228" y="0"/>
                  </a:lnTo>
                  <a:lnTo>
                    <a:pt x="1599413" y="0"/>
                  </a:lnTo>
                  <a:lnTo>
                    <a:pt x="1598598" y="0"/>
                  </a:lnTo>
                  <a:lnTo>
                    <a:pt x="1597783" y="0"/>
                  </a:lnTo>
                  <a:lnTo>
                    <a:pt x="1596968" y="0"/>
                  </a:lnTo>
                  <a:lnTo>
                    <a:pt x="1596154" y="0"/>
                  </a:lnTo>
                  <a:lnTo>
                    <a:pt x="1595339" y="0"/>
                  </a:lnTo>
                  <a:lnTo>
                    <a:pt x="1594524" y="0"/>
                  </a:lnTo>
                  <a:lnTo>
                    <a:pt x="1593709" y="0"/>
                  </a:lnTo>
                  <a:lnTo>
                    <a:pt x="1592894" y="0"/>
                  </a:lnTo>
                  <a:lnTo>
                    <a:pt x="1592080" y="0"/>
                  </a:lnTo>
                  <a:lnTo>
                    <a:pt x="1591265" y="0"/>
                  </a:lnTo>
                  <a:lnTo>
                    <a:pt x="1590450" y="0"/>
                  </a:lnTo>
                  <a:lnTo>
                    <a:pt x="1589635" y="0"/>
                  </a:lnTo>
                  <a:lnTo>
                    <a:pt x="1588821" y="0"/>
                  </a:lnTo>
                  <a:lnTo>
                    <a:pt x="1588006" y="0"/>
                  </a:lnTo>
                  <a:lnTo>
                    <a:pt x="1587191" y="0"/>
                  </a:lnTo>
                  <a:lnTo>
                    <a:pt x="1586376" y="0"/>
                  </a:lnTo>
                  <a:lnTo>
                    <a:pt x="1585561" y="0"/>
                  </a:lnTo>
                  <a:lnTo>
                    <a:pt x="1584747" y="0"/>
                  </a:lnTo>
                  <a:lnTo>
                    <a:pt x="1583932" y="0"/>
                  </a:lnTo>
                  <a:lnTo>
                    <a:pt x="1583117" y="0"/>
                  </a:lnTo>
                  <a:lnTo>
                    <a:pt x="1582302" y="0"/>
                  </a:lnTo>
                  <a:lnTo>
                    <a:pt x="1581488" y="0"/>
                  </a:lnTo>
                  <a:lnTo>
                    <a:pt x="1580673" y="0"/>
                  </a:lnTo>
                  <a:lnTo>
                    <a:pt x="1579858" y="0"/>
                  </a:lnTo>
                  <a:lnTo>
                    <a:pt x="1579043" y="0"/>
                  </a:lnTo>
                  <a:lnTo>
                    <a:pt x="1578228" y="0"/>
                  </a:lnTo>
                  <a:lnTo>
                    <a:pt x="1577414" y="0"/>
                  </a:lnTo>
                  <a:lnTo>
                    <a:pt x="1576599" y="0"/>
                  </a:lnTo>
                  <a:lnTo>
                    <a:pt x="1575784" y="0"/>
                  </a:lnTo>
                  <a:lnTo>
                    <a:pt x="1574969" y="0"/>
                  </a:lnTo>
                  <a:lnTo>
                    <a:pt x="1574155" y="0"/>
                  </a:lnTo>
                  <a:lnTo>
                    <a:pt x="1573340" y="0"/>
                  </a:lnTo>
                  <a:lnTo>
                    <a:pt x="1572525" y="0"/>
                  </a:lnTo>
                  <a:lnTo>
                    <a:pt x="1571710" y="0"/>
                  </a:lnTo>
                  <a:lnTo>
                    <a:pt x="1570895" y="0"/>
                  </a:lnTo>
                  <a:lnTo>
                    <a:pt x="1570081" y="0"/>
                  </a:lnTo>
                  <a:lnTo>
                    <a:pt x="1569266" y="0"/>
                  </a:lnTo>
                  <a:lnTo>
                    <a:pt x="1568451" y="0"/>
                  </a:lnTo>
                  <a:lnTo>
                    <a:pt x="1567636" y="0"/>
                  </a:lnTo>
                  <a:lnTo>
                    <a:pt x="1566822" y="0"/>
                  </a:lnTo>
                  <a:lnTo>
                    <a:pt x="1566007" y="0"/>
                  </a:lnTo>
                  <a:lnTo>
                    <a:pt x="1565192" y="0"/>
                  </a:lnTo>
                  <a:lnTo>
                    <a:pt x="1564377" y="0"/>
                  </a:lnTo>
                  <a:lnTo>
                    <a:pt x="1563562" y="0"/>
                  </a:lnTo>
                  <a:lnTo>
                    <a:pt x="1562748" y="0"/>
                  </a:lnTo>
                  <a:lnTo>
                    <a:pt x="1561933" y="0"/>
                  </a:lnTo>
                  <a:lnTo>
                    <a:pt x="1561118" y="0"/>
                  </a:lnTo>
                  <a:lnTo>
                    <a:pt x="1560303" y="0"/>
                  </a:lnTo>
                  <a:lnTo>
                    <a:pt x="1559489" y="0"/>
                  </a:lnTo>
                  <a:lnTo>
                    <a:pt x="1558674" y="0"/>
                  </a:lnTo>
                  <a:lnTo>
                    <a:pt x="1557859" y="0"/>
                  </a:lnTo>
                  <a:lnTo>
                    <a:pt x="1557044" y="0"/>
                  </a:lnTo>
                  <a:lnTo>
                    <a:pt x="1556229" y="0"/>
                  </a:lnTo>
                  <a:lnTo>
                    <a:pt x="1555415" y="0"/>
                  </a:lnTo>
                  <a:lnTo>
                    <a:pt x="1554600" y="0"/>
                  </a:lnTo>
                  <a:lnTo>
                    <a:pt x="1553785" y="0"/>
                  </a:lnTo>
                  <a:lnTo>
                    <a:pt x="1552970" y="0"/>
                  </a:lnTo>
                  <a:lnTo>
                    <a:pt x="1552155" y="0"/>
                  </a:lnTo>
                  <a:lnTo>
                    <a:pt x="1551341" y="0"/>
                  </a:lnTo>
                  <a:lnTo>
                    <a:pt x="1550526" y="0"/>
                  </a:lnTo>
                  <a:lnTo>
                    <a:pt x="1549711" y="0"/>
                  </a:lnTo>
                  <a:lnTo>
                    <a:pt x="1548896" y="0"/>
                  </a:lnTo>
                  <a:lnTo>
                    <a:pt x="1548082" y="0"/>
                  </a:lnTo>
                  <a:lnTo>
                    <a:pt x="1547267" y="0"/>
                  </a:lnTo>
                  <a:lnTo>
                    <a:pt x="1546452" y="0"/>
                  </a:lnTo>
                  <a:lnTo>
                    <a:pt x="1545637" y="0"/>
                  </a:lnTo>
                  <a:lnTo>
                    <a:pt x="1544822" y="0"/>
                  </a:lnTo>
                  <a:lnTo>
                    <a:pt x="1544008" y="0"/>
                  </a:lnTo>
                  <a:lnTo>
                    <a:pt x="1543193" y="0"/>
                  </a:lnTo>
                  <a:lnTo>
                    <a:pt x="1542378" y="0"/>
                  </a:lnTo>
                  <a:lnTo>
                    <a:pt x="1541563" y="0"/>
                  </a:lnTo>
                  <a:lnTo>
                    <a:pt x="1540749" y="0"/>
                  </a:lnTo>
                  <a:lnTo>
                    <a:pt x="1539934" y="0"/>
                  </a:lnTo>
                  <a:lnTo>
                    <a:pt x="1539119" y="0"/>
                  </a:lnTo>
                  <a:lnTo>
                    <a:pt x="1538304" y="0"/>
                  </a:lnTo>
                  <a:lnTo>
                    <a:pt x="1537489" y="0"/>
                  </a:lnTo>
                  <a:lnTo>
                    <a:pt x="1536675" y="0"/>
                  </a:lnTo>
                  <a:lnTo>
                    <a:pt x="1535860" y="0"/>
                  </a:lnTo>
                  <a:lnTo>
                    <a:pt x="1535045" y="0"/>
                  </a:lnTo>
                  <a:lnTo>
                    <a:pt x="1534230" y="0"/>
                  </a:lnTo>
                  <a:lnTo>
                    <a:pt x="1533416" y="0"/>
                  </a:lnTo>
                  <a:lnTo>
                    <a:pt x="1532601" y="0"/>
                  </a:lnTo>
                  <a:lnTo>
                    <a:pt x="1531786" y="0"/>
                  </a:lnTo>
                  <a:lnTo>
                    <a:pt x="1530971" y="0"/>
                  </a:lnTo>
                  <a:lnTo>
                    <a:pt x="1530156" y="0"/>
                  </a:lnTo>
                  <a:lnTo>
                    <a:pt x="1529342" y="0"/>
                  </a:lnTo>
                  <a:lnTo>
                    <a:pt x="1528527" y="0"/>
                  </a:lnTo>
                  <a:lnTo>
                    <a:pt x="1527712" y="0"/>
                  </a:lnTo>
                  <a:lnTo>
                    <a:pt x="1526897" y="0"/>
                  </a:lnTo>
                  <a:lnTo>
                    <a:pt x="1526083" y="0"/>
                  </a:lnTo>
                  <a:lnTo>
                    <a:pt x="1525268" y="0"/>
                  </a:lnTo>
                  <a:lnTo>
                    <a:pt x="1524453" y="0"/>
                  </a:lnTo>
                  <a:lnTo>
                    <a:pt x="1523638" y="0"/>
                  </a:lnTo>
                  <a:lnTo>
                    <a:pt x="1522823" y="0"/>
                  </a:lnTo>
                  <a:lnTo>
                    <a:pt x="1522009" y="0"/>
                  </a:lnTo>
                  <a:lnTo>
                    <a:pt x="1521194" y="0"/>
                  </a:lnTo>
                  <a:lnTo>
                    <a:pt x="1520379" y="0"/>
                  </a:lnTo>
                  <a:lnTo>
                    <a:pt x="1519564" y="0"/>
                  </a:lnTo>
                  <a:lnTo>
                    <a:pt x="1518750" y="0"/>
                  </a:lnTo>
                  <a:lnTo>
                    <a:pt x="1517935" y="0"/>
                  </a:lnTo>
                  <a:lnTo>
                    <a:pt x="1517120" y="0"/>
                  </a:lnTo>
                  <a:lnTo>
                    <a:pt x="1516305" y="0"/>
                  </a:lnTo>
                  <a:lnTo>
                    <a:pt x="1515490" y="0"/>
                  </a:lnTo>
                  <a:lnTo>
                    <a:pt x="1514676" y="0"/>
                  </a:lnTo>
                  <a:lnTo>
                    <a:pt x="1513861" y="0"/>
                  </a:lnTo>
                  <a:lnTo>
                    <a:pt x="1513046" y="0"/>
                  </a:lnTo>
                  <a:lnTo>
                    <a:pt x="1512231" y="0"/>
                  </a:lnTo>
                  <a:lnTo>
                    <a:pt x="1511416" y="0"/>
                  </a:lnTo>
                  <a:lnTo>
                    <a:pt x="1510602" y="0"/>
                  </a:lnTo>
                  <a:lnTo>
                    <a:pt x="1509787" y="0"/>
                  </a:lnTo>
                  <a:lnTo>
                    <a:pt x="1508972" y="0"/>
                  </a:lnTo>
                  <a:lnTo>
                    <a:pt x="1508157" y="0"/>
                  </a:lnTo>
                  <a:lnTo>
                    <a:pt x="1507343" y="0"/>
                  </a:lnTo>
                  <a:lnTo>
                    <a:pt x="1506528" y="0"/>
                  </a:lnTo>
                  <a:lnTo>
                    <a:pt x="1505713" y="0"/>
                  </a:lnTo>
                  <a:lnTo>
                    <a:pt x="1504898" y="0"/>
                  </a:lnTo>
                  <a:lnTo>
                    <a:pt x="1504083" y="0"/>
                  </a:lnTo>
                  <a:lnTo>
                    <a:pt x="1503269" y="0"/>
                  </a:lnTo>
                  <a:lnTo>
                    <a:pt x="1502454" y="0"/>
                  </a:lnTo>
                  <a:lnTo>
                    <a:pt x="1501639" y="0"/>
                  </a:lnTo>
                  <a:lnTo>
                    <a:pt x="1500824" y="0"/>
                  </a:lnTo>
                  <a:lnTo>
                    <a:pt x="1500010" y="0"/>
                  </a:lnTo>
                  <a:lnTo>
                    <a:pt x="1499195" y="0"/>
                  </a:lnTo>
                  <a:lnTo>
                    <a:pt x="1498380" y="0"/>
                  </a:lnTo>
                  <a:lnTo>
                    <a:pt x="1497565" y="0"/>
                  </a:lnTo>
                  <a:lnTo>
                    <a:pt x="1496750" y="0"/>
                  </a:lnTo>
                  <a:lnTo>
                    <a:pt x="1495936" y="0"/>
                  </a:lnTo>
                  <a:lnTo>
                    <a:pt x="1495121" y="0"/>
                  </a:lnTo>
                  <a:lnTo>
                    <a:pt x="1494306" y="0"/>
                  </a:lnTo>
                  <a:lnTo>
                    <a:pt x="1493491" y="0"/>
                  </a:lnTo>
                  <a:lnTo>
                    <a:pt x="1492677" y="0"/>
                  </a:lnTo>
                  <a:lnTo>
                    <a:pt x="1491862" y="0"/>
                  </a:lnTo>
                  <a:lnTo>
                    <a:pt x="1491047" y="0"/>
                  </a:lnTo>
                  <a:lnTo>
                    <a:pt x="1490232" y="0"/>
                  </a:lnTo>
                  <a:lnTo>
                    <a:pt x="1489417" y="0"/>
                  </a:lnTo>
                  <a:lnTo>
                    <a:pt x="1488603" y="0"/>
                  </a:lnTo>
                  <a:lnTo>
                    <a:pt x="1487788" y="0"/>
                  </a:lnTo>
                  <a:lnTo>
                    <a:pt x="1486973" y="0"/>
                  </a:lnTo>
                  <a:lnTo>
                    <a:pt x="1486158" y="0"/>
                  </a:lnTo>
                  <a:lnTo>
                    <a:pt x="1485344" y="0"/>
                  </a:lnTo>
                  <a:lnTo>
                    <a:pt x="1484529" y="0"/>
                  </a:lnTo>
                  <a:lnTo>
                    <a:pt x="1483714" y="0"/>
                  </a:lnTo>
                  <a:lnTo>
                    <a:pt x="1482899" y="0"/>
                  </a:lnTo>
                  <a:lnTo>
                    <a:pt x="1482084" y="0"/>
                  </a:lnTo>
                  <a:lnTo>
                    <a:pt x="1481270" y="0"/>
                  </a:lnTo>
                  <a:lnTo>
                    <a:pt x="1480455" y="0"/>
                  </a:lnTo>
                  <a:lnTo>
                    <a:pt x="1479640" y="0"/>
                  </a:lnTo>
                  <a:lnTo>
                    <a:pt x="1478825" y="0"/>
                  </a:lnTo>
                  <a:lnTo>
                    <a:pt x="1478011" y="0"/>
                  </a:lnTo>
                  <a:lnTo>
                    <a:pt x="1477196" y="0"/>
                  </a:lnTo>
                  <a:lnTo>
                    <a:pt x="1476381" y="0"/>
                  </a:lnTo>
                  <a:lnTo>
                    <a:pt x="1475566" y="0"/>
                  </a:lnTo>
                  <a:lnTo>
                    <a:pt x="1474751" y="0"/>
                  </a:lnTo>
                  <a:lnTo>
                    <a:pt x="1473937" y="0"/>
                  </a:lnTo>
                  <a:lnTo>
                    <a:pt x="1473122" y="0"/>
                  </a:lnTo>
                  <a:lnTo>
                    <a:pt x="1472307" y="0"/>
                  </a:lnTo>
                  <a:lnTo>
                    <a:pt x="1471492" y="0"/>
                  </a:lnTo>
                  <a:lnTo>
                    <a:pt x="1470677" y="0"/>
                  </a:lnTo>
                  <a:lnTo>
                    <a:pt x="1469863" y="0"/>
                  </a:lnTo>
                  <a:lnTo>
                    <a:pt x="1469048" y="0"/>
                  </a:lnTo>
                  <a:lnTo>
                    <a:pt x="1468233" y="0"/>
                  </a:lnTo>
                  <a:lnTo>
                    <a:pt x="1467418" y="0"/>
                  </a:lnTo>
                  <a:lnTo>
                    <a:pt x="1466604" y="0"/>
                  </a:lnTo>
                  <a:lnTo>
                    <a:pt x="1465789" y="0"/>
                  </a:lnTo>
                  <a:lnTo>
                    <a:pt x="1464974" y="0"/>
                  </a:lnTo>
                  <a:lnTo>
                    <a:pt x="1464159" y="0"/>
                  </a:lnTo>
                  <a:lnTo>
                    <a:pt x="1463344" y="0"/>
                  </a:lnTo>
                  <a:lnTo>
                    <a:pt x="1462530" y="0"/>
                  </a:lnTo>
                  <a:lnTo>
                    <a:pt x="1461715" y="0"/>
                  </a:lnTo>
                  <a:lnTo>
                    <a:pt x="1460900" y="0"/>
                  </a:lnTo>
                  <a:lnTo>
                    <a:pt x="1460085" y="0"/>
                  </a:lnTo>
                  <a:lnTo>
                    <a:pt x="1459271" y="0"/>
                  </a:lnTo>
                  <a:lnTo>
                    <a:pt x="1458456" y="0"/>
                  </a:lnTo>
                  <a:lnTo>
                    <a:pt x="1457641" y="0"/>
                  </a:lnTo>
                  <a:lnTo>
                    <a:pt x="1456826" y="0"/>
                  </a:lnTo>
                  <a:lnTo>
                    <a:pt x="1456011" y="0"/>
                  </a:lnTo>
                  <a:lnTo>
                    <a:pt x="1455197" y="0"/>
                  </a:lnTo>
                  <a:lnTo>
                    <a:pt x="1454382" y="0"/>
                  </a:lnTo>
                  <a:lnTo>
                    <a:pt x="1453567" y="0"/>
                  </a:lnTo>
                  <a:lnTo>
                    <a:pt x="1452752" y="0"/>
                  </a:lnTo>
                  <a:lnTo>
                    <a:pt x="1451938" y="0"/>
                  </a:lnTo>
                  <a:lnTo>
                    <a:pt x="1451123" y="0"/>
                  </a:lnTo>
                  <a:lnTo>
                    <a:pt x="1450308" y="0"/>
                  </a:lnTo>
                  <a:lnTo>
                    <a:pt x="1449493" y="0"/>
                  </a:lnTo>
                  <a:lnTo>
                    <a:pt x="1448678" y="0"/>
                  </a:lnTo>
                  <a:lnTo>
                    <a:pt x="1447864" y="0"/>
                  </a:lnTo>
                  <a:lnTo>
                    <a:pt x="1447049" y="0"/>
                  </a:lnTo>
                  <a:lnTo>
                    <a:pt x="1446234" y="0"/>
                  </a:lnTo>
                  <a:lnTo>
                    <a:pt x="1445419" y="0"/>
                  </a:lnTo>
                  <a:lnTo>
                    <a:pt x="1444605" y="0"/>
                  </a:lnTo>
                  <a:lnTo>
                    <a:pt x="1443790" y="0"/>
                  </a:lnTo>
                  <a:lnTo>
                    <a:pt x="1442975" y="0"/>
                  </a:lnTo>
                  <a:lnTo>
                    <a:pt x="1442160" y="0"/>
                  </a:lnTo>
                  <a:lnTo>
                    <a:pt x="1441345" y="0"/>
                  </a:lnTo>
                  <a:lnTo>
                    <a:pt x="1440531" y="0"/>
                  </a:lnTo>
                  <a:lnTo>
                    <a:pt x="1439716" y="0"/>
                  </a:lnTo>
                  <a:lnTo>
                    <a:pt x="1438901" y="0"/>
                  </a:lnTo>
                  <a:lnTo>
                    <a:pt x="1438086" y="0"/>
                  </a:lnTo>
                  <a:lnTo>
                    <a:pt x="1437272" y="0"/>
                  </a:lnTo>
                  <a:lnTo>
                    <a:pt x="1436457" y="0"/>
                  </a:lnTo>
                  <a:lnTo>
                    <a:pt x="1435642" y="0"/>
                  </a:lnTo>
                  <a:lnTo>
                    <a:pt x="1434827" y="0"/>
                  </a:lnTo>
                  <a:lnTo>
                    <a:pt x="1434012" y="0"/>
                  </a:lnTo>
                  <a:lnTo>
                    <a:pt x="1433198" y="0"/>
                  </a:lnTo>
                  <a:lnTo>
                    <a:pt x="1432383" y="0"/>
                  </a:lnTo>
                  <a:lnTo>
                    <a:pt x="1431568" y="0"/>
                  </a:lnTo>
                  <a:lnTo>
                    <a:pt x="1430753" y="0"/>
                  </a:lnTo>
                  <a:lnTo>
                    <a:pt x="1429938" y="0"/>
                  </a:lnTo>
                  <a:lnTo>
                    <a:pt x="1429124" y="0"/>
                  </a:lnTo>
                  <a:lnTo>
                    <a:pt x="1428309" y="0"/>
                  </a:lnTo>
                  <a:lnTo>
                    <a:pt x="1427494" y="0"/>
                  </a:lnTo>
                  <a:lnTo>
                    <a:pt x="1426679" y="0"/>
                  </a:lnTo>
                  <a:lnTo>
                    <a:pt x="1425865" y="0"/>
                  </a:lnTo>
                  <a:lnTo>
                    <a:pt x="1425050" y="0"/>
                  </a:lnTo>
                  <a:lnTo>
                    <a:pt x="1424235" y="0"/>
                  </a:lnTo>
                  <a:lnTo>
                    <a:pt x="1423420" y="0"/>
                  </a:lnTo>
                  <a:lnTo>
                    <a:pt x="1422605" y="0"/>
                  </a:lnTo>
                  <a:lnTo>
                    <a:pt x="1421791" y="0"/>
                  </a:lnTo>
                  <a:lnTo>
                    <a:pt x="1420976" y="0"/>
                  </a:lnTo>
                  <a:lnTo>
                    <a:pt x="1420161" y="0"/>
                  </a:lnTo>
                  <a:lnTo>
                    <a:pt x="1419346" y="0"/>
                  </a:lnTo>
                  <a:lnTo>
                    <a:pt x="1418532" y="0"/>
                  </a:lnTo>
                  <a:lnTo>
                    <a:pt x="1417717" y="0"/>
                  </a:lnTo>
                  <a:lnTo>
                    <a:pt x="1416902" y="0"/>
                  </a:lnTo>
                  <a:lnTo>
                    <a:pt x="1416087" y="0"/>
                  </a:lnTo>
                  <a:lnTo>
                    <a:pt x="1415272" y="0"/>
                  </a:lnTo>
                  <a:lnTo>
                    <a:pt x="1414458" y="0"/>
                  </a:lnTo>
                  <a:lnTo>
                    <a:pt x="1413643" y="0"/>
                  </a:lnTo>
                  <a:lnTo>
                    <a:pt x="1412828" y="0"/>
                  </a:lnTo>
                  <a:lnTo>
                    <a:pt x="1412013" y="0"/>
                  </a:lnTo>
                  <a:lnTo>
                    <a:pt x="1411199" y="0"/>
                  </a:lnTo>
                  <a:lnTo>
                    <a:pt x="1410384" y="0"/>
                  </a:lnTo>
                  <a:lnTo>
                    <a:pt x="1409569" y="0"/>
                  </a:lnTo>
                  <a:lnTo>
                    <a:pt x="1408754" y="0"/>
                  </a:lnTo>
                  <a:lnTo>
                    <a:pt x="1407939" y="0"/>
                  </a:lnTo>
                  <a:lnTo>
                    <a:pt x="1407125" y="0"/>
                  </a:lnTo>
                  <a:lnTo>
                    <a:pt x="1406310" y="0"/>
                  </a:lnTo>
                  <a:lnTo>
                    <a:pt x="1405495" y="0"/>
                  </a:lnTo>
                  <a:lnTo>
                    <a:pt x="1404680" y="0"/>
                  </a:lnTo>
                  <a:lnTo>
                    <a:pt x="1403866" y="0"/>
                  </a:lnTo>
                  <a:lnTo>
                    <a:pt x="1403051" y="0"/>
                  </a:lnTo>
                  <a:lnTo>
                    <a:pt x="1402236" y="0"/>
                  </a:lnTo>
                  <a:lnTo>
                    <a:pt x="1401421" y="0"/>
                  </a:lnTo>
                  <a:lnTo>
                    <a:pt x="1400606" y="0"/>
                  </a:lnTo>
                  <a:lnTo>
                    <a:pt x="1399792" y="0"/>
                  </a:lnTo>
                  <a:lnTo>
                    <a:pt x="1398977" y="0"/>
                  </a:lnTo>
                  <a:lnTo>
                    <a:pt x="1398162" y="0"/>
                  </a:lnTo>
                  <a:lnTo>
                    <a:pt x="1397347" y="0"/>
                  </a:lnTo>
                  <a:lnTo>
                    <a:pt x="1396533" y="0"/>
                  </a:lnTo>
                  <a:lnTo>
                    <a:pt x="1395718" y="0"/>
                  </a:lnTo>
                  <a:lnTo>
                    <a:pt x="1394903" y="0"/>
                  </a:lnTo>
                  <a:lnTo>
                    <a:pt x="1394088" y="0"/>
                  </a:lnTo>
                  <a:lnTo>
                    <a:pt x="1393273" y="0"/>
                  </a:lnTo>
                  <a:lnTo>
                    <a:pt x="1392459" y="0"/>
                  </a:lnTo>
                  <a:lnTo>
                    <a:pt x="1391644" y="0"/>
                  </a:lnTo>
                  <a:lnTo>
                    <a:pt x="1390829" y="0"/>
                  </a:lnTo>
                  <a:lnTo>
                    <a:pt x="1390014" y="0"/>
                  </a:lnTo>
                  <a:lnTo>
                    <a:pt x="1389199" y="0"/>
                  </a:lnTo>
                  <a:lnTo>
                    <a:pt x="1388385" y="0"/>
                  </a:lnTo>
                  <a:lnTo>
                    <a:pt x="1387570" y="0"/>
                  </a:lnTo>
                  <a:lnTo>
                    <a:pt x="1386755" y="0"/>
                  </a:lnTo>
                  <a:lnTo>
                    <a:pt x="1385940" y="0"/>
                  </a:lnTo>
                  <a:lnTo>
                    <a:pt x="1385126" y="0"/>
                  </a:lnTo>
                  <a:lnTo>
                    <a:pt x="1384311" y="0"/>
                  </a:lnTo>
                  <a:lnTo>
                    <a:pt x="1383496" y="0"/>
                  </a:lnTo>
                  <a:lnTo>
                    <a:pt x="1382681" y="0"/>
                  </a:lnTo>
                  <a:lnTo>
                    <a:pt x="1381866" y="0"/>
                  </a:lnTo>
                  <a:lnTo>
                    <a:pt x="1381052" y="0"/>
                  </a:lnTo>
                  <a:lnTo>
                    <a:pt x="1380237" y="0"/>
                  </a:lnTo>
                  <a:lnTo>
                    <a:pt x="1379422" y="0"/>
                  </a:lnTo>
                  <a:lnTo>
                    <a:pt x="1378607" y="0"/>
                  </a:lnTo>
                  <a:lnTo>
                    <a:pt x="1377793" y="0"/>
                  </a:lnTo>
                  <a:lnTo>
                    <a:pt x="1376978" y="0"/>
                  </a:lnTo>
                  <a:lnTo>
                    <a:pt x="1376163" y="0"/>
                  </a:lnTo>
                  <a:lnTo>
                    <a:pt x="1375348" y="0"/>
                  </a:lnTo>
                  <a:lnTo>
                    <a:pt x="1374533" y="0"/>
                  </a:lnTo>
                  <a:lnTo>
                    <a:pt x="1373719" y="0"/>
                  </a:lnTo>
                  <a:lnTo>
                    <a:pt x="1372904" y="0"/>
                  </a:lnTo>
                  <a:lnTo>
                    <a:pt x="1372089" y="0"/>
                  </a:lnTo>
                  <a:lnTo>
                    <a:pt x="1371274" y="0"/>
                  </a:lnTo>
                  <a:lnTo>
                    <a:pt x="1370460" y="0"/>
                  </a:lnTo>
                  <a:lnTo>
                    <a:pt x="1369645" y="0"/>
                  </a:lnTo>
                  <a:lnTo>
                    <a:pt x="1368830" y="0"/>
                  </a:lnTo>
                  <a:lnTo>
                    <a:pt x="1368015" y="0"/>
                  </a:lnTo>
                  <a:lnTo>
                    <a:pt x="1367200" y="0"/>
                  </a:lnTo>
                  <a:lnTo>
                    <a:pt x="1366386" y="0"/>
                  </a:lnTo>
                  <a:lnTo>
                    <a:pt x="1365571" y="0"/>
                  </a:lnTo>
                  <a:lnTo>
                    <a:pt x="1364756" y="0"/>
                  </a:lnTo>
                  <a:lnTo>
                    <a:pt x="1363941" y="0"/>
                  </a:lnTo>
                  <a:lnTo>
                    <a:pt x="1363127" y="0"/>
                  </a:lnTo>
                  <a:lnTo>
                    <a:pt x="1362312" y="0"/>
                  </a:lnTo>
                  <a:lnTo>
                    <a:pt x="1361497" y="0"/>
                  </a:lnTo>
                  <a:lnTo>
                    <a:pt x="1360682" y="0"/>
                  </a:lnTo>
                  <a:lnTo>
                    <a:pt x="1359867" y="0"/>
                  </a:lnTo>
                  <a:lnTo>
                    <a:pt x="1359053" y="0"/>
                  </a:lnTo>
                  <a:lnTo>
                    <a:pt x="1358238" y="0"/>
                  </a:lnTo>
                  <a:lnTo>
                    <a:pt x="1357423" y="0"/>
                  </a:lnTo>
                  <a:lnTo>
                    <a:pt x="1356608" y="0"/>
                  </a:lnTo>
                  <a:lnTo>
                    <a:pt x="1355794" y="0"/>
                  </a:lnTo>
                  <a:lnTo>
                    <a:pt x="1354979" y="0"/>
                  </a:lnTo>
                  <a:lnTo>
                    <a:pt x="1354164" y="0"/>
                  </a:lnTo>
                  <a:lnTo>
                    <a:pt x="1353349" y="0"/>
                  </a:lnTo>
                  <a:lnTo>
                    <a:pt x="1352534" y="0"/>
                  </a:lnTo>
                  <a:lnTo>
                    <a:pt x="1351720" y="0"/>
                  </a:lnTo>
                  <a:lnTo>
                    <a:pt x="1350905" y="0"/>
                  </a:lnTo>
                  <a:lnTo>
                    <a:pt x="1350090" y="0"/>
                  </a:lnTo>
                  <a:lnTo>
                    <a:pt x="1349275" y="0"/>
                  </a:lnTo>
                  <a:lnTo>
                    <a:pt x="1348460" y="0"/>
                  </a:lnTo>
                  <a:lnTo>
                    <a:pt x="1347646" y="0"/>
                  </a:lnTo>
                  <a:lnTo>
                    <a:pt x="1346831" y="0"/>
                  </a:lnTo>
                  <a:lnTo>
                    <a:pt x="1346016" y="0"/>
                  </a:lnTo>
                  <a:lnTo>
                    <a:pt x="1345201" y="0"/>
                  </a:lnTo>
                  <a:lnTo>
                    <a:pt x="1344387" y="0"/>
                  </a:lnTo>
                  <a:lnTo>
                    <a:pt x="1343572" y="0"/>
                  </a:lnTo>
                  <a:lnTo>
                    <a:pt x="1342757" y="0"/>
                  </a:lnTo>
                  <a:lnTo>
                    <a:pt x="1341942" y="0"/>
                  </a:lnTo>
                  <a:lnTo>
                    <a:pt x="1341127" y="0"/>
                  </a:lnTo>
                  <a:lnTo>
                    <a:pt x="1340313" y="0"/>
                  </a:lnTo>
                  <a:lnTo>
                    <a:pt x="1339498" y="0"/>
                  </a:lnTo>
                  <a:lnTo>
                    <a:pt x="1338683" y="0"/>
                  </a:lnTo>
                  <a:lnTo>
                    <a:pt x="1337868" y="0"/>
                  </a:lnTo>
                  <a:lnTo>
                    <a:pt x="1337054" y="0"/>
                  </a:lnTo>
                  <a:lnTo>
                    <a:pt x="1336239" y="0"/>
                  </a:lnTo>
                  <a:lnTo>
                    <a:pt x="1335424" y="0"/>
                  </a:lnTo>
                  <a:lnTo>
                    <a:pt x="1334609" y="0"/>
                  </a:lnTo>
                  <a:lnTo>
                    <a:pt x="1333794" y="0"/>
                  </a:lnTo>
                  <a:lnTo>
                    <a:pt x="1332980" y="0"/>
                  </a:lnTo>
                  <a:lnTo>
                    <a:pt x="1332165" y="0"/>
                  </a:lnTo>
                  <a:lnTo>
                    <a:pt x="1331350" y="0"/>
                  </a:lnTo>
                  <a:lnTo>
                    <a:pt x="1330535" y="0"/>
                  </a:lnTo>
                  <a:lnTo>
                    <a:pt x="1329721" y="0"/>
                  </a:lnTo>
                  <a:lnTo>
                    <a:pt x="1328906" y="0"/>
                  </a:lnTo>
                  <a:lnTo>
                    <a:pt x="1328091" y="0"/>
                  </a:lnTo>
                  <a:lnTo>
                    <a:pt x="1327276" y="0"/>
                  </a:lnTo>
                  <a:lnTo>
                    <a:pt x="1326461" y="0"/>
                  </a:lnTo>
                  <a:lnTo>
                    <a:pt x="1325647" y="0"/>
                  </a:lnTo>
                  <a:lnTo>
                    <a:pt x="1324832" y="0"/>
                  </a:lnTo>
                  <a:lnTo>
                    <a:pt x="1324017" y="0"/>
                  </a:lnTo>
                  <a:lnTo>
                    <a:pt x="1323202" y="0"/>
                  </a:lnTo>
                  <a:lnTo>
                    <a:pt x="1322388" y="0"/>
                  </a:lnTo>
                  <a:lnTo>
                    <a:pt x="1321573" y="0"/>
                  </a:lnTo>
                  <a:lnTo>
                    <a:pt x="1320758" y="0"/>
                  </a:lnTo>
                  <a:lnTo>
                    <a:pt x="1319943" y="0"/>
                  </a:lnTo>
                  <a:lnTo>
                    <a:pt x="1319128" y="0"/>
                  </a:lnTo>
                  <a:lnTo>
                    <a:pt x="1318314" y="0"/>
                  </a:lnTo>
                  <a:lnTo>
                    <a:pt x="1317499" y="0"/>
                  </a:lnTo>
                  <a:lnTo>
                    <a:pt x="1316684" y="0"/>
                  </a:lnTo>
                  <a:lnTo>
                    <a:pt x="1315869" y="0"/>
                  </a:lnTo>
                  <a:lnTo>
                    <a:pt x="1315055" y="0"/>
                  </a:lnTo>
                  <a:lnTo>
                    <a:pt x="1314240" y="0"/>
                  </a:lnTo>
                  <a:lnTo>
                    <a:pt x="1313425" y="0"/>
                  </a:lnTo>
                  <a:lnTo>
                    <a:pt x="1312610" y="0"/>
                  </a:lnTo>
                  <a:lnTo>
                    <a:pt x="1311795" y="0"/>
                  </a:lnTo>
                  <a:lnTo>
                    <a:pt x="1310981" y="0"/>
                  </a:lnTo>
                  <a:lnTo>
                    <a:pt x="1310166" y="0"/>
                  </a:lnTo>
                  <a:lnTo>
                    <a:pt x="1309351" y="0"/>
                  </a:lnTo>
                  <a:lnTo>
                    <a:pt x="1308536" y="0"/>
                  </a:lnTo>
                  <a:lnTo>
                    <a:pt x="1307721" y="0"/>
                  </a:lnTo>
                  <a:lnTo>
                    <a:pt x="1306907" y="0"/>
                  </a:lnTo>
                  <a:lnTo>
                    <a:pt x="1306092" y="0"/>
                  </a:lnTo>
                  <a:lnTo>
                    <a:pt x="1305277" y="0"/>
                  </a:lnTo>
                  <a:lnTo>
                    <a:pt x="1304462" y="0"/>
                  </a:lnTo>
                  <a:lnTo>
                    <a:pt x="1303648" y="0"/>
                  </a:lnTo>
                  <a:lnTo>
                    <a:pt x="1302833" y="0"/>
                  </a:lnTo>
                  <a:lnTo>
                    <a:pt x="1302018" y="0"/>
                  </a:lnTo>
                  <a:lnTo>
                    <a:pt x="1301203" y="0"/>
                  </a:lnTo>
                  <a:lnTo>
                    <a:pt x="1300388" y="0"/>
                  </a:lnTo>
                  <a:lnTo>
                    <a:pt x="1299574" y="0"/>
                  </a:lnTo>
                  <a:lnTo>
                    <a:pt x="1298759" y="0"/>
                  </a:lnTo>
                  <a:lnTo>
                    <a:pt x="1297944" y="0"/>
                  </a:lnTo>
                  <a:lnTo>
                    <a:pt x="1297129" y="0"/>
                  </a:lnTo>
                  <a:lnTo>
                    <a:pt x="1296315" y="0"/>
                  </a:lnTo>
                  <a:lnTo>
                    <a:pt x="1295500" y="0"/>
                  </a:lnTo>
                  <a:lnTo>
                    <a:pt x="1294685" y="0"/>
                  </a:lnTo>
                  <a:lnTo>
                    <a:pt x="1293870" y="0"/>
                  </a:lnTo>
                  <a:lnTo>
                    <a:pt x="1293055" y="0"/>
                  </a:lnTo>
                  <a:lnTo>
                    <a:pt x="1292241" y="0"/>
                  </a:lnTo>
                  <a:lnTo>
                    <a:pt x="1291426" y="0"/>
                  </a:lnTo>
                  <a:lnTo>
                    <a:pt x="1290611" y="0"/>
                  </a:lnTo>
                  <a:lnTo>
                    <a:pt x="1289796" y="0"/>
                  </a:lnTo>
                  <a:lnTo>
                    <a:pt x="1288982" y="0"/>
                  </a:lnTo>
                  <a:lnTo>
                    <a:pt x="1288167" y="0"/>
                  </a:lnTo>
                  <a:lnTo>
                    <a:pt x="1287352" y="0"/>
                  </a:lnTo>
                  <a:lnTo>
                    <a:pt x="1286537" y="0"/>
                  </a:lnTo>
                  <a:lnTo>
                    <a:pt x="1285722" y="0"/>
                  </a:lnTo>
                  <a:lnTo>
                    <a:pt x="1284908" y="0"/>
                  </a:lnTo>
                  <a:lnTo>
                    <a:pt x="1284093" y="0"/>
                  </a:lnTo>
                  <a:lnTo>
                    <a:pt x="1283278" y="0"/>
                  </a:lnTo>
                  <a:lnTo>
                    <a:pt x="1282463" y="0"/>
                  </a:lnTo>
                  <a:lnTo>
                    <a:pt x="1281649" y="0"/>
                  </a:lnTo>
                  <a:lnTo>
                    <a:pt x="1280834" y="0"/>
                  </a:lnTo>
                  <a:lnTo>
                    <a:pt x="1280019" y="0"/>
                  </a:lnTo>
                  <a:lnTo>
                    <a:pt x="1279204" y="0"/>
                  </a:lnTo>
                  <a:lnTo>
                    <a:pt x="1278389" y="0"/>
                  </a:lnTo>
                  <a:lnTo>
                    <a:pt x="1277575" y="0"/>
                  </a:lnTo>
                  <a:lnTo>
                    <a:pt x="1276760" y="0"/>
                  </a:lnTo>
                  <a:lnTo>
                    <a:pt x="1275945" y="0"/>
                  </a:lnTo>
                  <a:lnTo>
                    <a:pt x="1275130" y="0"/>
                  </a:lnTo>
                  <a:lnTo>
                    <a:pt x="1274315" y="0"/>
                  </a:lnTo>
                  <a:lnTo>
                    <a:pt x="1273501" y="0"/>
                  </a:lnTo>
                  <a:lnTo>
                    <a:pt x="1272686" y="0"/>
                  </a:lnTo>
                  <a:lnTo>
                    <a:pt x="1271871" y="0"/>
                  </a:lnTo>
                  <a:lnTo>
                    <a:pt x="1271056" y="0"/>
                  </a:lnTo>
                  <a:lnTo>
                    <a:pt x="1270242" y="0"/>
                  </a:lnTo>
                  <a:lnTo>
                    <a:pt x="1269427" y="0"/>
                  </a:lnTo>
                  <a:lnTo>
                    <a:pt x="1268612" y="0"/>
                  </a:lnTo>
                  <a:lnTo>
                    <a:pt x="1267797" y="0"/>
                  </a:lnTo>
                  <a:lnTo>
                    <a:pt x="1266982" y="0"/>
                  </a:lnTo>
                  <a:lnTo>
                    <a:pt x="1266168" y="0"/>
                  </a:lnTo>
                  <a:lnTo>
                    <a:pt x="1265353" y="0"/>
                  </a:lnTo>
                  <a:lnTo>
                    <a:pt x="1264538" y="0"/>
                  </a:lnTo>
                  <a:lnTo>
                    <a:pt x="1263723" y="0"/>
                  </a:lnTo>
                  <a:lnTo>
                    <a:pt x="1262909" y="0"/>
                  </a:lnTo>
                  <a:lnTo>
                    <a:pt x="1262094" y="0"/>
                  </a:lnTo>
                  <a:lnTo>
                    <a:pt x="1261279" y="0"/>
                  </a:lnTo>
                  <a:lnTo>
                    <a:pt x="1260464" y="0"/>
                  </a:lnTo>
                  <a:lnTo>
                    <a:pt x="1259649" y="0"/>
                  </a:lnTo>
                  <a:lnTo>
                    <a:pt x="1258835" y="0"/>
                  </a:lnTo>
                  <a:lnTo>
                    <a:pt x="1258020" y="0"/>
                  </a:lnTo>
                  <a:lnTo>
                    <a:pt x="1257205" y="0"/>
                  </a:lnTo>
                  <a:lnTo>
                    <a:pt x="1256390" y="0"/>
                  </a:lnTo>
                  <a:lnTo>
                    <a:pt x="1255576" y="0"/>
                  </a:lnTo>
                  <a:lnTo>
                    <a:pt x="1254761" y="0"/>
                  </a:lnTo>
                  <a:lnTo>
                    <a:pt x="1253946" y="0"/>
                  </a:lnTo>
                  <a:lnTo>
                    <a:pt x="1253131" y="0"/>
                  </a:lnTo>
                  <a:lnTo>
                    <a:pt x="1252316" y="0"/>
                  </a:lnTo>
                  <a:lnTo>
                    <a:pt x="1251502" y="0"/>
                  </a:lnTo>
                  <a:lnTo>
                    <a:pt x="1250687" y="0"/>
                  </a:lnTo>
                  <a:lnTo>
                    <a:pt x="1249872" y="0"/>
                  </a:lnTo>
                  <a:lnTo>
                    <a:pt x="1249057" y="0"/>
                  </a:lnTo>
                  <a:lnTo>
                    <a:pt x="1248243" y="0"/>
                  </a:lnTo>
                  <a:lnTo>
                    <a:pt x="1247428" y="0"/>
                  </a:lnTo>
                  <a:lnTo>
                    <a:pt x="1246613" y="0"/>
                  </a:lnTo>
                  <a:lnTo>
                    <a:pt x="1245798" y="0"/>
                  </a:lnTo>
                  <a:lnTo>
                    <a:pt x="1244983" y="0"/>
                  </a:lnTo>
                  <a:lnTo>
                    <a:pt x="1244169" y="0"/>
                  </a:lnTo>
                  <a:lnTo>
                    <a:pt x="1243354" y="0"/>
                  </a:lnTo>
                  <a:lnTo>
                    <a:pt x="1242539" y="0"/>
                  </a:lnTo>
                  <a:lnTo>
                    <a:pt x="1241724" y="0"/>
                  </a:lnTo>
                  <a:lnTo>
                    <a:pt x="1240910" y="0"/>
                  </a:lnTo>
                  <a:lnTo>
                    <a:pt x="1240095" y="0"/>
                  </a:lnTo>
                  <a:lnTo>
                    <a:pt x="1239280" y="0"/>
                  </a:lnTo>
                  <a:lnTo>
                    <a:pt x="1238465" y="0"/>
                  </a:lnTo>
                  <a:lnTo>
                    <a:pt x="1237650" y="0"/>
                  </a:lnTo>
                  <a:lnTo>
                    <a:pt x="1236836" y="0"/>
                  </a:lnTo>
                  <a:lnTo>
                    <a:pt x="1236021" y="0"/>
                  </a:lnTo>
                  <a:lnTo>
                    <a:pt x="1235206" y="0"/>
                  </a:lnTo>
                  <a:lnTo>
                    <a:pt x="1234391" y="0"/>
                  </a:lnTo>
                  <a:lnTo>
                    <a:pt x="1233576" y="0"/>
                  </a:lnTo>
                  <a:lnTo>
                    <a:pt x="1232762" y="0"/>
                  </a:lnTo>
                  <a:lnTo>
                    <a:pt x="1231947" y="0"/>
                  </a:lnTo>
                  <a:lnTo>
                    <a:pt x="1231132" y="0"/>
                  </a:lnTo>
                  <a:lnTo>
                    <a:pt x="1230317" y="0"/>
                  </a:lnTo>
                  <a:lnTo>
                    <a:pt x="1229503" y="0"/>
                  </a:lnTo>
                  <a:lnTo>
                    <a:pt x="1228688" y="0"/>
                  </a:lnTo>
                  <a:lnTo>
                    <a:pt x="1227873" y="0"/>
                  </a:lnTo>
                  <a:lnTo>
                    <a:pt x="1227058" y="0"/>
                  </a:lnTo>
                  <a:lnTo>
                    <a:pt x="1226243" y="0"/>
                  </a:lnTo>
                  <a:lnTo>
                    <a:pt x="1225429" y="0"/>
                  </a:lnTo>
                  <a:lnTo>
                    <a:pt x="1224614" y="0"/>
                  </a:lnTo>
                  <a:lnTo>
                    <a:pt x="1223799" y="0"/>
                  </a:lnTo>
                  <a:lnTo>
                    <a:pt x="1222984" y="0"/>
                  </a:lnTo>
                  <a:lnTo>
                    <a:pt x="1222170" y="0"/>
                  </a:lnTo>
                  <a:lnTo>
                    <a:pt x="1221355" y="0"/>
                  </a:lnTo>
                  <a:lnTo>
                    <a:pt x="1220540" y="0"/>
                  </a:lnTo>
                  <a:lnTo>
                    <a:pt x="1219725" y="0"/>
                  </a:lnTo>
                  <a:lnTo>
                    <a:pt x="1218910" y="0"/>
                  </a:lnTo>
                  <a:lnTo>
                    <a:pt x="1218096" y="0"/>
                  </a:lnTo>
                  <a:lnTo>
                    <a:pt x="1217281" y="0"/>
                  </a:lnTo>
                  <a:lnTo>
                    <a:pt x="1216466" y="0"/>
                  </a:lnTo>
                  <a:lnTo>
                    <a:pt x="1215651" y="0"/>
                  </a:lnTo>
                  <a:lnTo>
                    <a:pt x="1214837" y="0"/>
                  </a:lnTo>
                  <a:lnTo>
                    <a:pt x="1214022" y="0"/>
                  </a:lnTo>
                  <a:lnTo>
                    <a:pt x="1213207" y="0"/>
                  </a:lnTo>
                  <a:lnTo>
                    <a:pt x="1212392" y="0"/>
                  </a:lnTo>
                  <a:lnTo>
                    <a:pt x="1211577" y="0"/>
                  </a:lnTo>
                  <a:lnTo>
                    <a:pt x="1210763" y="0"/>
                  </a:lnTo>
                  <a:lnTo>
                    <a:pt x="1209948" y="0"/>
                  </a:lnTo>
                  <a:lnTo>
                    <a:pt x="1209133" y="0"/>
                  </a:lnTo>
                  <a:lnTo>
                    <a:pt x="1208318" y="0"/>
                  </a:lnTo>
                  <a:lnTo>
                    <a:pt x="1207504" y="0"/>
                  </a:lnTo>
                  <a:lnTo>
                    <a:pt x="1206689" y="0"/>
                  </a:lnTo>
                  <a:lnTo>
                    <a:pt x="1205874" y="0"/>
                  </a:lnTo>
                  <a:lnTo>
                    <a:pt x="1205059" y="0"/>
                  </a:lnTo>
                  <a:lnTo>
                    <a:pt x="1204244" y="0"/>
                  </a:lnTo>
                  <a:lnTo>
                    <a:pt x="1203430" y="0"/>
                  </a:lnTo>
                  <a:lnTo>
                    <a:pt x="1202615" y="0"/>
                  </a:lnTo>
                  <a:lnTo>
                    <a:pt x="1201800" y="0"/>
                  </a:lnTo>
                  <a:lnTo>
                    <a:pt x="1200985" y="0"/>
                  </a:lnTo>
                  <a:lnTo>
                    <a:pt x="1200171" y="0"/>
                  </a:lnTo>
                  <a:lnTo>
                    <a:pt x="1199356" y="0"/>
                  </a:lnTo>
                  <a:lnTo>
                    <a:pt x="1198541" y="0"/>
                  </a:lnTo>
                  <a:lnTo>
                    <a:pt x="1197726" y="0"/>
                  </a:lnTo>
                  <a:lnTo>
                    <a:pt x="1196911" y="0"/>
                  </a:lnTo>
                  <a:lnTo>
                    <a:pt x="1196097" y="0"/>
                  </a:lnTo>
                  <a:lnTo>
                    <a:pt x="1195282" y="0"/>
                  </a:lnTo>
                  <a:lnTo>
                    <a:pt x="1194467" y="0"/>
                  </a:lnTo>
                  <a:lnTo>
                    <a:pt x="1193652" y="0"/>
                  </a:lnTo>
                  <a:lnTo>
                    <a:pt x="1192837" y="0"/>
                  </a:lnTo>
                  <a:lnTo>
                    <a:pt x="1192023" y="0"/>
                  </a:lnTo>
                  <a:lnTo>
                    <a:pt x="1191208" y="0"/>
                  </a:lnTo>
                  <a:lnTo>
                    <a:pt x="1190393" y="0"/>
                  </a:lnTo>
                  <a:lnTo>
                    <a:pt x="1189578" y="0"/>
                  </a:lnTo>
                  <a:lnTo>
                    <a:pt x="1188764" y="0"/>
                  </a:lnTo>
                  <a:lnTo>
                    <a:pt x="1187949" y="0"/>
                  </a:lnTo>
                  <a:lnTo>
                    <a:pt x="1187134" y="0"/>
                  </a:lnTo>
                  <a:lnTo>
                    <a:pt x="1186319" y="0"/>
                  </a:lnTo>
                  <a:lnTo>
                    <a:pt x="1185504" y="0"/>
                  </a:lnTo>
                  <a:lnTo>
                    <a:pt x="1184690" y="0"/>
                  </a:lnTo>
                  <a:lnTo>
                    <a:pt x="1183875" y="0"/>
                  </a:lnTo>
                  <a:lnTo>
                    <a:pt x="1183060" y="0"/>
                  </a:lnTo>
                  <a:lnTo>
                    <a:pt x="1182245" y="0"/>
                  </a:lnTo>
                  <a:lnTo>
                    <a:pt x="1181431" y="0"/>
                  </a:lnTo>
                  <a:lnTo>
                    <a:pt x="1180616" y="0"/>
                  </a:lnTo>
                  <a:lnTo>
                    <a:pt x="1179801" y="0"/>
                  </a:lnTo>
                  <a:lnTo>
                    <a:pt x="1178986" y="0"/>
                  </a:lnTo>
                  <a:lnTo>
                    <a:pt x="1178171" y="0"/>
                  </a:lnTo>
                  <a:lnTo>
                    <a:pt x="1177357" y="0"/>
                  </a:lnTo>
                  <a:lnTo>
                    <a:pt x="1176542" y="0"/>
                  </a:lnTo>
                  <a:lnTo>
                    <a:pt x="1175727" y="0"/>
                  </a:lnTo>
                  <a:lnTo>
                    <a:pt x="1174912" y="0"/>
                  </a:lnTo>
                  <a:lnTo>
                    <a:pt x="1174098" y="0"/>
                  </a:lnTo>
                  <a:lnTo>
                    <a:pt x="1173283" y="0"/>
                  </a:lnTo>
                  <a:lnTo>
                    <a:pt x="1172468" y="0"/>
                  </a:lnTo>
                  <a:lnTo>
                    <a:pt x="1171653" y="0"/>
                  </a:lnTo>
                  <a:lnTo>
                    <a:pt x="1170838" y="0"/>
                  </a:lnTo>
                  <a:lnTo>
                    <a:pt x="1170024" y="0"/>
                  </a:lnTo>
                  <a:lnTo>
                    <a:pt x="1169209" y="0"/>
                  </a:lnTo>
                  <a:lnTo>
                    <a:pt x="1168394" y="0"/>
                  </a:lnTo>
                  <a:lnTo>
                    <a:pt x="1167579" y="0"/>
                  </a:lnTo>
                  <a:lnTo>
                    <a:pt x="1166765" y="0"/>
                  </a:lnTo>
                  <a:lnTo>
                    <a:pt x="1165950" y="0"/>
                  </a:lnTo>
                  <a:lnTo>
                    <a:pt x="1165135" y="0"/>
                  </a:lnTo>
                  <a:lnTo>
                    <a:pt x="1164320" y="0"/>
                  </a:lnTo>
                  <a:lnTo>
                    <a:pt x="1163505" y="0"/>
                  </a:lnTo>
                  <a:lnTo>
                    <a:pt x="1162691" y="0"/>
                  </a:lnTo>
                  <a:lnTo>
                    <a:pt x="1161876" y="0"/>
                  </a:lnTo>
                  <a:lnTo>
                    <a:pt x="1161061" y="0"/>
                  </a:lnTo>
                  <a:lnTo>
                    <a:pt x="1160246" y="0"/>
                  </a:lnTo>
                  <a:lnTo>
                    <a:pt x="1159432" y="0"/>
                  </a:lnTo>
                  <a:lnTo>
                    <a:pt x="1158617" y="0"/>
                  </a:lnTo>
                  <a:lnTo>
                    <a:pt x="1157802" y="0"/>
                  </a:lnTo>
                  <a:lnTo>
                    <a:pt x="1156987" y="0"/>
                  </a:lnTo>
                  <a:lnTo>
                    <a:pt x="1156172" y="0"/>
                  </a:lnTo>
                  <a:lnTo>
                    <a:pt x="1155358" y="0"/>
                  </a:lnTo>
                  <a:lnTo>
                    <a:pt x="1154543" y="0"/>
                  </a:lnTo>
                  <a:lnTo>
                    <a:pt x="1153728" y="0"/>
                  </a:lnTo>
                  <a:lnTo>
                    <a:pt x="1152913" y="0"/>
                  </a:lnTo>
                  <a:lnTo>
                    <a:pt x="1152098" y="0"/>
                  </a:lnTo>
                  <a:lnTo>
                    <a:pt x="1151284" y="0"/>
                  </a:lnTo>
                  <a:lnTo>
                    <a:pt x="1150469" y="0"/>
                  </a:lnTo>
                  <a:lnTo>
                    <a:pt x="1149654" y="0"/>
                  </a:lnTo>
                  <a:lnTo>
                    <a:pt x="1148839" y="0"/>
                  </a:lnTo>
                  <a:lnTo>
                    <a:pt x="1148025" y="0"/>
                  </a:lnTo>
                  <a:lnTo>
                    <a:pt x="1147210" y="0"/>
                  </a:lnTo>
                  <a:lnTo>
                    <a:pt x="1146395" y="0"/>
                  </a:lnTo>
                  <a:lnTo>
                    <a:pt x="1145580" y="0"/>
                  </a:lnTo>
                  <a:lnTo>
                    <a:pt x="1144765" y="0"/>
                  </a:lnTo>
                  <a:lnTo>
                    <a:pt x="1143951" y="0"/>
                  </a:lnTo>
                  <a:lnTo>
                    <a:pt x="1143136" y="0"/>
                  </a:lnTo>
                  <a:lnTo>
                    <a:pt x="1142321" y="0"/>
                  </a:lnTo>
                  <a:lnTo>
                    <a:pt x="1141506" y="0"/>
                  </a:lnTo>
                  <a:lnTo>
                    <a:pt x="1140692" y="0"/>
                  </a:lnTo>
                  <a:lnTo>
                    <a:pt x="1139877" y="0"/>
                  </a:lnTo>
                  <a:lnTo>
                    <a:pt x="1139062" y="0"/>
                  </a:lnTo>
                  <a:lnTo>
                    <a:pt x="1138247" y="0"/>
                  </a:lnTo>
                  <a:lnTo>
                    <a:pt x="1137432" y="0"/>
                  </a:lnTo>
                  <a:lnTo>
                    <a:pt x="1136618" y="0"/>
                  </a:lnTo>
                  <a:lnTo>
                    <a:pt x="1135803" y="0"/>
                  </a:lnTo>
                  <a:lnTo>
                    <a:pt x="1134988" y="0"/>
                  </a:lnTo>
                  <a:lnTo>
                    <a:pt x="1134173" y="0"/>
                  </a:lnTo>
                  <a:lnTo>
                    <a:pt x="1133359" y="0"/>
                  </a:lnTo>
                  <a:lnTo>
                    <a:pt x="1132544" y="0"/>
                  </a:lnTo>
                  <a:lnTo>
                    <a:pt x="1131729" y="0"/>
                  </a:lnTo>
                  <a:lnTo>
                    <a:pt x="1130914" y="0"/>
                  </a:lnTo>
                  <a:lnTo>
                    <a:pt x="1130099" y="0"/>
                  </a:lnTo>
                  <a:lnTo>
                    <a:pt x="1129285" y="0"/>
                  </a:lnTo>
                  <a:lnTo>
                    <a:pt x="1128470" y="0"/>
                  </a:lnTo>
                  <a:lnTo>
                    <a:pt x="1127655" y="0"/>
                  </a:lnTo>
                  <a:lnTo>
                    <a:pt x="1126840" y="0"/>
                  </a:lnTo>
                  <a:lnTo>
                    <a:pt x="1126026" y="0"/>
                  </a:lnTo>
                  <a:lnTo>
                    <a:pt x="1125211" y="0"/>
                  </a:lnTo>
                  <a:lnTo>
                    <a:pt x="1124396" y="0"/>
                  </a:lnTo>
                  <a:lnTo>
                    <a:pt x="1123581" y="0"/>
                  </a:lnTo>
                  <a:lnTo>
                    <a:pt x="1122766" y="0"/>
                  </a:lnTo>
                  <a:lnTo>
                    <a:pt x="1121952" y="0"/>
                  </a:lnTo>
                  <a:lnTo>
                    <a:pt x="1121137" y="0"/>
                  </a:lnTo>
                  <a:lnTo>
                    <a:pt x="1120322" y="0"/>
                  </a:lnTo>
                  <a:lnTo>
                    <a:pt x="1119507" y="0"/>
                  </a:lnTo>
                  <a:lnTo>
                    <a:pt x="1118693" y="0"/>
                  </a:lnTo>
                  <a:lnTo>
                    <a:pt x="1117878" y="0"/>
                  </a:lnTo>
                  <a:lnTo>
                    <a:pt x="1117063" y="0"/>
                  </a:lnTo>
                  <a:lnTo>
                    <a:pt x="1116248" y="0"/>
                  </a:lnTo>
                  <a:lnTo>
                    <a:pt x="1115433" y="0"/>
                  </a:lnTo>
                  <a:lnTo>
                    <a:pt x="1114619" y="0"/>
                  </a:lnTo>
                  <a:lnTo>
                    <a:pt x="1113804" y="0"/>
                  </a:lnTo>
                  <a:lnTo>
                    <a:pt x="1112989" y="0"/>
                  </a:lnTo>
                  <a:lnTo>
                    <a:pt x="1112174" y="0"/>
                  </a:lnTo>
                  <a:lnTo>
                    <a:pt x="1111359" y="0"/>
                  </a:lnTo>
                  <a:lnTo>
                    <a:pt x="1110545" y="0"/>
                  </a:lnTo>
                  <a:lnTo>
                    <a:pt x="1109730" y="0"/>
                  </a:lnTo>
                  <a:lnTo>
                    <a:pt x="1108915" y="0"/>
                  </a:lnTo>
                  <a:lnTo>
                    <a:pt x="1108100" y="0"/>
                  </a:lnTo>
                  <a:lnTo>
                    <a:pt x="1107286" y="0"/>
                  </a:lnTo>
                  <a:lnTo>
                    <a:pt x="1106471" y="0"/>
                  </a:lnTo>
                  <a:lnTo>
                    <a:pt x="1105656" y="0"/>
                  </a:lnTo>
                  <a:lnTo>
                    <a:pt x="1104841" y="0"/>
                  </a:lnTo>
                  <a:lnTo>
                    <a:pt x="1104026" y="0"/>
                  </a:lnTo>
                  <a:lnTo>
                    <a:pt x="1103212" y="0"/>
                  </a:lnTo>
                  <a:lnTo>
                    <a:pt x="1102397" y="0"/>
                  </a:lnTo>
                  <a:lnTo>
                    <a:pt x="1101582" y="0"/>
                  </a:lnTo>
                  <a:lnTo>
                    <a:pt x="1100767" y="0"/>
                  </a:lnTo>
                  <a:lnTo>
                    <a:pt x="1099953" y="0"/>
                  </a:lnTo>
                  <a:lnTo>
                    <a:pt x="1099138" y="0"/>
                  </a:lnTo>
                  <a:lnTo>
                    <a:pt x="1098323" y="0"/>
                  </a:lnTo>
                  <a:lnTo>
                    <a:pt x="1097508" y="0"/>
                  </a:lnTo>
                  <a:lnTo>
                    <a:pt x="1096693" y="0"/>
                  </a:lnTo>
                  <a:lnTo>
                    <a:pt x="1095879" y="0"/>
                  </a:lnTo>
                  <a:lnTo>
                    <a:pt x="1095064" y="0"/>
                  </a:lnTo>
                  <a:lnTo>
                    <a:pt x="1094249" y="0"/>
                  </a:lnTo>
                  <a:lnTo>
                    <a:pt x="1093434" y="0"/>
                  </a:lnTo>
                  <a:lnTo>
                    <a:pt x="1092620" y="0"/>
                  </a:lnTo>
                  <a:lnTo>
                    <a:pt x="1091805" y="0"/>
                  </a:lnTo>
                  <a:lnTo>
                    <a:pt x="1090990" y="0"/>
                  </a:lnTo>
                  <a:lnTo>
                    <a:pt x="1090175" y="0"/>
                  </a:lnTo>
                  <a:lnTo>
                    <a:pt x="1089360" y="0"/>
                  </a:lnTo>
                  <a:lnTo>
                    <a:pt x="1088546" y="0"/>
                  </a:lnTo>
                  <a:lnTo>
                    <a:pt x="1087731" y="0"/>
                  </a:lnTo>
                  <a:lnTo>
                    <a:pt x="1086916" y="0"/>
                  </a:lnTo>
                  <a:lnTo>
                    <a:pt x="1086101" y="0"/>
                  </a:lnTo>
                  <a:lnTo>
                    <a:pt x="1085287" y="0"/>
                  </a:lnTo>
                  <a:lnTo>
                    <a:pt x="1084472" y="0"/>
                  </a:lnTo>
                  <a:lnTo>
                    <a:pt x="1083657" y="0"/>
                  </a:lnTo>
                  <a:lnTo>
                    <a:pt x="1082842" y="0"/>
                  </a:lnTo>
                  <a:lnTo>
                    <a:pt x="1082027" y="0"/>
                  </a:lnTo>
                  <a:lnTo>
                    <a:pt x="1081213" y="0"/>
                  </a:lnTo>
                  <a:lnTo>
                    <a:pt x="1080398" y="0"/>
                  </a:lnTo>
                  <a:lnTo>
                    <a:pt x="1079583" y="0"/>
                  </a:lnTo>
                  <a:lnTo>
                    <a:pt x="1078768" y="0"/>
                  </a:lnTo>
                  <a:lnTo>
                    <a:pt x="1077954" y="0"/>
                  </a:lnTo>
                  <a:lnTo>
                    <a:pt x="1077139" y="0"/>
                  </a:lnTo>
                  <a:lnTo>
                    <a:pt x="1076324" y="0"/>
                  </a:lnTo>
                  <a:lnTo>
                    <a:pt x="1075509" y="0"/>
                  </a:lnTo>
                  <a:lnTo>
                    <a:pt x="1074694" y="0"/>
                  </a:lnTo>
                  <a:lnTo>
                    <a:pt x="1073880" y="0"/>
                  </a:lnTo>
                  <a:lnTo>
                    <a:pt x="1073065" y="0"/>
                  </a:lnTo>
                  <a:lnTo>
                    <a:pt x="1072250" y="0"/>
                  </a:lnTo>
                  <a:lnTo>
                    <a:pt x="1071435" y="0"/>
                  </a:lnTo>
                  <a:lnTo>
                    <a:pt x="1070620" y="0"/>
                  </a:lnTo>
                  <a:lnTo>
                    <a:pt x="1069806" y="0"/>
                  </a:lnTo>
                  <a:lnTo>
                    <a:pt x="1068991" y="0"/>
                  </a:lnTo>
                  <a:lnTo>
                    <a:pt x="1068176" y="0"/>
                  </a:lnTo>
                  <a:lnTo>
                    <a:pt x="1067361" y="0"/>
                  </a:lnTo>
                  <a:lnTo>
                    <a:pt x="1066547" y="0"/>
                  </a:lnTo>
                  <a:lnTo>
                    <a:pt x="1065732" y="0"/>
                  </a:lnTo>
                  <a:lnTo>
                    <a:pt x="1064917" y="0"/>
                  </a:lnTo>
                  <a:lnTo>
                    <a:pt x="1064102" y="0"/>
                  </a:lnTo>
                  <a:lnTo>
                    <a:pt x="1063287" y="0"/>
                  </a:lnTo>
                  <a:lnTo>
                    <a:pt x="1062473" y="0"/>
                  </a:lnTo>
                  <a:lnTo>
                    <a:pt x="1061658" y="0"/>
                  </a:lnTo>
                  <a:lnTo>
                    <a:pt x="1060843" y="0"/>
                  </a:lnTo>
                  <a:lnTo>
                    <a:pt x="1060028" y="0"/>
                  </a:lnTo>
                  <a:lnTo>
                    <a:pt x="1059214" y="0"/>
                  </a:lnTo>
                  <a:lnTo>
                    <a:pt x="1058399" y="0"/>
                  </a:lnTo>
                  <a:lnTo>
                    <a:pt x="1057584" y="0"/>
                  </a:lnTo>
                  <a:lnTo>
                    <a:pt x="1056769" y="0"/>
                  </a:lnTo>
                  <a:lnTo>
                    <a:pt x="1055954" y="0"/>
                  </a:lnTo>
                  <a:lnTo>
                    <a:pt x="1055140" y="0"/>
                  </a:lnTo>
                  <a:lnTo>
                    <a:pt x="1054325" y="0"/>
                  </a:lnTo>
                  <a:lnTo>
                    <a:pt x="1053510" y="0"/>
                  </a:lnTo>
                  <a:lnTo>
                    <a:pt x="1052695" y="0"/>
                  </a:lnTo>
                  <a:lnTo>
                    <a:pt x="1051881" y="0"/>
                  </a:lnTo>
                  <a:lnTo>
                    <a:pt x="1051066" y="0"/>
                  </a:lnTo>
                  <a:lnTo>
                    <a:pt x="1050251" y="0"/>
                  </a:lnTo>
                  <a:lnTo>
                    <a:pt x="1049436" y="0"/>
                  </a:lnTo>
                  <a:lnTo>
                    <a:pt x="1048621" y="0"/>
                  </a:lnTo>
                  <a:lnTo>
                    <a:pt x="1047807" y="0"/>
                  </a:lnTo>
                  <a:lnTo>
                    <a:pt x="1046992" y="0"/>
                  </a:lnTo>
                  <a:lnTo>
                    <a:pt x="1046177" y="0"/>
                  </a:lnTo>
                  <a:lnTo>
                    <a:pt x="1045362" y="0"/>
                  </a:lnTo>
                  <a:lnTo>
                    <a:pt x="1044548" y="0"/>
                  </a:lnTo>
                  <a:lnTo>
                    <a:pt x="1043733" y="0"/>
                  </a:lnTo>
                  <a:lnTo>
                    <a:pt x="1042918" y="0"/>
                  </a:lnTo>
                  <a:lnTo>
                    <a:pt x="1042103" y="0"/>
                  </a:lnTo>
                  <a:lnTo>
                    <a:pt x="1041288" y="0"/>
                  </a:lnTo>
                  <a:lnTo>
                    <a:pt x="1040474" y="0"/>
                  </a:lnTo>
                  <a:lnTo>
                    <a:pt x="1039659" y="0"/>
                  </a:lnTo>
                  <a:lnTo>
                    <a:pt x="1038844" y="0"/>
                  </a:lnTo>
                  <a:lnTo>
                    <a:pt x="1038029" y="0"/>
                  </a:lnTo>
                  <a:lnTo>
                    <a:pt x="1037215" y="0"/>
                  </a:lnTo>
                  <a:lnTo>
                    <a:pt x="1036400" y="0"/>
                  </a:lnTo>
                  <a:lnTo>
                    <a:pt x="1035585" y="0"/>
                  </a:lnTo>
                  <a:lnTo>
                    <a:pt x="1034770" y="0"/>
                  </a:lnTo>
                  <a:lnTo>
                    <a:pt x="1033955" y="0"/>
                  </a:lnTo>
                  <a:lnTo>
                    <a:pt x="1033141" y="0"/>
                  </a:lnTo>
                  <a:lnTo>
                    <a:pt x="1032326" y="0"/>
                  </a:lnTo>
                  <a:lnTo>
                    <a:pt x="1031511" y="0"/>
                  </a:lnTo>
                  <a:lnTo>
                    <a:pt x="1030696" y="0"/>
                  </a:lnTo>
                  <a:lnTo>
                    <a:pt x="1029881" y="0"/>
                  </a:lnTo>
                  <a:lnTo>
                    <a:pt x="1029067" y="0"/>
                  </a:lnTo>
                  <a:lnTo>
                    <a:pt x="1028252" y="0"/>
                  </a:lnTo>
                  <a:lnTo>
                    <a:pt x="1027437" y="0"/>
                  </a:lnTo>
                  <a:lnTo>
                    <a:pt x="1026622" y="0"/>
                  </a:lnTo>
                  <a:lnTo>
                    <a:pt x="1025808" y="0"/>
                  </a:lnTo>
                  <a:lnTo>
                    <a:pt x="1024993" y="0"/>
                  </a:lnTo>
                  <a:lnTo>
                    <a:pt x="1024178" y="0"/>
                  </a:lnTo>
                  <a:lnTo>
                    <a:pt x="1023363" y="0"/>
                  </a:lnTo>
                  <a:lnTo>
                    <a:pt x="1022548" y="0"/>
                  </a:lnTo>
                  <a:lnTo>
                    <a:pt x="1021734" y="0"/>
                  </a:lnTo>
                  <a:lnTo>
                    <a:pt x="1020919" y="0"/>
                  </a:lnTo>
                  <a:lnTo>
                    <a:pt x="1020104" y="0"/>
                  </a:lnTo>
                  <a:lnTo>
                    <a:pt x="1019289" y="0"/>
                  </a:lnTo>
                  <a:lnTo>
                    <a:pt x="1018475" y="0"/>
                  </a:lnTo>
                  <a:lnTo>
                    <a:pt x="1017660" y="0"/>
                  </a:lnTo>
                  <a:lnTo>
                    <a:pt x="1016845" y="0"/>
                  </a:lnTo>
                  <a:lnTo>
                    <a:pt x="1016030" y="0"/>
                  </a:lnTo>
                  <a:lnTo>
                    <a:pt x="1015215" y="0"/>
                  </a:lnTo>
                  <a:lnTo>
                    <a:pt x="1014401" y="0"/>
                  </a:lnTo>
                  <a:lnTo>
                    <a:pt x="1013586" y="0"/>
                  </a:lnTo>
                  <a:lnTo>
                    <a:pt x="1012771" y="0"/>
                  </a:lnTo>
                  <a:lnTo>
                    <a:pt x="1011956" y="0"/>
                  </a:lnTo>
                  <a:lnTo>
                    <a:pt x="1011142" y="0"/>
                  </a:lnTo>
                  <a:lnTo>
                    <a:pt x="1010327" y="0"/>
                  </a:lnTo>
                  <a:lnTo>
                    <a:pt x="1009512" y="0"/>
                  </a:lnTo>
                  <a:lnTo>
                    <a:pt x="1008697" y="0"/>
                  </a:lnTo>
                  <a:lnTo>
                    <a:pt x="1007882" y="0"/>
                  </a:lnTo>
                  <a:lnTo>
                    <a:pt x="1007068" y="0"/>
                  </a:lnTo>
                  <a:lnTo>
                    <a:pt x="1006253" y="0"/>
                  </a:lnTo>
                  <a:lnTo>
                    <a:pt x="1005438" y="0"/>
                  </a:lnTo>
                  <a:lnTo>
                    <a:pt x="1004623" y="0"/>
                  </a:lnTo>
                  <a:lnTo>
                    <a:pt x="1003809" y="0"/>
                  </a:lnTo>
                  <a:lnTo>
                    <a:pt x="1002994" y="0"/>
                  </a:lnTo>
                  <a:lnTo>
                    <a:pt x="1002179" y="0"/>
                  </a:lnTo>
                  <a:lnTo>
                    <a:pt x="1001364" y="0"/>
                  </a:lnTo>
                  <a:lnTo>
                    <a:pt x="1000549" y="0"/>
                  </a:lnTo>
                  <a:lnTo>
                    <a:pt x="999735" y="0"/>
                  </a:lnTo>
                  <a:lnTo>
                    <a:pt x="998920" y="0"/>
                  </a:lnTo>
                  <a:lnTo>
                    <a:pt x="998105" y="0"/>
                  </a:lnTo>
                  <a:lnTo>
                    <a:pt x="997290" y="0"/>
                  </a:lnTo>
                  <a:lnTo>
                    <a:pt x="996476" y="0"/>
                  </a:lnTo>
                  <a:lnTo>
                    <a:pt x="995661" y="0"/>
                  </a:lnTo>
                  <a:lnTo>
                    <a:pt x="994846" y="0"/>
                  </a:lnTo>
                  <a:lnTo>
                    <a:pt x="994031" y="0"/>
                  </a:lnTo>
                  <a:lnTo>
                    <a:pt x="993216" y="0"/>
                  </a:lnTo>
                  <a:lnTo>
                    <a:pt x="992402" y="0"/>
                  </a:lnTo>
                  <a:lnTo>
                    <a:pt x="991587" y="0"/>
                  </a:lnTo>
                  <a:lnTo>
                    <a:pt x="990772" y="0"/>
                  </a:lnTo>
                  <a:lnTo>
                    <a:pt x="989957" y="0"/>
                  </a:lnTo>
                  <a:lnTo>
                    <a:pt x="989142" y="0"/>
                  </a:lnTo>
                  <a:lnTo>
                    <a:pt x="988328" y="0"/>
                  </a:lnTo>
                  <a:lnTo>
                    <a:pt x="987513" y="0"/>
                  </a:lnTo>
                  <a:lnTo>
                    <a:pt x="986698" y="0"/>
                  </a:lnTo>
                  <a:lnTo>
                    <a:pt x="985883" y="0"/>
                  </a:lnTo>
                  <a:lnTo>
                    <a:pt x="985069" y="0"/>
                  </a:lnTo>
                  <a:lnTo>
                    <a:pt x="984254" y="0"/>
                  </a:lnTo>
                  <a:lnTo>
                    <a:pt x="983439" y="0"/>
                  </a:lnTo>
                  <a:lnTo>
                    <a:pt x="982624" y="0"/>
                  </a:lnTo>
                  <a:lnTo>
                    <a:pt x="981809" y="0"/>
                  </a:lnTo>
                  <a:lnTo>
                    <a:pt x="980995" y="0"/>
                  </a:lnTo>
                  <a:lnTo>
                    <a:pt x="980180" y="0"/>
                  </a:lnTo>
                  <a:lnTo>
                    <a:pt x="979365" y="0"/>
                  </a:lnTo>
                  <a:lnTo>
                    <a:pt x="978550" y="0"/>
                  </a:lnTo>
                  <a:lnTo>
                    <a:pt x="977736" y="0"/>
                  </a:lnTo>
                  <a:lnTo>
                    <a:pt x="976921" y="0"/>
                  </a:lnTo>
                  <a:lnTo>
                    <a:pt x="976106" y="0"/>
                  </a:lnTo>
                  <a:lnTo>
                    <a:pt x="975291" y="0"/>
                  </a:lnTo>
                  <a:lnTo>
                    <a:pt x="974476" y="0"/>
                  </a:lnTo>
                  <a:lnTo>
                    <a:pt x="973662" y="0"/>
                  </a:lnTo>
                  <a:lnTo>
                    <a:pt x="972847" y="0"/>
                  </a:lnTo>
                  <a:lnTo>
                    <a:pt x="972032" y="0"/>
                  </a:lnTo>
                  <a:lnTo>
                    <a:pt x="971217" y="0"/>
                  </a:lnTo>
                  <a:lnTo>
                    <a:pt x="970403" y="0"/>
                  </a:lnTo>
                  <a:lnTo>
                    <a:pt x="969588" y="0"/>
                  </a:lnTo>
                  <a:lnTo>
                    <a:pt x="968773" y="0"/>
                  </a:lnTo>
                  <a:lnTo>
                    <a:pt x="967958" y="0"/>
                  </a:lnTo>
                  <a:lnTo>
                    <a:pt x="967143" y="0"/>
                  </a:lnTo>
                  <a:lnTo>
                    <a:pt x="966329" y="0"/>
                  </a:lnTo>
                  <a:lnTo>
                    <a:pt x="965514" y="0"/>
                  </a:lnTo>
                  <a:lnTo>
                    <a:pt x="964699" y="0"/>
                  </a:lnTo>
                  <a:lnTo>
                    <a:pt x="963884" y="0"/>
                  </a:lnTo>
                  <a:lnTo>
                    <a:pt x="963070" y="0"/>
                  </a:lnTo>
                  <a:lnTo>
                    <a:pt x="962255" y="0"/>
                  </a:lnTo>
                  <a:lnTo>
                    <a:pt x="961440" y="0"/>
                  </a:lnTo>
                  <a:lnTo>
                    <a:pt x="960625" y="0"/>
                  </a:lnTo>
                  <a:lnTo>
                    <a:pt x="959810" y="0"/>
                  </a:lnTo>
                  <a:lnTo>
                    <a:pt x="958996" y="0"/>
                  </a:lnTo>
                  <a:lnTo>
                    <a:pt x="958181" y="0"/>
                  </a:lnTo>
                  <a:lnTo>
                    <a:pt x="957366" y="0"/>
                  </a:lnTo>
                  <a:lnTo>
                    <a:pt x="956551" y="0"/>
                  </a:lnTo>
                  <a:lnTo>
                    <a:pt x="955736" y="0"/>
                  </a:lnTo>
                  <a:lnTo>
                    <a:pt x="954922" y="0"/>
                  </a:lnTo>
                  <a:lnTo>
                    <a:pt x="954107" y="0"/>
                  </a:lnTo>
                  <a:lnTo>
                    <a:pt x="953292" y="0"/>
                  </a:lnTo>
                  <a:lnTo>
                    <a:pt x="952477" y="0"/>
                  </a:lnTo>
                  <a:lnTo>
                    <a:pt x="951663" y="0"/>
                  </a:lnTo>
                  <a:lnTo>
                    <a:pt x="950848" y="0"/>
                  </a:lnTo>
                  <a:lnTo>
                    <a:pt x="950033" y="0"/>
                  </a:lnTo>
                  <a:lnTo>
                    <a:pt x="949218" y="0"/>
                  </a:lnTo>
                  <a:lnTo>
                    <a:pt x="948403" y="0"/>
                  </a:lnTo>
                  <a:lnTo>
                    <a:pt x="947589" y="0"/>
                  </a:lnTo>
                  <a:lnTo>
                    <a:pt x="946774" y="0"/>
                  </a:lnTo>
                  <a:lnTo>
                    <a:pt x="945959" y="0"/>
                  </a:lnTo>
                  <a:lnTo>
                    <a:pt x="945144" y="0"/>
                  </a:lnTo>
                  <a:lnTo>
                    <a:pt x="944330" y="0"/>
                  </a:lnTo>
                  <a:lnTo>
                    <a:pt x="943515" y="0"/>
                  </a:lnTo>
                  <a:lnTo>
                    <a:pt x="942700" y="0"/>
                  </a:lnTo>
                  <a:lnTo>
                    <a:pt x="941885" y="0"/>
                  </a:lnTo>
                  <a:lnTo>
                    <a:pt x="941070" y="0"/>
                  </a:lnTo>
                  <a:lnTo>
                    <a:pt x="940256" y="0"/>
                  </a:lnTo>
                  <a:lnTo>
                    <a:pt x="939441" y="0"/>
                  </a:lnTo>
                  <a:lnTo>
                    <a:pt x="938626" y="0"/>
                  </a:lnTo>
                  <a:lnTo>
                    <a:pt x="937811" y="0"/>
                  </a:lnTo>
                  <a:lnTo>
                    <a:pt x="936997" y="0"/>
                  </a:lnTo>
                  <a:lnTo>
                    <a:pt x="936182" y="0"/>
                  </a:lnTo>
                  <a:lnTo>
                    <a:pt x="935367" y="0"/>
                  </a:lnTo>
                  <a:lnTo>
                    <a:pt x="934552" y="0"/>
                  </a:lnTo>
                  <a:lnTo>
                    <a:pt x="933737" y="0"/>
                  </a:lnTo>
                  <a:lnTo>
                    <a:pt x="932923" y="0"/>
                  </a:lnTo>
                  <a:lnTo>
                    <a:pt x="932108" y="0"/>
                  </a:lnTo>
                  <a:lnTo>
                    <a:pt x="931293" y="0"/>
                  </a:lnTo>
                  <a:lnTo>
                    <a:pt x="930478" y="0"/>
                  </a:lnTo>
                  <a:lnTo>
                    <a:pt x="929664" y="0"/>
                  </a:lnTo>
                  <a:lnTo>
                    <a:pt x="928849" y="0"/>
                  </a:lnTo>
                  <a:lnTo>
                    <a:pt x="928034" y="0"/>
                  </a:lnTo>
                  <a:lnTo>
                    <a:pt x="927219" y="0"/>
                  </a:lnTo>
                  <a:lnTo>
                    <a:pt x="926404" y="0"/>
                  </a:lnTo>
                  <a:lnTo>
                    <a:pt x="925590" y="0"/>
                  </a:lnTo>
                  <a:lnTo>
                    <a:pt x="924775" y="0"/>
                  </a:lnTo>
                  <a:lnTo>
                    <a:pt x="923960" y="0"/>
                  </a:lnTo>
                  <a:lnTo>
                    <a:pt x="923145" y="0"/>
                  </a:lnTo>
                  <a:lnTo>
                    <a:pt x="922331" y="0"/>
                  </a:lnTo>
                  <a:lnTo>
                    <a:pt x="921516" y="0"/>
                  </a:lnTo>
                  <a:lnTo>
                    <a:pt x="920701" y="0"/>
                  </a:lnTo>
                  <a:lnTo>
                    <a:pt x="919886" y="0"/>
                  </a:lnTo>
                  <a:lnTo>
                    <a:pt x="919071" y="0"/>
                  </a:lnTo>
                  <a:lnTo>
                    <a:pt x="918257" y="0"/>
                  </a:lnTo>
                  <a:lnTo>
                    <a:pt x="917442" y="0"/>
                  </a:lnTo>
                  <a:lnTo>
                    <a:pt x="916627" y="0"/>
                  </a:lnTo>
                  <a:lnTo>
                    <a:pt x="915812" y="0"/>
                  </a:lnTo>
                  <a:lnTo>
                    <a:pt x="914997" y="0"/>
                  </a:lnTo>
                  <a:lnTo>
                    <a:pt x="914183" y="0"/>
                  </a:lnTo>
                  <a:lnTo>
                    <a:pt x="913368" y="0"/>
                  </a:lnTo>
                  <a:lnTo>
                    <a:pt x="912553" y="0"/>
                  </a:lnTo>
                  <a:lnTo>
                    <a:pt x="911738" y="0"/>
                  </a:lnTo>
                  <a:lnTo>
                    <a:pt x="910924" y="0"/>
                  </a:lnTo>
                  <a:lnTo>
                    <a:pt x="910109" y="0"/>
                  </a:lnTo>
                  <a:lnTo>
                    <a:pt x="909294" y="0"/>
                  </a:lnTo>
                  <a:lnTo>
                    <a:pt x="908479" y="0"/>
                  </a:lnTo>
                  <a:lnTo>
                    <a:pt x="907664" y="0"/>
                  </a:lnTo>
                  <a:lnTo>
                    <a:pt x="906850" y="0"/>
                  </a:lnTo>
                  <a:lnTo>
                    <a:pt x="906035" y="0"/>
                  </a:lnTo>
                  <a:lnTo>
                    <a:pt x="905220" y="0"/>
                  </a:lnTo>
                  <a:lnTo>
                    <a:pt x="904405" y="0"/>
                  </a:lnTo>
                  <a:lnTo>
                    <a:pt x="903591" y="0"/>
                  </a:lnTo>
                  <a:lnTo>
                    <a:pt x="902776" y="0"/>
                  </a:lnTo>
                  <a:lnTo>
                    <a:pt x="901961" y="0"/>
                  </a:lnTo>
                  <a:lnTo>
                    <a:pt x="901146" y="0"/>
                  </a:lnTo>
                  <a:lnTo>
                    <a:pt x="900331" y="0"/>
                  </a:lnTo>
                  <a:lnTo>
                    <a:pt x="899517" y="0"/>
                  </a:lnTo>
                  <a:lnTo>
                    <a:pt x="898702" y="0"/>
                  </a:lnTo>
                  <a:lnTo>
                    <a:pt x="897887" y="0"/>
                  </a:lnTo>
                  <a:lnTo>
                    <a:pt x="897072" y="0"/>
                  </a:lnTo>
                  <a:lnTo>
                    <a:pt x="896258" y="0"/>
                  </a:lnTo>
                  <a:lnTo>
                    <a:pt x="895443" y="0"/>
                  </a:lnTo>
                  <a:lnTo>
                    <a:pt x="894628" y="0"/>
                  </a:lnTo>
                  <a:lnTo>
                    <a:pt x="893813" y="0"/>
                  </a:lnTo>
                  <a:lnTo>
                    <a:pt x="892998" y="0"/>
                  </a:lnTo>
                  <a:lnTo>
                    <a:pt x="892184" y="0"/>
                  </a:lnTo>
                  <a:lnTo>
                    <a:pt x="891369" y="0"/>
                  </a:lnTo>
                  <a:lnTo>
                    <a:pt x="890554" y="0"/>
                  </a:lnTo>
                  <a:lnTo>
                    <a:pt x="889739" y="0"/>
                  </a:lnTo>
                  <a:lnTo>
                    <a:pt x="888925" y="0"/>
                  </a:lnTo>
                  <a:lnTo>
                    <a:pt x="888110" y="0"/>
                  </a:lnTo>
                  <a:lnTo>
                    <a:pt x="887295" y="0"/>
                  </a:lnTo>
                  <a:lnTo>
                    <a:pt x="886480" y="0"/>
                  </a:lnTo>
                  <a:lnTo>
                    <a:pt x="885665" y="0"/>
                  </a:lnTo>
                  <a:lnTo>
                    <a:pt x="884851" y="0"/>
                  </a:lnTo>
                  <a:lnTo>
                    <a:pt x="884036" y="0"/>
                  </a:lnTo>
                  <a:lnTo>
                    <a:pt x="883221" y="0"/>
                  </a:lnTo>
                  <a:lnTo>
                    <a:pt x="882406" y="0"/>
                  </a:lnTo>
                  <a:lnTo>
                    <a:pt x="881592" y="0"/>
                  </a:lnTo>
                  <a:lnTo>
                    <a:pt x="880777" y="0"/>
                  </a:lnTo>
                  <a:lnTo>
                    <a:pt x="879962" y="0"/>
                  </a:lnTo>
                  <a:lnTo>
                    <a:pt x="879147" y="0"/>
                  </a:lnTo>
                  <a:lnTo>
                    <a:pt x="878332" y="0"/>
                  </a:lnTo>
                  <a:lnTo>
                    <a:pt x="877518" y="0"/>
                  </a:lnTo>
                  <a:lnTo>
                    <a:pt x="876703" y="0"/>
                  </a:lnTo>
                  <a:lnTo>
                    <a:pt x="875888" y="0"/>
                  </a:lnTo>
                  <a:lnTo>
                    <a:pt x="875073" y="0"/>
                  </a:lnTo>
                  <a:lnTo>
                    <a:pt x="874258" y="0"/>
                  </a:lnTo>
                  <a:lnTo>
                    <a:pt x="873444" y="0"/>
                  </a:lnTo>
                  <a:lnTo>
                    <a:pt x="872629" y="0"/>
                  </a:lnTo>
                  <a:lnTo>
                    <a:pt x="871814" y="0"/>
                  </a:lnTo>
                  <a:lnTo>
                    <a:pt x="870999" y="0"/>
                  </a:lnTo>
                  <a:lnTo>
                    <a:pt x="870185" y="0"/>
                  </a:lnTo>
                  <a:lnTo>
                    <a:pt x="869370" y="0"/>
                  </a:lnTo>
                  <a:lnTo>
                    <a:pt x="868555" y="0"/>
                  </a:lnTo>
                  <a:lnTo>
                    <a:pt x="867740" y="0"/>
                  </a:lnTo>
                  <a:lnTo>
                    <a:pt x="866925" y="0"/>
                  </a:lnTo>
                  <a:lnTo>
                    <a:pt x="866111" y="0"/>
                  </a:lnTo>
                  <a:lnTo>
                    <a:pt x="865296" y="0"/>
                  </a:lnTo>
                  <a:lnTo>
                    <a:pt x="864481" y="0"/>
                  </a:lnTo>
                  <a:lnTo>
                    <a:pt x="863666" y="0"/>
                  </a:lnTo>
                  <a:lnTo>
                    <a:pt x="862852" y="0"/>
                  </a:lnTo>
                  <a:lnTo>
                    <a:pt x="862037" y="0"/>
                  </a:lnTo>
                  <a:lnTo>
                    <a:pt x="861222" y="0"/>
                  </a:lnTo>
                  <a:lnTo>
                    <a:pt x="860407" y="0"/>
                  </a:lnTo>
                  <a:lnTo>
                    <a:pt x="859592" y="0"/>
                  </a:lnTo>
                  <a:lnTo>
                    <a:pt x="858778" y="0"/>
                  </a:lnTo>
                  <a:lnTo>
                    <a:pt x="857963" y="0"/>
                  </a:lnTo>
                  <a:lnTo>
                    <a:pt x="857148" y="0"/>
                  </a:lnTo>
                  <a:lnTo>
                    <a:pt x="856333" y="0"/>
                  </a:lnTo>
                  <a:lnTo>
                    <a:pt x="855519" y="0"/>
                  </a:lnTo>
                  <a:lnTo>
                    <a:pt x="854704" y="0"/>
                  </a:lnTo>
                  <a:lnTo>
                    <a:pt x="853889" y="0"/>
                  </a:lnTo>
                  <a:lnTo>
                    <a:pt x="853074" y="0"/>
                  </a:lnTo>
                  <a:lnTo>
                    <a:pt x="852259" y="0"/>
                  </a:lnTo>
                  <a:lnTo>
                    <a:pt x="851445" y="0"/>
                  </a:lnTo>
                  <a:lnTo>
                    <a:pt x="850630" y="0"/>
                  </a:lnTo>
                  <a:lnTo>
                    <a:pt x="849815" y="0"/>
                  </a:lnTo>
                  <a:lnTo>
                    <a:pt x="849000" y="0"/>
                  </a:lnTo>
                  <a:lnTo>
                    <a:pt x="848186" y="0"/>
                  </a:lnTo>
                  <a:lnTo>
                    <a:pt x="847371" y="0"/>
                  </a:lnTo>
                  <a:lnTo>
                    <a:pt x="846556" y="0"/>
                  </a:lnTo>
                  <a:lnTo>
                    <a:pt x="845741" y="0"/>
                  </a:lnTo>
                  <a:lnTo>
                    <a:pt x="844926" y="0"/>
                  </a:lnTo>
                  <a:lnTo>
                    <a:pt x="844112" y="0"/>
                  </a:lnTo>
                  <a:lnTo>
                    <a:pt x="843297" y="0"/>
                  </a:lnTo>
                  <a:lnTo>
                    <a:pt x="842482" y="0"/>
                  </a:lnTo>
                  <a:lnTo>
                    <a:pt x="841667" y="0"/>
                  </a:lnTo>
                  <a:lnTo>
                    <a:pt x="840853" y="0"/>
                  </a:lnTo>
                  <a:lnTo>
                    <a:pt x="840038" y="0"/>
                  </a:lnTo>
                  <a:lnTo>
                    <a:pt x="839223" y="0"/>
                  </a:lnTo>
                  <a:lnTo>
                    <a:pt x="838408" y="0"/>
                  </a:lnTo>
                  <a:lnTo>
                    <a:pt x="837593" y="0"/>
                  </a:lnTo>
                  <a:lnTo>
                    <a:pt x="836779" y="0"/>
                  </a:lnTo>
                  <a:lnTo>
                    <a:pt x="835964" y="0"/>
                  </a:lnTo>
                  <a:lnTo>
                    <a:pt x="835149" y="0"/>
                  </a:lnTo>
                  <a:lnTo>
                    <a:pt x="834334" y="0"/>
                  </a:lnTo>
                  <a:lnTo>
                    <a:pt x="833519" y="0"/>
                  </a:lnTo>
                  <a:lnTo>
                    <a:pt x="832705" y="0"/>
                  </a:lnTo>
                  <a:lnTo>
                    <a:pt x="831890" y="0"/>
                  </a:lnTo>
                  <a:lnTo>
                    <a:pt x="831075" y="0"/>
                  </a:lnTo>
                  <a:lnTo>
                    <a:pt x="830260" y="0"/>
                  </a:lnTo>
                  <a:lnTo>
                    <a:pt x="829446" y="0"/>
                  </a:lnTo>
                  <a:lnTo>
                    <a:pt x="828631" y="0"/>
                  </a:lnTo>
                  <a:lnTo>
                    <a:pt x="827816" y="0"/>
                  </a:lnTo>
                  <a:lnTo>
                    <a:pt x="827001" y="0"/>
                  </a:lnTo>
                  <a:lnTo>
                    <a:pt x="826186" y="0"/>
                  </a:lnTo>
                  <a:lnTo>
                    <a:pt x="825372" y="0"/>
                  </a:lnTo>
                  <a:lnTo>
                    <a:pt x="824557" y="0"/>
                  </a:lnTo>
                  <a:lnTo>
                    <a:pt x="823742" y="0"/>
                  </a:lnTo>
                  <a:lnTo>
                    <a:pt x="822927" y="0"/>
                  </a:lnTo>
                  <a:lnTo>
                    <a:pt x="822113" y="0"/>
                  </a:lnTo>
                  <a:lnTo>
                    <a:pt x="821298" y="0"/>
                  </a:lnTo>
                  <a:lnTo>
                    <a:pt x="820483" y="0"/>
                  </a:lnTo>
                  <a:lnTo>
                    <a:pt x="819668" y="0"/>
                  </a:lnTo>
                  <a:lnTo>
                    <a:pt x="818853" y="0"/>
                  </a:lnTo>
                  <a:lnTo>
                    <a:pt x="818039" y="0"/>
                  </a:lnTo>
                  <a:lnTo>
                    <a:pt x="817224" y="0"/>
                  </a:lnTo>
                  <a:lnTo>
                    <a:pt x="816409" y="0"/>
                  </a:lnTo>
                  <a:lnTo>
                    <a:pt x="815594" y="0"/>
                  </a:lnTo>
                  <a:lnTo>
                    <a:pt x="814780" y="0"/>
                  </a:lnTo>
                  <a:lnTo>
                    <a:pt x="813965" y="0"/>
                  </a:lnTo>
                  <a:lnTo>
                    <a:pt x="813150" y="0"/>
                  </a:lnTo>
                  <a:lnTo>
                    <a:pt x="812335" y="0"/>
                  </a:lnTo>
                  <a:lnTo>
                    <a:pt x="811520" y="0"/>
                  </a:lnTo>
                  <a:lnTo>
                    <a:pt x="810706" y="0"/>
                  </a:lnTo>
                  <a:lnTo>
                    <a:pt x="809891" y="0"/>
                  </a:lnTo>
                  <a:lnTo>
                    <a:pt x="809076" y="0"/>
                  </a:lnTo>
                  <a:lnTo>
                    <a:pt x="808261" y="0"/>
                  </a:lnTo>
                  <a:lnTo>
                    <a:pt x="807447" y="0"/>
                  </a:lnTo>
                  <a:lnTo>
                    <a:pt x="806632" y="0"/>
                  </a:lnTo>
                  <a:lnTo>
                    <a:pt x="805817" y="0"/>
                  </a:lnTo>
                  <a:lnTo>
                    <a:pt x="805002" y="0"/>
                  </a:lnTo>
                  <a:lnTo>
                    <a:pt x="804187" y="0"/>
                  </a:lnTo>
                  <a:lnTo>
                    <a:pt x="803373" y="0"/>
                  </a:lnTo>
                  <a:lnTo>
                    <a:pt x="802558" y="0"/>
                  </a:lnTo>
                  <a:lnTo>
                    <a:pt x="801743" y="0"/>
                  </a:lnTo>
                  <a:lnTo>
                    <a:pt x="800928" y="0"/>
                  </a:lnTo>
                  <a:lnTo>
                    <a:pt x="800114" y="0"/>
                  </a:lnTo>
                  <a:lnTo>
                    <a:pt x="799299" y="0"/>
                  </a:lnTo>
                  <a:lnTo>
                    <a:pt x="798484" y="0"/>
                  </a:lnTo>
                  <a:lnTo>
                    <a:pt x="797669" y="0"/>
                  </a:lnTo>
                  <a:lnTo>
                    <a:pt x="796854" y="0"/>
                  </a:lnTo>
                  <a:lnTo>
                    <a:pt x="796040" y="0"/>
                  </a:lnTo>
                  <a:lnTo>
                    <a:pt x="795225" y="0"/>
                  </a:lnTo>
                  <a:lnTo>
                    <a:pt x="794410" y="0"/>
                  </a:lnTo>
                  <a:lnTo>
                    <a:pt x="793595" y="0"/>
                  </a:lnTo>
                  <a:lnTo>
                    <a:pt x="792780" y="0"/>
                  </a:lnTo>
                  <a:lnTo>
                    <a:pt x="791966" y="0"/>
                  </a:lnTo>
                  <a:lnTo>
                    <a:pt x="791151" y="0"/>
                  </a:lnTo>
                  <a:lnTo>
                    <a:pt x="790336" y="0"/>
                  </a:lnTo>
                  <a:lnTo>
                    <a:pt x="789521" y="0"/>
                  </a:lnTo>
                  <a:lnTo>
                    <a:pt x="788707" y="0"/>
                  </a:lnTo>
                  <a:lnTo>
                    <a:pt x="787892" y="0"/>
                  </a:lnTo>
                  <a:lnTo>
                    <a:pt x="787077" y="0"/>
                  </a:lnTo>
                  <a:lnTo>
                    <a:pt x="786262" y="0"/>
                  </a:lnTo>
                  <a:lnTo>
                    <a:pt x="785447" y="0"/>
                  </a:lnTo>
                  <a:lnTo>
                    <a:pt x="784633" y="0"/>
                  </a:lnTo>
                  <a:lnTo>
                    <a:pt x="783818" y="0"/>
                  </a:lnTo>
                  <a:lnTo>
                    <a:pt x="783003" y="0"/>
                  </a:lnTo>
                  <a:lnTo>
                    <a:pt x="782188" y="0"/>
                  </a:lnTo>
                  <a:lnTo>
                    <a:pt x="781374" y="0"/>
                  </a:lnTo>
                  <a:lnTo>
                    <a:pt x="780559" y="0"/>
                  </a:lnTo>
                  <a:lnTo>
                    <a:pt x="779744" y="0"/>
                  </a:lnTo>
                  <a:lnTo>
                    <a:pt x="778929" y="0"/>
                  </a:lnTo>
                  <a:lnTo>
                    <a:pt x="778114" y="0"/>
                  </a:lnTo>
                  <a:lnTo>
                    <a:pt x="777300" y="0"/>
                  </a:lnTo>
                  <a:lnTo>
                    <a:pt x="776485" y="0"/>
                  </a:lnTo>
                  <a:lnTo>
                    <a:pt x="775670" y="0"/>
                  </a:lnTo>
                  <a:lnTo>
                    <a:pt x="774855" y="0"/>
                  </a:lnTo>
                  <a:lnTo>
                    <a:pt x="774041" y="0"/>
                  </a:lnTo>
                  <a:lnTo>
                    <a:pt x="773226" y="0"/>
                  </a:lnTo>
                  <a:lnTo>
                    <a:pt x="772411" y="0"/>
                  </a:lnTo>
                  <a:lnTo>
                    <a:pt x="771596" y="0"/>
                  </a:lnTo>
                  <a:lnTo>
                    <a:pt x="770781" y="0"/>
                  </a:lnTo>
                  <a:lnTo>
                    <a:pt x="769967" y="0"/>
                  </a:lnTo>
                  <a:lnTo>
                    <a:pt x="769152" y="0"/>
                  </a:lnTo>
                  <a:lnTo>
                    <a:pt x="768337" y="0"/>
                  </a:lnTo>
                  <a:lnTo>
                    <a:pt x="767522" y="0"/>
                  </a:lnTo>
                  <a:lnTo>
                    <a:pt x="766708" y="0"/>
                  </a:lnTo>
                  <a:lnTo>
                    <a:pt x="765893" y="0"/>
                  </a:lnTo>
                  <a:lnTo>
                    <a:pt x="765078" y="0"/>
                  </a:lnTo>
                  <a:lnTo>
                    <a:pt x="764263" y="0"/>
                  </a:lnTo>
                  <a:lnTo>
                    <a:pt x="763448" y="0"/>
                  </a:lnTo>
                  <a:lnTo>
                    <a:pt x="762634" y="0"/>
                  </a:lnTo>
                  <a:lnTo>
                    <a:pt x="761819" y="0"/>
                  </a:lnTo>
                  <a:lnTo>
                    <a:pt x="761004" y="0"/>
                  </a:lnTo>
                  <a:lnTo>
                    <a:pt x="760189" y="0"/>
                  </a:lnTo>
                  <a:lnTo>
                    <a:pt x="759375" y="0"/>
                  </a:lnTo>
                  <a:lnTo>
                    <a:pt x="758560" y="0"/>
                  </a:lnTo>
                  <a:lnTo>
                    <a:pt x="757745" y="0"/>
                  </a:lnTo>
                  <a:lnTo>
                    <a:pt x="756930" y="0"/>
                  </a:lnTo>
                  <a:lnTo>
                    <a:pt x="756115" y="0"/>
                  </a:lnTo>
                  <a:lnTo>
                    <a:pt x="755301" y="0"/>
                  </a:lnTo>
                  <a:lnTo>
                    <a:pt x="754486" y="0"/>
                  </a:lnTo>
                  <a:lnTo>
                    <a:pt x="753671" y="0"/>
                  </a:lnTo>
                  <a:lnTo>
                    <a:pt x="752856" y="0"/>
                  </a:lnTo>
                  <a:lnTo>
                    <a:pt x="752041" y="0"/>
                  </a:lnTo>
                  <a:lnTo>
                    <a:pt x="751227" y="0"/>
                  </a:lnTo>
                  <a:lnTo>
                    <a:pt x="750412" y="0"/>
                  </a:lnTo>
                  <a:lnTo>
                    <a:pt x="749597" y="0"/>
                  </a:lnTo>
                  <a:lnTo>
                    <a:pt x="748782" y="0"/>
                  </a:lnTo>
                  <a:lnTo>
                    <a:pt x="747968" y="0"/>
                  </a:lnTo>
                  <a:lnTo>
                    <a:pt x="747153" y="0"/>
                  </a:lnTo>
                  <a:lnTo>
                    <a:pt x="746338" y="0"/>
                  </a:lnTo>
                  <a:lnTo>
                    <a:pt x="745523" y="0"/>
                  </a:lnTo>
                  <a:lnTo>
                    <a:pt x="744708" y="0"/>
                  </a:lnTo>
                  <a:lnTo>
                    <a:pt x="743894" y="0"/>
                  </a:lnTo>
                  <a:lnTo>
                    <a:pt x="743079" y="0"/>
                  </a:lnTo>
                  <a:lnTo>
                    <a:pt x="742264" y="0"/>
                  </a:lnTo>
                  <a:lnTo>
                    <a:pt x="741449" y="0"/>
                  </a:lnTo>
                  <a:lnTo>
                    <a:pt x="740635" y="0"/>
                  </a:lnTo>
                  <a:lnTo>
                    <a:pt x="739820" y="0"/>
                  </a:lnTo>
                  <a:lnTo>
                    <a:pt x="739005" y="0"/>
                  </a:lnTo>
                  <a:lnTo>
                    <a:pt x="738190" y="0"/>
                  </a:lnTo>
                  <a:lnTo>
                    <a:pt x="737375" y="0"/>
                  </a:lnTo>
                  <a:lnTo>
                    <a:pt x="736561" y="0"/>
                  </a:lnTo>
                  <a:lnTo>
                    <a:pt x="735746" y="0"/>
                  </a:lnTo>
                  <a:lnTo>
                    <a:pt x="734931" y="0"/>
                  </a:lnTo>
                  <a:lnTo>
                    <a:pt x="734116" y="0"/>
                  </a:lnTo>
                  <a:lnTo>
                    <a:pt x="733302" y="0"/>
                  </a:lnTo>
                  <a:lnTo>
                    <a:pt x="732487" y="0"/>
                  </a:lnTo>
                  <a:lnTo>
                    <a:pt x="731672" y="0"/>
                  </a:lnTo>
                  <a:lnTo>
                    <a:pt x="730857" y="0"/>
                  </a:lnTo>
                  <a:lnTo>
                    <a:pt x="730042" y="0"/>
                  </a:lnTo>
                  <a:lnTo>
                    <a:pt x="729228" y="0"/>
                  </a:lnTo>
                  <a:lnTo>
                    <a:pt x="728413" y="0"/>
                  </a:lnTo>
                  <a:lnTo>
                    <a:pt x="727598" y="0"/>
                  </a:lnTo>
                  <a:lnTo>
                    <a:pt x="726783" y="0"/>
                  </a:lnTo>
                  <a:lnTo>
                    <a:pt x="725969" y="0"/>
                  </a:lnTo>
                  <a:lnTo>
                    <a:pt x="725154" y="0"/>
                  </a:lnTo>
                  <a:lnTo>
                    <a:pt x="724339" y="0"/>
                  </a:lnTo>
                  <a:lnTo>
                    <a:pt x="723524" y="0"/>
                  </a:lnTo>
                  <a:lnTo>
                    <a:pt x="722709" y="0"/>
                  </a:lnTo>
                  <a:lnTo>
                    <a:pt x="721895" y="0"/>
                  </a:lnTo>
                  <a:lnTo>
                    <a:pt x="721080" y="0"/>
                  </a:lnTo>
                  <a:lnTo>
                    <a:pt x="720265" y="0"/>
                  </a:lnTo>
                  <a:lnTo>
                    <a:pt x="719450" y="0"/>
                  </a:lnTo>
                  <a:lnTo>
                    <a:pt x="718636" y="0"/>
                  </a:lnTo>
                  <a:lnTo>
                    <a:pt x="717821" y="0"/>
                  </a:lnTo>
                  <a:lnTo>
                    <a:pt x="717006" y="0"/>
                  </a:lnTo>
                  <a:lnTo>
                    <a:pt x="716191" y="0"/>
                  </a:lnTo>
                  <a:lnTo>
                    <a:pt x="715376" y="0"/>
                  </a:lnTo>
                  <a:lnTo>
                    <a:pt x="714562" y="0"/>
                  </a:lnTo>
                  <a:lnTo>
                    <a:pt x="713747" y="0"/>
                  </a:lnTo>
                  <a:lnTo>
                    <a:pt x="712932" y="0"/>
                  </a:lnTo>
                  <a:lnTo>
                    <a:pt x="712117" y="0"/>
                  </a:lnTo>
                  <a:lnTo>
                    <a:pt x="711302" y="0"/>
                  </a:lnTo>
                  <a:lnTo>
                    <a:pt x="710488" y="0"/>
                  </a:lnTo>
                  <a:lnTo>
                    <a:pt x="709673" y="0"/>
                  </a:lnTo>
                  <a:lnTo>
                    <a:pt x="708858" y="0"/>
                  </a:lnTo>
                  <a:lnTo>
                    <a:pt x="708043" y="0"/>
                  </a:lnTo>
                  <a:lnTo>
                    <a:pt x="707229" y="0"/>
                  </a:lnTo>
                  <a:lnTo>
                    <a:pt x="706414" y="0"/>
                  </a:lnTo>
                  <a:lnTo>
                    <a:pt x="705599" y="0"/>
                  </a:lnTo>
                  <a:lnTo>
                    <a:pt x="704784" y="0"/>
                  </a:lnTo>
                  <a:lnTo>
                    <a:pt x="703969" y="0"/>
                  </a:lnTo>
                  <a:lnTo>
                    <a:pt x="703155" y="0"/>
                  </a:lnTo>
                  <a:lnTo>
                    <a:pt x="702340" y="0"/>
                  </a:lnTo>
                  <a:lnTo>
                    <a:pt x="701525" y="0"/>
                  </a:lnTo>
                  <a:lnTo>
                    <a:pt x="700710" y="0"/>
                  </a:lnTo>
                  <a:lnTo>
                    <a:pt x="699896" y="0"/>
                  </a:lnTo>
                  <a:lnTo>
                    <a:pt x="699081" y="0"/>
                  </a:lnTo>
                  <a:lnTo>
                    <a:pt x="698266" y="0"/>
                  </a:lnTo>
                  <a:lnTo>
                    <a:pt x="697451" y="0"/>
                  </a:lnTo>
                  <a:lnTo>
                    <a:pt x="696636" y="0"/>
                  </a:lnTo>
                  <a:lnTo>
                    <a:pt x="695822" y="0"/>
                  </a:lnTo>
                  <a:lnTo>
                    <a:pt x="695007" y="0"/>
                  </a:lnTo>
                  <a:lnTo>
                    <a:pt x="694192" y="0"/>
                  </a:lnTo>
                  <a:lnTo>
                    <a:pt x="693377" y="0"/>
                  </a:lnTo>
                  <a:lnTo>
                    <a:pt x="692563" y="0"/>
                  </a:lnTo>
                  <a:lnTo>
                    <a:pt x="691748" y="0"/>
                  </a:lnTo>
                  <a:lnTo>
                    <a:pt x="690933" y="0"/>
                  </a:lnTo>
                  <a:lnTo>
                    <a:pt x="690118" y="0"/>
                  </a:lnTo>
                  <a:lnTo>
                    <a:pt x="689303" y="0"/>
                  </a:lnTo>
                  <a:lnTo>
                    <a:pt x="688489" y="0"/>
                  </a:lnTo>
                  <a:lnTo>
                    <a:pt x="687674" y="0"/>
                  </a:lnTo>
                  <a:lnTo>
                    <a:pt x="686859" y="0"/>
                  </a:lnTo>
                  <a:lnTo>
                    <a:pt x="686044" y="0"/>
                  </a:lnTo>
                  <a:lnTo>
                    <a:pt x="685230" y="0"/>
                  </a:lnTo>
                  <a:lnTo>
                    <a:pt x="684415" y="0"/>
                  </a:lnTo>
                  <a:lnTo>
                    <a:pt x="683600" y="0"/>
                  </a:lnTo>
                  <a:lnTo>
                    <a:pt x="682785" y="0"/>
                  </a:lnTo>
                  <a:lnTo>
                    <a:pt x="681970" y="0"/>
                  </a:lnTo>
                  <a:lnTo>
                    <a:pt x="681156" y="0"/>
                  </a:lnTo>
                  <a:lnTo>
                    <a:pt x="680341" y="0"/>
                  </a:lnTo>
                  <a:lnTo>
                    <a:pt x="679526" y="0"/>
                  </a:lnTo>
                  <a:lnTo>
                    <a:pt x="678711" y="0"/>
                  </a:lnTo>
                  <a:lnTo>
                    <a:pt x="677897" y="0"/>
                  </a:lnTo>
                  <a:lnTo>
                    <a:pt x="677082" y="0"/>
                  </a:lnTo>
                  <a:lnTo>
                    <a:pt x="676267" y="0"/>
                  </a:lnTo>
                  <a:lnTo>
                    <a:pt x="675452" y="0"/>
                  </a:lnTo>
                  <a:lnTo>
                    <a:pt x="674637" y="0"/>
                  </a:lnTo>
                  <a:lnTo>
                    <a:pt x="673823" y="0"/>
                  </a:lnTo>
                  <a:lnTo>
                    <a:pt x="673008" y="0"/>
                  </a:lnTo>
                  <a:lnTo>
                    <a:pt x="672193" y="0"/>
                  </a:lnTo>
                  <a:lnTo>
                    <a:pt x="671378" y="0"/>
                  </a:lnTo>
                  <a:lnTo>
                    <a:pt x="670563" y="0"/>
                  </a:lnTo>
                  <a:lnTo>
                    <a:pt x="669749" y="0"/>
                  </a:lnTo>
                  <a:lnTo>
                    <a:pt x="668934" y="0"/>
                  </a:lnTo>
                  <a:lnTo>
                    <a:pt x="668119" y="0"/>
                  </a:lnTo>
                  <a:lnTo>
                    <a:pt x="667304" y="0"/>
                  </a:lnTo>
                  <a:lnTo>
                    <a:pt x="666490" y="0"/>
                  </a:lnTo>
                  <a:lnTo>
                    <a:pt x="665675" y="0"/>
                  </a:lnTo>
                  <a:lnTo>
                    <a:pt x="664860" y="0"/>
                  </a:lnTo>
                  <a:lnTo>
                    <a:pt x="664045" y="0"/>
                  </a:lnTo>
                  <a:lnTo>
                    <a:pt x="663230" y="0"/>
                  </a:lnTo>
                  <a:lnTo>
                    <a:pt x="662416" y="0"/>
                  </a:lnTo>
                  <a:lnTo>
                    <a:pt x="661601" y="0"/>
                  </a:lnTo>
                  <a:lnTo>
                    <a:pt x="660786" y="0"/>
                  </a:lnTo>
                  <a:lnTo>
                    <a:pt x="659971" y="0"/>
                  </a:lnTo>
                  <a:lnTo>
                    <a:pt x="659157" y="0"/>
                  </a:lnTo>
                  <a:lnTo>
                    <a:pt x="658342" y="0"/>
                  </a:lnTo>
                  <a:lnTo>
                    <a:pt x="657527" y="0"/>
                  </a:lnTo>
                  <a:lnTo>
                    <a:pt x="656712" y="0"/>
                  </a:lnTo>
                  <a:lnTo>
                    <a:pt x="655897" y="0"/>
                  </a:lnTo>
                  <a:lnTo>
                    <a:pt x="655083" y="0"/>
                  </a:lnTo>
                  <a:lnTo>
                    <a:pt x="654268" y="0"/>
                  </a:lnTo>
                  <a:lnTo>
                    <a:pt x="653453" y="0"/>
                  </a:lnTo>
                  <a:lnTo>
                    <a:pt x="652638" y="0"/>
                  </a:lnTo>
                  <a:lnTo>
                    <a:pt x="651824" y="0"/>
                  </a:lnTo>
                  <a:lnTo>
                    <a:pt x="651009" y="0"/>
                  </a:lnTo>
                  <a:lnTo>
                    <a:pt x="650194" y="0"/>
                  </a:lnTo>
                  <a:lnTo>
                    <a:pt x="649379" y="0"/>
                  </a:lnTo>
                  <a:lnTo>
                    <a:pt x="648564" y="0"/>
                  </a:lnTo>
                  <a:lnTo>
                    <a:pt x="647750" y="0"/>
                  </a:lnTo>
                  <a:lnTo>
                    <a:pt x="646935" y="0"/>
                  </a:lnTo>
                  <a:lnTo>
                    <a:pt x="646120" y="0"/>
                  </a:lnTo>
                  <a:lnTo>
                    <a:pt x="645305" y="0"/>
                  </a:lnTo>
                  <a:lnTo>
                    <a:pt x="644491" y="0"/>
                  </a:lnTo>
                  <a:lnTo>
                    <a:pt x="643676" y="0"/>
                  </a:lnTo>
                  <a:lnTo>
                    <a:pt x="642861" y="0"/>
                  </a:lnTo>
                  <a:lnTo>
                    <a:pt x="642046" y="0"/>
                  </a:lnTo>
                  <a:lnTo>
                    <a:pt x="641231" y="0"/>
                  </a:lnTo>
                  <a:lnTo>
                    <a:pt x="640417" y="0"/>
                  </a:lnTo>
                  <a:lnTo>
                    <a:pt x="639602" y="0"/>
                  </a:lnTo>
                  <a:lnTo>
                    <a:pt x="638787" y="0"/>
                  </a:lnTo>
                  <a:lnTo>
                    <a:pt x="637972" y="0"/>
                  </a:lnTo>
                  <a:lnTo>
                    <a:pt x="637157" y="0"/>
                  </a:lnTo>
                  <a:lnTo>
                    <a:pt x="636343" y="0"/>
                  </a:lnTo>
                  <a:lnTo>
                    <a:pt x="635528" y="0"/>
                  </a:lnTo>
                  <a:lnTo>
                    <a:pt x="634713" y="0"/>
                  </a:lnTo>
                  <a:lnTo>
                    <a:pt x="633898" y="0"/>
                  </a:lnTo>
                  <a:lnTo>
                    <a:pt x="633084" y="0"/>
                  </a:lnTo>
                  <a:lnTo>
                    <a:pt x="632269" y="0"/>
                  </a:lnTo>
                  <a:lnTo>
                    <a:pt x="631454" y="0"/>
                  </a:lnTo>
                  <a:lnTo>
                    <a:pt x="630639" y="0"/>
                  </a:lnTo>
                  <a:lnTo>
                    <a:pt x="629824" y="0"/>
                  </a:lnTo>
                  <a:lnTo>
                    <a:pt x="629010" y="0"/>
                  </a:lnTo>
                  <a:lnTo>
                    <a:pt x="628195" y="0"/>
                  </a:lnTo>
                  <a:lnTo>
                    <a:pt x="627380" y="0"/>
                  </a:lnTo>
                  <a:lnTo>
                    <a:pt x="626565" y="0"/>
                  </a:lnTo>
                  <a:lnTo>
                    <a:pt x="625751" y="0"/>
                  </a:lnTo>
                  <a:lnTo>
                    <a:pt x="624936" y="0"/>
                  </a:lnTo>
                  <a:lnTo>
                    <a:pt x="624121" y="0"/>
                  </a:lnTo>
                  <a:lnTo>
                    <a:pt x="623306" y="0"/>
                  </a:lnTo>
                  <a:lnTo>
                    <a:pt x="622491" y="0"/>
                  </a:lnTo>
                  <a:lnTo>
                    <a:pt x="621677" y="0"/>
                  </a:lnTo>
                  <a:lnTo>
                    <a:pt x="620862" y="0"/>
                  </a:lnTo>
                  <a:lnTo>
                    <a:pt x="620047" y="0"/>
                  </a:lnTo>
                  <a:lnTo>
                    <a:pt x="619232" y="0"/>
                  </a:lnTo>
                  <a:lnTo>
                    <a:pt x="618418" y="0"/>
                  </a:lnTo>
                  <a:lnTo>
                    <a:pt x="617603" y="0"/>
                  </a:lnTo>
                  <a:lnTo>
                    <a:pt x="616788" y="0"/>
                  </a:lnTo>
                  <a:lnTo>
                    <a:pt x="615973" y="0"/>
                  </a:lnTo>
                  <a:lnTo>
                    <a:pt x="615158" y="0"/>
                  </a:lnTo>
                  <a:lnTo>
                    <a:pt x="614344" y="0"/>
                  </a:lnTo>
                  <a:lnTo>
                    <a:pt x="613529" y="0"/>
                  </a:lnTo>
                  <a:lnTo>
                    <a:pt x="612714" y="0"/>
                  </a:lnTo>
                  <a:lnTo>
                    <a:pt x="611899" y="0"/>
                  </a:lnTo>
                  <a:lnTo>
                    <a:pt x="611085" y="0"/>
                  </a:lnTo>
                  <a:lnTo>
                    <a:pt x="610270" y="0"/>
                  </a:lnTo>
                  <a:lnTo>
                    <a:pt x="609455" y="0"/>
                  </a:lnTo>
                  <a:lnTo>
                    <a:pt x="608640" y="0"/>
                  </a:lnTo>
                  <a:lnTo>
                    <a:pt x="607825" y="0"/>
                  </a:lnTo>
                  <a:lnTo>
                    <a:pt x="607011" y="0"/>
                  </a:lnTo>
                  <a:lnTo>
                    <a:pt x="606196" y="0"/>
                  </a:lnTo>
                  <a:lnTo>
                    <a:pt x="605381" y="0"/>
                  </a:lnTo>
                  <a:lnTo>
                    <a:pt x="604566" y="0"/>
                  </a:lnTo>
                  <a:lnTo>
                    <a:pt x="603752" y="0"/>
                  </a:lnTo>
                  <a:lnTo>
                    <a:pt x="602937" y="0"/>
                  </a:lnTo>
                  <a:lnTo>
                    <a:pt x="602122" y="0"/>
                  </a:lnTo>
                  <a:lnTo>
                    <a:pt x="601307" y="0"/>
                  </a:lnTo>
                  <a:lnTo>
                    <a:pt x="600492" y="0"/>
                  </a:lnTo>
                  <a:lnTo>
                    <a:pt x="599678" y="0"/>
                  </a:lnTo>
                  <a:lnTo>
                    <a:pt x="598863" y="0"/>
                  </a:lnTo>
                  <a:lnTo>
                    <a:pt x="598048" y="0"/>
                  </a:lnTo>
                  <a:lnTo>
                    <a:pt x="597233" y="0"/>
                  </a:lnTo>
                  <a:lnTo>
                    <a:pt x="596418" y="0"/>
                  </a:lnTo>
                  <a:lnTo>
                    <a:pt x="595604" y="0"/>
                  </a:lnTo>
                  <a:lnTo>
                    <a:pt x="594789" y="0"/>
                  </a:lnTo>
                  <a:lnTo>
                    <a:pt x="593974" y="0"/>
                  </a:lnTo>
                  <a:lnTo>
                    <a:pt x="593159" y="0"/>
                  </a:lnTo>
                  <a:lnTo>
                    <a:pt x="592345" y="0"/>
                  </a:lnTo>
                  <a:lnTo>
                    <a:pt x="591530" y="0"/>
                  </a:lnTo>
                  <a:lnTo>
                    <a:pt x="590715" y="0"/>
                  </a:lnTo>
                  <a:lnTo>
                    <a:pt x="589900" y="0"/>
                  </a:lnTo>
                  <a:lnTo>
                    <a:pt x="589085" y="0"/>
                  </a:lnTo>
                  <a:lnTo>
                    <a:pt x="588271" y="0"/>
                  </a:lnTo>
                  <a:lnTo>
                    <a:pt x="587456" y="0"/>
                  </a:lnTo>
                  <a:lnTo>
                    <a:pt x="586641" y="0"/>
                  </a:lnTo>
                  <a:lnTo>
                    <a:pt x="585826" y="0"/>
                  </a:lnTo>
                  <a:lnTo>
                    <a:pt x="585012" y="0"/>
                  </a:lnTo>
                  <a:lnTo>
                    <a:pt x="584197" y="0"/>
                  </a:lnTo>
                  <a:lnTo>
                    <a:pt x="583382" y="0"/>
                  </a:lnTo>
                  <a:lnTo>
                    <a:pt x="582567" y="0"/>
                  </a:lnTo>
                  <a:lnTo>
                    <a:pt x="581752" y="0"/>
                  </a:lnTo>
                  <a:lnTo>
                    <a:pt x="580938" y="0"/>
                  </a:lnTo>
                  <a:lnTo>
                    <a:pt x="580123" y="0"/>
                  </a:lnTo>
                  <a:lnTo>
                    <a:pt x="579308" y="0"/>
                  </a:lnTo>
                  <a:lnTo>
                    <a:pt x="578493" y="0"/>
                  </a:lnTo>
                  <a:lnTo>
                    <a:pt x="577679" y="0"/>
                  </a:lnTo>
                  <a:lnTo>
                    <a:pt x="576864" y="0"/>
                  </a:lnTo>
                  <a:lnTo>
                    <a:pt x="576049" y="0"/>
                  </a:lnTo>
                  <a:lnTo>
                    <a:pt x="575234" y="0"/>
                  </a:lnTo>
                  <a:lnTo>
                    <a:pt x="574419" y="0"/>
                  </a:lnTo>
                  <a:lnTo>
                    <a:pt x="573605" y="0"/>
                  </a:lnTo>
                  <a:lnTo>
                    <a:pt x="572790" y="0"/>
                  </a:lnTo>
                  <a:lnTo>
                    <a:pt x="571975" y="0"/>
                  </a:lnTo>
                  <a:lnTo>
                    <a:pt x="571160" y="0"/>
                  </a:lnTo>
                  <a:lnTo>
                    <a:pt x="570346" y="0"/>
                  </a:lnTo>
                  <a:lnTo>
                    <a:pt x="569531" y="0"/>
                  </a:lnTo>
                  <a:lnTo>
                    <a:pt x="568716" y="0"/>
                  </a:lnTo>
                  <a:lnTo>
                    <a:pt x="567901" y="0"/>
                  </a:lnTo>
                  <a:lnTo>
                    <a:pt x="567086" y="0"/>
                  </a:lnTo>
                  <a:lnTo>
                    <a:pt x="566272" y="0"/>
                  </a:lnTo>
                  <a:lnTo>
                    <a:pt x="565457" y="0"/>
                  </a:lnTo>
                  <a:lnTo>
                    <a:pt x="564642" y="0"/>
                  </a:lnTo>
                  <a:lnTo>
                    <a:pt x="563827" y="0"/>
                  </a:lnTo>
                  <a:lnTo>
                    <a:pt x="563013" y="0"/>
                  </a:lnTo>
                  <a:lnTo>
                    <a:pt x="562198" y="0"/>
                  </a:lnTo>
                  <a:lnTo>
                    <a:pt x="561383" y="0"/>
                  </a:lnTo>
                  <a:lnTo>
                    <a:pt x="560568" y="0"/>
                  </a:lnTo>
                  <a:lnTo>
                    <a:pt x="559753" y="0"/>
                  </a:lnTo>
                  <a:lnTo>
                    <a:pt x="558939" y="0"/>
                  </a:lnTo>
                  <a:lnTo>
                    <a:pt x="558124" y="0"/>
                  </a:lnTo>
                  <a:lnTo>
                    <a:pt x="557309" y="0"/>
                  </a:lnTo>
                  <a:lnTo>
                    <a:pt x="556494" y="0"/>
                  </a:lnTo>
                  <a:lnTo>
                    <a:pt x="555679" y="0"/>
                  </a:lnTo>
                  <a:lnTo>
                    <a:pt x="554865" y="0"/>
                  </a:lnTo>
                  <a:lnTo>
                    <a:pt x="554050" y="0"/>
                  </a:lnTo>
                  <a:lnTo>
                    <a:pt x="553235" y="0"/>
                  </a:lnTo>
                  <a:lnTo>
                    <a:pt x="552420" y="0"/>
                  </a:lnTo>
                  <a:lnTo>
                    <a:pt x="551606" y="0"/>
                  </a:lnTo>
                  <a:lnTo>
                    <a:pt x="550791" y="0"/>
                  </a:lnTo>
                  <a:lnTo>
                    <a:pt x="549976" y="0"/>
                  </a:lnTo>
                  <a:lnTo>
                    <a:pt x="549161" y="0"/>
                  </a:lnTo>
                  <a:lnTo>
                    <a:pt x="548346" y="0"/>
                  </a:lnTo>
                  <a:lnTo>
                    <a:pt x="547532" y="0"/>
                  </a:lnTo>
                  <a:lnTo>
                    <a:pt x="546717" y="0"/>
                  </a:lnTo>
                  <a:lnTo>
                    <a:pt x="545902" y="0"/>
                  </a:lnTo>
                  <a:lnTo>
                    <a:pt x="545087" y="0"/>
                  </a:lnTo>
                  <a:lnTo>
                    <a:pt x="544273" y="0"/>
                  </a:lnTo>
                  <a:lnTo>
                    <a:pt x="543458" y="0"/>
                  </a:lnTo>
                  <a:lnTo>
                    <a:pt x="542643" y="0"/>
                  </a:lnTo>
                  <a:lnTo>
                    <a:pt x="541828" y="0"/>
                  </a:lnTo>
                  <a:lnTo>
                    <a:pt x="541013" y="0"/>
                  </a:lnTo>
                  <a:lnTo>
                    <a:pt x="540199" y="0"/>
                  </a:lnTo>
                  <a:lnTo>
                    <a:pt x="539384" y="0"/>
                  </a:lnTo>
                  <a:lnTo>
                    <a:pt x="538569" y="0"/>
                  </a:lnTo>
                  <a:lnTo>
                    <a:pt x="537754" y="0"/>
                  </a:lnTo>
                  <a:lnTo>
                    <a:pt x="536940" y="0"/>
                  </a:lnTo>
                  <a:lnTo>
                    <a:pt x="536125" y="0"/>
                  </a:lnTo>
                  <a:lnTo>
                    <a:pt x="535310" y="0"/>
                  </a:lnTo>
                  <a:lnTo>
                    <a:pt x="534495" y="0"/>
                  </a:lnTo>
                  <a:lnTo>
                    <a:pt x="533680" y="0"/>
                  </a:lnTo>
                  <a:lnTo>
                    <a:pt x="532866" y="0"/>
                  </a:lnTo>
                  <a:lnTo>
                    <a:pt x="532051" y="0"/>
                  </a:lnTo>
                  <a:lnTo>
                    <a:pt x="531236" y="0"/>
                  </a:lnTo>
                  <a:lnTo>
                    <a:pt x="530421" y="0"/>
                  </a:lnTo>
                  <a:lnTo>
                    <a:pt x="529607" y="0"/>
                  </a:lnTo>
                  <a:lnTo>
                    <a:pt x="528792" y="0"/>
                  </a:lnTo>
                  <a:lnTo>
                    <a:pt x="527977" y="0"/>
                  </a:lnTo>
                  <a:lnTo>
                    <a:pt x="527162" y="0"/>
                  </a:lnTo>
                  <a:lnTo>
                    <a:pt x="526347" y="0"/>
                  </a:lnTo>
                  <a:lnTo>
                    <a:pt x="525533" y="0"/>
                  </a:lnTo>
                  <a:lnTo>
                    <a:pt x="524718" y="0"/>
                  </a:lnTo>
                  <a:lnTo>
                    <a:pt x="523903" y="0"/>
                  </a:lnTo>
                  <a:lnTo>
                    <a:pt x="523088" y="0"/>
                  </a:lnTo>
                  <a:lnTo>
                    <a:pt x="522274" y="0"/>
                  </a:lnTo>
                  <a:lnTo>
                    <a:pt x="521459" y="0"/>
                  </a:lnTo>
                  <a:lnTo>
                    <a:pt x="520644" y="0"/>
                  </a:lnTo>
                  <a:lnTo>
                    <a:pt x="519829" y="0"/>
                  </a:lnTo>
                  <a:lnTo>
                    <a:pt x="519014" y="0"/>
                  </a:lnTo>
                  <a:lnTo>
                    <a:pt x="518200" y="0"/>
                  </a:lnTo>
                  <a:lnTo>
                    <a:pt x="517385" y="0"/>
                  </a:lnTo>
                  <a:lnTo>
                    <a:pt x="516570" y="0"/>
                  </a:lnTo>
                  <a:lnTo>
                    <a:pt x="515755" y="0"/>
                  </a:lnTo>
                  <a:lnTo>
                    <a:pt x="514940" y="0"/>
                  </a:lnTo>
                  <a:lnTo>
                    <a:pt x="514126" y="0"/>
                  </a:lnTo>
                  <a:lnTo>
                    <a:pt x="513311" y="0"/>
                  </a:lnTo>
                  <a:lnTo>
                    <a:pt x="512496" y="0"/>
                  </a:lnTo>
                  <a:lnTo>
                    <a:pt x="511681" y="0"/>
                  </a:lnTo>
                  <a:lnTo>
                    <a:pt x="510867" y="0"/>
                  </a:lnTo>
                  <a:lnTo>
                    <a:pt x="510052" y="0"/>
                  </a:lnTo>
                  <a:lnTo>
                    <a:pt x="509237" y="0"/>
                  </a:lnTo>
                  <a:lnTo>
                    <a:pt x="508422" y="0"/>
                  </a:lnTo>
                  <a:lnTo>
                    <a:pt x="507607" y="0"/>
                  </a:lnTo>
                  <a:lnTo>
                    <a:pt x="506793" y="0"/>
                  </a:lnTo>
                  <a:lnTo>
                    <a:pt x="505978" y="0"/>
                  </a:lnTo>
                  <a:lnTo>
                    <a:pt x="505163" y="0"/>
                  </a:lnTo>
                  <a:lnTo>
                    <a:pt x="504348" y="0"/>
                  </a:lnTo>
                  <a:lnTo>
                    <a:pt x="503534" y="0"/>
                  </a:lnTo>
                  <a:lnTo>
                    <a:pt x="502719" y="0"/>
                  </a:lnTo>
                  <a:lnTo>
                    <a:pt x="501904" y="0"/>
                  </a:lnTo>
                  <a:lnTo>
                    <a:pt x="501089" y="0"/>
                  </a:lnTo>
                  <a:lnTo>
                    <a:pt x="500274" y="0"/>
                  </a:lnTo>
                  <a:lnTo>
                    <a:pt x="499460" y="0"/>
                  </a:lnTo>
                  <a:lnTo>
                    <a:pt x="498645" y="0"/>
                  </a:lnTo>
                  <a:lnTo>
                    <a:pt x="497830" y="0"/>
                  </a:lnTo>
                  <a:lnTo>
                    <a:pt x="497015" y="0"/>
                  </a:lnTo>
                  <a:lnTo>
                    <a:pt x="496201" y="0"/>
                  </a:lnTo>
                  <a:lnTo>
                    <a:pt x="495386" y="0"/>
                  </a:lnTo>
                  <a:lnTo>
                    <a:pt x="494571" y="0"/>
                  </a:lnTo>
                  <a:lnTo>
                    <a:pt x="493756" y="0"/>
                  </a:lnTo>
                  <a:lnTo>
                    <a:pt x="492941" y="0"/>
                  </a:lnTo>
                  <a:lnTo>
                    <a:pt x="492127" y="0"/>
                  </a:lnTo>
                  <a:lnTo>
                    <a:pt x="491312" y="0"/>
                  </a:lnTo>
                  <a:lnTo>
                    <a:pt x="490497" y="0"/>
                  </a:lnTo>
                  <a:lnTo>
                    <a:pt x="489682" y="0"/>
                  </a:lnTo>
                  <a:lnTo>
                    <a:pt x="488868" y="0"/>
                  </a:lnTo>
                  <a:lnTo>
                    <a:pt x="488053" y="0"/>
                  </a:lnTo>
                  <a:lnTo>
                    <a:pt x="487238" y="0"/>
                  </a:lnTo>
                  <a:lnTo>
                    <a:pt x="486423" y="0"/>
                  </a:lnTo>
                  <a:lnTo>
                    <a:pt x="485608" y="0"/>
                  </a:lnTo>
                  <a:lnTo>
                    <a:pt x="484794" y="0"/>
                  </a:lnTo>
                  <a:lnTo>
                    <a:pt x="483979" y="0"/>
                  </a:lnTo>
                  <a:lnTo>
                    <a:pt x="483164" y="0"/>
                  </a:lnTo>
                  <a:lnTo>
                    <a:pt x="482349" y="0"/>
                  </a:lnTo>
                  <a:lnTo>
                    <a:pt x="481535" y="0"/>
                  </a:lnTo>
                  <a:lnTo>
                    <a:pt x="480720" y="0"/>
                  </a:lnTo>
                  <a:lnTo>
                    <a:pt x="479905" y="0"/>
                  </a:lnTo>
                  <a:lnTo>
                    <a:pt x="479090" y="0"/>
                  </a:lnTo>
                  <a:lnTo>
                    <a:pt x="478275" y="0"/>
                  </a:lnTo>
                  <a:lnTo>
                    <a:pt x="477461" y="0"/>
                  </a:lnTo>
                  <a:lnTo>
                    <a:pt x="476646" y="0"/>
                  </a:lnTo>
                  <a:lnTo>
                    <a:pt x="475831" y="0"/>
                  </a:lnTo>
                  <a:lnTo>
                    <a:pt x="475016" y="0"/>
                  </a:lnTo>
                  <a:lnTo>
                    <a:pt x="474201" y="0"/>
                  </a:lnTo>
                  <a:lnTo>
                    <a:pt x="473387" y="0"/>
                  </a:lnTo>
                  <a:lnTo>
                    <a:pt x="472572" y="0"/>
                  </a:lnTo>
                  <a:lnTo>
                    <a:pt x="471757" y="0"/>
                  </a:lnTo>
                  <a:lnTo>
                    <a:pt x="470942" y="0"/>
                  </a:lnTo>
                  <a:lnTo>
                    <a:pt x="470128" y="0"/>
                  </a:lnTo>
                  <a:lnTo>
                    <a:pt x="469313" y="0"/>
                  </a:lnTo>
                  <a:lnTo>
                    <a:pt x="468498" y="0"/>
                  </a:lnTo>
                  <a:lnTo>
                    <a:pt x="467683" y="0"/>
                  </a:lnTo>
                  <a:lnTo>
                    <a:pt x="466868" y="0"/>
                  </a:lnTo>
                  <a:lnTo>
                    <a:pt x="466054" y="0"/>
                  </a:lnTo>
                  <a:lnTo>
                    <a:pt x="465239" y="0"/>
                  </a:lnTo>
                  <a:lnTo>
                    <a:pt x="464424" y="0"/>
                  </a:lnTo>
                  <a:lnTo>
                    <a:pt x="463609" y="0"/>
                  </a:lnTo>
                  <a:lnTo>
                    <a:pt x="462795" y="0"/>
                  </a:lnTo>
                  <a:lnTo>
                    <a:pt x="461980" y="0"/>
                  </a:lnTo>
                  <a:lnTo>
                    <a:pt x="461165" y="0"/>
                  </a:lnTo>
                  <a:lnTo>
                    <a:pt x="460350" y="0"/>
                  </a:lnTo>
                  <a:lnTo>
                    <a:pt x="459535" y="0"/>
                  </a:lnTo>
                  <a:lnTo>
                    <a:pt x="458721" y="0"/>
                  </a:lnTo>
                  <a:lnTo>
                    <a:pt x="457906" y="0"/>
                  </a:lnTo>
                  <a:lnTo>
                    <a:pt x="457091" y="0"/>
                  </a:lnTo>
                  <a:lnTo>
                    <a:pt x="456276" y="0"/>
                  </a:lnTo>
                  <a:lnTo>
                    <a:pt x="455462" y="0"/>
                  </a:lnTo>
                  <a:lnTo>
                    <a:pt x="454647" y="0"/>
                  </a:lnTo>
                  <a:lnTo>
                    <a:pt x="453832" y="0"/>
                  </a:lnTo>
                  <a:lnTo>
                    <a:pt x="453017" y="0"/>
                  </a:lnTo>
                  <a:lnTo>
                    <a:pt x="452202" y="0"/>
                  </a:lnTo>
                  <a:lnTo>
                    <a:pt x="451388" y="0"/>
                  </a:lnTo>
                  <a:lnTo>
                    <a:pt x="450573" y="0"/>
                  </a:lnTo>
                  <a:lnTo>
                    <a:pt x="449758" y="0"/>
                  </a:lnTo>
                  <a:lnTo>
                    <a:pt x="448943" y="0"/>
                  </a:lnTo>
                  <a:lnTo>
                    <a:pt x="448129" y="0"/>
                  </a:lnTo>
                  <a:lnTo>
                    <a:pt x="447314" y="0"/>
                  </a:lnTo>
                  <a:lnTo>
                    <a:pt x="446499" y="0"/>
                  </a:lnTo>
                  <a:lnTo>
                    <a:pt x="445684" y="0"/>
                  </a:lnTo>
                  <a:lnTo>
                    <a:pt x="444869" y="0"/>
                  </a:lnTo>
                  <a:lnTo>
                    <a:pt x="444055" y="0"/>
                  </a:lnTo>
                  <a:lnTo>
                    <a:pt x="443240" y="0"/>
                  </a:lnTo>
                  <a:lnTo>
                    <a:pt x="442425" y="0"/>
                  </a:lnTo>
                  <a:lnTo>
                    <a:pt x="441610" y="0"/>
                  </a:lnTo>
                  <a:lnTo>
                    <a:pt x="440796" y="0"/>
                  </a:lnTo>
                  <a:lnTo>
                    <a:pt x="439981" y="0"/>
                  </a:lnTo>
                  <a:lnTo>
                    <a:pt x="439166" y="0"/>
                  </a:lnTo>
                  <a:lnTo>
                    <a:pt x="438351" y="0"/>
                  </a:lnTo>
                  <a:lnTo>
                    <a:pt x="437536" y="0"/>
                  </a:lnTo>
                  <a:lnTo>
                    <a:pt x="436722" y="0"/>
                  </a:lnTo>
                  <a:lnTo>
                    <a:pt x="435907" y="0"/>
                  </a:lnTo>
                  <a:lnTo>
                    <a:pt x="435092" y="0"/>
                  </a:lnTo>
                  <a:lnTo>
                    <a:pt x="434277" y="0"/>
                  </a:lnTo>
                  <a:lnTo>
                    <a:pt x="433462" y="0"/>
                  </a:lnTo>
                  <a:lnTo>
                    <a:pt x="432648" y="0"/>
                  </a:lnTo>
                  <a:lnTo>
                    <a:pt x="431833" y="0"/>
                  </a:lnTo>
                  <a:lnTo>
                    <a:pt x="431018" y="0"/>
                  </a:lnTo>
                  <a:lnTo>
                    <a:pt x="430203" y="0"/>
                  </a:lnTo>
                  <a:lnTo>
                    <a:pt x="429389" y="0"/>
                  </a:lnTo>
                  <a:lnTo>
                    <a:pt x="428574" y="0"/>
                  </a:lnTo>
                  <a:lnTo>
                    <a:pt x="427759" y="0"/>
                  </a:lnTo>
                  <a:lnTo>
                    <a:pt x="426944" y="0"/>
                  </a:lnTo>
                  <a:lnTo>
                    <a:pt x="426129" y="0"/>
                  </a:lnTo>
                  <a:lnTo>
                    <a:pt x="425315" y="0"/>
                  </a:lnTo>
                  <a:lnTo>
                    <a:pt x="424500" y="0"/>
                  </a:lnTo>
                  <a:lnTo>
                    <a:pt x="423685" y="0"/>
                  </a:lnTo>
                  <a:lnTo>
                    <a:pt x="422870" y="0"/>
                  </a:lnTo>
                  <a:lnTo>
                    <a:pt x="422056" y="0"/>
                  </a:lnTo>
                  <a:lnTo>
                    <a:pt x="421241" y="0"/>
                  </a:lnTo>
                  <a:lnTo>
                    <a:pt x="420426" y="0"/>
                  </a:lnTo>
                  <a:lnTo>
                    <a:pt x="419611" y="0"/>
                  </a:lnTo>
                  <a:lnTo>
                    <a:pt x="418796" y="0"/>
                  </a:lnTo>
                  <a:lnTo>
                    <a:pt x="417982" y="0"/>
                  </a:lnTo>
                  <a:lnTo>
                    <a:pt x="417167" y="0"/>
                  </a:lnTo>
                  <a:lnTo>
                    <a:pt x="416352" y="0"/>
                  </a:lnTo>
                  <a:lnTo>
                    <a:pt x="415537" y="0"/>
                  </a:lnTo>
                  <a:lnTo>
                    <a:pt x="414723" y="0"/>
                  </a:lnTo>
                  <a:lnTo>
                    <a:pt x="413908" y="0"/>
                  </a:lnTo>
                  <a:lnTo>
                    <a:pt x="413093" y="0"/>
                  </a:lnTo>
                  <a:lnTo>
                    <a:pt x="412278" y="0"/>
                  </a:lnTo>
                  <a:lnTo>
                    <a:pt x="411463" y="0"/>
                  </a:lnTo>
                  <a:lnTo>
                    <a:pt x="410649" y="0"/>
                  </a:lnTo>
                  <a:lnTo>
                    <a:pt x="409834" y="0"/>
                  </a:lnTo>
                  <a:lnTo>
                    <a:pt x="409019" y="0"/>
                  </a:lnTo>
                  <a:lnTo>
                    <a:pt x="408204" y="0"/>
                  </a:lnTo>
                  <a:lnTo>
                    <a:pt x="407390" y="0"/>
                  </a:lnTo>
                  <a:lnTo>
                    <a:pt x="406575" y="0"/>
                  </a:lnTo>
                  <a:lnTo>
                    <a:pt x="405760" y="0"/>
                  </a:lnTo>
                  <a:lnTo>
                    <a:pt x="404945" y="0"/>
                  </a:lnTo>
                  <a:lnTo>
                    <a:pt x="404130" y="0"/>
                  </a:lnTo>
                  <a:lnTo>
                    <a:pt x="403316" y="0"/>
                  </a:lnTo>
                  <a:lnTo>
                    <a:pt x="402501" y="0"/>
                  </a:lnTo>
                  <a:lnTo>
                    <a:pt x="401686" y="0"/>
                  </a:lnTo>
                  <a:lnTo>
                    <a:pt x="400871" y="0"/>
                  </a:lnTo>
                  <a:lnTo>
                    <a:pt x="400057" y="0"/>
                  </a:lnTo>
                  <a:lnTo>
                    <a:pt x="399242" y="0"/>
                  </a:lnTo>
                  <a:lnTo>
                    <a:pt x="398427" y="0"/>
                  </a:lnTo>
                  <a:lnTo>
                    <a:pt x="397612" y="0"/>
                  </a:lnTo>
                  <a:lnTo>
                    <a:pt x="396797" y="0"/>
                  </a:lnTo>
                  <a:lnTo>
                    <a:pt x="395983" y="0"/>
                  </a:lnTo>
                  <a:lnTo>
                    <a:pt x="395168" y="0"/>
                  </a:lnTo>
                  <a:lnTo>
                    <a:pt x="394353" y="0"/>
                  </a:lnTo>
                  <a:lnTo>
                    <a:pt x="393538" y="0"/>
                  </a:lnTo>
                  <a:lnTo>
                    <a:pt x="392723" y="0"/>
                  </a:lnTo>
                  <a:lnTo>
                    <a:pt x="391909" y="0"/>
                  </a:lnTo>
                  <a:lnTo>
                    <a:pt x="391094" y="0"/>
                  </a:lnTo>
                  <a:lnTo>
                    <a:pt x="390279" y="0"/>
                  </a:lnTo>
                  <a:lnTo>
                    <a:pt x="389464" y="0"/>
                  </a:lnTo>
                  <a:lnTo>
                    <a:pt x="388650" y="0"/>
                  </a:lnTo>
                  <a:lnTo>
                    <a:pt x="387835" y="0"/>
                  </a:lnTo>
                  <a:lnTo>
                    <a:pt x="387020" y="0"/>
                  </a:lnTo>
                  <a:lnTo>
                    <a:pt x="386205" y="0"/>
                  </a:lnTo>
                  <a:lnTo>
                    <a:pt x="385390" y="0"/>
                  </a:lnTo>
                  <a:lnTo>
                    <a:pt x="384576" y="0"/>
                  </a:lnTo>
                  <a:lnTo>
                    <a:pt x="383761" y="0"/>
                  </a:lnTo>
                  <a:lnTo>
                    <a:pt x="382946" y="0"/>
                  </a:lnTo>
                  <a:lnTo>
                    <a:pt x="382131" y="0"/>
                  </a:lnTo>
                  <a:lnTo>
                    <a:pt x="381317" y="0"/>
                  </a:lnTo>
                  <a:lnTo>
                    <a:pt x="380502" y="0"/>
                  </a:lnTo>
                  <a:lnTo>
                    <a:pt x="379687" y="0"/>
                  </a:lnTo>
                  <a:lnTo>
                    <a:pt x="378872" y="0"/>
                  </a:lnTo>
                  <a:lnTo>
                    <a:pt x="378057" y="0"/>
                  </a:lnTo>
                  <a:lnTo>
                    <a:pt x="377243" y="0"/>
                  </a:lnTo>
                  <a:lnTo>
                    <a:pt x="376428" y="0"/>
                  </a:lnTo>
                  <a:lnTo>
                    <a:pt x="375613" y="0"/>
                  </a:lnTo>
                  <a:lnTo>
                    <a:pt x="374798" y="0"/>
                  </a:lnTo>
                  <a:lnTo>
                    <a:pt x="373984" y="0"/>
                  </a:lnTo>
                  <a:lnTo>
                    <a:pt x="373169" y="0"/>
                  </a:lnTo>
                  <a:lnTo>
                    <a:pt x="372354" y="0"/>
                  </a:lnTo>
                  <a:lnTo>
                    <a:pt x="371539" y="0"/>
                  </a:lnTo>
                  <a:lnTo>
                    <a:pt x="370724" y="0"/>
                  </a:lnTo>
                  <a:lnTo>
                    <a:pt x="369910" y="0"/>
                  </a:lnTo>
                  <a:lnTo>
                    <a:pt x="369095" y="0"/>
                  </a:lnTo>
                  <a:lnTo>
                    <a:pt x="368280" y="0"/>
                  </a:lnTo>
                  <a:lnTo>
                    <a:pt x="367465" y="0"/>
                  </a:lnTo>
                  <a:lnTo>
                    <a:pt x="366651" y="0"/>
                  </a:lnTo>
                  <a:lnTo>
                    <a:pt x="365836" y="0"/>
                  </a:lnTo>
                  <a:lnTo>
                    <a:pt x="365021" y="0"/>
                  </a:lnTo>
                  <a:lnTo>
                    <a:pt x="364206" y="0"/>
                  </a:lnTo>
                  <a:lnTo>
                    <a:pt x="363391" y="0"/>
                  </a:lnTo>
                  <a:lnTo>
                    <a:pt x="362577" y="0"/>
                  </a:lnTo>
                  <a:lnTo>
                    <a:pt x="361762" y="0"/>
                  </a:lnTo>
                  <a:lnTo>
                    <a:pt x="360947" y="0"/>
                  </a:lnTo>
                  <a:lnTo>
                    <a:pt x="360132" y="0"/>
                  </a:lnTo>
                  <a:lnTo>
                    <a:pt x="359318" y="0"/>
                  </a:lnTo>
                  <a:lnTo>
                    <a:pt x="358503" y="0"/>
                  </a:lnTo>
                  <a:lnTo>
                    <a:pt x="357688" y="0"/>
                  </a:lnTo>
                  <a:lnTo>
                    <a:pt x="356873" y="0"/>
                  </a:lnTo>
                  <a:lnTo>
                    <a:pt x="356058" y="0"/>
                  </a:lnTo>
                  <a:lnTo>
                    <a:pt x="355244" y="0"/>
                  </a:lnTo>
                  <a:lnTo>
                    <a:pt x="354429" y="0"/>
                  </a:lnTo>
                  <a:lnTo>
                    <a:pt x="353614" y="0"/>
                  </a:lnTo>
                  <a:lnTo>
                    <a:pt x="352799" y="0"/>
                  </a:lnTo>
                  <a:lnTo>
                    <a:pt x="351984" y="0"/>
                  </a:lnTo>
                  <a:lnTo>
                    <a:pt x="351170" y="0"/>
                  </a:lnTo>
                  <a:lnTo>
                    <a:pt x="350355" y="0"/>
                  </a:lnTo>
                  <a:lnTo>
                    <a:pt x="349540" y="0"/>
                  </a:lnTo>
                  <a:lnTo>
                    <a:pt x="348725" y="0"/>
                  </a:lnTo>
                  <a:lnTo>
                    <a:pt x="347911" y="0"/>
                  </a:lnTo>
                  <a:lnTo>
                    <a:pt x="347096" y="0"/>
                  </a:lnTo>
                  <a:lnTo>
                    <a:pt x="346281" y="0"/>
                  </a:lnTo>
                  <a:lnTo>
                    <a:pt x="345466" y="0"/>
                  </a:lnTo>
                  <a:lnTo>
                    <a:pt x="344651" y="0"/>
                  </a:lnTo>
                  <a:lnTo>
                    <a:pt x="343837" y="0"/>
                  </a:lnTo>
                  <a:lnTo>
                    <a:pt x="343022" y="0"/>
                  </a:lnTo>
                  <a:lnTo>
                    <a:pt x="342207" y="0"/>
                  </a:lnTo>
                  <a:lnTo>
                    <a:pt x="341392" y="0"/>
                  </a:lnTo>
                  <a:lnTo>
                    <a:pt x="340578" y="0"/>
                  </a:lnTo>
                  <a:lnTo>
                    <a:pt x="339763" y="0"/>
                  </a:lnTo>
                  <a:lnTo>
                    <a:pt x="338948" y="0"/>
                  </a:lnTo>
                  <a:lnTo>
                    <a:pt x="338133" y="0"/>
                  </a:lnTo>
                  <a:lnTo>
                    <a:pt x="337318" y="0"/>
                  </a:lnTo>
                  <a:lnTo>
                    <a:pt x="336504" y="0"/>
                  </a:lnTo>
                  <a:lnTo>
                    <a:pt x="335689" y="0"/>
                  </a:lnTo>
                  <a:lnTo>
                    <a:pt x="334874" y="0"/>
                  </a:lnTo>
                  <a:lnTo>
                    <a:pt x="334059" y="0"/>
                  </a:lnTo>
                  <a:lnTo>
                    <a:pt x="333245" y="0"/>
                  </a:lnTo>
                  <a:lnTo>
                    <a:pt x="332430" y="0"/>
                  </a:lnTo>
                  <a:lnTo>
                    <a:pt x="331615" y="0"/>
                  </a:lnTo>
                  <a:lnTo>
                    <a:pt x="330800" y="0"/>
                  </a:lnTo>
                  <a:lnTo>
                    <a:pt x="329985" y="0"/>
                  </a:lnTo>
                  <a:lnTo>
                    <a:pt x="329171" y="0"/>
                  </a:lnTo>
                  <a:lnTo>
                    <a:pt x="328356" y="0"/>
                  </a:lnTo>
                  <a:lnTo>
                    <a:pt x="327541" y="0"/>
                  </a:lnTo>
                  <a:lnTo>
                    <a:pt x="326726" y="0"/>
                  </a:lnTo>
                  <a:lnTo>
                    <a:pt x="325912" y="0"/>
                  </a:lnTo>
                  <a:lnTo>
                    <a:pt x="325097" y="0"/>
                  </a:lnTo>
                  <a:lnTo>
                    <a:pt x="324282" y="0"/>
                  </a:lnTo>
                  <a:lnTo>
                    <a:pt x="323467" y="0"/>
                  </a:lnTo>
                  <a:lnTo>
                    <a:pt x="322652" y="0"/>
                  </a:lnTo>
                  <a:lnTo>
                    <a:pt x="321838" y="0"/>
                  </a:lnTo>
                  <a:lnTo>
                    <a:pt x="321023" y="0"/>
                  </a:lnTo>
                  <a:lnTo>
                    <a:pt x="320208" y="0"/>
                  </a:lnTo>
                  <a:lnTo>
                    <a:pt x="319393" y="0"/>
                  </a:lnTo>
                  <a:lnTo>
                    <a:pt x="318578" y="0"/>
                  </a:lnTo>
                  <a:lnTo>
                    <a:pt x="317764" y="0"/>
                  </a:lnTo>
                  <a:lnTo>
                    <a:pt x="316949" y="0"/>
                  </a:lnTo>
                  <a:lnTo>
                    <a:pt x="316134" y="0"/>
                  </a:lnTo>
                  <a:lnTo>
                    <a:pt x="315319" y="0"/>
                  </a:lnTo>
                  <a:lnTo>
                    <a:pt x="314505" y="0"/>
                  </a:lnTo>
                  <a:lnTo>
                    <a:pt x="313690" y="0"/>
                  </a:lnTo>
                  <a:lnTo>
                    <a:pt x="312875" y="0"/>
                  </a:lnTo>
                  <a:lnTo>
                    <a:pt x="312060" y="0"/>
                  </a:lnTo>
                  <a:lnTo>
                    <a:pt x="311245" y="0"/>
                  </a:lnTo>
                  <a:lnTo>
                    <a:pt x="310431" y="0"/>
                  </a:lnTo>
                  <a:lnTo>
                    <a:pt x="309616" y="0"/>
                  </a:lnTo>
                  <a:lnTo>
                    <a:pt x="308801" y="0"/>
                  </a:lnTo>
                  <a:lnTo>
                    <a:pt x="307986" y="0"/>
                  </a:lnTo>
                  <a:lnTo>
                    <a:pt x="307172" y="0"/>
                  </a:lnTo>
                  <a:lnTo>
                    <a:pt x="306357" y="0"/>
                  </a:lnTo>
                  <a:lnTo>
                    <a:pt x="305542" y="0"/>
                  </a:lnTo>
                  <a:lnTo>
                    <a:pt x="304727" y="0"/>
                  </a:lnTo>
                  <a:lnTo>
                    <a:pt x="303912" y="0"/>
                  </a:lnTo>
                  <a:lnTo>
                    <a:pt x="303098" y="0"/>
                  </a:lnTo>
                  <a:lnTo>
                    <a:pt x="302283" y="0"/>
                  </a:lnTo>
                  <a:lnTo>
                    <a:pt x="301468" y="0"/>
                  </a:lnTo>
                  <a:lnTo>
                    <a:pt x="300653" y="0"/>
                  </a:lnTo>
                  <a:lnTo>
                    <a:pt x="299839" y="0"/>
                  </a:lnTo>
                  <a:lnTo>
                    <a:pt x="299024" y="0"/>
                  </a:lnTo>
                  <a:lnTo>
                    <a:pt x="298209" y="0"/>
                  </a:lnTo>
                  <a:lnTo>
                    <a:pt x="297394" y="0"/>
                  </a:lnTo>
                  <a:lnTo>
                    <a:pt x="296579" y="0"/>
                  </a:lnTo>
                  <a:lnTo>
                    <a:pt x="295765" y="0"/>
                  </a:lnTo>
                  <a:lnTo>
                    <a:pt x="294950" y="0"/>
                  </a:lnTo>
                  <a:lnTo>
                    <a:pt x="294135" y="0"/>
                  </a:lnTo>
                  <a:lnTo>
                    <a:pt x="293320" y="0"/>
                  </a:lnTo>
                  <a:lnTo>
                    <a:pt x="292506" y="0"/>
                  </a:lnTo>
                  <a:lnTo>
                    <a:pt x="291691" y="0"/>
                  </a:lnTo>
                  <a:lnTo>
                    <a:pt x="290876" y="0"/>
                  </a:lnTo>
                  <a:lnTo>
                    <a:pt x="290061" y="0"/>
                  </a:lnTo>
                  <a:lnTo>
                    <a:pt x="289246" y="0"/>
                  </a:lnTo>
                  <a:lnTo>
                    <a:pt x="288432" y="0"/>
                  </a:lnTo>
                  <a:lnTo>
                    <a:pt x="287617" y="0"/>
                  </a:lnTo>
                  <a:lnTo>
                    <a:pt x="286802" y="0"/>
                  </a:lnTo>
                  <a:lnTo>
                    <a:pt x="285987" y="0"/>
                  </a:lnTo>
                  <a:lnTo>
                    <a:pt x="285173" y="0"/>
                  </a:lnTo>
                  <a:lnTo>
                    <a:pt x="284358" y="0"/>
                  </a:lnTo>
                  <a:lnTo>
                    <a:pt x="283543" y="0"/>
                  </a:lnTo>
                  <a:lnTo>
                    <a:pt x="282728" y="0"/>
                  </a:lnTo>
                  <a:lnTo>
                    <a:pt x="281913" y="0"/>
                  </a:lnTo>
                  <a:lnTo>
                    <a:pt x="281099" y="0"/>
                  </a:lnTo>
                  <a:lnTo>
                    <a:pt x="280284" y="0"/>
                  </a:lnTo>
                  <a:lnTo>
                    <a:pt x="279469" y="0"/>
                  </a:lnTo>
                  <a:lnTo>
                    <a:pt x="278654" y="0"/>
                  </a:lnTo>
                  <a:lnTo>
                    <a:pt x="277839" y="0"/>
                  </a:lnTo>
                  <a:lnTo>
                    <a:pt x="277025" y="0"/>
                  </a:lnTo>
                  <a:lnTo>
                    <a:pt x="276210" y="0"/>
                  </a:lnTo>
                  <a:lnTo>
                    <a:pt x="275395" y="0"/>
                  </a:lnTo>
                  <a:lnTo>
                    <a:pt x="274580" y="0"/>
                  </a:lnTo>
                  <a:lnTo>
                    <a:pt x="273766" y="0"/>
                  </a:lnTo>
                  <a:lnTo>
                    <a:pt x="272951" y="0"/>
                  </a:lnTo>
                  <a:lnTo>
                    <a:pt x="272136" y="0"/>
                  </a:lnTo>
                  <a:lnTo>
                    <a:pt x="271321" y="0"/>
                  </a:lnTo>
                  <a:lnTo>
                    <a:pt x="270506" y="0"/>
                  </a:lnTo>
                  <a:lnTo>
                    <a:pt x="269692" y="0"/>
                  </a:lnTo>
                  <a:lnTo>
                    <a:pt x="268877" y="0"/>
                  </a:lnTo>
                  <a:lnTo>
                    <a:pt x="268062" y="0"/>
                  </a:lnTo>
                  <a:lnTo>
                    <a:pt x="267247" y="0"/>
                  </a:lnTo>
                  <a:lnTo>
                    <a:pt x="266433" y="0"/>
                  </a:lnTo>
                  <a:lnTo>
                    <a:pt x="265618" y="0"/>
                  </a:lnTo>
                  <a:lnTo>
                    <a:pt x="264803" y="0"/>
                  </a:lnTo>
                  <a:lnTo>
                    <a:pt x="263988" y="0"/>
                  </a:lnTo>
                  <a:lnTo>
                    <a:pt x="263173" y="0"/>
                  </a:lnTo>
                  <a:lnTo>
                    <a:pt x="262359" y="0"/>
                  </a:lnTo>
                  <a:lnTo>
                    <a:pt x="261544" y="0"/>
                  </a:lnTo>
                  <a:lnTo>
                    <a:pt x="260729" y="0"/>
                  </a:lnTo>
                  <a:lnTo>
                    <a:pt x="259914" y="0"/>
                  </a:lnTo>
                  <a:lnTo>
                    <a:pt x="259100" y="0"/>
                  </a:lnTo>
                  <a:lnTo>
                    <a:pt x="258285" y="0"/>
                  </a:lnTo>
                  <a:lnTo>
                    <a:pt x="257470" y="0"/>
                  </a:lnTo>
                  <a:lnTo>
                    <a:pt x="256655" y="0"/>
                  </a:lnTo>
                  <a:lnTo>
                    <a:pt x="255840" y="0"/>
                  </a:lnTo>
                  <a:lnTo>
                    <a:pt x="255026" y="0"/>
                  </a:lnTo>
                  <a:lnTo>
                    <a:pt x="254211" y="0"/>
                  </a:lnTo>
                  <a:lnTo>
                    <a:pt x="253396" y="0"/>
                  </a:lnTo>
                  <a:lnTo>
                    <a:pt x="252581" y="0"/>
                  </a:lnTo>
                  <a:lnTo>
                    <a:pt x="251767" y="0"/>
                  </a:lnTo>
                  <a:lnTo>
                    <a:pt x="250952" y="0"/>
                  </a:lnTo>
                  <a:lnTo>
                    <a:pt x="250137" y="0"/>
                  </a:lnTo>
                  <a:lnTo>
                    <a:pt x="249322" y="0"/>
                  </a:lnTo>
                  <a:lnTo>
                    <a:pt x="248507" y="0"/>
                  </a:lnTo>
                  <a:lnTo>
                    <a:pt x="247693" y="0"/>
                  </a:lnTo>
                  <a:lnTo>
                    <a:pt x="246878" y="0"/>
                  </a:lnTo>
                  <a:lnTo>
                    <a:pt x="246063" y="0"/>
                  </a:lnTo>
                  <a:lnTo>
                    <a:pt x="245248" y="0"/>
                  </a:lnTo>
                  <a:lnTo>
                    <a:pt x="244434" y="0"/>
                  </a:lnTo>
                  <a:lnTo>
                    <a:pt x="243619" y="0"/>
                  </a:lnTo>
                  <a:lnTo>
                    <a:pt x="242804" y="0"/>
                  </a:lnTo>
                  <a:lnTo>
                    <a:pt x="241989" y="0"/>
                  </a:lnTo>
                  <a:lnTo>
                    <a:pt x="241174" y="0"/>
                  </a:lnTo>
                  <a:lnTo>
                    <a:pt x="240360" y="0"/>
                  </a:lnTo>
                  <a:lnTo>
                    <a:pt x="239545" y="0"/>
                  </a:lnTo>
                  <a:lnTo>
                    <a:pt x="238730" y="0"/>
                  </a:lnTo>
                  <a:lnTo>
                    <a:pt x="237915" y="0"/>
                  </a:lnTo>
                  <a:lnTo>
                    <a:pt x="237100" y="0"/>
                  </a:lnTo>
                  <a:lnTo>
                    <a:pt x="236286" y="0"/>
                  </a:lnTo>
                  <a:lnTo>
                    <a:pt x="235471" y="0"/>
                  </a:lnTo>
                  <a:lnTo>
                    <a:pt x="234656" y="0"/>
                  </a:lnTo>
                  <a:lnTo>
                    <a:pt x="233841" y="0"/>
                  </a:lnTo>
                  <a:lnTo>
                    <a:pt x="233027" y="0"/>
                  </a:lnTo>
                  <a:lnTo>
                    <a:pt x="232212" y="0"/>
                  </a:lnTo>
                  <a:lnTo>
                    <a:pt x="231397" y="0"/>
                  </a:lnTo>
                  <a:lnTo>
                    <a:pt x="230582" y="0"/>
                  </a:lnTo>
                  <a:lnTo>
                    <a:pt x="229767" y="0"/>
                  </a:lnTo>
                  <a:lnTo>
                    <a:pt x="228953" y="0"/>
                  </a:lnTo>
                  <a:lnTo>
                    <a:pt x="228138" y="0"/>
                  </a:lnTo>
                  <a:lnTo>
                    <a:pt x="227323" y="0"/>
                  </a:lnTo>
                  <a:lnTo>
                    <a:pt x="226508" y="0"/>
                  </a:lnTo>
                  <a:lnTo>
                    <a:pt x="225694" y="0"/>
                  </a:lnTo>
                  <a:lnTo>
                    <a:pt x="224879" y="0"/>
                  </a:lnTo>
                  <a:lnTo>
                    <a:pt x="224064" y="0"/>
                  </a:lnTo>
                  <a:lnTo>
                    <a:pt x="223249" y="0"/>
                  </a:lnTo>
                  <a:lnTo>
                    <a:pt x="222434" y="0"/>
                  </a:lnTo>
                  <a:lnTo>
                    <a:pt x="221620" y="0"/>
                  </a:lnTo>
                  <a:lnTo>
                    <a:pt x="220805" y="0"/>
                  </a:lnTo>
                  <a:lnTo>
                    <a:pt x="219990" y="0"/>
                  </a:lnTo>
                  <a:lnTo>
                    <a:pt x="219175" y="0"/>
                  </a:lnTo>
                  <a:lnTo>
                    <a:pt x="218361" y="0"/>
                  </a:lnTo>
                  <a:lnTo>
                    <a:pt x="217546" y="0"/>
                  </a:lnTo>
                  <a:lnTo>
                    <a:pt x="216731" y="0"/>
                  </a:lnTo>
                  <a:lnTo>
                    <a:pt x="215916" y="0"/>
                  </a:lnTo>
                  <a:lnTo>
                    <a:pt x="215101" y="0"/>
                  </a:lnTo>
                  <a:lnTo>
                    <a:pt x="214287" y="0"/>
                  </a:lnTo>
                  <a:lnTo>
                    <a:pt x="213472" y="0"/>
                  </a:lnTo>
                  <a:lnTo>
                    <a:pt x="212657" y="0"/>
                  </a:lnTo>
                  <a:lnTo>
                    <a:pt x="211842" y="0"/>
                  </a:lnTo>
                  <a:lnTo>
                    <a:pt x="211028" y="0"/>
                  </a:lnTo>
                  <a:lnTo>
                    <a:pt x="210213" y="0"/>
                  </a:lnTo>
                  <a:lnTo>
                    <a:pt x="209398" y="0"/>
                  </a:lnTo>
                  <a:lnTo>
                    <a:pt x="208583" y="0"/>
                  </a:lnTo>
                  <a:lnTo>
                    <a:pt x="207768" y="0"/>
                  </a:lnTo>
                  <a:lnTo>
                    <a:pt x="206954" y="0"/>
                  </a:lnTo>
                  <a:lnTo>
                    <a:pt x="206139" y="0"/>
                  </a:lnTo>
                  <a:lnTo>
                    <a:pt x="205324" y="0"/>
                  </a:lnTo>
                  <a:lnTo>
                    <a:pt x="204509" y="0"/>
                  </a:lnTo>
                  <a:lnTo>
                    <a:pt x="203695" y="0"/>
                  </a:lnTo>
                  <a:lnTo>
                    <a:pt x="202880" y="0"/>
                  </a:lnTo>
                  <a:lnTo>
                    <a:pt x="202065" y="0"/>
                  </a:lnTo>
                  <a:lnTo>
                    <a:pt x="201250" y="0"/>
                  </a:lnTo>
                  <a:lnTo>
                    <a:pt x="200435" y="0"/>
                  </a:lnTo>
                  <a:lnTo>
                    <a:pt x="199621" y="0"/>
                  </a:lnTo>
                  <a:lnTo>
                    <a:pt x="198806" y="0"/>
                  </a:lnTo>
                  <a:lnTo>
                    <a:pt x="197991" y="0"/>
                  </a:lnTo>
                  <a:lnTo>
                    <a:pt x="197176" y="0"/>
                  </a:lnTo>
                  <a:lnTo>
                    <a:pt x="196361" y="0"/>
                  </a:lnTo>
                  <a:lnTo>
                    <a:pt x="195547" y="0"/>
                  </a:lnTo>
                  <a:lnTo>
                    <a:pt x="194732" y="0"/>
                  </a:lnTo>
                  <a:lnTo>
                    <a:pt x="193917" y="0"/>
                  </a:lnTo>
                  <a:lnTo>
                    <a:pt x="193102" y="0"/>
                  </a:lnTo>
                  <a:lnTo>
                    <a:pt x="192288" y="0"/>
                  </a:lnTo>
                  <a:lnTo>
                    <a:pt x="191473" y="0"/>
                  </a:lnTo>
                  <a:lnTo>
                    <a:pt x="190658" y="0"/>
                  </a:lnTo>
                  <a:lnTo>
                    <a:pt x="189843" y="0"/>
                  </a:lnTo>
                  <a:lnTo>
                    <a:pt x="189028" y="0"/>
                  </a:lnTo>
                  <a:lnTo>
                    <a:pt x="188214" y="0"/>
                  </a:lnTo>
                  <a:lnTo>
                    <a:pt x="187399" y="0"/>
                  </a:lnTo>
                  <a:lnTo>
                    <a:pt x="186584" y="0"/>
                  </a:lnTo>
                  <a:lnTo>
                    <a:pt x="185769" y="0"/>
                  </a:lnTo>
                  <a:lnTo>
                    <a:pt x="184955" y="0"/>
                  </a:lnTo>
                  <a:lnTo>
                    <a:pt x="184140" y="0"/>
                  </a:lnTo>
                  <a:lnTo>
                    <a:pt x="183325" y="0"/>
                  </a:lnTo>
                  <a:lnTo>
                    <a:pt x="182510" y="0"/>
                  </a:lnTo>
                  <a:lnTo>
                    <a:pt x="181695" y="0"/>
                  </a:lnTo>
                  <a:lnTo>
                    <a:pt x="180881" y="0"/>
                  </a:lnTo>
                  <a:lnTo>
                    <a:pt x="180066" y="0"/>
                  </a:lnTo>
                  <a:lnTo>
                    <a:pt x="179251" y="0"/>
                  </a:lnTo>
                  <a:lnTo>
                    <a:pt x="178436" y="0"/>
                  </a:lnTo>
                  <a:lnTo>
                    <a:pt x="177622" y="0"/>
                  </a:lnTo>
                  <a:lnTo>
                    <a:pt x="176807" y="0"/>
                  </a:lnTo>
                  <a:lnTo>
                    <a:pt x="175992" y="0"/>
                  </a:lnTo>
                  <a:lnTo>
                    <a:pt x="175177" y="0"/>
                  </a:lnTo>
                  <a:lnTo>
                    <a:pt x="174362" y="0"/>
                  </a:lnTo>
                  <a:lnTo>
                    <a:pt x="173548" y="0"/>
                  </a:lnTo>
                  <a:lnTo>
                    <a:pt x="172733" y="0"/>
                  </a:lnTo>
                  <a:lnTo>
                    <a:pt x="171918" y="0"/>
                  </a:lnTo>
                  <a:lnTo>
                    <a:pt x="171103" y="0"/>
                  </a:lnTo>
                  <a:lnTo>
                    <a:pt x="170289" y="0"/>
                  </a:lnTo>
                  <a:lnTo>
                    <a:pt x="169474" y="0"/>
                  </a:lnTo>
                  <a:lnTo>
                    <a:pt x="168659" y="0"/>
                  </a:lnTo>
                  <a:lnTo>
                    <a:pt x="167844" y="0"/>
                  </a:lnTo>
                  <a:lnTo>
                    <a:pt x="167029" y="0"/>
                  </a:lnTo>
                  <a:lnTo>
                    <a:pt x="166215" y="0"/>
                  </a:lnTo>
                  <a:lnTo>
                    <a:pt x="165400" y="0"/>
                  </a:lnTo>
                  <a:lnTo>
                    <a:pt x="164585" y="0"/>
                  </a:lnTo>
                  <a:lnTo>
                    <a:pt x="163770" y="0"/>
                  </a:lnTo>
                  <a:lnTo>
                    <a:pt x="162956" y="0"/>
                  </a:lnTo>
                  <a:lnTo>
                    <a:pt x="162141" y="0"/>
                  </a:lnTo>
                  <a:lnTo>
                    <a:pt x="161326" y="0"/>
                  </a:lnTo>
                  <a:lnTo>
                    <a:pt x="160511" y="0"/>
                  </a:lnTo>
                  <a:lnTo>
                    <a:pt x="159696" y="0"/>
                  </a:lnTo>
                  <a:lnTo>
                    <a:pt x="158882" y="0"/>
                  </a:lnTo>
                  <a:lnTo>
                    <a:pt x="158067" y="0"/>
                  </a:lnTo>
                  <a:lnTo>
                    <a:pt x="157252" y="0"/>
                  </a:lnTo>
                  <a:lnTo>
                    <a:pt x="156437" y="0"/>
                  </a:lnTo>
                  <a:lnTo>
                    <a:pt x="155622" y="0"/>
                  </a:lnTo>
                  <a:lnTo>
                    <a:pt x="154808" y="0"/>
                  </a:lnTo>
                  <a:lnTo>
                    <a:pt x="153993" y="0"/>
                  </a:lnTo>
                  <a:lnTo>
                    <a:pt x="153178" y="0"/>
                  </a:lnTo>
                  <a:lnTo>
                    <a:pt x="152363" y="0"/>
                  </a:lnTo>
                  <a:lnTo>
                    <a:pt x="151549" y="0"/>
                  </a:lnTo>
                  <a:lnTo>
                    <a:pt x="150734" y="0"/>
                  </a:lnTo>
                  <a:lnTo>
                    <a:pt x="149919" y="0"/>
                  </a:lnTo>
                  <a:lnTo>
                    <a:pt x="149104" y="0"/>
                  </a:lnTo>
                  <a:lnTo>
                    <a:pt x="148289" y="0"/>
                  </a:lnTo>
                  <a:lnTo>
                    <a:pt x="147475" y="0"/>
                  </a:lnTo>
                  <a:lnTo>
                    <a:pt x="146660" y="0"/>
                  </a:lnTo>
                  <a:lnTo>
                    <a:pt x="145845" y="0"/>
                  </a:lnTo>
                  <a:lnTo>
                    <a:pt x="145030" y="0"/>
                  </a:lnTo>
                  <a:lnTo>
                    <a:pt x="144216" y="0"/>
                  </a:lnTo>
                  <a:lnTo>
                    <a:pt x="143401" y="0"/>
                  </a:lnTo>
                  <a:lnTo>
                    <a:pt x="142586" y="0"/>
                  </a:lnTo>
                  <a:lnTo>
                    <a:pt x="141771" y="0"/>
                  </a:lnTo>
                  <a:lnTo>
                    <a:pt x="140956" y="0"/>
                  </a:lnTo>
                  <a:lnTo>
                    <a:pt x="140142" y="0"/>
                  </a:lnTo>
                  <a:lnTo>
                    <a:pt x="139327" y="0"/>
                  </a:lnTo>
                  <a:lnTo>
                    <a:pt x="138512" y="0"/>
                  </a:lnTo>
                  <a:lnTo>
                    <a:pt x="137697" y="0"/>
                  </a:lnTo>
                  <a:lnTo>
                    <a:pt x="136883" y="0"/>
                  </a:lnTo>
                  <a:lnTo>
                    <a:pt x="136068" y="0"/>
                  </a:lnTo>
                  <a:lnTo>
                    <a:pt x="135253" y="0"/>
                  </a:lnTo>
                  <a:lnTo>
                    <a:pt x="134438" y="0"/>
                  </a:lnTo>
                  <a:lnTo>
                    <a:pt x="133623" y="0"/>
                  </a:lnTo>
                  <a:lnTo>
                    <a:pt x="132809" y="0"/>
                  </a:lnTo>
                  <a:lnTo>
                    <a:pt x="131994" y="0"/>
                  </a:lnTo>
                  <a:lnTo>
                    <a:pt x="131179" y="0"/>
                  </a:lnTo>
                  <a:lnTo>
                    <a:pt x="130364" y="0"/>
                  </a:lnTo>
                  <a:lnTo>
                    <a:pt x="129550" y="0"/>
                  </a:lnTo>
                  <a:lnTo>
                    <a:pt x="128735" y="0"/>
                  </a:lnTo>
                  <a:lnTo>
                    <a:pt x="127920" y="0"/>
                  </a:lnTo>
                  <a:lnTo>
                    <a:pt x="127105" y="0"/>
                  </a:lnTo>
                  <a:lnTo>
                    <a:pt x="126290" y="0"/>
                  </a:lnTo>
                  <a:lnTo>
                    <a:pt x="125476" y="0"/>
                  </a:lnTo>
                  <a:lnTo>
                    <a:pt x="124661" y="0"/>
                  </a:lnTo>
                  <a:lnTo>
                    <a:pt x="123846" y="0"/>
                  </a:lnTo>
                  <a:lnTo>
                    <a:pt x="123031" y="0"/>
                  </a:lnTo>
                  <a:lnTo>
                    <a:pt x="122217" y="0"/>
                  </a:lnTo>
                  <a:lnTo>
                    <a:pt x="121402" y="0"/>
                  </a:lnTo>
                  <a:lnTo>
                    <a:pt x="120587" y="0"/>
                  </a:lnTo>
                  <a:lnTo>
                    <a:pt x="119772" y="0"/>
                  </a:lnTo>
                  <a:lnTo>
                    <a:pt x="118957" y="0"/>
                  </a:lnTo>
                  <a:lnTo>
                    <a:pt x="118143" y="0"/>
                  </a:lnTo>
                  <a:lnTo>
                    <a:pt x="117328" y="0"/>
                  </a:lnTo>
                  <a:lnTo>
                    <a:pt x="116513" y="0"/>
                  </a:lnTo>
                  <a:lnTo>
                    <a:pt x="115698" y="0"/>
                  </a:lnTo>
                  <a:lnTo>
                    <a:pt x="114883" y="0"/>
                  </a:lnTo>
                  <a:lnTo>
                    <a:pt x="114069" y="0"/>
                  </a:lnTo>
                  <a:lnTo>
                    <a:pt x="113254" y="0"/>
                  </a:lnTo>
                  <a:lnTo>
                    <a:pt x="112439" y="0"/>
                  </a:lnTo>
                  <a:lnTo>
                    <a:pt x="111624" y="0"/>
                  </a:lnTo>
                  <a:lnTo>
                    <a:pt x="110810" y="0"/>
                  </a:lnTo>
                  <a:lnTo>
                    <a:pt x="109995" y="0"/>
                  </a:lnTo>
                  <a:lnTo>
                    <a:pt x="109180" y="0"/>
                  </a:lnTo>
                  <a:lnTo>
                    <a:pt x="108365" y="0"/>
                  </a:lnTo>
                  <a:lnTo>
                    <a:pt x="107550" y="0"/>
                  </a:lnTo>
                  <a:lnTo>
                    <a:pt x="106736" y="0"/>
                  </a:lnTo>
                  <a:lnTo>
                    <a:pt x="105921" y="0"/>
                  </a:lnTo>
                  <a:lnTo>
                    <a:pt x="105106" y="0"/>
                  </a:lnTo>
                  <a:lnTo>
                    <a:pt x="104291" y="0"/>
                  </a:lnTo>
                  <a:lnTo>
                    <a:pt x="103477" y="0"/>
                  </a:lnTo>
                  <a:lnTo>
                    <a:pt x="102662" y="0"/>
                  </a:lnTo>
                  <a:lnTo>
                    <a:pt x="101847" y="0"/>
                  </a:lnTo>
                  <a:lnTo>
                    <a:pt x="101032" y="0"/>
                  </a:lnTo>
                  <a:lnTo>
                    <a:pt x="100217" y="0"/>
                  </a:lnTo>
                  <a:lnTo>
                    <a:pt x="99403" y="0"/>
                  </a:lnTo>
                  <a:lnTo>
                    <a:pt x="98588" y="0"/>
                  </a:lnTo>
                  <a:lnTo>
                    <a:pt x="97773" y="0"/>
                  </a:lnTo>
                  <a:lnTo>
                    <a:pt x="96958" y="0"/>
                  </a:lnTo>
                  <a:lnTo>
                    <a:pt x="96144" y="0"/>
                  </a:lnTo>
                  <a:lnTo>
                    <a:pt x="95329" y="0"/>
                  </a:lnTo>
                  <a:lnTo>
                    <a:pt x="94514" y="0"/>
                  </a:lnTo>
                  <a:lnTo>
                    <a:pt x="93699" y="0"/>
                  </a:lnTo>
                  <a:lnTo>
                    <a:pt x="92884" y="0"/>
                  </a:lnTo>
                  <a:lnTo>
                    <a:pt x="92070" y="0"/>
                  </a:lnTo>
                  <a:lnTo>
                    <a:pt x="91255" y="0"/>
                  </a:lnTo>
                  <a:lnTo>
                    <a:pt x="90440" y="0"/>
                  </a:lnTo>
                  <a:lnTo>
                    <a:pt x="89625" y="0"/>
                  </a:lnTo>
                  <a:lnTo>
                    <a:pt x="88811" y="0"/>
                  </a:lnTo>
                  <a:lnTo>
                    <a:pt x="87996" y="0"/>
                  </a:lnTo>
                  <a:lnTo>
                    <a:pt x="87181" y="0"/>
                  </a:lnTo>
                  <a:lnTo>
                    <a:pt x="86366" y="0"/>
                  </a:lnTo>
                  <a:lnTo>
                    <a:pt x="85551" y="0"/>
                  </a:lnTo>
                  <a:lnTo>
                    <a:pt x="84737" y="0"/>
                  </a:lnTo>
                  <a:lnTo>
                    <a:pt x="83922" y="0"/>
                  </a:lnTo>
                  <a:lnTo>
                    <a:pt x="83107" y="0"/>
                  </a:lnTo>
                  <a:lnTo>
                    <a:pt x="82292" y="0"/>
                  </a:lnTo>
                  <a:lnTo>
                    <a:pt x="81478" y="0"/>
                  </a:lnTo>
                  <a:lnTo>
                    <a:pt x="80663" y="0"/>
                  </a:lnTo>
                  <a:lnTo>
                    <a:pt x="79848" y="0"/>
                  </a:lnTo>
                  <a:lnTo>
                    <a:pt x="79033" y="0"/>
                  </a:lnTo>
                  <a:lnTo>
                    <a:pt x="78218" y="0"/>
                  </a:lnTo>
                  <a:lnTo>
                    <a:pt x="77404" y="0"/>
                  </a:lnTo>
                  <a:lnTo>
                    <a:pt x="76589" y="0"/>
                  </a:lnTo>
                  <a:lnTo>
                    <a:pt x="75774" y="0"/>
                  </a:lnTo>
                  <a:lnTo>
                    <a:pt x="74959" y="0"/>
                  </a:lnTo>
                  <a:lnTo>
                    <a:pt x="74144" y="0"/>
                  </a:lnTo>
                  <a:lnTo>
                    <a:pt x="73330" y="0"/>
                  </a:lnTo>
                  <a:lnTo>
                    <a:pt x="72515" y="0"/>
                  </a:lnTo>
                  <a:lnTo>
                    <a:pt x="71700" y="0"/>
                  </a:lnTo>
                  <a:lnTo>
                    <a:pt x="70885" y="0"/>
                  </a:lnTo>
                  <a:lnTo>
                    <a:pt x="70071" y="0"/>
                  </a:lnTo>
                  <a:lnTo>
                    <a:pt x="69256" y="0"/>
                  </a:lnTo>
                  <a:lnTo>
                    <a:pt x="68441" y="0"/>
                  </a:lnTo>
                  <a:lnTo>
                    <a:pt x="67626" y="0"/>
                  </a:lnTo>
                  <a:lnTo>
                    <a:pt x="66811" y="0"/>
                  </a:lnTo>
                  <a:lnTo>
                    <a:pt x="65997" y="0"/>
                  </a:lnTo>
                  <a:lnTo>
                    <a:pt x="65182" y="0"/>
                  </a:lnTo>
                  <a:lnTo>
                    <a:pt x="64367" y="0"/>
                  </a:lnTo>
                  <a:lnTo>
                    <a:pt x="63552" y="0"/>
                  </a:lnTo>
                  <a:lnTo>
                    <a:pt x="62738" y="0"/>
                  </a:lnTo>
                  <a:lnTo>
                    <a:pt x="61923" y="0"/>
                  </a:lnTo>
                  <a:lnTo>
                    <a:pt x="61108" y="0"/>
                  </a:lnTo>
                  <a:lnTo>
                    <a:pt x="60293" y="0"/>
                  </a:lnTo>
                  <a:lnTo>
                    <a:pt x="59478" y="0"/>
                  </a:lnTo>
                  <a:lnTo>
                    <a:pt x="58664" y="0"/>
                  </a:lnTo>
                  <a:lnTo>
                    <a:pt x="57849" y="0"/>
                  </a:lnTo>
                  <a:lnTo>
                    <a:pt x="57034" y="0"/>
                  </a:lnTo>
                  <a:lnTo>
                    <a:pt x="56219" y="0"/>
                  </a:lnTo>
                  <a:lnTo>
                    <a:pt x="55405" y="0"/>
                  </a:lnTo>
                  <a:lnTo>
                    <a:pt x="54590" y="0"/>
                  </a:lnTo>
                  <a:lnTo>
                    <a:pt x="53775" y="0"/>
                  </a:lnTo>
                  <a:lnTo>
                    <a:pt x="52960" y="0"/>
                  </a:lnTo>
                  <a:lnTo>
                    <a:pt x="52145" y="0"/>
                  </a:lnTo>
                  <a:lnTo>
                    <a:pt x="51331" y="0"/>
                  </a:lnTo>
                  <a:lnTo>
                    <a:pt x="50516" y="0"/>
                  </a:lnTo>
                  <a:lnTo>
                    <a:pt x="49701" y="0"/>
                  </a:lnTo>
                  <a:lnTo>
                    <a:pt x="48886" y="0"/>
                  </a:lnTo>
                  <a:lnTo>
                    <a:pt x="48072" y="0"/>
                  </a:lnTo>
                  <a:lnTo>
                    <a:pt x="47257" y="0"/>
                  </a:lnTo>
                  <a:lnTo>
                    <a:pt x="46442" y="0"/>
                  </a:lnTo>
                  <a:lnTo>
                    <a:pt x="45627" y="0"/>
                  </a:lnTo>
                  <a:lnTo>
                    <a:pt x="44812" y="0"/>
                  </a:lnTo>
                  <a:lnTo>
                    <a:pt x="43998" y="0"/>
                  </a:lnTo>
                  <a:lnTo>
                    <a:pt x="43183" y="0"/>
                  </a:lnTo>
                  <a:lnTo>
                    <a:pt x="42368" y="0"/>
                  </a:lnTo>
                  <a:lnTo>
                    <a:pt x="41553" y="0"/>
                  </a:lnTo>
                  <a:lnTo>
                    <a:pt x="40739" y="0"/>
                  </a:lnTo>
                  <a:lnTo>
                    <a:pt x="39924" y="0"/>
                  </a:lnTo>
                  <a:lnTo>
                    <a:pt x="39109" y="0"/>
                  </a:lnTo>
                  <a:lnTo>
                    <a:pt x="38294" y="0"/>
                  </a:lnTo>
                  <a:lnTo>
                    <a:pt x="37479" y="0"/>
                  </a:lnTo>
                  <a:lnTo>
                    <a:pt x="36665" y="0"/>
                  </a:lnTo>
                  <a:lnTo>
                    <a:pt x="35850" y="0"/>
                  </a:lnTo>
                  <a:lnTo>
                    <a:pt x="35035" y="0"/>
                  </a:lnTo>
                  <a:lnTo>
                    <a:pt x="34220" y="0"/>
                  </a:lnTo>
                  <a:lnTo>
                    <a:pt x="33405" y="0"/>
                  </a:lnTo>
                  <a:lnTo>
                    <a:pt x="32591" y="0"/>
                  </a:lnTo>
                  <a:lnTo>
                    <a:pt x="31776" y="0"/>
                  </a:lnTo>
                  <a:lnTo>
                    <a:pt x="30961" y="0"/>
                  </a:lnTo>
                  <a:lnTo>
                    <a:pt x="30146" y="0"/>
                  </a:lnTo>
                  <a:lnTo>
                    <a:pt x="29332" y="0"/>
                  </a:lnTo>
                  <a:lnTo>
                    <a:pt x="28517" y="0"/>
                  </a:lnTo>
                  <a:lnTo>
                    <a:pt x="27702" y="0"/>
                  </a:lnTo>
                  <a:lnTo>
                    <a:pt x="26887" y="0"/>
                  </a:lnTo>
                  <a:lnTo>
                    <a:pt x="26072" y="0"/>
                  </a:lnTo>
                  <a:lnTo>
                    <a:pt x="25258" y="0"/>
                  </a:lnTo>
                  <a:lnTo>
                    <a:pt x="24443" y="0"/>
                  </a:lnTo>
                  <a:lnTo>
                    <a:pt x="23628" y="0"/>
                  </a:lnTo>
                  <a:lnTo>
                    <a:pt x="22813" y="0"/>
                  </a:lnTo>
                  <a:lnTo>
                    <a:pt x="21999" y="0"/>
                  </a:lnTo>
                  <a:lnTo>
                    <a:pt x="21184" y="0"/>
                  </a:lnTo>
                  <a:lnTo>
                    <a:pt x="20369" y="0"/>
                  </a:lnTo>
                  <a:lnTo>
                    <a:pt x="19554" y="0"/>
                  </a:lnTo>
                  <a:lnTo>
                    <a:pt x="18739" y="0"/>
                  </a:lnTo>
                  <a:lnTo>
                    <a:pt x="17925" y="0"/>
                  </a:lnTo>
                  <a:lnTo>
                    <a:pt x="17110" y="0"/>
                  </a:lnTo>
                  <a:lnTo>
                    <a:pt x="16295" y="0"/>
                  </a:lnTo>
                  <a:lnTo>
                    <a:pt x="15480" y="0"/>
                  </a:lnTo>
                  <a:lnTo>
                    <a:pt x="14666" y="0"/>
                  </a:lnTo>
                  <a:lnTo>
                    <a:pt x="13851" y="0"/>
                  </a:lnTo>
                  <a:lnTo>
                    <a:pt x="13036" y="0"/>
                  </a:lnTo>
                  <a:lnTo>
                    <a:pt x="12221" y="0"/>
                  </a:lnTo>
                  <a:lnTo>
                    <a:pt x="11406" y="0"/>
                  </a:lnTo>
                  <a:lnTo>
                    <a:pt x="10592" y="0"/>
                  </a:lnTo>
                  <a:lnTo>
                    <a:pt x="9777" y="0"/>
                  </a:lnTo>
                  <a:lnTo>
                    <a:pt x="8962" y="0"/>
                  </a:lnTo>
                  <a:lnTo>
                    <a:pt x="8147" y="0"/>
                  </a:lnTo>
                  <a:lnTo>
                    <a:pt x="7333" y="0"/>
                  </a:lnTo>
                  <a:lnTo>
                    <a:pt x="6518" y="0"/>
                  </a:lnTo>
                  <a:lnTo>
                    <a:pt x="5703" y="0"/>
                  </a:lnTo>
                  <a:lnTo>
                    <a:pt x="4888" y="0"/>
                  </a:lnTo>
                  <a:lnTo>
                    <a:pt x="4073" y="0"/>
                  </a:lnTo>
                  <a:lnTo>
                    <a:pt x="3259" y="0"/>
                  </a:lnTo>
                  <a:lnTo>
                    <a:pt x="2444" y="0"/>
                  </a:lnTo>
                  <a:lnTo>
                    <a:pt x="1629" y="0"/>
                  </a:lnTo>
                  <a:lnTo>
                    <a:pt x="814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444934" y="1420752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  <a:lnTo>
                    <a:pt x="855356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444934" y="145504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tx179"/>
            <p:cNvSpPr/>
            <p:nvPr/>
          </p:nvSpPr>
          <p:spPr>
            <a:xfrm>
              <a:off x="311199" y="2993215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311199" y="2118887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311199" y="1249087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311199" y="373176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83" name="pl183"/>
            <p:cNvSpPr/>
            <p:nvPr/>
          </p:nvSpPr>
          <p:spPr>
            <a:xfrm>
              <a:off x="410140" y="303553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410140" y="216267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410140" y="128982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410140" y="41696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444934" y="3262477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tx188"/>
            <p:cNvSpPr/>
            <p:nvPr/>
          </p:nvSpPr>
          <p:spPr>
            <a:xfrm rot="-5400000">
              <a:off x="69822" y="1649932"/>
              <a:ext cx="246930" cy="1081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obs</a:t>
              </a:r>
            </a:p>
          </p:txBody>
        </p:sp>
        <p:sp>
          <p:nvSpPr>
            <p:cNvPr id="189" name="rc189"/>
            <p:cNvSpPr/>
            <p:nvPr/>
          </p:nvSpPr>
          <p:spPr>
            <a:xfrm>
              <a:off x="444934" y="3262477"/>
              <a:ext cx="855356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444934" y="4622748"/>
              <a:ext cx="2249539" cy="1756701"/>
            </a:xfrm>
            <a:custGeom>
              <a:avLst/>
              <a:pathLst>
                <a:path w="2249539" h="1756701">
                  <a:moveTo>
                    <a:pt x="0" y="1333747"/>
                  </a:moveTo>
                  <a:lnTo>
                    <a:pt x="814" y="1386960"/>
                  </a:lnTo>
                  <a:lnTo>
                    <a:pt x="1629" y="1466929"/>
                  </a:lnTo>
                  <a:lnTo>
                    <a:pt x="2444" y="1441782"/>
                  </a:lnTo>
                  <a:lnTo>
                    <a:pt x="3259" y="1420297"/>
                  </a:lnTo>
                  <a:lnTo>
                    <a:pt x="4073" y="1402695"/>
                  </a:lnTo>
                  <a:lnTo>
                    <a:pt x="4888" y="1470211"/>
                  </a:lnTo>
                  <a:lnTo>
                    <a:pt x="5703" y="1432017"/>
                  </a:lnTo>
                  <a:lnTo>
                    <a:pt x="6518" y="1422286"/>
                  </a:lnTo>
                  <a:lnTo>
                    <a:pt x="7333" y="1496400"/>
                  </a:lnTo>
                  <a:lnTo>
                    <a:pt x="8147" y="1498798"/>
                  </a:lnTo>
                  <a:lnTo>
                    <a:pt x="8962" y="1424764"/>
                  </a:lnTo>
                  <a:lnTo>
                    <a:pt x="9777" y="1408839"/>
                  </a:lnTo>
                  <a:lnTo>
                    <a:pt x="10592" y="1425275"/>
                  </a:lnTo>
                  <a:lnTo>
                    <a:pt x="11406" y="1468083"/>
                  </a:lnTo>
                  <a:lnTo>
                    <a:pt x="12221" y="1448091"/>
                  </a:lnTo>
                  <a:lnTo>
                    <a:pt x="13036" y="1475142"/>
                  </a:lnTo>
                  <a:lnTo>
                    <a:pt x="13851" y="1447669"/>
                  </a:lnTo>
                  <a:lnTo>
                    <a:pt x="14666" y="1485314"/>
                  </a:lnTo>
                  <a:lnTo>
                    <a:pt x="15480" y="1482164"/>
                  </a:lnTo>
                  <a:lnTo>
                    <a:pt x="16295" y="1514844"/>
                  </a:lnTo>
                  <a:lnTo>
                    <a:pt x="17110" y="1537517"/>
                  </a:lnTo>
                  <a:lnTo>
                    <a:pt x="17925" y="1558830"/>
                  </a:lnTo>
                  <a:lnTo>
                    <a:pt x="18739" y="1600435"/>
                  </a:lnTo>
                  <a:lnTo>
                    <a:pt x="19554" y="1567426"/>
                  </a:lnTo>
                  <a:lnTo>
                    <a:pt x="20369" y="1539026"/>
                  </a:lnTo>
                  <a:lnTo>
                    <a:pt x="21184" y="1487447"/>
                  </a:lnTo>
                  <a:lnTo>
                    <a:pt x="21999" y="1400134"/>
                  </a:lnTo>
                  <a:lnTo>
                    <a:pt x="22813" y="1471552"/>
                  </a:lnTo>
                  <a:lnTo>
                    <a:pt x="23628" y="1460968"/>
                  </a:lnTo>
                  <a:lnTo>
                    <a:pt x="24443" y="1521633"/>
                  </a:lnTo>
                  <a:lnTo>
                    <a:pt x="25258" y="1508574"/>
                  </a:lnTo>
                  <a:lnTo>
                    <a:pt x="26072" y="1467355"/>
                  </a:lnTo>
                  <a:lnTo>
                    <a:pt x="26887" y="1442914"/>
                  </a:lnTo>
                  <a:lnTo>
                    <a:pt x="27702" y="1351412"/>
                  </a:lnTo>
                  <a:lnTo>
                    <a:pt x="28517" y="1293324"/>
                  </a:lnTo>
                  <a:lnTo>
                    <a:pt x="29332" y="1271928"/>
                  </a:lnTo>
                  <a:lnTo>
                    <a:pt x="30146" y="1330549"/>
                  </a:lnTo>
                  <a:lnTo>
                    <a:pt x="30961" y="1427656"/>
                  </a:lnTo>
                  <a:lnTo>
                    <a:pt x="31776" y="1426745"/>
                  </a:lnTo>
                  <a:lnTo>
                    <a:pt x="32591" y="1449642"/>
                  </a:lnTo>
                  <a:lnTo>
                    <a:pt x="33405" y="1460872"/>
                  </a:lnTo>
                  <a:lnTo>
                    <a:pt x="34220" y="1497481"/>
                  </a:lnTo>
                  <a:lnTo>
                    <a:pt x="35035" y="1446449"/>
                  </a:lnTo>
                  <a:lnTo>
                    <a:pt x="35850" y="1464032"/>
                  </a:lnTo>
                  <a:lnTo>
                    <a:pt x="36665" y="1384881"/>
                  </a:lnTo>
                  <a:lnTo>
                    <a:pt x="37479" y="1277470"/>
                  </a:lnTo>
                  <a:lnTo>
                    <a:pt x="38294" y="1250211"/>
                  </a:lnTo>
                  <a:lnTo>
                    <a:pt x="39109" y="1327288"/>
                  </a:lnTo>
                  <a:lnTo>
                    <a:pt x="39924" y="1418741"/>
                  </a:lnTo>
                  <a:lnTo>
                    <a:pt x="40739" y="1452203"/>
                  </a:lnTo>
                  <a:lnTo>
                    <a:pt x="41553" y="1391689"/>
                  </a:lnTo>
                  <a:lnTo>
                    <a:pt x="42368" y="1357951"/>
                  </a:lnTo>
                  <a:lnTo>
                    <a:pt x="43183" y="1365458"/>
                  </a:lnTo>
                  <a:lnTo>
                    <a:pt x="43998" y="1282665"/>
                  </a:lnTo>
                  <a:lnTo>
                    <a:pt x="44812" y="1339718"/>
                  </a:lnTo>
                  <a:lnTo>
                    <a:pt x="45627" y="1359434"/>
                  </a:lnTo>
                  <a:lnTo>
                    <a:pt x="46442" y="1379341"/>
                  </a:lnTo>
                  <a:lnTo>
                    <a:pt x="47257" y="1393635"/>
                  </a:lnTo>
                  <a:lnTo>
                    <a:pt x="48072" y="1232178"/>
                  </a:lnTo>
                  <a:lnTo>
                    <a:pt x="48886" y="1222174"/>
                  </a:lnTo>
                  <a:lnTo>
                    <a:pt x="49701" y="1326653"/>
                  </a:lnTo>
                  <a:lnTo>
                    <a:pt x="50516" y="1471612"/>
                  </a:lnTo>
                  <a:lnTo>
                    <a:pt x="51331" y="1523930"/>
                  </a:lnTo>
                  <a:lnTo>
                    <a:pt x="52145" y="1477539"/>
                  </a:lnTo>
                  <a:lnTo>
                    <a:pt x="52960" y="1473600"/>
                  </a:lnTo>
                  <a:lnTo>
                    <a:pt x="53775" y="1462437"/>
                  </a:lnTo>
                  <a:lnTo>
                    <a:pt x="54590" y="1430979"/>
                  </a:lnTo>
                  <a:lnTo>
                    <a:pt x="55405" y="1451872"/>
                  </a:lnTo>
                  <a:lnTo>
                    <a:pt x="56219" y="1485846"/>
                  </a:lnTo>
                  <a:lnTo>
                    <a:pt x="57034" y="1495505"/>
                  </a:lnTo>
                  <a:lnTo>
                    <a:pt x="57849" y="1502795"/>
                  </a:lnTo>
                  <a:lnTo>
                    <a:pt x="58664" y="1563686"/>
                  </a:lnTo>
                  <a:lnTo>
                    <a:pt x="59478" y="1587911"/>
                  </a:lnTo>
                  <a:lnTo>
                    <a:pt x="60293" y="1610725"/>
                  </a:lnTo>
                  <a:lnTo>
                    <a:pt x="61108" y="1571587"/>
                  </a:lnTo>
                  <a:lnTo>
                    <a:pt x="61923" y="1575980"/>
                  </a:lnTo>
                  <a:lnTo>
                    <a:pt x="62738" y="1445366"/>
                  </a:lnTo>
                  <a:lnTo>
                    <a:pt x="63552" y="1390417"/>
                  </a:lnTo>
                  <a:lnTo>
                    <a:pt x="64367" y="1431507"/>
                  </a:lnTo>
                  <a:lnTo>
                    <a:pt x="65182" y="1432421"/>
                  </a:lnTo>
                  <a:lnTo>
                    <a:pt x="65997" y="1543242"/>
                  </a:lnTo>
                  <a:lnTo>
                    <a:pt x="66811" y="1540394"/>
                  </a:lnTo>
                  <a:lnTo>
                    <a:pt x="67626" y="1551370"/>
                  </a:lnTo>
                  <a:lnTo>
                    <a:pt x="68441" y="1524906"/>
                  </a:lnTo>
                  <a:lnTo>
                    <a:pt x="69256" y="1421018"/>
                  </a:lnTo>
                  <a:lnTo>
                    <a:pt x="70071" y="1312648"/>
                  </a:lnTo>
                  <a:lnTo>
                    <a:pt x="70885" y="1203667"/>
                  </a:lnTo>
                  <a:lnTo>
                    <a:pt x="71700" y="1201067"/>
                  </a:lnTo>
                  <a:lnTo>
                    <a:pt x="72515" y="1269780"/>
                  </a:lnTo>
                  <a:lnTo>
                    <a:pt x="73330" y="1208382"/>
                  </a:lnTo>
                  <a:lnTo>
                    <a:pt x="74144" y="1249719"/>
                  </a:lnTo>
                  <a:lnTo>
                    <a:pt x="74959" y="1249469"/>
                  </a:lnTo>
                  <a:lnTo>
                    <a:pt x="75774" y="1333369"/>
                  </a:lnTo>
                  <a:lnTo>
                    <a:pt x="76589" y="1435748"/>
                  </a:lnTo>
                  <a:lnTo>
                    <a:pt x="77404" y="1430149"/>
                  </a:lnTo>
                  <a:lnTo>
                    <a:pt x="78218" y="1512853"/>
                  </a:lnTo>
                  <a:lnTo>
                    <a:pt x="79033" y="1571967"/>
                  </a:lnTo>
                  <a:lnTo>
                    <a:pt x="79848" y="1596013"/>
                  </a:lnTo>
                  <a:lnTo>
                    <a:pt x="80663" y="1594577"/>
                  </a:lnTo>
                  <a:lnTo>
                    <a:pt x="81478" y="1620221"/>
                  </a:lnTo>
                  <a:lnTo>
                    <a:pt x="82292" y="1624029"/>
                  </a:lnTo>
                  <a:lnTo>
                    <a:pt x="83107" y="1618004"/>
                  </a:lnTo>
                  <a:lnTo>
                    <a:pt x="83922" y="1643732"/>
                  </a:lnTo>
                  <a:lnTo>
                    <a:pt x="84737" y="1614527"/>
                  </a:lnTo>
                  <a:lnTo>
                    <a:pt x="85551" y="1617617"/>
                  </a:lnTo>
                  <a:lnTo>
                    <a:pt x="86366" y="1597127"/>
                  </a:lnTo>
                  <a:lnTo>
                    <a:pt x="87181" y="1632628"/>
                  </a:lnTo>
                  <a:lnTo>
                    <a:pt x="87996" y="1645902"/>
                  </a:lnTo>
                  <a:lnTo>
                    <a:pt x="88811" y="1596052"/>
                  </a:lnTo>
                  <a:lnTo>
                    <a:pt x="89625" y="1556049"/>
                  </a:lnTo>
                  <a:lnTo>
                    <a:pt x="90440" y="1552605"/>
                  </a:lnTo>
                  <a:lnTo>
                    <a:pt x="91255" y="1552238"/>
                  </a:lnTo>
                  <a:lnTo>
                    <a:pt x="92070" y="1583696"/>
                  </a:lnTo>
                  <a:lnTo>
                    <a:pt x="92884" y="1651710"/>
                  </a:lnTo>
                  <a:lnTo>
                    <a:pt x="93699" y="1667811"/>
                  </a:lnTo>
                  <a:lnTo>
                    <a:pt x="94514" y="1688242"/>
                  </a:lnTo>
                  <a:lnTo>
                    <a:pt x="95329" y="1675869"/>
                  </a:lnTo>
                  <a:lnTo>
                    <a:pt x="96144" y="1675452"/>
                  </a:lnTo>
                  <a:lnTo>
                    <a:pt x="96958" y="1704057"/>
                  </a:lnTo>
                  <a:lnTo>
                    <a:pt x="97773" y="1694990"/>
                  </a:lnTo>
                  <a:lnTo>
                    <a:pt x="98588" y="1639103"/>
                  </a:lnTo>
                  <a:lnTo>
                    <a:pt x="99403" y="1622857"/>
                  </a:lnTo>
                  <a:lnTo>
                    <a:pt x="100217" y="1643412"/>
                  </a:lnTo>
                  <a:lnTo>
                    <a:pt x="101032" y="1643343"/>
                  </a:lnTo>
                  <a:lnTo>
                    <a:pt x="101847" y="1669802"/>
                  </a:lnTo>
                  <a:lnTo>
                    <a:pt x="102662" y="1659279"/>
                  </a:lnTo>
                  <a:lnTo>
                    <a:pt x="103477" y="1683508"/>
                  </a:lnTo>
                  <a:lnTo>
                    <a:pt x="104291" y="1685906"/>
                  </a:lnTo>
                  <a:lnTo>
                    <a:pt x="105106" y="1642442"/>
                  </a:lnTo>
                  <a:lnTo>
                    <a:pt x="105921" y="1636115"/>
                  </a:lnTo>
                  <a:lnTo>
                    <a:pt x="106736" y="1637993"/>
                  </a:lnTo>
                  <a:lnTo>
                    <a:pt x="107550" y="1654811"/>
                  </a:lnTo>
                  <a:lnTo>
                    <a:pt x="108365" y="1636596"/>
                  </a:lnTo>
                  <a:lnTo>
                    <a:pt x="109180" y="1614031"/>
                  </a:lnTo>
                  <a:lnTo>
                    <a:pt x="109995" y="1592948"/>
                  </a:lnTo>
                  <a:lnTo>
                    <a:pt x="110810" y="1587894"/>
                  </a:lnTo>
                  <a:lnTo>
                    <a:pt x="111624" y="1549306"/>
                  </a:lnTo>
                  <a:lnTo>
                    <a:pt x="112439" y="1515246"/>
                  </a:lnTo>
                  <a:lnTo>
                    <a:pt x="113254" y="1501642"/>
                  </a:lnTo>
                  <a:lnTo>
                    <a:pt x="114069" y="1462443"/>
                  </a:lnTo>
                  <a:lnTo>
                    <a:pt x="114883" y="1505789"/>
                  </a:lnTo>
                  <a:lnTo>
                    <a:pt x="115698" y="1507030"/>
                  </a:lnTo>
                  <a:lnTo>
                    <a:pt x="116513" y="1562578"/>
                  </a:lnTo>
                  <a:lnTo>
                    <a:pt x="117328" y="1620303"/>
                  </a:lnTo>
                  <a:lnTo>
                    <a:pt x="118143" y="1632265"/>
                  </a:lnTo>
                  <a:lnTo>
                    <a:pt x="118957" y="1646424"/>
                  </a:lnTo>
                  <a:lnTo>
                    <a:pt x="119772" y="1621942"/>
                  </a:lnTo>
                  <a:lnTo>
                    <a:pt x="120587" y="1579234"/>
                  </a:lnTo>
                  <a:lnTo>
                    <a:pt x="121402" y="1607322"/>
                  </a:lnTo>
                  <a:lnTo>
                    <a:pt x="122217" y="1642117"/>
                  </a:lnTo>
                  <a:lnTo>
                    <a:pt x="123031" y="1651528"/>
                  </a:lnTo>
                  <a:lnTo>
                    <a:pt x="123846" y="1673288"/>
                  </a:lnTo>
                  <a:lnTo>
                    <a:pt x="124661" y="1661874"/>
                  </a:lnTo>
                  <a:lnTo>
                    <a:pt x="125476" y="1646775"/>
                  </a:lnTo>
                  <a:lnTo>
                    <a:pt x="126290" y="1662603"/>
                  </a:lnTo>
                  <a:lnTo>
                    <a:pt x="127105" y="1545112"/>
                  </a:lnTo>
                  <a:lnTo>
                    <a:pt x="127920" y="1488428"/>
                  </a:lnTo>
                  <a:lnTo>
                    <a:pt x="128735" y="1492982"/>
                  </a:lnTo>
                  <a:lnTo>
                    <a:pt x="129550" y="1489969"/>
                  </a:lnTo>
                  <a:lnTo>
                    <a:pt x="130364" y="1582009"/>
                  </a:lnTo>
                  <a:lnTo>
                    <a:pt x="131179" y="1444764"/>
                  </a:lnTo>
                  <a:lnTo>
                    <a:pt x="131994" y="1501832"/>
                  </a:lnTo>
                  <a:lnTo>
                    <a:pt x="132809" y="1588844"/>
                  </a:lnTo>
                  <a:lnTo>
                    <a:pt x="133623" y="1602702"/>
                  </a:lnTo>
                  <a:lnTo>
                    <a:pt x="134438" y="1648540"/>
                  </a:lnTo>
                  <a:lnTo>
                    <a:pt x="135253" y="1614765"/>
                  </a:lnTo>
                  <a:lnTo>
                    <a:pt x="136068" y="1690322"/>
                  </a:lnTo>
                  <a:lnTo>
                    <a:pt x="136883" y="1707707"/>
                  </a:lnTo>
                  <a:lnTo>
                    <a:pt x="137697" y="1665657"/>
                  </a:lnTo>
                  <a:lnTo>
                    <a:pt x="138512" y="1682552"/>
                  </a:lnTo>
                  <a:lnTo>
                    <a:pt x="139327" y="1672066"/>
                  </a:lnTo>
                  <a:lnTo>
                    <a:pt x="140142" y="1666265"/>
                  </a:lnTo>
                  <a:lnTo>
                    <a:pt x="140956" y="1684084"/>
                  </a:lnTo>
                  <a:lnTo>
                    <a:pt x="141771" y="1648807"/>
                  </a:lnTo>
                  <a:lnTo>
                    <a:pt x="142586" y="1659651"/>
                  </a:lnTo>
                  <a:lnTo>
                    <a:pt x="143401" y="1573715"/>
                  </a:lnTo>
                  <a:lnTo>
                    <a:pt x="144216" y="1504797"/>
                  </a:lnTo>
                  <a:lnTo>
                    <a:pt x="145030" y="1409111"/>
                  </a:lnTo>
                  <a:lnTo>
                    <a:pt x="145845" y="1318264"/>
                  </a:lnTo>
                  <a:lnTo>
                    <a:pt x="146660" y="1365896"/>
                  </a:lnTo>
                  <a:lnTo>
                    <a:pt x="147475" y="1410653"/>
                  </a:lnTo>
                  <a:lnTo>
                    <a:pt x="148289" y="1484825"/>
                  </a:lnTo>
                  <a:lnTo>
                    <a:pt x="149104" y="1571537"/>
                  </a:lnTo>
                  <a:lnTo>
                    <a:pt x="149919" y="1576110"/>
                  </a:lnTo>
                  <a:lnTo>
                    <a:pt x="150734" y="1639363"/>
                  </a:lnTo>
                  <a:lnTo>
                    <a:pt x="151549" y="1628324"/>
                  </a:lnTo>
                  <a:lnTo>
                    <a:pt x="152363" y="1591051"/>
                  </a:lnTo>
                  <a:lnTo>
                    <a:pt x="153178" y="1547865"/>
                  </a:lnTo>
                  <a:lnTo>
                    <a:pt x="153993" y="1543307"/>
                  </a:lnTo>
                  <a:lnTo>
                    <a:pt x="154808" y="1507031"/>
                  </a:lnTo>
                  <a:lnTo>
                    <a:pt x="155622" y="1547484"/>
                  </a:lnTo>
                  <a:lnTo>
                    <a:pt x="156437" y="1521521"/>
                  </a:lnTo>
                  <a:lnTo>
                    <a:pt x="157252" y="1532499"/>
                  </a:lnTo>
                  <a:lnTo>
                    <a:pt x="158067" y="1601913"/>
                  </a:lnTo>
                  <a:lnTo>
                    <a:pt x="158882" y="1643522"/>
                  </a:lnTo>
                  <a:lnTo>
                    <a:pt x="159696" y="1669453"/>
                  </a:lnTo>
                  <a:lnTo>
                    <a:pt x="160511" y="1638256"/>
                  </a:lnTo>
                  <a:lnTo>
                    <a:pt x="161326" y="1627408"/>
                  </a:lnTo>
                  <a:lnTo>
                    <a:pt x="162141" y="1645479"/>
                  </a:lnTo>
                  <a:lnTo>
                    <a:pt x="162956" y="1637009"/>
                  </a:lnTo>
                  <a:lnTo>
                    <a:pt x="163770" y="1669815"/>
                  </a:lnTo>
                  <a:lnTo>
                    <a:pt x="164585" y="1618707"/>
                  </a:lnTo>
                  <a:lnTo>
                    <a:pt x="165400" y="1642481"/>
                  </a:lnTo>
                  <a:lnTo>
                    <a:pt x="166215" y="1698387"/>
                  </a:lnTo>
                  <a:lnTo>
                    <a:pt x="167029" y="1691177"/>
                  </a:lnTo>
                  <a:lnTo>
                    <a:pt x="167844" y="1688797"/>
                  </a:lnTo>
                  <a:lnTo>
                    <a:pt x="168659" y="1722319"/>
                  </a:lnTo>
                  <a:lnTo>
                    <a:pt x="169474" y="1697182"/>
                  </a:lnTo>
                  <a:lnTo>
                    <a:pt x="170289" y="1729784"/>
                  </a:lnTo>
                  <a:lnTo>
                    <a:pt x="171103" y="1683184"/>
                  </a:lnTo>
                  <a:lnTo>
                    <a:pt x="171918" y="1621405"/>
                  </a:lnTo>
                  <a:lnTo>
                    <a:pt x="172733" y="1673069"/>
                  </a:lnTo>
                  <a:lnTo>
                    <a:pt x="173548" y="1532334"/>
                  </a:lnTo>
                  <a:lnTo>
                    <a:pt x="174362" y="1479079"/>
                  </a:lnTo>
                  <a:lnTo>
                    <a:pt x="175177" y="1469361"/>
                  </a:lnTo>
                  <a:lnTo>
                    <a:pt x="175992" y="1549074"/>
                  </a:lnTo>
                  <a:lnTo>
                    <a:pt x="176807" y="1634621"/>
                  </a:lnTo>
                  <a:lnTo>
                    <a:pt x="177622" y="1554270"/>
                  </a:lnTo>
                  <a:lnTo>
                    <a:pt x="178436" y="1583915"/>
                  </a:lnTo>
                  <a:lnTo>
                    <a:pt x="179251" y="1582431"/>
                  </a:lnTo>
                  <a:lnTo>
                    <a:pt x="180066" y="1551875"/>
                  </a:lnTo>
                  <a:lnTo>
                    <a:pt x="180881" y="1486009"/>
                  </a:lnTo>
                  <a:lnTo>
                    <a:pt x="181695" y="1311691"/>
                  </a:lnTo>
                  <a:lnTo>
                    <a:pt x="182510" y="1273105"/>
                  </a:lnTo>
                  <a:lnTo>
                    <a:pt x="183325" y="1248122"/>
                  </a:lnTo>
                  <a:lnTo>
                    <a:pt x="184140" y="1379125"/>
                  </a:lnTo>
                  <a:lnTo>
                    <a:pt x="184955" y="1297163"/>
                  </a:lnTo>
                  <a:lnTo>
                    <a:pt x="185769" y="1220127"/>
                  </a:lnTo>
                  <a:lnTo>
                    <a:pt x="186584" y="1232654"/>
                  </a:lnTo>
                  <a:lnTo>
                    <a:pt x="187399" y="1235729"/>
                  </a:lnTo>
                  <a:lnTo>
                    <a:pt x="188214" y="1231536"/>
                  </a:lnTo>
                  <a:lnTo>
                    <a:pt x="189028" y="1219306"/>
                  </a:lnTo>
                  <a:lnTo>
                    <a:pt x="189843" y="1293387"/>
                  </a:lnTo>
                  <a:lnTo>
                    <a:pt x="190658" y="1370276"/>
                  </a:lnTo>
                  <a:lnTo>
                    <a:pt x="191473" y="1403344"/>
                  </a:lnTo>
                  <a:lnTo>
                    <a:pt x="192288" y="1446319"/>
                  </a:lnTo>
                  <a:lnTo>
                    <a:pt x="193102" y="1473199"/>
                  </a:lnTo>
                  <a:lnTo>
                    <a:pt x="193917" y="1509696"/>
                  </a:lnTo>
                  <a:lnTo>
                    <a:pt x="194732" y="1489441"/>
                  </a:lnTo>
                  <a:lnTo>
                    <a:pt x="195547" y="1459103"/>
                  </a:lnTo>
                  <a:lnTo>
                    <a:pt x="196361" y="1481691"/>
                  </a:lnTo>
                  <a:lnTo>
                    <a:pt x="197176" y="1485595"/>
                  </a:lnTo>
                  <a:lnTo>
                    <a:pt x="197991" y="1485384"/>
                  </a:lnTo>
                  <a:lnTo>
                    <a:pt x="198806" y="1444364"/>
                  </a:lnTo>
                  <a:lnTo>
                    <a:pt x="199621" y="1285437"/>
                  </a:lnTo>
                  <a:lnTo>
                    <a:pt x="200435" y="1330161"/>
                  </a:lnTo>
                  <a:lnTo>
                    <a:pt x="201250" y="1239964"/>
                  </a:lnTo>
                  <a:lnTo>
                    <a:pt x="202065" y="1206031"/>
                  </a:lnTo>
                  <a:lnTo>
                    <a:pt x="202880" y="1162174"/>
                  </a:lnTo>
                  <a:lnTo>
                    <a:pt x="203695" y="1235747"/>
                  </a:lnTo>
                  <a:lnTo>
                    <a:pt x="204509" y="1273283"/>
                  </a:lnTo>
                  <a:lnTo>
                    <a:pt x="205324" y="1247389"/>
                  </a:lnTo>
                  <a:lnTo>
                    <a:pt x="206139" y="1187455"/>
                  </a:lnTo>
                  <a:lnTo>
                    <a:pt x="206954" y="1212322"/>
                  </a:lnTo>
                  <a:lnTo>
                    <a:pt x="207768" y="1305883"/>
                  </a:lnTo>
                  <a:lnTo>
                    <a:pt x="208583" y="1304611"/>
                  </a:lnTo>
                  <a:lnTo>
                    <a:pt x="209398" y="1272534"/>
                  </a:lnTo>
                  <a:lnTo>
                    <a:pt x="210213" y="1223587"/>
                  </a:lnTo>
                  <a:lnTo>
                    <a:pt x="211028" y="1314887"/>
                  </a:lnTo>
                  <a:lnTo>
                    <a:pt x="211842" y="1312246"/>
                  </a:lnTo>
                  <a:lnTo>
                    <a:pt x="212657" y="1279058"/>
                  </a:lnTo>
                  <a:lnTo>
                    <a:pt x="213472" y="1249908"/>
                  </a:lnTo>
                  <a:lnTo>
                    <a:pt x="214287" y="1258431"/>
                  </a:lnTo>
                  <a:lnTo>
                    <a:pt x="215101" y="1335451"/>
                  </a:lnTo>
                  <a:lnTo>
                    <a:pt x="215916" y="1255135"/>
                  </a:lnTo>
                  <a:lnTo>
                    <a:pt x="216731" y="1250878"/>
                  </a:lnTo>
                  <a:lnTo>
                    <a:pt x="217546" y="1277379"/>
                  </a:lnTo>
                  <a:lnTo>
                    <a:pt x="218361" y="1379595"/>
                  </a:lnTo>
                  <a:lnTo>
                    <a:pt x="219175" y="1409883"/>
                  </a:lnTo>
                  <a:lnTo>
                    <a:pt x="219990" y="1437287"/>
                  </a:lnTo>
                  <a:lnTo>
                    <a:pt x="220805" y="1464571"/>
                  </a:lnTo>
                  <a:lnTo>
                    <a:pt x="221620" y="1491203"/>
                  </a:lnTo>
                  <a:lnTo>
                    <a:pt x="222434" y="1470590"/>
                  </a:lnTo>
                  <a:lnTo>
                    <a:pt x="223249" y="1415035"/>
                  </a:lnTo>
                  <a:lnTo>
                    <a:pt x="224064" y="1369029"/>
                  </a:lnTo>
                  <a:lnTo>
                    <a:pt x="224879" y="1305728"/>
                  </a:lnTo>
                  <a:lnTo>
                    <a:pt x="225694" y="1400174"/>
                  </a:lnTo>
                  <a:lnTo>
                    <a:pt x="226508" y="1319924"/>
                  </a:lnTo>
                  <a:lnTo>
                    <a:pt x="227323" y="1335977"/>
                  </a:lnTo>
                  <a:lnTo>
                    <a:pt x="228138" y="1424743"/>
                  </a:lnTo>
                  <a:lnTo>
                    <a:pt x="228953" y="1520950"/>
                  </a:lnTo>
                  <a:lnTo>
                    <a:pt x="229767" y="1579080"/>
                  </a:lnTo>
                  <a:lnTo>
                    <a:pt x="230582" y="1582561"/>
                  </a:lnTo>
                  <a:lnTo>
                    <a:pt x="231397" y="1598500"/>
                  </a:lnTo>
                  <a:lnTo>
                    <a:pt x="232212" y="1624750"/>
                  </a:lnTo>
                  <a:lnTo>
                    <a:pt x="233027" y="1618690"/>
                  </a:lnTo>
                  <a:lnTo>
                    <a:pt x="233841" y="1603132"/>
                  </a:lnTo>
                  <a:lnTo>
                    <a:pt x="234656" y="1555648"/>
                  </a:lnTo>
                  <a:lnTo>
                    <a:pt x="235471" y="1455484"/>
                  </a:lnTo>
                  <a:lnTo>
                    <a:pt x="236286" y="1377722"/>
                  </a:lnTo>
                  <a:lnTo>
                    <a:pt x="237100" y="1363754"/>
                  </a:lnTo>
                  <a:lnTo>
                    <a:pt x="237915" y="1292025"/>
                  </a:lnTo>
                  <a:lnTo>
                    <a:pt x="238730" y="1389658"/>
                  </a:lnTo>
                  <a:lnTo>
                    <a:pt x="239545" y="1384139"/>
                  </a:lnTo>
                  <a:lnTo>
                    <a:pt x="240360" y="1333753"/>
                  </a:lnTo>
                  <a:lnTo>
                    <a:pt x="241174" y="1323706"/>
                  </a:lnTo>
                  <a:lnTo>
                    <a:pt x="241989" y="1278286"/>
                  </a:lnTo>
                  <a:lnTo>
                    <a:pt x="242804" y="1362501"/>
                  </a:lnTo>
                  <a:lnTo>
                    <a:pt x="243619" y="1440823"/>
                  </a:lnTo>
                  <a:lnTo>
                    <a:pt x="244434" y="1422073"/>
                  </a:lnTo>
                  <a:lnTo>
                    <a:pt x="245248" y="1408390"/>
                  </a:lnTo>
                  <a:lnTo>
                    <a:pt x="246063" y="1365421"/>
                  </a:lnTo>
                  <a:lnTo>
                    <a:pt x="246878" y="1389042"/>
                  </a:lnTo>
                  <a:lnTo>
                    <a:pt x="247693" y="1391495"/>
                  </a:lnTo>
                  <a:lnTo>
                    <a:pt x="248507" y="1474327"/>
                  </a:lnTo>
                  <a:lnTo>
                    <a:pt x="249322" y="1440111"/>
                  </a:lnTo>
                  <a:lnTo>
                    <a:pt x="250137" y="1369601"/>
                  </a:lnTo>
                  <a:lnTo>
                    <a:pt x="250952" y="1317948"/>
                  </a:lnTo>
                  <a:lnTo>
                    <a:pt x="251767" y="1354334"/>
                  </a:lnTo>
                  <a:lnTo>
                    <a:pt x="252581" y="1325728"/>
                  </a:lnTo>
                  <a:lnTo>
                    <a:pt x="253396" y="1330739"/>
                  </a:lnTo>
                  <a:lnTo>
                    <a:pt x="254211" y="1390830"/>
                  </a:lnTo>
                  <a:lnTo>
                    <a:pt x="255026" y="1452352"/>
                  </a:lnTo>
                  <a:lnTo>
                    <a:pt x="255840" y="1469340"/>
                  </a:lnTo>
                  <a:lnTo>
                    <a:pt x="256655" y="1478970"/>
                  </a:lnTo>
                  <a:lnTo>
                    <a:pt x="257470" y="1432992"/>
                  </a:lnTo>
                  <a:lnTo>
                    <a:pt x="258285" y="1462212"/>
                  </a:lnTo>
                  <a:lnTo>
                    <a:pt x="259100" y="1512665"/>
                  </a:lnTo>
                  <a:lnTo>
                    <a:pt x="259914" y="1574809"/>
                  </a:lnTo>
                  <a:lnTo>
                    <a:pt x="260729" y="1604382"/>
                  </a:lnTo>
                  <a:lnTo>
                    <a:pt x="261544" y="1651981"/>
                  </a:lnTo>
                  <a:lnTo>
                    <a:pt x="262359" y="1650808"/>
                  </a:lnTo>
                  <a:lnTo>
                    <a:pt x="263173" y="1619513"/>
                  </a:lnTo>
                  <a:lnTo>
                    <a:pt x="263988" y="1614788"/>
                  </a:lnTo>
                  <a:lnTo>
                    <a:pt x="264803" y="1616994"/>
                  </a:lnTo>
                  <a:lnTo>
                    <a:pt x="265618" y="1612006"/>
                  </a:lnTo>
                  <a:lnTo>
                    <a:pt x="266433" y="1562684"/>
                  </a:lnTo>
                  <a:lnTo>
                    <a:pt x="267247" y="1535384"/>
                  </a:lnTo>
                  <a:lnTo>
                    <a:pt x="268062" y="1584803"/>
                  </a:lnTo>
                  <a:lnTo>
                    <a:pt x="268877" y="1581680"/>
                  </a:lnTo>
                  <a:lnTo>
                    <a:pt x="269692" y="1593327"/>
                  </a:lnTo>
                  <a:lnTo>
                    <a:pt x="270506" y="1487369"/>
                  </a:lnTo>
                  <a:lnTo>
                    <a:pt x="271321" y="1480333"/>
                  </a:lnTo>
                  <a:lnTo>
                    <a:pt x="272136" y="1548053"/>
                  </a:lnTo>
                  <a:lnTo>
                    <a:pt x="272951" y="1469805"/>
                  </a:lnTo>
                  <a:lnTo>
                    <a:pt x="273766" y="1378186"/>
                  </a:lnTo>
                  <a:lnTo>
                    <a:pt x="274580" y="1468259"/>
                  </a:lnTo>
                  <a:lnTo>
                    <a:pt x="275395" y="1553787"/>
                  </a:lnTo>
                  <a:lnTo>
                    <a:pt x="276210" y="1558407"/>
                  </a:lnTo>
                  <a:lnTo>
                    <a:pt x="277025" y="1503475"/>
                  </a:lnTo>
                  <a:lnTo>
                    <a:pt x="277839" y="1446916"/>
                  </a:lnTo>
                  <a:lnTo>
                    <a:pt x="278654" y="1348685"/>
                  </a:lnTo>
                  <a:lnTo>
                    <a:pt x="279469" y="1318307"/>
                  </a:lnTo>
                  <a:lnTo>
                    <a:pt x="280284" y="1306133"/>
                  </a:lnTo>
                  <a:lnTo>
                    <a:pt x="281099" y="1340754"/>
                  </a:lnTo>
                  <a:lnTo>
                    <a:pt x="281913" y="1397587"/>
                  </a:lnTo>
                  <a:lnTo>
                    <a:pt x="282728" y="1391083"/>
                  </a:lnTo>
                  <a:lnTo>
                    <a:pt x="283543" y="1397080"/>
                  </a:lnTo>
                  <a:lnTo>
                    <a:pt x="284358" y="1367672"/>
                  </a:lnTo>
                  <a:lnTo>
                    <a:pt x="285173" y="1291389"/>
                  </a:lnTo>
                  <a:lnTo>
                    <a:pt x="285987" y="1294592"/>
                  </a:lnTo>
                  <a:lnTo>
                    <a:pt x="286802" y="1250083"/>
                  </a:lnTo>
                  <a:lnTo>
                    <a:pt x="287617" y="1247691"/>
                  </a:lnTo>
                  <a:lnTo>
                    <a:pt x="288432" y="1365490"/>
                  </a:lnTo>
                  <a:lnTo>
                    <a:pt x="289246" y="1349448"/>
                  </a:lnTo>
                  <a:lnTo>
                    <a:pt x="290061" y="1385123"/>
                  </a:lnTo>
                  <a:lnTo>
                    <a:pt x="290876" y="1502611"/>
                  </a:lnTo>
                  <a:lnTo>
                    <a:pt x="291691" y="1613057"/>
                  </a:lnTo>
                  <a:lnTo>
                    <a:pt x="292506" y="1647693"/>
                  </a:lnTo>
                  <a:lnTo>
                    <a:pt x="293320" y="1633187"/>
                  </a:lnTo>
                  <a:lnTo>
                    <a:pt x="294135" y="1672662"/>
                  </a:lnTo>
                  <a:lnTo>
                    <a:pt x="294950" y="1662764"/>
                  </a:lnTo>
                  <a:lnTo>
                    <a:pt x="295765" y="1668521"/>
                  </a:lnTo>
                  <a:lnTo>
                    <a:pt x="296579" y="1662409"/>
                  </a:lnTo>
                  <a:lnTo>
                    <a:pt x="297394" y="1573649"/>
                  </a:lnTo>
                  <a:lnTo>
                    <a:pt x="298209" y="1536205"/>
                  </a:lnTo>
                  <a:lnTo>
                    <a:pt x="299024" y="1634467"/>
                  </a:lnTo>
                  <a:lnTo>
                    <a:pt x="299839" y="1659559"/>
                  </a:lnTo>
                  <a:lnTo>
                    <a:pt x="300653" y="1691636"/>
                  </a:lnTo>
                  <a:lnTo>
                    <a:pt x="301468" y="1658737"/>
                  </a:lnTo>
                  <a:lnTo>
                    <a:pt x="302283" y="1699811"/>
                  </a:lnTo>
                  <a:lnTo>
                    <a:pt x="303098" y="1690965"/>
                  </a:lnTo>
                  <a:lnTo>
                    <a:pt x="303912" y="1685162"/>
                  </a:lnTo>
                  <a:lnTo>
                    <a:pt x="304727" y="1648732"/>
                  </a:lnTo>
                  <a:lnTo>
                    <a:pt x="305542" y="1635459"/>
                  </a:lnTo>
                  <a:lnTo>
                    <a:pt x="306357" y="1638160"/>
                  </a:lnTo>
                  <a:lnTo>
                    <a:pt x="307172" y="1669983"/>
                  </a:lnTo>
                  <a:lnTo>
                    <a:pt x="307986" y="1679921"/>
                  </a:lnTo>
                  <a:lnTo>
                    <a:pt x="308801" y="1673832"/>
                  </a:lnTo>
                  <a:lnTo>
                    <a:pt x="309616" y="1675394"/>
                  </a:lnTo>
                  <a:lnTo>
                    <a:pt x="310431" y="1650086"/>
                  </a:lnTo>
                  <a:lnTo>
                    <a:pt x="311245" y="1633363"/>
                  </a:lnTo>
                  <a:lnTo>
                    <a:pt x="312060" y="1607252"/>
                  </a:lnTo>
                  <a:lnTo>
                    <a:pt x="312875" y="1553598"/>
                  </a:lnTo>
                  <a:lnTo>
                    <a:pt x="313690" y="1535949"/>
                  </a:lnTo>
                  <a:lnTo>
                    <a:pt x="314505" y="1439072"/>
                  </a:lnTo>
                  <a:lnTo>
                    <a:pt x="315319" y="1394021"/>
                  </a:lnTo>
                  <a:lnTo>
                    <a:pt x="316134" y="1289525"/>
                  </a:lnTo>
                  <a:lnTo>
                    <a:pt x="316949" y="1161379"/>
                  </a:lnTo>
                  <a:lnTo>
                    <a:pt x="317764" y="1133118"/>
                  </a:lnTo>
                  <a:lnTo>
                    <a:pt x="318578" y="1063402"/>
                  </a:lnTo>
                  <a:lnTo>
                    <a:pt x="319393" y="1164697"/>
                  </a:lnTo>
                  <a:lnTo>
                    <a:pt x="320208" y="1205418"/>
                  </a:lnTo>
                  <a:lnTo>
                    <a:pt x="321023" y="1265026"/>
                  </a:lnTo>
                  <a:lnTo>
                    <a:pt x="321838" y="1311401"/>
                  </a:lnTo>
                  <a:lnTo>
                    <a:pt x="322652" y="1370471"/>
                  </a:lnTo>
                  <a:lnTo>
                    <a:pt x="323467" y="1365365"/>
                  </a:lnTo>
                  <a:lnTo>
                    <a:pt x="324282" y="1317894"/>
                  </a:lnTo>
                  <a:lnTo>
                    <a:pt x="325097" y="1282903"/>
                  </a:lnTo>
                  <a:lnTo>
                    <a:pt x="325912" y="1291651"/>
                  </a:lnTo>
                  <a:lnTo>
                    <a:pt x="326726" y="1403559"/>
                  </a:lnTo>
                  <a:lnTo>
                    <a:pt x="327541" y="1401388"/>
                  </a:lnTo>
                  <a:lnTo>
                    <a:pt x="328356" y="1371743"/>
                  </a:lnTo>
                  <a:lnTo>
                    <a:pt x="329171" y="1305634"/>
                  </a:lnTo>
                  <a:lnTo>
                    <a:pt x="329985" y="1359488"/>
                  </a:lnTo>
                  <a:lnTo>
                    <a:pt x="330800" y="1299536"/>
                  </a:lnTo>
                  <a:lnTo>
                    <a:pt x="331615" y="1228221"/>
                  </a:lnTo>
                  <a:lnTo>
                    <a:pt x="332430" y="1217698"/>
                  </a:lnTo>
                  <a:lnTo>
                    <a:pt x="333245" y="1229707"/>
                  </a:lnTo>
                  <a:lnTo>
                    <a:pt x="334059" y="1253895"/>
                  </a:lnTo>
                  <a:lnTo>
                    <a:pt x="334874" y="1269602"/>
                  </a:lnTo>
                  <a:lnTo>
                    <a:pt x="335689" y="1349247"/>
                  </a:lnTo>
                  <a:lnTo>
                    <a:pt x="336504" y="1412211"/>
                  </a:lnTo>
                  <a:lnTo>
                    <a:pt x="337318" y="1439992"/>
                  </a:lnTo>
                  <a:lnTo>
                    <a:pt x="338133" y="1442645"/>
                  </a:lnTo>
                  <a:lnTo>
                    <a:pt x="338948" y="1408750"/>
                  </a:lnTo>
                  <a:lnTo>
                    <a:pt x="339763" y="1314245"/>
                  </a:lnTo>
                  <a:lnTo>
                    <a:pt x="340578" y="1327239"/>
                  </a:lnTo>
                  <a:lnTo>
                    <a:pt x="341392" y="1388213"/>
                  </a:lnTo>
                  <a:lnTo>
                    <a:pt x="342207" y="1409810"/>
                  </a:lnTo>
                  <a:lnTo>
                    <a:pt x="343022" y="1469428"/>
                  </a:lnTo>
                  <a:lnTo>
                    <a:pt x="343837" y="1478545"/>
                  </a:lnTo>
                  <a:lnTo>
                    <a:pt x="344651" y="1561046"/>
                  </a:lnTo>
                  <a:lnTo>
                    <a:pt x="345466" y="1572366"/>
                  </a:lnTo>
                  <a:lnTo>
                    <a:pt x="346281" y="1479228"/>
                  </a:lnTo>
                  <a:lnTo>
                    <a:pt x="347096" y="1416124"/>
                  </a:lnTo>
                  <a:lnTo>
                    <a:pt x="347911" y="1309512"/>
                  </a:lnTo>
                  <a:lnTo>
                    <a:pt x="348725" y="1351787"/>
                  </a:lnTo>
                  <a:lnTo>
                    <a:pt x="349540" y="1318435"/>
                  </a:lnTo>
                  <a:lnTo>
                    <a:pt x="350355" y="1367522"/>
                  </a:lnTo>
                  <a:lnTo>
                    <a:pt x="351170" y="1349239"/>
                  </a:lnTo>
                  <a:lnTo>
                    <a:pt x="351984" y="1455380"/>
                  </a:lnTo>
                  <a:lnTo>
                    <a:pt x="352799" y="1408737"/>
                  </a:lnTo>
                  <a:lnTo>
                    <a:pt x="353614" y="1444182"/>
                  </a:lnTo>
                  <a:lnTo>
                    <a:pt x="354429" y="1432073"/>
                  </a:lnTo>
                  <a:lnTo>
                    <a:pt x="355244" y="1507146"/>
                  </a:lnTo>
                  <a:lnTo>
                    <a:pt x="356058" y="1570368"/>
                  </a:lnTo>
                  <a:lnTo>
                    <a:pt x="356873" y="1581967"/>
                  </a:lnTo>
                  <a:lnTo>
                    <a:pt x="357688" y="1560245"/>
                  </a:lnTo>
                  <a:lnTo>
                    <a:pt x="358503" y="1619645"/>
                  </a:lnTo>
                  <a:lnTo>
                    <a:pt x="359318" y="1618929"/>
                  </a:lnTo>
                  <a:lnTo>
                    <a:pt x="360132" y="1626831"/>
                  </a:lnTo>
                  <a:lnTo>
                    <a:pt x="360947" y="1622566"/>
                  </a:lnTo>
                  <a:lnTo>
                    <a:pt x="361762" y="1611904"/>
                  </a:lnTo>
                  <a:lnTo>
                    <a:pt x="362577" y="1629022"/>
                  </a:lnTo>
                  <a:lnTo>
                    <a:pt x="363391" y="1621316"/>
                  </a:lnTo>
                  <a:lnTo>
                    <a:pt x="364206" y="1588478"/>
                  </a:lnTo>
                  <a:lnTo>
                    <a:pt x="365021" y="1520664"/>
                  </a:lnTo>
                  <a:lnTo>
                    <a:pt x="365836" y="1527558"/>
                  </a:lnTo>
                  <a:lnTo>
                    <a:pt x="366651" y="1552567"/>
                  </a:lnTo>
                  <a:lnTo>
                    <a:pt x="367465" y="1576291"/>
                  </a:lnTo>
                  <a:lnTo>
                    <a:pt x="368280" y="1596947"/>
                  </a:lnTo>
                  <a:lnTo>
                    <a:pt x="369095" y="1536508"/>
                  </a:lnTo>
                  <a:lnTo>
                    <a:pt x="369910" y="1500824"/>
                  </a:lnTo>
                  <a:lnTo>
                    <a:pt x="370724" y="1529200"/>
                  </a:lnTo>
                  <a:lnTo>
                    <a:pt x="371539" y="1598484"/>
                  </a:lnTo>
                  <a:lnTo>
                    <a:pt x="372354" y="1615428"/>
                  </a:lnTo>
                  <a:lnTo>
                    <a:pt x="373169" y="1589642"/>
                  </a:lnTo>
                  <a:lnTo>
                    <a:pt x="373984" y="1607530"/>
                  </a:lnTo>
                  <a:lnTo>
                    <a:pt x="374798" y="1610225"/>
                  </a:lnTo>
                  <a:lnTo>
                    <a:pt x="375613" y="1613657"/>
                  </a:lnTo>
                  <a:lnTo>
                    <a:pt x="376428" y="1605520"/>
                  </a:lnTo>
                  <a:lnTo>
                    <a:pt x="377243" y="1479286"/>
                  </a:lnTo>
                  <a:lnTo>
                    <a:pt x="378057" y="1442667"/>
                  </a:lnTo>
                  <a:lnTo>
                    <a:pt x="378872" y="1489503"/>
                  </a:lnTo>
                  <a:lnTo>
                    <a:pt x="379687" y="1556376"/>
                  </a:lnTo>
                  <a:lnTo>
                    <a:pt x="380502" y="1581565"/>
                  </a:lnTo>
                  <a:lnTo>
                    <a:pt x="381317" y="1541313"/>
                  </a:lnTo>
                  <a:lnTo>
                    <a:pt x="382131" y="1562196"/>
                  </a:lnTo>
                  <a:lnTo>
                    <a:pt x="382946" y="1490271"/>
                  </a:lnTo>
                  <a:lnTo>
                    <a:pt x="383761" y="1482342"/>
                  </a:lnTo>
                  <a:lnTo>
                    <a:pt x="384576" y="1446323"/>
                  </a:lnTo>
                  <a:lnTo>
                    <a:pt x="385390" y="1410071"/>
                  </a:lnTo>
                  <a:lnTo>
                    <a:pt x="386205" y="1386604"/>
                  </a:lnTo>
                  <a:lnTo>
                    <a:pt x="387020" y="1430737"/>
                  </a:lnTo>
                  <a:lnTo>
                    <a:pt x="387835" y="1388887"/>
                  </a:lnTo>
                  <a:lnTo>
                    <a:pt x="388650" y="1467972"/>
                  </a:lnTo>
                  <a:lnTo>
                    <a:pt x="389464" y="1417060"/>
                  </a:lnTo>
                  <a:lnTo>
                    <a:pt x="390279" y="1392343"/>
                  </a:lnTo>
                  <a:lnTo>
                    <a:pt x="391094" y="1312474"/>
                  </a:lnTo>
                  <a:lnTo>
                    <a:pt x="391909" y="1173718"/>
                  </a:lnTo>
                  <a:lnTo>
                    <a:pt x="392723" y="1310809"/>
                  </a:lnTo>
                  <a:lnTo>
                    <a:pt x="393538" y="1212194"/>
                  </a:lnTo>
                  <a:lnTo>
                    <a:pt x="394353" y="1284873"/>
                  </a:lnTo>
                  <a:lnTo>
                    <a:pt x="395168" y="1269790"/>
                  </a:lnTo>
                  <a:lnTo>
                    <a:pt x="395983" y="1389123"/>
                  </a:lnTo>
                  <a:lnTo>
                    <a:pt x="396797" y="1436542"/>
                  </a:lnTo>
                  <a:lnTo>
                    <a:pt x="397612" y="1328218"/>
                  </a:lnTo>
                  <a:lnTo>
                    <a:pt x="398427" y="1354362"/>
                  </a:lnTo>
                  <a:lnTo>
                    <a:pt x="399242" y="1393228"/>
                  </a:lnTo>
                  <a:lnTo>
                    <a:pt x="400057" y="1488946"/>
                  </a:lnTo>
                  <a:lnTo>
                    <a:pt x="400871" y="1480987"/>
                  </a:lnTo>
                  <a:lnTo>
                    <a:pt x="401686" y="1454689"/>
                  </a:lnTo>
                  <a:lnTo>
                    <a:pt x="402501" y="1487266"/>
                  </a:lnTo>
                  <a:lnTo>
                    <a:pt x="403316" y="1514001"/>
                  </a:lnTo>
                  <a:lnTo>
                    <a:pt x="404130" y="1471171"/>
                  </a:lnTo>
                  <a:lnTo>
                    <a:pt x="404945" y="1433188"/>
                  </a:lnTo>
                  <a:lnTo>
                    <a:pt x="405760" y="1498856"/>
                  </a:lnTo>
                  <a:lnTo>
                    <a:pt x="406575" y="1528587"/>
                  </a:lnTo>
                  <a:lnTo>
                    <a:pt x="407390" y="1572801"/>
                  </a:lnTo>
                  <a:lnTo>
                    <a:pt x="408204" y="1509417"/>
                  </a:lnTo>
                  <a:lnTo>
                    <a:pt x="409019" y="1523129"/>
                  </a:lnTo>
                  <a:lnTo>
                    <a:pt x="409834" y="1454480"/>
                  </a:lnTo>
                  <a:lnTo>
                    <a:pt x="410649" y="1432054"/>
                  </a:lnTo>
                  <a:lnTo>
                    <a:pt x="411463" y="1436268"/>
                  </a:lnTo>
                  <a:lnTo>
                    <a:pt x="412278" y="1310131"/>
                  </a:lnTo>
                  <a:lnTo>
                    <a:pt x="413093" y="1365361"/>
                  </a:lnTo>
                  <a:lnTo>
                    <a:pt x="413908" y="1411554"/>
                  </a:lnTo>
                  <a:lnTo>
                    <a:pt x="414723" y="1475456"/>
                  </a:lnTo>
                  <a:lnTo>
                    <a:pt x="415537" y="1523660"/>
                  </a:lnTo>
                  <a:lnTo>
                    <a:pt x="416352" y="1546896"/>
                  </a:lnTo>
                  <a:lnTo>
                    <a:pt x="417167" y="1580199"/>
                  </a:lnTo>
                  <a:lnTo>
                    <a:pt x="417982" y="1487431"/>
                  </a:lnTo>
                  <a:lnTo>
                    <a:pt x="418796" y="1395415"/>
                  </a:lnTo>
                  <a:lnTo>
                    <a:pt x="419611" y="1361334"/>
                  </a:lnTo>
                  <a:lnTo>
                    <a:pt x="420426" y="1360019"/>
                  </a:lnTo>
                  <a:lnTo>
                    <a:pt x="421241" y="1445580"/>
                  </a:lnTo>
                  <a:lnTo>
                    <a:pt x="422056" y="1497758"/>
                  </a:lnTo>
                  <a:lnTo>
                    <a:pt x="422870" y="1458983"/>
                  </a:lnTo>
                  <a:lnTo>
                    <a:pt x="423685" y="1375063"/>
                  </a:lnTo>
                  <a:lnTo>
                    <a:pt x="424500" y="1362489"/>
                  </a:lnTo>
                  <a:lnTo>
                    <a:pt x="425315" y="1290719"/>
                  </a:lnTo>
                  <a:lnTo>
                    <a:pt x="426129" y="1371242"/>
                  </a:lnTo>
                  <a:lnTo>
                    <a:pt x="426944" y="1357695"/>
                  </a:lnTo>
                  <a:lnTo>
                    <a:pt x="427759" y="1335772"/>
                  </a:lnTo>
                  <a:lnTo>
                    <a:pt x="428574" y="1374484"/>
                  </a:lnTo>
                  <a:lnTo>
                    <a:pt x="429389" y="1473726"/>
                  </a:lnTo>
                  <a:lnTo>
                    <a:pt x="430203" y="1471211"/>
                  </a:lnTo>
                  <a:lnTo>
                    <a:pt x="431018" y="1480644"/>
                  </a:lnTo>
                  <a:lnTo>
                    <a:pt x="431833" y="1517418"/>
                  </a:lnTo>
                  <a:lnTo>
                    <a:pt x="432648" y="1544520"/>
                  </a:lnTo>
                  <a:lnTo>
                    <a:pt x="433462" y="1566291"/>
                  </a:lnTo>
                  <a:lnTo>
                    <a:pt x="434277" y="1566974"/>
                  </a:lnTo>
                  <a:lnTo>
                    <a:pt x="435092" y="1517323"/>
                  </a:lnTo>
                  <a:lnTo>
                    <a:pt x="435907" y="1526376"/>
                  </a:lnTo>
                  <a:lnTo>
                    <a:pt x="436722" y="1522450"/>
                  </a:lnTo>
                  <a:lnTo>
                    <a:pt x="437536" y="1518450"/>
                  </a:lnTo>
                  <a:lnTo>
                    <a:pt x="438351" y="1477286"/>
                  </a:lnTo>
                  <a:lnTo>
                    <a:pt x="439166" y="1458993"/>
                  </a:lnTo>
                  <a:lnTo>
                    <a:pt x="439981" y="1399079"/>
                  </a:lnTo>
                  <a:lnTo>
                    <a:pt x="440796" y="1372822"/>
                  </a:lnTo>
                  <a:lnTo>
                    <a:pt x="441610" y="1475955"/>
                  </a:lnTo>
                  <a:lnTo>
                    <a:pt x="442425" y="1450918"/>
                  </a:lnTo>
                  <a:lnTo>
                    <a:pt x="443240" y="1410086"/>
                  </a:lnTo>
                  <a:lnTo>
                    <a:pt x="444055" y="1377565"/>
                  </a:lnTo>
                  <a:lnTo>
                    <a:pt x="444869" y="1372992"/>
                  </a:lnTo>
                  <a:lnTo>
                    <a:pt x="445684" y="1370928"/>
                  </a:lnTo>
                  <a:lnTo>
                    <a:pt x="446499" y="1301980"/>
                  </a:lnTo>
                  <a:lnTo>
                    <a:pt x="447314" y="1257884"/>
                  </a:lnTo>
                  <a:lnTo>
                    <a:pt x="448129" y="1275504"/>
                  </a:lnTo>
                  <a:lnTo>
                    <a:pt x="448943" y="1310708"/>
                  </a:lnTo>
                  <a:lnTo>
                    <a:pt x="449758" y="1315460"/>
                  </a:lnTo>
                  <a:lnTo>
                    <a:pt x="450573" y="1461214"/>
                  </a:lnTo>
                  <a:lnTo>
                    <a:pt x="451388" y="1491117"/>
                  </a:lnTo>
                  <a:lnTo>
                    <a:pt x="452202" y="1478151"/>
                  </a:lnTo>
                  <a:lnTo>
                    <a:pt x="453017" y="1437516"/>
                  </a:lnTo>
                  <a:lnTo>
                    <a:pt x="453832" y="1512218"/>
                  </a:lnTo>
                  <a:lnTo>
                    <a:pt x="454647" y="1551574"/>
                  </a:lnTo>
                  <a:lnTo>
                    <a:pt x="455462" y="1533763"/>
                  </a:lnTo>
                  <a:lnTo>
                    <a:pt x="456276" y="1522569"/>
                  </a:lnTo>
                  <a:lnTo>
                    <a:pt x="457091" y="1508373"/>
                  </a:lnTo>
                  <a:lnTo>
                    <a:pt x="457906" y="1513143"/>
                  </a:lnTo>
                  <a:lnTo>
                    <a:pt x="458721" y="1474538"/>
                  </a:lnTo>
                  <a:lnTo>
                    <a:pt x="459535" y="1425169"/>
                  </a:lnTo>
                  <a:lnTo>
                    <a:pt x="460350" y="1329465"/>
                  </a:lnTo>
                  <a:lnTo>
                    <a:pt x="461165" y="1253663"/>
                  </a:lnTo>
                  <a:lnTo>
                    <a:pt x="461980" y="1273480"/>
                  </a:lnTo>
                  <a:lnTo>
                    <a:pt x="462795" y="1258132"/>
                  </a:lnTo>
                  <a:lnTo>
                    <a:pt x="463609" y="1224347"/>
                  </a:lnTo>
                  <a:lnTo>
                    <a:pt x="464424" y="1253573"/>
                  </a:lnTo>
                  <a:lnTo>
                    <a:pt x="465239" y="1316223"/>
                  </a:lnTo>
                  <a:lnTo>
                    <a:pt x="466054" y="1339725"/>
                  </a:lnTo>
                  <a:lnTo>
                    <a:pt x="466868" y="1398608"/>
                  </a:lnTo>
                  <a:lnTo>
                    <a:pt x="467683" y="1373157"/>
                  </a:lnTo>
                  <a:lnTo>
                    <a:pt x="468498" y="1385416"/>
                  </a:lnTo>
                  <a:lnTo>
                    <a:pt x="469313" y="1357271"/>
                  </a:lnTo>
                  <a:lnTo>
                    <a:pt x="470128" y="1416431"/>
                  </a:lnTo>
                  <a:lnTo>
                    <a:pt x="470942" y="1547872"/>
                  </a:lnTo>
                  <a:lnTo>
                    <a:pt x="471757" y="1518673"/>
                  </a:lnTo>
                  <a:lnTo>
                    <a:pt x="472572" y="1486540"/>
                  </a:lnTo>
                  <a:lnTo>
                    <a:pt x="473387" y="1411700"/>
                  </a:lnTo>
                  <a:lnTo>
                    <a:pt x="474201" y="1473940"/>
                  </a:lnTo>
                  <a:lnTo>
                    <a:pt x="475016" y="1537718"/>
                  </a:lnTo>
                  <a:lnTo>
                    <a:pt x="475831" y="1538998"/>
                  </a:lnTo>
                  <a:lnTo>
                    <a:pt x="476646" y="1541223"/>
                  </a:lnTo>
                  <a:lnTo>
                    <a:pt x="477461" y="1613774"/>
                  </a:lnTo>
                  <a:lnTo>
                    <a:pt x="478275" y="1605220"/>
                  </a:lnTo>
                  <a:lnTo>
                    <a:pt x="479090" y="1600118"/>
                  </a:lnTo>
                  <a:lnTo>
                    <a:pt x="479905" y="1523868"/>
                  </a:lnTo>
                  <a:lnTo>
                    <a:pt x="480720" y="1467981"/>
                  </a:lnTo>
                  <a:lnTo>
                    <a:pt x="481535" y="1501401"/>
                  </a:lnTo>
                  <a:lnTo>
                    <a:pt x="482349" y="1484576"/>
                  </a:lnTo>
                  <a:lnTo>
                    <a:pt x="483164" y="1386491"/>
                  </a:lnTo>
                  <a:lnTo>
                    <a:pt x="483979" y="1412250"/>
                  </a:lnTo>
                  <a:lnTo>
                    <a:pt x="484794" y="1437949"/>
                  </a:lnTo>
                  <a:lnTo>
                    <a:pt x="485608" y="1472832"/>
                  </a:lnTo>
                  <a:lnTo>
                    <a:pt x="486423" y="1441670"/>
                  </a:lnTo>
                  <a:lnTo>
                    <a:pt x="487238" y="1507007"/>
                  </a:lnTo>
                  <a:lnTo>
                    <a:pt x="488053" y="1483010"/>
                  </a:lnTo>
                  <a:lnTo>
                    <a:pt x="488868" y="1516026"/>
                  </a:lnTo>
                  <a:lnTo>
                    <a:pt x="489682" y="1369506"/>
                  </a:lnTo>
                  <a:lnTo>
                    <a:pt x="490497" y="1389864"/>
                  </a:lnTo>
                  <a:lnTo>
                    <a:pt x="491312" y="1526072"/>
                  </a:lnTo>
                  <a:lnTo>
                    <a:pt x="492127" y="1541035"/>
                  </a:lnTo>
                  <a:lnTo>
                    <a:pt x="492941" y="1598111"/>
                  </a:lnTo>
                  <a:lnTo>
                    <a:pt x="493756" y="1587824"/>
                  </a:lnTo>
                  <a:lnTo>
                    <a:pt x="494571" y="1640571"/>
                  </a:lnTo>
                  <a:lnTo>
                    <a:pt x="495386" y="1677131"/>
                  </a:lnTo>
                  <a:lnTo>
                    <a:pt x="496201" y="1682257"/>
                  </a:lnTo>
                  <a:lnTo>
                    <a:pt x="497015" y="1661692"/>
                  </a:lnTo>
                  <a:lnTo>
                    <a:pt x="497830" y="1665826"/>
                  </a:lnTo>
                  <a:lnTo>
                    <a:pt x="498645" y="1684725"/>
                  </a:lnTo>
                  <a:lnTo>
                    <a:pt x="499460" y="1675671"/>
                  </a:lnTo>
                  <a:lnTo>
                    <a:pt x="500274" y="1680861"/>
                  </a:lnTo>
                  <a:lnTo>
                    <a:pt x="501089" y="1643135"/>
                  </a:lnTo>
                  <a:lnTo>
                    <a:pt x="501904" y="1610429"/>
                  </a:lnTo>
                  <a:lnTo>
                    <a:pt x="502719" y="1594940"/>
                  </a:lnTo>
                  <a:lnTo>
                    <a:pt x="503534" y="1584094"/>
                  </a:lnTo>
                  <a:lnTo>
                    <a:pt x="504348" y="1625905"/>
                  </a:lnTo>
                  <a:lnTo>
                    <a:pt x="505163" y="1625240"/>
                  </a:lnTo>
                  <a:lnTo>
                    <a:pt x="505978" y="1642800"/>
                  </a:lnTo>
                  <a:lnTo>
                    <a:pt x="506793" y="1664873"/>
                  </a:lnTo>
                  <a:lnTo>
                    <a:pt x="507607" y="1639551"/>
                  </a:lnTo>
                  <a:lnTo>
                    <a:pt x="508422" y="1630895"/>
                  </a:lnTo>
                  <a:lnTo>
                    <a:pt x="509237" y="1618163"/>
                  </a:lnTo>
                  <a:lnTo>
                    <a:pt x="510052" y="1548844"/>
                  </a:lnTo>
                  <a:lnTo>
                    <a:pt x="510867" y="1602085"/>
                  </a:lnTo>
                  <a:lnTo>
                    <a:pt x="511681" y="1587024"/>
                  </a:lnTo>
                  <a:lnTo>
                    <a:pt x="512496" y="1578870"/>
                  </a:lnTo>
                  <a:lnTo>
                    <a:pt x="513311" y="1610246"/>
                  </a:lnTo>
                  <a:lnTo>
                    <a:pt x="514126" y="1627577"/>
                  </a:lnTo>
                  <a:lnTo>
                    <a:pt x="514940" y="1699967"/>
                  </a:lnTo>
                  <a:lnTo>
                    <a:pt x="515755" y="1685925"/>
                  </a:lnTo>
                  <a:lnTo>
                    <a:pt x="516570" y="1665928"/>
                  </a:lnTo>
                  <a:lnTo>
                    <a:pt x="517385" y="1616453"/>
                  </a:lnTo>
                  <a:lnTo>
                    <a:pt x="518200" y="1548398"/>
                  </a:lnTo>
                  <a:lnTo>
                    <a:pt x="519014" y="1615968"/>
                  </a:lnTo>
                  <a:lnTo>
                    <a:pt x="519829" y="1603371"/>
                  </a:lnTo>
                  <a:lnTo>
                    <a:pt x="520644" y="1542123"/>
                  </a:lnTo>
                  <a:lnTo>
                    <a:pt x="521459" y="1491696"/>
                  </a:lnTo>
                  <a:lnTo>
                    <a:pt x="522274" y="1590154"/>
                  </a:lnTo>
                  <a:lnTo>
                    <a:pt x="523088" y="1620289"/>
                  </a:lnTo>
                  <a:lnTo>
                    <a:pt x="523903" y="1611272"/>
                  </a:lnTo>
                  <a:lnTo>
                    <a:pt x="524718" y="1604430"/>
                  </a:lnTo>
                  <a:lnTo>
                    <a:pt x="525533" y="1488192"/>
                  </a:lnTo>
                  <a:lnTo>
                    <a:pt x="526347" y="1459748"/>
                  </a:lnTo>
                  <a:lnTo>
                    <a:pt x="527162" y="1467924"/>
                  </a:lnTo>
                  <a:lnTo>
                    <a:pt x="527977" y="1531989"/>
                  </a:lnTo>
                  <a:lnTo>
                    <a:pt x="528792" y="1535152"/>
                  </a:lnTo>
                  <a:lnTo>
                    <a:pt x="529607" y="1533258"/>
                  </a:lnTo>
                  <a:lnTo>
                    <a:pt x="530421" y="1527409"/>
                  </a:lnTo>
                  <a:lnTo>
                    <a:pt x="531236" y="1500922"/>
                  </a:lnTo>
                  <a:lnTo>
                    <a:pt x="532051" y="1496869"/>
                  </a:lnTo>
                  <a:lnTo>
                    <a:pt x="532866" y="1547061"/>
                  </a:lnTo>
                  <a:lnTo>
                    <a:pt x="533680" y="1572608"/>
                  </a:lnTo>
                  <a:lnTo>
                    <a:pt x="534495" y="1564849"/>
                  </a:lnTo>
                  <a:lnTo>
                    <a:pt x="535310" y="1455073"/>
                  </a:lnTo>
                  <a:lnTo>
                    <a:pt x="536125" y="1503638"/>
                  </a:lnTo>
                  <a:lnTo>
                    <a:pt x="536940" y="1482124"/>
                  </a:lnTo>
                  <a:lnTo>
                    <a:pt x="537754" y="1451702"/>
                  </a:lnTo>
                  <a:lnTo>
                    <a:pt x="538569" y="1385271"/>
                  </a:lnTo>
                  <a:lnTo>
                    <a:pt x="539384" y="1418314"/>
                  </a:lnTo>
                  <a:lnTo>
                    <a:pt x="540199" y="1432252"/>
                  </a:lnTo>
                  <a:lnTo>
                    <a:pt x="541013" y="1427479"/>
                  </a:lnTo>
                  <a:lnTo>
                    <a:pt x="541828" y="1440904"/>
                  </a:lnTo>
                  <a:lnTo>
                    <a:pt x="542643" y="1350197"/>
                  </a:lnTo>
                  <a:lnTo>
                    <a:pt x="543458" y="1397041"/>
                  </a:lnTo>
                  <a:lnTo>
                    <a:pt x="544273" y="1352307"/>
                  </a:lnTo>
                  <a:lnTo>
                    <a:pt x="545087" y="1332815"/>
                  </a:lnTo>
                  <a:lnTo>
                    <a:pt x="545902" y="1354406"/>
                  </a:lnTo>
                  <a:lnTo>
                    <a:pt x="546717" y="1463780"/>
                  </a:lnTo>
                  <a:lnTo>
                    <a:pt x="547532" y="1402933"/>
                  </a:lnTo>
                  <a:lnTo>
                    <a:pt x="548346" y="1417519"/>
                  </a:lnTo>
                  <a:lnTo>
                    <a:pt x="549161" y="1440033"/>
                  </a:lnTo>
                  <a:lnTo>
                    <a:pt x="549976" y="1536433"/>
                  </a:lnTo>
                  <a:lnTo>
                    <a:pt x="550791" y="1557912"/>
                  </a:lnTo>
                  <a:lnTo>
                    <a:pt x="551606" y="1572102"/>
                  </a:lnTo>
                  <a:lnTo>
                    <a:pt x="552420" y="1603151"/>
                  </a:lnTo>
                  <a:lnTo>
                    <a:pt x="553235" y="1613458"/>
                  </a:lnTo>
                  <a:lnTo>
                    <a:pt x="554050" y="1637859"/>
                  </a:lnTo>
                  <a:lnTo>
                    <a:pt x="554865" y="1594698"/>
                  </a:lnTo>
                  <a:lnTo>
                    <a:pt x="555679" y="1530139"/>
                  </a:lnTo>
                  <a:lnTo>
                    <a:pt x="556494" y="1487769"/>
                  </a:lnTo>
                  <a:lnTo>
                    <a:pt x="557309" y="1464176"/>
                  </a:lnTo>
                  <a:lnTo>
                    <a:pt x="558124" y="1528170"/>
                  </a:lnTo>
                  <a:lnTo>
                    <a:pt x="558939" y="1522376"/>
                  </a:lnTo>
                  <a:lnTo>
                    <a:pt x="559753" y="1494358"/>
                  </a:lnTo>
                  <a:lnTo>
                    <a:pt x="560568" y="1477281"/>
                  </a:lnTo>
                  <a:lnTo>
                    <a:pt x="561383" y="1488249"/>
                  </a:lnTo>
                  <a:lnTo>
                    <a:pt x="562198" y="1380650"/>
                  </a:lnTo>
                  <a:lnTo>
                    <a:pt x="563013" y="1337697"/>
                  </a:lnTo>
                  <a:lnTo>
                    <a:pt x="563827" y="1315748"/>
                  </a:lnTo>
                  <a:lnTo>
                    <a:pt x="564642" y="1301773"/>
                  </a:lnTo>
                  <a:lnTo>
                    <a:pt x="565457" y="1374357"/>
                  </a:lnTo>
                  <a:lnTo>
                    <a:pt x="566272" y="1387101"/>
                  </a:lnTo>
                  <a:lnTo>
                    <a:pt x="567086" y="1351646"/>
                  </a:lnTo>
                  <a:lnTo>
                    <a:pt x="567901" y="1376918"/>
                  </a:lnTo>
                  <a:lnTo>
                    <a:pt x="568716" y="1516874"/>
                  </a:lnTo>
                  <a:lnTo>
                    <a:pt x="569531" y="1543662"/>
                  </a:lnTo>
                  <a:lnTo>
                    <a:pt x="570346" y="1596740"/>
                  </a:lnTo>
                  <a:lnTo>
                    <a:pt x="571160" y="1543915"/>
                  </a:lnTo>
                  <a:lnTo>
                    <a:pt x="571975" y="1613853"/>
                  </a:lnTo>
                  <a:lnTo>
                    <a:pt x="572790" y="1586671"/>
                  </a:lnTo>
                  <a:lnTo>
                    <a:pt x="573605" y="1520281"/>
                  </a:lnTo>
                  <a:lnTo>
                    <a:pt x="574419" y="1429359"/>
                  </a:lnTo>
                  <a:lnTo>
                    <a:pt x="575234" y="1378789"/>
                  </a:lnTo>
                  <a:lnTo>
                    <a:pt x="576049" y="1549631"/>
                  </a:lnTo>
                  <a:lnTo>
                    <a:pt x="576864" y="1519710"/>
                  </a:lnTo>
                  <a:lnTo>
                    <a:pt x="577679" y="1489586"/>
                  </a:lnTo>
                  <a:lnTo>
                    <a:pt x="578493" y="1509745"/>
                  </a:lnTo>
                  <a:lnTo>
                    <a:pt x="579308" y="1437719"/>
                  </a:lnTo>
                  <a:lnTo>
                    <a:pt x="580123" y="1478276"/>
                  </a:lnTo>
                  <a:lnTo>
                    <a:pt x="580938" y="1442950"/>
                  </a:lnTo>
                  <a:lnTo>
                    <a:pt x="581752" y="1481120"/>
                  </a:lnTo>
                  <a:lnTo>
                    <a:pt x="582567" y="1576512"/>
                  </a:lnTo>
                  <a:lnTo>
                    <a:pt x="583382" y="1531287"/>
                  </a:lnTo>
                  <a:lnTo>
                    <a:pt x="584197" y="1462306"/>
                  </a:lnTo>
                  <a:lnTo>
                    <a:pt x="585012" y="1339501"/>
                  </a:lnTo>
                  <a:lnTo>
                    <a:pt x="585826" y="1387541"/>
                  </a:lnTo>
                  <a:lnTo>
                    <a:pt x="586641" y="1452872"/>
                  </a:lnTo>
                  <a:lnTo>
                    <a:pt x="587456" y="1334645"/>
                  </a:lnTo>
                  <a:lnTo>
                    <a:pt x="588271" y="1421530"/>
                  </a:lnTo>
                  <a:lnTo>
                    <a:pt x="589085" y="1455059"/>
                  </a:lnTo>
                  <a:lnTo>
                    <a:pt x="589900" y="1438830"/>
                  </a:lnTo>
                  <a:lnTo>
                    <a:pt x="590715" y="1445456"/>
                  </a:lnTo>
                  <a:lnTo>
                    <a:pt x="591530" y="1422207"/>
                  </a:lnTo>
                  <a:lnTo>
                    <a:pt x="592345" y="1462069"/>
                  </a:lnTo>
                  <a:lnTo>
                    <a:pt x="593159" y="1563951"/>
                  </a:lnTo>
                  <a:lnTo>
                    <a:pt x="593974" y="1597384"/>
                  </a:lnTo>
                  <a:lnTo>
                    <a:pt x="594789" y="1584846"/>
                  </a:lnTo>
                  <a:lnTo>
                    <a:pt x="595604" y="1568720"/>
                  </a:lnTo>
                  <a:lnTo>
                    <a:pt x="596418" y="1559041"/>
                  </a:lnTo>
                  <a:lnTo>
                    <a:pt x="597233" y="1492661"/>
                  </a:lnTo>
                  <a:lnTo>
                    <a:pt x="598048" y="1458570"/>
                  </a:lnTo>
                  <a:lnTo>
                    <a:pt x="598863" y="1432668"/>
                  </a:lnTo>
                  <a:lnTo>
                    <a:pt x="599678" y="1384330"/>
                  </a:lnTo>
                  <a:lnTo>
                    <a:pt x="600492" y="1511445"/>
                  </a:lnTo>
                  <a:lnTo>
                    <a:pt x="601307" y="1565299"/>
                  </a:lnTo>
                  <a:lnTo>
                    <a:pt x="602122" y="1626683"/>
                  </a:lnTo>
                  <a:lnTo>
                    <a:pt x="602937" y="1546120"/>
                  </a:lnTo>
                  <a:lnTo>
                    <a:pt x="603752" y="1572658"/>
                  </a:lnTo>
                  <a:lnTo>
                    <a:pt x="604566" y="1595774"/>
                  </a:lnTo>
                  <a:lnTo>
                    <a:pt x="605381" y="1627596"/>
                  </a:lnTo>
                  <a:lnTo>
                    <a:pt x="606196" y="1592669"/>
                  </a:lnTo>
                  <a:lnTo>
                    <a:pt x="607011" y="1576828"/>
                  </a:lnTo>
                  <a:lnTo>
                    <a:pt x="607825" y="1572288"/>
                  </a:lnTo>
                  <a:lnTo>
                    <a:pt x="608640" y="1599689"/>
                  </a:lnTo>
                  <a:lnTo>
                    <a:pt x="609455" y="1631620"/>
                  </a:lnTo>
                  <a:lnTo>
                    <a:pt x="610270" y="1585511"/>
                  </a:lnTo>
                  <a:lnTo>
                    <a:pt x="611085" y="1569500"/>
                  </a:lnTo>
                  <a:lnTo>
                    <a:pt x="611899" y="1461028"/>
                  </a:lnTo>
                  <a:lnTo>
                    <a:pt x="612714" y="1434478"/>
                  </a:lnTo>
                  <a:lnTo>
                    <a:pt x="613529" y="1396613"/>
                  </a:lnTo>
                  <a:lnTo>
                    <a:pt x="614344" y="1273974"/>
                  </a:lnTo>
                  <a:lnTo>
                    <a:pt x="615158" y="1253564"/>
                  </a:lnTo>
                  <a:lnTo>
                    <a:pt x="615973" y="1294863"/>
                  </a:lnTo>
                  <a:lnTo>
                    <a:pt x="616788" y="1421500"/>
                  </a:lnTo>
                  <a:lnTo>
                    <a:pt x="617603" y="1443890"/>
                  </a:lnTo>
                  <a:lnTo>
                    <a:pt x="618418" y="1356891"/>
                  </a:lnTo>
                  <a:lnTo>
                    <a:pt x="619232" y="1349581"/>
                  </a:lnTo>
                  <a:lnTo>
                    <a:pt x="620047" y="1373646"/>
                  </a:lnTo>
                  <a:lnTo>
                    <a:pt x="620862" y="1316186"/>
                  </a:lnTo>
                  <a:lnTo>
                    <a:pt x="621677" y="1280093"/>
                  </a:lnTo>
                  <a:lnTo>
                    <a:pt x="622491" y="1270714"/>
                  </a:lnTo>
                  <a:lnTo>
                    <a:pt x="623306" y="1358907"/>
                  </a:lnTo>
                  <a:lnTo>
                    <a:pt x="624121" y="1436538"/>
                  </a:lnTo>
                  <a:lnTo>
                    <a:pt x="624936" y="1526991"/>
                  </a:lnTo>
                  <a:lnTo>
                    <a:pt x="625751" y="1528866"/>
                  </a:lnTo>
                  <a:lnTo>
                    <a:pt x="626565" y="1534233"/>
                  </a:lnTo>
                  <a:lnTo>
                    <a:pt x="627380" y="1565371"/>
                  </a:lnTo>
                  <a:lnTo>
                    <a:pt x="628195" y="1526589"/>
                  </a:lnTo>
                  <a:lnTo>
                    <a:pt x="629010" y="1587039"/>
                  </a:lnTo>
                  <a:lnTo>
                    <a:pt x="629824" y="1592407"/>
                  </a:lnTo>
                  <a:lnTo>
                    <a:pt x="630639" y="1596668"/>
                  </a:lnTo>
                  <a:lnTo>
                    <a:pt x="631454" y="1643776"/>
                  </a:lnTo>
                  <a:lnTo>
                    <a:pt x="632269" y="1617612"/>
                  </a:lnTo>
                  <a:lnTo>
                    <a:pt x="633084" y="1613186"/>
                  </a:lnTo>
                  <a:lnTo>
                    <a:pt x="633898" y="1629334"/>
                  </a:lnTo>
                  <a:lnTo>
                    <a:pt x="634713" y="1594778"/>
                  </a:lnTo>
                  <a:lnTo>
                    <a:pt x="635528" y="1593995"/>
                  </a:lnTo>
                  <a:lnTo>
                    <a:pt x="636343" y="1573031"/>
                  </a:lnTo>
                  <a:lnTo>
                    <a:pt x="637157" y="1492005"/>
                  </a:lnTo>
                  <a:lnTo>
                    <a:pt x="637972" y="1462811"/>
                  </a:lnTo>
                  <a:lnTo>
                    <a:pt x="638787" y="1503675"/>
                  </a:lnTo>
                  <a:lnTo>
                    <a:pt x="639602" y="1534724"/>
                  </a:lnTo>
                  <a:lnTo>
                    <a:pt x="640417" y="1534202"/>
                  </a:lnTo>
                  <a:lnTo>
                    <a:pt x="641231" y="1496258"/>
                  </a:lnTo>
                  <a:lnTo>
                    <a:pt x="642046" y="1575163"/>
                  </a:lnTo>
                  <a:lnTo>
                    <a:pt x="642861" y="1568209"/>
                  </a:lnTo>
                  <a:lnTo>
                    <a:pt x="643676" y="1586268"/>
                  </a:lnTo>
                  <a:lnTo>
                    <a:pt x="644491" y="1598857"/>
                  </a:lnTo>
                  <a:lnTo>
                    <a:pt x="645305" y="1577607"/>
                  </a:lnTo>
                  <a:lnTo>
                    <a:pt x="646120" y="1553434"/>
                  </a:lnTo>
                  <a:lnTo>
                    <a:pt x="646935" y="1539662"/>
                  </a:lnTo>
                  <a:lnTo>
                    <a:pt x="647750" y="1544196"/>
                  </a:lnTo>
                  <a:lnTo>
                    <a:pt x="648564" y="1576037"/>
                  </a:lnTo>
                  <a:lnTo>
                    <a:pt x="649379" y="1553906"/>
                  </a:lnTo>
                  <a:lnTo>
                    <a:pt x="650194" y="1545028"/>
                  </a:lnTo>
                  <a:lnTo>
                    <a:pt x="651009" y="1532876"/>
                  </a:lnTo>
                  <a:lnTo>
                    <a:pt x="651824" y="1516121"/>
                  </a:lnTo>
                  <a:lnTo>
                    <a:pt x="652638" y="1521576"/>
                  </a:lnTo>
                  <a:lnTo>
                    <a:pt x="653453" y="1499938"/>
                  </a:lnTo>
                  <a:lnTo>
                    <a:pt x="654268" y="1540995"/>
                  </a:lnTo>
                  <a:lnTo>
                    <a:pt x="655083" y="1615251"/>
                  </a:lnTo>
                  <a:lnTo>
                    <a:pt x="655897" y="1643726"/>
                  </a:lnTo>
                  <a:lnTo>
                    <a:pt x="656712" y="1606740"/>
                  </a:lnTo>
                  <a:lnTo>
                    <a:pt x="657527" y="1586663"/>
                  </a:lnTo>
                  <a:lnTo>
                    <a:pt x="658342" y="1519958"/>
                  </a:lnTo>
                  <a:lnTo>
                    <a:pt x="659157" y="1556840"/>
                  </a:lnTo>
                  <a:lnTo>
                    <a:pt x="659971" y="1635635"/>
                  </a:lnTo>
                  <a:lnTo>
                    <a:pt x="660786" y="1620392"/>
                  </a:lnTo>
                  <a:lnTo>
                    <a:pt x="661601" y="1641992"/>
                  </a:lnTo>
                  <a:lnTo>
                    <a:pt x="662416" y="1646108"/>
                  </a:lnTo>
                  <a:lnTo>
                    <a:pt x="663230" y="1638011"/>
                  </a:lnTo>
                  <a:lnTo>
                    <a:pt x="664045" y="1652040"/>
                  </a:lnTo>
                  <a:lnTo>
                    <a:pt x="664860" y="1654527"/>
                  </a:lnTo>
                  <a:lnTo>
                    <a:pt x="665675" y="1660926"/>
                  </a:lnTo>
                  <a:lnTo>
                    <a:pt x="666490" y="1676638"/>
                  </a:lnTo>
                  <a:lnTo>
                    <a:pt x="667304" y="1686893"/>
                  </a:lnTo>
                  <a:lnTo>
                    <a:pt x="668119" y="1698867"/>
                  </a:lnTo>
                  <a:lnTo>
                    <a:pt x="668934" y="1720479"/>
                  </a:lnTo>
                  <a:lnTo>
                    <a:pt x="669749" y="1726244"/>
                  </a:lnTo>
                  <a:lnTo>
                    <a:pt x="670563" y="1718692"/>
                  </a:lnTo>
                  <a:lnTo>
                    <a:pt x="671378" y="1711029"/>
                  </a:lnTo>
                  <a:lnTo>
                    <a:pt x="672193" y="1715567"/>
                  </a:lnTo>
                  <a:lnTo>
                    <a:pt x="673008" y="1686522"/>
                  </a:lnTo>
                  <a:lnTo>
                    <a:pt x="673823" y="1673227"/>
                  </a:lnTo>
                  <a:lnTo>
                    <a:pt x="674637" y="1617022"/>
                  </a:lnTo>
                  <a:lnTo>
                    <a:pt x="675452" y="1629554"/>
                  </a:lnTo>
                  <a:lnTo>
                    <a:pt x="676267" y="1634353"/>
                  </a:lnTo>
                  <a:lnTo>
                    <a:pt x="677082" y="1611351"/>
                  </a:lnTo>
                  <a:lnTo>
                    <a:pt x="677897" y="1615688"/>
                  </a:lnTo>
                  <a:lnTo>
                    <a:pt x="678711" y="1628989"/>
                  </a:lnTo>
                  <a:lnTo>
                    <a:pt x="679526" y="1608531"/>
                  </a:lnTo>
                  <a:lnTo>
                    <a:pt x="680341" y="1632612"/>
                  </a:lnTo>
                  <a:lnTo>
                    <a:pt x="681156" y="1568844"/>
                  </a:lnTo>
                  <a:lnTo>
                    <a:pt x="681970" y="1532275"/>
                  </a:lnTo>
                  <a:lnTo>
                    <a:pt x="682785" y="1459512"/>
                  </a:lnTo>
                  <a:lnTo>
                    <a:pt x="683600" y="1398632"/>
                  </a:lnTo>
                  <a:lnTo>
                    <a:pt x="684415" y="1447741"/>
                  </a:lnTo>
                  <a:lnTo>
                    <a:pt x="685230" y="1418127"/>
                  </a:lnTo>
                  <a:lnTo>
                    <a:pt x="686044" y="1411099"/>
                  </a:lnTo>
                  <a:lnTo>
                    <a:pt x="686859" y="1442128"/>
                  </a:lnTo>
                  <a:lnTo>
                    <a:pt x="687674" y="1513537"/>
                  </a:lnTo>
                  <a:lnTo>
                    <a:pt x="688489" y="1540086"/>
                  </a:lnTo>
                  <a:lnTo>
                    <a:pt x="689303" y="1537469"/>
                  </a:lnTo>
                  <a:lnTo>
                    <a:pt x="690118" y="1520740"/>
                  </a:lnTo>
                  <a:lnTo>
                    <a:pt x="690933" y="1460122"/>
                  </a:lnTo>
                  <a:lnTo>
                    <a:pt x="691748" y="1407218"/>
                  </a:lnTo>
                  <a:lnTo>
                    <a:pt x="692563" y="1342025"/>
                  </a:lnTo>
                  <a:lnTo>
                    <a:pt x="693377" y="1371797"/>
                  </a:lnTo>
                  <a:lnTo>
                    <a:pt x="694192" y="1333369"/>
                  </a:lnTo>
                  <a:lnTo>
                    <a:pt x="695007" y="1289386"/>
                  </a:lnTo>
                  <a:lnTo>
                    <a:pt x="695822" y="1329559"/>
                  </a:lnTo>
                  <a:lnTo>
                    <a:pt x="696636" y="1339006"/>
                  </a:lnTo>
                  <a:lnTo>
                    <a:pt x="697451" y="1356359"/>
                  </a:lnTo>
                  <a:lnTo>
                    <a:pt x="698266" y="1292167"/>
                  </a:lnTo>
                  <a:lnTo>
                    <a:pt x="699081" y="1267939"/>
                  </a:lnTo>
                  <a:lnTo>
                    <a:pt x="699896" y="1281713"/>
                  </a:lnTo>
                  <a:lnTo>
                    <a:pt x="700710" y="1258603"/>
                  </a:lnTo>
                  <a:lnTo>
                    <a:pt x="701525" y="1276901"/>
                  </a:lnTo>
                  <a:lnTo>
                    <a:pt x="702340" y="1317626"/>
                  </a:lnTo>
                  <a:lnTo>
                    <a:pt x="703155" y="1443528"/>
                  </a:lnTo>
                  <a:lnTo>
                    <a:pt x="703969" y="1490613"/>
                  </a:lnTo>
                  <a:lnTo>
                    <a:pt x="704784" y="1511027"/>
                  </a:lnTo>
                  <a:lnTo>
                    <a:pt x="705599" y="1443176"/>
                  </a:lnTo>
                  <a:lnTo>
                    <a:pt x="706414" y="1439285"/>
                  </a:lnTo>
                  <a:lnTo>
                    <a:pt x="707229" y="1426209"/>
                  </a:lnTo>
                  <a:lnTo>
                    <a:pt x="708043" y="1499296"/>
                  </a:lnTo>
                  <a:lnTo>
                    <a:pt x="708858" y="1477085"/>
                  </a:lnTo>
                  <a:lnTo>
                    <a:pt x="709673" y="1510865"/>
                  </a:lnTo>
                  <a:lnTo>
                    <a:pt x="710488" y="1498246"/>
                  </a:lnTo>
                  <a:lnTo>
                    <a:pt x="711302" y="1490852"/>
                  </a:lnTo>
                  <a:lnTo>
                    <a:pt x="712117" y="1427891"/>
                  </a:lnTo>
                  <a:lnTo>
                    <a:pt x="712932" y="1450331"/>
                  </a:lnTo>
                  <a:lnTo>
                    <a:pt x="713747" y="1526241"/>
                  </a:lnTo>
                  <a:lnTo>
                    <a:pt x="714562" y="1513643"/>
                  </a:lnTo>
                  <a:lnTo>
                    <a:pt x="715376" y="1484212"/>
                  </a:lnTo>
                  <a:lnTo>
                    <a:pt x="716191" y="1486726"/>
                  </a:lnTo>
                  <a:lnTo>
                    <a:pt x="717006" y="1555821"/>
                  </a:lnTo>
                  <a:lnTo>
                    <a:pt x="717821" y="1511289"/>
                  </a:lnTo>
                  <a:lnTo>
                    <a:pt x="718636" y="1501105"/>
                  </a:lnTo>
                  <a:lnTo>
                    <a:pt x="719450" y="1490949"/>
                  </a:lnTo>
                  <a:lnTo>
                    <a:pt x="720265" y="1486419"/>
                  </a:lnTo>
                  <a:lnTo>
                    <a:pt x="721080" y="1381335"/>
                  </a:lnTo>
                  <a:lnTo>
                    <a:pt x="721895" y="1311977"/>
                  </a:lnTo>
                  <a:lnTo>
                    <a:pt x="722709" y="1357613"/>
                  </a:lnTo>
                  <a:lnTo>
                    <a:pt x="723524" y="1352227"/>
                  </a:lnTo>
                  <a:lnTo>
                    <a:pt x="724339" y="1404256"/>
                  </a:lnTo>
                  <a:lnTo>
                    <a:pt x="725154" y="1445252"/>
                  </a:lnTo>
                  <a:lnTo>
                    <a:pt x="725969" y="1511693"/>
                  </a:lnTo>
                  <a:lnTo>
                    <a:pt x="726783" y="1463529"/>
                  </a:lnTo>
                  <a:lnTo>
                    <a:pt x="727598" y="1422912"/>
                  </a:lnTo>
                  <a:lnTo>
                    <a:pt x="728413" y="1359535"/>
                  </a:lnTo>
                  <a:lnTo>
                    <a:pt x="729228" y="1341011"/>
                  </a:lnTo>
                  <a:lnTo>
                    <a:pt x="730042" y="1260325"/>
                  </a:lnTo>
                  <a:lnTo>
                    <a:pt x="730857" y="1113102"/>
                  </a:lnTo>
                  <a:lnTo>
                    <a:pt x="731672" y="1062404"/>
                  </a:lnTo>
                  <a:lnTo>
                    <a:pt x="732487" y="972722"/>
                  </a:lnTo>
                  <a:lnTo>
                    <a:pt x="733302" y="936109"/>
                  </a:lnTo>
                  <a:lnTo>
                    <a:pt x="734116" y="890468"/>
                  </a:lnTo>
                  <a:lnTo>
                    <a:pt x="734931" y="884263"/>
                  </a:lnTo>
                  <a:lnTo>
                    <a:pt x="735746" y="945489"/>
                  </a:lnTo>
                  <a:lnTo>
                    <a:pt x="736561" y="953774"/>
                  </a:lnTo>
                  <a:lnTo>
                    <a:pt x="737375" y="1065121"/>
                  </a:lnTo>
                  <a:lnTo>
                    <a:pt x="738190" y="1151928"/>
                  </a:lnTo>
                  <a:lnTo>
                    <a:pt x="739005" y="1258394"/>
                  </a:lnTo>
                  <a:lnTo>
                    <a:pt x="739820" y="1322714"/>
                  </a:lnTo>
                  <a:lnTo>
                    <a:pt x="740635" y="1358671"/>
                  </a:lnTo>
                  <a:lnTo>
                    <a:pt x="741449" y="1389257"/>
                  </a:lnTo>
                  <a:lnTo>
                    <a:pt x="742264" y="1398557"/>
                  </a:lnTo>
                  <a:lnTo>
                    <a:pt x="743079" y="1309878"/>
                  </a:lnTo>
                  <a:lnTo>
                    <a:pt x="743894" y="1369590"/>
                  </a:lnTo>
                  <a:lnTo>
                    <a:pt x="744708" y="1477341"/>
                  </a:lnTo>
                  <a:lnTo>
                    <a:pt x="745523" y="1523236"/>
                  </a:lnTo>
                  <a:lnTo>
                    <a:pt x="746338" y="1549682"/>
                  </a:lnTo>
                  <a:lnTo>
                    <a:pt x="747153" y="1587117"/>
                  </a:lnTo>
                  <a:lnTo>
                    <a:pt x="747968" y="1599093"/>
                  </a:lnTo>
                  <a:lnTo>
                    <a:pt x="748782" y="1601893"/>
                  </a:lnTo>
                  <a:lnTo>
                    <a:pt x="749597" y="1587356"/>
                  </a:lnTo>
                  <a:lnTo>
                    <a:pt x="750412" y="1519830"/>
                  </a:lnTo>
                  <a:lnTo>
                    <a:pt x="751227" y="1501227"/>
                  </a:lnTo>
                  <a:lnTo>
                    <a:pt x="752041" y="1610750"/>
                  </a:lnTo>
                  <a:lnTo>
                    <a:pt x="752856" y="1637447"/>
                  </a:lnTo>
                  <a:lnTo>
                    <a:pt x="753671" y="1616283"/>
                  </a:lnTo>
                  <a:lnTo>
                    <a:pt x="754486" y="1589575"/>
                  </a:lnTo>
                  <a:lnTo>
                    <a:pt x="755301" y="1530902"/>
                  </a:lnTo>
                  <a:lnTo>
                    <a:pt x="756115" y="1454870"/>
                  </a:lnTo>
                  <a:lnTo>
                    <a:pt x="756930" y="1368229"/>
                  </a:lnTo>
                  <a:lnTo>
                    <a:pt x="757745" y="1293749"/>
                  </a:lnTo>
                  <a:lnTo>
                    <a:pt x="758560" y="1336376"/>
                  </a:lnTo>
                  <a:lnTo>
                    <a:pt x="759375" y="1443826"/>
                  </a:lnTo>
                  <a:lnTo>
                    <a:pt x="760189" y="1485348"/>
                  </a:lnTo>
                  <a:lnTo>
                    <a:pt x="761004" y="1530374"/>
                  </a:lnTo>
                  <a:lnTo>
                    <a:pt x="761819" y="1456446"/>
                  </a:lnTo>
                  <a:lnTo>
                    <a:pt x="762634" y="1503825"/>
                  </a:lnTo>
                  <a:lnTo>
                    <a:pt x="763448" y="1488514"/>
                  </a:lnTo>
                  <a:lnTo>
                    <a:pt x="764263" y="1457341"/>
                  </a:lnTo>
                  <a:lnTo>
                    <a:pt x="765078" y="1426628"/>
                  </a:lnTo>
                  <a:lnTo>
                    <a:pt x="765893" y="1449975"/>
                  </a:lnTo>
                  <a:lnTo>
                    <a:pt x="766708" y="1497858"/>
                  </a:lnTo>
                  <a:lnTo>
                    <a:pt x="767522" y="1532482"/>
                  </a:lnTo>
                  <a:lnTo>
                    <a:pt x="768337" y="1401787"/>
                  </a:lnTo>
                  <a:lnTo>
                    <a:pt x="769152" y="1331712"/>
                  </a:lnTo>
                  <a:lnTo>
                    <a:pt x="769967" y="1347643"/>
                  </a:lnTo>
                  <a:lnTo>
                    <a:pt x="770781" y="1396688"/>
                  </a:lnTo>
                  <a:lnTo>
                    <a:pt x="771596" y="1442835"/>
                  </a:lnTo>
                  <a:lnTo>
                    <a:pt x="772411" y="1459916"/>
                  </a:lnTo>
                  <a:lnTo>
                    <a:pt x="773226" y="1496401"/>
                  </a:lnTo>
                  <a:lnTo>
                    <a:pt x="774041" y="1453511"/>
                  </a:lnTo>
                  <a:lnTo>
                    <a:pt x="774855" y="1452405"/>
                  </a:lnTo>
                  <a:lnTo>
                    <a:pt x="775670" y="1364566"/>
                  </a:lnTo>
                  <a:lnTo>
                    <a:pt x="776485" y="1270517"/>
                  </a:lnTo>
                  <a:lnTo>
                    <a:pt x="777300" y="1280757"/>
                  </a:lnTo>
                  <a:lnTo>
                    <a:pt x="778114" y="1339408"/>
                  </a:lnTo>
                  <a:lnTo>
                    <a:pt x="778929" y="1373922"/>
                  </a:lnTo>
                  <a:lnTo>
                    <a:pt x="779744" y="1335169"/>
                  </a:lnTo>
                  <a:lnTo>
                    <a:pt x="780559" y="1337819"/>
                  </a:lnTo>
                  <a:lnTo>
                    <a:pt x="781374" y="1334180"/>
                  </a:lnTo>
                  <a:lnTo>
                    <a:pt x="782188" y="1289260"/>
                  </a:lnTo>
                  <a:lnTo>
                    <a:pt x="783003" y="1286284"/>
                  </a:lnTo>
                  <a:lnTo>
                    <a:pt x="783818" y="1301506"/>
                  </a:lnTo>
                  <a:lnTo>
                    <a:pt x="784633" y="1412677"/>
                  </a:lnTo>
                  <a:lnTo>
                    <a:pt x="785447" y="1449114"/>
                  </a:lnTo>
                  <a:lnTo>
                    <a:pt x="786262" y="1477452"/>
                  </a:lnTo>
                  <a:lnTo>
                    <a:pt x="787077" y="1472092"/>
                  </a:lnTo>
                  <a:lnTo>
                    <a:pt x="787892" y="1410443"/>
                  </a:lnTo>
                  <a:lnTo>
                    <a:pt x="788707" y="1445170"/>
                  </a:lnTo>
                  <a:lnTo>
                    <a:pt x="789521" y="1479288"/>
                  </a:lnTo>
                  <a:lnTo>
                    <a:pt x="790336" y="1501356"/>
                  </a:lnTo>
                  <a:lnTo>
                    <a:pt x="791151" y="1464711"/>
                  </a:lnTo>
                  <a:lnTo>
                    <a:pt x="791966" y="1459544"/>
                  </a:lnTo>
                  <a:lnTo>
                    <a:pt x="792780" y="1413185"/>
                  </a:lnTo>
                  <a:lnTo>
                    <a:pt x="793595" y="1422158"/>
                  </a:lnTo>
                  <a:lnTo>
                    <a:pt x="794410" y="1349986"/>
                  </a:lnTo>
                  <a:lnTo>
                    <a:pt x="795225" y="1267491"/>
                  </a:lnTo>
                  <a:lnTo>
                    <a:pt x="796040" y="1266284"/>
                  </a:lnTo>
                  <a:lnTo>
                    <a:pt x="796854" y="1354140"/>
                  </a:lnTo>
                  <a:lnTo>
                    <a:pt x="797669" y="1336218"/>
                  </a:lnTo>
                  <a:lnTo>
                    <a:pt x="798484" y="1235878"/>
                  </a:lnTo>
                  <a:lnTo>
                    <a:pt x="799299" y="1195607"/>
                  </a:lnTo>
                  <a:lnTo>
                    <a:pt x="800114" y="1151945"/>
                  </a:lnTo>
                  <a:lnTo>
                    <a:pt x="800928" y="1157382"/>
                  </a:lnTo>
                  <a:lnTo>
                    <a:pt x="801743" y="1148875"/>
                  </a:lnTo>
                  <a:lnTo>
                    <a:pt x="802558" y="1215617"/>
                  </a:lnTo>
                  <a:lnTo>
                    <a:pt x="803373" y="1277754"/>
                  </a:lnTo>
                  <a:lnTo>
                    <a:pt x="804187" y="1355024"/>
                  </a:lnTo>
                  <a:lnTo>
                    <a:pt x="805002" y="1430214"/>
                  </a:lnTo>
                  <a:lnTo>
                    <a:pt x="805817" y="1462173"/>
                  </a:lnTo>
                  <a:lnTo>
                    <a:pt x="806632" y="1526287"/>
                  </a:lnTo>
                  <a:lnTo>
                    <a:pt x="807447" y="1572285"/>
                  </a:lnTo>
                  <a:lnTo>
                    <a:pt x="808261" y="1616535"/>
                  </a:lnTo>
                  <a:lnTo>
                    <a:pt x="809076" y="1597631"/>
                  </a:lnTo>
                  <a:lnTo>
                    <a:pt x="809891" y="1581740"/>
                  </a:lnTo>
                  <a:lnTo>
                    <a:pt x="810706" y="1588644"/>
                  </a:lnTo>
                  <a:lnTo>
                    <a:pt x="811520" y="1581281"/>
                  </a:lnTo>
                  <a:lnTo>
                    <a:pt x="812335" y="1509590"/>
                  </a:lnTo>
                  <a:lnTo>
                    <a:pt x="813150" y="1410778"/>
                  </a:lnTo>
                  <a:lnTo>
                    <a:pt x="813965" y="1385708"/>
                  </a:lnTo>
                  <a:lnTo>
                    <a:pt x="814780" y="1418471"/>
                  </a:lnTo>
                  <a:lnTo>
                    <a:pt x="815594" y="1402614"/>
                  </a:lnTo>
                  <a:lnTo>
                    <a:pt x="816409" y="1355993"/>
                  </a:lnTo>
                  <a:lnTo>
                    <a:pt x="817224" y="1411775"/>
                  </a:lnTo>
                  <a:lnTo>
                    <a:pt x="818039" y="1488550"/>
                  </a:lnTo>
                  <a:lnTo>
                    <a:pt x="818853" y="1477949"/>
                  </a:lnTo>
                  <a:lnTo>
                    <a:pt x="819668" y="1475935"/>
                  </a:lnTo>
                  <a:lnTo>
                    <a:pt x="820483" y="1452652"/>
                  </a:lnTo>
                  <a:lnTo>
                    <a:pt x="821298" y="1421068"/>
                  </a:lnTo>
                  <a:lnTo>
                    <a:pt x="822113" y="1394223"/>
                  </a:lnTo>
                  <a:lnTo>
                    <a:pt x="822927" y="1289373"/>
                  </a:lnTo>
                  <a:lnTo>
                    <a:pt x="823742" y="1319972"/>
                  </a:lnTo>
                  <a:lnTo>
                    <a:pt x="824557" y="1311339"/>
                  </a:lnTo>
                  <a:lnTo>
                    <a:pt x="825372" y="1242846"/>
                  </a:lnTo>
                  <a:lnTo>
                    <a:pt x="826186" y="1271266"/>
                  </a:lnTo>
                  <a:lnTo>
                    <a:pt x="827001" y="1291406"/>
                  </a:lnTo>
                  <a:lnTo>
                    <a:pt x="827816" y="1367934"/>
                  </a:lnTo>
                  <a:lnTo>
                    <a:pt x="828631" y="1286167"/>
                  </a:lnTo>
                  <a:lnTo>
                    <a:pt x="829446" y="1203586"/>
                  </a:lnTo>
                  <a:lnTo>
                    <a:pt x="830260" y="1336403"/>
                  </a:lnTo>
                  <a:lnTo>
                    <a:pt x="831075" y="1374050"/>
                  </a:lnTo>
                  <a:lnTo>
                    <a:pt x="831890" y="1378473"/>
                  </a:lnTo>
                  <a:lnTo>
                    <a:pt x="832705" y="1292932"/>
                  </a:lnTo>
                  <a:lnTo>
                    <a:pt x="833519" y="1299097"/>
                  </a:lnTo>
                  <a:lnTo>
                    <a:pt x="834334" y="1357025"/>
                  </a:lnTo>
                  <a:lnTo>
                    <a:pt x="835149" y="1289884"/>
                  </a:lnTo>
                  <a:lnTo>
                    <a:pt x="835964" y="1222213"/>
                  </a:lnTo>
                  <a:lnTo>
                    <a:pt x="836779" y="1246546"/>
                  </a:lnTo>
                  <a:lnTo>
                    <a:pt x="837593" y="1337556"/>
                  </a:lnTo>
                  <a:lnTo>
                    <a:pt x="838408" y="1434876"/>
                  </a:lnTo>
                  <a:lnTo>
                    <a:pt x="839223" y="1363142"/>
                  </a:lnTo>
                  <a:lnTo>
                    <a:pt x="840038" y="1295778"/>
                  </a:lnTo>
                  <a:lnTo>
                    <a:pt x="840853" y="1317626"/>
                  </a:lnTo>
                  <a:lnTo>
                    <a:pt x="841667" y="1308027"/>
                  </a:lnTo>
                  <a:lnTo>
                    <a:pt x="842482" y="1405010"/>
                  </a:lnTo>
                  <a:lnTo>
                    <a:pt x="843297" y="1371973"/>
                  </a:lnTo>
                  <a:lnTo>
                    <a:pt x="844112" y="1445501"/>
                  </a:lnTo>
                  <a:lnTo>
                    <a:pt x="844926" y="1467479"/>
                  </a:lnTo>
                  <a:lnTo>
                    <a:pt x="845741" y="1450898"/>
                  </a:lnTo>
                  <a:lnTo>
                    <a:pt x="846556" y="1544654"/>
                  </a:lnTo>
                  <a:lnTo>
                    <a:pt x="847371" y="1531291"/>
                  </a:lnTo>
                  <a:lnTo>
                    <a:pt x="848186" y="1466162"/>
                  </a:lnTo>
                  <a:lnTo>
                    <a:pt x="849000" y="1489947"/>
                  </a:lnTo>
                  <a:lnTo>
                    <a:pt x="849815" y="1646480"/>
                  </a:lnTo>
                  <a:lnTo>
                    <a:pt x="850630" y="1685077"/>
                  </a:lnTo>
                  <a:lnTo>
                    <a:pt x="851445" y="1652764"/>
                  </a:lnTo>
                  <a:lnTo>
                    <a:pt x="852259" y="1662608"/>
                  </a:lnTo>
                  <a:lnTo>
                    <a:pt x="853074" y="1663263"/>
                  </a:lnTo>
                  <a:lnTo>
                    <a:pt x="853889" y="1672035"/>
                  </a:lnTo>
                  <a:lnTo>
                    <a:pt x="854704" y="1651459"/>
                  </a:lnTo>
                  <a:lnTo>
                    <a:pt x="855519" y="1581968"/>
                  </a:lnTo>
                  <a:lnTo>
                    <a:pt x="856333" y="1574733"/>
                  </a:lnTo>
                  <a:lnTo>
                    <a:pt x="857148" y="1637868"/>
                  </a:lnTo>
                  <a:lnTo>
                    <a:pt x="857963" y="1642519"/>
                  </a:lnTo>
                  <a:lnTo>
                    <a:pt x="858778" y="1632348"/>
                  </a:lnTo>
                  <a:lnTo>
                    <a:pt x="859592" y="1612268"/>
                  </a:lnTo>
                  <a:lnTo>
                    <a:pt x="860407" y="1535074"/>
                  </a:lnTo>
                  <a:lnTo>
                    <a:pt x="861222" y="1600581"/>
                  </a:lnTo>
                  <a:lnTo>
                    <a:pt x="862037" y="1561816"/>
                  </a:lnTo>
                  <a:lnTo>
                    <a:pt x="862852" y="1528971"/>
                  </a:lnTo>
                  <a:lnTo>
                    <a:pt x="863666" y="1518732"/>
                  </a:lnTo>
                  <a:lnTo>
                    <a:pt x="864481" y="1505445"/>
                  </a:lnTo>
                  <a:lnTo>
                    <a:pt x="865296" y="1460948"/>
                  </a:lnTo>
                  <a:lnTo>
                    <a:pt x="866111" y="1372854"/>
                  </a:lnTo>
                  <a:lnTo>
                    <a:pt x="866925" y="1397353"/>
                  </a:lnTo>
                  <a:lnTo>
                    <a:pt x="867740" y="1312994"/>
                  </a:lnTo>
                  <a:lnTo>
                    <a:pt x="868555" y="1330957"/>
                  </a:lnTo>
                  <a:lnTo>
                    <a:pt x="869370" y="1269604"/>
                  </a:lnTo>
                  <a:lnTo>
                    <a:pt x="870185" y="1274682"/>
                  </a:lnTo>
                  <a:lnTo>
                    <a:pt x="870999" y="1277608"/>
                  </a:lnTo>
                  <a:lnTo>
                    <a:pt x="871814" y="1251772"/>
                  </a:lnTo>
                  <a:lnTo>
                    <a:pt x="872629" y="1190989"/>
                  </a:lnTo>
                  <a:lnTo>
                    <a:pt x="873444" y="1089825"/>
                  </a:lnTo>
                  <a:lnTo>
                    <a:pt x="874258" y="1043251"/>
                  </a:lnTo>
                  <a:lnTo>
                    <a:pt x="875073" y="1008185"/>
                  </a:lnTo>
                  <a:lnTo>
                    <a:pt x="875888" y="971908"/>
                  </a:lnTo>
                  <a:lnTo>
                    <a:pt x="876703" y="1006516"/>
                  </a:lnTo>
                  <a:lnTo>
                    <a:pt x="877518" y="1025243"/>
                  </a:lnTo>
                  <a:lnTo>
                    <a:pt x="878332" y="1116500"/>
                  </a:lnTo>
                  <a:lnTo>
                    <a:pt x="879147" y="1068444"/>
                  </a:lnTo>
                  <a:lnTo>
                    <a:pt x="879962" y="1102616"/>
                  </a:lnTo>
                  <a:lnTo>
                    <a:pt x="880777" y="1112801"/>
                  </a:lnTo>
                  <a:lnTo>
                    <a:pt x="881592" y="1069672"/>
                  </a:lnTo>
                  <a:lnTo>
                    <a:pt x="882406" y="1103373"/>
                  </a:lnTo>
                  <a:lnTo>
                    <a:pt x="883221" y="1038813"/>
                  </a:lnTo>
                  <a:lnTo>
                    <a:pt x="884036" y="1054674"/>
                  </a:lnTo>
                  <a:lnTo>
                    <a:pt x="884851" y="1073519"/>
                  </a:lnTo>
                  <a:lnTo>
                    <a:pt x="885665" y="1035535"/>
                  </a:lnTo>
                  <a:lnTo>
                    <a:pt x="886480" y="1057000"/>
                  </a:lnTo>
                  <a:lnTo>
                    <a:pt x="887295" y="1119949"/>
                  </a:lnTo>
                  <a:lnTo>
                    <a:pt x="888110" y="1081177"/>
                  </a:lnTo>
                  <a:lnTo>
                    <a:pt x="888925" y="1079132"/>
                  </a:lnTo>
                  <a:lnTo>
                    <a:pt x="889739" y="1068932"/>
                  </a:lnTo>
                  <a:lnTo>
                    <a:pt x="890554" y="1029907"/>
                  </a:lnTo>
                  <a:lnTo>
                    <a:pt x="891369" y="1127744"/>
                  </a:lnTo>
                  <a:lnTo>
                    <a:pt x="892184" y="1192676"/>
                  </a:lnTo>
                  <a:lnTo>
                    <a:pt x="892998" y="1239442"/>
                  </a:lnTo>
                  <a:lnTo>
                    <a:pt x="893813" y="1199395"/>
                  </a:lnTo>
                  <a:lnTo>
                    <a:pt x="894628" y="1260769"/>
                  </a:lnTo>
                  <a:lnTo>
                    <a:pt x="895443" y="1394917"/>
                  </a:lnTo>
                  <a:lnTo>
                    <a:pt x="896258" y="1373934"/>
                  </a:lnTo>
                  <a:lnTo>
                    <a:pt x="897072" y="1346449"/>
                  </a:lnTo>
                  <a:lnTo>
                    <a:pt x="897887" y="1256384"/>
                  </a:lnTo>
                  <a:lnTo>
                    <a:pt x="898702" y="1368572"/>
                  </a:lnTo>
                  <a:lnTo>
                    <a:pt x="899517" y="1384380"/>
                  </a:lnTo>
                  <a:lnTo>
                    <a:pt x="900331" y="1262521"/>
                  </a:lnTo>
                  <a:lnTo>
                    <a:pt x="901146" y="1163190"/>
                  </a:lnTo>
                  <a:lnTo>
                    <a:pt x="901961" y="1153194"/>
                  </a:lnTo>
                  <a:lnTo>
                    <a:pt x="902776" y="1155142"/>
                  </a:lnTo>
                  <a:lnTo>
                    <a:pt x="903591" y="1123719"/>
                  </a:lnTo>
                  <a:lnTo>
                    <a:pt x="904405" y="1175905"/>
                  </a:lnTo>
                  <a:lnTo>
                    <a:pt x="905220" y="1192214"/>
                  </a:lnTo>
                  <a:lnTo>
                    <a:pt x="906035" y="1353132"/>
                  </a:lnTo>
                  <a:lnTo>
                    <a:pt x="906850" y="1368588"/>
                  </a:lnTo>
                  <a:lnTo>
                    <a:pt x="907664" y="1470960"/>
                  </a:lnTo>
                  <a:lnTo>
                    <a:pt x="908479" y="1545860"/>
                  </a:lnTo>
                  <a:lnTo>
                    <a:pt x="909294" y="1567477"/>
                  </a:lnTo>
                  <a:lnTo>
                    <a:pt x="910109" y="1593089"/>
                  </a:lnTo>
                  <a:lnTo>
                    <a:pt x="910924" y="1532174"/>
                  </a:lnTo>
                  <a:lnTo>
                    <a:pt x="911738" y="1596097"/>
                  </a:lnTo>
                  <a:lnTo>
                    <a:pt x="912553" y="1541870"/>
                  </a:lnTo>
                  <a:lnTo>
                    <a:pt x="913368" y="1490322"/>
                  </a:lnTo>
                  <a:lnTo>
                    <a:pt x="914183" y="1431999"/>
                  </a:lnTo>
                  <a:lnTo>
                    <a:pt x="914997" y="1353379"/>
                  </a:lnTo>
                  <a:lnTo>
                    <a:pt x="915812" y="1336278"/>
                  </a:lnTo>
                  <a:lnTo>
                    <a:pt x="916627" y="1268341"/>
                  </a:lnTo>
                  <a:lnTo>
                    <a:pt x="917442" y="1259486"/>
                  </a:lnTo>
                  <a:lnTo>
                    <a:pt x="918257" y="1268422"/>
                  </a:lnTo>
                  <a:lnTo>
                    <a:pt x="919071" y="1234032"/>
                  </a:lnTo>
                  <a:lnTo>
                    <a:pt x="919886" y="1215337"/>
                  </a:lnTo>
                  <a:lnTo>
                    <a:pt x="920701" y="1258753"/>
                  </a:lnTo>
                  <a:lnTo>
                    <a:pt x="921516" y="1327666"/>
                  </a:lnTo>
                  <a:lnTo>
                    <a:pt x="922331" y="1379160"/>
                  </a:lnTo>
                  <a:lnTo>
                    <a:pt x="923145" y="1303693"/>
                  </a:lnTo>
                  <a:lnTo>
                    <a:pt x="923960" y="1352818"/>
                  </a:lnTo>
                  <a:lnTo>
                    <a:pt x="924775" y="1429823"/>
                  </a:lnTo>
                  <a:lnTo>
                    <a:pt x="925590" y="1452616"/>
                  </a:lnTo>
                  <a:lnTo>
                    <a:pt x="926404" y="1489081"/>
                  </a:lnTo>
                  <a:lnTo>
                    <a:pt x="927219" y="1556679"/>
                  </a:lnTo>
                  <a:lnTo>
                    <a:pt x="928034" y="1551457"/>
                  </a:lnTo>
                  <a:lnTo>
                    <a:pt x="928849" y="1567168"/>
                  </a:lnTo>
                  <a:lnTo>
                    <a:pt x="929664" y="1551780"/>
                  </a:lnTo>
                  <a:lnTo>
                    <a:pt x="930478" y="1501476"/>
                  </a:lnTo>
                  <a:lnTo>
                    <a:pt x="931293" y="1476951"/>
                  </a:lnTo>
                  <a:lnTo>
                    <a:pt x="932108" y="1418673"/>
                  </a:lnTo>
                  <a:lnTo>
                    <a:pt x="932923" y="1403406"/>
                  </a:lnTo>
                  <a:lnTo>
                    <a:pt x="933737" y="1404346"/>
                  </a:lnTo>
                  <a:lnTo>
                    <a:pt x="934552" y="1401304"/>
                  </a:lnTo>
                  <a:lnTo>
                    <a:pt x="935367" y="1313245"/>
                  </a:lnTo>
                  <a:lnTo>
                    <a:pt x="936182" y="1234427"/>
                  </a:lnTo>
                  <a:lnTo>
                    <a:pt x="936997" y="1279877"/>
                  </a:lnTo>
                  <a:lnTo>
                    <a:pt x="937811" y="1308203"/>
                  </a:lnTo>
                  <a:lnTo>
                    <a:pt x="938626" y="1419469"/>
                  </a:lnTo>
                  <a:lnTo>
                    <a:pt x="939441" y="1459597"/>
                  </a:lnTo>
                  <a:lnTo>
                    <a:pt x="940256" y="1440894"/>
                  </a:lnTo>
                  <a:lnTo>
                    <a:pt x="941070" y="1381173"/>
                  </a:lnTo>
                  <a:lnTo>
                    <a:pt x="941885" y="1384553"/>
                  </a:lnTo>
                  <a:lnTo>
                    <a:pt x="942700" y="1416144"/>
                  </a:lnTo>
                  <a:lnTo>
                    <a:pt x="943515" y="1380951"/>
                  </a:lnTo>
                  <a:lnTo>
                    <a:pt x="944330" y="1345147"/>
                  </a:lnTo>
                  <a:lnTo>
                    <a:pt x="945144" y="1320052"/>
                  </a:lnTo>
                  <a:lnTo>
                    <a:pt x="945959" y="1469289"/>
                  </a:lnTo>
                  <a:lnTo>
                    <a:pt x="946774" y="1440178"/>
                  </a:lnTo>
                  <a:lnTo>
                    <a:pt x="947589" y="1398430"/>
                  </a:lnTo>
                  <a:lnTo>
                    <a:pt x="948403" y="1374284"/>
                  </a:lnTo>
                  <a:lnTo>
                    <a:pt x="949218" y="1377543"/>
                  </a:lnTo>
                  <a:lnTo>
                    <a:pt x="950033" y="1362066"/>
                  </a:lnTo>
                  <a:lnTo>
                    <a:pt x="950848" y="1269625"/>
                  </a:lnTo>
                  <a:lnTo>
                    <a:pt x="951663" y="1331398"/>
                  </a:lnTo>
                  <a:lnTo>
                    <a:pt x="952477" y="1314207"/>
                  </a:lnTo>
                  <a:lnTo>
                    <a:pt x="953292" y="1347417"/>
                  </a:lnTo>
                  <a:lnTo>
                    <a:pt x="954107" y="1245699"/>
                  </a:lnTo>
                  <a:lnTo>
                    <a:pt x="954922" y="1321948"/>
                  </a:lnTo>
                  <a:lnTo>
                    <a:pt x="955736" y="1381553"/>
                  </a:lnTo>
                  <a:lnTo>
                    <a:pt x="956551" y="1314061"/>
                  </a:lnTo>
                  <a:lnTo>
                    <a:pt x="957366" y="1203277"/>
                  </a:lnTo>
                  <a:lnTo>
                    <a:pt x="958181" y="1057798"/>
                  </a:lnTo>
                  <a:lnTo>
                    <a:pt x="958996" y="1109002"/>
                  </a:lnTo>
                  <a:lnTo>
                    <a:pt x="959810" y="1180903"/>
                  </a:lnTo>
                  <a:lnTo>
                    <a:pt x="960625" y="1087753"/>
                  </a:lnTo>
                  <a:lnTo>
                    <a:pt x="961440" y="1152244"/>
                  </a:lnTo>
                  <a:lnTo>
                    <a:pt x="962255" y="1216157"/>
                  </a:lnTo>
                  <a:lnTo>
                    <a:pt x="963070" y="1298737"/>
                  </a:lnTo>
                  <a:lnTo>
                    <a:pt x="963884" y="1327818"/>
                  </a:lnTo>
                  <a:lnTo>
                    <a:pt x="964699" y="1267031"/>
                  </a:lnTo>
                  <a:lnTo>
                    <a:pt x="965514" y="1333627"/>
                  </a:lnTo>
                  <a:lnTo>
                    <a:pt x="966329" y="1382740"/>
                  </a:lnTo>
                  <a:lnTo>
                    <a:pt x="967143" y="1355820"/>
                  </a:lnTo>
                  <a:lnTo>
                    <a:pt x="967958" y="1324366"/>
                  </a:lnTo>
                  <a:lnTo>
                    <a:pt x="968773" y="1371668"/>
                  </a:lnTo>
                  <a:lnTo>
                    <a:pt x="969588" y="1477482"/>
                  </a:lnTo>
                  <a:lnTo>
                    <a:pt x="970403" y="1534485"/>
                  </a:lnTo>
                  <a:lnTo>
                    <a:pt x="971217" y="1565948"/>
                  </a:lnTo>
                  <a:lnTo>
                    <a:pt x="972032" y="1554405"/>
                  </a:lnTo>
                  <a:lnTo>
                    <a:pt x="972847" y="1588807"/>
                  </a:lnTo>
                  <a:lnTo>
                    <a:pt x="973662" y="1549315"/>
                  </a:lnTo>
                  <a:lnTo>
                    <a:pt x="974476" y="1531619"/>
                  </a:lnTo>
                  <a:lnTo>
                    <a:pt x="975291" y="1516160"/>
                  </a:lnTo>
                  <a:lnTo>
                    <a:pt x="976106" y="1598967"/>
                  </a:lnTo>
                  <a:lnTo>
                    <a:pt x="976921" y="1590886"/>
                  </a:lnTo>
                  <a:lnTo>
                    <a:pt x="977736" y="1650352"/>
                  </a:lnTo>
                  <a:lnTo>
                    <a:pt x="978550" y="1654401"/>
                  </a:lnTo>
                  <a:lnTo>
                    <a:pt x="979365" y="1624653"/>
                  </a:lnTo>
                  <a:lnTo>
                    <a:pt x="980180" y="1679071"/>
                  </a:lnTo>
                  <a:lnTo>
                    <a:pt x="980995" y="1604840"/>
                  </a:lnTo>
                  <a:lnTo>
                    <a:pt x="981809" y="1592214"/>
                  </a:lnTo>
                  <a:lnTo>
                    <a:pt x="982624" y="1582442"/>
                  </a:lnTo>
                  <a:lnTo>
                    <a:pt x="983439" y="1607507"/>
                  </a:lnTo>
                  <a:lnTo>
                    <a:pt x="984254" y="1650071"/>
                  </a:lnTo>
                  <a:lnTo>
                    <a:pt x="985069" y="1600213"/>
                  </a:lnTo>
                  <a:lnTo>
                    <a:pt x="985883" y="1603452"/>
                  </a:lnTo>
                  <a:lnTo>
                    <a:pt x="986698" y="1569995"/>
                  </a:lnTo>
                  <a:lnTo>
                    <a:pt x="987513" y="1516818"/>
                  </a:lnTo>
                  <a:lnTo>
                    <a:pt x="988328" y="1528546"/>
                  </a:lnTo>
                  <a:lnTo>
                    <a:pt x="989142" y="1361471"/>
                  </a:lnTo>
                  <a:lnTo>
                    <a:pt x="989957" y="1315898"/>
                  </a:lnTo>
                  <a:lnTo>
                    <a:pt x="990772" y="1289620"/>
                  </a:lnTo>
                  <a:lnTo>
                    <a:pt x="991587" y="1371055"/>
                  </a:lnTo>
                  <a:lnTo>
                    <a:pt x="992402" y="1409801"/>
                  </a:lnTo>
                  <a:lnTo>
                    <a:pt x="993216" y="1439727"/>
                  </a:lnTo>
                  <a:lnTo>
                    <a:pt x="994031" y="1298082"/>
                  </a:lnTo>
                  <a:lnTo>
                    <a:pt x="994846" y="1314618"/>
                  </a:lnTo>
                  <a:lnTo>
                    <a:pt x="995661" y="1305756"/>
                  </a:lnTo>
                  <a:lnTo>
                    <a:pt x="996476" y="1348497"/>
                  </a:lnTo>
                  <a:lnTo>
                    <a:pt x="997290" y="1416540"/>
                  </a:lnTo>
                  <a:lnTo>
                    <a:pt x="998105" y="1430617"/>
                  </a:lnTo>
                  <a:lnTo>
                    <a:pt x="998920" y="1439801"/>
                  </a:lnTo>
                  <a:lnTo>
                    <a:pt x="999735" y="1393215"/>
                  </a:lnTo>
                  <a:lnTo>
                    <a:pt x="1000549" y="1392321"/>
                  </a:lnTo>
                  <a:lnTo>
                    <a:pt x="1001364" y="1325100"/>
                  </a:lnTo>
                  <a:lnTo>
                    <a:pt x="1002179" y="1323027"/>
                  </a:lnTo>
                  <a:lnTo>
                    <a:pt x="1002994" y="1303200"/>
                  </a:lnTo>
                  <a:lnTo>
                    <a:pt x="1003809" y="1330550"/>
                  </a:lnTo>
                  <a:lnTo>
                    <a:pt x="1004623" y="1297501"/>
                  </a:lnTo>
                  <a:lnTo>
                    <a:pt x="1005438" y="1364439"/>
                  </a:lnTo>
                  <a:lnTo>
                    <a:pt x="1006253" y="1429688"/>
                  </a:lnTo>
                  <a:lnTo>
                    <a:pt x="1007068" y="1478670"/>
                  </a:lnTo>
                  <a:lnTo>
                    <a:pt x="1007882" y="1495308"/>
                  </a:lnTo>
                  <a:lnTo>
                    <a:pt x="1008697" y="1486850"/>
                  </a:lnTo>
                  <a:lnTo>
                    <a:pt x="1009512" y="1451444"/>
                  </a:lnTo>
                  <a:lnTo>
                    <a:pt x="1010327" y="1457431"/>
                  </a:lnTo>
                  <a:lnTo>
                    <a:pt x="1011142" y="1487526"/>
                  </a:lnTo>
                  <a:lnTo>
                    <a:pt x="1011956" y="1547494"/>
                  </a:lnTo>
                  <a:lnTo>
                    <a:pt x="1012771" y="1603891"/>
                  </a:lnTo>
                  <a:lnTo>
                    <a:pt x="1013586" y="1648303"/>
                  </a:lnTo>
                  <a:lnTo>
                    <a:pt x="1014401" y="1631517"/>
                  </a:lnTo>
                  <a:lnTo>
                    <a:pt x="1015215" y="1642055"/>
                  </a:lnTo>
                  <a:lnTo>
                    <a:pt x="1016030" y="1667816"/>
                  </a:lnTo>
                  <a:lnTo>
                    <a:pt x="1016845" y="1645784"/>
                  </a:lnTo>
                  <a:lnTo>
                    <a:pt x="1017660" y="1626668"/>
                  </a:lnTo>
                  <a:lnTo>
                    <a:pt x="1018475" y="1637712"/>
                  </a:lnTo>
                  <a:lnTo>
                    <a:pt x="1019289" y="1660483"/>
                  </a:lnTo>
                  <a:lnTo>
                    <a:pt x="1020104" y="1672941"/>
                  </a:lnTo>
                  <a:lnTo>
                    <a:pt x="1020919" y="1685131"/>
                  </a:lnTo>
                  <a:lnTo>
                    <a:pt x="1021734" y="1631176"/>
                  </a:lnTo>
                  <a:lnTo>
                    <a:pt x="1022548" y="1665998"/>
                  </a:lnTo>
                  <a:lnTo>
                    <a:pt x="1023363" y="1658702"/>
                  </a:lnTo>
                  <a:lnTo>
                    <a:pt x="1024178" y="1615744"/>
                  </a:lnTo>
                  <a:lnTo>
                    <a:pt x="1024993" y="1525008"/>
                  </a:lnTo>
                  <a:lnTo>
                    <a:pt x="1025808" y="1548777"/>
                  </a:lnTo>
                  <a:lnTo>
                    <a:pt x="1026622" y="1595319"/>
                  </a:lnTo>
                  <a:lnTo>
                    <a:pt x="1027437" y="1594184"/>
                  </a:lnTo>
                  <a:lnTo>
                    <a:pt x="1028252" y="1553003"/>
                  </a:lnTo>
                  <a:lnTo>
                    <a:pt x="1029067" y="1593992"/>
                  </a:lnTo>
                  <a:lnTo>
                    <a:pt x="1029881" y="1603279"/>
                  </a:lnTo>
                  <a:lnTo>
                    <a:pt x="1030696" y="1606173"/>
                  </a:lnTo>
                  <a:lnTo>
                    <a:pt x="1031511" y="1606012"/>
                  </a:lnTo>
                  <a:lnTo>
                    <a:pt x="1032326" y="1527759"/>
                  </a:lnTo>
                  <a:lnTo>
                    <a:pt x="1033141" y="1495603"/>
                  </a:lnTo>
                  <a:lnTo>
                    <a:pt x="1033955" y="1548021"/>
                  </a:lnTo>
                  <a:lnTo>
                    <a:pt x="1034770" y="1540549"/>
                  </a:lnTo>
                  <a:lnTo>
                    <a:pt x="1035585" y="1544429"/>
                  </a:lnTo>
                  <a:lnTo>
                    <a:pt x="1036400" y="1527026"/>
                  </a:lnTo>
                  <a:lnTo>
                    <a:pt x="1037215" y="1539335"/>
                  </a:lnTo>
                  <a:lnTo>
                    <a:pt x="1038029" y="1476590"/>
                  </a:lnTo>
                  <a:lnTo>
                    <a:pt x="1038844" y="1423518"/>
                  </a:lnTo>
                  <a:lnTo>
                    <a:pt x="1039659" y="1397545"/>
                  </a:lnTo>
                  <a:lnTo>
                    <a:pt x="1040474" y="1343166"/>
                  </a:lnTo>
                  <a:lnTo>
                    <a:pt x="1041288" y="1414154"/>
                  </a:lnTo>
                  <a:lnTo>
                    <a:pt x="1042103" y="1500746"/>
                  </a:lnTo>
                  <a:lnTo>
                    <a:pt x="1042918" y="1446161"/>
                  </a:lnTo>
                  <a:lnTo>
                    <a:pt x="1043733" y="1412754"/>
                  </a:lnTo>
                  <a:lnTo>
                    <a:pt x="1044548" y="1499092"/>
                  </a:lnTo>
                  <a:lnTo>
                    <a:pt x="1045362" y="1586662"/>
                  </a:lnTo>
                  <a:lnTo>
                    <a:pt x="1046177" y="1585675"/>
                  </a:lnTo>
                  <a:lnTo>
                    <a:pt x="1046992" y="1563666"/>
                  </a:lnTo>
                  <a:lnTo>
                    <a:pt x="1047807" y="1571339"/>
                  </a:lnTo>
                  <a:lnTo>
                    <a:pt x="1048621" y="1565076"/>
                  </a:lnTo>
                  <a:lnTo>
                    <a:pt x="1049436" y="1547336"/>
                  </a:lnTo>
                  <a:lnTo>
                    <a:pt x="1050251" y="1551933"/>
                  </a:lnTo>
                  <a:lnTo>
                    <a:pt x="1051066" y="1514587"/>
                  </a:lnTo>
                  <a:lnTo>
                    <a:pt x="1051881" y="1549869"/>
                  </a:lnTo>
                  <a:lnTo>
                    <a:pt x="1052695" y="1530055"/>
                  </a:lnTo>
                  <a:lnTo>
                    <a:pt x="1053510" y="1470981"/>
                  </a:lnTo>
                  <a:lnTo>
                    <a:pt x="1054325" y="1489464"/>
                  </a:lnTo>
                  <a:lnTo>
                    <a:pt x="1055140" y="1522744"/>
                  </a:lnTo>
                  <a:lnTo>
                    <a:pt x="1055954" y="1540864"/>
                  </a:lnTo>
                  <a:lnTo>
                    <a:pt x="1056769" y="1516635"/>
                  </a:lnTo>
                  <a:lnTo>
                    <a:pt x="1057584" y="1551832"/>
                  </a:lnTo>
                  <a:lnTo>
                    <a:pt x="1058399" y="1546262"/>
                  </a:lnTo>
                  <a:lnTo>
                    <a:pt x="1059214" y="1528380"/>
                  </a:lnTo>
                  <a:lnTo>
                    <a:pt x="1060028" y="1542225"/>
                  </a:lnTo>
                  <a:lnTo>
                    <a:pt x="1060843" y="1530068"/>
                  </a:lnTo>
                  <a:lnTo>
                    <a:pt x="1061658" y="1544496"/>
                  </a:lnTo>
                  <a:lnTo>
                    <a:pt x="1062473" y="1544191"/>
                  </a:lnTo>
                  <a:lnTo>
                    <a:pt x="1063287" y="1526799"/>
                  </a:lnTo>
                  <a:lnTo>
                    <a:pt x="1064102" y="1561941"/>
                  </a:lnTo>
                  <a:lnTo>
                    <a:pt x="1064917" y="1551824"/>
                  </a:lnTo>
                  <a:lnTo>
                    <a:pt x="1065732" y="1535701"/>
                  </a:lnTo>
                  <a:lnTo>
                    <a:pt x="1066547" y="1510796"/>
                  </a:lnTo>
                  <a:lnTo>
                    <a:pt x="1067361" y="1561207"/>
                  </a:lnTo>
                  <a:lnTo>
                    <a:pt x="1068176" y="1572156"/>
                  </a:lnTo>
                  <a:lnTo>
                    <a:pt x="1068991" y="1583607"/>
                  </a:lnTo>
                  <a:lnTo>
                    <a:pt x="1069806" y="1616858"/>
                  </a:lnTo>
                  <a:lnTo>
                    <a:pt x="1070620" y="1648136"/>
                  </a:lnTo>
                  <a:lnTo>
                    <a:pt x="1071435" y="1652116"/>
                  </a:lnTo>
                  <a:lnTo>
                    <a:pt x="1072250" y="1630813"/>
                  </a:lnTo>
                  <a:lnTo>
                    <a:pt x="1073065" y="1645074"/>
                  </a:lnTo>
                  <a:lnTo>
                    <a:pt x="1073880" y="1641387"/>
                  </a:lnTo>
                  <a:lnTo>
                    <a:pt x="1074694" y="1619383"/>
                  </a:lnTo>
                  <a:lnTo>
                    <a:pt x="1075509" y="1599909"/>
                  </a:lnTo>
                  <a:lnTo>
                    <a:pt x="1076324" y="1560621"/>
                  </a:lnTo>
                  <a:lnTo>
                    <a:pt x="1077139" y="1520363"/>
                  </a:lnTo>
                  <a:lnTo>
                    <a:pt x="1077954" y="1495501"/>
                  </a:lnTo>
                  <a:lnTo>
                    <a:pt x="1078768" y="1475425"/>
                  </a:lnTo>
                  <a:lnTo>
                    <a:pt x="1079583" y="1441986"/>
                  </a:lnTo>
                  <a:lnTo>
                    <a:pt x="1080398" y="1544975"/>
                  </a:lnTo>
                  <a:lnTo>
                    <a:pt x="1081213" y="1576941"/>
                  </a:lnTo>
                  <a:lnTo>
                    <a:pt x="1082027" y="1618437"/>
                  </a:lnTo>
                  <a:lnTo>
                    <a:pt x="1082842" y="1648397"/>
                  </a:lnTo>
                  <a:lnTo>
                    <a:pt x="1083657" y="1686978"/>
                  </a:lnTo>
                  <a:lnTo>
                    <a:pt x="1084472" y="1681249"/>
                  </a:lnTo>
                  <a:lnTo>
                    <a:pt x="1085287" y="1674768"/>
                  </a:lnTo>
                  <a:lnTo>
                    <a:pt x="1086101" y="1691386"/>
                  </a:lnTo>
                  <a:lnTo>
                    <a:pt x="1086916" y="1682299"/>
                  </a:lnTo>
                  <a:lnTo>
                    <a:pt x="1087731" y="1705310"/>
                  </a:lnTo>
                  <a:lnTo>
                    <a:pt x="1088546" y="1698622"/>
                  </a:lnTo>
                  <a:lnTo>
                    <a:pt x="1089360" y="1684798"/>
                  </a:lnTo>
                  <a:lnTo>
                    <a:pt x="1090175" y="1705387"/>
                  </a:lnTo>
                  <a:lnTo>
                    <a:pt x="1090990" y="1688836"/>
                  </a:lnTo>
                  <a:lnTo>
                    <a:pt x="1091805" y="1675104"/>
                  </a:lnTo>
                  <a:lnTo>
                    <a:pt x="1092620" y="1672421"/>
                  </a:lnTo>
                  <a:lnTo>
                    <a:pt x="1093434" y="1697827"/>
                  </a:lnTo>
                  <a:lnTo>
                    <a:pt x="1094249" y="1711595"/>
                  </a:lnTo>
                  <a:lnTo>
                    <a:pt x="1095064" y="1681571"/>
                  </a:lnTo>
                  <a:lnTo>
                    <a:pt x="1095879" y="1698564"/>
                  </a:lnTo>
                  <a:lnTo>
                    <a:pt x="1096693" y="1688022"/>
                  </a:lnTo>
                  <a:lnTo>
                    <a:pt x="1097508" y="1703711"/>
                  </a:lnTo>
                  <a:lnTo>
                    <a:pt x="1098323" y="1695874"/>
                  </a:lnTo>
                  <a:lnTo>
                    <a:pt x="1099138" y="1674477"/>
                  </a:lnTo>
                  <a:lnTo>
                    <a:pt x="1099953" y="1674428"/>
                  </a:lnTo>
                  <a:lnTo>
                    <a:pt x="1100767" y="1641195"/>
                  </a:lnTo>
                  <a:lnTo>
                    <a:pt x="1101582" y="1611141"/>
                  </a:lnTo>
                  <a:lnTo>
                    <a:pt x="1102397" y="1606557"/>
                  </a:lnTo>
                  <a:lnTo>
                    <a:pt x="1103212" y="1620931"/>
                  </a:lnTo>
                  <a:lnTo>
                    <a:pt x="1104026" y="1623700"/>
                  </a:lnTo>
                  <a:lnTo>
                    <a:pt x="1104841" y="1613323"/>
                  </a:lnTo>
                  <a:lnTo>
                    <a:pt x="1105656" y="1642556"/>
                  </a:lnTo>
                  <a:lnTo>
                    <a:pt x="1106471" y="1637699"/>
                  </a:lnTo>
                  <a:lnTo>
                    <a:pt x="1107286" y="1641831"/>
                  </a:lnTo>
                  <a:lnTo>
                    <a:pt x="1108100" y="1624011"/>
                  </a:lnTo>
                  <a:lnTo>
                    <a:pt x="1108915" y="1617873"/>
                  </a:lnTo>
                  <a:lnTo>
                    <a:pt x="1109730" y="1649917"/>
                  </a:lnTo>
                  <a:lnTo>
                    <a:pt x="1110545" y="1655787"/>
                  </a:lnTo>
                  <a:lnTo>
                    <a:pt x="1111359" y="1656138"/>
                  </a:lnTo>
                  <a:lnTo>
                    <a:pt x="1112174" y="1651052"/>
                  </a:lnTo>
                  <a:lnTo>
                    <a:pt x="1112989" y="1628227"/>
                  </a:lnTo>
                  <a:lnTo>
                    <a:pt x="1113804" y="1628169"/>
                  </a:lnTo>
                  <a:lnTo>
                    <a:pt x="1114619" y="1613789"/>
                  </a:lnTo>
                  <a:lnTo>
                    <a:pt x="1115433" y="1569627"/>
                  </a:lnTo>
                  <a:lnTo>
                    <a:pt x="1116248" y="1497606"/>
                  </a:lnTo>
                  <a:lnTo>
                    <a:pt x="1117063" y="1442066"/>
                  </a:lnTo>
                  <a:lnTo>
                    <a:pt x="1117878" y="1455821"/>
                  </a:lnTo>
                  <a:lnTo>
                    <a:pt x="1118693" y="1478536"/>
                  </a:lnTo>
                  <a:lnTo>
                    <a:pt x="1119507" y="1557231"/>
                  </a:lnTo>
                  <a:lnTo>
                    <a:pt x="1120322" y="1587026"/>
                  </a:lnTo>
                  <a:lnTo>
                    <a:pt x="1121137" y="1583343"/>
                  </a:lnTo>
                  <a:lnTo>
                    <a:pt x="1121952" y="1550317"/>
                  </a:lnTo>
                  <a:lnTo>
                    <a:pt x="1122766" y="1550473"/>
                  </a:lnTo>
                  <a:lnTo>
                    <a:pt x="1123581" y="1573265"/>
                  </a:lnTo>
                  <a:lnTo>
                    <a:pt x="1124396" y="1619230"/>
                  </a:lnTo>
                  <a:lnTo>
                    <a:pt x="1125211" y="1637885"/>
                  </a:lnTo>
                  <a:lnTo>
                    <a:pt x="1126026" y="1669433"/>
                  </a:lnTo>
                  <a:lnTo>
                    <a:pt x="1126840" y="1676767"/>
                  </a:lnTo>
                  <a:lnTo>
                    <a:pt x="1127655" y="1694345"/>
                  </a:lnTo>
                  <a:lnTo>
                    <a:pt x="1128470" y="1702323"/>
                  </a:lnTo>
                  <a:lnTo>
                    <a:pt x="1129285" y="1696488"/>
                  </a:lnTo>
                  <a:lnTo>
                    <a:pt x="1130099" y="1690197"/>
                  </a:lnTo>
                  <a:lnTo>
                    <a:pt x="1130914" y="1681948"/>
                  </a:lnTo>
                  <a:lnTo>
                    <a:pt x="1131729" y="1705669"/>
                  </a:lnTo>
                  <a:lnTo>
                    <a:pt x="1132544" y="1711470"/>
                  </a:lnTo>
                  <a:lnTo>
                    <a:pt x="1133359" y="1710485"/>
                  </a:lnTo>
                  <a:lnTo>
                    <a:pt x="1134173" y="1698676"/>
                  </a:lnTo>
                  <a:lnTo>
                    <a:pt x="1134988" y="1714119"/>
                  </a:lnTo>
                  <a:lnTo>
                    <a:pt x="1135803" y="1689497"/>
                  </a:lnTo>
                  <a:lnTo>
                    <a:pt x="1136618" y="1660417"/>
                  </a:lnTo>
                  <a:lnTo>
                    <a:pt x="1137432" y="1624385"/>
                  </a:lnTo>
                  <a:lnTo>
                    <a:pt x="1138247" y="1601575"/>
                  </a:lnTo>
                  <a:lnTo>
                    <a:pt x="1139062" y="1657239"/>
                  </a:lnTo>
                  <a:lnTo>
                    <a:pt x="1139877" y="1659221"/>
                  </a:lnTo>
                  <a:lnTo>
                    <a:pt x="1140692" y="1659138"/>
                  </a:lnTo>
                  <a:lnTo>
                    <a:pt x="1141506" y="1686003"/>
                  </a:lnTo>
                  <a:lnTo>
                    <a:pt x="1142321" y="1649449"/>
                  </a:lnTo>
                  <a:lnTo>
                    <a:pt x="1143136" y="1655781"/>
                  </a:lnTo>
                  <a:lnTo>
                    <a:pt x="1143951" y="1650843"/>
                  </a:lnTo>
                  <a:lnTo>
                    <a:pt x="1144765" y="1650501"/>
                  </a:lnTo>
                  <a:lnTo>
                    <a:pt x="1145580" y="1639819"/>
                  </a:lnTo>
                  <a:lnTo>
                    <a:pt x="1146395" y="1614589"/>
                  </a:lnTo>
                  <a:lnTo>
                    <a:pt x="1147210" y="1624871"/>
                  </a:lnTo>
                  <a:lnTo>
                    <a:pt x="1148025" y="1648541"/>
                  </a:lnTo>
                  <a:lnTo>
                    <a:pt x="1148839" y="1619370"/>
                  </a:lnTo>
                  <a:lnTo>
                    <a:pt x="1149654" y="1610856"/>
                  </a:lnTo>
                  <a:lnTo>
                    <a:pt x="1150469" y="1604979"/>
                  </a:lnTo>
                  <a:lnTo>
                    <a:pt x="1151284" y="1614598"/>
                  </a:lnTo>
                  <a:lnTo>
                    <a:pt x="1152098" y="1607821"/>
                  </a:lnTo>
                  <a:lnTo>
                    <a:pt x="1152913" y="1582534"/>
                  </a:lnTo>
                  <a:lnTo>
                    <a:pt x="1153728" y="1571506"/>
                  </a:lnTo>
                  <a:lnTo>
                    <a:pt x="1154543" y="1570737"/>
                  </a:lnTo>
                  <a:lnTo>
                    <a:pt x="1155358" y="1613891"/>
                  </a:lnTo>
                  <a:lnTo>
                    <a:pt x="1156172" y="1598175"/>
                  </a:lnTo>
                  <a:lnTo>
                    <a:pt x="1156987" y="1558559"/>
                  </a:lnTo>
                  <a:lnTo>
                    <a:pt x="1157802" y="1499603"/>
                  </a:lnTo>
                  <a:lnTo>
                    <a:pt x="1158617" y="1552309"/>
                  </a:lnTo>
                  <a:lnTo>
                    <a:pt x="1159432" y="1602199"/>
                  </a:lnTo>
                  <a:lnTo>
                    <a:pt x="1160246" y="1528188"/>
                  </a:lnTo>
                  <a:lnTo>
                    <a:pt x="1161061" y="1545635"/>
                  </a:lnTo>
                  <a:lnTo>
                    <a:pt x="1161876" y="1566094"/>
                  </a:lnTo>
                  <a:lnTo>
                    <a:pt x="1162691" y="1547895"/>
                  </a:lnTo>
                  <a:lnTo>
                    <a:pt x="1163505" y="1558260"/>
                  </a:lnTo>
                  <a:lnTo>
                    <a:pt x="1164320" y="1561453"/>
                  </a:lnTo>
                  <a:lnTo>
                    <a:pt x="1165135" y="1553613"/>
                  </a:lnTo>
                  <a:lnTo>
                    <a:pt x="1165950" y="1546890"/>
                  </a:lnTo>
                  <a:lnTo>
                    <a:pt x="1166765" y="1541154"/>
                  </a:lnTo>
                  <a:lnTo>
                    <a:pt x="1167579" y="1567920"/>
                  </a:lnTo>
                  <a:lnTo>
                    <a:pt x="1168394" y="1540391"/>
                  </a:lnTo>
                  <a:lnTo>
                    <a:pt x="1169209" y="1530778"/>
                  </a:lnTo>
                  <a:lnTo>
                    <a:pt x="1170024" y="1541814"/>
                  </a:lnTo>
                  <a:lnTo>
                    <a:pt x="1170838" y="1474835"/>
                  </a:lnTo>
                  <a:lnTo>
                    <a:pt x="1171653" y="1444404"/>
                  </a:lnTo>
                  <a:lnTo>
                    <a:pt x="1172468" y="1424424"/>
                  </a:lnTo>
                  <a:lnTo>
                    <a:pt x="1173283" y="1476837"/>
                  </a:lnTo>
                  <a:lnTo>
                    <a:pt x="1174098" y="1532424"/>
                  </a:lnTo>
                  <a:lnTo>
                    <a:pt x="1174912" y="1543382"/>
                  </a:lnTo>
                  <a:lnTo>
                    <a:pt x="1175727" y="1554039"/>
                  </a:lnTo>
                  <a:lnTo>
                    <a:pt x="1176542" y="1559864"/>
                  </a:lnTo>
                  <a:lnTo>
                    <a:pt x="1177357" y="1499579"/>
                  </a:lnTo>
                  <a:lnTo>
                    <a:pt x="1178171" y="1469143"/>
                  </a:lnTo>
                  <a:lnTo>
                    <a:pt x="1178986" y="1508449"/>
                  </a:lnTo>
                  <a:lnTo>
                    <a:pt x="1179801" y="1525313"/>
                  </a:lnTo>
                  <a:lnTo>
                    <a:pt x="1180616" y="1487050"/>
                  </a:lnTo>
                  <a:lnTo>
                    <a:pt x="1181431" y="1465895"/>
                  </a:lnTo>
                  <a:lnTo>
                    <a:pt x="1182245" y="1563427"/>
                  </a:lnTo>
                  <a:lnTo>
                    <a:pt x="1183060" y="1555767"/>
                  </a:lnTo>
                  <a:lnTo>
                    <a:pt x="1183875" y="1609640"/>
                  </a:lnTo>
                  <a:lnTo>
                    <a:pt x="1184690" y="1594246"/>
                  </a:lnTo>
                  <a:lnTo>
                    <a:pt x="1185504" y="1627015"/>
                  </a:lnTo>
                  <a:lnTo>
                    <a:pt x="1186319" y="1624110"/>
                  </a:lnTo>
                  <a:lnTo>
                    <a:pt x="1187134" y="1624696"/>
                  </a:lnTo>
                  <a:lnTo>
                    <a:pt x="1187949" y="1612740"/>
                  </a:lnTo>
                  <a:lnTo>
                    <a:pt x="1188764" y="1645237"/>
                  </a:lnTo>
                  <a:lnTo>
                    <a:pt x="1189578" y="1667739"/>
                  </a:lnTo>
                  <a:lnTo>
                    <a:pt x="1190393" y="1603183"/>
                  </a:lnTo>
                  <a:lnTo>
                    <a:pt x="1191208" y="1590984"/>
                  </a:lnTo>
                  <a:lnTo>
                    <a:pt x="1192023" y="1558282"/>
                  </a:lnTo>
                  <a:lnTo>
                    <a:pt x="1192837" y="1522977"/>
                  </a:lnTo>
                  <a:lnTo>
                    <a:pt x="1193652" y="1531554"/>
                  </a:lnTo>
                  <a:lnTo>
                    <a:pt x="1194467" y="1474343"/>
                  </a:lnTo>
                  <a:lnTo>
                    <a:pt x="1195282" y="1381013"/>
                  </a:lnTo>
                  <a:lnTo>
                    <a:pt x="1196097" y="1343974"/>
                  </a:lnTo>
                  <a:lnTo>
                    <a:pt x="1196911" y="1358749"/>
                  </a:lnTo>
                  <a:lnTo>
                    <a:pt x="1197726" y="1380724"/>
                  </a:lnTo>
                  <a:lnTo>
                    <a:pt x="1198541" y="1306957"/>
                  </a:lnTo>
                  <a:lnTo>
                    <a:pt x="1199356" y="1281922"/>
                  </a:lnTo>
                  <a:lnTo>
                    <a:pt x="1200171" y="1332006"/>
                  </a:lnTo>
                  <a:lnTo>
                    <a:pt x="1200985" y="1348260"/>
                  </a:lnTo>
                  <a:lnTo>
                    <a:pt x="1201800" y="1391677"/>
                  </a:lnTo>
                  <a:lnTo>
                    <a:pt x="1202615" y="1395406"/>
                  </a:lnTo>
                  <a:lnTo>
                    <a:pt x="1203430" y="1385309"/>
                  </a:lnTo>
                  <a:lnTo>
                    <a:pt x="1204244" y="1370899"/>
                  </a:lnTo>
                  <a:lnTo>
                    <a:pt x="1205059" y="1362005"/>
                  </a:lnTo>
                  <a:lnTo>
                    <a:pt x="1205874" y="1397094"/>
                  </a:lnTo>
                  <a:lnTo>
                    <a:pt x="1206689" y="1304198"/>
                  </a:lnTo>
                  <a:lnTo>
                    <a:pt x="1207504" y="1315134"/>
                  </a:lnTo>
                  <a:lnTo>
                    <a:pt x="1208318" y="1291427"/>
                  </a:lnTo>
                  <a:lnTo>
                    <a:pt x="1209133" y="1326526"/>
                  </a:lnTo>
                  <a:lnTo>
                    <a:pt x="1209948" y="1307752"/>
                  </a:lnTo>
                  <a:lnTo>
                    <a:pt x="1210763" y="1328449"/>
                  </a:lnTo>
                  <a:lnTo>
                    <a:pt x="1211577" y="1404533"/>
                  </a:lnTo>
                  <a:lnTo>
                    <a:pt x="1212392" y="1423938"/>
                  </a:lnTo>
                  <a:lnTo>
                    <a:pt x="1213207" y="1463953"/>
                  </a:lnTo>
                  <a:lnTo>
                    <a:pt x="1214022" y="1475384"/>
                  </a:lnTo>
                  <a:lnTo>
                    <a:pt x="1214837" y="1478459"/>
                  </a:lnTo>
                  <a:lnTo>
                    <a:pt x="1215651" y="1488020"/>
                  </a:lnTo>
                  <a:lnTo>
                    <a:pt x="1216466" y="1505791"/>
                  </a:lnTo>
                  <a:lnTo>
                    <a:pt x="1217281" y="1513401"/>
                  </a:lnTo>
                  <a:lnTo>
                    <a:pt x="1218096" y="1517712"/>
                  </a:lnTo>
                  <a:lnTo>
                    <a:pt x="1218910" y="1478877"/>
                  </a:lnTo>
                  <a:lnTo>
                    <a:pt x="1219725" y="1424791"/>
                  </a:lnTo>
                  <a:lnTo>
                    <a:pt x="1220540" y="1438650"/>
                  </a:lnTo>
                  <a:lnTo>
                    <a:pt x="1221355" y="1414023"/>
                  </a:lnTo>
                  <a:lnTo>
                    <a:pt x="1222170" y="1418938"/>
                  </a:lnTo>
                  <a:lnTo>
                    <a:pt x="1222984" y="1470740"/>
                  </a:lnTo>
                  <a:lnTo>
                    <a:pt x="1223799" y="1492580"/>
                  </a:lnTo>
                  <a:lnTo>
                    <a:pt x="1224614" y="1511345"/>
                  </a:lnTo>
                  <a:lnTo>
                    <a:pt x="1225429" y="1489870"/>
                  </a:lnTo>
                  <a:lnTo>
                    <a:pt x="1226243" y="1471742"/>
                  </a:lnTo>
                  <a:lnTo>
                    <a:pt x="1227058" y="1403854"/>
                  </a:lnTo>
                  <a:lnTo>
                    <a:pt x="1227873" y="1305031"/>
                  </a:lnTo>
                  <a:lnTo>
                    <a:pt x="1228688" y="1240287"/>
                  </a:lnTo>
                  <a:lnTo>
                    <a:pt x="1229503" y="1284325"/>
                  </a:lnTo>
                  <a:lnTo>
                    <a:pt x="1230317" y="1320875"/>
                  </a:lnTo>
                  <a:lnTo>
                    <a:pt x="1231132" y="1294903"/>
                  </a:lnTo>
                  <a:lnTo>
                    <a:pt x="1231947" y="1352612"/>
                  </a:lnTo>
                  <a:lnTo>
                    <a:pt x="1232762" y="1380363"/>
                  </a:lnTo>
                  <a:lnTo>
                    <a:pt x="1233576" y="1373971"/>
                  </a:lnTo>
                  <a:lnTo>
                    <a:pt x="1234391" y="1412869"/>
                  </a:lnTo>
                  <a:lnTo>
                    <a:pt x="1235206" y="1384727"/>
                  </a:lnTo>
                  <a:lnTo>
                    <a:pt x="1236021" y="1270511"/>
                  </a:lnTo>
                  <a:lnTo>
                    <a:pt x="1236836" y="1300046"/>
                  </a:lnTo>
                  <a:lnTo>
                    <a:pt x="1237650" y="1239391"/>
                  </a:lnTo>
                  <a:lnTo>
                    <a:pt x="1238465" y="1308507"/>
                  </a:lnTo>
                  <a:lnTo>
                    <a:pt x="1239280" y="1369739"/>
                  </a:lnTo>
                  <a:lnTo>
                    <a:pt x="1240095" y="1411480"/>
                  </a:lnTo>
                  <a:lnTo>
                    <a:pt x="1240910" y="1545395"/>
                  </a:lnTo>
                  <a:lnTo>
                    <a:pt x="1241724" y="1551689"/>
                  </a:lnTo>
                  <a:lnTo>
                    <a:pt x="1242539" y="1494695"/>
                  </a:lnTo>
                  <a:lnTo>
                    <a:pt x="1243354" y="1396412"/>
                  </a:lnTo>
                  <a:lnTo>
                    <a:pt x="1244169" y="1428389"/>
                  </a:lnTo>
                  <a:lnTo>
                    <a:pt x="1244983" y="1515613"/>
                  </a:lnTo>
                  <a:lnTo>
                    <a:pt x="1245798" y="1536567"/>
                  </a:lnTo>
                  <a:lnTo>
                    <a:pt x="1246613" y="1531490"/>
                  </a:lnTo>
                  <a:lnTo>
                    <a:pt x="1247428" y="1568030"/>
                  </a:lnTo>
                  <a:lnTo>
                    <a:pt x="1248243" y="1524534"/>
                  </a:lnTo>
                  <a:lnTo>
                    <a:pt x="1249057" y="1599671"/>
                  </a:lnTo>
                  <a:lnTo>
                    <a:pt x="1249872" y="1575485"/>
                  </a:lnTo>
                  <a:lnTo>
                    <a:pt x="1250687" y="1431392"/>
                  </a:lnTo>
                  <a:lnTo>
                    <a:pt x="1251502" y="1457066"/>
                  </a:lnTo>
                  <a:lnTo>
                    <a:pt x="1252316" y="1425348"/>
                  </a:lnTo>
                  <a:lnTo>
                    <a:pt x="1253131" y="1462188"/>
                  </a:lnTo>
                  <a:lnTo>
                    <a:pt x="1253946" y="1520832"/>
                  </a:lnTo>
                  <a:lnTo>
                    <a:pt x="1254761" y="1459010"/>
                  </a:lnTo>
                  <a:lnTo>
                    <a:pt x="1255576" y="1424760"/>
                  </a:lnTo>
                  <a:lnTo>
                    <a:pt x="1256390" y="1440336"/>
                  </a:lnTo>
                  <a:lnTo>
                    <a:pt x="1257205" y="1450243"/>
                  </a:lnTo>
                  <a:lnTo>
                    <a:pt x="1258020" y="1475178"/>
                  </a:lnTo>
                  <a:lnTo>
                    <a:pt x="1258835" y="1486318"/>
                  </a:lnTo>
                  <a:lnTo>
                    <a:pt x="1259649" y="1510562"/>
                  </a:lnTo>
                  <a:lnTo>
                    <a:pt x="1260464" y="1525494"/>
                  </a:lnTo>
                  <a:lnTo>
                    <a:pt x="1261279" y="1493607"/>
                  </a:lnTo>
                  <a:lnTo>
                    <a:pt x="1262094" y="1508306"/>
                  </a:lnTo>
                  <a:lnTo>
                    <a:pt x="1262909" y="1461934"/>
                  </a:lnTo>
                  <a:lnTo>
                    <a:pt x="1263723" y="1403309"/>
                  </a:lnTo>
                  <a:lnTo>
                    <a:pt x="1264538" y="1419643"/>
                  </a:lnTo>
                  <a:lnTo>
                    <a:pt x="1265353" y="1536014"/>
                  </a:lnTo>
                  <a:lnTo>
                    <a:pt x="1266168" y="1561172"/>
                  </a:lnTo>
                  <a:lnTo>
                    <a:pt x="1266982" y="1593118"/>
                  </a:lnTo>
                  <a:lnTo>
                    <a:pt x="1267797" y="1623420"/>
                  </a:lnTo>
                  <a:lnTo>
                    <a:pt x="1268612" y="1606378"/>
                  </a:lnTo>
                  <a:lnTo>
                    <a:pt x="1269427" y="1605630"/>
                  </a:lnTo>
                  <a:lnTo>
                    <a:pt x="1270242" y="1596460"/>
                  </a:lnTo>
                  <a:lnTo>
                    <a:pt x="1271056" y="1628119"/>
                  </a:lnTo>
                  <a:lnTo>
                    <a:pt x="1271871" y="1639585"/>
                  </a:lnTo>
                  <a:lnTo>
                    <a:pt x="1272686" y="1645698"/>
                  </a:lnTo>
                  <a:lnTo>
                    <a:pt x="1273501" y="1670014"/>
                  </a:lnTo>
                  <a:lnTo>
                    <a:pt x="1274315" y="1677478"/>
                  </a:lnTo>
                  <a:lnTo>
                    <a:pt x="1275130" y="1681388"/>
                  </a:lnTo>
                  <a:lnTo>
                    <a:pt x="1275945" y="1673828"/>
                  </a:lnTo>
                  <a:lnTo>
                    <a:pt x="1276760" y="1679199"/>
                  </a:lnTo>
                  <a:lnTo>
                    <a:pt x="1277575" y="1671312"/>
                  </a:lnTo>
                  <a:lnTo>
                    <a:pt x="1278389" y="1639289"/>
                  </a:lnTo>
                  <a:lnTo>
                    <a:pt x="1279204" y="1630053"/>
                  </a:lnTo>
                  <a:lnTo>
                    <a:pt x="1280019" y="1602345"/>
                  </a:lnTo>
                  <a:lnTo>
                    <a:pt x="1280834" y="1588032"/>
                  </a:lnTo>
                  <a:lnTo>
                    <a:pt x="1281649" y="1453462"/>
                  </a:lnTo>
                  <a:lnTo>
                    <a:pt x="1282463" y="1403717"/>
                  </a:lnTo>
                  <a:lnTo>
                    <a:pt x="1283278" y="1448058"/>
                  </a:lnTo>
                  <a:lnTo>
                    <a:pt x="1284093" y="1589705"/>
                  </a:lnTo>
                  <a:lnTo>
                    <a:pt x="1284908" y="1585613"/>
                  </a:lnTo>
                  <a:lnTo>
                    <a:pt x="1285722" y="1619736"/>
                  </a:lnTo>
                  <a:lnTo>
                    <a:pt x="1286537" y="1592922"/>
                  </a:lnTo>
                  <a:lnTo>
                    <a:pt x="1287352" y="1647592"/>
                  </a:lnTo>
                  <a:lnTo>
                    <a:pt x="1288167" y="1635361"/>
                  </a:lnTo>
                  <a:lnTo>
                    <a:pt x="1288982" y="1637176"/>
                  </a:lnTo>
                  <a:lnTo>
                    <a:pt x="1289796" y="1597296"/>
                  </a:lnTo>
                  <a:lnTo>
                    <a:pt x="1290611" y="1552741"/>
                  </a:lnTo>
                  <a:lnTo>
                    <a:pt x="1291426" y="1600246"/>
                  </a:lnTo>
                  <a:lnTo>
                    <a:pt x="1292241" y="1567400"/>
                  </a:lnTo>
                  <a:lnTo>
                    <a:pt x="1293055" y="1578235"/>
                  </a:lnTo>
                  <a:lnTo>
                    <a:pt x="1293870" y="1570529"/>
                  </a:lnTo>
                  <a:lnTo>
                    <a:pt x="1294685" y="1582895"/>
                  </a:lnTo>
                  <a:lnTo>
                    <a:pt x="1295500" y="1590911"/>
                  </a:lnTo>
                  <a:lnTo>
                    <a:pt x="1296315" y="1607012"/>
                  </a:lnTo>
                  <a:lnTo>
                    <a:pt x="1297129" y="1655764"/>
                  </a:lnTo>
                  <a:lnTo>
                    <a:pt x="1297944" y="1690267"/>
                  </a:lnTo>
                  <a:lnTo>
                    <a:pt x="1298759" y="1691516"/>
                  </a:lnTo>
                  <a:lnTo>
                    <a:pt x="1299574" y="1666236"/>
                  </a:lnTo>
                  <a:lnTo>
                    <a:pt x="1300388" y="1636911"/>
                  </a:lnTo>
                  <a:lnTo>
                    <a:pt x="1301203" y="1646431"/>
                  </a:lnTo>
                  <a:lnTo>
                    <a:pt x="1302018" y="1614648"/>
                  </a:lnTo>
                  <a:lnTo>
                    <a:pt x="1302833" y="1593916"/>
                  </a:lnTo>
                  <a:lnTo>
                    <a:pt x="1303648" y="1593790"/>
                  </a:lnTo>
                  <a:lnTo>
                    <a:pt x="1304462" y="1537803"/>
                  </a:lnTo>
                  <a:lnTo>
                    <a:pt x="1305277" y="1521360"/>
                  </a:lnTo>
                  <a:lnTo>
                    <a:pt x="1306092" y="1483135"/>
                  </a:lnTo>
                  <a:lnTo>
                    <a:pt x="1306907" y="1421445"/>
                  </a:lnTo>
                  <a:lnTo>
                    <a:pt x="1307721" y="1393466"/>
                  </a:lnTo>
                  <a:lnTo>
                    <a:pt x="1308536" y="1411880"/>
                  </a:lnTo>
                  <a:lnTo>
                    <a:pt x="1309351" y="1517498"/>
                  </a:lnTo>
                  <a:lnTo>
                    <a:pt x="1310166" y="1528779"/>
                  </a:lnTo>
                  <a:lnTo>
                    <a:pt x="1310981" y="1543604"/>
                  </a:lnTo>
                  <a:lnTo>
                    <a:pt x="1311795" y="1565344"/>
                  </a:lnTo>
                  <a:lnTo>
                    <a:pt x="1312610" y="1551157"/>
                  </a:lnTo>
                  <a:lnTo>
                    <a:pt x="1313425" y="1555920"/>
                  </a:lnTo>
                  <a:lnTo>
                    <a:pt x="1314240" y="1508184"/>
                  </a:lnTo>
                  <a:lnTo>
                    <a:pt x="1315055" y="1481296"/>
                  </a:lnTo>
                  <a:lnTo>
                    <a:pt x="1315869" y="1401134"/>
                  </a:lnTo>
                  <a:lnTo>
                    <a:pt x="1316684" y="1345701"/>
                  </a:lnTo>
                  <a:lnTo>
                    <a:pt x="1317499" y="1392484"/>
                  </a:lnTo>
                  <a:lnTo>
                    <a:pt x="1318314" y="1475775"/>
                  </a:lnTo>
                  <a:lnTo>
                    <a:pt x="1319128" y="1498690"/>
                  </a:lnTo>
                  <a:lnTo>
                    <a:pt x="1319943" y="1493621"/>
                  </a:lnTo>
                  <a:lnTo>
                    <a:pt x="1320758" y="1484071"/>
                  </a:lnTo>
                  <a:lnTo>
                    <a:pt x="1321573" y="1430182"/>
                  </a:lnTo>
                  <a:lnTo>
                    <a:pt x="1322388" y="1359608"/>
                  </a:lnTo>
                  <a:lnTo>
                    <a:pt x="1323202" y="1338895"/>
                  </a:lnTo>
                  <a:lnTo>
                    <a:pt x="1324017" y="1341920"/>
                  </a:lnTo>
                  <a:lnTo>
                    <a:pt x="1324832" y="1406289"/>
                  </a:lnTo>
                  <a:lnTo>
                    <a:pt x="1325647" y="1483099"/>
                  </a:lnTo>
                  <a:lnTo>
                    <a:pt x="1326461" y="1548710"/>
                  </a:lnTo>
                  <a:lnTo>
                    <a:pt x="1327276" y="1553402"/>
                  </a:lnTo>
                  <a:lnTo>
                    <a:pt x="1328091" y="1497825"/>
                  </a:lnTo>
                  <a:lnTo>
                    <a:pt x="1328906" y="1461745"/>
                  </a:lnTo>
                  <a:lnTo>
                    <a:pt x="1329721" y="1520755"/>
                  </a:lnTo>
                  <a:lnTo>
                    <a:pt x="1330535" y="1548707"/>
                  </a:lnTo>
                  <a:lnTo>
                    <a:pt x="1331350" y="1572034"/>
                  </a:lnTo>
                  <a:lnTo>
                    <a:pt x="1332165" y="1597830"/>
                  </a:lnTo>
                  <a:lnTo>
                    <a:pt x="1332980" y="1603659"/>
                  </a:lnTo>
                  <a:lnTo>
                    <a:pt x="1333794" y="1592812"/>
                  </a:lnTo>
                  <a:lnTo>
                    <a:pt x="1334609" y="1539360"/>
                  </a:lnTo>
                  <a:lnTo>
                    <a:pt x="1335424" y="1457509"/>
                  </a:lnTo>
                  <a:lnTo>
                    <a:pt x="1336239" y="1428841"/>
                  </a:lnTo>
                  <a:lnTo>
                    <a:pt x="1337054" y="1409013"/>
                  </a:lnTo>
                  <a:lnTo>
                    <a:pt x="1337868" y="1421800"/>
                  </a:lnTo>
                  <a:lnTo>
                    <a:pt x="1338683" y="1527004"/>
                  </a:lnTo>
                  <a:lnTo>
                    <a:pt x="1339498" y="1551190"/>
                  </a:lnTo>
                  <a:lnTo>
                    <a:pt x="1340313" y="1573365"/>
                  </a:lnTo>
                  <a:lnTo>
                    <a:pt x="1341127" y="1563511"/>
                  </a:lnTo>
                  <a:lnTo>
                    <a:pt x="1341942" y="1572103"/>
                  </a:lnTo>
                  <a:lnTo>
                    <a:pt x="1342757" y="1542519"/>
                  </a:lnTo>
                  <a:lnTo>
                    <a:pt x="1343572" y="1478757"/>
                  </a:lnTo>
                  <a:lnTo>
                    <a:pt x="1344387" y="1548755"/>
                  </a:lnTo>
                  <a:lnTo>
                    <a:pt x="1345201" y="1563387"/>
                  </a:lnTo>
                  <a:lnTo>
                    <a:pt x="1346016" y="1582665"/>
                  </a:lnTo>
                  <a:lnTo>
                    <a:pt x="1346831" y="1559552"/>
                  </a:lnTo>
                  <a:lnTo>
                    <a:pt x="1347646" y="1599533"/>
                  </a:lnTo>
                  <a:lnTo>
                    <a:pt x="1348460" y="1638157"/>
                  </a:lnTo>
                  <a:lnTo>
                    <a:pt x="1349275" y="1664418"/>
                  </a:lnTo>
                  <a:lnTo>
                    <a:pt x="1350090" y="1623012"/>
                  </a:lnTo>
                  <a:lnTo>
                    <a:pt x="1350905" y="1587255"/>
                  </a:lnTo>
                  <a:lnTo>
                    <a:pt x="1351720" y="1600219"/>
                  </a:lnTo>
                  <a:lnTo>
                    <a:pt x="1352534" y="1635818"/>
                  </a:lnTo>
                  <a:lnTo>
                    <a:pt x="1353349" y="1625635"/>
                  </a:lnTo>
                  <a:lnTo>
                    <a:pt x="1354164" y="1644160"/>
                  </a:lnTo>
                  <a:lnTo>
                    <a:pt x="1354979" y="1669105"/>
                  </a:lnTo>
                  <a:lnTo>
                    <a:pt x="1355794" y="1656301"/>
                  </a:lnTo>
                  <a:lnTo>
                    <a:pt x="1356608" y="1648162"/>
                  </a:lnTo>
                  <a:lnTo>
                    <a:pt x="1357423" y="1622877"/>
                  </a:lnTo>
                  <a:lnTo>
                    <a:pt x="1358238" y="1545298"/>
                  </a:lnTo>
                  <a:lnTo>
                    <a:pt x="1359053" y="1518317"/>
                  </a:lnTo>
                  <a:lnTo>
                    <a:pt x="1359867" y="1487968"/>
                  </a:lnTo>
                  <a:lnTo>
                    <a:pt x="1360682" y="1511457"/>
                  </a:lnTo>
                  <a:lnTo>
                    <a:pt x="1361497" y="1465585"/>
                  </a:lnTo>
                  <a:lnTo>
                    <a:pt x="1362312" y="1394143"/>
                  </a:lnTo>
                  <a:lnTo>
                    <a:pt x="1363127" y="1371273"/>
                  </a:lnTo>
                  <a:lnTo>
                    <a:pt x="1363941" y="1388435"/>
                  </a:lnTo>
                  <a:lnTo>
                    <a:pt x="1364756" y="1476596"/>
                  </a:lnTo>
                  <a:lnTo>
                    <a:pt x="1365571" y="1494218"/>
                  </a:lnTo>
                  <a:lnTo>
                    <a:pt x="1366386" y="1504028"/>
                  </a:lnTo>
                  <a:lnTo>
                    <a:pt x="1367200" y="1555834"/>
                  </a:lnTo>
                  <a:lnTo>
                    <a:pt x="1368015" y="1623870"/>
                  </a:lnTo>
                  <a:lnTo>
                    <a:pt x="1368830" y="1650167"/>
                  </a:lnTo>
                  <a:lnTo>
                    <a:pt x="1369645" y="1649638"/>
                  </a:lnTo>
                  <a:lnTo>
                    <a:pt x="1370460" y="1672236"/>
                  </a:lnTo>
                  <a:lnTo>
                    <a:pt x="1371274" y="1657608"/>
                  </a:lnTo>
                  <a:lnTo>
                    <a:pt x="1372089" y="1691605"/>
                  </a:lnTo>
                  <a:lnTo>
                    <a:pt x="1372904" y="1682167"/>
                  </a:lnTo>
                  <a:lnTo>
                    <a:pt x="1373719" y="1634229"/>
                  </a:lnTo>
                  <a:lnTo>
                    <a:pt x="1374533" y="1639060"/>
                  </a:lnTo>
                  <a:lnTo>
                    <a:pt x="1375348" y="1659131"/>
                  </a:lnTo>
                  <a:lnTo>
                    <a:pt x="1376163" y="1667232"/>
                  </a:lnTo>
                  <a:lnTo>
                    <a:pt x="1376978" y="1662995"/>
                  </a:lnTo>
                  <a:lnTo>
                    <a:pt x="1377793" y="1642541"/>
                  </a:lnTo>
                  <a:lnTo>
                    <a:pt x="1378607" y="1641097"/>
                  </a:lnTo>
                  <a:lnTo>
                    <a:pt x="1379422" y="1617521"/>
                  </a:lnTo>
                  <a:lnTo>
                    <a:pt x="1380237" y="1576258"/>
                  </a:lnTo>
                  <a:lnTo>
                    <a:pt x="1381052" y="1459396"/>
                  </a:lnTo>
                  <a:lnTo>
                    <a:pt x="1381866" y="1399901"/>
                  </a:lnTo>
                  <a:lnTo>
                    <a:pt x="1382681" y="1481346"/>
                  </a:lnTo>
                  <a:lnTo>
                    <a:pt x="1383496" y="1480769"/>
                  </a:lnTo>
                  <a:lnTo>
                    <a:pt x="1384311" y="1400622"/>
                  </a:lnTo>
                  <a:lnTo>
                    <a:pt x="1385126" y="1382043"/>
                  </a:lnTo>
                  <a:lnTo>
                    <a:pt x="1385940" y="1502147"/>
                  </a:lnTo>
                  <a:lnTo>
                    <a:pt x="1386755" y="1535857"/>
                  </a:lnTo>
                  <a:lnTo>
                    <a:pt x="1387570" y="1497142"/>
                  </a:lnTo>
                  <a:lnTo>
                    <a:pt x="1388385" y="1498407"/>
                  </a:lnTo>
                  <a:lnTo>
                    <a:pt x="1389199" y="1506682"/>
                  </a:lnTo>
                  <a:lnTo>
                    <a:pt x="1390014" y="1493345"/>
                  </a:lnTo>
                  <a:lnTo>
                    <a:pt x="1390829" y="1469452"/>
                  </a:lnTo>
                  <a:lnTo>
                    <a:pt x="1391644" y="1425783"/>
                  </a:lnTo>
                  <a:lnTo>
                    <a:pt x="1392459" y="1477622"/>
                  </a:lnTo>
                  <a:lnTo>
                    <a:pt x="1393273" y="1474115"/>
                  </a:lnTo>
                  <a:lnTo>
                    <a:pt x="1394088" y="1509410"/>
                  </a:lnTo>
                  <a:lnTo>
                    <a:pt x="1394903" y="1517574"/>
                  </a:lnTo>
                  <a:lnTo>
                    <a:pt x="1395718" y="1464825"/>
                  </a:lnTo>
                  <a:lnTo>
                    <a:pt x="1396533" y="1380418"/>
                  </a:lnTo>
                  <a:lnTo>
                    <a:pt x="1397347" y="1331723"/>
                  </a:lnTo>
                  <a:lnTo>
                    <a:pt x="1398162" y="1356798"/>
                  </a:lnTo>
                  <a:lnTo>
                    <a:pt x="1398977" y="1387443"/>
                  </a:lnTo>
                  <a:lnTo>
                    <a:pt x="1399792" y="1333687"/>
                  </a:lnTo>
                  <a:lnTo>
                    <a:pt x="1400606" y="1316226"/>
                  </a:lnTo>
                  <a:lnTo>
                    <a:pt x="1401421" y="1399693"/>
                  </a:lnTo>
                  <a:lnTo>
                    <a:pt x="1402236" y="1423538"/>
                  </a:lnTo>
                  <a:lnTo>
                    <a:pt x="1403051" y="1471674"/>
                  </a:lnTo>
                  <a:lnTo>
                    <a:pt x="1403866" y="1493895"/>
                  </a:lnTo>
                  <a:lnTo>
                    <a:pt x="1404680" y="1515652"/>
                  </a:lnTo>
                  <a:lnTo>
                    <a:pt x="1405495" y="1495660"/>
                  </a:lnTo>
                  <a:lnTo>
                    <a:pt x="1406310" y="1473836"/>
                  </a:lnTo>
                  <a:lnTo>
                    <a:pt x="1407125" y="1397346"/>
                  </a:lnTo>
                  <a:lnTo>
                    <a:pt x="1407939" y="1343460"/>
                  </a:lnTo>
                  <a:lnTo>
                    <a:pt x="1408754" y="1317725"/>
                  </a:lnTo>
                  <a:lnTo>
                    <a:pt x="1409569" y="1332306"/>
                  </a:lnTo>
                  <a:lnTo>
                    <a:pt x="1410384" y="1341347"/>
                  </a:lnTo>
                  <a:lnTo>
                    <a:pt x="1411199" y="1430541"/>
                  </a:lnTo>
                  <a:lnTo>
                    <a:pt x="1412013" y="1544730"/>
                  </a:lnTo>
                  <a:lnTo>
                    <a:pt x="1412828" y="1581310"/>
                  </a:lnTo>
                  <a:lnTo>
                    <a:pt x="1413643" y="1609689"/>
                  </a:lnTo>
                  <a:lnTo>
                    <a:pt x="1414458" y="1617209"/>
                  </a:lnTo>
                  <a:lnTo>
                    <a:pt x="1415272" y="1603508"/>
                  </a:lnTo>
                  <a:lnTo>
                    <a:pt x="1416087" y="1581033"/>
                  </a:lnTo>
                  <a:lnTo>
                    <a:pt x="1416902" y="1582921"/>
                  </a:lnTo>
                  <a:lnTo>
                    <a:pt x="1417717" y="1549559"/>
                  </a:lnTo>
                  <a:lnTo>
                    <a:pt x="1418532" y="1534711"/>
                  </a:lnTo>
                  <a:lnTo>
                    <a:pt x="1419346" y="1564196"/>
                  </a:lnTo>
                  <a:lnTo>
                    <a:pt x="1420161" y="1635748"/>
                  </a:lnTo>
                  <a:lnTo>
                    <a:pt x="1420976" y="1655819"/>
                  </a:lnTo>
                  <a:lnTo>
                    <a:pt x="1421791" y="1681961"/>
                  </a:lnTo>
                  <a:lnTo>
                    <a:pt x="1422605" y="1675295"/>
                  </a:lnTo>
                  <a:lnTo>
                    <a:pt x="1423420" y="1677963"/>
                  </a:lnTo>
                  <a:lnTo>
                    <a:pt x="1424235" y="1689374"/>
                  </a:lnTo>
                  <a:lnTo>
                    <a:pt x="1425050" y="1675297"/>
                  </a:lnTo>
                  <a:lnTo>
                    <a:pt x="1425865" y="1681298"/>
                  </a:lnTo>
                  <a:lnTo>
                    <a:pt x="1426679" y="1622043"/>
                  </a:lnTo>
                  <a:lnTo>
                    <a:pt x="1427494" y="1619733"/>
                  </a:lnTo>
                  <a:lnTo>
                    <a:pt x="1428309" y="1622946"/>
                  </a:lnTo>
                  <a:lnTo>
                    <a:pt x="1429124" y="1626829"/>
                  </a:lnTo>
                  <a:lnTo>
                    <a:pt x="1429938" y="1632695"/>
                  </a:lnTo>
                  <a:lnTo>
                    <a:pt x="1430753" y="1615383"/>
                  </a:lnTo>
                  <a:lnTo>
                    <a:pt x="1431568" y="1629850"/>
                  </a:lnTo>
                  <a:lnTo>
                    <a:pt x="1432383" y="1569088"/>
                  </a:lnTo>
                  <a:lnTo>
                    <a:pt x="1433198" y="1588903"/>
                  </a:lnTo>
                  <a:lnTo>
                    <a:pt x="1434012" y="1630788"/>
                  </a:lnTo>
                  <a:lnTo>
                    <a:pt x="1434827" y="1640665"/>
                  </a:lnTo>
                  <a:lnTo>
                    <a:pt x="1435642" y="1681118"/>
                  </a:lnTo>
                  <a:lnTo>
                    <a:pt x="1436457" y="1679012"/>
                  </a:lnTo>
                  <a:lnTo>
                    <a:pt x="1437272" y="1659164"/>
                  </a:lnTo>
                  <a:lnTo>
                    <a:pt x="1438086" y="1652739"/>
                  </a:lnTo>
                  <a:lnTo>
                    <a:pt x="1438901" y="1628281"/>
                  </a:lnTo>
                  <a:lnTo>
                    <a:pt x="1439716" y="1618687"/>
                  </a:lnTo>
                  <a:lnTo>
                    <a:pt x="1440531" y="1534935"/>
                  </a:lnTo>
                  <a:lnTo>
                    <a:pt x="1441345" y="1519591"/>
                  </a:lnTo>
                  <a:lnTo>
                    <a:pt x="1442160" y="1499293"/>
                  </a:lnTo>
                  <a:lnTo>
                    <a:pt x="1442975" y="1482585"/>
                  </a:lnTo>
                  <a:lnTo>
                    <a:pt x="1443790" y="1520021"/>
                  </a:lnTo>
                  <a:lnTo>
                    <a:pt x="1444605" y="1590848"/>
                  </a:lnTo>
                  <a:lnTo>
                    <a:pt x="1445419" y="1634950"/>
                  </a:lnTo>
                  <a:lnTo>
                    <a:pt x="1446234" y="1643754"/>
                  </a:lnTo>
                  <a:lnTo>
                    <a:pt x="1447049" y="1660342"/>
                  </a:lnTo>
                  <a:lnTo>
                    <a:pt x="1447864" y="1672965"/>
                  </a:lnTo>
                  <a:lnTo>
                    <a:pt x="1448678" y="1666089"/>
                  </a:lnTo>
                  <a:lnTo>
                    <a:pt x="1449493" y="1661504"/>
                  </a:lnTo>
                  <a:lnTo>
                    <a:pt x="1450308" y="1658506"/>
                  </a:lnTo>
                  <a:lnTo>
                    <a:pt x="1451123" y="1627751"/>
                  </a:lnTo>
                  <a:lnTo>
                    <a:pt x="1451938" y="1647753"/>
                  </a:lnTo>
                  <a:lnTo>
                    <a:pt x="1452752" y="1630551"/>
                  </a:lnTo>
                  <a:lnTo>
                    <a:pt x="1453567" y="1567295"/>
                  </a:lnTo>
                  <a:lnTo>
                    <a:pt x="1454382" y="1579913"/>
                  </a:lnTo>
                  <a:lnTo>
                    <a:pt x="1455197" y="1597286"/>
                  </a:lnTo>
                  <a:lnTo>
                    <a:pt x="1456011" y="1663678"/>
                  </a:lnTo>
                  <a:lnTo>
                    <a:pt x="1456826" y="1613639"/>
                  </a:lnTo>
                  <a:lnTo>
                    <a:pt x="1457641" y="1612269"/>
                  </a:lnTo>
                  <a:lnTo>
                    <a:pt x="1458456" y="1581360"/>
                  </a:lnTo>
                  <a:lnTo>
                    <a:pt x="1459271" y="1490588"/>
                  </a:lnTo>
                  <a:lnTo>
                    <a:pt x="1460085" y="1553220"/>
                  </a:lnTo>
                  <a:lnTo>
                    <a:pt x="1460900" y="1535793"/>
                  </a:lnTo>
                  <a:lnTo>
                    <a:pt x="1461715" y="1544506"/>
                  </a:lnTo>
                  <a:lnTo>
                    <a:pt x="1462530" y="1561970"/>
                  </a:lnTo>
                  <a:lnTo>
                    <a:pt x="1463344" y="1597465"/>
                  </a:lnTo>
                  <a:lnTo>
                    <a:pt x="1464159" y="1579843"/>
                  </a:lnTo>
                  <a:lnTo>
                    <a:pt x="1464974" y="1492031"/>
                  </a:lnTo>
                  <a:lnTo>
                    <a:pt x="1465789" y="1447023"/>
                  </a:lnTo>
                  <a:lnTo>
                    <a:pt x="1466604" y="1460489"/>
                  </a:lnTo>
                  <a:lnTo>
                    <a:pt x="1467418" y="1564771"/>
                  </a:lnTo>
                  <a:lnTo>
                    <a:pt x="1468233" y="1563610"/>
                  </a:lnTo>
                  <a:lnTo>
                    <a:pt x="1469048" y="1601154"/>
                  </a:lnTo>
                  <a:lnTo>
                    <a:pt x="1469863" y="1602781"/>
                  </a:lnTo>
                  <a:lnTo>
                    <a:pt x="1470677" y="1627142"/>
                  </a:lnTo>
                  <a:lnTo>
                    <a:pt x="1471492" y="1600829"/>
                  </a:lnTo>
                  <a:lnTo>
                    <a:pt x="1472307" y="1547068"/>
                  </a:lnTo>
                  <a:lnTo>
                    <a:pt x="1473122" y="1498545"/>
                  </a:lnTo>
                  <a:lnTo>
                    <a:pt x="1473937" y="1420275"/>
                  </a:lnTo>
                  <a:lnTo>
                    <a:pt x="1474751" y="1516716"/>
                  </a:lnTo>
                  <a:lnTo>
                    <a:pt x="1475566" y="1584901"/>
                  </a:lnTo>
                  <a:lnTo>
                    <a:pt x="1476381" y="1625079"/>
                  </a:lnTo>
                  <a:lnTo>
                    <a:pt x="1477196" y="1649608"/>
                  </a:lnTo>
                  <a:lnTo>
                    <a:pt x="1478011" y="1609616"/>
                  </a:lnTo>
                  <a:lnTo>
                    <a:pt x="1478825" y="1606040"/>
                  </a:lnTo>
                  <a:lnTo>
                    <a:pt x="1479640" y="1588467"/>
                  </a:lnTo>
                  <a:lnTo>
                    <a:pt x="1480455" y="1610070"/>
                  </a:lnTo>
                  <a:lnTo>
                    <a:pt x="1481270" y="1629942"/>
                  </a:lnTo>
                  <a:lnTo>
                    <a:pt x="1482084" y="1633368"/>
                  </a:lnTo>
                  <a:lnTo>
                    <a:pt x="1482899" y="1675122"/>
                  </a:lnTo>
                  <a:lnTo>
                    <a:pt x="1483714" y="1670728"/>
                  </a:lnTo>
                  <a:lnTo>
                    <a:pt x="1484529" y="1651689"/>
                  </a:lnTo>
                  <a:lnTo>
                    <a:pt x="1485344" y="1617538"/>
                  </a:lnTo>
                  <a:lnTo>
                    <a:pt x="1486158" y="1558538"/>
                  </a:lnTo>
                  <a:lnTo>
                    <a:pt x="1486973" y="1523655"/>
                  </a:lnTo>
                  <a:lnTo>
                    <a:pt x="1487788" y="1529728"/>
                  </a:lnTo>
                  <a:lnTo>
                    <a:pt x="1488603" y="1565022"/>
                  </a:lnTo>
                  <a:lnTo>
                    <a:pt x="1489417" y="1599303"/>
                  </a:lnTo>
                  <a:lnTo>
                    <a:pt x="1490232" y="1667037"/>
                  </a:lnTo>
                  <a:lnTo>
                    <a:pt x="1491047" y="1631633"/>
                  </a:lnTo>
                  <a:lnTo>
                    <a:pt x="1491862" y="1582862"/>
                  </a:lnTo>
                  <a:lnTo>
                    <a:pt x="1492677" y="1473650"/>
                  </a:lnTo>
                  <a:lnTo>
                    <a:pt x="1493491" y="1532577"/>
                  </a:lnTo>
                  <a:lnTo>
                    <a:pt x="1494306" y="1559109"/>
                  </a:lnTo>
                  <a:lnTo>
                    <a:pt x="1495121" y="1558162"/>
                  </a:lnTo>
                  <a:lnTo>
                    <a:pt x="1495936" y="1580735"/>
                  </a:lnTo>
                  <a:lnTo>
                    <a:pt x="1496750" y="1537405"/>
                  </a:lnTo>
                  <a:lnTo>
                    <a:pt x="1497565" y="1488676"/>
                  </a:lnTo>
                  <a:lnTo>
                    <a:pt x="1498380" y="1471515"/>
                  </a:lnTo>
                  <a:lnTo>
                    <a:pt x="1499195" y="1573809"/>
                  </a:lnTo>
                  <a:lnTo>
                    <a:pt x="1500010" y="1559630"/>
                  </a:lnTo>
                  <a:lnTo>
                    <a:pt x="1500824" y="1598446"/>
                  </a:lnTo>
                  <a:lnTo>
                    <a:pt x="1501639" y="1590868"/>
                  </a:lnTo>
                  <a:lnTo>
                    <a:pt x="1502454" y="1571433"/>
                  </a:lnTo>
                  <a:lnTo>
                    <a:pt x="1503269" y="1504339"/>
                  </a:lnTo>
                  <a:lnTo>
                    <a:pt x="1504083" y="1565613"/>
                  </a:lnTo>
                  <a:lnTo>
                    <a:pt x="1504898" y="1634661"/>
                  </a:lnTo>
                  <a:lnTo>
                    <a:pt x="1505713" y="1625199"/>
                  </a:lnTo>
                  <a:lnTo>
                    <a:pt x="1506528" y="1622304"/>
                  </a:lnTo>
                  <a:lnTo>
                    <a:pt x="1507343" y="1638452"/>
                  </a:lnTo>
                  <a:lnTo>
                    <a:pt x="1508157" y="1594272"/>
                  </a:lnTo>
                  <a:lnTo>
                    <a:pt x="1508972" y="1558059"/>
                  </a:lnTo>
                  <a:lnTo>
                    <a:pt x="1509787" y="1559441"/>
                  </a:lnTo>
                  <a:lnTo>
                    <a:pt x="1510602" y="1570135"/>
                  </a:lnTo>
                  <a:lnTo>
                    <a:pt x="1511416" y="1572391"/>
                  </a:lnTo>
                  <a:lnTo>
                    <a:pt x="1512231" y="1598450"/>
                  </a:lnTo>
                  <a:lnTo>
                    <a:pt x="1513046" y="1615025"/>
                  </a:lnTo>
                  <a:lnTo>
                    <a:pt x="1513861" y="1628411"/>
                  </a:lnTo>
                  <a:lnTo>
                    <a:pt x="1514676" y="1640299"/>
                  </a:lnTo>
                  <a:lnTo>
                    <a:pt x="1515490" y="1628071"/>
                  </a:lnTo>
                  <a:lnTo>
                    <a:pt x="1516305" y="1647295"/>
                  </a:lnTo>
                  <a:lnTo>
                    <a:pt x="1517120" y="1656482"/>
                  </a:lnTo>
                  <a:lnTo>
                    <a:pt x="1517935" y="1657953"/>
                  </a:lnTo>
                  <a:lnTo>
                    <a:pt x="1518750" y="1664775"/>
                  </a:lnTo>
                  <a:lnTo>
                    <a:pt x="1519564" y="1680808"/>
                  </a:lnTo>
                  <a:lnTo>
                    <a:pt x="1520379" y="1702119"/>
                  </a:lnTo>
                  <a:lnTo>
                    <a:pt x="1521194" y="1693517"/>
                  </a:lnTo>
                  <a:lnTo>
                    <a:pt x="1522009" y="1693279"/>
                  </a:lnTo>
                  <a:lnTo>
                    <a:pt x="1522823" y="1654140"/>
                  </a:lnTo>
                  <a:lnTo>
                    <a:pt x="1523638" y="1621960"/>
                  </a:lnTo>
                  <a:lnTo>
                    <a:pt x="1524453" y="1572697"/>
                  </a:lnTo>
                  <a:lnTo>
                    <a:pt x="1525268" y="1532589"/>
                  </a:lnTo>
                  <a:lnTo>
                    <a:pt x="1526083" y="1595858"/>
                  </a:lnTo>
                  <a:lnTo>
                    <a:pt x="1526897" y="1600455"/>
                  </a:lnTo>
                  <a:lnTo>
                    <a:pt x="1527712" y="1622111"/>
                  </a:lnTo>
                  <a:lnTo>
                    <a:pt x="1528527" y="1644692"/>
                  </a:lnTo>
                  <a:lnTo>
                    <a:pt x="1529342" y="1660150"/>
                  </a:lnTo>
                  <a:lnTo>
                    <a:pt x="1530156" y="1629415"/>
                  </a:lnTo>
                  <a:lnTo>
                    <a:pt x="1530971" y="1631384"/>
                  </a:lnTo>
                  <a:lnTo>
                    <a:pt x="1531786" y="1641010"/>
                  </a:lnTo>
                  <a:lnTo>
                    <a:pt x="1532601" y="1671047"/>
                  </a:lnTo>
                  <a:lnTo>
                    <a:pt x="1533416" y="1664328"/>
                  </a:lnTo>
                  <a:lnTo>
                    <a:pt x="1534230" y="1661080"/>
                  </a:lnTo>
                  <a:lnTo>
                    <a:pt x="1535045" y="1698125"/>
                  </a:lnTo>
                  <a:lnTo>
                    <a:pt x="1535860" y="1678269"/>
                  </a:lnTo>
                  <a:lnTo>
                    <a:pt x="1536675" y="1642033"/>
                  </a:lnTo>
                  <a:lnTo>
                    <a:pt x="1537489" y="1639641"/>
                  </a:lnTo>
                  <a:lnTo>
                    <a:pt x="1538304" y="1644144"/>
                  </a:lnTo>
                  <a:lnTo>
                    <a:pt x="1539119" y="1635678"/>
                  </a:lnTo>
                  <a:lnTo>
                    <a:pt x="1539934" y="1630000"/>
                  </a:lnTo>
                  <a:lnTo>
                    <a:pt x="1540749" y="1586092"/>
                  </a:lnTo>
                  <a:lnTo>
                    <a:pt x="1541563" y="1455950"/>
                  </a:lnTo>
                  <a:lnTo>
                    <a:pt x="1542378" y="1467511"/>
                  </a:lnTo>
                  <a:lnTo>
                    <a:pt x="1543193" y="1594751"/>
                  </a:lnTo>
                  <a:lnTo>
                    <a:pt x="1544008" y="1624945"/>
                  </a:lnTo>
                  <a:lnTo>
                    <a:pt x="1544822" y="1629308"/>
                  </a:lnTo>
                  <a:lnTo>
                    <a:pt x="1545637" y="1629677"/>
                  </a:lnTo>
                  <a:lnTo>
                    <a:pt x="1546452" y="1645124"/>
                  </a:lnTo>
                  <a:lnTo>
                    <a:pt x="1547267" y="1648593"/>
                  </a:lnTo>
                  <a:lnTo>
                    <a:pt x="1548082" y="1614925"/>
                  </a:lnTo>
                  <a:lnTo>
                    <a:pt x="1548896" y="1607716"/>
                  </a:lnTo>
                  <a:lnTo>
                    <a:pt x="1549711" y="1644504"/>
                  </a:lnTo>
                  <a:lnTo>
                    <a:pt x="1550526" y="1689288"/>
                  </a:lnTo>
                  <a:lnTo>
                    <a:pt x="1551341" y="1678902"/>
                  </a:lnTo>
                  <a:lnTo>
                    <a:pt x="1552155" y="1678346"/>
                  </a:lnTo>
                  <a:lnTo>
                    <a:pt x="1552970" y="1680761"/>
                  </a:lnTo>
                  <a:lnTo>
                    <a:pt x="1553785" y="1654627"/>
                  </a:lnTo>
                  <a:lnTo>
                    <a:pt x="1554600" y="1637359"/>
                  </a:lnTo>
                  <a:lnTo>
                    <a:pt x="1555415" y="1647681"/>
                  </a:lnTo>
                  <a:lnTo>
                    <a:pt x="1556229" y="1508801"/>
                  </a:lnTo>
                  <a:lnTo>
                    <a:pt x="1557044" y="1532537"/>
                  </a:lnTo>
                  <a:lnTo>
                    <a:pt x="1557859" y="1612473"/>
                  </a:lnTo>
                  <a:lnTo>
                    <a:pt x="1558674" y="1684741"/>
                  </a:lnTo>
                  <a:lnTo>
                    <a:pt x="1559489" y="1619918"/>
                  </a:lnTo>
                  <a:lnTo>
                    <a:pt x="1560303" y="1609447"/>
                  </a:lnTo>
                  <a:lnTo>
                    <a:pt x="1561118" y="1630211"/>
                  </a:lnTo>
                  <a:lnTo>
                    <a:pt x="1561933" y="1643089"/>
                  </a:lnTo>
                  <a:lnTo>
                    <a:pt x="1562748" y="1659334"/>
                  </a:lnTo>
                  <a:lnTo>
                    <a:pt x="1563562" y="1634634"/>
                  </a:lnTo>
                  <a:lnTo>
                    <a:pt x="1564377" y="1605861"/>
                  </a:lnTo>
                  <a:lnTo>
                    <a:pt x="1565192" y="1631081"/>
                  </a:lnTo>
                  <a:lnTo>
                    <a:pt x="1566007" y="1618088"/>
                  </a:lnTo>
                  <a:lnTo>
                    <a:pt x="1566822" y="1542603"/>
                  </a:lnTo>
                  <a:lnTo>
                    <a:pt x="1567636" y="1520097"/>
                  </a:lnTo>
                  <a:lnTo>
                    <a:pt x="1568451" y="1561298"/>
                  </a:lnTo>
                  <a:lnTo>
                    <a:pt x="1569266" y="1603419"/>
                  </a:lnTo>
                  <a:lnTo>
                    <a:pt x="1570081" y="1593395"/>
                  </a:lnTo>
                  <a:lnTo>
                    <a:pt x="1570895" y="1569550"/>
                  </a:lnTo>
                  <a:lnTo>
                    <a:pt x="1571710" y="1576771"/>
                  </a:lnTo>
                  <a:lnTo>
                    <a:pt x="1572525" y="1606034"/>
                  </a:lnTo>
                  <a:lnTo>
                    <a:pt x="1573340" y="1619970"/>
                  </a:lnTo>
                  <a:lnTo>
                    <a:pt x="1574155" y="1586697"/>
                  </a:lnTo>
                  <a:lnTo>
                    <a:pt x="1574969" y="1542762"/>
                  </a:lnTo>
                  <a:lnTo>
                    <a:pt x="1575784" y="1563523"/>
                  </a:lnTo>
                  <a:lnTo>
                    <a:pt x="1576599" y="1610339"/>
                  </a:lnTo>
                  <a:lnTo>
                    <a:pt x="1577414" y="1644806"/>
                  </a:lnTo>
                  <a:lnTo>
                    <a:pt x="1578228" y="1618293"/>
                  </a:lnTo>
                  <a:lnTo>
                    <a:pt x="1579043" y="1658564"/>
                  </a:lnTo>
                  <a:lnTo>
                    <a:pt x="1579858" y="1606817"/>
                  </a:lnTo>
                  <a:lnTo>
                    <a:pt x="1580673" y="1626613"/>
                  </a:lnTo>
                  <a:lnTo>
                    <a:pt x="1581488" y="1667604"/>
                  </a:lnTo>
                  <a:lnTo>
                    <a:pt x="1582302" y="1696810"/>
                  </a:lnTo>
                  <a:lnTo>
                    <a:pt x="1583117" y="1706712"/>
                  </a:lnTo>
                  <a:lnTo>
                    <a:pt x="1583932" y="1668132"/>
                  </a:lnTo>
                  <a:lnTo>
                    <a:pt x="1584747" y="1668109"/>
                  </a:lnTo>
                  <a:lnTo>
                    <a:pt x="1585561" y="1670041"/>
                  </a:lnTo>
                  <a:lnTo>
                    <a:pt x="1586376" y="1656601"/>
                  </a:lnTo>
                  <a:lnTo>
                    <a:pt x="1587191" y="1633330"/>
                  </a:lnTo>
                  <a:lnTo>
                    <a:pt x="1588006" y="1597906"/>
                  </a:lnTo>
                  <a:lnTo>
                    <a:pt x="1588821" y="1566037"/>
                  </a:lnTo>
                  <a:lnTo>
                    <a:pt x="1589635" y="1541737"/>
                  </a:lnTo>
                  <a:lnTo>
                    <a:pt x="1590450" y="1501315"/>
                  </a:lnTo>
                  <a:lnTo>
                    <a:pt x="1591265" y="1502885"/>
                  </a:lnTo>
                  <a:lnTo>
                    <a:pt x="1592080" y="1509657"/>
                  </a:lnTo>
                  <a:lnTo>
                    <a:pt x="1592894" y="1535608"/>
                  </a:lnTo>
                  <a:lnTo>
                    <a:pt x="1593709" y="1604176"/>
                  </a:lnTo>
                  <a:lnTo>
                    <a:pt x="1594524" y="1604360"/>
                  </a:lnTo>
                  <a:lnTo>
                    <a:pt x="1595339" y="1660498"/>
                  </a:lnTo>
                  <a:lnTo>
                    <a:pt x="1596154" y="1662724"/>
                  </a:lnTo>
                  <a:lnTo>
                    <a:pt x="1596968" y="1643161"/>
                  </a:lnTo>
                  <a:lnTo>
                    <a:pt x="1597783" y="1649767"/>
                  </a:lnTo>
                  <a:lnTo>
                    <a:pt x="1598598" y="1622608"/>
                  </a:lnTo>
                  <a:lnTo>
                    <a:pt x="1599413" y="1655322"/>
                  </a:lnTo>
                  <a:lnTo>
                    <a:pt x="1600228" y="1645149"/>
                  </a:lnTo>
                  <a:lnTo>
                    <a:pt x="1601042" y="1607642"/>
                  </a:lnTo>
                  <a:lnTo>
                    <a:pt x="1601857" y="1537309"/>
                  </a:lnTo>
                  <a:lnTo>
                    <a:pt x="1602672" y="1600466"/>
                  </a:lnTo>
                  <a:lnTo>
                    <a:pt x="1603487" y="1617464"/>
                  </a:lnTo>
                  <a:lnTo>
                    <a:pt x="1604301" y="1675940"/>
                  </a:lnTo>
                  <a:lnTo>
                    <a:pt x="1605116" y="1671731"/>
                  </a:lnTo>
                  <a:lnTo>
                    <a:pt x="1605931" y="1690402"/>
                  </a:lnTo>
                  <a:lnTo>
                    <a:pt x="1606746" y="1671690"/>
                  </a:lnTo>
                  <a:lnTo>
                    <a:pt x="1607561" y="1685172"/>
                  </a:lnTo>
                  <a:lnTo>
                    <a:pt x="1608375" y="1671744"/>
                  </a:lnTo>
                  <a:lnTo>
                    <a:pt x="1609190" y="1641929"/>
                  </a:lnTo>
                  <a:lnTo>
                    <a:pt x="1610005" y="1651993"/>
                  </a:lnTo>
                  <a:lnTo>
                    <a:pt x="1610820" y="1640317"/>
                  </a:lnTo>
                  <a:lnTo>
                    <a:pt x="1611634" y="1627807"/>
                  </a:lnTo>
                  <a:lnTo>
                    <a:pt x="1612449" y="1654019"/>
                  </a:lnTo>
                  <a:lnTo>
                    <a:pt x="1613264" y="1689094"/>
                  </a:lnTo>
                  <a:lnTo>
                    <a:pt x="1614079" y="1695966"/>
                  </a:lnTo>
                  <a:lnTo>
                    <a:pt x="1614894" y="1668101"/>
                  </a:lnTo>
                  <a:lnTo>
                    <a:pt x="1615708" y="1701658"/>
                  </a:lnTo>
                  <a:lnTo>
                    <a:pt x="1616523" y="1676955"/>
                  </a:lnTo>
                  <a:lnTo>
                    <a:pt x="1617338" y="1697894"/>
                  </a:lnTo>
                  <a:lnTo>
                    <a:pt x="1618153" y="1667482"/>
                  </a:lnTo>
                  <a:lnTo>
                    <a:pt x="1618967" y="1668419"/>
                  </a:lnTo>
                  <a:lnTo>
                    <a:pt x="1619782" y="1700279"/>
                  </a:lnTo>
                  <a:lnTo>
                    <a:pt x="1620597" y="1695706"/>
                  </a:lnTo>
                  <a:lnTo>
                    <a:pt x="1621412" y="1689027"/>
                  </a:lnTo>
                  <a:lnTo>
                    <a:pt x="1622227" y="1680754"/>
                  </a:lnTo>
                  <a:lnTo>
                    <a:pt x="1623041" y="1666979"/>
                  </a:lnTo>
                  <a:lnTo>
                    <a:pt x="1623856" y="1650901"/>
                  </a:lnTo>
                  <a:lnTo>
                    <a:pt x="1624671" y="1620541"/>
                  </a:lnTo>
                  <a:lnTo>
                    <a:pt x="1625486" y="1669872"/>
                  </a:lnTo>
                  <a:lnTo>
                    <a:pt x="1626300" y="1675855"/>
                  </a:lnTo>
                  <a:lnTo>
                    <a:pt x="1627115" y="1686815"/>
                  </a:lnTo>
                  <a:lnTo>
                    <a:pt x="1627930" y="1681027"/>
                  </a:lnTo>
                  <a:lnTo>
                    <a:pt x="1628745" y="1626975"/>
                  </a:lnTo>
                  <a:lnTo>
                    <a:pt x="1629560" y="1601819"/>
                  </a:lnTo>
                  <a:lnTo>
                    <a:pt x="1630374" y="1655791"/>
                  </a:lnTo>
                  <a:lnTo>
                    <a:pt x="1631189" y="1646133"/>
                  </a:lnTo>
                  <a:lnTo>
                    <a:pt x="1632004" y="1641109"/>
                  </a:lnTo>
                  <a:lnTo>
                    <a:pt x="1632819" y="1607422"/>
                  </a:lnTo>
                  <a:lnTo>
                    <a:pt x="1633634" y="1629801"/>
                  </a:lnTo>
                  <a:lnTo>
                    <a:pt x="1634448" y="1594442"/>
                  </a:lnTo>
                  <a:lnTo>
                    <a:pt x="1635263" y="1587584"/>
                  </a:lnTo>
                  <a:lnTo>
                    <a:pt x="1636078" y="1579995"/>
                  </a:lnTo>
                  <a:lnTo>
                    <a:pt x="1636893" y="1562167"/>
                  </a:lnTo>
                  <a:lnTo>
                    <a:pt x="1637707" y="1574757"/>
                  </a:lnTo>
                  <a:lnTo>
                    <a:pt x="1638522" y="1590292"/>
                  </a:lnTo>
                  <a:lnTo>
                    <a:pt x="1639337" y="1610558"/>
                  </a:lnTo>
                  <a:lnTo>
                    <a:pt x="1640152" y="1607574"/>
                  </a:lnTo>
                  <a:lnTo>
                    <a:pt x="1640967" y="1612701"/>
                  </a:lnTo>
                  <a:lnTo>
                    <a:pt x="1641781" y="1644643"/>
                  </a:lnTo>
                  <a:lnTo>
                    <a:pt x="1642596" y="1654198"/>
                  </a:lnTo>
                  <a:lnTo>
                    <a:pt x="1643411" y="1664524"/>
                  </a:lnTo>
                  <a:lnTo>
                    <a:pt x="1644226" y="1659595"/>
                  </a:lnTo>
                  <a:lnTo>
                    <a:pt x="1645040" y="1650841"/>
                  </a:lnTo>
                  <a:lnTo>
                    <a:pt x="1645855" y="1628393"/>
                  </a:lnTo>
                  <a:lnTo>
                    <a:pt x="1646670" y="1694740"/>
                  </a:lnTo>
                  <a:lnTo>
                    <a:pt x="1647485" y="1677872"/>
                  </a:lnTo>
                  <a:lnTo>
                    <a:pt x="1648300" y="1637961"/>
                  </a:lnTo>
                  <a:lnTo>
                    <a:pt x="1649114" y="1672889"/>
                  </a:lnTo>
                  <a:lnTo>
                    <a:pt x="1649929" y="1647610"/>
                  </a:lnTo>
                  <a:lnTo>
                    <a:pt x="1650744" y="1703274"/>
                  </a:lnTo>
                  <a:lnTo>
                    <a:pt x="1651559" y="1666934"/>
                  </a:lnTo>
                  <a:lnTo>
                    <a:pt x="1652373" y="1615201"/>
                  </a:lnTo>
                  <a:lnTo>
                    <a:pt x="1653188" y="1563315"/>
                  </a:lnTo>
                  <a:lnTo>
                    <a:pt x="1654003" y="1623114"/>
                  </a:lnTo>
                  <a:lnTo>
                    <a:pt x="1654818" y="1644637"/>
                  </a:lnTo>
                  <a:lnTo>
                    <a:pt x="1655633" y="1598075"/>
                  </a:lnTo>
                  <a:lnTo>
                    <a:pt x="1656447" y="1550806"/>
                  </a:lnTo>
                  <a:lnTo>
                    <a:pt x="1657262" y="1532888"/>
                  </a:lnTo>
                  <a:lnTo>
                    <a:pt x="1658077" y="1520033"/>
                  </a:lnTo>
                  <a:lnTo>
                    <a:pt x="1658892" y="1525685"/>
                  </a:lnTo>
                  <a:lnTo>
                    <a:pt x="1659706" y="1422381"/>
                  </a:lnTo>
                  <a:lnTo>
                    <a:pt x="1660521" y="1370717"/>
                  </a:lnTo>
                  <a:lnTo>
                    <a:pt x="1661336" y="1382515"/>
                  </a:lnTo>
                  <a:lnTo>
                    <a:pt x="1662151" y="1452504"/>
                  </a:lnTo>
                  <a:lnTo>
                    <a:pt x="1662966" y="1431146"/>
                  </a:lnTo>
                  <a:lnTo>
                    <a:pt x="1663780" y="1458650"/>
                  </a:lnTo>
                  <a:lnTo>
                    <a:pt x="1664595" y="1517068"/>
                  </a:lnTo>
                  <a:lnTo>
                    <a:pt x="1665410" y="1559445"/>
                  </a:lnTo>
                  <a:lnTo>
                    <a:pt x="1666225" y="1546075"/>
                  </a:lnTo>
                  <a:lnTo>
                    <a:pt x="1667039" y="1545740"/>
                  </a:lnTo>
                  <a:lnTo>
                    <a:pt x="1667854" y="1522880"/>
                  </a:lnTo>
                  <a:lnTo>
                    <a:pt x="1668669" y="1562611"/>
                  </a:lnTo>
                  <a:lnTo>
                    <a:pt x="1669484" y="1643884"/>
                  </a:lnTo>
                  <a:lnTo>
                    <a:pt x="1670299" y="1667826"/>
                  </a:lnTo>
                  <a:lnTo>
                    <a:pt x="1671113" y="1677562"/>
                  </a:lnTo>
                  <a:lnTo>
                    <a:pt x="1671928" y="1708155"/>
                  </a:lnTo>
                  <a:lnTo>
                    <a:pt x="1672743" y="1708475"/>
                  </a:lnTo>
                  <a:lnTo>
                    <a:pt x="1673558" y="1720678"/>
                  </a:lnTo>
                  <a:lnTo>
                    <a:pt x="1674373" y="1709592"/>
                  </a:lnTo>
                  <a:lnTo>
                    <a:pt x="1675187" y="1703577"/>
                  </a:lnTo>
                  <a:lnTo>
                    <a:pt x="1676002" y="1712999"/>
                  </a:lnTo>
                  <a:lnTo>
                    <a:pt x="1676817" y="1692580"/>
                  </a:lnTo>
                  <a:lnTo>
                    <a:pt x="1677632" y="1699148"/>
                  </a:lnTo>
                  <a:lnTo>
                    <a:pt x="1678446" y="1673651"/>
                  </a:lnTo>
                  <a:lnTo>
                    <a:pt x="1679261" y="1673093"/>
                  </a:lnTo>
                  <a:lnTo>
                    <a:pt x="1680076" y="1701795"/>
                  </a:lnTo>
                  <a:lnTo>
                    <a:pt x="1680891" y="1691846"/>
                  </a:lnTo>
                  <a:lnTo>
                    <a:pt x="1681706" y="1692340"/>
                  </a:lnTo>
                  <a:lnTo>
                    <a:pt x="1682520" y="1681063"/>
                  </a:lnTo>
                  <a:lnTo>
                    <a:pt x="1683335" y="1680407"/>
                  </a:lnTo>
                  <a:lnTo>
                    <a:pt x="1684150" y="1669018"/>
                  </a:lnTo>
                  <a:lnTo>
                    <a:pt x="1684965" y="1651586"/>
                  </a:lnTo>
                  <a:lnTo>
                    <a:pt x="1685779" y="1611572"/>
                  </a:lnTo>
                  <a:lnTo>
                    <a:pt x="1686594" y="1558591"/>
                  </a:lnTo>
                  <a:lnTo>
                    <a:pt x="1687409" y="1531371"/>
                  </a:lnTo>
                  <a:lnTo>
                    <a:pt x="1688224" y="1566972"/>
                  </a:lnTo>
                  <a:lnTo>
                    <a:pt x="1689039" y="1607304"/>
                  </a:lnTo>
                  <a:lnTo>
                    <a:pt x="1689853" y="1627523"/>
                  </a:lnTo>
                  <a:lnTo>
                    <a:pt x="1690668" y="1620274"/>
                  </a:lnTo>
                  <a:lnTo>
                    <a:pt x="1691483" y="1651948"/>
                  </a:lnTo>
                  <a:lnTo>
                    <a:pt x="1692298" y="1636407"/>
                  </a:lnTo>
                  <a:lnTo>
                    <a:pt x="1693112" y="1650954"/>
                  </a:lnTo>
                  <a:lnTo>
                    <a:pt x="1693927" y="1667555"/>
                  </a:lnTo>
                  <a:lnTo>
                    <a:pt x="1694742" y="1670918"/>
                  </a:lnTo>
                  <a:lnTo>
                    <a:pt x="1695557" y="1705301"/>
                  </a:lnTo>
                  <a:lnTo>
                    <a:pt x="1696372" y="1691371"/>
                  </a:lnTo>
                  <a:lnTo>
                    <a:pt x="1697186" y="1721439"/>
                  </a:lnTo>
                  <a:lnTo>
                    <a:pt x="1698001" y="1700999"/>
                  </a:lnTo>
                  <a:lnTo>
                    <a:pt x="1698816" y="1648248"/>
                  </a:lnTo>
                  <a:lnTo>
                    <a:pt x="1699631" y="1620757"/>
                  </a:lnTo>
                  <a:lnTo>
                    <a:pt x="1700445" y="1656749"/>
                  </a:lnTo>
                  <a:lnTo>
                    <a:pt x="1701260" y="1698330"/>
                  </a:lnTo>
                  <a:lnTo>
                    <a:pt x="1702075" y="1664509"/>
                  </a:lnTo>
                  <a:lnTo>
                    <a:pt x="1702890" y="1630611"/>
                  </a:lnTo>
                  <a:lnTo>
                    <a:pt x="1703705" y="1645178"/>
                  </a:lnTo>
                  <a:lnTo>
                    <a:pt x="1704519" y="1642710"/>
                  </a:lnTo>
                  <a:lnTo>
                    <a:pt x="1705334" y="1683408"/>
                  </a:lnTo>
                  <a:lnTo>
                    <a:pt x="1706149" y="1618058"/>
                  </a:lnTo>
                  <a:lnTo>
                    <a:pt x="1706964" y="1571549"/>
                  </a:lnTo>
                  <a:lnTo>
                    <a:pt x="1707778" y="1598387"/>
                  </a:lnTo>
                  <a:lnTo>
                    <a:pt x="1708593" y="1644113"/>
                  </a:lnTo>
                  <a:lnTo>
                    <a:pt x="1709408" y="1686634"/>
                  </a:lnTo>
                  <a:lnTo>
                    <a:pt x="1710223" y="1671373"/>
                  </a:lnTo>
                  <a:lnTo>
                    <a:pt x="1711038" y="1685411"/>
                  </a:lnTo>
                  <a:lnTo>
                    <a:pt x="1711852" y="1684274"/>
                  </a:lnTo>
                  <a:lnTo>
                    <a:pt x="1712667" y="1675427"/>
                  </a:lnTo>
                  <a:lnTo>
                    <a:pt x="1713482" y="1669749"/>
                  </a:lnTo>
                  <a:lnTo>
                    <a:pt x="1714297" y="1633855"/>
                  </a:lnTo>
                  <a:lnTo>
                    <a:pt x="1715112" y="1602215"/>
                  </a:lnTo>
                  <a:lnTo>
                    <a:pt x="1715926" y="1580571"/>
                  </a:lnTo>
                  <a:lnTo>
                    <a:pt x="1716741" y="1550652"/>
                  </a:lnTo>
                  <a:lnTo>
                    <a:pt x="1717556" y="1504651"/>
                  </a:lnTo>
                  <a:lnTo>
                    <a:pt x="1718371" y="1411750"/>
                  </a:lnTo>
                  <a:lnTo>
                    <a:pt x="1719185" y="1351666"/>
                  </a:lnTo>
                  <a:lnTo>
                    <a:pt x="1720000" y="1439742"/>
                  </a:lnTo>
                  <a:lnTo>
                    <a:pt x="1720815" y="1505421"/>
                  </a:lnTo>
                  <a:lnTo>
                    <a:pt x="1721630" y="1477545"/>
                  </a:lnTo>
                  <a:lnTo>
                    <a:pt x="1722445" y="1400017"/>
                  </a:lnTo>
                  <a:lnTo>
                    <a:pt x="1723259" y="1485599"/>
                  </a:lnTo>
                  <a:lnTo>
                    <a:pt x="1724074" y="1513708"/>
                  </a:lnTo>
                  <a:lnTo>
                    <a:pt x="1724889" y="1522688"/>
                  </a:lnTo>
                  <a:lnTo>
                    <a:pt x="1725704" y="1524424"/>
                  </a:lnTo>
                  <a:lnTo>
                    <a:pt x="1726518" y="1582333"/>
                  </a:lnTo>
                  <a:lnTo>
                    <a:pt x="1727333" y="1559449"/>
                  </a:lnTo>
                  <a:lnTo>
                    <a:pt x="1728148" y="1524897"/>
                  </a:lnTo>
                  <a:lnTo>
                    <a:pt x="1728963" y="1493820"/>
                  </a:lnTo>
                  <a:lnTo>
                    <a:pt x="1729778" y="1484741"/>
                  </a:lnTo>
                  <a:lnTo>
                    <a:pt x="1730592" y="1404096"/>
                  </a:lnTo>
                  <a:lnTo>
                    <a:pt x="1731407" y="1313629"/>
                  </a:lnTo>
                  <a:lnTo>
                    <a:pt x="1732222" y="1360029"/>
                  </a:lnTo>
                  <a:lnTo>
                    <a:pt x="1733037" y="1499013"/>
                  </a:lnTo>
                  <a:lnTo>
                    <a:pt x="1733851" y="1497969"/>
                  </a:lnTo>
                  <a:lnTo>
                    <a:pt x="1734666" y="1595003"/>
                  </a:lnTo>
                  <a:lnTo>
                    <a:pt x="1735481" y="1556603"/>
                  </a:lnTo>
                  <a:lnTo>
                    <a:pt x="1736296" y="1533398"/>
                  </a:lnTo>
                  <a:lnTo>
                    <a:pt x="1737111" y="1528940"/>
                  </a:lnTo>
                  <a:lnTo>
                    <a:pt x="1737925" y="1449144"/>
                  </a:lnTo>
                  <a:lnTo>
                    <a:pt x="1738740" y="1473933"/>
                  </a:lnTo>
                  <a:lnTo>
                    <a:pt x="1739555" y="1426715"/>
                  </a:lnTo>
                  <a:lnTo>
                    <a:pt x="1740370" y="1471522"/>
                  </a:lnTo>
                  <a:lnTo>
                    <a:pt x="1741184" y="1522406"/>
                  </a:lnTo>
                  <a:lnTo>
                    <a:pt x="1741999" y="1422692"/>
                  </a:lnTo>
                  <a:lnTo>
                    <a:pt x="1742814" y="1356463"/>
                  </a:lnTo>
                  <a:lnTo>
                    <a:pt x="1743629" y="1374160"/>
                  </a:lnTo>
                  <a:lnTo>
                    <a:pt x="1744444" y="1419361"/>
                  </a:lnTo>
                  <a:lnTo>
                    <a:pt x="1745258" y="1516247"/>
                  </a:lnTo>
                  <a:lnTo>
                    <a:pt x="1746073" y="1573913"/>
                  </a:lnTo>
                  <a:lnTo>
                    <a:pt x="1746888" y="1566216"/>
                  </a:lnTo>
                  <a:lnTo>
                    <a:pt x="1747703" y="1575869"/>
                  </a:lnTo>
                  <a:lnTo>
                    <a:pt x="1748517" y="1549682"/>
                  </a:lnTo>
                  <a:lnTo>
                    <a:pt x="1749332" y="1471354"/>
                  </a:lnTo>
                  <a:lnTo>
                    <a:pt x="1750147" y="1426639"/>
                  </a:lnTo>
                  <a:lnTo>
                    <a:pt x="1750962" y="1454071"/>
                  </a:lnTo>
                  <a:lnTo>
                    <a:pt x="1751777" y="1477098"/>
                  </a:lnTo>
                  <a:lnTo>
                    <a:pt x="1752591" y="1453149"/>
                  </a:lnTo>
                  <a:lnTo>
                    <a:pt x="1753406" y="1505736"/>
                  </a:lnTo>
                  <a:lnTo>
                    <a:pt x="1754221" y="1559101"/>
                  </a:lnTo>
                  <a:lnTo>
                    <a:pt x="1755036" y="1627594"/>
                  </a:lnTo>
                  <a:lnTo>
                    <a:pt x="1755851" y="1605668"/>
                  </a:lnTo>
                  <a:lnTo>
                    <a:pt x="1756665" y="1587620"/>
                  </a:lnTo>
                  <a:lnTo>
                    <a:pt x="1757480" y="1569268"/>
                  </a:lnTo>
                  <a:lnTo>
                    <a:pt x="1758295" y="1503640"/>
                  </a:lnTo>
                  <a:lnTo>
                    <a:pt x="1759110" y="1449651"/>
                  </a:lnTo>
                  <a:lnTo>
                    <a:pt x="1759924" y="1393806"/>
                  </a:lnTo>
                  <a:lnTo>
                    <a:pt x="1760739" y="1396631"/>
                  </a:lnTo>
                  <a:lnTo>
                    <a:pt x="1761554" y="1386566"/>
                  </a:lnTo>
                  <a:lnTo>
                    <a:pt x="1762369" y="1371675"/>
                  </a:lnTo>
                  <a:lnTo>
                    <a:pt x="1763184" y="1407035"/>
                  </a:lnTo>
                  <a:lnTo>
                    <a:pt x="1763998" y="1469024"/>
                  </a:lnTo>
                  <a:lnTo>
                    <a:pt x="1764813" y="1435194"/>
                  </a:lnTo>
                  <a:lnTo>
                    <a:pt x="1765628" y="1444634"/>
                  </a:lnTo>
                  <a:lnTo>
                    <a:pt x="1766443" y="1403603"/>
                  </a:lnTo>
                  <a:lnTo>
                    <a:pt x="1767257" y="1441101"/>
                  </a:lnTo>
                  <a:lnTo>
                    <a:pt x="1768072" y="1379590"/>
                  </a:lnTo>
                  <a:lnTo>
                    <a:pt x="1768887" y="1398743"/>
                  </a:lnTo>
                  <a:lnTo>
                    <a:pt x="1769702" y="1463188"/>
                  </a:lnTo>
                  <a:lnTo>
                    <a:pt x="1770517" y="1561219"/>
                  </a:lnTo>
                  <a:lnTo>
                    <a:pt x="1771331" y="1612600"/>
                  </a:lnTo>
                  <a:lnTo>
                    <a:pt x="1772146" y="1600340"/>
                  </a:lnTo>
                  <a:lnTo>
                    <a:pt x="1772961" y="1625148"/>
                  </a:lnTo>
                  <a:lnTo>
                    <a:pt x="1773776" y="1650448"/>
                  </a:lnTo>
                  <a:lnTo>
                    <a:pt x="1774590" y="1649608"/>
                  </a:lnTo>
                  <a:lnTo>
                    <a:pt x="1775405" y="1618262"/>
                  </a:lnTo>
                  <a:lnTo>
                    <a:pt x="1776220" y="1595467"/>
                  </a:lnTo>
                  <a:lnTo>
                    <a:pt x="1777035" y="1598788"/>
                  </a:lnTo>
                  <a:lnTo>
                    <a:pt x="1777850" y="1587842"/>
                  </a:lnTo>
                  <a:lnTo>
                    <a:pt x="1778664" y="1532312"/>
                  </a:lnTo>
                  <a:lnTo>
                    <a:pt x="1779479" y="1521179"/>
                  </a:lnTo>
                  <a:lnTo>
                    <a:pt x="1780294" y="1426371"/>
                  </a:lnTo>
                  <a:lnTo>
                    <a:pt x="1781109" y="1469987"/>
                  </a:lnTo>
                  <a:lnTo>
                    <a:pt x="1781923" y="1496337"/>
                  </a:lnTo>
                  <a:lnTo>
                    <a:pt x="1782738" y="1444623"/>
                  </a:lnTo>
                  <a:lnTo>
                    <a:pt x="1783553" y="1392101"/>
                  </a:lnTo>
                  <a:lnTo>
                    <a:pt x="1784368" y="1383813"/>
                  </a:lnTo>
                  <a:lnTo>
                    <a:pt x="1785183" y="1497154"/>
                  </a:lnTo>
                  <a:lnTo>
                    <a:pt x="1785997" y="1518990"/>
                  </a:lnTo>
                  <a:lnTo>
                    <a:pt x="1786812" y="1537535"/>
                  </a:lnTo>
                  <a:lnTo>
                    <a:pt x="1787627" y="1592803"/>
                  </a:lnTo>
                  <a:lnTo>
                    <a:pt x="1788442" y="1576823"/>
                  </a:lnTo>
                  <a:lnTo>
                    <a:pt x="1789256" y="1630744"/>
                  </a:lnTo>
                  <a:lnTo>
                    <a:pt x="1790071" y="1573160"/>
                  </a:lnTo>
                  <a:lnTo>
                    <a:pt x="1790886" y="1582219"/>
                  </a:lnTo>
                  <a:lnTo>
                    <a:pt x="1791701" y="1576744"/>
                  </a:lnTo>
                  <a:lnTo>
                    <a:pt x="1792516" y="1551375"/>
                  </a:lnTo>
                  <a:lnTo>
                    <a:pt x="1793330" y="1544843"/>
                  </a:lnTo>
                  <a:lnTo>
                    <a:pt x="1794145" y="1590433"/>
                  </a:lnTo>
                  <a:lnTo>
                    <a:pt x="1794960" y="1623034"/>
                  </a:lnTo>
                  <a:lnTo>
                    <a:pt x="1795775" y="1662792"/>
                  </a:lnTo>
                  <a:lnTo>
                    <a:pt x="1796590" y="1627204"/>
                  </a:lnTo>
                  <a:lnTo>
                    <a:pt x="1797404" y="1658671"/>
                  </a:lnTo>
                  <a:lnTo>
                    <a:pt x="1798219" y="1676580"/>
                  </a:lnTo>
                  <a:lnTo>
                    <a:pt x="1799034" y="1678391"/>
                  </a:lnTo>
                  <a:lnTo>
                    <a:pt x="1799849" y="1676750"/>
                  </a:lnTo>
                  <a:lnTo>
                    <a:pt x="1800663" y="1677142"/>
                  </a:lnTo>
                  <a:lnTo>
                    <a:pt x="1801478" y="1709283"/>
                  </a:lnTo>
                  <a:lnTo>
                    <a:pt x="1802293" y="1672545"/>
                  </a:lnTo>
                  <a:lnTo>
                    <a:pt x="1803108" y="1657661"/>
                  </a:lnTo>
                  <a:lnTo>
                    <a:pt x="1803923" y="1657394"/>
                  </a:lnTo>
                  <a:lnTo>
                    <a:pt x="1804737" y="1635728"/>
                  </a:lnTo>
                  <a:lnTo>
                    <a:pt x="1805552" y="1636178"/>
                  </a:lnTo>
                  <a:lnTo>
                    <a:pt x="1806367" y="1622441"/>
                  </a:lnTo>
                  <a:lnTo>
                    <a:pt x="1807182" y="1602841"/>
                  </a:lnTo>
                  <a:lnTo>
                    <a:pt x="1807996" y="1584513"/>
                  </a:lnTo>
                  <a:lnTo>
                    <a:pt x="1808811" y="1505587"/>
                  </a:lnTo>
                  <a:lnTo>
                    <a:pt x="1809626" y="1450199"/>
                  </a:lnTo>
                  <a:lnTo>
                    <a:pt x="1810441" y="1542871"/>
                  </a:lnTo>
                  <a:lnTo>
                    <a:pt x="1811256" y="1571314"/>
                  </a:lnTo>
                  <a:lnTo>
                    <a:pt x="1812070" y="1602261"/>
                  </a:lnTo>
                  <a:lnTo>
                    <a:pt x="1812885" y="1568001"/>
                  </a:lnTo>
                  <a:lnTo>
                    <a:pt x="1813700" y="1591124"/>
                  </a:lnTo>
                  <a:lnTo>
                    <a:pt x="1814515" y="1564242"/>
                  </a:lnTo>
                  <a:lnTo>
                    <a:pt x="1815329" y="1419522"/>
                  </a:lnTo>
                  <a:lnTo>
                    <a:pt x="1816144" y="1428336"/>
                  </a:lnTo>
                  <a:lnTo>
                    <a:pt x="1816959" y="1352272"/>
                  </a:lnTo>
                  <a:lnTo>
                    <a:pt x="1817774" y="1368464"/>
                  </a:lnTo>
                  <a:lnTo>
                    <a:pt x="1818589" y="1374938"/>
                  </a:lnTo>
                  <a:lnTo>
                    <a:pt x="1819403" y="1396960"/>
                  </a:lnTo>
                  <a:lnTo>
                    <a:pt x="1820218" y="1417822"/>
                  </a:lnTo>
                  <a:lnTo>
                    <a:pt x="1821033" y="1496680"/>
                  </a:lnTo>
                  <a:lnTo>
                    <a:pt x="1821848" y="1515553"/>
                  </a:lnTo>
                  <a:lnTo>
                    <a:pt x="1822662" y="1495931"/>
                  </a:lnTo>
                  <a:lnTo>
                    <a:pt x="1823477" y="1491564"/>
                  </a:lnTo>
                  <a:lnTo>
                    <a:pt x="1824292" y="1501193"/>
                  </a:lnTo>
                  <a:lnTo>
                    <a:pt x="1825107" y="1526967"/>
                  </a:lnTo>
                  <a:lnTo>
                    <a:pt x="1825922" y="1605939"/>
                  </a:lnTo>
                  <a:lnTo>
                    <a:pt x="1826736" y="1652968"/>
                  </a:lnTo>
                  <a:lnTo>
                    <a:pt x="1827551" y="1677417"/>
                  </a:lnTo>
                  <a:lnTo>
                    <a:pt x="1828366" y="1604615"/>
                  </a:lnTo>
                  <a:lnTo>
                    <a:pt x="1829181" y="1606381"/>
                  </a:lnTo>
                  <a:lnTo>
                    <a:pt x="1829995" y="1605479"/>
                  </a:lnTo>
                  <a:lnTo>
                    <a:pt x="1830810" y="1595375"/>
                  </a:lnTo>
                  <a:lnTo>
                    <a:pt x="1831625" y="1548654"/>
                  </a:lnTo>
                  <a:lnTo>
                    <a:pt x="1832440" y="1436519"/>
                  </a:lnTo>
                  <a:lnTo>
                    <a:pt x="1833255" y="1499361"/>
                  </a:lnTo>
                  <a:lnTo>
                    <a:pt x="1834069" y="1406587"/>
                  </a:lnTo>
                  <a:lnTo>
                    <a:pt x="1834884" y="1447405"/>
                  </a:lnTo>
                  <a:lnTo>
                    <a:pt x="1835699" y="1476160"/>
                  </a:lnTo>
                  <a:lnTo>
                    <a:pt x="1836514" y="1460353"/>
                  </a:lnTo>
                  <a:lnTo>
                    <a:pt x="1837329" y="1400898"/>
                  </a:lnTo>
                  <a:lnTo>
                    <a:pt x="1838143" y="1262501"/>
                  </a:lnTo>
                  <a:lnTo>
                    <a:pt x="1838958" y="1195291"/>
                  </a:lnTo>
                  <a:lnTo>
                    <a:pt x="1839773" y="1159175"/>
                  </a:lnTo>
                  <a:lnTo>
                    <a:pt x="1840588" y="1136355"/>
                  </a:lnTo>
                  <a:lnTo>
                    <a:pt x="1841402" y="1104260"/>
                  </a:lnTo>
                  <a:lnTo>
                    <a:pt x="1842217" y="1181127"/>
                  </a:lnTo>
                  <a:lnTo>
                    <a:pt x="1843032" y="1193809"/>
                  </a:lnTo>
                  <a:lnTo>
                    <a:pt x="1843847" y="1412015"/>
                  </a:lnTo>
                  <a:lnTo>
                    <a:pt x="1844662" y="1421685"/>
                  </a:lnTo>
                  <a:lnTo>
                    <a:pt x="1845476" y="1409491"/>
                  </a:lnTo>
                  <a:lnTo>
                    <a:pt x="1846291" y="1471650"/>
                  </a:lnTo>
                  <a:lnTo>
                    <a:pt x="1847106" y="1466634"/>
                  </a:lnTo>
                  <a:lnTo>
                    <a:pt x="1847921" y="1310483"/>
                  </a:lnTo>
                  <a:lnTo>
                    <a:pt x="1848735" y="1349539"/>
                  </a:lnTo>
                  <a:lnTo>
                    <a:pt x="1849550" y="1366484"/>
                  </a:lnTo>
                  <a:lnTo>
                    <a:pt x="1850365" y="1283285"/>
                  </a:lnTo>
                  <a:lnTo>
                    <a:pt x="1851180" y="1242989"/>
                  </a:lnTo>
                  <a:lnTo>
                    <a:pt x="1851995" y="1326670"/>
                  </a:lnTo>
                  <a:lnTo>
                    <a:pt x="1852809" y="1370238"/>
                  </a:lnTo>
                  <a:lnTo>
                    <a:pt x="1853624" y="1282378"/>
                  </a:lnTo>
                  <a:lnTo>
                    <a:pt x="1854439" y="1185555"/>
                  </a:lnTo>
                  <a:lnTo>
                    <a:pt x="1855254" y="1068211"/>
                  </a:lnTo>
                  <a:lnTo>
                    <a:pt x="1856068" y="973888"/>
                  </a:lnTo>
                  <a:lnTo>
                    <a:pt x="1856883" y="1006576"/>
                  </a:lnTo>
                  <a:lnTo>
                    <a:pt x="1857698" y="1030544"/>
                  </a:lnTo>
                  <a:lnTo>
                    <a:pt x="1858513" y="1027735"/>
                  </a:lnTo>
                  <a:lnTo>
                    <a:pt x="1859328" y="1048519"/>
                  </a:lnTo>
                  <a:lnTo>
                    <a:pt x="1860142" y="1069407"/>
                  </a:lnTo>
                  <a:lnTo>
                    <a:pt x="1860957" y="1111008"/>
                  </a:lnTo>
                  <a:lnTo>
                    <a:pt x="1861772" y="1011934"/>
                  </a:lnTo>
                  <a:lnTo>
                    <a:pt x="1862587" y="1009272"/>
                  </a:lnTo>
                  <a:lnTo>
                    <a:pt x="1863401" y="709352"/>
                  </a:lnTo>
                  <a:lnTo>
                    <a:pt x="1864216" y="642639"/>
                  </a:lnTo>
                  <a:lnTo>
                    <a:pt x="1865031" y="549243"/>
                  </a:lnTo>
                  <a:lnTo>
                    <a:pt x="1865846" y="374667"/>
                  </a:lnTo>
                  <a:lnTo>
                    <a:pt x="1866661" y="339131"/>
                  </a:lnTo>
                  <a:lnTo>
                    <a:pt x="1867475" y="297498"/>
                  </a:lnTo>
                  <a:lnTo>
                    <a:pt x="1868290" y="166857"/>
                  </a:lnTo>
                  <a:lnTo>
                    <a:pt x="1869105" y="323586"/>
                  </a:lnTo>
                  <a:lnTo>
                    <a:pt x="1869920" y="184577"/>
                  </a:lnTo>
                  <a:lnTo>
                    <a:pt x="1870734" y="93454"/>
                  </a:lnTo>
                  <a:lnTo>
                    <a:pt x="1871549" y="97220"/>
                  </a:lnTo>
                  <a:lnTo>
                    <a:pt x="1872364" y="62814"/>
                  </a:lnTo>
                  <a:lnTo>
                    <a:pt x="1873179" y="197343"/>
                  </a:lnTo>
                  <a:lnTo>
                    <a:pt x="1873994" y="169155"/>
                  </a:lnTo>
                  <a:lnTo>
                    <a:pt x="1874808" y="212655"/>
                  </a:lnTo>
                  <a:lnTo>
                    <a:pt x="1875623" y="211965"/>
                  </a:lnTo>
                  <a:lnTo>
                    <a:pt x="1876438" y="174090"/>
                  </a:lnTo>
                  <a:lnTo>
                    <a:pt x="1877253" y="76437"/>
                  </a:lnTo>
                  <a:lnTo>
                    <a:pt x="1878068" y="68689"/>
                  </a:lnTo>
                  <a:lnTo>
                    <a:pt x="1878882" y="88459"/>
                  </a:lnTo>
                  <a:lnTo>
                    <a:pt x="1879697" y="126274"/>
                  </a:lnTo>
                  <a:lnTo>
                    <a:pt x="1880512" y="107010"/>
                  </a:lnTo>
                  <a:lnTo>
                    <a:pt x="1881327" y="98619"/>
                  </a:lnTo>
                  <a:lnTo>
                    <a:pt x="1882141" y="0"/>
                  </a:lnTo>
                  <a:lnTo>
                    <a:pt x="1882956" y="89256"/>
                  </a:lnTo>
                  <a:lnTo>
                    <a:pt x="1883771" y="219616"/>
                  </a:lnTo>
                  <a:lnTo>
                    <a:pt x="1884586" y="404550"/>
                  </a:lnTo>
                  <a:lnTo>
                    <a:pt x="1885401" y="402638"/>
                  </a:lnTo>
                  <a:lnTo>
                    <a:pt x="1886215" y="533504"/>
                  </a:lnTo>
                  <a:lnTo>
                    <a:pt x="1887030" y="763098"/>
                  </a:lnTo>
                  <a:lnTo>
                    <a:pt x="1887845" y="692270"/>
                  </a:lnTo>
                  <a:lnTo>
                    <a:pt x="1888660" y="1085602"/>
                  </a:lnTo>
                  <a:lnTo>
                    <a:pt x="1889474" y="1013437"/>
                  </a:lnTo>
                  <a:lnTo>
                    <a:pt x="1890289" y="1007013"/>
                  </a:lnTo>
                  <a:lnTo>
                    <a:pt x="1891104" y="987122"/>
                  </a:lnTo>
                  <a:lnTo>
                    <a:pt x="1891919" y="958359"/>
                  </a:lnTo>
                  <a:lnTo>
                    <a:pt x="1892734" y="1067412"/>
                  </a:lnTo>
                  <a:lnTo>
                    <a:pt x="1893548" y="1062249"/>
                  </a:lnTo>
                  <a:lnTo>
                    <a:pt x="1894363" y="1123782"/>
                  </a:lnTo>
                  <a:lnTo>
                    <a:pt x="1895178" y="1098583"/>
                  </a:lnTo>
                  <a:lnTo>
                    <a:pt x="1895993" y="1078983"/>
                  </a:lnTo>
                  <a:lnTo>
                    <a:pt x="1896807" y="1142367"/>
                  </a:lnTo>
                  <a:lnTo>
                    <a:pt x="1897622" y="1107176"/>
                  </a:lnTo>
                  <a:lnTo>
                    <a:pt x="1898437" y="1147486"/>
                  </a:lnTo>
                  <a:lnTo>
                    <a:pt x="1899252" y="1073632"/>
                  </a:lnTo>
                  <a:lnTo>
                    <a:pt x="1900067" y="1003514"/>
                  </a:lnTo>
                  <a:lnTo>
                    <a:pt x="1900881" y="984198"/>
                  </a:lnTo>
                  <a:lnTo>
                    <a:pt x="1901696" y="1188641"/>
                  </a:lnTo>
                  <a:lnTo>
                    <a:pt x="1902511" y="1229250"/>
                  </a:lnTo>
                  <a:lnTo>
                    <a:pt x="1903326" y="1364765"/>
                  </a:lnTo>
                  <a:lnTo>
                    <a:pt x="1904140" y="1442660"/>
                  </a:lnTo>
                  <a:lnTo>
                    <a:pt x="1904955" y="1443800"/>
                  </a:lnTo>
                  <a:lnTo>
                    <a:pt x="1905770" y="1422083"/>
                  </a:lnTo>
                  <a:lnTo>
                    <a:pt x="1906585" y="1441592"/>
                  </a:lnTo>
                  <a:lnTo>
                    <a:pt x="1907400" y="1518260"/>
                  </a:lnTo>
                  <a:lnTo>
                    <a:pt x="1908214" y="1517443"/>
                  </a:lnTo>
                  <a:lnTo>
                    <a:pt x="1909029" y="1519356"/>
                  </a:lnTo>
                  <a:lnTo>
                    <a:pt x="1909844" y="1566784"/>
                  </a:lnTo>
                  <a:lnTo>
                    <a:pt x="1910659" y="1567737"/>
                  </a:lnTo>
                  <a:lnTo>
                    <a:pt x="1911473" y="1548582"/>
                  </a:lnTo>
                  <a:lnTo>
                    <a:pt x="1912288" y="1544591"/>
                  </a:lnTo>
                  <a:lnTo>
                    <a:pt x="1913103" y="1547149"/>
                  </a:lnTo>
                  <a:lnTo>
                    <a:pt x="1913918" y="1549741"/>
                  </a:lnTo>
                  <a:lnTo>
                    <a:pt x="1914733" y="1566366"/>
                  </a:lnTo>
                  <a:lnTo>
                    <a:pt x="1915547" y="1597610"/>
                  </a:lnTo>
                  <a:lnTo>
                    <a:pt x="1916362" y="1609678"/>
                  </a:lnTo>
                  <a:lnTo>
                    <a:pt x="1917177" y="1584105"/>
                  </a:lnTo>
                  <a:lnTo>
                    <a:pt x="1917992" y="1408485"/>
                  </a:lnTo>
                  <a:lnTo>
                    <a:pt x="1918807" y="1406132"/>
                  </a:lnTo>
                  <a:lnTo>
                    <a:pt x="1919621" y="1395378"/>
                  </a:lnTo>
                  <a:lnTo>
                    <a:pt x="1920436" y="1438242"/>
                  </a:lnTo>
                  <a:lnTo>
                    <a:pt x="1921251" y="1504730"/>
                  </a:lnTo>
                  <a:lnTo>
                    <a:pt x="1922066" y="1518758"/>
                  </a:lnTo>
                  <a:lnTo>
                    <a:pt x="1922880" y="1586845"/>
                  </a:lnTo>
                  <a:lnTo>
                    <a:pt x="1923695" y="1578501"/>
                  </a:lnTo>
                  <a:lnTo>
                    <a:pt x="1924510" y="1580030"/>
                  </a:lnTo>
                  <a:lnTo>
                    <a:pt x="1925325" y="1594766"/>
                  </a:lnTo>
                  <a:lnTo>
                    <a:pt x="1926140" y="1590236"/>
                  </a:lnTo>
                  <a:lnTo>
                    <a:pt x="1926954" y="1568314"/>
                  </a:lnTo>
                  <a:lnTo>
                    <a:pt x="1927769" y="1570702"/>
                  </a:lnTo>
                  <a:lnTo>
                    <a:pt x="1928584" y="1560767"/>
                  </a:lnTo>
                  <a:lnTo>
                    <a:pt x="1929399" y="1565317"/>
                  </a:lnTo>
                  <a:lnTo>
                    <a:pt x="1930213" y="1578688"/>
                  </a:lnTo>
                  <a:lnTo>
                    <a:pt x="1931028" y="1572900"/>
                  </a:lnTo>
                  <a:lnTo>
                    <a:pt x="1931843" y="1541767"/>
                  </a:lnTo>
                  <a:lnTo>
                    <a:pt x="1932658" y="1555904"/>
                  </a:lnTo>
                  <a:lnTo>
                    <a:pt x="1933473" y="1554112"/>
                  </a:lnTo>
                  <a:lnTo>
                    <a:pt x="1934287" y="1580708"/>
                  </a:lnTo>
                  <a:lnTo>
                    <a:pt x="1935102" y="1600500"/>
                  </a:lnTo>
                  <a:lnTo>
                    <a:pt x="1935917" y="1601614"/>
                  </a:lnTo>
                  <a:lnTo>
                    <a:pt x="1936732" y="1585553"/>
                  </a:lnTo>
                  <a:lnTo>
                    <a:pt x="1937546" y="1599862"/>
                  </a:lnTo>
                  <a:lnTo>
                    <a:pt x="1938361" y="1540800"/>
                  </a:lnTo>
                  <a:lnTo>
                    <a:pt x="1939176" y="1511399"/>
                  </a:lnTo>
                  <a:lnTo>
                    <a:pt x="1939991" y="1528025"/>
                  </a:lnTo>
                  <a:lnTo>
                    <a:pt x="1940806" y="1467316"/>
                  </a:lnTo>
                  <a:lnTo>
                    <a:pt x="1941620" y="1499553"/>
                  </a:lnTo>
                  <a:lnTo>
                    <a:pt x="1942435" y="1473629"/>
                  </a:lnTo>
                  <a:lnTo>
                    <a:pt x="1943250" y="1506258"/>
                  </a:lnTo>
                  <a:lnTo>
                    <a:pt x="1944065" y="1571696"/>
                  </a:lnTo>
                  <a:lnTo>
                    <a:pt x="1944879" y="1594238"/>
                  </a:lnTo>
                  <a:lnTo>
                    <a:pt x="1945694" y="1622640"/>
                  </a:lnTo>
                  <a:lnTo>
                    <a:pt x="1946509" y="1614766"/>
                  </a:lnTo>
                  <a:lnTo>
                    <a:pt x="1947324" y="1602358"/>
                  </a:lnTo>
                  <a:lnTo>
                    <a:pt x="1948139" y="1568098"/>
                  </a:lnTo>
                  <a:lnTo>
                    <a:pt x="1948953" y="1565283"/>
                  </a:lnTo>
                  <a:lnTo>
                    <a:pt x="1949768" y="1552500"/>
                  </a:lnTo>
                  <a:lnTo>
                    <a:pt x="1950583" y="1615301"/>
                  </a:lnTo>
                  <a:lnTo>
                    <a:pt x="1951398" y="1623385"/>
                  </a:lnTo>
                  <a:lnTo>
                    <a:pt x="1952213" y="1576905"/>
                  </a:lnTo>
                  <a:lnTo>
                    <a:pt x="1953027" y="1461633"/>
                  </a:lnTo>
                  <a:lnTo>
                    <a:pt x="1953842" y="1542168"/>
                  </a:lnTo>
                  <a:lnTo>
                    <a:pt x="1954657" y="1564309"/>
                  </a:lnTo>
                  <a:lnTo>
                    <a:pt x="1955472" y="1535145"/>
                  </a:lnTo>
                  <a:lnTo>
                    <a:pt x="1956286" y="1482764"/>
                  </a:lnTo>
                  <a:lnTo>
                    <a:pt x="1957101" y="1466071"/>
                  </a:lnTo>
                  <a:lnTo>
                    <a:pt x="1957916" y="1388687"/>
                  </a:lnTo>
                  <a:lnTo>
                    <a:pt x="1958731" y="1386744"/>
                  </a:lnTo>
                  <a:lnTo>
                    <a:pt x="1959546" y="1403417"/>
                  </a:lnTo>
                  <a:lnTo>
                    <a:pt x="1960360" y="1417911"/>
                  </a:lnTo>
                  <a:lnTo>
                    <a:pt x="1961175" y="1337598"/>
                  </a:lnTo>
                  <a:lnTo>
                    <a:pt x="1961990" y="1402961"/>
                  </a:lnTo>
                  <a:lnTo>
                    <a:pt x="1962805" y="1447821"/>
                  </a:lnTo>
                  <a:lnTo>
                    <a:pt x="1963619" y="1533256"/>
                  </a:lnTo>
                  <a:lnTo>
                    <a:pt x="1964434" y="1471951"/>
                  </a:lnTo>
                  <a:lnTo>
                    <a:pt x="1965249" y="1502470"/>
                  </a:lnTo>
                  <a:lnTo>
                    <a:pt x="1966064" y="1485329"/>
                  </a:lnTo>
                  <a:lnTo>
                    <a:pt x="1966879" y="1539890"/>
                  </a:lnTo>
                  <a:lnTo>
                    <a:pt x="1967693" y="1594361"/>
                  </a:lnTo>
                  <a:lnTo>
                    <a:pt x="1968508" y="1520485"/>
                  </a:lnTo>
                  <a:lnTo>
                    <a:pt x="1969323" y="1524046"/>
                  </a:lnTo>
                  <a:lnTo>
                    <a:pt x="1970138" y="1609233"/>
                  </a:lnTo>
                  <a:lnTo>
                    <a:pt x="1970952" y="1612626"/>
                  </a:lnTo>
                  <a:lnTo>
                    <a:pt x="1971767" y="1646358"/>
                  </a:lnTo>
                  <a:lnTo>
                    <a:pt x="1972582" y="1595957"/>
                  </a:lnTo>
                  <a:lnTo>
                    <a:pt x="1973397" y="1658094"/>
                  </a:lnTo>
                  <a:lnTo>
                    <a:pt x="1974212" y="1692632"/>
                  </a:lnTo>
                  <a:lnTo>
                    <a:pt x="1975026" y="1675646"/>
                  </a:lnTo>
                  <a:lnTo>
                    <a:pt x="1975841" y="1690068"/>
                  </a:lnTo>
                  <a:lnTo>
                    <a:pt x="1976656" y="1679014"/>
                  </a:lnTo>
                  <a:lnTo>
                    <a:pt x="1977471" y="1710235"/>
                  </a:lnTo>
                  <a:lnTo>
                    <a:pt x="1978285" y="1720204"/>
                  </a:lnTo>
                  <a:lnTo>
                    <a:pt x="1979100" y="1730154"/>
                  </a:lnTo>
                  <a:lnTo>
                    <a:pt x="1979915" y="1740401"/>
                  </a:lnTo>
                  <a:lnTo>
                    <a:pt x="1980730" y="1738004"/>
                  </a:lnTo>
                  <a:lnTo>
                    <a:pt x="1981545" y="1734968"/>
                  </a:lnTo>
                  <a:lnTo>
                    <a:pt x="1982359" y="1735216"/>
                  </a:lnTo>
                  <a:lnTo>
                    <a:pt x="1983174" y="1735998"/>
                  </a:lnTo>
                  <a:lnTo>
                    <a:pt x="1983989" y="1732845"/>
                  </a:lnTo>
                  <a:lnTo>
                    <a:pt x="1984804" y="1729799"/>
                  </a:lnTo>
                  <a:lnTo>
                    <a:pt x="1985618" y="1724323"/>
                  </a:lnTo>
                  <a:lnTo>
                    <a:pt x="1986433" y="1717866"/>
                  </a:lnTo>
                  <a:lnTo>
                    <a:pt x="1987248" y="1711215"/>
                  </a:lnTo>
                  <a:lnTo>
                    <a:pt x="1988063" y="1697160"/>
                  </a:lnTo>
                  <a:lnTo>
                    <a:pt x="1988878" y="1669243"/>
                  </a:lnTo>
                  <a:lnTo>
                    <a:pt x="1989692" y="1650550"/>
                  </a:lnTo>
                  <a:lnTo>
                    <a:pt x="1990507" y="1615132"/>
                  </a:lnTo>
                  <a:lnTo>
                    <a:pt x="1991322" y="1542893"/>
                  </a:lnTo>
                  <a:lnTo>
                    <a:pt x="1992137" y="1461899"/>
                  </a:lnTo>
                  <a:lnTo>
                    <a:pt x="1992952" y="1451545"/>
                  </a:lnTo>
                  <a:lnTo>
                    <a:pt x="1993766" y="1562553"/>
                  </a:lnTo>
                  <a:lnTo>
                    <a:pt x="1994581" y="1513909"/>
                  </a:lnTo>
                  <a:lnTo>
                    <a:pt x="1995396" y="1496708"/>
                  </a:lnTo>
                  <a:lnTo>
                    <a:pt x="1996211" y="1582828"/>
                  </a:lnTo>
                  <a:lnTo>
                    <a:pt x="1997025" y="1605711"/>
                  </a:lnTo>
                  <a:lnTo>
                    <a:pt x="1997840" y="1639349"/>
                  </a:lnTo>
                  <a:lnTo>
                    <a:pt x="1998655" y="1593258"/>
                  </a:lnTo>
                  <a:lnTo>
                    <a:pt x="1999470" y="1614466"/>
                  </a:lnTo>
                  <a:lnTo>
                    <a:pt x="2000285" y="1624628"/>
                  </a:lnTo>
                  <a:lnTo>
                    <a:pt x="2001099" y="1628882"/>
                  </a:lnTo>
                  <a:lnTo>
                    <a:pt x="2001914" y="1650231"/>
                  </a:lnTo>
                  <a:lnTo>
                    <a:pt x="2002729" y="1625307"/>
                  </a:lnTo>
                  <a:lnTo>
                    <a:pt x="2003544" y="1663193"/>
                  </a:lnTo>
                  <a:lnTo>
                    <a:pt x="2004358" y="1673888"/>
                  </a:lnTo>
                  <a:lnTo>
                    <a:pt x="2005173" y="1688787"/>
                  </a:lnTo>
                  <a:lnTo>
                    <a:pt x="2005988" y="1707652"/>
                  </a:lnTo>
                  <a:lnTo>
                    <a:pt x="2006803" y="1704576"/>
                  </a:lnTo>
                  <a:lnTo>
                    <a:pt x="2007618" y="1729166"/>
                  </a:lnTo>
                  <a:lnTo>
                    <a:pt x="2008432" y="1716240"/>
                  </a:lnTo>
                  <a:lnTo>
                    <a:pt x="2009247" y="1744837"/>
                  </a:lnTo>
                  <a:lnTo>
                    <a:pt x="2010062" y="1741045"/>
                  </a:lnTo>
                  <a:lnTo>
                    <a:pt x="2010877" y="1732964"/>
                  </a:lnTo>
                  <a:lnTo>
                    <a:pt x="2011691" y="1738032"/>
                  </a:lnTo>
                  <a:lnTo>
                    <a:pt x="2012506" y="1704599"/>
                  </a:lnTo>
                  <a:lnTo>
                    <a:pt x="2013321" y="1717878"/>
                  </a:lnTo>
                  <a:lnTo>
                    <a:pt x="2014136" y="1702029"/>
                  </a:lnTo>
                  <a:lnTo>
                    <a:pt x="2014951" y="1675224"/>
                  </a:lnTo>
                  <a:lnTo>
                    <a:pt x="2015765" y="1638864"/>
                  </a:lnTo>
                  <a:lnTo>
                    <a:pt x="2016580" y="1620660"/>
                  </a:lnTo>
                  <a:lnTo>
                    <a:pt x="2017395" y="1633719"/>
                  </a:lnTo>
                  <a:lnTo>
                    <a:pt x="2018210" y="1616659"/>
                  </a:lnTo>
                  <a:lnTo>
                    <a:pt x="2019024" y="1572516"/>
                  </a:lnTo>
                  <a:lnTo>
                    <a:pt x="2019839" y="1552383"/>
                  </a:lnTo>
                  <a:lnTo>
                    <a:pt x="2020654" y="1464829"/>
                  </a:lnTo>
                  <a:lnTo>
                    <a:pt x="2021469" y="1434791"/>
                  </a:lnTo>
                  <a:lnTo>
                    <a:pt x="2022284" y="1420001"/>
                  </a:lnTo>
                  <a:lnTo>
                    <a:pt x="2023098" y="1416002"/>
                  </a:lnTo>
                  <a:lnTo>
                    <a:pt x="2023913" y="1361514"/>
                  </a:lnTo>
                  <a:lnTo>
                    <a:pt x="2024728" y="1398685"/>
                  </a:lnTo>
                  <a:lnTo>
                    <a:pt x="2025543" y="1484845"/>
                  </a:lnTo>
                  <a:lnTo>
                    <a:pt x="2026357" y="1509282"/>
                  </a:lnTo>
                  <a:lnTo>
                    <a:pt x="2027172" y="1551280"/>
                  </a:lnTo>
                  <a:lnTo>
                    <a:pt x="2027987" y="1607226"/>
                  </a:lnTo>
                  <a:lnTo>
                    <a:pt x="2028802" y="1618818"/>
                  </a:lnTo>
                  <a:lnTo>
                    <a:pt x="2029617" y="1638517"/>
                  </a:lnTo>
                  <a:lnTo>
                    <a:pt x="2030431" y="1627196"/>
                  </a:lnTo>
                  <a:lnTo>
                    <a:pt x="2031246" y="1601952"/>
                  </a:lnTo>
                  <a:lnTo>
                    <a:pt x="2032061" y="1538757"/>
                  </a:lnTo>
                  <a:lnTo>
                    <a:pt x="2032876" y="1515744"/>
                  </a:lnTo>
                  <a:lnTo>
                    <a:pt x="2033691" y="1596717"/>
                  </a:lnTo>
                  <a:lnTo>
                    <a:pt x="2034505" y="1609045"/>
                  </a:lnTo>
                  <a:lnTo>
                    <a:pt x="2035320" y="1614823"/>
                  </a:lnTo>
                  <a:lnTo>
                    <a:pt x="2036135" y="1629770"/>
                  </a:lnTo>
                  <a:lnTo>
                    <a:pt x="2036950" y="1560478"/>
                  </a:lnTo>
                  <a:lnTo>
                    <a:pt x="2037764" y="1527984"/>
                  </a:lnTo>
                  <a:lnTo>
                    <a:pt x="2038579" y="1538004"/>
                  </a:lnTo>
                  <a:lnTo>
                    <a:pt x="2039394" y="1544256"/>
                  </a:lnTo>
                  <a:lnTo>
                    <a:pt x="2040209" y="1529921"/>
                  </a:lnTo>
                  <a:lnTo>
                    <a:pt x="2041024" y="1514964"/>
                  </a:lnTo>
                  <a:lnTo>
                    <a:pt x="2041838" y="1516794"/>
                  </a:lnTo>
                  <a:lnTo>
                    <a:pt x="2042653" y="1490234"/>
                  </a:lnTo>
                  <a:lnTo>
                    <a:pt x="2043468" y="1482646"/>
                  </a:lnTo>
                  <a:lnTo>
                    <a:pt x="2044283" y="1385088"/>
                  </a:lnTo>
                  <a:lnTo>
                    <a:pt x="2045097" y="1413897"/>
                  </a:lnTo>
                  <a:lnTo>
                    <a:pt x="2045912" y="1454801"/>
                  </a:lnTo>
                  <a:lnTo>
                    <a:pt x="2046727" y="1459506"/>
                  </a:lnTo>
                  <a:lnTo>
                    <a:pt x="2047542" y="1446118"/>
                  </a:lnTo>
                  <a:lnTo>
                    <a:pt x="2048357" y="1453998"/>
                  </a:lnTo>
                  <a:lnTo>
                    <a:pt x="2049171" y="1530051"/>
                  </a:lnTo>
                  <a:lnTo>
                    <a:pt x="2049986" y="1513951"/>
                  </a:lnTo>
                  <a:lnTo>
                    <a:pt x="2050801" y="1482007"/>
                  </a:lnTo>
                  <a:lnTo>
                    <a:pt x="2051616" y="1434844"/>
                  </a:lnTo>
                  <a:lnTo>
                    <a:pt x="2052430" y="1475200"/>
                  </a:lnTo>
                  <a:lnTo>
                    <a:pt x="2053245" y="1554185"/>
                  </a:lnTo>
                  <a:lnTo>
                    <a:pt x="2054060" y="1563207"/>
                  </a:lnTo>
                  <a:lnTo>
                    <a:pt x="2054875" y="1539130"/>
                  </a:lnTo>
                  <a:lnTo>
                    <a:pt x="2055690" y="1581637"/>
                  </a:lnTo>
                  <a:lnTo>
                    <a:pt x="2056504" y="1626713"/>
                  </a:lnTo>
                  <a:lnTo>
                    <a:pt x="2057319" y="1608458"/>
                  </a:lnTo>
                  <a:lnTo>
                    <a:pt x="2058134" y="1602363"/>
                  </a:lnTo>
                  <a:lnTo>
                    <a:pt x="2058949" y="1548207"/>
                  </a:lnTo>
                  <a:lnTo>
                    <a:pt x="2059763" y="1526584"/>
                  </a:lnTo>
                  <a:lnTo>
                    <a:pt x="2060578" y="1493410"/>
                  </a:lnTo>
                  <a:lnTo>
                    <a:pt x="2061393" y="1532287"/>
                  </a:lnTo>
                  <a:lnTo>
                    <a:pt x="2062208" y="1509834"/>
                  </a:lnTo>
                  <a:lnTo>
                    <a:pt x="2063023" y="1510931"/>
                  </a:lnTo>
                  <a:lnTo>
                    <a:pt x="2063837" y="1519158"/>
                  </a:lnTo>
                  <a:lnTo>
                    <a:pt x="2064652" y="1507984"/>
                  </a:lnTo>
                  <a:lnTo>
                    <a:pt x="2065467" y="1391493"/>
                  </a:lnTo>
                  <a:lnTo>
                    <a:pt x="2066282" y="1296595"/>
                  </a:lnTo>
                  <a:lnTo>
                    <a:pt x="2067096" y="1287844"/>
                  </a:lnTo>
                  <a:lnTo>
                    <a:pt x="2067911" y="1316541"/>
                  </a:lnTo>
                  <a:lnTo>
                    <a:pt x="2068726" y="1393038"/>
                  </a:lnTo>
                  <a:lnTo>
                    <a:pt x="2069541" y="1346118"/>
                  </a:lnTo>
                  <a:lnTo>
                    <a:pt x="2070356" y="1358176"/>
                  </a:lnTo>
                  <a:lnTo>
                    <a:pt x="2071170" y="1402970"/>
                  </a:lnTo>
                  <a:lnTo>
                    <a:pt x="2071985" y="1503517"/>
                  </a:lnTo>
                  <a:lnTo>
                    <a:pt x="2072800" y="1450198"/>
                  </a:lnTo>
                  <a:lnTo>
                    <a:pt x="2073615" y="1397544"/>
                  </a:lnTo>
                  <a:lnTo>
                    <a:pt x="2074430" y="1420002"/>
                  </a:lnTo>
                  <a:lnTo>
                    <a:pt x="2075244" y="1498506"/>
                  </a:lnTo>
                  <a:lnTo>
                    <a:pt x="2076059" y="1554126"/>
                  </a:lnTo>
                  <a:lnTo>
                    <a:pt x="2076874" y="1597135"/>
                  </a:lnTo>
                  <a:lnTo>
                    <a:pt x="2077689" y="1566545"/>
                  </a:lnTo>
                  <a:lnTo>
                    <a:pt x="2078503" y="1595700"/>
                  </a:lnTo>
                  <a:lnTo>
                    <a:pt x="2079318" y="1570995"/>
                  </a:lnTo>
                  <a:lnTo>
                    <a:pt x="2080133" y="1579628"/>
                  </a:lnTo>
                  <a:lnTo>
                    <a:pt x="2080948" y="1553001"/>
                  </a:lnTo>
                  <a:lnTo>
                    <a:pt x="2081763" y="1561381"/>
                  </a:lnTo>
                  <a:lnTo>
                    <a:pt x="2082577" y="1525706"/>
                  </a:lnTo>
                  <a:lnTo>
                    <a:pt x="2083392" y="1540179"/>
                  </a:lnTo>
                  <a:lnTo>
                    <a:pt x="2084207" y="1548877"/>
                  </a:lnTo>
                  <a:lnTo>
                    <a:pt x="2085022" y="1554194"/>
                  </a:lnTo>
                  <a:lnTo>
                    <a:pt x="2085836" y="1546874"/>
                  </a:lnTo>
                  <a:lnTo>
                    <a:pt x="2086651" y="1492249"/>
                  </a:lnTo>
                  <a:lnTo>
                    <a:pt x="2087466" y="1497555"/>
                  </a:lnTo>
                  <a:lnTo>
                    <a:pt x="2088281" y="1555596"/>
                  </a:lnTo>
                  <a:lnTo>
                    <a:pt x="2089096" y="1555393"/>
                  </a:lnTo>
                  <a:lnTo>
                    <a:pt x="2089910" y="1572164"/>
                  </a:lnTo>
                  <a:lnTo>
                    <a:pt x="2090725" y="1457864"/>
                  </a:lnTo>
                  <a:lnTo>
                    <a:pt x="2091540" y="1486099"/>
                  </a:lnTo>
                  <a:lnTo>
                    <a:pt x="2092355" y="1513447"/>
                  </a:lnTo>
                  <a:lnTo>
                    <a:pt x="2093169" y="1512840"/>
                  </a:lnTo>
                  <a:lnTo>
                    <a:pt x="2093984" y="1382011"/>
                  </a:lnTo>
                  <a:lnTo>
                    <a:pt x="2094799" y="1318061"/>
                  </a:lnTo>
                  <a:lnTo>
                    <a:pt x="2095614" y="1344857"/>
                  </a:lnTo>
                  <a:lnTo>
                    <a:pt x="2096429" y="1344173"/>
                  </a:lnTo>
                  <a:lnTo>
                    <a:pt x="2097243" y="1346618"/>
                  </a:lnTo>
                  <a:lnTo>
                    <a:pt x="2098058" y="1311478"/>
                  </a:lnTo>
                  <a:lnTo>
                    <a:pt x="2098873" y="1260179"/>
                  </a:lnTo>
                  <a:lnTo>
                    <a:pt x="2099688" y="1232286"/>
                  </a:lnTo>
                  <a:lnTo>
                    <a:pt x="2100502" y="1186652"/>
                  </a:lnTo>
                  <a:lnTo>
                    <a:pt x="2101317" y="1240545"/>
                  </a:lnTo>
                  <a:lnTo>
                    <a:pt x="2102132" y="1201525"/>
                  </a:lnTo>
                  <a:lnTo>
                    <a:pt x="2102947" y="1255279"/>
                  </a:lnTo>
                  <a:lnTo>
                    <a:pt x="2103762" y="1290319"/>
                  </a:lnTo>
                  <a:lnTo>
                    <a:pt x="2104576" y="1302291"/>
                  </a:lnTo>
                  <a:lnTo>
                    <a:pt x="2105391" y="1505033"/>
                  </a:lnTo>
                  <a:lnTo>
                    <a:pt x="2106206" y="1431909"/>
                  </a:lnTo>
                  <a:lnTo>
                    <a:pt x="2107021" y="1464496"/>
                  </a:lnTo>
                  <a:lnTo>
                    <a:pt x="2107835" y="1380520"/>
                  </a:lnTo>
                  <a:lnTo>
                    <a:pt x="2108650" y="1340536"/>
                  </a:lnTo>
                  <a:lnTo>
                    <a:pt x="2109465" y="1401330"/>
                  </a:lnTo>
                  <a:lnTo>
                    <a:pt x="2110280" y="1400005"/>
                  </a:lnTo>
                  <a:lnTo>
                    <a:pt x="2111095" y="1373877"/>
                  </a:lnTo>
                  <a:lnTo>
                    <a:pt x="2111909" y="1360255"/>
                  </a:lnTo>
                  <a:lnTo>
                    <a:pt x="2112724" y="1446716"/>
                  </a:lnTo>
                  <a:lnTo>
                    <a:pt x="2113539" y="1441262"/>
                  </a:lnTo>
                  <a:lnTo>
                    <a:pt x="2114354" y="1434432"/>
                  </a:lnTo>
                  <a:lnTo>
                    <a:pt x="2115169" y="1397442"/>
                  </a:lnTo>
                  <a:lnTo>
                    <a:pt x="2115983" y="1417314"/>
                  </a:lnTo>
                  <a:lnTo>
                    <a:pt x="2116798" y="1422943"/>
                  </a:lnTo>
                  <a:lnTo>
                    <a:pt x="2117613" y="1482279"/>
                  </a:lnTo>
                  <a:lnTo>
                    <a:pt x="2118428" y="1507249"/>
                  </a:lnTo>
                  <a:lnTo>
                    <a:pt x="2119242" y="1529172"/>
                  </a:lnTo>
                  <a:lnTo>
                    <a:pt x="2120057" y="1478740"/>
                  </a:lnTo>
                  <a:lnTo>
                    <a:pt x="2120872" y="1482233"/>
                  </a:lnTo>
                  <a:lnTo>
                    <a:pt x="2121687" y="1439512"/>
                  </a:lnTo>
                  <a:lnTo>
                    <a:pt x="2122502" y="1529163"/>
                  </a:lnTo>
                  <a:lnTo>
                    <a:pt x="2123316" y="1525016"/>
                  </a:lnTo>
                  <a:lnTo>
                    <a:pt x="2124131" y="1561985"/>
                  </a:lnTo>
                  <a:lnTo>
                    <a:pt x="2124946" y="1495724"/>
                  </a:lnTo>
                  <a:lnTo>
                    <a:pt x="2125761" y="1568227"/>
                  </a:lnTo>
                  <a:lnTo>
                    <a:pt x="2126575" y="1595917"/>
                  </a:lnTo>
                  <a:lnTo>
                    <a:pt x="2127390" y="1558627"/>
                  </a:lnTo>
                  <a:lnTo>
                    <a:pt x="2128205" y="1586016"/>
                  </a:lnTo>
                  <a:lnTo>
                    <a:pt x="2129020" y="1547168"/>
                  </a:lnTo>
                  <a:lnTo>
                    <a:pt x="2129835" y="1525930"/>
                  </a:lnTo>
                  <a:lnTo>
                    <a:pt x="2130649" y="1553148"/>
                  </a:lnTo>
                  <a:lnTo>
                    <a:pt x="2131464" y="1623451"/>
                  </a:lnTo>
                  <a:lnTo>
                    <a:pt x="2132279" y="1670811"/>
                  </a:lnTo>
                  <a:lnTo>
                    <a:pt x="2133094" y="1606398"/>
                  </a:lnTo>
                  <a:lnTo>
                    <a:pt x="2133908" y="1626812"/>
                  </a:lnTo>
                  <a:lnTo>
                    <a:pt x="2134723" y="1662475"/>
                  </a:lnTo>
                  <a:lnTo>
                    <a:pt x="2135538" y="1658509"/>
                  </a:lnTo>
                  <a:lnTo>
                    <a:pt x="2136353" y="1628199"/>
                  </a:lnTo>
                  <a:lnTo>
                    <a:pt x="2137168" y="1461050"/>
                  </a:lnTo>
                  <a:lnTo>
                    <a:pt x="2137982" y="1424392"/>
                  </a:lnTo>
                  <a:lnTo>
                    <a:pt x="2138797" y="1507072"/>
                  </a:lnTo>
                  <a:lnTo>
                    <a:pt x="2139612" y="1490675"/>
                  </a:lnTo>
                  <a:lnTo>
                    <a:pt x="2140427" y="1358869"/>
                  </a:lnTo>
                  <a:lnTo>
                    <a:pt x="2141241" y="1219623"/>
                  </a:lnTo>
                  <a:lnTo>
                    <a:pt x="2142056" y="1198680"/>
                  </a:lnTo>
                  <a:lnTo>
                    <a:pt x="2142871" y="1209260"/>
                  </a:lnTo>
                  <a:lnTo>
                    <a:pt x="2143686" y="1142108"/>
                  </a:lnTo>
                  <a:lnTo>
                    <a:pt x="2144501" y="1153127"/>
                  </a:lnTo>
                  <a:lnTo>
                    <a:pt x="2145315" y="1131924"/>
                  </a:lnTo>
                  <a:lnTo>
                    <a:pt x="2146130" y="1167435"/>
                  </a:lnTo>
                  <a:lnTo>
                    <a:pt x="2146945" y="1166212"/>
                  </a:lnTo>
                  <a:lnTo>
                    <a:pt x="2147760" y="1148658"/>
                  </a:lnTo>
                  <a:lnTo>
                    <a:pt x="2148574" y="1261861"/>
                  </a:lnTo>
                  <a:lnTo>
                    <a:pt x="2149389" y="1257860"/>
                  </a:lnTo>
                  <a:lnTo>
                    <a:pt x="2150204" y="1373616"/>
                  </a:lnTo>
                  <a:lnTo>
                    <a:pt x="2151019" y="1381656"/>
                  </a:lnTo>
                  <a:lnTo>
                    <a:pt x="2151834" y="1433082"/>
                  </a:lnTo>
                  <a:lnTo>
                    <a:pt x="2152648" y="1508009"/>
                  </a:lnTo>
                  <a:lnTo>
                    <a:pt x="2153463" y="1498368"/>
                  </a:lnTo>
                  <a:lnTo>
                    <a:pt x="2154278" y="1498369"/>
                  </a:lnTo>
                  <a:lnTo>
                    <a:pt x="2155093" y="1418072"/>
                  </a:lnTo>
                  <a:lnTo>
                    <a:pt x="2155908" y="1398204"/>
                  </a:lnTo>
                  <a:lnTo>
                    <a:pt x="2156722" y="1436580"/>
                  </a:lnTo>
                  <a:lnTo>
                    <a:pt x="2157537" y="1417062"/>
                  </a:lnTo>
                  <a:lnTo>
                    <a:pt x="2158352" y="1361638"/>
                  </a:lnTo>
                  <a:lnTo>
                    <a:pt x="2159167" y="1399128"/>
                  </a:lnTo>
                  <a:lnTo>
                    <a:pt x="2159981" y="1466732"/>
                  </a:lnTo>
                  <a:lnTo>
                    <a:pt x="2160796" y="1457506"/>
                  </a:lnTo>
                  <a:lnTo>
                    <a:pt x="2161611" y="1452781"/>
                  </a:lnTo>
                  <a:lnTo>
                    <a:pt x="2162426" y="1352435"/>
                  </a:lnTo>
                  <a:lnTo>
                    <a:pt x="2163241" y="1355767"/>
                  </a:lnTo>
                  <a:lnTo>
                    <a:pt x="2164055" y="1388354"/>
                  </a:lnTo>
                  <a:lnTo>
                    <a:pt x="2164870" y="1383343"/>
                  </a:lnTo>
                  <a:lnTo>
                    <a:pt x="2165685" y="1390368"/>
                  </a:lnTo>
                  <a:lnTo>
                    <a:pt x="2166500" y="1313254"/>
                  </a:lnTo>
                  <a:lnTo>
                    <a:pt x="2167314" y="1313512"/>
                  </a:lnTo>
                  <a:lnTo>
                    <a:pt x="2168129" y="1397045"/>
                  </a:lnTo>
                  <a:lnTo>
                    <a:pt x="2168944" y="1345731"/>
                  </a:lnTo>
                  <a:lnTo>
                    <a:pt x="2169759" y="1333649"/>
                  </a:lnTo>
                  <a:lnTo>
                    <a:pt x="2170574" y="1326904"/>
                  </a:lnTo>
                  <a:lnTo>
                    <a:pt x="2171388" y="1495412"/>
                  </a:lnTo>
                  <a:lnTo>
                    <a:pt x="2172203" y="1481178"/>
                  </a:lnTo>
                  <a:lnTo>
                    <a:pt x="2173018" y="1386864"/>
                  </a:lnTo>
                  <a:lnTo>
                    <a:pt x="2173833" y="1312851"/>
                  </a:lnTo>
                  <a:lnTo>
                    <a:pt x="2174647" y="1351058"/>
                  </a:lnTo>
                  <a:lnTo>
                    <a:pt x="2175462" y="1322339"/>
                  </a:lnTo>
                  <a:lnTo>
                    <a:pt x="2176277" y="1282629"/>
                  </a:lnTo>
                  <a:lnTo>
                    <a:pt x="2177092" y="1262572"/>
                  </a:lnTo>
                  <a:lnTo>
                    <a:pt x="2177907" y="1252938"/>
                  </a:lnTo>
                  <a:lnTo>
                    <a:pt x="2178721" y="1328143"/>
                  </a:lnTo>
                  <a:lnTo>
                    <a:pt x="2179536" y="1260734"/>
                  </a:lnTo>
                  <a:lnTo>
                    <a:pt x="2180351" y="1259712"/>
                  </a:lnTo>
                  <a:lnTo>
                    <a:pt x="2181166" y="1294657"/>
                  </a:lnTo>
                  <a:lnTo>
                    <a:pt x="2181980" y="1300962"/>
                  </a:lnTo>
                  <a:lnTo>
                    <a:pt x="2182795" y="1290565"/>
                  </a:lnTo>
                  <a:lnTo>
                    <a:pt x="2183610" y="1287765"/>
                  </a:lnTo>
                  <a:lnTo>
                    <a:pt x="2184425" y="1282755"/>
                  </a:lnTo>
                  <a:lnTo>
                    <a:pt x="2185240" y="1264912"/>
                  </a:lnTo>
                  <a:lnTo>
                    <a:pt x="2186054" y="1263492"/>
                  </a:lnTo>
                  <a:lnTo>
                    <a:pt x="2186869" y="1304600"/>
                  </a:lnTo>
                  <a:lnTo>
                    <a:pt x="2187684" y="1313027"/>
                  </a:lnTo>
                  <a:lnTo>
                    <a:pt x="2188499" y="1296767"/>
                  </a:lnTo>
                  <a:lnTo>
                    <a:pt x="2189313" y="1303307"/>
                  </a:lnTo>
                  <a:lnTo>
                    <a:pt x="2190128" y="1372642"/>
                  </a:lnTo>
                  <a:lnTo>
                    <a:pt x="2190943" y="1328620"/>
                  </a:lnTo>
                  <a:lnTo>
                    <a:pt x="2191758" y="1316935"/>
                  </a:lnTo>
                  <a:lnTo>
                    <a:pt x="2192573" y="1288621"/>
                  </a:lnTo>
                  <a:lnTo>
                    <a:pt x="2193387" y="1327930"/>
                  </a:lnTo>
                  <a:lnTo>
                    <a:pt x="2194202" y="1299423"/>
                  </a:lnTo>
                  <a:lnTo>
                    <a:pt x="2195017" y="1270554"/>
                  </a:lnTo>
                  <a:lnTo>
                    <a:pt x="2195832" y="1218920"/>
                  </a:lnTo>
                  <a:lnTo>
                    <a:pt x="2196647" y="1240833"/>
                  </a:lnTo>
                  <a:lnTo>
                    <a:pt x="2197461" y="1270167"/>
                  </a:lnTo>
                  <a:lnTo>
                    <a:pt x="2198276" y="1260291"/>
                  </a:lnTo>
                  <a:lnTo>
                    <a:pt x="2199091" y="1298863"/>
                  </a:lnTo>
                  <a:lnTo>
                    <a:pt x="2199906" y="1362352"/>
                  </a:lnTo>
                  <a:lnTo>
                    <a:pt x="2200720" y="1415913"/>
                  </a:lnTo>
                  <a:lnTo>
                    <a:pt x="2201535" y="1493002"/>
                  </a:lnTo>
                  <a:lnTo>
                    <a:pt x="2202350" y="1515411"/>
                  </a:lnTo>
                  <a:lnTo>
                    <a:pt x="2203165" y="1560665"/>
                  </a:lnTo>
                  <a:lnTo>
                    <a:pt x="2203980" y="1537084"/>
                  </a:lnTo>
                  <a:lnTo>
                    <a:pt x="2204794" y="1547544"/>
                  </a:lnTo>
                  <a:lnTo>
                    <a:pt x="2205609" y="1554137"/>
                  </a:lnTo>
                  <a:lnTo>
                    <a:pt x="2206424" y="1540858"/>
                  </a:lnTo>
                  <a:lnTo>
                    <a:pt x="2207239" y="1474541"/>
                  </a:lnTo>
                  <a:lnTo>
                    <a:pt x="2208053" y="1428102"/>
                  </a:lnTo>
                  <a:lnTo>
                    <a:pt x="2208868" y="1478166"/>
                  </a:lnTo>
                  <a:lnTo>
                    <a:pt x="2209683" y="1392364"/>
                  </a:lnTo>
                  <a:lnTo>
                    <a:pt x="2210498" y="1356249"/>
                  </a:lnTo>
                  <a:lnTo>
                    <a:pt x="2211313" y="1371218"/>
                  </a:lnTo>
                  <a:lnTo>
                    <a:pt x="2212127" y="1527605"/>
                  </a:lnTo>
                  <a:lnTo>
                    <a:pt x="2212942" y="1543466"/>
                  </a:lnTo>
                  <a:lnTo>
                    <a:pt x="2213757" y="1545635"/>
                  </a:lnTo>
                  <a:lnTo>
                    <a:pt x="2214572" y="1555248"/>
                  </a:lnTo>
                  <a:lnTo>
                    <a:pt x="2215386" y="1621521"/>
                  </a:lnTo>
                  <a:lnTo>
                    <a:pt x="2216201" y="1621566"/>
                  </a:lnTo>
                  <a:lnTo>
                    <a:pt x="2217016" y="1600346"/>
                  </a:lnTo>
                  <a:lnTo>
                    <a:pt x="2217831" y="1559348"/>
                  </a:lnTo>
                  <a:lnTo>
                    <a:pt x="2218646" y="1556424"/>
                  </a:lnTo>
                  <a:lnTo>
                    <a:pt x="2219460" y="1522540"/>
                  </a:lnTo>
                  <a:lnTo>
                    <a:pt x="2220275" y="1428427"/>
                  </a:lnTo>
                  <a:lnTo>
                    <a:pt x="2221090" y="1398684"/>
                  </a:lnTo>
                  <a:lnTo>
                    <a:pt x="2221905" y="1337228"/>
                  </a:lnTo>
                  <a:lnTo>
                    <a:pt x="2222719" y="1370284"/>
                  </a:lnTo>
                  <a:lnTo>
                    <a:pt x="2223534" y="1362508"/>
                  </a:lnTo>
                  <a:lnTo>
                    <a:pt x="2224349" y="1412876"/>
                  </a:lnTo>
                  <a:lnTo>
                    <a:pt x="2225164" y="1401024"/>
                  </a:lnTo>
                  <a:lnTo>
                    <a:pt x="2225979" y="1364448"/>
                  </a:lnTo>
                  <a:lnTo>
                    <a:pt x="2226793" y="1366909"/>
                  </a:lnTo>
                  <a:lnTo>
                    <a:pt x="2227608" y="1375104"/>
                  </a:lnTo>
                  <a:lnTo>
                    <a:pt x="2228423" y="1500543"/>
                  </a:lnTo>
                  <a:lnTo>
                    <a:pt x="2229238" y="1518708"/>
                  </a:lnTo>
                  <a:lnTo>
                    <a:pt x="2230052" y="1450562"/>
                  </a:lnTo>
                  <a:lnTo>
                    <a:pt x="2230867" y="1463652"/>
                  </a:lnTo>
                  <a:lnTo>
                    <a:pt x="2231682" y="1551178"/>
                  </a:lnTo>
                  <a:lnTo>
                    <a:pt x="2232497" y="1572900"/>
                  </a:lnTo>
                  <a:lnTo>
                    <a:pt x="2233312" y="1534628"/>
                  </a:lnTo>
                  <a:lnTo>
                    <a:pt x="2234126" y="1493195"/>
                  </a:lnTo>
                  <a:lnTo>
                    <a:pt x="2234941" y="1565550"/>
                  </a:lnTo>
                  <a:lnTo>
                    <a:pt x="2235756" y="1617242"/>
                  </a:lnTo>
                  <a:lnTo>
                    <a:pt x="2236571" y="1642874"/>
                  </a:lnTo>
                  <a:lnTo>
                    <a:pt x="2237386" y="1652958"/>
                  </a:lnTo>
                  <a:lnTo>
                    <a:pt x="2238200" y="1653890"/>
                  </a:lnTo>
                  <a:lnTo>
                    <a:pt x="2239015" y="1679348"/>
                  </a:lnTo>
                  <a:lnTo>
                    <a:pt x="2239830" y="1706982"/>
                  </a:lnTo>
                  <a:lnTo>
                    <a:pt x="2240645" y="1680634"/>
                  </a:lnTo>
                  <a:lnTo>
                    <a:pt x="2241459" y="1649891"/>
                  </a:lnTo>
                  <a:lnTo>
                    <a:pt x="2242274" y="1660964"/>
                  </a:lnTo>
                  <a:lnTo>
                    <a:pt x="2243089" y="1640754"/>
                  </a:lnTo>
                  <a:lnTo>
                    <a:pt x="2243904" y="1684700"/>
                  </a:lnTo>
                  <a:lnTo>
                    <a:pt x="2244719" y="1699136"/>
                  </a:lnTo>
                  <a:lnTo>
                    <a:pt x="2245533" y="1701347"/>
                  </a:lnTo>
                  <a:lnTo>
                    <a:pt x="2246348" y="1705171"/>
                  </a:lnTo>
                  <a:lnTo>
                    <a:pt x="2247163" y="1671449"/>
                  </a:lnTo>
                  <a:lnTo>
                    <a:pt x="2247978" y="1726315"/>
                  </a:lnTo>
                  <a:lnTo>
                    <a:pt x="2248792" y="1736081"/>
                  </a:lnTo>
                  <a:lnTo>
                    <a:pt x="2249539" y="175670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2704250" y="4917463"/>
              <a:ext cx="764004" cy="1461986"/>
            </a:xfrm>
            <a:custGeom>
              <a:avLst/>
              <a:pathLst>
                <a:path w="764004" h="1461986">
                  <a:moveTo>
                    <a:pt x="0" y="1461986"/>
                  </a:moveTo>
                  <a:lnTo>
                    <a:pt x="68" y="1460346"/>
                  </a:lnTo>
                  <a:lnTo>
                    <a:pt x="883" y="1461454"/>
                  </a:lnTo>
                  <a:lnTo>
                    <a:pt x="1698" y="1458431"/>
                  </a:lnTo>
                  <a:lnTo>
                    <a:pt x="2513" y="1458309"/>
                  </a:lnTo>
                  <a:lnTo>
                    <a:pt x="3327" y="1443923"/>
                  </a:lnTo>
                  <a:lnTo>
                    <a:pt x="4142" y="1432629"/>
                  </a:lnTo>
                  <a:lnTo>
                    <a:pt x="4957" y="1430656"/>
                  </a:lnTo>
                  <a:lnTo>
                    <a:pt x="5772" y="1397591"/>
                  </a:lnTo>
                  <a:lnTo>
                    <a:pt x="6587" y="1368475"/>
                  </a:lnTo>
                  <a:lnTo>
                    <a:pt x="7401" y="1256889"/>
                  </a:lnTo>
                  <a:lnTo>
                    <a:pt x="8216" y="1312086"/>
                  </a:lnTo>
                  <a:lnTo>
                    <a:pt x="9031" y="1371538"/>
                  </a:lnTo>
                  <a:lnTo>
                    <a:pt x="9846" y="1357954"/>
                  </a:lnTo>
                  <a:lnTo>
                    <a:pt x="10660" y="1253397"/>
                  </a:lnTo>
                  <a:lnTo>
                    <a:pt x="11475" y="1294236"/>
                  </a:lnTo>
                  <a:lnTo>
                    <a:pt x="12290" y="1354555"/>
                  </a:lnTo>
                  <a:lnTo>
                    <a:pt x="13105" y="1380719"/>
                  </a:lnTo>
                  <a:lnTo>
                    <a:pt x="13920" y="1357370"/>
                  </a:lnTo>
                  <a:lnTo>
                    <a:pt x="14734" y="1379148"/>
                  </a:lnTo>
                  <a:lnTo>
                    <a:pt x="15549" y="1344795"/>
                  </a:lnTo>
                  <a:lnTo>
                    <a:pt x="16364" y="1291135"/>
                  </a:lnTo>
                  <a:lnTo>
                    <a:pt x="17179" y="1255423"/>
                  </a:lnTo>
                  <a:lnTo>
                    <a:pt x="17993" y="1211402"/>
                  </a:lnTo>
                  <a:lnTo>
                    <a:pt x="18808" y="1164172"/>
                  </a:lnTo>
                  <a:lnTo>
                    <a:pt x="19623" y="1119639"/>
                  </a:lnTo>
                  <a:lnTo>
                    <a:pt x="20438" y="1143587"/>
                  </a:lnTo>
                  <a:lnTo>
                    <a:pt x="21253" y="1169372"/>
                  </a:lnTo>
                  <a:lnTo>
                    <a:pt x="22067" y="1113018"/>
                  </a:lnTo>
                  <a:lnTo>
                    <a:pt x="22882" y="1133426"/>
                  </a:lnTo>
                  <a:lnTo>
                    <a:pt x="23697" y="1101828"/>
                  </a:lnTo>
                  <a:lnTo>
                    <a:pt x="24512" y="1127260"/>
                  </a:lnTo>
                  <a:lnTo>
                    <a:pt x="25326" y="1163466"/>
                  </a:lnTo>
                  <a:lnTo>
                    <a:pt x="26141" y="1269496"/>
                  </a:lnTo>
                  <a:lnTo>
                    <a:pt x="26956" y="1307090"/>
                  </a:lnTo>
                  <a:lnTo>
                    <a:pt x="27771" y="1326931"/>
                  </a:lnTo>
                  <a:lnTo>
                    <a:pt x="28586" y="1325038"/>
                  </a:lnTo>
                  <a:lnTo>
                    <a:pt x="29400" y="1348387"/>
                  </a:lnTo>
                  <a:lnTo>
                    <a:pt x="30215" y="1379720"/>
                  </a:lnTo>
                  <a:lnTo>
                    <a:pt x="31030" y="1366783"/>
                  </a:lnTo>
                  <a:lnTo>
                    <a:pt x="31845" y="1349145"/>
                  </a:lnTo>
                  <a:lnTo>
                    <a:pt x="32660" y="1344615"/>
                  </a:lnTo>
                  <a:lnTo>
                    <a:pt x="33474" y="1364185"/>
                  </a:lnTo>
                  <a:lnTo>
                    <a:pt x="34289" y="1325949"/>
                  </a:lnTo>
                  <a:lnTo>
                    <a:pt x="35104" y="1308474"/>
                  </a:lnTo>
                  <a:lnTo>
                    <a:pt x="35919" y="1295727"/>
                  </a:lnTo>
                  <a:lnTo>
                    <a:pt x="36733" y="1246331"/>
                  </a:lnTo>
                  <a:lnTo>
                    <a:pt x="37548" y="1314921"/>
                  </a:lnTo>
                  <a:lnTo>
                    <a:pt x="38363" y="1303578"/>
                  </a:lnTo>
                  <a:lnTo>
                    <a:pt x="39178" y="1317055"/>
                  </a:lnTo>
                  <a:lnTo>
                    <a:pt x="39993" y="1301022"/>
                  </a:lnTo>
                  <a:lnTo>
                    <a:pt x="40807" y="1310409"/>
                  </a:lnTo>
                  <a:lnTo>
                    <a:pt x="41622" y="1242476"/>
                  </a:lnTo>
                  <a:lnTo>
                    <a:pt x="42437" y="1155606"/>
                  </a:lnTo>
                  <a:lnTo>
                    <a:pt x="43252" y="1165433"/>
                  </a:lnTo>
                  <a:lnTo>
                    <a:pt x="44066" y="1177635"/>
                  </a:lnTo>
                  <a:lnTo>
                    <a:pt x="44881" y="1203527"/>
                  </a:lnTo>
                  <a:lnTo>
                    <a:pt x="45696" y="1183979"/>
                  </a:lnTo>
                  <a:lnTo>
                    <a:pt x="46511" y="1163488"/>
                  </a:lnTo>
                  <a:lnTo>
                    <a:pt x="47326" y="1082366"/>
                  </a:lnTo>
                  <a:lnTo>
                    <a:pt x="48140" y="980408"/>
                  </a:lnTo>
                  <a:lnTo>
                    <a:pt x="48955" y="966621"/>
                  </a:lnTo>
                  <a:lnTo>
                    <a:pt x="49770" y="969285"/>
                  </a:lnTo>
                  <a:lnTo>
                    <a:pt x="50585" y="969119"/>
                  </a:lnTo>
                  <a:lnTo>
                    <a:pt x="51399" y="972053"/>
                  </a:lnTo>
                  <a:lnTo>
                    <a:pt x="52214" y="1013946"/>
                  </a:lnTo>
                  <a:lnTo>
                    <a:pt x="53029" y="1056716"/>
                  </a:lnTo>
                  <a:lnTo>
                    <a:pt x="53844" y="1096591"/>
                  </a:lnTo>
                  <a:lnTo>
                    <a:pt x="54659" y="1120882"/>
                  </a:lnTo>
                  <a:lnTo>
                    <a:pt x="55473" y="1114742"/>
                  </a:lnTo>
                  <a:lnTo>
                    <a:pt x="56288" y="1098953"/>
                  </a:lnTo>
                  <a:lnTo>
                    <a:pt x="57103" y="1142286"/>
                  </a:lnTo>
                  <a:lnTo>
                    <a:pt x="57918" y="1111408"/>
                  </a:lnTo>
                  <a:lnTo>
                    <a:pt x="58732" y="1120802"/>
                  </a:lnTo>
                  <a:lnTo>
                    <a:pt x="59547" y="1146075"/>
                  </a:lnTo>
                  <a:lnTo>
                    <a:pt x="60362" y="1196794"/>
                  </a:lnTo>
                  <a:lnTo>
                    <a:pt x="61177" y="1162565"/>
                  </a:lnTo>
                  <a:lnTo>
                    <a:pt x="61992" y="1144849"/>
                  </a:lnTo>
                  <a:lnTo>
                    <a:pt x="62806" y="1198841"/>
                  </a:lnTo>
                  <a:lnTo>
                    <a:pt x="63621" y="1172691"/>
                  </a:lnTo>
                  <a:lnTo>
                    <a:pt x="64436" y="1168777"/>
                  </a:lnTo>
                  <a:lnTo>
                    <a:pt x="65251" y="1277882"/>
                  </a:lnTo>
                  <a:lnTo>
                    <a:pt x="66065" y="1281239"/>
                  </a:lnTo>
                  <a:lnTo>
                    <a:pt x="66880" y="1315337"/>
                  </a:lnTo>
                  <a:lnTo>
                    <a:pt x="67695" y="1287977"/>
                  </a:lnTo>
                  <a:lnTo>
                    <a:pt x="68510" y="1233913"/>
                  </a:lnTo>
                  <a:lnTo>
                    <a:pt x="69325" y="1230984"/>
                  </a:lnTo>
                  <a:lnTo>
                    <a:pt x="70139" y="1234878"/>
                  </a:lnTo>
                  <a:lnTo>
                    <a:pt x="70954" y="1243283"/>
                  </a:lnTo>
                  <a:lnTo>
                    <a:pt x="71769" y="1212901"/>
                  </a:lnTo>
                  <a:lnTo>
                    <a:pt x="72584" y="1239170"/>
                  </a:lnTo>
                  <a:lnTo>
                    <a:pt x="73399" y="1269795"/>
                  </a:lnTo>
                  <a:lnTo>
                    <a:pt x="74213" y="1322586"/>
                  </a:lnTo>
                  <a:lnTo>
                    <a:pt x="75028" y="1294516"/>
                  </a:lnTo>
                  <a:lnTo>
                    <a:pt x="75843" y="1241636"/>
                  </a:lnTo>
                  <a:lnTo>
                    <a:pt x="76658" y="1194642"/>
                  </a:lnTo>
                  <a:lnTo>
                    <a:pt x="77472" y="1200036"/>
                  </a:lnTo>
                  <a:lnTo>
                    <a:pt x="78287" y="1208494"/>
                  </a:lnTo>
                  <a:lnTo>
                    <a:pt x="79102" y="1203965"/>
                  </a:lnTo>
                  <a:lnTo>
                    <a:pt x="79917" y="1250438"/>
                  </a:lnTo>
                  <a:lnTo>
                    <a:pt x="80732" y="1278690"/>
                  </a:lnTo>
                  <a:lnTo>
                    <a:pt x="81546" y="1323417"/>
                  </a:lnTo>
                  <a:lnTo>
                    <a:pt x="82361" y="1338105"/>
                  </a:lnTo>
                  <a:lnTo>
                    <a:pt x="83176" y="1338924"/>
                  </a:lnTo>
                  <a:lnTo>
                    <a:pt x="83991" y="1327094"/>
                  </a:lnTo>
                  <a:lnTo>
                    <a:pt x="84805" y="1293259"/>
                  </a:lnTo>
                  <a:lnTo>
                    <a:pt x="85620" y="1211832"/>
                  </a:lnTo>
                  <a:lnTo>
                    <a:pt x="86435" y="1238423"/>
                  </a:lnTo>
                  <a:lnTo>
                    <a:pt x="87250" y="1293902"/>
                  </a:lnTo>
                  <a:lnTo>
                    <a:pt x="88065" y="1264449"/>
                  </a:lnTo>
                  <a:lnTo>
                    <a:pt x="88879" y="1215062"/>
                  </a:lnTo>
                  <a:lnTo>
                    <a:pt x="89694" y="1217797"/>
                  </a:lnTo>
                  <a:lnTo>
                    <a:pt x="90509" y="1261911"/>
                  </a:lnTo>
                  <a:lnTo>
                    <a:pt x="91324" y="1341710"/>
                  </a:lnTo>
                  <a:lnTo>
                    <a:pt x="92138" y="1334621"/>
                  </a:lnTo>
                  <a:lnTo>
                    <a:pt x="92953" y="1351401"/>
                  </a:lnTo>
                  <a:lnTo>
                    <a:pt x="93768" y="1320900"/>
                  </a:lnTo>
                  <a:lnTo>
                    <a:pt x="94583" y="1342248"/>
                  </a:lnTo>
                  <a:lnTo>
                    <a:pt x="95398" y="1323141"/>
                  </a:lnTo>
                  <a:lnTo>
                    <a:pt x="96212" y="1276860"/>
                  </a:lnTo>
                  <a:lnTo>
                    <a:pt x="97027" y="1271801"/>
                  </a:lnTo>
                  <a:lnTo>
                    <a:pt x="97842" y="1289152"/>
                  </a:lnTo>
                  <a:lnTo>
                    <a:pt x="98657" y="1284535"/>
                  </a:lnTo>
                  <a:lnTo>
                    <a:pt x="99471" y="1259507"/>
                  </a:lnTo>
                  <a:lnTo>
                    <a:pt x="100286" y="1257901"/>
                  </a:lnTo>
                  <a:lnTo>
                    <a:pt x="101101" y="1265661"/>
                  </a:lnTo>
                  <a:lnTo>
                    <a:pt x="101916" y="1274234"/>
                  </a:lnTo>
                  <a:lnTo>
                    <a:pt x="102731" y="1269227"/>
                  </a:lnTo>
                  <a:lnTo>
                    <a:pt x="103545" y="1228225"/>
                  </a:lnTo>
                  <a:lnTo>
                    <a:pt x="104360" y="1142785"/>
                  </a:lnTo>
                  <a:lnTo>
                    <a:pt x="105175" y="1077151"/>
                  </a:lnTo>
                  <a:lnTo>
                    <a:pt x="105990" y="1207476"/>
                  </a:lnTo>
                  <a:lnTo>
                    <a:pt x="106804" y="1230672"/>
                  </a:lnTo>
                  <a:lnTo>
                    <a:pt x="107619" y="1230763"/>
                  </a:lnTo>
                  <a:lnTo>
                    <a:pt x="108434" y="1269066"/>
                  </a:lnTo>
                  <a:lnTo>
                    <a:pt x="109249" y="1245158"/>
                  </a:lnTo>
                  <a:lnTo>
                    <a:pt x="110064" y="1235125"/>
                  </a:lnTo>
                  <a:lnTo>
                    <a:pt x="110878" y="1202859"/>
                  </a:lnTo>
                  <a:lnTo>
                    <a:pt x="111693" y="1166017"/>
                  </a:lnTo>
                  <a:lnTo>
                    <a:pt x="112508" y="1163170"/>
                  </a:lnTo>
                  <a:lnTo>
                    <a:pt x="113323" y="1112539"/>
                  </a:lnTo>
                  <a:lnTo>
                    <a:pt x="114138" y="1134303"/>
                  </a:lnTo>
                  <a:lnTo>
                    <a:pt x="114952" y="1106031"/>
                  </a:lnTo>
                  <a:lnTo>
                    <a:pt x="115767" y="1087406"/>
                  </a:lnTo>
                  <a:lnTo>
                    <a:pt x="116582" y="1080180"/>
                  </a:lnTo>
                  <a:lnTo>
                    <a:pt x="117397" y="1056528"/>
                  </a:lnTo>
                  <a:lnTo>
                    <a:pt x="118211" y="1026674"/>
                  </a:lnTo>
                  <a:lnTo>
                    <a:pt x="119026" y="950247"/>
                  </a:lnTo>
                  <a:lnTo>
                    <a:pt x="119841" y="880415"/>
                  </a:lnTo>
                  <a:lnTo>
                    <a:pt x="120656" y="822320"/>
                  </a:lnTo>
                  <a:lnTo>
                    <a:pt x="121471" y="664209"/>
                  </a:lnTo>
                  <a:lnTo>
                    <a:pt x="122285" y="520747"/>
                  </a:lnTo>
                  <a:lnTo>
                    <a:pt x="123100" y="571399"/>
                  </a:lnTo>
                  <a:lnTo>
                    <a:pt x="123915" y="477703"/>
                  </a:lnTo>
                  <a:lnTo>
                    <a:pt x="124730" y="495139"/>
                  </a:lnTo>
                  <a:lnTo>
                    <a:pt x="125544" y="390361"/>
                  </a:lnTo>
                  <a:lnTo>
                    <a:pt x="126359" y="349563"/>
                  </a:lnTo>
                  <a:lnTo>
                    <a:pt x="127174" y="219025"/>
                  </a:lnTo>
                  <a:lnTo>
                    <a:pt x="127989" y="91959"/>
                  </a:lnTo>
                  <a:lnTo>
                    <a:pt x="128804" y="41399"/>
                  </a:lnTo>
                  <a:lnTo>
                    <a:pt x="129618" y="78775"/>
                  </a:lnTo>
                  <a:lnTo>
                    <a:pt x="130433" y="284933"/>
                  </a:lnTo>
                  <a:lnTo>
                    <a:pt x="131248" y="361701"/>
                  </a:lnTo>
                  <a:lnTo>
                    <a:pt x="132063" y="322493"/>
                  </a:lnTo>
                  <a:lnTo>
                    <a:pt x="132877" y="355798"/>
                  </a:lnTo>
                  <a:lnTo>
                    <a:pt x="133692" y="394097"/>
                  </a:lnTo>
                  <a:lnTo>
                    <a:pt x="134507" y="425174"/>
                  </a:lnTo>
                  <a:lnTo>
                    <a:pt x="135322" y="406616"/>
                  </a:lnTo>
                  <a:lnTo>
                    <a:pt x="136137" y="377281"/>
                  </a:lnTo>
                  <a:lnTo>
                    <a:pt x="136951" y="407813"/>
                  </a:lnTo>
                  <a:lnTo>
                    <a:pt x="137766" y="369817"/>
                  </a:lnTo>
                  <a:lnTo>
                    <a:pt x="138581" y="338589"/>
                  </a:lnTo>
                  <a:lnTo>
                    <a:pt x="139396" y="275031"/>
                  </a:lnTo>
                  <a:lnTo>
                    <a:pt x="140210" y="123246"/>
                  </a:lnTo>
                  <a:lnTo>
                    <a:pt x="141025" y="0"/>
                  </a:lnTo>
                  <a:lnTo>
                    <a:pt x="141840" y="158996"/>
                  </a:lnTo>
                  <a:lnTo>
                    <a:pt x="142655" y="216705"/>
                  </a:lnTo>
                  <a:lnTo>
                    <a:pt x="143470" y="271107"/>
                  </a:lnTo>
                  <a:lnTo>
                    <a:pt x="144284" y="391951"/>
                  </a:lnTo>
                  <a:lnTo>
                    <a:pt x="145099" y="286243"/>
                  </a:lnTo>
                  <a:lnTo>
                    <a:pt x="145914" y="440234"/>
                  </a:lnTo>
                  <a:lnTo>
                    <a:pt x="146729" y="607862"/>
                  </a:lnTo>
                  <a:lnTo>
                    <a:pt x="147543" y="720865"/>
                  </a:lnTo>
                  <a:lnTo>
                    <a:pt x="148358" y="687964"/>
                  </a:lnTo>
                  <a:lnTo>
                    <a:pt x="149173" y="736241"/>
                  </a:lnTo>
                  <a:lnTo>
                    <a:pt x="149988" y="950512"/>
                  </a:lnTo>
                  <a:lnTo>
                    <a:pt x="150803" y="980045"/>
                  </a:lnTo>
                  <a:lnTo>
                    <a:pt x="151617" y="942236"/>
                  </a:lnTo>
                  <a:lnTo>
                    <a:pt x="152432" y="1039315"/>
                  </a:lnTo>
                  <a:lnTo>
                    <a:pt x="153247" y="1057466"/>
                  </a:lnTo>
                  <a:lnTo>
                    <a:pt x="154062" y="1000373"/>
                  </a:lnTo>
                  <a:lnTo>
                    <a:pt x="154877" y="1002065"/>
                  </a:lnTo>
                  <a:lnTo>
                    <a:pt x="155691" y="939687"/>
                  </a:lnTo>
                  <a:lnTo>
                    <a:pt x="156506" y="974336"/>
                  </a:lnTo>
                  <a:lnTo>
                    <a:pt x="157321" y="1089842"/>
                  </a:lnTo>
                  <a:lnTo>
                    <a:pt x="158136" y="1021440"/>
                  </a:lnTo>
                  <a:lnTo>
                    <a:pt x="158950" y="908559"/>
                  </a:lnTo>
                  <a:lnTo>
                    <a:pt x="159765" y="1043965"/>
                  </a:lnTo>
                  <a:lnTo>
                    <a:pt x="160580" y="1025523"/>
                  </a:lnTo>
                  <a:lnTo>
                    <a:pt x="161395" y="983131"/>
                  </a:lnTo>
                  <a:lnTo>
                    <a:pt x="162210" y="928957"/>
                  </a:lnTo>
                  <a:lnTo>
                    <a:pt x="163024" y="1087859"/>
                  </a:lnTo>
                  <a:lnTo>
                    <a:pt x="163839" y="1086530"/>
                  </a:lnTo>
                  <a:lnTo>
                    <a:pt x="164654" y="1025315"/>
                  </a:lnTo>
                  <a:lnTo>
                    <a:pt x="165469" y="1049936"/>
                  </a:lnTo>
                  <a:lnTo>
                    <a:pt x="166283" y="1136912"/>
                  </a:lnTo>
                  <a:lnTo>
                    <a:pt x="167098" y="1238319"/>
                  </a:lnTo>
                  <a:lnTo>
                    <a:pt x="167913" y="1202577"/>
                  </a:lnTo>
                  <a:lnTo>
                    <a:pt x="168728" y="1205201"/>
                  </a:lnTo>
                  <a:lnTo>
                    <a:pt x="169543" y="1231948"/>
                  </a:lnTo>
                  <a:lnTo>
                    <a:pt x="170357" y="1113828"/>
                  </a:lnTo>
                  <a:lnTo>
                    <a:pt x="171172" y="1105012"/>
                  </a:lnTo>
                  <a:lnTo>
                    <a:pt x="171987" y="1039969"/>
                  </a:lnTo>
                  <a:lnTo>
                    <a:pt x="172802" y="1085175"/>
                  </a:lnTo>
                  <a:lnTo>
                    <a:pt x="173616" y="1039858"/>
                  </a:lnTo>
                  <a:lnTo>
                    <a:pt x="174431" y="1006680"/>
                  </a:lnTo>
                  <a:lnTo>
                    <a:pt x="175246" y="1031571"/>
                  </a:lnTo>
                  <a:lnTo>
                    <a:pt x="176061" y="1045749"/>
                  </a:lnTo>
                  <a:lnTo>
                    <a:pt x="176876" y="1044429"/>
                  </a:lnTo>
                  <a:lnTo>
                    <a:pt x="177690" y="1072921"/>
                  </a:lnTo>
                  <a:lnTo>
                    <a:pt x="178505" y="1018583"/>
                  </a:lnTo>
                  <a:lnTo>
                    <a:pt x="179320" y="1031067"/>
                  </a:lnTo>
                  <a:lnTo>
                    <a:pt x="180135" y="964618"/>
                  </a:lnTo>
                  <a:lnTo>
                    <a:pt x="180949" y="910269"/>
                  </a:lnTo>
                  <a:lnTo>
                    <a:pt x="181764" y="896786"/>
                  </a:lnTo>
                  <a:lnTo>
                    <a:pt x="182579" y="885308"/>
                  </a:lnTo>
                  <a:lnTo>
                    <a:pt x="183394" y="844555"/>
                  </a:lnTo>
                  <a:lnTo>
                    <a:pt x="184209" y="830519"/>
                  </a:lnTo>
                  <a:lnTo>
                    <a:pt x="185023" y="891074"/>
                  </a:lnTo>
                  <a:lnTo>
                    <a:pt x="185838" y="857452"/>
                  </a:lnTo>
                  <a:lnTo>
                    <a:pt x="186653" y="858807"/>
                  </a:lnTo>
                  <a:lnTo>
                    <a:pt x="187468" y="914351"/>
                  </a:lnTo>
                  <a:lnTo>
                    <a:pt x="188283" y="881660"/>
                  </a:lnTo>
                  <a:lnTo>
                    <a:pt x="189097" y="948788"/>
                  </a:lnTo>
                  <a:lnTo>
                    <a:pt x="189912" y="911657"/>
                  </a:lnTo>
                  <a:lnTo>
                    <a:pt x="190727" y="943392"/>
                  </a:lnTo>
                  <a:lnTo>
                    <a:pt x="191542" y="1052217"/>
                  </a:lnTo>
                  <a:lnTo>
                    <a:pt x="192356" y="1022414"/>
                  </a:lnTo>
                  <a:lnTo>
                    <a:pt x="193171" y="1099282"/>
                  </a:lnTo>
                  <a:lnTo>
                    <a:pt x="193986" y="1123861"/>
                  </a:lnTo>
                  <a:lnTo>
                    <a:pt x="194801" y="1146349"/>
                  </a:lnTo>
                  <a:lnTo>
                    <a:pt x="195616" y="1271498"/>
                  </a:lnTo>
                  <a:lnTo>
                    <a:pt x="196430" y="1190524"/>
                  </a:lnTo>
                  <a:lnTo>
                    <a:pt x="197245" y="1237514"/>
                  </a:lnTo>
                  <a:lnTo>
                    <a:pt x="198060" y="1255601"/>
                  </a:lnTo>
                  <a:lnTo>
                    <a:pt x="198875" y="1287992"/>
                  </a:lnTo>
                  <a:lnTo>
                    <a:pt x="199689" y="1346846"/>
                  </a:lnTo>
                  <a:lnTo>
                    <a:pt x="200504" y="1320052"/>
                  </a:lnTo>
                  <a:lnTo>
                    <a:pt x="201319" y="1310742"/>
                  </a:lnTo>
                  <a:lnTo>
                    <a:pt x="202134" y="1297974"/>
                  </a:lnTo>
                  <a:lnTo>
                    <a:pt x="202949" y="1199978"/>
                  </a:lnTo>
                  <a:lnTo>
                    <a:pt x="203763" y="1075018"/>
                  </a:lnTo>
                  <a:lnTo>
                    <a:pt x="204578" y="1135695"/>
                  </a:lnTo>
                  <a:lnTo>
                    <a:pt x="205393" y="1168305"/>
                  </a:lnTo>
                  <a:lnTo>
                    <a:pt x="206208" y="1145964"/>
                  </a:lnTo>
                  <a:lnTo>
                    <a:pt x="207022" y="1128124"/>
                  </a:lnTo>
                  <a:lnTo>
                    <a:pt x="207837" y="1201229"/>
                  </a:lnTo>
                  <a:lnTo>
                    <a:pt x="208652" y="1225254"/>
                  </a:lnTo>
                  <a:lnTo>
                    <a:pt x="209467" y="1257755"/>
                  </a:lnTo>
                  <a:lnTo>
                    <a:pt x="210282" y="1160672"/>
                  </a:lnTo>
                  <a:lnTo>
                    <a:pt x="211096" y="1142193"/>
                  </a:lnTo>
                  <a:lnTo>
                    <a:pt x="211911" y="1225802"/>
                  </a:lnTo>
                  <a:lnTo>
                    <a:pt x="212726" y="1246203"/>
                  </a:lnTo>
                  <a:lnTo>
                    <a:pt x="213541" y="1302158"/>
                  </a:lnTo>
                  <a:lnTo>
                    <a:pt x="214355" y="1286866"/>
                  </a:lnTo>
                  <a:lnTo>
                    <a:pt x="215170" y="1320462"/>
                  </a:lnTo>
                  <a:lnTo>
                    <a:pt x="215985" y="1326235"/>
                  </a:lnTo>
                  <a:lnTo>
                    <a:pt x="216800" y="1310004"/>
                  </a:lnTo>
                  <a:lnTo>
                    <a:pt x="217615" y="1303434"/>
                  </a:lnTo>
                  <a:lnTo>
                    <a:pt x="218429" y="1289413"/>
                  </a:lnTo>
                  <a:lnTo>
                    <a:pt x="219244" y="1298882"/>
                  </a:lnTo>
                  <a:lnTo>
                    <a:pt x="220059" y="1204593"/>
                  </a:lnTo>
                  <a:lnTo>
                    <a:pt x="220874" y="1172077"/>
                  </a:lnTo>
                  <a:lnTo>
                    <a:pt x="221688" y="1315853"/>
                  </a:lnTo>
                  <a:lnTo>
                    <a:pt x="222503" y="1352196"/>
                  </a:lnTo>
                  <a:lnTo>
                    <a:pt x="223318" y="1353299"/>
                  </a:lnTo>
                  <a:lnTo>
                    <a:pt x="224133" y="1324758"/>
                  </a:lnTo>
                  <a:lnTo>
                    <a:pt x="224948" y="1348975"/>
                  </a:lnTo>
                  <a:lnTo>
                    <a:pt x="225762" y="1330413"/>
                  </a:lnTo>
                  <a:lnTo>
                    <a:pt x="226577" y="1322116"/>
                  </a:lnTo>
                  <a:lnTo>
                    <a:pt x="227392" y="1295616"/>
                  </a:lnTo>
                  <a:lnTo>
                    <a:pt x="228207" y="1271579"/>
                  </a:lnTo>
                  <a:lnTo>
                    <a:pt x="229022" y="1304122"/>
                  </a:lnTo>
                  <a:lnTo>
                    <a:pt x="229836" y="1333159"/>
                  </a:lnTo>
                  <a:lnTo>
                    <a:pt x="230651" y="1333342"/>
                  </a:lnTo>
                  <a:lnTo>
                    <a:pt x="231466" y="1314825"/>
                  </a:lnTo>
                  <a:lnTo>
                    <a:pt x="232281" y="1338765"/>
                  </a:lnTo>
                  <a:lnTo>
                    <a:pt x="233095" y="1356324"/>
                  </a:lnTo>
                  <a:lnTo>
                    <a:pt x="233910" y="1380045"/>
                  </a:lnTo>
                  <a:lnTo>
                    <a:pt x="234725" y="1385015"/>
                  </a:lnTo>
                  <a:lnTo>
                    <a:pt x="235540" y="1364586"/>
                  </a:lnTo>
                  <a:lnTo>
                    <a:pt x="236355" y="1363839"/>
                  </a:lnTo>
                  <a:lnTo>
                    <a:pt x="237169" y="1329024"/>
                  </a:lnTo>
                  <a:lnTo>
                    <a:pt x="237984" y="1205364"/>
                  </a:lnTo>
                  <a:lnTo>
                    <a:pt x="238799" y="1194227"/>
                  </a:lnTo>
                  <a:lnTo>
                    <a:pt x="239614" y="1183002"/>
                  </a:lnTo>
                  <a:lnTo>
                    <a:pt x="240428" y="1232014"/>
                  </a:lnTo>
                  <a:lnTo>
                    <a:pt x="241243" y="1256477"/>
                  </a:lnTo>
                  <a:lnTo>
                    <a:pt x="242058" y="1274834"/>
                  </a:lnTo>
                  <a:lnTo>
                    <a:pt x="242873" y="1257400"/>
                  </a:lnTo>
                  <a:lnTo>
                    <a:pt x="243688" y="1261446"/>
                  </a:lnTo>
                  <a:lnTo>
                    <a:pt x="244502" y="1224033"/>
                  </a:lnTo>
                  <a:lnTo>
                    <a:pt x="245317" y="1165776"/>
                  </a:lnTo>
                  <a:lnTo>
                    <a:pt x="246132" y="1128915"/>
                  </a:lnTo>
                  <a:lnTo>
                    <a:pt x="246947" y="1160896"/>
                  </a:lnTo>
                  <a:lnTo>
                    <a:pt x="247761" y="1137317"/>
                  </a:lnTo>
                  <a:lnTo>
                    <a:pt x="248576" y="1074672"/>
                  </a:lnTo>
                  <a:lnTo>
                    <a:pt x="249391" y="1019592"/>
                  </a:lnTo>
                  <a:lnTo>
                    <a:pt x="250206" y="1002027"/>
                  </a:lnTo>
                  <a:lnTo>
                    <a:pt x="251021" y="1034265"/>
                  </a:lnTo>
                  <a:lnTo>
                    <a:pt x="251835" y="1062362"/>
                  </a:lnTo>
                  <a:lnTo>
                    <a:pt x="252650" y="1104135"/>
                  </a:lnTo>
                  <a:lnTo>
                    <a:pt x="253465" y="1211022"/>
                  </a:lnTo>
                  <a:lnTo>
                    <a:pt x="254280" y="1241996"/>
                  </a:lnTo>
                  <a:lnTo>
                    <a:pt x="255094" y="1216419"/>
                  </a:lnTo>
                  <a:lnTo>
                    <a:pt x="255909" y="1137705"/>
                  </a:lnTo>
                  <a:lnTo>
                    <a:pt x="256724" y="1177054"/>
                  </a:lnTo>
                  <a:lnTo>
                    <a:pt x="257539" y="1268511"/>
                  </a:lnTo>
                  <a:lnTo>
                    <a:pt x="258354" y="1322790"/>
                  </a:lnTo>
                  <a:lnTo>
                    <a:pt x="259168" y="1289000"/>
                  </a:lnTo>
                  <a:lnTo>
                    <a:pt x="259983" y="1287655"/>
                  </a:lnTo>
                  <a:lnTo>
                    <a:pt x="260798" y="1329120"/>
                  </a:lnTo>
                  <a:lnTo>
                    <a:pt x="261613" y="1327230"/>
                  </a:lnTo>
                  <a:lnTo>
                    <a:pt x="262427" y="1322297"/>
                  </a:lnTo>
                  <a:lnTo>
                    <a:pt x="263242" y="1298038"/>
                  </a:lnTo>
                  <a:lnTo>
                    <a:pt x="264057" y="1339775"/>
                  </a:lnTo>
                  <a:lnTo>
                    <a:pt x="264872" y="1326772"/>
                  </a:lnTo>
                  <a:lnTo>
                    <a:pt x="265687" y="1316591"/>
                  </a:lnTo>
                  <a:lnTo>
                    <a:pt x="266501" y="1270786"/>
                  </a:lnTo>
                  <a:lnTo>
                    <a:pt x="267316" y="1226363"/>
                  </a:lnTo>
                  <a:lnTo>
                    <a:pt x="268131" y="1254723"/>
                  </a:lnTo>
                  <a:lnTo>
                    <a:pt x="268946" y="1214453"/>
                  </a:lnTo>
                  <a:lnTo>
                    <a:pt x="269761" y="1082111"/>
                  </a:lnTo>
                  <a:lnTo>
                    <a:pt x="270575" y="1096881"/>
                  </a:lnTo>
                  <a:lnTo>
                    <a:pt x="271390" y="1097921"/>
                  </a:lnTo>
                  <a:lnTo>
                    <a:pt x="272205" y="1069722"/>
                  </a:lnTo>
                  <a:lnTo>
                    <a:pt x="273020" y="1098666"/>
                  </a:lnTo>
                  <a:lnTo>
                    <a:pt x="273834" y="1077319"/>
                  </a:lnTo>
                  <a:lnTo>
                    <a:pt x="274649" y="1147230"/>
                  </a:lnTo>
                  <a:lnTo>
                    <a:pt x="275464" y="1234172"/>
                  </a:lnTo>
                  <a:lnTo>
                    <a:pt x="276279" y="1255520"/>
                  </a:lnTo>
                  <a:lnTo>
                    <a:pt x="277094" y="1259745"/>
                  </a:lnTo>
                  <a:lnTo>
                    <a:pt x="277908" y="1279037"/>
                  </a:lnTo>
                  <a:lnTo>
                    <a:pt x="278723" y="1338380"/>
                  </a:lnTo>
                  <a:lnTo>
                    <a:pt x="279538" y="1305243"/>
                  </a:lnTo>
                  <a:lnTo>
                    <a:pt x="280353" y="1291730"/>
                  </a:lnTo>
                  <a:lnTo>
                    <a:pt x="281167" y="1268143"/>
                  </a:lnTo>
                  <a:lnTo>
                    <a:pt x="281982" y="1335510"/>
                  </a:lnTo>
                  <a:lnTo>
                    <a:pt x="282797" y="1211769"/>
                  </a:lnTo>
                  <a:lnTo>
                    <a:pt x="283612" y="1170508"/>
                  </a:lnTo>
                  <a:lnTo>
                    <a:pt x="284427" y="1239828"/>
                  </a:lnTo>
                  <a:lnTo>
                    <a:pt x="285241" y="1307481"/>
                  </a:lnTo>
                  <a:lnTo>
                    <a:pt x="286056" y="1371903"/>
                  </a:lnTo>
                  <a:lnTo>
                    <a:pt x="286871" y="1352387"/>
                  </a:lnTo>
                  <a:lnTo>
                    <a:pt x="287686" y="1315049"/>
                  </a:lnTo>
                  <a:lnTo>
                    <a:pt x="288500" y="1320047"/>
                  </a:lnTo>
                  <a:lnTo>
                    <a:pt x="289315" y="1357649"/>
                  </a:lnTo>
                  <a:lnTo>
                    <a:pt x="290130" y="1402052"/>
                  </a:lnTo>
                  <a:lnTo>
                    <a:pt x="290945" y="1388889"/>
                  </a:lnTo>
                  <a:lnTo>
                    <a:pt x="291760" y="1369632"/>
                  </a:lnTo>
                  <a:lnTo>
                    <a:pt x="292574" y="1377950"/>
                  </a:lnTo>
                  <a:lnTo>
                    <a:pt x="293389" y="1359872"/>
                  </a:lnTo>
                  <a:lnTo>
                    <a:pt x="294204" y="1332767"/>
                  </a:lnTo>
                  <a:lnTo>
                    <a:pt x="295019" y="1314782"/>
                  </a:lnTo>
                  <a:lnTo>
                    <a:pt x="295833" y="1287078"/>
                  </a:lnTo>
                  <a:lnTo>
                    <a:pt x="296648" y="1255167"/>
                  </a:lnTo>
                  <a:lnTo>
                    <a:pt x="297463" y="1213883"/>
                  </a:lnTo>
                  <a:lnTo>
                    <a:pt x="298278" y="1096632"/>
                  </a:lnTo>
                  <a:lnTo>
                    <a:pt x="299093" y="1097191"/>
                  </a:lnTo>
                  <a:lnTo>
                    <a:pt x="299907" y="1045240"/>
                  </a:lnTo>
                  <a:lnTo>
                    <a:pt x="300722" y="1003032"/>
                  </a:lnTo>
                  <a:lnTo>
                    <a:pt x="301537" y="1040279"/>
                  </a:lnTo>
                  <a:lnTo>
                    <a:pt x="302352" y="1028307"/>
                  </a:lnTo>
                  <a:lnTo>
                    <a:pt x="303166" y="1091784"/>
                  </a:lnTo>
                  <a:lnTo>
                    <a:pt x="303981" y="1062142"/>
                  </a:lnTo>
                  <a:lnTo>
                    <a:pt x="304796" y="1063916"/>
                  </a:lnTo>
                  <a:lnTo>
                    <a:pt x="305611" y="1101314"/>
                  </a:lnTo>
                  <a:lnTo>
                    <a:pt x="306426" y="1140082"/>
                  </a:lnTo>
                  <a:lnTo>
                    <a:pt x="307240" y="1170093"/>
                  </a:lnTo>
                  <a:lnTo>
                    <a:pt x="308055" y="1136277"/>
                  </a:lnTo>
                  <a:lnTo>
                    <a:pt x="308870" y="1115702"/>
                  </a:lnTo>
                  <a:lnTo>
                    <a:pt x="309685" y="1096988"/>
                  </a:lnTo>
                  <a:lnTo>
                    <a:pt x="310500" y="1074133"/>
                  </a:lnTo>
                  <a:lnTo>
                    <a:pt x="311314" y="1047098"/>
                  </a:lnTo>
                  <a:lnTo>
                    <a:pt x="312129" y="1089682"/>
                  </a:lnTo>
                  <a:lnTo>
                    <a:pt x="312944" y="1146706"/>
                  </a:lnTo>
                  <a:lnTo>
                    <a:pt x="313759" y="1125114"/>
                  </a:lnTo>
                  <a:lnTo>
                    <a:pt x="314573" y="1128770"/>
                  </a:lnTo>
                  <a:lnTo>
                    <a:pt x="315388" y="1101743"/>
                  </a:lnTo>
                  <a:lnTo>
                    <a:pt x="316203" y="1185842"/>
                  </a:lnTo>
                  <a:lnTo>
                    <a:pt x="317018" y="1285037"/>
                  </a:lnTo>
                  <a:lnTo>
                    <a:pt x="317833" y="1250050"/>
                  </a:lnTo>
                  <a:lnTo>
                    <a:pt x="318647" y="1283368"/>
                  </a:lnTo>
                  <a:lnTo>
                    <a:pt x="319462" y="1274539"/>
                  </a:lnTo>
                  <a:lnTo>
                    <a:pt x="320277" y="1279530"/>
                  </a:lnTo>
                  <a:lnTo>
                    <a:pt x="321092" y="1228224"/>
                  </a:lnTo>
                  <a:lnTo>
                    <a:pt x="321906" y="1203371"/>
                  </a:lnTo>
                  <a:lnTo>
                    <a:pt x="322721" y="1288583"/>
                  </a:lnTo>
                  <a:lnTo>
                    <a:pt x="323536" y="1297184"/>
                  </a:lnTo>
                  <a:lnTo>
                    <a:pt x="324351" y="1292233"/>
                  </a:lnTo>
                  <a:lnTo>
                    <a:pt x="325166" y="1171867"/>
                  </a:lnTo>
                  <a:lnTo>
                    <a:pt x="325980" y="1132715"/>
                  </a:lnTo>
                  <a:lnTo>
                    <a:pt x="326795" y="1168967"/>
                  </a:lnTo>
                  <a:lnTo>
                    <a:pt x="327610" y="1267333"/>
                  </a:lnTo>
                  <a:lnTo>
                    <a:pt x="328425" y="1281086"/>
                  </a:lnTo>
                  <a:lnTo>
                    <a:pt x="329239" y="1309659"/>
                  </a:lnTo>
                  <a:lnTo>
                    <a:pt x="330054" y="1321620"/>
                  </a:lnTo>
                  <a:lnTo>
                    <a:pt x="330869" y="1306794"/>
                  </a:lnTo>
                  <a:lnTo>
                    <a:pt x="331684" y="1288524"/>
                  </a:lnTo>
                  <a:lnTo>
                    <a:pt x="332499" y="1166030"/>
                  </a:lnTo>
                  <a:lnTo>
                    <a:pt x="333313" y="1146662"/>
                  </a:lnTo>
                  <a:lnTo>
                    <a:pt x="334128" y="1227588"/>
                  </a:lnTo>
                  <a:lnTo>
                    <a:pt x="334943" y="1207451"/>
                  </a:lnTo>
                  <a:lnTo>
                    <a:pt x="335758" y="1090665"/>
                  </a:lnTo>
                  <a:lnTo>
                    <a:pt x="336572" y="1071011"/>
                  </a:lnTo>
                  <a:lnTo>
                    <a:pt x="337387" y="1133900"/>
                  </a:lnTo>
                  <a:lnTo>
                    <a:pt x="338202" y="1157759"/>
                  </a:lnTo>
                  <a:lnTo>
                    <a:pt x="339017" y="1184900"/>
                  </a:lnTo>
                  <a:lnTo>
                    <a:pt x="339832" y="1199073"/>
                  </a:lnTo>
                  <a:lnTo>
                    <a:pt x="340646" y="1274953"/>
                  </a:lnTo>
                  <a:lnTo>
                    <a:pt x="341461" y="1167608"/>
                  </a:lnTo>
                  <a:lnTo>
                    <a:pt x="342276" y="1135070"/>
                  </a:lnTo>
                  <a:lnTo>
                    <a:pt x="343091" y="1137082"/>
                  </a:lnTo>
                  <a:lnTo>
                    <a:pt x="343905" y="1236859"/>
                  </a:lnTo>
                  <a:lnTo>
                    <a:pt x="344720" y="1277295"/>
                  </a:lnTo>
                  <a:lnTo>
                    <a:pt x="345535" y="1267355"/>
                  </a:lnTo>
                  <a:lnTo>
                    <a:pt x="346350" y="1214167"/>
                  </a:lnTo>
                  <a:lnTo>
                    <a:pt x="347165" y="1190211"/>
                  </a:lnTo>
                  <a:lnTo>
                    <a:pt x="347979" y="1151293"/>
                  </a:lnTo>
                  <a:lnTo>
                    <a:pt x="348794" y="1171953"/>
                  </a:lnTo>
                  <a:lnTo>
                    <a:pt x="349609" y="1199084"/>
                  </a:lnTo>
                  <a:lnTo>
                    <a:pt x="350424" y="1248007"/>
                  </a:lnTo>
                  <a:lnTo>
                    <a:pt x="351239" y="1286161"/>
                  </a:lnTo>
                  <a:lnTo>
                    <a:pt x="352053" y="1260345"/>
                  </a:lnTo>
                  <a:lnTo>
                    <a:pt x="352868" y="1152249"/>
                  </a:lnTo>
                  <a:lnTo>
                    <a:pt x="353683" y="1126885"/>
                  </a:lnTo>
                  <a:lnTo>
                    <a:pt x="354498" y="1121012"/>
                  </a:lnTo>
                  <a:lnTo>
                    <a:pt x="355312" y="1150804"/>
                  </a:lnTo>
                  <a:lnTo>
                    <a:pt x="356127" y="1153577"/>
                  </a:lnTo>
                  <a:lnTo>
                    <a:pt x="356942" y="1154871"/>
                  </a:lnTo>
                  <a:lnTo>
                    <a:pt x="357757" y="1171637"/>
                  </a:lnTo>
                  <a:lnTo>
                    <a:pt x="358572" y="1207486"/>
                  </a:lnTo>
                  <a:lnTo>
                    <a:pt x="359386" y="1275084"/>
                  </a:lnTo>
                  <a:lnTo>
                    <a:pt x="360201" y="1279584"/>
                  </a:lnTo>
                  <a:lnTo>
                    <a:pt x="361016" y="1293507"/>
                  </a:lnTo>
                  <a:lnTo>
                    <a:pt x="361831" y="1290995"/>
                  </a:lnTo>
                  <a:lnTo>
                    <a:pt x="362645" y="1199043"/>
                  </a:lnTo>
                  <a:lnTo>
                    <a:pt x="363460" y="1150892"/>
                  </a:lnTo>
                  <a:lnTo>
                    <a:pt x="364275" y="1142329"/>
                  </a:lnTo>
                  <a:lnTo>
                    <a:pt x="365090" y="1168055"/>
                  </a:lnTo>
                  <a:lnTo>
                    <a:pt x="365905" y="1149577"/>
                  </a:lnTo>
                  <a:lnTo>
                    <a:pt x="366719" y="1121245"/>
                  </a:lnTo>
                  <a:lnTo>
                    <a:pt x="367534" y="1166785"/>
                  </a:lnTo>
                  <a:lnTo>
                    <a:pt x="368349" y="1167506"/>
                  </a:lnTo>
                  <a:lnTo>
                    <a:pt x="369164" y="1176751"/>
                  </a:lnTo>
                  <a:lnTo>
                    <a:pt x="369978" y="1121323"/>
                  </a:lnTo>
                  <a:lnTo>
                    <a:pt x="370793" y="1069425"/>
                  </a:lnTo>
                  <a:lnTo>
                    <a:pt x="371608" y="1047289"/>
                  </a:lnTo>
                  <a:lnTo>
                    <a:pt x="372423" y="1015376"/>
                  </a:lnTo>
                  <a:lnTo>
                    <a:pt x="373238" y="1045984"/>
                  </a:lnTo>
                  <a:lnTo>
                    <a:pt x="374052" y="1081007"/>
                  </a:lnTo>
                  <a:lnTo>
                    <a:pt x="374867" y="1084351"/>
                  </a:lnTo>
                  <a:lnTo>
                    <a:pt x="375682" y="1105906"/>
                  </a:lnTo>
                  <a:lnTo>
                    <a:pt x="376497" y="1112559"/>
                  </a:lnTo>
                  <a:lnTo>
                    <a:pt x="377311" y="1215162"/>
                  </a:lnTo>
                  <a:lnTo>
                    <a:pt x="378126" y="1214298"/>
                  </a:lnTo>
                  <a:lnTo>
                    <a:pt x="378941" y="1103103"/>
                  </a:lnTo>
                  <a:lnTo>
                    <a:pt x="379756" y="1126588"/>
                  </a:lnTo>
                  <a:lnTo>
                    <a:pt x="380571" y="1100378"/>
                  </a:lnTo>
                  <a:lnTo>
                    <a:pt x="381385" y="1131410"/>
                  </a:lnTo>
                  <a:lnTo>
                    <a:pt x="382200" y="1161151"/>
                  </a:lnTo>
                  <a:lnTo>
                    <a:pt x="383015" y="1282701"/>
                  </a:lnTo>
                  <a:lnTo>
                    <a:pt x="383830" y="1323053"/>
                  </a:lnTo>
                  <a:lnTo>
                    <a:pt x="384644" y="1352393"/>
                  </a:lnTo>
                  <a:lnTo>
                    <a:pt x="385459" y="1353181"/>
                  </a:lnTo>
                  <a:lnTo>
                    <a:pt x="386274" y="1395647"/>
                  </a:lnTo>
                  <a:lnTo>
                    <a:pt x="387089" y="1416603"/>
                  </a:lnTo>
                  <a:lnTo>
                    <a:pt x="387904" y="1413719"/>
                  </a:lnTo>
                  <a:lnTo>
                    <a:pt x="388718" y="1399112"/>
                  </a:lnTo>
                  <a:lnTo>
                    <a:pt x="389533" y="1405163"/>
                  </a:lnTo>
                  <a:lnTo>
                    <a:pt x="390348" y="1432570"/>
                  </a:lnTo>
                  <a:lnTo>
                    <a:pt x="391163" y="1417696"/>
                  </a:lnTo>
                  <a:lnTo>
                    <a:pt x="391978" y="1387357"/>
                  </a:lnTo>
                  <a:lnTo>
                    <a:pt x="392792" y="1379505"/>
                  </a:lnTo>
                  <a:lnTo>
                    <a:pt x="393607" y="1345594"/>
                  </a:lnTo>
                  <a:lnTo>
                    <a:pt x="394422" y="1359634"/>
                  </a:lnTo>
                  <a:lnTo>
                    <a:pt x="395237" y="1344610"/>
                  </a:lnTo>
                  <a:lnTo>
                    <a:pt x="396051" y="1310820"/>
                  </a:lnTo>
                  <a:lnTo>
                    <a:pt x="396866" y="1317137"/>
                  </a:lnTo>
                  <a:lnTo>
                    <a:pt x="397681" y="1302572"/>
                  </a:lnTo>
                  <a:lnTo>
                    <a:pt x="398496" y="1271045"/>
                  </a:lnTo>
                  <a:lnTo>
                    <a:pt x="399311" y="1257356"/>
                  </a:lnTo>
                  <a:lnTo>
                    <a:pt x="400125" y="1270046"/>
                  </a:lnTo>
                  <a:lnTo>
                    <a:pt x="400940" y="1189331"/>
                  </a:lnTo>
                  <a:lnTo>
                    <a:pt x="401755" y="1142643"/>
                  </a:lnTo>
                  <a:lnTo>
                    <a:pt x="402570" y="1140691"/>
                  </a:lnTo>
                  <a:lnTo>
                    <a:pt x="403384" y="1180434"/>
                  </a:lnTo>
                  <a:lnTo>
                    <a:pt x="404199" y="1236590"/>
                  </a:lnTo>
                  <a:lnTo>
                    <a:pt x="405014" y="1277292"/>
                  </a:lnTo>
                  <a:lnTo>
                    <a:pt x="405829" y="1295910"/>
                  </a:lnTo>
                  <a:lnTo>
                    <a:pt x="406644" y="1259348"/>
                  </a:lnTo>
                  <a:lnTo>
                    <a:pt x="407458" y="1281872"/>
                  </a:lnTo>
                  <a:lnTo>
                    <a:pt x="408273" y="1292413"/>
                  </a:lnTo>
                  <a:lnTo>
                    <a:pt x="409088" y="1245240"/>
                  </a:lnTo>
                  <a:lnTo>
                    <a:pt x="409903" y="1197376"/>
                  </a:lnTo>
                  <a:lnTo>
                    <a:pt x="410717" y="1254000"/>
                  </a:lnTo>
                  <a:lnTo>
                    <a:pt x="411532" y="1285979"/>
                  </a:lnTo>
                  <a:lnTo>
                    <a:pt x="412347" y="1278123"/>
                  </a:lnTo>
                  <a:lnTo>
                    <a:pt x="413162" y="1205114"/>
                  </a:lnTo>
                  <a:lnTo>
                    <a:pt x="413977" y="1202782"/>
                  </a:lnTo>
                  <a:lnTo>
                    <a:pt x="414791" y="1265603"/>
                  </a:lnTo>
                  <a:lnTo>
                    <a:pt x="415606" y="1313319"/>
                  </a:lnTo>
                  <a:lnTo>
                    <a:pt x="416421" y="1302110"/>
                  </a:lnTo>
                  <a:lnTo>
                    <a:pt x="417236" y="1321368"/>
                  </a:lnTo>
                  <a:lnTo>
                    <a:pt x="418050" y="1316276"/>
                  </a:lnTo>
                  <a:lnTo>
                    <a:pt x="418865" y="1316836"/>
                  </a:lnTo>
                  <a:lnTo>
                    <a:pt x="419680" y="1334263"/>
                  </a:lnTo>
                  <a:lnTo>
                    <a:pt x="420495" y="1335029"/>
                  </a:lnTo>
                  <a:lnTo>
                    <a:pt x="421310" y="1366367"/>
                  </a:lnTo>
                  <a:lnTo>
                    <a:pt x="422124" y="1284089"/>
                  </a:lnTo>
                  <a:lnTo>
                    <a:pt x="422939" y="1315682"/>
                  </a:lnTo>
                  <a:lnTo>
                    <a:pt x="423754" y="1268884"/>
                  </a:lnTo>
                  <a:lnTo>
                    <a:pt x="424569" y="1377179"/>
                  </a:lnTo>
                  <a:lnTo>
                    <a:pt x="425383" y="1393400"/>
                  </a:lnTo>
                  <a:lnTo>
                    <a:pt x="426198" y="1286477"/>
                  </a:lnTo>
                  <a:lnTo>
                    <a:pt x="427013" y="1281139"/>
                  </a:lnTo>
                  <a:lnTo>
                    <a:pt x="427828" y="1338386"/>
                  </a:lnTo>
                  <a:lnTo>
                    <a:pt x="428643" y="1314351"/>
                  </a:lnTo>
                  <a:lnTo>
                    <a:pt x="429457" y="1229882"/>
                  </a:lnTo>
                  <a:lnTo>
                    <a:pt x="430272" y="1148063"/>
                  </a:lnTo>
                  <a:lnTo>
                    <a:pt x="431087" y="1194662"/>
                  </a:lnTo>
                  <a:lnTo>
                    <a:pt x="431902" y="1276780"/>
                  </a:lnTo>
                  <a:lnTo>
                    <a:pt x="432717" y="1274084"/>
                  </a:lnTo>
                  <a:lnTo>
                    <a:pt x="433531" y="1203500"/>
                  </a:lnTo>
                  <a:lnTo>
                    <a:pt x="434346" y="1151946"/>
                  </a:lnTo>
                  <a:lnTo>
                    <a:pt x="435161" y="1195494"/>
                  </a:lnTo>
                  <a:lnTo>
                    <a:pt x="435976" y="1180341"/>
                  </a:lnTo>
                  <a:lnTo>
                    <a:pt x="436790" y="1208142"/>
                  </a:lnTo>
                  <a:lnTo>
                    <a:pt x="437605" y="1194036"/>
                  </a:lnTo>
                  <a:lnTo>
                    <a:pt x="438420" y="1136004"/>
                  </a:lnTo>
                  <a:lnTo>
                    <a:pt x="439235" y="1125359"/>
                  </a:lnTo>
                  <a:lnTo>
                    <a:pt x="440050" y="1101739"/>
                  </a:lnTo>
                  <a:lnTo>
                    <a:pt x="440864" y="1097918"/>
                  </a:lnTo>
                  <a:lnTo>
                    <a:pt x="441679" y="1110620"/>
                  </a:lnTo>
                  <a:lnTo>
                    <a:pt x="442494" y="1079059"/>
                  </a:lnTo>
                  <a:lnTo>
                    <a:pt x="443309" y="1113433"/>
                  </a:lnTo>
                  <a:lnTo>
                    <a:pt x="444123" y="1097006"/>
                  </a:lnTo>
                  <a:lnTo>
                    <a:pt x="444938" y="1138446"/>
                  </a:lnTo>
                  <a:lnTo>
                    <a:pt x="445753" y="1228081"/>
                  </a:lnTo>
                  <a:lnTo>
                    <a:pt x="446568" y="1291492"/>
                  </a:lnTo>
                  <a:lnTo>
                    <a:pt x="447383" y="1329815"/>
                  </a:lnTo>
                  <a:lnTo>
                    <a:pt x="448197" y="1317420"/>
                  </a:lnTo>
                  <a:lnTo>
                    <a:pt x="449012" y="1274035"/>
                  </a:lnTo>
                  <a:lnTo>
                    <a:pt x="449827" y="1256678"/>
                  </a:lnTo>
                  <a:lnTo>
                    <a:pt x="450642" y="1234452"/>
                  </a:lnTo>
                  <a:lnTo>
                    <a:pt x="451456" y="1272475"/>
                  </a:lnTo>
                  <a:lnTo>
                    <a:pt x="452271" y="1219905"/>
                  </a:lnTo>
                  <a:lnTo>
                    <a:pt x="453086" y="1192863"/>
                  </a:lnTo>
                  <a:lnTo>
                    <a:pt x="453901" y="1305320"/>
                  </a:lnTo>
                  <a:lnTo>
                    <a:pt x="454716" y="1342696"/>
                  </a:lnTo>
                  <a:lnTo>
                    <a:pt x="455530" y="1235357"/>
                  </a:lnTo>
                  <a:lnTo>
                    <a:pt x="456345" y="1248286"/>
                  </a:lnTo>
                  <a:lnTo>
                    <a:pt x="457160" y="1278502"/>
                  </a:lnTo>
                  <a:lnTo>
                    <a:pt x="457975" y="1345686"/>
                  </a:lnTo>
                  <a:lnTo>
                    <a:pt x="458789" y="1371287"/>
                  </a:lnTo>
                  <a:lnTo>
                    <a:pt x="459604" y="1375653"/>
                  </a:lnTo>
                  <a:lnTo>
                    <a:pt x="460419" y="1400807"/>
                  </a:lnTo>
                  <a:lnTo>
                    <a:pt x="461234" y="1391973"/>
                  </a:lnTo>
                  <a:lnTo>
                    <a:pt x="462049" y="1396518"/>
                  </a:lnTo>
                  <a:lnTo>
                    <a:pt x="462863" y="1342230"/>
                  </a:lnTo>
                  <a:lnTo>
                    <a:pt x="463678" y="1357548"/>
                  </a:lnTo>
                  <a:lnTo>
                    <a:pt x="464493" y="1366806"/>
                  </a:lnTo>
                  <a:lnTo>
                    <a:pt x="465308" y="1416316"/>
                  </a:lnTo>
                  <a:lnTo>
                    <a:pt x="466122" y="1418914"/>
                  </a:lnTo>
                  <a:lnTo>
                    <a:pt x="466937" y="1396667"/>
                  </a:lnTo>
                  <a:lnTo>
                    <a:pt x="467752" y="1330247"/>
                  </a:lnTo>
                  <a:lnTo>
                    <a:pt x="468567" y="1351207"/>
                  </a:lnTo>
                  <a:lnTo>
                    <a:pt x="469382" y="1351591"/>
                  </a:lnTo>
                  <a:lnTo>
                    <a:pt x="470196" y="1355965"/>
                  </a:lnTo>
                  <a:lnTo>
                    <a:pt x="471011" y="1310091"/>
                  </a:lnTo>
                  <a:lnTo>
                    <a:pt x="471826" y="1326395"/>
                  </a:lnTo>
                  <a:lnTo>
                    <a:pt x="472641" y="1357629"/>
                  </a:lnTo>
                  <a:lnTo>
                    <a:pt x="473456" y="1360155"/>
                  </a:lnTo>
                  <a:lnTo>
                    <a:pt x="474270" y="1294306"/>
                  </a:lnTo>
                  <a:lnTo>
                    <a:pt x="475085" y="1169002"/>
                  </a:lnTo>
                  <a:lnTo>
                    <a:pt x="475900" y="1123763"/>
                  </a:lnTo>
                  <a:lnTo>
                    <a:pt x="476715" y="1088659"/>
                  </a:lnTo>
                  <a:lnTo>
                    <a:pt x="477529" y="1026481"/>
                  </a:lnTo>
                  <a:lnTo>
                    <a:pt x="478344" y="996578"/>
                  </a:lnTo>
                  <a:lnTo>
                    <a:pt x="479159" y="1038115"/>
                  </a:lnTo>
                  <a:lnTo>
                    <a:pt x="479974" y="1060843"/>
                  </a:lnTo>
                  <a:lnTo>
                    <a:pt x="480789" y="1104977"/>
                  </a:lnTo>
                  <a:lnTo>
                    <a:pt x="481603" y="1117752"/>
                  </a:lnTo>
                  <a:lnTo>
                    <a:pt x="482418" y="1163953"/>
                  </a:lnTo>
                  <a:lnTo>
                    <a:pt x="483233" y="1230773"/>
                  </a:lnTo>
                  <a:lnTo>
                    <a:pt x="484048" y="1227427"/>
                  </a:lnTo>
                  <a:lnTo>
                    <a:pt x="484862" y="1194024"/>
                  </a:lnTo>
                  <a:lnTo>
                    <a:pt x="485677" y="1186550"/>
                  </a:lnTo>
                  <a:lnTo>
                    <a:pt x="486492" y="1218673"/>
                  </a:lnTo>
                  <a:lnTo>
                    <a:pt x="487307" y="1223940"/>
                  </a:lnTo>
                  <a:lnTo>
                    <a:pt x="488122" y="1292110"/>
                  </a:lnTo>
                  <a:lnTo>
                    <a:pt x="488936" y="1350939"/>
                  </a:lnTo>
                  <a:lnTo>
                    <a:pt x="489751" y="1425178"/>
                  </a:lnTo>
                  <a:lnTo>
                    <a:pt x="490566" y="1421430"/>
                  </a:lnTo>
                  <a:lnTo>
                    <a:pt x="491381" y="1410801"/>
                  </a:lnTo>
                  <a:lnTo>
                    <a:pt x="492195" y="1370693"/>
                  </a:lnTo>
                  <a:lnTo>
                    <a:pt x="493010" y="1392405"/>
                  </a:lnTo>
                  <a:lnTo>
                    <a:pt x="493825" y="1413103"/>
                  </a:lnTo>
                  <a:lnTo>
                    <a:pt x="494640" y="1352453"/>
                  </a:lnTo>
                  <a:lnTo>
                    <a:pt x="495455" y="1342917"/>
                  </a:lnTo>
                  <a:lnTo>
                    <a:pt x="496269" y="1346976"/>
                  </a:lnTo>
                  <a:lnTo>
                    <a:pt x="497084" y="1405548"/>
                  </a:lnTo>
                  <a:lnTo>
                    <a:pt x="497899" y="1375976"/>
                  </a:lnTo>
                  <a:lnTo>
                    <a:pt x="498714" y="1342597"/>
                  </a:lnTo>
                  <a:lnTo>
                    <a:pt x="499528" y="1320977"/>
                  </a:lnTo>
                  <a:lnTo>
                    <a:pt x="500343" y="1340773"/>
                  </a:lnTo>
                  <a:lnTo>
                    <a:pt x="501158" y="1364260"/>
                  </a:lnTo>
                  <a:lnTo>
                    <a:pt x="501973" y="1361290"/>
                  </a:lnTo>
                  <a:lnTo>
                    <a:pt x="502788" y="1295987"/>
                  </a:lnTo>
                  <a:lnTo>
                    <a:pt x="503602" y="1301257"/>
                  </a:lnTo>
                  <a:lnTo>
                    <a:pt x="504417" y="1333690"/>
                  </a:lnTo>
                  <a:lnTo>
                    <a:pt x="505232" y="1345964"/>
                  </a:lnTo>
                  <a:lnTo>
                    <a:pt x="506047" y="1319949"/>
                  </a:lnTo>
                  <a:lnTo>
                    <a:pt x="506862" y="1255438"/>
                  </a:lnTo>
                  <a:lnTo>
                    <a:pt x="507676" y="1238634"/>
                  </a:lnTo>
                  <a:lnTo>
                    <a:pt x="508491" y="1263819"/>
                  </a:lnTo>
                  <a:lnTo>
                    <a:pt x="509306" y="1305065"/>
                  </a:lnTo>
                  <a:lnTo>
                    <a:pt x="510121" y="1257285"/>
                  </a:lnTo>
                  <a:lnTo>
                    <a:pt x="510935" y="1241834"/>
                  </a:lnTo>
                  <a:lnTo>
                    <a:pt x="511750" y="1191769"/>
                  </a:lnTo>
                  <a:lnTo>
                    <a:pt x="512565" y="1196940"/>
                  </a:lnTo>
                  <a:lnTo>
                    <a:pt x="513380" y="1197348"/>
                  </a:lnTo>
                  <a:lnTo>
                    <a:pt x="514195" y="1184688"/>
                  </a:lnTo>
                  <a:lnTo>
                    <a:pt x="515009" y="1223197"/>
                  </a:lnTo>
                  <a:lnTo>
                    <a:pt x="515824" y="1259484"/>
                  </a:lnTo>
                  <a:lnTo>
                    <a:pt x="516639" y="1245852"/>
                  </a:lnTo>
                  <a:lnTo>
                    <a:pt x="517454" y="1229382"/>
                  </a:lnTo>
                  <a:lnTo>
                    <a:pt x="518268" y="1187047"/>
                  </a:lnTo>
                  <a:lnTo>
                    <a:pt x="519083" y="1205074"/>
                  </a:lnTo>
                  <a:lnTo>
                    <a:pt x="519898" y="1150678"/>
                  </a:lnTo>
                  <a:lnTo>
                    <a:pt x="520713" y="1213276"/>
                  </a:lnTo>
                  <a:lnTo>
                    <a:pt x="521528" y="1223432"/>
                  </a:lnTo>
                  <a:lnTo>
                    <a:pt x="522342" y="1322461"/>
                  </a:lnTo>
                  <a:lnTo>
                    <a:pt x="523157" y="1344124"/>
                  </a:lnTo>
                  <a:lnTo>
                    <a:pt x="523972" y="1369078"/>
                  </a:lnTo>
                  <a:lnTo>
                    <a:pt x="524787" y="1334005"/>
                  </a:lnTo>
                  <a:lnTo>
                    <a:pt x="525601" y="1360314"/>
                  </a:lnTo>
                  <a:lnTo>
                    <a:pt x="526416" y="1333517"/>
                  </a:lnTo>
                  <a:lnTo>
                    <a:pt x="527231" y="1287212"/>
                  </a:lnTo>
                  <a:lnTo>
                    <a:pt x="528046" y="1312994"/>
                  </a:lnTo>
                  <a:lnTo>
                    <a:pt x="528861" y="1385579"/>
                  </a:lnTo>
                  <a:lnTo>
                    <a:pt x="529675" y="1375526"/>
                  </a:lnTo>
                  <a:lnTo>
                    <a:pt x="530490" y="1336680"/>
                  </a:lnTo>
                  <a:lnTo>
                    <a:pt x="531305" y="1374426"/>
                  </a:lnTo>
                  <a:lnTo>
                    <a:pt x="532120" y="1357581"/>
                  </a:lnTo>
                  <a:lnTo>
                    <a:pt x="532934" y="1319464"/>
                  </a:lnTo>
                  <a:lnTo>
                    <a:pt x="533749" y="1272296"/>
                  </a:lnTo>
                  <a:lnTo>
                    <a:pt x="534564" y="1233234"/>
                  </a:lnTo>
                  <a:lnTo>
                    <a:pt x="535379" y="1253929"/>
                  </a:lnTo>
                  <a:lnTo>
                    <a:pt x="536194" y="1246399"/>
                  </a:lnTo>
                  <a:lnTo>
                    <a:pt x="537008" y="1278215"/>
                  </a:lnTo>
                  <a:lnTo>
                    <a:pt x="537823" y="1232305"/>
                  </a:lnTo>
                  <a:lnTo>
                    <a:pt x="538638" y="1258091"/>
                  </a:lnTo>
                  <a:lnTo>
                    <a:pt x="539453" y="1279817"/>
                  </a:lnTo>
                  <a:lnTo>
                    <a:pt x="540267" y="1277909"/>
                  </a:lnTo>
                  <a:lnTo>
                    <a:pt x="541082" y="1241382"/>
                  </a:lnTo>
                  <a:lnTo>
                    <a:pt x="541897" y="1193100"/>
                  </a:lnTo>
                  <a:lnTo>
                    <a:pt x="542712" y="1245546"/>
                  </a:lnTo>
                  <a:lnTo>
                    <a:pt x="543527" y="1232277"/>
                  </a:lnTo>
                  <a:lnTo>
                    <a:pt x="544341" y="1281759"/>
                  </a:lnTo>
                  <a:lnTo>
                    <a:pt x="545156" y="1303581"/>
                  </a:lnTo>
                  <a:lnTo>
                    <a:pt x="545971" y="1242183"/>
                  </a:lnTo>
                  <a:lnTo>
                    <a:pt x="546786" y="1272089"/>
                  </a:lnTo>
                  <a:lnTo>
                    <a:pt x="547601" y="1222436"/>
                  </a:lnTo>
                  <a:lnTo>
                    <a:pt x="548415" y="1193483"/>
                  </a:lnTo>
                  <a:lnTo>
                    <a:pt x="549230" y="1185543"/>
                  </a:lnTo>
                  <a:lnTo>
                    <a:pt x="550045" y="1176486"/>
                  </a:lnTo>
                  <a:lnTo>
                    <a:pt x="550860" y="1246117"/>
                  </a:lnTo>
                  <a:lnTo>
                    <a:pt x="551674" y="1231691"/>
                  </a:lnTo>
                  <a:lnTo>
                    <a:pt x="552489" y="1206551"/>
                  </a:lnTo>
                  <a:lnTo>
                    <a:pt x="553304" y="1135868"/>
                  </a:lnTo>
                  <a:lnTo>
                    <a:pt x="554119" y="1137202"/>
                  </a:lnTo>
                  <a:lnTo>
                    <a:pt x="554934" y="1169794"/>
                  </a:lnTo>
                  <a:lnTo>
                    <a:pt x="555748" y="1153725"/>
                  </a:lnTo>
                  <a:lnTo>
                    <a:pt x="556563" y="1130003"/>
                  </a:lnTo>
                  <a:lnTo>
                    <a:pt x="557378" y="1149035"/>
                  </a:lnTo>
                  <a:lnTo>
                    <a:pt x="558193" y="1177339"/>
                  </a:lnTo>
                  <a:lnTo>
                    <a:pt x="559007" y="1170687"/>
                  </a:lnTo>
                  <a:lnTo>
                    <a:pt x="559822" y="1149717"/>
                  </a:lnTo>
                  <a:lnTo>
                    <a:pt x="560637" y="1144124"/>
                  </a:lnTo>
                  <a:lnTo>
                    <a:pt x="561452" y="1114311"/>
                  </a:lnTo>
                  <a:lnTo>
                    <a:pt x="562267" y="1132149"/>
                  </a:lnTo>
                  <a:lnTo>
                    <a:pt x="563081" y="1091013"/>
                  </a:lnTo>
                  <a:lnTo>
                    <a:pt x="563896" y="1069596"/>
                  </a:lnTo>
                  <a:lnTo>
                    <a:pt x="564711" y="1043648"/>
                  </a:lnTo>
                  <a:lnTo>
                    <a:pt x="565526" y="1074092"/>
                  </a:lnTo>
                  <a:lnTo>
                    <a:pt x="566340" y="1105764"/>
                  </a:lnTo>
                  <a:lnTo>
                    <a:pt x="567155" y="1118176"/>
                  </a:lnTo>
                  <a:lnTo>
                    <a:pt x="567970" y="1175040"/>
                  </a:lnTo>
                  <a:lnTo>
                    <a:pt x="568785" y="1212008"/>
                  </a:lnTo>
                  <a:lnTo>
                    <a:pt x="569600" y="1256041"/>
                  </a:lnTo>
                  <a:lnTo>
                    <a:pt x="570414" y="1244434"/>
                  </a:lnTo>
                  <a:lnTo>
                    <a:pt x="571229" y="1294868"/>
                  </a:lnTo>
                  <a:lnTo>
                    <a:pt x="572044" y="1294332"/>
                  </a:lnTo>
                  <a:lnTo>
                    <a:pt x="572859" y="1325304"/>
                  </a:lnTo>
                  <a:lnTo>
                    <a:pt x="573673" y="1304322"/>
                  </a:lnTo>
                  <a:lnTo>
                    <a:pt x="574488" y="1271024"/>
                  </a:lnTo>
                  <a:lnTo>
                    <a:pt x="575303" y="1254481"/>
                  </a:lnTo>
                  <a:lnTo>
                    <a:pt x="576118" y="1272708"/>
                  </a:lnTo>
                  <a:lnTo>
                    <a:pt x="576933" y="1326477"/>
                  </a:lnTo>
                  <a:lnTo>
                    <a:pt x="577747" y="1293772"/>
                  </a:lnTo>
                  <a:lnTo>
                    <a:pt x="578562" y="1310908"/>
                  </a:lnTo>
                  <a:lnTo>
                    <a:pt x="579377" y="1307909"/>
                  </a:lnTo>
                  <a:lnTo>
                    <a:pt x="580192" y="1337790"/>
                  </a:lnTo>
                  <a:lnTo>
                    <a:pt x="581006" y="1391140"/>
                  </a:lnTo>
                  <a:lnTo>
                    <a:pt x="581821" y="1392143"/>
                  </a:lnTo>
                  <a:lnTo>
                    <a:pt x="582636" y="1344517"/>
                  </a:lnTo>
                  <a:lnTo>
                    <a:pt x="583451" y="1312847"/>
                  </a:lnTo>
                  <a:lnTo>
                    <a:pt x="584266" y="1335694"/>
                  </a:lnTo>
                  <a:lnTo>
                    <a:pt x="585080" y="1290257"/>
                  </a:lnTo>
                  <a:lnTo>
                    <a:pt x="585895" y="1272389"/>
                  </a:lnTo>
                  <a:lnTo>
                    <a:pt x="586710" y="1251752"/>
                  </a:lnTo>
                  <a:lnTo>
                    <a:pt x="587525" y="1152907"/>
                  </a:lnTo>
                  <a:lnTo>
                    <a:pt x="588340" y="1155483"/>
                  </a:lnTo>
                  <a:lnTo>
                    <a:pt x="589154" y="1131716"/>
                  </a:lnTo>
                  <a:lnTo>
                    <a:pt x="589969" y="1087021"/>
                  </a:lnTo>
                  <a:lnTo>
                    <a:pt x="590784" y="1021824"/>
                  </a:lnTo>
                  <a:lnTo>
                    <a:pt x="591599" y="1006935"/>
                  </a:lnTo>
                  <a:lnTo>
                    <a:pt x="592413" y="995419"/>
                  </a:lnTo>
                  <a:lnTo>
                    <a:pt x="593228" y="928969"/>
                  </a:lnTo>
                  <a:lnTo>
                    <a:pt x="594043" y="958944"/>
                  </a:lnTo>
                  <a:lnTo>
                    <a:pt x="594858" y="987380"/>
                  </a:lnTo>
                  <a:lnTo>
                    <a:pt x="595673" y="970625"/>
                  </a:lnTo>
                  <a:lnTo>
                    <a:pt x="596487" y="990353"/>
                  </a:lnTo>
                  <a:lnTo>
                    <a:pt x="597302" y="1013653"/>
                  </a:lnTo>
                  <a:lnTo>
                    <a:pt x="598117" y="1072533"/>
                  </a:lnTo>
                  <a:lnTo>
                    <a:pt x="598932" y="1073199"/>
                  </a:lnTo>
                  <a:lnTo>
                    <a:pt x="599746" y="1104277"/>
                  </a:lnTo>
                  <a:lnTo>
                    <a:pt x="600561" y="1159180"/>
                  </a:lnTo>
                  <a:lnTo>
                    <a:pt x="601376" y="1181200"/>
                  </a:lnTo>
                  <a:lnTo>
                    <a:pt x="602191" y="1193688"/>
                  </a:lnTo>
                  <a:lnTo>
                    <a:pt x="603006" y="1201888"/>
                  </a:lnTo>
                  <a:lnTo>
                    <a:pt x="603820" y="1190668"/>
                  </a:lnTo>
                  <a:lnTo>
                    <a:pt x="604635" y="1192393"/>
                  </a:lnTo>
                  <a:lnTo>
                    <a:pt x="605450" y="1193842"/>
                  </a:lnTo>
                  <a:lnTo>
                    <a:pt x="606265" y="1153725"/>
                  </a:lnTo>
                  <a:lnTo>
                    <a:pt x="607079" y="1196363"/>
                  </a:lnTo>
                  <a:lnTo>
                    <a:pt x="607894" y="1187577"/>
                  </a:lnTo>
                  <a:lnTo>
                    <a:pt x="608709" y="1165878"/>
                  </a:lnTo>
                  <a:lnTo>
                    <a:pt x="609524" y="1220779"/>
                  </a:lnTo>
                  <a:lnTo>
                    <a:pt x="610339" y="1212677"/>
                  </a:lnTo>
                  <a:lnTo>
                    <a:pt x="611153" y="1181134"/>
                  </a:lnTo>
                  <a:lnTo>
                    <a:pt x="611968" y="1194322"/>
                  </a:lnTo>
                  <a:lnTo>
                    <a:pt x="612783" y="1127826"/>
                  </a:lnTo>
                  <a:lnTo>
                    <a:pt x="613598" y="1185609"/>
                  </a:lnTo>
                  <a:lnTo>
                    <a:pt x="614412" y="1154909"/>
                  </a:lnTo>
                  <a:lnTo>
                    <a:pt x="615227" y="1195068"/>
                  </a:lnTo>
                  <a:lnTo>
                    <a:pt x="616042" y="1191907"/>
                  </a:lnTo>
                  <a:lnTo>
                    <a:pt x="616857" y="1182801"/>
                  </a:lnTo>
                  <a:lnTo>
                    <a:pt x="617672" y="1160415"/>
                  </a:lnTo>
                  <a:lnTo>
                    <a:pt x="618486" y="1128202"/>
                  </a:lnTo>
                  <a:lnTo>
                    <a:pt x="619301" y="1116436"/>
                  </a:lnTo>
                  <a:lnTo>
                    <a:pt x="620116" y="1123322"/>
                  </a:lnTo>
                  <a:lnTo>
                    <a:pt x="620931" y="1142412"/>
                  </a:lnTo>
                  <a:lnTo>
                    <a:pt x="621745" y="1117975"/>
                  </a:lnTo>
                  <a:lnTo>
                    <a:pt x="622560" y="1124890"/>
                  </a:lnTo>
                  <a:lnTo>
                    <a:pt x="623375" y="1135509"/>
                  </a:lnTo>
                  <a:lnTo>
                    <a:pt x="624190" y="1138339"/>
                  </a:lnTo>
                  <a:lnTo>
                    <a:pt x="625005" y="1184718"/>
                  </a:lnTo>
                  <a:lnTo>
                    <a:pt x="625819" y="1128600"/>
                  </a:lnTo>
                  <a:lnTo>
                    <a:pt x="626634" y="1145613"/>
                  </a:lnTo>
                  <a:lnTo>
                    <a:pt x="627449" y="1165305"/>
                  </a:lnTo>
                  <a:lnTo>
                    <a:pt x="628264" y="1123365"/>
                  </a:lnTo>
                  <a:lnTo>
                    <a:pt x="629079" y="1142897"/>
                  </a:lnTo>
                  <a:lnTo>
                    <a:pt x="629893" y="1090355"/>
                  </a:lnTo>
                  <a:lnTo>
                    <a:pt x="630708" y="1099616"/>
                  </a:lnTo>
                  <a:lnTo>
                    <a:pt x="631523" y="1152703"/>
                  </a:lnTo>
                  <a:lnTo>
                    <a:pt x="632338" y="1129432"/>
                  </a:lnTo>
                  <a:lnTo>
                    <a:pt x="633152" y="1180516"/>
                  </a:lnTo>
                  <a:lnTo>
                    <a:pt x="633967" y="1169710"/>
                  </a:lnTo>
                  <a:lnTo>
                    <a:pt x="634782" y="1151099"/>
                  </a:lnTo>
                  <a:lnTo>
                    <a:pt x="635597" y="1124789"/>
                  </a:lnTo>
                  <a:lnTo>
                    <a:pt x="636412" y="1068057"/>
                  </a:lnTo>
                  <a:lnTo>
                    <a:pt x="637226" y="1089383"/>
                  </a:lnTo>
                  <a:lnTo>
                    <a:pt x="638041" y="1115603"/>
                  </a:lnTo>
                  <a:lnTo>
                    <a:pt x="638856" y="1112031"/>
                  </a:lnTo>
                  <a:lnTo>
                    <a:pt x="639671" y="1128213"/>
                  </a:lnTo>
                  <a:lnTo>
                    <a:pt x="640485" y="1204075"/>
                  </a:lnTo>
                  <a:lnTo>
                    <a:pt x="641300" y="1257196"/>
                  </a:lnTo>
                  <a:lnTo>
                    <a:pt x="642115" y="1280752"/>
                  </a:lnTo>
                  <a:lnTo>
                    <a:pt x="642930" y="1281995"/>
                  </a:lnTo>
                  <a:lnTo>
                    <a:pt x="643745" y="1238649"/>
                  </a:lnTo>
                  <a:lnTo>
                    <a:pt x="644559" y="1271333"/>
                  </a:lnTo>
                  <a:lnTo>
                    <a:pt x="645374" y="1324673"/>
                  </a:lnTo>
                  <a:lnTo>
                    <a:pt x="646189" y="1328047"/>
                  </a:lnTo>
                  <a:lnTo>
                    <a:pt x="647004" y="1342574"/>
                  </a:lnTo>
                  <a:lnTo>
                    <a:pt x="647818" y="1354208"/>
                  </a:lnTo>
                  <a:lnTo>
                    <a:pt x="648633" y="1320056"/>
                  </a:lnTo>
                  <a:lnTo>
                    <a:pt x="649448" y="1289157"/>
                  </a:lnTo>
                  <a:lnTo>
                    <a:pt x="650263" y="1208201"/>
                  </a:lnTo>
                  <a:lnTo>
                    <a:pt x="651078" y="1174367"/>
                  </a:lnTo>
                  <a:lnTo>
                    <a:pt x="651892" y="1120348"/>
                  </a:lnTo>
                  <a:lnTo>
                    <a:pt x="652707" y="1083678"/>
                  </a:lnTo>
                  <a:lnTo>
                    <a:pt x="653522" y="1086106"/>
                  </a:lnTo>
                  <a:lnTo>
                    <a:pt x="654337" y="1064580"/>
                  </a:lnTo>
                  <a:lnTo>
                    <a:pt x="655151" y="1042754"/>
                  </a:lnTo>
                  <a:lnTo>
                    <a:pt x="655966" y="1062146"/>
                  </a:lnTo>
                  <a:lnTo>
                    <a:pt x="656781" y="1041577"/>
                  </a:lnTo>
                  <a:lnTo>
                    <a:pt x="657596" y="1078082"/>
                  </a:lnTo>
                  <a:lnTo>
                    <a:pt x="658411" y="1118923"/>
                  </a:lnTo>
                  <a:lnTo>
                    <a:pt x="659225" y="1087575"/>
                  </a:lnTo>
                  <a:lnTo>
                    <a:pt x="660040" y="1122739"/>
                  </a:lnTo>
                  <a:lnTo>
                    <a:pt x="660855" y="1146716"/>
                  </a:lnTo>
                  <a:lnTo>
                    <a:pt x="661670" y="1111855"/>
                  </a:lnTo>
                  <a:lnTo>
                    <a:pt x="662484" y="1235269"/>
                  </a:lnTo>
                  <a:lnTo>
                    <a:pt x="663299" y="1194348"/>
                  </a:lnTo>
                  <a:lnTo>
                    <a:pt x="664114" y="1162501"/>
                  </a:lnTo>
                  <a:lnTo>
                    <a:pt x="664929" y="1181232"/>
                  </a:lnTo>
                  <a:lnTo>
                    <a:pt x="665744" y="1224159"/>
                  </a:lnTo>
                  <a:lnTo>
                    <a:pt x="666558" y="1202612"/>
                  </a:lnTo>
                  <a:lnTo>
                    <a:pt x="667373" y="1150454"/>
                  </a:lnTo>
                  <a:lnTo>
                    <a:pt x="668188" y="1109394"/>
                  </a:lnTo>
                  <a:lnTo>
                    <a:pt x="669003" y="1145894"/>
                  </a:lnTo>
                  <a:lnTo>
                    <a:pt x="669818" y="1144533"/>
                  </a:lnTo>
                  <a:lnTo>
                    <a:pt x="670632" y="1063776"/>
                  </a:lnTo>
                  <a:lnTo>
                    <a:pt x="671447" y="1117363"/>
                  </a:lnTo>
                  <a:lnTo>
                    <a:pt x="672262" y="1152718"/>
                  </a:lnTo>
                  <a:lnTo>
                    <a:pt x="673077" y="1163024"/>
                  </a:lnTo>
                  <a:lnTo>
                    <a:pt x="673891" y="1156572"/>
                  </a:lnTo>
                  <a:lnTo>
                    <a:pt x="674706" y="1095609"/>
                  </a:lnTo>
                  <a:lnTo>
                    <a:pt x="675521" y="1123347"/>
                  </a:lnTo>
                  <a:lnTo>
                    <a:pt x="676336" y="1084519"/>
                  </a:lnTo>
                  <a:lnTo>
                    <a:pt x="677151" y="1139270"/>
                  </a:lnTo>
                  <a:lnTo>
                    <a:pt x="677965" y="1133207"/>
                  </a:lnTo>
                  <a:lnTo>
                    <a:pt x="678780" y="1149487"/>
                  </a:lnTo>
                  <a:lnTo>
                    <a:pt x="679595" y="1184834"/>
                  </a:lnTo>
                  <a:lnTo>
                    <a:pt x="680410" y="1224419"/>
                  </a:lnTo>
                  <a:lnTo>
                    <a:pt x="681224" y="1260606"/>
                  </a:lnTo>
                  <a:lnTo>
                    <a:pt x="682039" y="1252194"/>
                  </a:lnTo>
                  <a:lnTo>
                    <a:pt x="682854" y="1241326"/>
                  </a:lnTo>
                  <a:lnTo>
                    <a:pt x="683669" y="1251644"/>
                  </a:lnTo>
                  <a:lnTo>
                    <a:pt x="684484" y="1261699"/>
                  </a:lnTo>
                  <a:lnTo>
                    <a:pt x="685298" y="1309841"/>
                  </a:lnTo>
                  <a:lnTo>
                    <a:pt x="686113" y="1279988"/>
                  </a:lnTo>
                  <a:lnTo>
                    <a:pt x="686928" y="1273486"/>
                  </a:lnTo>
                  <a:lnTo>
                    <a:pt x="687743" y="1172701"/>
                  </a:lnTo>
                  <a:lnTo>
                    <a:pt x="688557" y="1173116"/>
                  </a:lnTo>
                  <a:lnTo>
                    <a:pt x="689372" y="1125603"/>
                  </a:lnTo>
                  <a:lnTo>
                    <a:pt x="690187" y="1143670"/>
                  </a:lnTo>
                  <a:lnTo>
                    <a:pt x="691002" y="1161974"/>
                  </a:lnTo>
                  <a:lnTo>
                    <a:pt x="691817" y="1219537"/>
                  </a:lnTo>
                  <a:lnTo>
                    <a:pt x="692631" y="1247419"/>
                  </a:lnTo>
                  <a:lnTo>
                    <a:pt x="693446" y="1267220"/>
                  </a:lnTo>
                  <a:lnTo>
                    <a:pt x="694261" y="1278438"/>
                  </a:lnTo>
                  <a:lnTo>
                    <a:pt x="695076" y="1276167"/>
                  </a:lnTo>
                  <a:lnTo>
                    <a:pt x="695890" y="1299725"/>
                  </a:lnTo>
                  <a:lnTo>
                    <a:pt x="696705" y="1353037"/>
                  </a:lnTo>
                  <a:lnTo>
                    <a:pt x="697520" y="1338513"/>
                  </a:lnTo>
                  <a:lnTo>
                    <a:pt x="698335" y="1296675"/>
                  </a:lnTo>
                  <a:lnTo>
                    <a:pt x="699150" y="1356949"/>
                  </a:lnTo>
                  <a:lnTo>
                    <a:pt x="699964" y="1351158"/>
                  </a:lnTo>
                  <a:lnTo>
                    <a:pt x="700779" y="1362186"/>
                  </a:lnTo>
                  <a:lnTo>
                    <a:pt x="701594" y="1334974"/>
                  </a:lnTo>
                  <a:lnTo>
                    <a:pt x="702409" y="1363296"/>
                  </a:lnTo>
                  <a:lnTo>
                    <a:pt x="703223" y="1345692"/>
                  </a:lnTo>
                  <a:lnTo>
                    <a:pt x="704038" y="1364745"/>
                  </a:lnTo>
                  <a:lnTo>
                    <a:pt x="704853" y="1360837"/>
                  </a:lnTo>
                  <a:lnTo>
                    <a:pt x="705668" y="1357014"/>
                  </a:lnTo>
                  <a:lnTo>
                    <a:pt x="706483" y="1334280"/>
                  </a:lnTo>
                  <a:lnTo>
                    <a:pt x="707297" y="1269434"/>
                  </a:lnTo>
                  <a:lnTo>
                    <a:pt x="708112" y="1208819"/>
                  </a:lnTo>
                  <a:lnTo>
                    <a:pt x="708927" y="1186278"/>
                  </a:lnTo>
                  <a:lnTo>
                    <a:pt x="709742" y="1208006"/>
                  </a:lnTo>
                  <a:lnTo>
                    <a:pt x="710557" y="1223922"/>
                  </a:lnTo>
                  <a:lnTo>
                    <a:pt x="711371" y="1157355"/>
                  </a:lnTo>
                  <a:lnTo>
                    <a:pt x="712186" y="1183874"/>
                  </a:lnTo>
                  <a:lnTo>
                    <a:pt x="713001" y="1197572"/>
                  </a:lnTo>
                  <a:lnTo>
                    <a:pt x="713816" y="1185216"/>
                  </a:lnTo>
                  <a:lnTo>
                    <a:pt x="714630" y="1158090"/>
                  </a:lnTo>
                  <a:lnTo>
                    <a:pt x="715445" y="1178753"/>
                  </a:lnTo>
                  <a:lnTo>
                    <a:pt x="716260" y="1212989"/>
                  </a:lnTo>
                  <a:lnTo>
                    <a:pt x="717075" y="1241300"/>
                  </a:lnTo>
                  <a:lnTo>
                    <a:pt x="717890" y="1240282"/>
                  </a:lnTo>
                  <a:lnTo>
                    <a:pt x="718704" y="1215506"/>
                  </a:lnTo>
                  <a:lnTo>
                    <a:pt x="719519" y="1249576"/>
                  </a:lnTo>
                  <a:lnTo>
                    <a:pt x="720334" y="1276380"/>
                  </a:lnTo>
                  <a:lnTo>
                    <a:pt x="721149" y="1265043"/>
                  </a:lnTo>
                  <a:lnTo>
                    <a:pt x="721963" y="1238549"/>
                  </a:lnTo>
                  <a:lnTo>
                    <a:pt x="722778" y="1279418"/>
                  </a:lnTo>
                  <a:lnTo>
                    <a:pt x="723593" y="1282004"/>
                  </a:lnTo>
                  <a:lnTo>
                    <a:pt x="724408" y="1269759"/>
                  </a:lnTo>
                  <a:lnTo>
                    <a:pt x="725223" y="1304958"/>
                  </a:lnTo>
                  <a:lnTo>
                    <a:pt x="726037" y="1330214"/>
                  </a:lnTo>
                  <a:lnTo>
                    <a:pt x="726852" y="1355688"/>
                  </a:lnTo>
                  <a:lnTo>
                    <a:pt x="727667" y="1322279"/>
                  </a:lnTo>
                  <a:lnTo>
                    <a:pt x="728482" y="1291093"/>
                  </a:lnTo>
                  <a:lnTo>
                    <a:pt x="729296" y="1285091"/>
                  </a:lnTo>
                  <a:lnTo>
                    <a:pt x="730111" y="1232928"/>
                  </a:lnTo>
                  <a:lnTo>
                    <a:pt x="730926" y="1265339"/>
                  </a:lnTo>
                  <a:lnTo>
                    <a:pt x="731741" y="1240627"/>
                  </a:lnTo>
                  <a:lnTo>
                    <a:pt x="732556" y="1278281"/>
                  </a:lnTo>
                  <a:lnTo>
                    <a:pt x="733370" y="1266307"/>
                  </a:lnTo>
                  <a:lnTo>
                    <a:pt x="734185" y="1233160"/>
                  </a:lnTo>
                  <a:lnTo>
                    <a:pt x="735000" y="1232369"/>
                  </a:lnTo>
                  <a:lnTo>
                    <a:pt x="735815" y="1264072"/>
                  </a:lnTo>
                  <a:lnTo>
                    <a:pt x="736629" y="1282208"/>
                  </a:lnTo>
                  <a:lnTo>
                    <a:pt x="737444" y="1339597"/>
                  </a:lnTo>
                  <a:lnTo>
                    <a:pt x="738259" y="1351384"/>
                  </a:lnTo>
                  <a:lnTo>
                    <a:pt x="739074" y="1348685"/>
                  </a:lnTo>
                  <a:lnTo>
                    <a:pt x="739889" y="1337118"/>
                  </a:lnTo>
                  <a:lnTo>
                    <a:pt x="740703" y="1362264"/>
                  </a:lnTo>
                  <a:lnTo>
                    <a:pt x="741518" y="1360089"/>
                  </a:lnTo>
                  <a:lnTo>
                    <a:pt x="742333" y="1319920"/>
                  </a:lnTo>
                  <a:lnTo>
                    <a:pt x="743148" y="1254974"/>
                  </a:lnTo>
                  <a:lnTo>
                    <a:pt x="743962" y="1278080"/>
                  </a:lnTo>
                  <a:lnTo>
                    <a:pt x="744777" y="1283015"/>
                  </a:lnTo>
                  <a:lnTo>
                    <a:pt x="745592" y="1277651"/>
                  </a:lnTo>
                  <a:lnTo>
                    <a:pt x="746407" y="1316667"/>
                  </a:lnTo>
                  <a:lnTo>
                    <a:pt x="747222" y="1319575"/>
                  </a:lnTo>
                  <a:lnTo>
                    <a:pt x="748036" y="1323054"/>
                  </a:lnTo>
                  <a:lnTo>
                    <a:pt x="748851" y="1309280"/>
                  </a:lnTo>
                  <a:lnTo>
                    <a:pt x="749666" y="1325152"/>
                  </a:lnTo>
                  <a:lnTo>
                    <a:pt x="750481" y="1432074"/>
                  </a:lnTo>
                  <a:lnTo>
                    <a:pt x="751296" y="1446302"/>
                  </a:lnTo>
                  <a:lnTo>
                    <a:pt x="752110" y="1448711"/>
                  </a:lnTo>
                  <a:lnTo>
                    <a:pt x="752925" y="1419051"/>
                  </a:lnTo>
                  <a:lnTo>
                    <a:pt x="753740" y="1441373"/>
                  </a:lnTo>
                  <a:lnTo>
                    <a:pt x="754555" y="1404770"/>
                  </a:lnTo>
                  <a:lnTo>
                    <a:pt x="755369" y="1422813"/>
                  </a:lnTo>
                  <a:lnTo>
                    <a:pt x="756184" y="1406361"/>
                  </a:lnTo>
                  <a:lnTo>
                    <a:pt x="756999" y="1449152"/>
                  </a:lnTo>
                  <a:lnTo>
                    <a:pt x="757814" y="1431298"/>
                  </a:lnTo>
                  <a:lnTo>
                    <a:pt x="758629" y="1411099"/>
                  </a:lnTo>
                  <a:lnTo>
                    <a:pt x="759443" y="1401006"/>
                  </a:lnTo>
                  <a:lnTo>
                    <a:pt x="760258" y="1412772"/>
                  </a:lnTo>
                  <a:lnTo>
                    <a:pt x="761073" y="1437757"/>
                  </a:lnTo>
                  <a:lnTo>
                    <a:pt x="761888" y="1415380"/>
                  </a:lnTo>
                  <a:lnTo>
                    <a:pt x="762702" y="1445018"/>
                  </a:lnTo>
                  <a:lnTo>
                    <a:pt x="763517" y="1429737"/>
                  </a:lnTo>
                  <a:lnTo>
                    <a:pt x="764004" y="146198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3471013" y="6369381"/>
              <a:ext cx="1084" cy="10068"/>
            </a:xfrm>
            <a:custGeom>
              <a:avLst/>
              <a:pathLst>
                <a:path w="1084" h="10068">
                  <a:moveTo>
                    <a:pt x="0" y="10068"/>
                  </a:moveTo>
                  <a:lnTo>
                    <a:pt x="13" y="9466"/>
                  </a:lnTo>
                  <a:lnTo>
                    <a:pt x="828" y="0"/>
                  </a:lnTo>
                  <a:lnTo>
                    <a:pt x="1084" y="1006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3474262" y="6378722"/>
              <a:ext cx="264" cy="727"/>
            </a:xfrm>
            <a:custGeom>
              <a:avLst/>
              <a:pathLst>
                <a:path w="264" h="727">
                  <a:moveTo>
                    <a:pt x="0" y="727"/>
                  </a:moveTo>
                  <a:lnTo>
                    <a:pt x="24" y="0"/>
                  </a:lnTo>
                  <a:lnTo>
                    <a:pt x="264" y="72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3475169" y="6246628"/>
              <a:ext cx="24747" cy="132821"/>
            </a:xfrm>
            <a:custGeom>
              <a:avLst/>
              <a:pathLst>
                <a:path w="24747" h="132821">
                  <a:moveTo>
                    <a:pt x="0" y="132821"/>
                  </a:moveTo>
                  <a:lnTo>
                    <a:pt x="746" y="113793"/>
                  </a:lnTo>
                  <a:lnTo>
                    <a:pt x="1561" y="84794"/>
                  </a:lnTo>
                  <a:lnTo>
                    <a:pt x="2376" y="83603"/>
                  </a:lnTo>
                  <a:lnTo>
                    <a:pt x="3190" y="53499"/>
                  </a:lnTo>
                  <a:lnTo>
                    <a:pt x="4005" y="52454"/>
                  </a:lnTo>
                  <a:lnTo>
                    <a:pt x="4820" y="45038"/>
                  </a:lnTo>
                  <a:lnTo>
                    <a:pt x="5635" y="30749"/>
                  </a:lnTo>
                  <a:lnTo>
                    <a:pt x="6450" y="19426"/>
                  </a:lnTo>
                  <a:lnTo>
                    <a:pt x="7264" y="20875"/>
                  </a:lnTo>
                  <a:lnTo>
                    <a:pt x="8079" y="0"/>
                  </a:lnTo>
                  <a:lnTo>
                    <a:pt x="8894" y="15048"/>
                  </a:lnTo>
                  <a:lnTo>
                    <a:pt x="9709" y="23249"/>
                  </a:lnTo>
                  <a:lnTo>
                    <a:pt x="10523" y="11832"/>
                  </a:lnTo>
                  <a:lnTo>
                    <a:pt x="11338" y="2095"/>
                  </a:lnTo>
                  <a:lnTo>
                    <a:pt x="12153" y="9785"/>
                  </a:lnTo>
                  <a:lnTo>
                    <a:pt x="12968" y="4639"/>
                  </a:lnTo>
                  <a:lnTo>
                    <a:pt x="13783" y="4828"/>
                  </a:lnTo>
                  <a:lnTo>
                    <a:pt x="14597" y="7678"/>
                  </a:lnTo>
                  <a:lnTo>
                    <a:pt x="15412" y="8176"/>
                  </a:lnTo>
                  <a:lnTo>
                    <a:pt x="16227" y="15873"/>
                  </a:lnTo>
                  <a:lnTo>
                    <a:pt x="17042" y="13627"/>
                  </a:lnTo>
                  <a:lnTo>
                    <a:pt x="17856" y="34883"/>
                  </a:lnTo>
                  <a:lnTo>
                    <a:pt x="18671" y="68464"/>
                  </a:lnTo>
                  <a:lnTo>
                    <a:pt x="19486" y="54704"/>
                  </a:lnTo>
                  <a:lnTo>
                    <a:pt x="20301" y="50311"/>
                  </a:lnTo>
                  <a:lnTo>
                    <a:pt x="21116" y="102853"/>
                  </a:lnTo>
                  <a:lnTo>
                    <a:pt x="21930" y="123552"/>
                  </a:lnTo>
                  <a:lnTo>
                    <a:pt x="22745" y="119865"/>
                  </a:lnTo>
                  <a:lnTo>
                    <a:pt x="23560" y="100308"/>
                  </a:lnTo>
                  <a:lnTo>
                    <a:pt x="24375" y="115408"/>
                  </a:lnTo>
                  <a:lnTo>
                    <a:pt x="24747" y="13282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3517656" y="6277916"/>
              <a:ext cx="12001" cy="101533"/>
            </a:xfrm>
            <a:custGeom>
              <a:avLst/>
              <a:pathLst>
                <a:path w="12001" h="101533">
                  <a:moveTo>
                    <a:pt x="0" y="101533"/>
                  </a:moveTo>
                  <a:lnTo>
                    <a:pt x="628" y="79597"/>
                  </a:lnTo>
                  <a:lnTo>
                    <a:pt x="1443" y="88595"/>
                  </a:lnTo>
                  <a:lnTo>
                    <a:pt x="2258" y="87373"/>
                  </a:lnTo>
                  <a:lnTo>
                    <a:pt x="3072" y="71140"/>
                  </a:lnTo>
                  <a:lnTo>
                    <a:pt x="3887" y="48033"/>
                  </a:lnTo>
                  <a:lnTo>
                    <a:pt x="4702" y="47695"/>
                  </a:lnTo>
                  <a:lnTo>
                    <a:pt x="5517" y="31433"/>
                  </a:lnTo>
                  <a:lnTo>
                    <a:pt x="6332" y="22221"/>
                  </a:lnTo>
                  <a:lnTo>
                    <a:pt x="7146" y="11044"/>
                  </a:lnTo>
                  <a:lnTo>
                    <a:pt x="7961" y="11143"/>
                  </a:lnTo>
                  <a:lnTo>
                    <a:pt x="8776" y="29671"/>
                  </a:lnTo>
                  <a:lnTo>
                    <a:pt x="9591" y="0"/>
                  </a:lnTo>
                  <a:lnTo>
                    <a:pt x="10405" y="74376"/>
                  </a:lnTo>
                  <a:lnTo>
                    <a:pt x="11220" y="64581"/>
                  </a:lnTo>
                  <a:lnTo>
                    <a:pt x="12001" y="10153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3531586" y="6353661"/>
              <a:ext cx="4100" cy="25788"/>
            </a:xfrm>
            <a:custGeom>
              <a:avLst/>
              <a:pathLst>
                <a:path w="4100" h="25788">
                  <a:moveTo>
                    <a:pt x="0" y="25788"/>
                  </a:moveTo>
                  <a:lnTo>
                    <a:pt x="549" y="2182"/>
                  </a:lnTo>
                  <a:lnTo>
                    <a:pt x="1364" y="0"/>
                  </a:lnTo>
                  <a:lnTo>
                    <a:pt x="2179" y="1932"/>
                  </a:lnTo>
                  <a:lnTo>
                    <a:pt x="2994" y="11706"/>
                  </a:lnTo>
                  <a:lnTo>
                    <a:pt x="3808" y="16522"/>
                  </a:lnTo>
                  <a:lnTo>
                    <a:pt x="4100" y="2578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3536508" y="6350155"/>
              <a:ext cx="2756" cy="29294"/>
            </a:xfrm>
            <a:custGeom>
              <a:avLst/>
              <a:pathLst>
                <a:path w="2756" h="29294">
                  <a:moveTo>
                    <a:pt x="0" y="29294"/>
                  </a:moveTo>
                  <a:lnTo>
                    <a:pt x="516" y="408"/>
                  </a:lnTo>
                  <a:lnTo>
                    <a:pt x="1331" y="0"/>
                  </a:lnTo>
                  <a:lnTo>
                    <a:pt x="2146" y="9779"/>
                  </a:lnTo>
                  <a:lnTo>
                    <a:pt x="2756" y="2929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3542325" y="6370924"/>
              <a:ext cx="648" cy="8525"/>
            </a:xfrm>
            <a:custGeom>
              <a:avLst/>
              <a:pathLst>
                <a:path w="648" h="8525">
                  <a:moveTo>
                    <a:pt x="0" y="8525"/>
                  </a:moveTo>
                  <a:lnTo>
                    <a:pt x="402" y="0"/>
                  </a:lnTo>
                  <a:lnTo>
                    <a:pt x="648" y="852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3546489" y="6364391"/>
              <a:ext cx="1990" cy="15058"/>
            </a:xfrm>
            <a:custGeom>
              <a:avLst/>
              <a:pathLst>
                <a:path w="1990" h="15058">
                  <a:moveTo>
                    <a:pt x="0" y="15058"/>
                  </a:moveTo>
                  <a:lnTo>
                    <a:pt x="312" y="0"/>
                  </a:lnTo>
                  <a:lnTo>
                    <a:pt x="1127" y="4836"/>
                  </a:lnTo>
                  <a:lnTo>
                    <a:pt x="1941" y="13506"/>
                  </a:lnTo>
                  <a:lnTo>
                    <a:pt x="1990" y="1505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3555916" y="6303259"/>
              <a:ext cx="6263" cy="76190"/>
            </a:xfrm>
            <a:custGeom>
              <a:avLst/>
              <a:pathLst>
                <a:path w="6263" h="76190">
                  <a:moveTo>
                    <a:pt x="0" y="76190"/>
                  </a:moveTo>
                  <a:lnTo>
                    <a:pt x="662" y="40217"/>
                  </a:lnTo>
                  <a:lnTo>
                    <a:pt x="1477" y="0"/>
                  </a:lnTo>
                  <a:lnTo>
                    <a:pt x="2292" y="29530"/>
                  </a:lnTo>
                  <a:lnTo>
                    <a:pt x="3107" y="17750"/>
                  </a:lnTo>
                  <a:lnTo>
                    <a:pt x="3922" y="58"/>
                  </a:lnTo>
                  <a:lnTo>
                    <a:pt x="4736" y="34933"/>
                  </a:lnTo>
                  <a:lnTo>
                    <a:pt x="5551" y="63214"/>
                  </a:lnTo>
                  <a:lnTo>
                    <a:pt x="6263" y="7619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3567089" y="6372416"/>
              <a:ext cx="193" cy="7033"/>
            </a:xfrm>
            <a:custGeom>
              <a:avLst/>
              <a:pathLst>
                <a:path w="193" h="7033">
                  <a:moveTo>
                    <a:pt x="0" y="7033"/>
                  </a:moveTo>
                  <a:lnTo>
                    <a:pt x="82" y="0"/>
                  </a:lnTo>
                  <a:lnTo>
                    <a:pt x="193" y="703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3568342" y="6153723"/>
              <a:ext cx="47341" cy="225726"/>
            </a:xfrm>
            <a:custGeom>
              <a:avLst/>
              <a:pathLst>
                <a:path w="47341" h="225726">
                  <a:moveTo>
                    <a:pt x="0" y="225726"/>
                  </a:moveTo>
                  <a:lnTo>
                    <a:pt x="459" y="168017"/>
                  </a:lnTo>
                  <a:lnTo>
                    <a:pt x="1274" y="120028"/>
                  </a:lnTo>
                  <a:lnTo>
                    <a:pt x="2088" y="82801"/>
                  </a:lnTo>
                  <a:lnTo>
                    <a:pt x="2903" y="0"/>
                  </a:lnTo>
                  <a:lnTo>
                    <a:pt x="3718" y="98882"/>
                  </a:lnTo>
                  <a:lnTo>
                    <a:pt x="4533" y="101596"/>
                  </a:lnTo>
                  <a:lnTo>
                    <a:pt x="5347" y="40451"/>
                  </a:lnTo>
                  <a:lnTo>
                    <a:pt x="6162" y="137204"/>
                  </a:lnTo>
                  <a:lnTo>
                    <a:pt x="6977" y="90845"/>
                  </a:lnTo>
                  <a:lnTo>
                    <a:pt x="7792" y="118297"/>
                  </a:lnTo>
                  <a:lnTo>
                    <a:pt x="8607" y="185645"/>
                  </a:lnTo>
                  <a:lnTo>
                    <a:pt x="9421" y="123722"/>
                  </a:lnTo>
                  <a:lnTo>
                    <a:pt x="10236" y="167022"/>
                  </a:lnTo>
                  <a:lnTo>
                    <a:pt x="11051" y="169152"/>
                  </a:lnTo>
                  <a:lnTo>
                    <a:pt x="11866" y="137174"/>
                  </a:lnTo>
                  <a:lnTo>
                    <a:pt x="12681" y="166340"/>
                  </a:lnTo>
                  <a:lnTo>
                    <a:pt x="13495" y="153057"/>
                  </a:lnTo>
                  <a:lnTo>
                    <a:pt x="14310" y="153632"/>
                  </a:lnTo>
                  <a:lnTo>
                    <a:pt x="15125" y="162631"/>
                  </a:lnTo>
                  <a:lnTo>
                    <a:pt x="15940" y="142957"/>
                  </a:lnTo>
                  <a:lnTo>
                    <a:pt x="16754" y="160838"/>
                  </a:lnTo>
                  <a:lnTo>
                    <a:pt x="17569" y="137204"/>
                  </a:lnTo>
                  <a:lnTo>
                    <a:pt x="18384" y="117299"/>
                  </a:lnTo>
                  <a:lnTo>
                    <a:pt x="19199" y="96993"/>
                  </a:lnTo>
                  <a:lnTo>
                    <a:pt x="20014" y="99124"/>
                  </a:lnTo>
                  <a:lnTo>
                    <a:pt x="20828" y="48953"/>
                  </a:lnTo>
                  <a:lnTo>
                    <a:pt x="21643" y="51986"/>
                  </a:lnTo>
                  <a:lnTo>
                    <a:pt x="22458" y="37460"/>
                  </a:lnTo>
                  <a:lnTo>
                    <a:pt x="23273" y="938"/>
                  </a:lnTo>
                  <a:lnTo>
                    <a:pt x="24087" y="69591"/>
                  </a:lnTo>
                  <a:lnTo>
                    <a:pt x="24902" y="42891"/>
                  </a:lnTo>
                  <a:lnTo>
                    <a:pt x="25717" y="34797"/>
                  </a:lnTo>
                  <a:lnTo>
                    <a:pt x="26532" y="89684"/>
                  </a:lnTo>
                  <a:lnTo>
                    <a:pt x="27347" y="44530"/>
                  </a:lnTo>
                  <a:lnTo>
                    <a:pt x="28161" y="83729"/>
                  </a:lnTo>
                  <a:lnTo>
                    <a:pt x="28976" y="38703"/>
                  </a:lnTo>
                  <a:lnTo>
                    <a:pt x="29791" y="52631"/>
                  </a:lnTo>
                  <a:lnTo>
                    <a:pt x="30606" y="123930"/>
                  </a:lnTo>
                  <a:lnTo>
                    <a:pt x="31420" y="95062"/>
                  </a:lnTo>
                  <a:lnTo>
                    <a:pt x="32235" y="113626"/>
                  </a:lnTo>
                  <a:lnTo>
                    <a:pt x="33050" y="77917"/>
                  </a:lnTo>
                  <a:lnTo>
                    <a:pt x="33865" y="87576"/>
                  </a:lnTo>
                  <a:lnTo>
                    <a:pt x="34680" y="106503"/>
                  </a:lnTo>
                  <a:lnTo>
                    <a:pt x="35494" y="67960"/>
                  </a:lnTo>
                  <a:lnTo>
                    <a:pt x="36309" y="58155"/>
                  </a:lnTo>
                  <a:lnTo>
                    <a:pt x="37124" y="110526"/>
                  </a:lnTo>
                  <a:lnTo>
                    <a:pt x="37939" y="113440"/>
                  </a:lnTo>
                  <a:lnTo>
                    <a:pt x="38753" y="115343"/>
                  </a:lnTo>
                  <a:lnTo>
                    <a:pt x="39568" y="93252"/>
                  </a:lnTo>
                  <a:lnTo>
                    <a:pt x="40383" y="63353"/>
                  </a:lnTo>
                  <a:lnTo>
                    <a:pt x="41198" y="86716"/>
                  </a:lnTo>
                  <a:lnTo>
                    <a:pt x="42013" y="125569"/>
                  </a:lnTo>
                  <a:lnTo>
                    <a:pt x="42827" y="140610"/>
                  </a:lnTo>
                  <a:lnTo>
                    <a:pt x="43642" y="139679"/>
                  </a:lnTo>
                  <a:lnTo>
                    <a:pt x="44457" y="158732"/>
                  </a:lnTo>
                  <a:lnTo>
                    <a:pt x="45272" y="154381"/>
                  </a:lnTo>
                  <a:lnTo>
                    <a:pt x="46086" y="157431"/>
                  </a:lnTo>
                  <a:lnTo>
                    <a:pt x="46901" y="181924"/>
                  </a:lnTo>
                  <a:lnTo>
                    <a:pt x="47341" y="22572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3617743" y="6262784"/>
              <a:ext cx="12753" cy="116665"/>
            </a:xfrm>
            <a:custGeom>
              <a:avLst/>
              <a:pathLst>
                <a:path w="12753" h="116665">
                  <a:moveTo>
                    <a:pt x="0" y="116665"/>
                  </a:moveTo>
                  <a:lnTo>
                    <a:pt x="759" y="81111"/>
                  </a:lnTo>
                  <a:lnTo>
                    <a:pt x="1574" y="75326"/>
                  </a:lnTo>
                  <a:lnTo>
                    <a:pt x="2388" y="55811"/>
                  </a:lnTo>
                  <a:lnTo>
                    <a:pt x="3203" y="69924"/>
                  </a:lnTo>
                  <a:lnTo>
                    <a:pt x="4018" y="59279"/>
                  </a:lnTo>
                  <a:lnTo>
                    <a:pt x="4833" y="38468"/>
                  </a:lnTo>
                  <a:lnTo>
                    <a:pt x="5647" y="62155"/>
                  </a:lnTo>
                  <a:lnTo>
                    <a:pt x="6462" y="23795"/>
                  </a:lnTo>
                  <a:lnTo>
                    <a:pt x="7277" y="10738"/>
                  </a:lnTo>
                  <a:lnTo>
                    <a:pt x="8092" y="0"/>
                  </a:lnTo>
                  <a:lnTo>
                    <a:pt x="8907" y="6036"/>
                  </a:lnTo>
                  <a:lnTo>
                    <a:pt x="9721" y="85070"/>
                  </a:lnTo>
                  <a:lnTo>
                    <a:pt x="10536" y="112430"/>
                  </a:lnTo>
                  <a:lnTo>
                    <a:pt x="11351" y="93290"/>
                  </a:lnTo>
                  <a:lnTo>
                    <a:pt x="12166" y="87371"/>
                  </a:lnTo>
                  <a:lnTo>
                    <a:pt x="12753" y="11666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3633421" y="6068352"/>
              <a:ext cx="79575" cy="311097"/>
            </a:xfrm>
            <a:custGeom>
              <a:avLst/>
              <a:pathLst>
                <a:path w="79575" h="311097">
                  <a:moveTo>
                    <a:pt x="0" y="311097"/>
                  </a:moveTo>
                  <a:lnTo>
                    <a:pt x="562" y="263840"/>
                  </a:lnTo>
                  <a:lnTo>
                    <a:pt x="1377" y="271000"/>
                  </a:lnTo>
                  <a:lnTo>
                    <a:pt x="2192" y="292156"/>
                  </a:lnTo>
                  <a:lnTo>
                    <a:pt x="3006" y="306999"/>
                  </a:lnTo>
                  <a:lnTo>
                    <a:pt x="3821" y="277134"/>
                  </a:lnTo>
                  <a:lnTo>
                    <a:pt x="4636" y="217199"/>
                  </a:lnTo>
                  <a:lnTo>
                    <a:pt x="5451" y="237716"/>
                  </a:lnTo>
                  <a:lnTo>
                    <a:pt x="6265" y="222220"/>
                  </a:lnTo>
                  <a:lnTo>
                    <a:pt x="7080" y="209305"/>
                  </a:lnTo>
                  <a:lnTo>
                    <a:pt x="7895" y="207207"/>
                  </a:lnTo>
                  <a:lnTo>
                    <a:pt x="8710" y="216892"/>
                  </a:lnTo>
                  <a:lnTo>
                    <a:pt x="9525" y="193944"/>
                  </a:lnTo>
                  <a:lnTo>
                    <a:pt x="10339" y="181222"/>
                  </a:lnTo>
                  <a:lnTo>
                    <a:pt x="11154" y="224518"/>
                  </a:lnTo>
                  <a:lnTo>
                    <a:pt x="11969" y="230425"/>
                  </a:lnTo>
                  <a:lnTo>
                    <a:pt x="12784" y="227169"/>
                  </a:lnTo>
                  <a:lnTo>
                    <a:pt x="13598" y="247621"/>
                  </a:lnTo>
                  <a:lnTo>
                    <a:pt x="14413" y="211449"/>
                  </a:lnTo>
                  <a:lnTo>
                    <a:pt x="15228" y="148113"/>
                  </a:lnTo>
                  <a:lnTo>
                    <a:pt x="16043" y="152077"/>
                  </a:lnTo>
                  <a:lnTo>
                    <a:pt x="16858" y="126215"/>
                  </a:lnTo>
                  <a:lnTo>
                    <a:pt x="17672" y="93758"/>
                  </a:lnTo>
                  <a:lnTo>
                    <a:pt x="18487" y="122296"/>
                  </a:lnTo>
                  <a:lnTo>
                    <a:pt x="19302" y="130361"/>
                  </a:lnTo>
                  <a:lnTo>
                    <a:pt x="20117" y="182010"/>
                  </a:lnTo>
                  <a:lnTo>
                    <a:pt x="20932" y="153177"/>
                  </a:lnTo>
                  <a:lnTo>
                    <a:pt x="21746" y="113201"/>
                  </a:lnTo>
                  <a:lnTo>
                    <a:pt x="22561" y="171323"/>
                  </a:lnTo>
                  <a:lnTo>
                    <a:pt x="23376" y="166632"/>
                  </a:lnTo>
                  <a:lnTo>
                    <a:pt x="24191" y="172686"/>
                  </a:lnTo>
                  <a:lnTo>
                    <a:pt x="25005" y="182238"/>
                  </a:lnTo>
                  <a:lnTo>
                    <a:pt x="25820" y="191938"/>
                  </a:lnTo>
                  <a:lnTo>
                    <a:pt x="26635" y="204433"/>
                  </a:lnTo>
                  <a:lnTo>
                    <a:pt x="27450" y="186514"/>
                  </a:lnTo>
                  <a:lnTo>
                    <a:pt x="28265" y="170752"/>
                  </a:lnTo>
                  <a:lnTo>
                    <a:pt x="29079" y="131661"/>
                  </a:lnTo>
                  <a:lnTo>
                    <a:pt x="29894" y="118681"/>
                  </a:lnTo>
                  <a:lnTo>
                    <a:pt x="30709" y="136137"/>
                  </a:lnTo>
                  <a:lnTo>
                    <a:pt x="31524" y="163753"/>
                  </a:lnTo>
                  <a:lnTo>
                    <a:pt x="32338" y="151462"/>
                  </a:lnTo>
                  <a:lnTo>
                    <a:pt x="33153" y="183562"/>
                  </a:lnTo>
                  <a:lnTo>
                    <a:pt x="33968" y="195896"/>
                  </a:lnTo>
                  <a:lnTo>
                    <a:pt x="34783" y="189157"/>
                  </a:lnTo>
                  <a:lnTo>
                    <a:pt x="35598" y="217158"/>
                  </a:lnTo>
                  <a:lnTo>
                    <a:pt x="36412" y="200813"/>
                  </a:lnTo>
                  <a:lnTo>
                    <a:pt x="37227" y="221836"/>
                  </a:lnTo>
                  <a:lnTo>
                    <a:pt x="38042" y="222467"/>
                  </a:lnTo>
                  <a:lnTo>
                    <a:pt x="38857" y="227327"/>
                  </a:lnTo>
                  <a:lnTo>
                    <a:pt x="39671" y="232942"/>
                  </a:lnTo>
                  <a:lnTo>
                    <a:pt x="40486" y="242269"/>
                  </a:lnTo>
                  <a:lnTo>
                    <a:pt x="41301" y="214336"/>
                  </a:lnTo>
                  <a:lnTo>
                    <a:pt x="42116" y="169577"/>
                  </a:lnTo>
                  <a:lnTo>
                    <a:pt x="42931" y="152377"/>
                  </a:lnTo>
                  <a:lnTo>
                    <a:pt x="43745" y="131863"/>
                  </a:lnTo>
                  <a:lnTo>
                    <a:pt x="44560" y="153714"/>
                  </a:lnTo>
                  <a:lnTo>
                    <a:pt x="45375" y="61806"/>
                  </a:lnTo>
                  <a:lnTo>
                    <a:pt x="46190" y="0"/>
                  </a:lnTo>
                  <a:lnTo>
                    <a:pt x="47004" y="44102"/>
                  </a:lnTo>
                  <a:lnTo>
                    <a:pt x="47819" y="118178"/>
                  </a:lnTo>
                  <a:lnTo>
                    <a:pt x="48634" y="74658"/>
                  </a:lnTo>
                  <a:lnTo>
                    <a:pt x="49449" y="44878"/>
                  </a:lnTo>
                  <a:lnTo>
                    <a:pt x="50264" y="56123"/>
                  </a:lnTo>
                  <a:lnTo>
                    <a:pt x="51078" y="151735"/>
                  </a:lnTo>
                  <a:lnTo>
                    <a:pt x="51893" y="155907"/>
                  </a:lnTo>
                  <a:lnTo>
                    <a:pt x="52708" y="121195"/>
                  </a:lnTo>
                  <a:lnTo>
                    <a:pt x="53523" y="79721"/>
                  </a:lnTo>
                  <a:lnTo>
                    <a:pt x="54337" y="139206"/>
                  </a:lnTo>
                  <a:lnTo>
                    <a:pt x="55152" y="171499"/>
                  </a:lnTo>
                  <a:lnTo>
                    <a:pt x="55967" y="125364"/>
                  </a:lnTo>
                  <a:lnTo>
                    <a:pt x="56782" y="67609"/>
                  </a:lnTo>
                  <a:lnTo>
                    <a:pt x="57597" y="90361"/>
                  </a:lnTo>
                  <a:lnTo>
                    <a:pt x="58411" y="122386"/>
                  </a:lnTo>
                  <a:lnTo>
                    <a:pt x="59226" y="139610"/>
                  </a:lnTo>
                  <a:lnTo>
                    <a:pt x="60041" y="114861"/>
                  </a:lnTo>
                  <a:lnTo>
                    <a:pt x="60856" y="120690"/>
                  </a:lnTo>
                  <a:lnTo>
                    <a:pt x="61671" y="160119"/>
                  </a:lnTo>
                  <a:lnTo>
                    <a:pt x="62485" y="177212"/>
                  </a:lnTo>
                  <a:lnTo>
                    <a:pt x="63300" y="178328"/>
                  </a:lnTo>
                  <a:lnTo>
                    <a:pt x="64115" y="188710"/>
                  </a:lnTo>
                  <a:lnTo>
                    <a:pt x="64930" y="172538"/>
                  </a:lnTo>
                  <a:lnTo>
                    <a:pt x="65744" y="194205"/>
                  </a:lnTo>
                  <a:lnTo>
                    <a:pt x="66559" y="187531"/>
                  </a:lnTo>
                  <a:lnTo>
                    <a:pt x="67374" y="194038"/>
                  </a:lnTo>
                  <a:lnTo>
                    <a:pt x="68189" y="186282"/>
                  </a:lnTo>
                  <a:lnTo>
                    <a:pt x="69004" y="205582"/>
                  </a:lnTo>
                  <a:lnTo>
                    <a:pt x="69818" y="174329"/>
                  </a:lnTo>
                  <a:lnTo>
                    <a:pt x="70633" y="179038"/>
                  </a:lnTo>
                  <a:lnTo>
                    <a:pt x="71448" y="172254"/>
                  </a:lnTo>
                  <a:lnTo>
                    <a:pt x="72263" y="125934"/>
                  </a:lnTo>
                  <a:lnTo>
                    <a:pt x="73077" y="187132"/>
                  </a:lnTo>
                  <a:lnTo>
                    <a:pt x="73892" y="191635"/>
                  </a:lnTo>
                  <a:lnTo>
                    <a:pt x="74707" y="139306"/>
                  </a:lnTo>
                  <a:lnTo>
                    <a:pt x="75522" y="162266"/>
                  </a:lnTo>
                  <a:lnTo>
                    <a:pt x="76337" y="198757"/>
                  </a:lnTo>
                  <a:lnTo>
                    <a:pt x="77151" y="225749"/>
                  </a:lnTo>
                  <a:lnTo>
                    <a:pt x="77966" y="283938"/>
                  </a:lnTo>
                  <a:lnTo>
                    <a:pt x="78781" y="276015"/>
                  </a:lnTo>
                  <a:lnTo>
                    <a:pt x="79575" y="31109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3713038" y="6344830"/>
              <a:ext cx="2993" cy="34619"/>
            </a:xfrm>
            <a:custGeom>
              <a:avLst/>
              <a:pathLst>
                <a:path w="2993" h="34619">
                  <a:moveTo>
                    <a:pt x="0" y="34619"/>
                  </a:moveTo>
                  <a:lnTo>
                    <a:pt x="793" y="0"/>
                  </a:lnTo>
                  <a:lnTo>
                    <a:pt x="1608" y="5832"/>
                  </a:lnTo>
                  <a:lnTo>
                    <a:pt x="2422" y="23552"/>
                  </a:lnTo>
                  <a:lnTo>
                    <a:pt x="2993" y="3461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3716355" y="6279945"/>
              <a:ext cx="14313" cy="99505"/>
            </a:xfrm>
            <a:custGeom>
              <a:avLst/>
              <a:pathLst>
                <a:path w="14313" h="99505">
                  <a:moveTo>
                    <a:pt x="0" y="99505"/>
                  </a:moveTo>
                  <a:lnTo>
                    <a:pt x="735" y="55637"/>
                  </a:lnTo>
                  <a:lnTo>
                    <a:pt x="1550" y="0"/>
                  </a:lnTo>
                  <a:lnTo>
                    <a:pt x="2365" y="15661"/>
                  </a:lnTo>
                  <a:lnTo>
                    <a:pt x="3179" y="4450"/>
                  </a:lnTo>
                  <a:lnTo>
                    <a:pt x="3994" y="21460"/>
                  </a:lnTo>
                  <a:lnTo>
                    <a:pt x="4809" y="3946"/>
                  </a:lnTo>
                  <a:lnTo>
                    <a:pt x="5624" y="12047"/>
                  </a:lnTo>
                  <a:lnTo>
                    <a:pt x="6438" y="35406"/>
                  </a:lnTo>
                  <a:lnTo>
                    <a:pt x="7253" y="57815"/>
                  </a:lnTo>
                  <a:lnTo>
                    <a:pt x="8068" y="41082"/>
                  </a:lnTo>
                  <a:lnTo>
                    <a:pt x="8883" y="27055"/>
                  </a:lnTo>
                  <a:lnTo>
                    <a:pt x="9698" y="45176"/>
                  </a:lnTo>
                  <a:lnTo>
                    <a:pt x="10512" y="66326"/>
                  </a:lnTo>
                  <a:lnTo>
                    <a:pt x="11327" y="54789"/>
                  </a:lnTo>
                  <a:lnTo>
                    <a:pt x="12142" y="37110"/>
                  </a:lnTo>
                  <a:lnTo>
                    <a:pt x="12957" y="41387"/>
                  </a:lnTo>
                  <a:lnTo>
                    <a:pt x="13771" y="76855"/>
                  </a:lnTo>
                  <a:lnTo>
                    <a:pt x="14313" y="9950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3733364" y="6378964"/>
              <a:ext cx="37" cy="485"/>
            </a:xfrm>
            <a:custGeom>
              <a:avLst/>
              <a:pathLst>
                <a:path w="37" h="485">
                  <a:moveTo>
                    <a:pt x="0" y="485"/>
                  </a:moveTo>
                  <a:lnTo>
                    <a:pt x="22" y="0"/>
                  </a:lnTo>
                  <a:lnTo>
                    <a:pt x="37" y="48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3735034" y="6148894"/>
              <a:ext cx="27499" cy="230555"/>
            </a:xfrm>
            <a:custGeom>
              <a:avLst/>
              <a:pathLst>
                <a:path w="27499" h="230555">
                  <a:moveTo>
                    <a:pt x="0" y="230555"/>
                  </a:moveTo>
                  <a:lnTo>
                    <a:pt x="796" y="126657"/>
                  </a:lnTo>
                  <a:lnTo>
                    <a:pt x="1611" y="70499"/>
                  </a:lnTo>
                  <a:lnTo>
                    <a:pt x="2426" y="33699"/>
                  </a:lnTo>
                  <a:lnTo>
                    <a:pt x="3240" y="57886"/>
                  </a:lnTo>
                  <a:lnTo>
                    <a:pt x="4055" y="23125"/>
                  </a:lnTo>
                  <a:lnTo>
                    <a:pt x="4870" y="68773"/>
                  </a:lnTo>
                  <a:lnTo>
                    <a:pt x="5685" y="8692"/>
                  </a:lnTo>
                  <a:lnTo>
                    <a:pt x="6500" y="0"/>
                  </a:lnTo>
                  <a:lnTo>
                    <a:pt x="7314" y="82454"/>
                  </a:lnTo>
                  <a:lnTo>
                    <a:pt x="8129" y="57438"/>
                  </a:lnTo>
                  <a:lnTo>
                    <a:pt x="8944" y="25742"/>
                  </a:lnTo>
                  <a:lnTo>
                    <a:pt x="9759" y="77373"/>
                  </a:lnTo>
                  <a:lnTo>
                    <a:pt x="10573" y="24943"/>
                  </a:lnTo>
                  <a:lnTo>
                    <a:pt x="11388" y="55065"/>
                  </a:lnTo>
                  <a:lnTo>
                    <a:pt x="12203" y="53757"/>
                  </a:lnTo>
                  <a:lnTo>
                    <a:pt x="13018" y="88378"/>
                  </a:lnTo>
                  <a:lnTo>
                    <a:pt x="13833" y="139291"/>
                  </a:lnTo>
                  <a:lnTo>
                    <a:pt x="14647" y="122059"/>
                  </a:lnTo>
                  <a:lnTo>
                    <a:pt x="15462" y="118340"/>
                  </a:lnTo>
                  <a:lnTo>
                    <a:pt x="16277" y="110548"/>
                  </a:lnTo>
                  <a:lnTo>
                    <a:pt x="17092" y="59646"/>
                  </a:lnTo>
                  <a:lnTo>
                    <a:pt x="17906" y="85467"/>
                  </a:lnTo>
                  <a:lnTo>
                    <a:pt x="18721" y="37105"/>
                  </a:lnTo>
                  <a:lnTo>
                    <a:pt x="19536" y="55381"/>
                  </a:lnTo>
                  <a:lnTo>
                    <a:pt x="20351" y="100575"/>
                  </a:lnTo>
                  <a:lnTo>
                    <a:pt x="21166" y="34645"/>
                  </a:lnTo>
                  <a:lnTo>
                    <a:pt x="21980" y="33363"/>
                  </a:lnTo>
                  <a:lnTo>
                    <a:pt x="22795" y="18220"/>
                  </a:lnTo>
                  <a:lnTo>
                    <a:pt x="23610" y="56718"/>
                  </a:lnTo>
                  <a:lnTo>
                    <a:pt x="24425" y="34968"/>
                  </a:lnTo>
                  <a:lnTo>
                    <a:pt x="25239" y="105031"/>
                  </a:lnTo>
                  <a:lnTo>
                    <a:pt x="26054" y="177693"/>
                  </a:lnTo>
                  <a:lnTo>
                    <a:pt x="26869" y="180156"/>
                  </a:lnTo>
                  <a:lnTo>
                    <a:pt x="27499" y="23055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3762913" y="4961624"/>
              <a:ext cx="1188763" cy="1417825"/>
            </a:xfrm>
            <a:custGeom>
              <a:avLst/>
              <a:pathLst>
                <a:path w="1188763" h="1417825">
                  <a:moveTo>
                    <a:pt x="0" y="1417825"/>
                  </a:moveTo>
                  <a:lnTo>
                    <a:pt x="620" y="1370629"/>
                  </a:lnTo>
                  <a:lnTo>
                    <a:pt x="1434" y="1408948"/>
                  </a:lnTo>
                  <a:lnTo>
                    <a:pt x="2249" y="1392460"/>
                  </a:lnTo>
                  <a:lnTo>
                    <a:pt x="3064" y="1403759"/>
                  </a:lnTo>
                  <a:lnTo>
                    <a:pt x="3879" y="1397119"/>
                  </a:lnTo>
                  <a:lnTo>
                    <a:pt x="4694" y="1375533"/>
                  </a:lnTo>
                  <a:lnTo>
                    <a:pt x="5508" y="1373305"/>
                  </a:lnTo>
                  <a:lnTo>
                    <a:pt x="6323" y="1350552"/>
                  </a:lnTo>
                  <a:lnTo>
                    <a:pt x="7138" y="1331089"/>
                  </a:lnTo>
                  <a:lnTo>
                    <a:pt x="7953" y="1281363"/>
                  </a:lnTo>
                  <a:lnTo>
                    <a:pt x="8767" y="1221493"/>
                  </a:lnTo>
                  <a:lnTo>
                    <a:pt x="9582" y="1263973"/>
                  </a:lnTo>
                  <a:lnTo>
                    <a:pt x="10397" y="1328656"/>
                  </a:lnTo>
                  <a:lnTo>
                    <a:pt x="11212" y="1325924"/>
                  </a:lnTo>
                  <a:lnTo>
                    <a:pt x="12027" y="1340839"/>
                  </a:lnTo>
                  <a:lnTo>
                    <a:pt x="12841" y="1344500"/>
                  </a:lnTo>
                  <a:lnTo>
                    <a:pt x="13656" y="1407153"/>
                  </a:lnTo>
                  <a:lnTo>
                    <a:pt x="14471" y="1413026"/>
                  </a:lnTo>
                  <a:lnTo>
                    <a:pt x="15286" y="1361597"/>
                  </a:lnTo>
                  <a:lnTo>
                    <a:pt x="16100" y="1366497"/>
                  </a:lnTo>
                  <a:lnTo>
                    <a:pt x="16915" y="1391651"/>
                  </a:lnTo>
                  <a:lnTo>
                    <a:pt x="17730" y="1398425"/>
                  </a:lnTo>
                  <a:lnTo>
                    <a:pt x="18545" y="1417084"/>
                  </a:lnTo>
                  <a:lnTo>
                    <a:pt x="19360" y="1346207"/>
                  </a:lnTo>
                  <a:lnTo>
                    <a:pt x="20174" y="1339082"/>
                  </a:lnTo>
                  <a:lnTo>
                    <a:pt x="20989" y="1335070"/>
                  </a:lnTo>
                  <a:lnTo>
                    <a:pt x="21804" y="1369969"/>
                  </a:lnTo>
                  <a:lnTo>
                    <a:pt x="22619" y="1298378"/>
                  </a:lnTo>
                  <a:lnTo>
                    <a:pt x="23434" y="1249742"/>
                  </a:lnTo>
                  <a:lnTo>
                    <a:pt x="24248" y="1283802"/>
                  </a:lnTo>
                  <a:lnTo>
                    <a:pt x="25063" y="1224532"/>
                  </a:lnTo>
                  <a:lnTo>
                    <a:pt x="25878" y="1237851"/>
                  </a:lnTo>
                  <a:lnTo>
                    <a:pt x="26693" y="1200318"/>
                  </a:lnTo>
                  <a:lnTo>
                    <a:pt x="27507" y="1227488"/>
                  </a:lnTo>
                  <a:lnTo>
                    <a:pt x="28322" y="1239025"/>
                  </a:lnTo>
                  <a:lnTo>
                    <a:pt x="29137" y="1123934"/>
                  </a:lnTo>
                  <a:lnTo>
                    <a:pt x="29952" y="1095018"/>
                  </a:lnTo>
                  <a:lnTo>
                    <a:pt x="30767" y="1122268"/>
                  </a:lnTo>
                  <a:lnTo>
                    <a:pt x="31581" y="1099209"/>
                  </a:lnTo>
                  <a:lnTo>
                    <a:pt x="32396" y="1092073"/>
                  </a:lnTo>
                  <a:lnTo>
                    <a:pt x="33211" y="1136996"/>
                  </a:lnTo>
                  <a:lnTo>
                    <a:pt x="34026" y="1213470"/>
                  </a:lnTo>
                  <a:lnTo>
                    <a:pt x="34840" y="1238665"/>
                  </a:lnTo>
                  <a:lnTo>
                    <a:pt x="35655" y="1219100"/>
                  </a:lnTo>
                  <a:lnTo>
                    <a:pt x="36470" y="1256675"/>
                  </a:lnTo>
                  <a:lnTo>
                    <a:pt x="37285" y="1279464"/>
                  </a:lnTo>
                  <a:lnTo>
                    <a:pt x="38100" y="1249935"/>
                  </a:lnTo>
                  <a:lnTo>
                    <a:pt x="38914" y="1216110"/>
                  </a:lnTo>
                  <a:lnTo>
                    <a:pt x="39729" y="1202752"/>
                  </a:lnTo>
                  <a:lnTo>
                    <a:pt x="40544" y="1194210"/>
                  </a:lnTo>
                  <a:lnTo>
                    <a:pt x="41359" y="1256201"/>
                  </a:lnTo>
                  <a:lnTo>
                    <a:pt x="42173" y="1279317"/>
                  </a:lnTo>
                  <a:lnTo>
                    <a:pt x="42988" y="1274858"/>
                  </a:lnTo>
                  <a:lnTo>
                    <a:pt x="43803" y="1298933"/>
                  </a:lnTo>
                  <a:lnTo>
                    <a:pt x="44618" y="1305289"/>
                  </a:lnTo>
                  <a:lnTo>
                    <a:pt x="45433" y="1286228"/>
                  </a:lnTo>
                  <a:lnTo>
                    <a:pt x="46247" y="1272835"/>
                  </a:lnTo>
                  <a:lnTo>
                    <a:pt x="47062" y="1235015"/>
                  </a:lnTo>
                  <a:lnTo>
                    <a:pt x="47877" y="1251040"/>
                  </a:lnTo>
                  <a:lnTo>
                    <a:pt x="48692" y="1290233"/>
                  </a:lnTo>
                  <a:lnTo>
                    <a:pt x="49506" y="1333411"/>
                  </a:lnTo>
                  <a:lnTo>
                    <a:pt x="50321" y="1344159"/>
                  </a:lnTo>
                  <a:lnTo>
                    <a:pt x="51136" y="1358567"/>
                  </a:lnTo>
                  <a:lnTo>
                    <a:pt x="51951" y="1371504"/>
                  </a:lnTo>
                  <a:lnTo>
                    <a:pt x="52766" y="1347685"/>
                  </a:lnTo>
                  <a:lnTo>
                    <a:pt x="53580" y="1340476"/>
                  </a:lnTo>
                  <a:lnTo>
                    <a:pt x="54395" y="1366254"/>
                  </a:lnTo>
                  <a:lnTo>
                    <a:pt x="55210" y="1324871"/>
                  </a:lnTo>
                  <a:lnTo>
                    <a:pt x="56025" y="1361153"/>
                  </a:lnTo>
                  <a:lnTo>
                    <a:pt x="56839" y="1344904"/>
                  </a:lnTo>
                  <a:lnTo>
                    <a:pt x="57654" y="1362091"/>
                  </a:lnTo>
                  <a:lnTo>
                    <a:pt x="58469" y="1333888"/>
                  </a:lnTo>
                  <a:lnTo>
                    <a:pt x="59284" y="1296098"/>
                  </a:lnTo>
                  <a:lnTo>
                    <a:pt x="60099" y="1279587"/>
                  </a:lnTo>
                  <a:lnTo>
                    <a:pt x="60913" y="1317499"/>
                  </a:lnTo>
                  <a:lnTo>
                    <a:pt x="61728" y="1327347"/>
                  </a:lnTo>
                  <a:lnTo>
                    <a:pt x="62543" y="1347698"/>
                  </a:lnTo>
                  <a:lnTo>
                    <a:pt x="63358" y="1286878"/>
                  </a:lnTo>
                  <a:lnTo>
                    <a:pt x="64173" y="1304359"/>
                  </a:lnTo>
                  <a:lnTo>
                    <a:pt x="64987" y="1297092"/>
                  </a:lnTo>
                  <a:lnTo>
                    <a:pt x="65802" y="1278122"/>
                  </a:lnTo>
                  <a:lnTo>
                    <a:pt x="66617" y="1181856"/>
                  </a:lnTo>
                  <a:lnTo>
                    <a:pt x="67432" y="1207759"/>
                  </a:lnTo>
                  <a:lnTo>
                    <a:pt x="68246" y="1255713"/>
                  </a:lnTo>
                  <a:lnTo>
                    <a:pt x="69061" y="1238906"/>
                  </a:lnTo>
                  <a:lnTo>
                    <a:pt x="69876" y="1275629"/>
                  </a:lnTo>
                  <a:lnTo>
                    <a:pt x="70691" y="1250397"/>
                  </a:lnTo>
                  <a:lnTo>
                    <a:pt x="71506" y="1275170"/>
                  </a:lnTo>
                  <a:lnTo>
                    <a:pt x="72320" y="1283028"/>
                  </a:lnTo>
                  <a:lnTo>
                    <a:pt x="73135" y="1303286"/>
                  </a:lnTo>
                  <a:lnTo>
                    <a:pt x="73950" y="1325554"/>
                  </a:lnTo>
                  <a:lnTo>
                    <a:pt x="74765" y="1298758"/>
                  </a:lnTo>
                  <a:lnTo>
                    <a:pt x="75579" y="1302928"/>
                  </a:lnTo>
                  <a:lnTo>
                    <a:pt x="76394" y="1294978"/>
                  </a:lnTo>
                  <a:lnTo>
                    <a:pt x="77209" y="1324078"/>
                  </a:lnTo>
                  <a:lnTo>
                    <a:pt x="78024" y="1308554"/>
                  </a:lnTo>
                  <a:lnTo>
                    <a:pt x="78839" y="1295018"/>
                  </a:lnTo>
                  <a:lnTo>
                    <a:pt x="79653" y="1325277"/>
                  </a:lnTo>
                  <a:lnTo>
                    <a:pt x="80468" y="1335944"/>
                  </a:lnTo>
                  <a:lnTo>
                    <a:pt x="81283" y="1343475"/>
                  </a:lnTo>
                  <a:lnTo>
                    <a:pt x="82098" y="1315878"/>
                  </a:lnTo>
                  <a:lnTo>
                    <a:pt x="82912" y="1322732"/>
                  </a:lnTo>
                  <a:lnTo>
                    <a:pt x="83727" y="1218862"/>
                  </a:lnTo>
                  <a:lnTo>
                    <a:pt x="84542" y="1217225"/>
                  </a:lnTo>
                  <a:lnTo>
                    <a:pt x="85357" y="1081489"/>
                  </a:lnTo>
                  <a:lnTo>
                    <a:pt x="86172" y="1038652"/>
                  </a:lnTo>
                  <a:lnTo>
                    <a:pt x="86986" y="966651"/>
                  </a:lnTo>
                  <a:lnTo>
                    <a:pt x="87801" y="859062"/>
                  </a:lnTo>
                  <a:lnTo>
                    <a:pt x="88616" y="973547"/>
                  </a:lnTo>
                  <a:lnTo>
                    <a:pt x="89431" y="932860"/>
                  </a:lnTo>
                  <a:lnTo>
                    <a:pt x="90245" y="1066666"/>
                  </a:lnTo>
                  <a:lnTo>
                    <a:pt x="91060" y="1108110"/>
                  </a:lnTo>
                  <a:lnTo>
                    <a:pt x="91875" y="1014014"/>
                  </a:lnTo>
                  <a:lnTo>
                    <a:pt x="92690" y="1034008"/>
                  </a:lnTo>
                  <a:lnTo>
                    <a:pt x="93505" y="1118137"/>
                  </a:lnTo>
                  <a:lnTo>
                    <a:pt x="94319" y="1119540"/>
                  </a:lnTo>
                  <a:lnTo>
                    <a:pt x="95134" y="1194943"/>
                  </a:lnTo>
                  <a:lnTo>
                    <a:pt x="95949" y="1158187"/>
                  </a:lnTo>
                  <a:lnTo>
                    <a:pt x="96764" y="1104756"/>
                  </a:lnTo>
                  <a:lnTo>
                    <a:pt x="97578" y="965303"/>
                  </a:lnTo>
                  <a:lnTo>
                    <a:pt x="98393" y="1008593"/>
                  </a:lnTo>
                  <a:lnTo>
                    <a:pt x="99208" y="1114501"/>
                  </a:lnTo>
                  <a:lnTo>
                    <a:pt x="100023" y="1116826"/>
                  </a:lnTo>
                  <a:lnTo>
                    <a:pt x="100838" y="1027686"/>
                  </a:lnTo>
                  <a:lnTo>
                    <a:pt x="101652" y="1041740"/>
                  </a:lnTo>
                  <a:lnTo>
                    <a:pt x="102467" y="891717"/>
                  </a:lnTo>
                  <a:lnTo>
                    <a:pt x="103282" y="840376"/>
                  </a:lnTo>
                  <a:lnTo>
                    <a:pt x="104097" y="849714"/>
                  </a:lnTo>
                  <a:lnTo>
                    <a:pt x="104912" y="827428"/>
                  </a:lnTo>
                  <a:lnTo>
                    <a:pt x="105726" y="884487"/>
                  </a:lnTo>
                  <a:lnTo>
                    <a:pt x="106541" y="986973"/>
                  </a:lnTo>
                  <a:lnTo>
                    <a:pt x="107356" y="1032497"/>
                  </a:lnTo>
                  <a:lnTo>
                    <a:pt x="108171" y="842034"/>
                  </a:lnTo>
                  <a:lnTo>
                    <a:pt x="108985" y="807170"/>
                  </a:lnTo>
                  <a:lnTo>
                    <a:pt x="109800" y="730818"/>
                  </a:lnTo>
                  <a:lnTo>
                    <a:pt x="110615" y="752123"/>
                  </a:lnTo>
                  <a:lnTo>
                    <a:pt x="111430" y="817429"/>
                  </a:lnTo>
                  <a:lnTo>
                    <a:pt x="112245" y="712999"/>
                  </a:lnTo>
                  <a:lnTo>
                    <a:pt x="113059" y="822448"/>
                  </a:lnTo>
                  <a:lnTo>
                    <a:pt x="113874" y="857015"/>
                  </a:lnTo>
                  <a:lnTo>
                    <a:pt x="114689" y="947811"/>
                  </a:lnTo>
                  <a:lnTo>
                    <a:pt x="115504" y="968745"/>
                  </a:lnTo>
                  <a:lnTo>
                    <a:pt x="116318" y="902805"/>
                  </a:lnTo>
                  <a:lnTo>
                    <a:pt x="117133" y="1070187"/>
                  </a:lnTo>
                  <a:lnTo>
                    <a:pt x="117948" y="1045717"/>
                  </a:lnTo>
                  <a:lnTo>
                    <a:pt x="118763" y="913147"/>
                  </a:lnTo>
                  <a:lnTo>
                    <a:pt x="119578" y="1060002"/>
                  </a:lnTo>
                  <a:lnTo>
                    <a:pt x="120392" y="1101483"/>
                  </a:lnTo>
                  <a:lnTo>
                    <a:pt x="121207" y="1261365"/>
                  </a:lnTo>
                  <a:lnTo>
                    <a:pt x="122022" y="1267070"/>
                  </a:lnTo>
                  <a:lnTo>
                    <a:pt x="122837" y="1294736"/>
                  </a:lnTo>
                  <a:lnTo>
                    <a:pt x="123651" y="1233812"/>
                  </a:lnTo>
                  <a:lnTo>
                    <a:pt x="124466" y="1161574"/>
                  </a:lnTo>
                  <a:lnTo>
                    <a:pt x="125281" y="1048993"/>
                  </a:lnTo>
                  <a:lnTo>
                    <a:pt x="126096" y="1019733"/>
                  </a:lnTo>
                  <a:lnTo>
                    <a:pt x="126911" y="1105186"/>
                  </a:lnTo>
                  <a:lnTo>
                    <a:pt x="127725" y="1135635"/>
                  </a:lnTo>
                  <a:lnTo>
                    <a:pt x="128540" y="1007129"/>
                  </a:lnTo>
                  <a:lnTo>
                    <a:pt x="129355" y="956646"/>
                  </a:lnTo>
                  <a:lnTo>
                    <a:pt x="130170" y="964270"/>
                  </a:lnTo>
                  <a:lnTo>
                    <a:pt x="130984" y="1051673"/>
                  </a:lnTo>
                  <a:lnTo>
                    <a:pt x="131799" y="1123285"/>
                  </a:lnTo>
                  <a:lnTo>
                    <a:pt x="132614" y="1148034"/>
                  </a:lnTo>
                  <a:lnTo>
                    <a:pt x="133429" y="1113301"/>
                  </a:lnTo>
                  <a:lnTo>
                    <a:pt x="134244" y="1122750"/>
                  </a:lnTo>
                  <a:lnTo>
                    <a:pt x="135058" y="1083675"/>
                  </a:lnTo>
                  <a:lnTo>
                    <a:pt x="135873" y="1150857"/>
                  </a:lnTo>
                  <a:lnTo>
                    <a:pt x="136688" y="1107191"/>
                  </a:lnTo>
                  <a:lnTo>
                    <a:pt x="137503" y="990696"/>
                  </a:lnTo>
                  <a:lnTo>
                    <a:pt x="138317" y="1081511"/>
                  </a:lnTo>
                  <a:lnTo>
                    <a:pt x="139132" y="1218394"/>
                  </a:lnTo>
                  <a:lnTo>
                    <a:pt x="139947" y="1252087"/>
                  </a:lnTo>
                  <a:lnTo>
                    <a:pt x="140762" y="1246836"/>
                  </a:lnTo>
                  <a:lnTo>
                    <a:pt x="141577" y="1277280"/>
                  </a:lnTo>
                  <a:lnTo>
                    <a:pt x="142391" y="1305738"/>
                  </a:lnTo>
                  <a:lnTo>
                    <a:pt x="143206" y="1297331"/>
                  </a:lnTo>
                  <a:lnTo>
                    <a:pt x="144021" y="1239692"/>
                  </a:lnTo>
                  <a:lnTo>
                    <a:pt x="144836" y="1188140"/>
                  </a:lnTo>
                  <a:lnTo>
                    <a:pt x="145651" y="1158185"/>
                  </a:lnTo>
                  <a:lnTo>
                    <a:pt x="146465" y="1263046"/>
                  </a:lnTo>
                  <a:lnTo>
                    <a:pt x="147280" y="1183631"/>
                  </a:lnTo>
                  <a:lnTo>
                    <a:pt x="148095" y="1198609"/>
                  </a:lnTo>
                  <a:lnTo>
                    <a:pt x="148910" y="1151916"/>
                  </a:lnTo>
                  <a:lnTo>
                    <a:pt x="149724" y="1009823"/>
                  </a:lnTo>
                  <a:lnTo>
                    <a:pt x="150539" y="976033"/>
                  </a:lnTo>
                  <a:lnTo>
                    <a:pt x="151354" y="1002524"/>
                  </a:lnTo>
                  <a:lnTo>
                    <a:pt x="152169" y="987718"/>
                  </a:lnTo>
                  <a:lnTo>
                    <a:pt x="152984" y="1051496"/>
                  </a:lnTo>
                  <a:lnTo>
                    <a:pt x="153798" y="985703"/>
                  </a:lnTo>
                  <a:lnTo>
                    <a:pt x="154613" y="1022732"/>
                  </a:lnTo>
                  <a:lnTo>
                    <a:pt x="155428" y="921833"/>
                  </a:lnTo>
                  <a:lnTo>
                    <a:pt x="156243" y="1020432"/>
                  </a:lnTo>
                  <a:lnTo>
                    <a:pt x="157057" y="1030371"/>
                  </a:lnTo>
                  <a:lnTo>
                    <a:pt x="157872" y="1131710"/>
                  </a:lnTo>
                  <a:lnTo>
                    <a:pt x="158687" y="1178128"/>
                  </a:lnTo>
                  <a:lnTo>
                    <a:pt x="159502" y="1068076"/>
                  </a:lnTo>
                  <a:lnTo>
                    <a:pt x="160317" y="1131157"/>
                  </a:lnTo>
                  <a:lnTo>
                    <a:pt x="161131" y="1107049"/>
                  </a:lnTo>
                  <a:lnTo>
                    <a:pt x="161946" y="1141683"/>
                  </a:lnTo>
                  <a:lnTo>
                    <a:pt x="162761" y="1237776"/>
                  </a:lnTo>
                  <a:lnTo>
                    <a:pt x="163576" y="1237024"/>
                  </a:lnTo>
                  <a:lnTo>
                    <a:pt x="164390" y="1243242"/>
                  </a:lnTo>
                  <a:lnTo>
                    <a:pt x="165205" y="1292296"/>
                  </a:lnTo>
                  <a:lnTo>
                    <a:pt x="166020" y="1254041"/>
                  </a:lnTo>
                  <a:lnTo>
                    <a:pt x="166835" y="1324908"/>
                  </a:lnTo>
                  <a:lnTo>
                    <a:pt x="167650" y="1260621"/>
                  </a:lnTo>
                  <a:lnTo>
                    <a:pt x="168464" y="1258255"/>
                  </a:lnTo>
                  <a:lnTo>
                    <a:pt x="169279" y="1226476"/>
                  </a:lnTo>
                  <a:lnTo>
                    <a:pt x="170094" y="1298758"/>
                  </a:lnTo>
                  <a:lnTo>
                    <a:pt x="170909" y="1355914"/>
                  </a:lnTo>
                  <a:lnTo>
                    <a:pt x="171723" y="1316936"/>
                  </a:lnTo>
                  <a:lnTo>
                    <a:pt x="172538" y="1280961"/>
                  </a:lnTo>
                  <a:lnTo>
                    <a:pt x="173353" y="1325826"/>
                  </a:lnTo>
                  <a:lnTo>
                    <a:pt x="174168" y="1308816"/>
                  </a:lnTo>
                  <a:lnTo>
                    <a:pt x="174983" y="1275774"/>
                  </a:lnTo>
                  <a:lnTo>
                    <a:pt x="175797" y="1186869"/>
                  </a:lnTo>
                  <a:lnTo>
                    <a:pt x="176612" y="1125447"/>
                  </a:lnTo>
                  <a:lnTo>
                    <a:pt x="177427" y="1152587"/>
                  </a:lnTo>
                  <a:lnTo>
                    <a:pt x="178242" y="1187788"/>
                  </a:lnTo>
                  <a:lnTo>
                    <a:pt x="179056" y="1198364"/>
                  </a:lnTo>
                  <a:lnTo>
                    <a:pt x="179871" y="1237553"/>
                  </a:lnTo>
                  <a:lnTo>
                    <a:pt x="180686" y="1206198"/>
                  </a:lnTo>
                  <a:lnTo>
                    <a:pt x="181501" y="1306872"/>
                  </a:lnTo>
                  <a:lnTo>
                    <a:pt x="182316" y="1256676"/>
                  </a:lnTo>
                  <a:lnTo>
                    <a:pt x="183130" y="1175106"/>
                  </a:lnTo>
                  <a:lnTo>
                    <a:pt x="183945" y="1144899"/>
                  </a:lnTo>
                  <a:lnTo>
                    <a:pt x="184760" y="1142286"/>
                  </a:lnTo>
                  <a:lnTo>
                    <a:pt x="185575" y="1193897"/>
                  </a:lnTo>
                  <a:lnTo>
                    <a:pt x="186390" y="1250699"/>
                  </a:lnTo>
                  <a:lnTo>
                    <a:pt x="187204" y="1258406"/>
                  </a:lnTo>
                  <a:lnTo>
                    <a:pt x="188019" y="1256090"/>
                  </a:lnTo>
                  <a:lnTo>
                    <a:pt x="188834" y="1221975"/>
                  </a:lnTo>
                  <a:lnTo>
                    <a:pt x="189649" y="1160095"/>
                  </a:lnTo>
                  <a:lnTo>
                    <a:pt x="190463" y="1222544"/>
                  </a:lnTo>
                  <a:lnTo>
                    <a:pt x="191278" y="1296860"/>
                  </a:lnTo>
                  <a:lnTo>
                    <a:pt x="192093" y="1303247"/>
                  </a:lnTo>
                  <a:lnTo>
                    <a:pt x="192908" y="1353441"/>
                  </a:lnTo>
                  <a:lnTo>
                    <a:pt x="193723" y="1313912"/>
                  </a:lnTo>
                  <a:lnTo>
                    <a:pt x="194537" y="1297037"/>
                  </a:lnTo>
                  <a:lnTo>
                    <a:pt x="195352" y="1225712"/>
                  </a:lnTo>
                  <a:lnTo>
                    <a:pt x="196167" y="1254868"/>
                  </a:lnTo>
                  <a:lnTo>
                    <a:pt x="196982" y="1206090"/>
                  </a:lnTo>
                  <a:lnTo>
                    <a:pt x="197796" y="1143081"/>
                  </a:lnTo>
                  <a:lnTo>
                    <a:pt x="198611" y="1159854"/>
                  </a:lnTo>
                  <a:lnTo>
                    <a:pt x="199426" y="1191076"/>
                  </a:lnTo>
                  <a:lnTo>
                    <a:pt x="200241" y="1140182"/>
                  </a:lnTo>
                  <a:lnTo>
                    <a:pt x="201056" y="1122143"/>
                  </a:lnTo>
                  <a:lnTo>
                    <a:pt x="201870" y="995868"/>
                  </a:lnTo>
                  <a:lnTo>
                    <a:pt x="202685" y="941430"/>
                  </a:lnTo>
                  <a:lnTo>
                    <a:pt x="203500" y="940258"/>
                  </a:lnTo>
                  <a:lnTo>
                    <a:pt x="204315" y="839568"/>
                  </a:lnTo>
                  <a:lnTo>
                    <a:pt x="205129" y="837604"/>
                  </a:lnTo>
                  <a:lnTo>
                    <a:pt x="205944" y="770375"/>
                  </a:lnTo>
                  <a:lnTo>
                    <a:pt x="206759" y="769147"/>
                  </a:lnTo>
                  <a:lnTo>
                    <a:pt x="207574" y="802454"/>
                  </a:lnTo>
                  <a:lnTo>
                    <a:pt x="208389" y="849159"/>
                  </a:lnTo>
                  <a:lnTo>
                    <a:pt x="209203" y="839976"/>
                  </a:lnTo>
                  <a:lnTo>
                    <a:pt x="210018" y="839239"/>
                  </a:lnTo>
                  <a:lnTo>
                    <a:pt x="210833" y="812925"/>
                  </a:lnTo>
                  <a:lnTo>
                    <a:pt x="211648" y="819574"/>
                  </a:lnTo>
                  <a:lnTo>
                    <a:pt x="212462" y="881836"/>
                  </a:lnTo>
                  <a:lnTo>
                    <a:pt x="213277" y="901706"/>
                  </a:lnTo>
                  <a:lnTo>
                    <a:pt x="214092" y="955725"/>
                  </a:lnTo>
                  <a:lnTo>
                    <a:pt x="214907" y="907462"/>
                  </a:lnTo>
                  <a:lnTo>
                    <a:pt x="215722" y="912632"/>
                  </a:lnTo>
                  <a:lnTo>
                    <a:pt x="216536" y="954673"/>
                  </a:lnTo>
                  <a:lnTo>
                    <a:pt x="217351" y="908013"/>
                  </a:lnTo>
                  <a:lnTo>
                    <a:pt x="218166" y="1035055"/>
                  </a:lnTo>
                  <a:lnTo>
                    <a:pt x="218981" y="1111212"/>
                  </a:lnTo>
                  <a:lnTo>
                    <a:pt x="219796" y="1180188"/>
                  </a:lnTo>
                  <a:lnTo>
                    <a:pt x="220610" y="1251164"/>
                  </a:lnTo>
                  <a:lnTo>
                    <a:pt x="221425" y="1254225"/>
                  </a:lnTo>
                  <a:lnTo>
                    <a:pt x="222240" y="1269782"/>
                  </a:lnTo>
                  <a:lnTo>
                    <a:pt x="223055" y="1232552"/>
                  </a:lnTo>
                  <a:lnTo>
                    <a:pt x="223869" y="1239369"/>
                  </a:lnTo>
                  <a:lnTo>
                    <a:pt x="224684" y="1263177"/>
                  </a:lnTo>
                  <a:lnTo>
                    <a:pt x="225499" y="1270675"/>
                  </a:lnTo>
                  <a:lnTo>
                    <a:pt x="226314" y="1294875"/>
                  </a:lnTo>
                  <a:lnTo>
                    <a:pt x="227129" y="1306759"/>
                  </a:lnTo>
                  <a:lnTo>
                    <a:pt x="227943" y="1339568"/>
                  </a:lnTo>
                  <a:lnTo>
                    <a:pt x="228758" y="1353879"/>
                  </a:lnTo>
                  <a:lnTo>
                    <a:pt x="229573" y="1335106"/>
                  </a:lnTo>
                  <a:lnTo>
                    <a:pt x="230388" y="1313680"/>
                  </a:lnTo>
                  <a:lnTo>
                    <a:pt x="231202" y="1301581"/>
                  </a:lnTo>
                  <a:lnTo>
                    <a:pt x="232017" y="1246485"/>
                  </a:lnTo>
                  <a:lnTo>
                    <a:pt x="232832" y="1256563"/>
                  </a:lnTo>
                  <a:lnTo>
                    <a:pt x="233647" y="1286419"/>
                  </a:lnTo>
                  <a:lnTo>
                    <a:pt x="234462" y="1295875"/>
                  </a:lnTo>
                  <a:lnTo>
                    <a:pt x="235276" y="1304319"/>
                  </a:lnTo>
                  <a:lnTo>
                    <a:pt x="236091" y="1297967"/>
                  </a:lnTo>
                  <a:lnTo>
                    <a:pt x="236906" y="1258616"/>
                  </a:lnTo>
                  <a:lnTo>
                    <a:pt x="237721" y="1267216"/>
                  </a:lnTo>
                  <a:lnTo>
                    <a:pt x="238535" y="1235927"/>
                  </a:lnTo>
                  <a:lnTo>
                    <a:pt x="239350" y="1240820"/>
                  </a:lnTo>
                  <a:lnTo>
                    <a:pt x="240165" y="1184465"/>
                  </a:lnTo>
                  <a:lnTo>
                    <a:pt x="240980" y="1157645"/>
                  </a:lnTo>
                  <a:lnTo>
                    <a:pt x="241795" y="1087069"/>
                  </a:lnTo>
                  <a:lnTo>
                    <a:pt x="242609" y="1142666"/>
                  </a:lnTo>
                  <a:lnTo>
                    <a:pt x="243424" y="1182658"/>
                  </a:lnTo>
                  <a:lnTo>
                    <a:pt x="244239" y="1211361"/>
                  </a:lnTo>
                  <a:lnTo>
                    <a:pt x="245054" y="1205070"/>
                  </a:lnTo>
                  <a:lnTo>
                    <a:pt x="245868" y="1254447"/>
                  </a:lnTo>
                  <a:lnTo>
                    <a:pt x="246683" y="1275192"/>
                  </a:lnTo>
                  <a:lnTo>
                    <a:pt x="247498" y="1259616"/>
                  </a:lnTo>
                  <a:lnTo>
                    <a:pt x="248313" y="1248498"/>
                  </a:lnTo>
                  <a:lnTo>
                    <a:pt x="249128" y="1170291"/>
                  </a:lnTo>
                  <a:lnTo>
                    <a:pt x="249942" y="1211621"/>
                  </a:lnTo>
                  <a:lnTo>
                    <a:pt x="250757" y="1211449"/>
                  </a:lnTo>
                  <a:lnTo>
                    <a:pt x="251572" y="1180592"/>
                  </a:lnTo>
                  <a:lnTo>
                    <a:pt x="252387" y="1109161"/>
                  </a:lnTo>
                  <a:lnTo>
                    <a:pt x="253201" y="1157236"/>
                  </a:lnTo>
                  <a:lnTo>
                    <a:pt x="254016" y="1089547"/>
                  </a:lnTo>
                  <a:lnTo>
                    <a:pt x="254831" y="1081052"/>
                  </a:lnTo>
                  <a:lnTo>
                    <a:pt x="255646" y="1030831"/>
                  </a:lnTo>
                  <a:lnTo>
                    <a:pt x="256461" y="1110744"/>
                  </a:lnTo>
                  <a:lnTo>
                    <a:pt x="257275" y="1186048"/>
                  </a:lnTo>
                  <a:lnTo>
                    <a:pt x="258090" y="1182550"/>
                  </a:lnTo>
                  <a:lnTo>
                    <a:pt x="258905" y="1196676"/>
                  </a:lnTo>
                  <a:lnTo>
                    <a:pt x="259720" y="1225768"/>
                  </a:lnTo>
                  <a:lnTo>
                    <a:pt x="260535" y="1248337"/>
                  </a:lnTo>
                  <a:lnTo>
                    <a:pt x="261349" y="1270671"/>
                  </a:lnTo>
                  <a:lnTo>
                    <a:pt x="262164" y="1219609"/>
                  </a:lnTo>
                  <a:lnTo>
                    <a:pt x="262979" y="1253738"/>
                  </a:lnTo>
                  <a:lnTo>
                    <a:pt x="263794" y="1276509"/>
                  </a:lnTo>
                  <a:lnTo>
                    <a:pt x="264608" y="1273451"/>
                  </a:lnTo>
                  <a:lnTo>
                    <a:pt x="265423" y="1289824"/>
                  </a:lnTo>
                  <a:lnTo>
                    <a:pt x="266238" y="1266632"/>
                  </a:lnTo>
                  <a:lnTo>
                    <a:pt x="267053" y="1259957"/>
                  </a:lnTo>
                  <a:lnTo>
                    <a:pt x="267868" y="1260870"/>
                  </a:lnTo>
                  <a:lnTo>
                    <a:pt x="268682" y="1185167"/>
                  </a:lnTo>
                  <a:lnTo>
                    <a:pt x="269497" y="1128865"/>
                  </a:lnTo>
                  <a:lnTo>
                    <a:pt x="270312" y="1041254"/>
                  </a:lnTo>
                  <a:lnTo>
                    <a:pt x="271127" y="987684"/>
                  </a:lnTo>
                  <a:lnTo>
                    <a:pt x="271941" y="935856"/>
                  </a:lnTo>
                  <a:lnTo>
                    <a:pt x="272756" y="864361"/>
                  </a:lnTo>
                  <a:lnTo>
                    <a:pt x="273571" y="902474"/>
                  </a:lnTo>
                  <a:lnTo>
                    <a:pt x="274386" y="876738"/>
                  </a:lnTo>
                  <a:lnTo>
                    <a:pt x="275201" y="888908"/>
                  </a:lnTo>
                  <a:lnTo>
                    <a:pt x="276015" y="863858"/>
                  </a:lnTo>
                  <a:lnTo>
                    <a:pt x="276830" y="793036"/>
                  </a:lnTo>
                  <a:lnTo>
                    <a:pt x="277645" y="862541"/>
                  </a:lnTo>
                  <a:lnTo>
                    <a:pt x="278460" y="910985"/>
                  </a:lnTo>
                  <a:lnTo>
                    <a:pt x="279274" y="946807"/>
                  </a:lnTo>
                  <a:lnTo>
                    <a:pt x="280089" y="1013986"/>
                  </a:lnTo>
                  <a:lnTo>
                    <a:pt x="280904" y="1061379"/>
                  </a:lnTo>
                  <a:lnTo>
                    <a:pt x="281719" y="1192050"/>
                  </a:lnTo>
                  <a:lnTo>
                    <a:pt x="282534" y="1213165"/>
                  </a:lnTo>
                  <a:lnTo>
                    <a:pt x="283348" y="1151964"/>
                  </a:lnTo>
                  <a:lnTo>
                    <a:pt x="284163" y="1174718"/>
                  </a:lnTo>
                  <a:lnTo>
                    <a:pt x="284978" y="1230135"/>
                  </a:lnTo>
                  <a:lnTo>
                    <a:pt x="285793" y="1225492"/>
                  </a:lnTo>
                  <a:lnTo>
                    <a:pt x="286607" y="1184634"/>
                  </a:lnTo>
                  <a:lnTo>
                    <a:pt x="287422" y="1010467"/>
                  </a:lnTo>
                  <a:lnTo>
                    <a:pt x="288237" y="1003545"/>
                  </a:lnTo>
                  <a:lnTo>
                    <a:pt x="289052" y="935157"/>
                  </a:lnTo>
                  <a:lnTo>
                    <a:pt x="289867" y="949385"/>
                  </a:lnTo>
                  <a:lnTo>
                    <a:pt x="290681" y="893155"/>
                  </a:lnTo>
                  <a:lnTo>
                    <a:pt x="291496" y="904668"/>
                  </a:lnTo>
                  <a:lnTo>
                    <a:pt x="292311" y="998026"/>
                  </a:lnTo>
                  <a:lnTo>
                    <a:pt x="293126" y="850680"/>
                  </a:lnTo>
                  <a:lnTo>
                    <a:pt x="293940" y="838376"/>
                  </a:lnTo>
                  <a:lnTo>
                    <a:pt x="294755" y="740639"/>
                  </a:lnTo>
                  <a:lnTo>
                    <a:pt x="295570" y="706533"/>
                  </a:lnTo>
                  <a:lnTo>
                    <a:pt x="296385" y="717125"/>
                  </a:lnTo>
                  <a:lnTo>
                    <a:pt x="297200" y="668213"/>
                  </a:lnTo>
                  <a:lnTo>
                    <a:pt x="298014" y="741688"/>
                  </a:lnTo>
                  <a:lnTo>
                    <a:pt x="298829" y="801319"/>
                  </a:lnTo>
                  <a:lnTo>
                    <a:pt x="299644" y="781249"/>
                  </a:lnTo>
                  <a:lnTo>
                    <a:pt x="300459" y="826720"/>
                  </a:lnTo>
                  <a:lnTo>
                    <a:pt x="301274" y="850787"/>
                  </a:lnTo>
                  <a:lnTo>
                    <a:pt x="302088" y="926333"/>
                  </a:lnTo>
                  <a:lnTo>
                    <a:pt x="302903" y="1030655"/>
                  </a:lnTo>
                  <a:lnTo>
                    <a:pt x="303718" y="1015316"/>
                  </a:lnTo>
                  <a:lnTo>
                    <a:pt x="304533" y="1086105"/>
                  </a:lnTo>
                  <a:lnTo>
                    <a:pt x="305347" y="1069387"/>
                  </a:lnTo>
                  <a:lnTo>
                    <a:pt x="306162" y="1026882"/>
                  </a:lnTo>
                  <a:lnTo>
                    <a:pt x="306977" y="970096"/>
                  </a:lnTo>
                  <a:lnTo>
                    <a:pt x="307792" y="959292"/>
                  </a:lnTo>
                  <a:lnTo>
                    <a:pt x="308607" y="1020585"/>
                  </a:lnTo>
                  <a:lnTo>
                    <a:pt x="309421" y="936385"/>
                  </a:lnTo>
                  <a:lnTo>
                    <a:pt x="310236" y="832932"/>
                  </a:lnTo>
                  <a:lnTo>
                    <a:pt x="311051" y="850764"/>
                  </a:lnTo>
                  <a:lnTo>
                    <a:pt x="311866" y="1001814"/>
                  </a:lnTo>
                  <a:lnTo>
                    <a:pt x="312680" y="983187"/>
                  </a:lnTo>
                  <a:lnTo>
                    <a:pt x="313495" y="1037870"/>
                  </a:lnTo>
                  <a:lnTo>
                    <a:pt x="314310" y="1024960"/>
                  </a:lnTo>
                  <a:lnTo>
                    <a:pt x="315125" y="961174"/>
                  </a:lnTo>
                  <a:lnTo>
                    <a:pt x="315940" y="977628"/>
                  </a:lnTo>
                  <a:lnTo>
                    <a:pt x="316754" y="1021618"/>
                  </a:lnTo>
                  <a:lnTo>
                    <a:pt x="317569" y="890379"/>
                  </a:lnTo>
                  <a:lnTo>
                    <a:pt x="318384" y="962613"/>
                  </a:lnTo>
                  <a:lnTo>
                    <a:pt x="319199" y="967495"/>
                  </a:lnTo>
                  <a:lnTo>
                    <a:pt x="320013" y="841654"/>
                  </a:lnTo>
                  <a:lnTo>
                    <a:pt x="320828" y="908716"/>
                  </a:lnTo>
                  <a:lnTo>
                    <a:pt x="321643" y="861812"/>
                  </a:lnTo>
                  <a:lnTo>
                    <a:pt x="322458" y="848045"/>
                  </a:lnTo>
                  <a:lnTo>
                    <a:pt x="323273" y="807550"/>
                  </a:lnTo>
                  <a:lnTo>
                    <a:pt x="324087" y="807712"/>
                  </a:lnTo>
                  <a:lnTo>
                    <a:pt x="324902" y="791802"/>
                  </a:lnTo>
                  <a:lnTo>
                    <a:pt x="325717" y="864491"/>
                  </a:lnTo>
                  <a:lnTo>
                    <a:pt x="326532" y="1032725"/>
                  </a:lnTo>
                  <a:lnTo>
                    <a:pt x="327346" y="1068021"/>
                  </a:lnTo>
                  <a:lnTo>
                    <a:pt x="328161" y="1160350"/>
                  </a:lnTo>
                  <a:lnTo>
                    <a:pt x="328976" y="1098694"/>
                  </a:lnTo>
                  <a:lnTo>
                    <a:pt x="329791" y="1072515"/>
                  </a:lnTo>
                  <a:lnTo>
                    <a:pt x="330606" y="1113883"/>
                  </a:lnTo>
                  <a:lnTo>
                    <a:pt x="331420" y="1198712"/>
                  </a:lnTo>
                  <a:lnTo>
                    <a:pt x="332235" y="1139810"/>
                  </a:lnTo>
                  <a:lnTo>
                    <a:pt x="333050" y="1037132"/>
                  </a:lnTo>
                  <a:lnTo>
                    <a:pt x="333865" y="1047850"/>
                  </a:lnTo>
                  <a:lnTo>
                    <a:pt x="334679" y="1082952"/>
                  </a:lnTo>
                  <a:lnTo>
                    <a:pt x="335494" y="1115468"/>
                  </a:lnTo>
                  <a:lnTo>
                    <a:pt x="336309" y="1098345"/>
                  </a:lnTo>
                  <a:lnTo>
                    <a:pt x="337124" y="762818"/>
                  </a:lnTo>
                  <a:lnTo>
                    <a:pt x="337939" y="773438"/>
                  </a:lnTo>
                  <a:lnTo>
                    <a:pt x="338753" y="811458"/>
                  </a:lnTo>
                  <a:lnTo>
                    <a:pt x="339568" y="859333"/>
                  </a:lnTo>
                  <a:lnTo>
                    <a:pt x="340383" y="824216"/>
                  </a:lnTo>
                  <a:lnTo>
                    <a:pt x="341198" y="740984"/>
                  </a:lnTo>
                  <a:lnTo>
                    <a:pt x="342013" y="690343"/>
                  </a:lnTo>
                  <a:lnTo>
                    <a:pt x="342827" y="587135"/>
                  </a:lnTo>
                  <a:lnTo>
                    <a:pt x="343642" y="573370"/>
                  </a:lnTo>
                  <a:lnTo>
                    <a:pt x="344457" y="569708"/>
                  </a:lnTo>
                  <a:lnTo>
                    <a:pt x="345272" y="581900"/>
                  </a:lnTo>
                  <a:lnTo>
                    <a:pt x="346086" y="620909"/>
                  </a:lnTo>
                  <a:lnTo>
                    <a:pt x="346901" y="701379"/>
                  </a:lnTo>
                  <a:lnTo>
                    <a:pt x="347716" y="617042"/>
                  </a:lnTo>
                  <a:lnTo>
                    <a:pt x="348531" y="502685"/>
                  </a:lnTo>
                  <a:lnTo>
                    <a:pt x="349346" y="445307"/>
                  </a:lnTo>
                  <a:lnTo>
                    <a:pt x="350160" y="348828"/>
                  </a:lnTo>
                  <a:lnTo>
                    <a:pt x="350975" y="409234"/>
                  </a:lnTo>
                  <a:lnTo>
                    <a:pt x="351790" y="337903"/>
                  </a:lnTo>
                  <a:lnTo>
                    <a:pt x="352605" y="358824"/>
                  </a:lnTo>
                  <a:lnTo>
                    <a:pt x="353419" y="283185"/>
                  </a:lnTo>
                  <a:lnTo>
                    <a:pt x="354234" y="336627"/>
                  </a:lnTo>
                  <a:lnTo>
                    <a:pt x="355049" y="158896"/>
                  </a:lnTo>
                  <a:lnTo>
                    <a:pt x="355864" y="212653"/>
                  </a:lnTo>
                  <a:lnTo>
                    <a:pt x="356679" y="81442"/>
                  </a:lnTo>
                  <a:lnTo>
                    <a:pt x="357493" y="0"/>
                  </a:lnTo>
                  <a:lnTo>
                    <a:pt x="358308" y="52309"/>
                  </a:lnTo>
                  <a:lnTo>
                    <a:pt x="359123" y="125508"/>
                  </a:lnTo>
                  <a:lnTo>
                    <a:pt x="359938" y="206579"/>
                  </a:lnTo>
                  <a:lnTo>
                    <a:pt x="360752" y="30395"/>
                  </a:lnTo>
                  <a:lnTo>
                    <a:pt x="361567" y="130941"/>
                  </a:lnTo>
                  <a:lnTo>
                    <a:pt x="362382" y="85184"/>
                  </a:lnTo>
                  <a:lnTo>
                    <a:pt x="363197" y="130864"/>
                  </a:lnTo>
                  <a:lnTo>
                    <a:pt x="364012" y="191421"/>
                  </a:lnTo>
                  <a:lnTo>
                    <a:pt x="364826" y="238828"/>
                  </a:lnTo>
                  <a:lnTo>
                    <a:pt x="365641" y="124948"/>
                  </a:lnTo>
                  <a:lnTo>
                    <a:pt x="366456" y="130345"/>
                  </a:lnTo>
                  <a:lnTo>
                    <a:pt x="367271" y="258294"/>
                  </a:lnTo>
                  <a:lnTo>
                    <a:pt x="368085" y="206939"/>
                  </a:lnTo>
                  <a:lnTo>
                    <a:pt x="368900" y="309999"/>
                  </a:lnTo>
                  <a:lnTo>
                    <a:pt x="369715" y="404649"/>
                  </a:lnTo>
                  <a:lnTo>
                    <a:pt x="370530" y="493048"/>
                  </a:lnTo>
                  <a:lnTo>
                    <a:pt x="371345" y="502379"/>
                  </a:lnTo>
                  <a:lnTo>
                    <a:pt x="372159" y="600200"/>
                  </a:lnTo>
                  <a:lnTo>
                    <a:pt x="372974" y="610896"/>
                  </a:lnTo>
                  <a:lnTo>
                    <a:pt x="373789" y="552967"/>
                  </a:lnTo>
                  <a:lnTo>
                    <a:pt x="374604" y="581961"/>
                  </a:lnTo>
                  <a:lnTo>
                    <a:pt x="375418" y="697897"/>
                  </a:lnTo>
                  <a:lnTo>
                    <a:pt x="376233" y="729630"/>
                  </a:lnTo>
                  <a:lnTo>
                    <a:pt x="377048" y="707043"/>
                  </a:lnTo>
                  <a:lnTo>
                    <a:pt x="377863" y="558114"/>
                  </a:lnTo>
                  <a:lnTo>
                    <a:pt x="378678" y="642220"/>
                  </a:lnTo>
                  <a:lnTo>
                    <a:pt x="379492" y="644633"/>
                  </a:lnTo>
                  <a:lnTo>
                    <a:pt x="380307" y="681308"/>
                  </a:lnTo>
                  <a:lnTo>
                    <a:pt x="381122" y="640990"/>
                  </a:lnTo>
                  <a:lnTo>
                    <a:pt x="381937" y="669449"/>
                  </a:lnTo>
                  <a:lnTo>
                    <a:pt x="382752" y="637173"/>
                  </a:lnTo>
                  <a:lnTo>
                    <a:pt x="383566" y="570276"/>
                  </a:lnTo>
                  <a:lnTo>
                    <a:pt x="384381" y="609035"/>
                  </a:lnTo>
                  <a:lnTo>
                    <a:pt x="385196" y="689148"/>
                  </a:lnTo>
                  <a:lnTo>
                    <a:pt x="386011" y="776978"/>
                  </a:lnTo>
                  <a:lnTo>
                    <a:pt x="386825" y="795104"/>
                  </a:lnTo>
                  <a:lnTo>
                    <a:pt x="387640" y="801760"/>
                  </a:lnTo>
                  <a:lnTo>
                    <a:pt x="388455" y="951960"/>
                  </a:lnTo>
                  <a:lnTo>
                    <a:pt x="389270" y="833324"/>
                  </a:lnTo>
                  <a:lnTo>
                    <a:pt x="390085" y="752749"/>
                  </a:lnTo>
                  <a:lnTo>
                    <a:pt x="390899" y="856120"/>
                  </a:lnTo>
                  <a:lnTo>
                    <a:pt x="391714" y="880680"/>
                  </a:lnTo>
                  <a:lnTo>
                    <a:pt x="392529" y="850648"/>
                  </a:lnTo>
                  <a:lnTo>
                    <a:pt x="393344" y="988561"/>
                  </a:lnTo>
                  <a:lnTo>
                    <a:pt x="394158" y="1076512"/>
                  </a:lnTo>
                  <a:lnTo>
                    <a:pt x="394973" y="1093203"/>
                  </a:lnTo>
                  <a:lnTo>
                    <a:pt x="395788" y="1023345"/>
                  </a:lnTo>
                  <a:lnTo>
                    <a:pt x="396603" y="912155"/>
                  </a:lnTo>
                  <a:lnTo>
                    <a:pt x="397418" y="930030"/>
                  </a:lnTo>
                  <a:lnTo>
                    <a:pt x="398232" y="901968"/>
                  </a:lnTo>
                  <a:lnTo>
                    <a:pt x="399047" y="947976"/>
                  </a:lnTo>
                  <a:lnTo>
                    <a:pt x="399862" y="892504"/>
                  </a:lnTo>
                  <a:lnTo>
                    <a:pt x="400677" y="964864"/>
                  </a:lnTo>
                  <a:lnTo>
                    <a:pt x="401491" y="1059142"/>
                  </a:lnTo>
                  <a:lnTo>
                    <a:pt x="402306" y="1037306"/>
                  </a:lnTo>
                  <a:lnTo>
                    <a:pt x="403121" y="919642"/>
                  </a:lnTo>
                  <a:lnTo>
                    <a:pt x="403936" y="916522"/>
                  </a:lnTo>
                  <a:lnTo>
                    <a:pt x="404751" y="892791"/>
                  </a:lnTo>
                  <a:lnTo>
                    <a:pt x="405565" y="953544"/>
                  </a:lnTo>
                  <a:lnTo>
                    <a:pt x="406380" y="880759"/>
                  </a:lnTo>
                  <a:lnTo>
                    <a:pt x="407195" y="865649"/>
                  </a:lnTo>
                  <a:lnTo>
                    <a:pt x="408010" y="909434"/>
                  </a:lnTo>
                  <a:lnTo>
                    <a:pt x="408824" y="969461"/>
                  </a:lnTo>
                  <a:lnTo>
                    <a:pt x="409639" y="972702"/>
                  </a:lnTo>
                  <a:lnTo>
                    <a:pt x="410454" y="875952"/>
                  </a:lnTo>
                  <a:lnTo>
                    <a:pt x="411269" y="815307"/>
                  </a:lnTo>
                  <a:lnTo>
                    <a:pt x="412084" y="887554"/>
                  </a:lnTo>
                  <a:lnTo>
                    <a:pt x="412898" y="789592"/>
                  </a:lnTo>
                  <a:lnTo>
                    <a:pt x="413713" y="756180"/>
                  </a:lnTo>
                  <a:lnTo>
                    <a:pt x="414528" y="754783"/>
                  </a:lnTo>
                  <a:lnTo>
                    <a:pt x="415343" y="701841"/>
                  </a:lnTo>
                  <a:lnTo>
                    <a:pt x="416157" y="742908"/>
                  </a:lnTo>
                  <a:lnTo>
                    <a:pt x="416972" y="722789"/>
                  </a:lnTo>
                  <a:lnTo>
                    <a:pt x="417787" y="646106"/>
                  </a:lnTo>
                  <a:lnTo>
                    <a:pt x="418602" y="783299"/>
                  </a:lnTo>
                  <a:lnTo>
                    <a:pt x="419417" y="830838"/>
                  </a:lnTo>
                  <a:lnTo>
                    <a:pt x="420231" y="728798"/>
                  </a:lnTo>
                  <a:lnTo>
                    <a:pt x="421046" y="763186"/>
                  </a:lnTo>
                  <a:lnTo>
                    <a:pt x="421861" y="735334"/>
                  </a:lnTo>
                  <a:lnTo>
                    <a:pt x="422676" y="860373"/>
                  </a:lnTo>
                  <a:lnTo>
                    <a:pt x="423491" y="805429"/>
                  </a:lnTo>
                  <a:lnTo>
                    <a:pt x="424305" y="847973"/>
                  </a:lnTo>
                  <a:lnTo>
                    <a:pt x="425120" y="946830"/>
                  </a:lnTo>
                  <a:lnTo>
                    <a:pt x="425935" y="1073436"/>
                  </a:lnTo>
                  <a:lnTo>
                    <a:pt x="426750" y="1125060"/>
                  </a:lnTo>
                  <a:lnTo>
                    <a:pt x="427564" y="1082586"/>
                  </a:lnTo>
                  <a:lnTo>
                    <a:pt x="428379" y="1135957"/>
                  </a:lnTo>
                  <a:lnTo>
                    <a:pt x="429194" y="1136892"/>
                  </a:lnTo>
                  <a:lnTo>
                    <a:pt x="430009" y="990530"/>
                  </a:lnTo>
                  <a:lnTo>
                    <a:pt x="430824" y="1017070"/>
                  </a:lnTo>
                  <a:lnTo>
                    <a:pt x="431638" y="1036322"/>
                  </a:lnTo>
                  <a:lnTo>
                    <a:pt x="432453" y="1100590"/>
                  </a:lnTo>
                  <a:lnTo>
                    <a:pt x="433268" y="1094888"/>
                  </a:lnTo>
                  <a:lnTo>
                    <a:pt x="434083" y="1116588"/>
                  </a:lnTo>
                  <a:lnTo>
                    <a:pt x="434897" y="1009290"/>
                  </a:lnTo>
                  <a:lnTo>
                    <a:pt x="435712" y="932443"/>
                  </a:lnTo>
                  <a:lnTo>
                    <a:pt x="436527" y="899519"/>
                  </a:lnTo>
                  <a:lnTo>
                    <a:pt x="437342" y="887284"/>
                  </a:lnTo>
                  <a:lnTo>
                    <a:pt x="438157" y="921710"/>
                  </a:lnTo>
                  <a:lnTo>
                    <a:pt x="438971" y="1081693"/>
                  </a:lnTo>
                  <a:lnTo>
                    <a:pt x="439786" y="1093435"/>
                  </a:lnTo>
                  <a:lnTo>
                    <a:pt x="440601" y="1123261"/>
                  </a:lnTo>
                  <a:lnTo>
                    <a:pt x="441416" y="1087996"/>
                  </a:lnTo>
                  <a:lnTo>
                    <a:pt x="442230" y="992442"/>
                  </a:lnTo>
                  <a:lnTo>
                    <a:pt x="443045" y="926211"/>
                  </a:lnTo>
                  <a:lnTo>
                    <a:pt x="443860" y="971921"/>
                  </a:lnTo>
                  <a:lnTo>
                    <a:pt x="444675" y="1083091"/>
                  </a:lnTo>
                  <a:lnTo>
                    <a:pt x="445490" y="1067505"/>
                  </a:lnTo>
                  <a:lnTo>
                    <a:pt x="446304" y="1082787"/>
                  </a:lnTo>
                  <a:lnTo>
                    <a:pt x="447119" y="1157350"/>
                  </a:lnTo>
                  <a:lnTo>
                    <a:pt x="447934" y="1113145"/>
                  </a:lnTo>
                  <a:lnTo>
                    <a:pt x="448749" y="1174710"/>
                  </a:lnTo>
                  <a:lnTo>
                    <a:pt x="449563" y="1183550"/>
                  </a:lnTo>
                  <a:lnTo>
                    <a:pt x="450378" y="1251278"/>
                  </a:lnTo>
                  <a:lnTo>
                    <a:pt x="451193" y="1277111"/>
                  </a:lnTo>
                  <a:lnTo>
                    <a:pt x="452008" y="1160168"/>
                  </a:lnTo>
                  <a:lnTo>
                    <a:pt x="452823" y="1200314"/>
                  </a:lnTo>
                  <a:lnTo>
                    <a:pt x="453637" y="1127161"/>
                  </a:lnTo>
                  <a:lnTo>
                    <a:pt x="454452" y="1241745"/>
                  </a:lnTo>
                  <a:lnTo>
                    <a:pt x="455267" y="1273861"/>
                  </a:lnTo>
                  <a:lnTo>
                    <a:pt x="456082" y="1179111"/>
                  </a:lnTo>
                  <a:lnTo>
                    <a:pt x="456896" y="1114699"/>
                  </a:lnTo>
                  <a:lnTo>
                    <a:pt x="457711" y="1138704"/>
                  </a:lnTo>
                  <a:lnTo>
                    <a:pt x="458526" y="1154978"/>
                  </a:lnTo>
                  <a:lnTo>
                    <a:pt x="459341" y="1162150"/>
                  </a:lnTo>
                  <a:lnTo>
                    <a:pt x="460156" y="1026782"/>
                  </a:lnTo>
                  <a:lnTo>
                    <a:pt x="460970" y="1044954"/>
                  </a:lnTo>
                  <a:lnTo>
                    <a:pt x="461785" y="1077962"/>
                  </a:lnTo>
                  <a:lnTo>
                    <a:pt x="462600" y="1166185"/>
                  </a:lnTo>
                  <a:lnTo>
                    <a:pt x="463415" y="1165717"/>
                  </a:lnTo>
                  <a:lnTo>
                    <a:pt x="464230" y="1178221"/>
                  </a:lnTo>
                  <a:lnTo>
                    <a:pt x="465044" y="1193139"/>
                  </a:lnTo>
                  <a:lnTo>
                    <a:pt x="465859" y="1263070"/>
                  </a:lnTo>
                  <a:lnTo>
                    <a:pt x="466674" y="1285804"/>
                  </a:lnTo>
                  <a:lnTo>
                    <a:pt x="467489" y="1270092"/>
                  </a:lnTo>
                  <a:lnTo>
                    <a:pt x="468303" y="1241678"/>
                  </a:lnTo>
                  <a:lnTo>
                    <a:pt x="469118" y="1190482"/>
                  </a:lnTo>
                  <a:lnTo>
                    <a:pt x="469933" y="1103506"/>
                  </a:lnTo>
                  <a:lnTo>
                    <a:pt x="470748" y="1020999"/>
                  </a:lnTo>
                  <a:lnTo>
                    <a:pt x="471563" y="982542"/>
                  </a:lnTo>
                  <a:lnTo>
                    <a:pt x="472377" y="997281"/>
                  </a:lnTo>
                  <a:lnTo>
                    <a:pt x="473192" y="944643"/>
                  </a:lnTo>
                  <a:lnTo>
                    <a:pt x="474007" y="1054286"/>
                  </a:lnTo>
                  <a:lnTo>
                    <a:pt x="474822" y="1099484"/>
                  </a:lnTo>
                  <a:lnTo>
                    <a:pt x="475636" y="1189796"/>
                  </a:lnTo>
                  <a:lnTo>
                    <a:pt x="476451" y="1168400"/>
                  </a:lnTo>
                  <a:lnTo>
                    <a:pt x="477266" y="1168327"/>
                  </a:lnTo>
                  <a:lnTo>
                    <a:pt x="478081" y="1197057"/>
                  </a:lnTo>
                  <a:lnTo>
                    <a:pt x="478896" y="1188805"/>
                  </a:lnTo>
                  <a:lnTo>
                    <a:pt x="479710" y="1255531"/>
                  </a:lnTo>
                  <a:lnTo>
                    <a:pt x="480525" y="1263918"/>
                  </a:lnTo>
                  <a:lnTo>
                    <a:pt x="481340" y="1264326"/>
                  </a:lnTo>
                  <a:lnTo>
                    <a:pt x="482155" y="1239446"/>
                  </a:lnTo>
                  <a:lnTo>
                    <a:pt x="482969" y="1228149"/>
                  </a:lnTo>
                  <a:lnTo>
                    <a:pt x="483784" y="1251740"/>
                  </a:lnTo>
                  <a:lnTo>
                    <a:pt x="484599" y="1263649"/>
                  </a:lnTo>
                  <a:lnTo>
                    <a:pt x="485414" y="1255458"/>
                  </a:lnTo>
                  <a:lnTo>
                    <a:pt x="486229" y="1237486"/>
                  </a:lnTo>
                  <a:lnTo>
                    <a:pt x="487043" y="1195082"/>
                  </a:lnTo>
                  <a:lnTo>
                    <a:pt x="487858" y="1142967"/>
                  </a:lnTo>
                  <a:lnTo>
                    <a:pt x="488673" y="1176834"/>
                  </a:lnTo>
                  <a:lnTo>
                    <a:pt x="489488" y="1209653"/>
                  </a:lnTo>
                  <a:lnTo>
                    <a:pt x="490302" y="1182716"/>
                  </a:lnTo>
                  <a:lnTo>
                    <a:pt x="491117" y="1174186"/>
                  </a:lnTo>
                  <a:lnTo>
                    <a:pt x="491932" y="1144088"/>
                  </a:lnTo>
                  <a:lnTo>
                    <a:pt x="492747" y="1120156"/>
                  </a:lnTo>
                  <a:lnTo>
                    <a:pt x="493562" y="1115638"/>
                  </a:lnTo>
                  <a:lnTo>
                    <a:pt x="494376" y="1115200"/>
                  </a:lnTo>
                  <a:lnTo>
                    <a:pt x="495191" y="1077574"/>
                  </a:lnTo>
                  <a:lnTo>
                    <a:pt x="496006" y="1044708"/>
                  </a:lnTo>
                  <a:lnTo>
                    <a:pt x="496821" y="999339"/>
                  </a:lnTo>
                  <a:lnTo>
                    <a:pt x="497635" y="1050723"/>
                  </a:lnTo>
                  <a:lnTo>
                    <a:pt x="498450" y="1026481"/>
                  </a:lnTo>
                  <a:lnTo>
                    <a:pt x="499265" y="1038789"/>
                  </a:lnTo>
                  <a:lnTo>
                    <a:pt x="500080" y="1152239"/>
                  </a:lnTo>
                  <a:lnTo>
                    <a:pt x="500895" y="1140956"/>
                  </a:lnTo>
                  <a:lnTo>
                    <a:pt x="501709" y="1139901"/>
                  </a:lnTo>
                  <a:lnTo>
                    <a:pt x="502524" y="1158846"/>
                  </a:lnTo>
                  <a:lnTo>
                    <a:pt x="503339" y="1114904"/>
                  </a:lnTo>
                  <a:lnTo>
                    <a:pt x="504154" y="973622"/>
                  </a:lnTo>
                  <a:lnTo>
                    <a:pt x="504969" y="882755"/>
                  </a:lnTo>
                  <a:lnTo>
                    <a:pt x="505783" y="892141"/>
                  </a:lnTo>
                  <a:lnTo>
                    <a:pt x="506598" y="896829"/>
                  </a:lnTo>
                  <a:lnTo>
                    <a:pt x="507413" y="844130"/>
                  </a:lnTo>
                  <a:lnTo>
                    <a:pt x="508228" y="860480"/>
                  </a:lnTo>
                  <a:lnTo>
                    <a:pt x="509042" y="898519"/>
                  </a:lnTo>
                  <a:lnTo>
                    <a:pt x="509857" y="871904"/>
                  </a:lnTo>
                  <a:lnTo>
                    <a:pt x="510672" y="990838"/>
                  </a:lnTo>
                  <a:lnTo>
                    <a:pt x="511487" y="1083395"/>
                  </a:lnTo>
                  <a:lnTo>
                    <a:pt x="512302" y="1143671"/>
                  </a:lnTo>
                  <a:lnTo>
                    <a:pt x="513116" y="1197186"/>
                  </a:lnTo>
                  <a:lnTo>
                    <a:pt x="513931" y="1209073"/>
                  </a:lnTo>
                  <a:lnTo>
                    <a:pt x="514746" y="1208077"/>
                  </a:lnTo>
                  <a:lnTo>
                    <a:pt x="515561" y="1223644"/>
                  </a:lnTo>
                  <a:lnTo>
                    <a:pt x="516375" y="1249970"/>
                  </a:lnTo>
                  <a:lnTo>
                    <a:pt x="517190" y="1242998"/>
                  </a:lnTo>
                  <a:lnTo>
                    <a:pt x="518005" y="1206389"/>
                  </a:lnTo>
                  <a:lnTo>
                    <a:pt x="518820" y="1304806"/>
                  </a:lnTo>
                  <a:lnTo>
                    <a:pt x="519635" y="1347051"/>
                  </a:lnTo>
                  <a:lnTo>
                    <a:pt x="520449" y="1399107"/>
                  </a:lnTo>
                  <a:lnTo>
                    <a:pt x="521264" y="1364242"/>
                  </a:lnTo>
                  <a:lnTo>
                    <a:pt x="522079" y="1391663"/>
                  </a:lnTo>
                  <a:lnTo>
                    <a:pt x="522894" y="1382627"/>
                  </a:lnTo>
                  <a:lnTo>
                    <a:pt x="523708" y="1366823"/>
                  </a:lnTo>
                  <a:lnTo>
                    <a:pt x="524523" y="1375112"/>
                  </a:lnTo>
                  <a:lnTo>
                    <a:pt x="525338" y="1365682"/>
                  </a:lnTo>
                  <a:lnTo>
                    <a:pt x="526153" y="1338012"/>
                  </a:lnTo>
                  <a:lnTo>
                    <a:pt x="526968" y="1335652"/>
                  </a:lnTo>
                  <a:lnTo>
                    <a:pt x="527782" y="1317110"/>
                  </a:lnTo>
                  <a:lnTo>
                    <a:pt x="528597" y="1370197"/>
                  </a:lnTo>
                  <a:lnTo>
                    <a:pt x="529412" y="1386029"/>
                  </a:lnTo>
                  <a:lnTo>
                    <a:pt x="530227" y="1360637"/>
                  </a:lnTo>
                  <a:lnTo>
                    <a:pt x="531041" y="1364814"/>
                  </a:lnTo>
                  <a:lnTo>
                    <a:pt x="531856" y="1357868"/>
                  </a:lnTo>
                  <a:lnTo>
                    <a:pt x="532671" y="1340248"/>
                  </a:lnTo>
                  <a:lnTo>
                    <a:pt x="533486" y="1350428"/>
                  </a:lnTo>
                  <a:lnTo>
                    <a:pt x="534301" y="1329687"/>
                  </a:lnTo>
                  <a:lnTo>
                    <a:pt x="535115" y="1335387"/>
                  </a:lnTo>
                  <a:lnTo>
                    <a:pt x="535930" y="1301437"/>
                  </a:lnTo>
                  <a:lnTo>
                    <a:pt x="536745" y="1301381"/>
                  </a:lnTo>
                  <a:lnTo>
                    <a:pt x="537560" y="1295499"/>
                  </a:lnTo>
                  <a:lnTo>
                    <a:pt x="538375" y="1287974"/>
                  </a:lnTo>
                  <a:lnTo>
                    <a:pt x="539189" y="1272610"/>
                  </a:lnTo>
                  <a:lnTo>
                    <a:pt x="540004" y="1229284"/>
                  </a:lnTo>
                  <a:lnTo>
                    <a:pt x="540819" y="1280208"/>
                  </a:lnTo>
                  <a:lnTo>
                    <a:pt x="541634" y="1271193"/>
                  </a:lnTo>
                  <a:lnTo>
                    <a:pt x="542448" y="1270583"/>
                  </a:lnTo>
                  <a:lnTo>
                    <a:pt x="543263" y="1265778"/>
                  </a:lnTo>
                  <a:lnTo>
                    <a:pt x="544078" y="1258831"/>
                  </a:lnTo>
                  <a:lnTo>
                    <a:pt x="544893" y="1244782"/>
                  </a:lnTo>
                  <a:lnTo>
                    <a:pt x="545708" y="1229812"/>
                  </a:lnTo>
                  <a:lnTo>
                    <a:pt x="546522" y="1190348"/>
                  </a:lnTo>
                  <a:lnTo>
                    <a:pt x="547337" y="1168349"/>
                  </a:lnTo>
                  <a:lnTo>
                    <a:pt x="548152" y="1205775"/>
                  </a:lnTo>
                  <a:lnTo>
                    <a:pt x="548967" y="1143543"/>
                  </a:lnTo>
                  <a:lnTo>
                    <a:pt x="549781" y="1124024"/>
                  </a:lnTo>
                  <a:lnTo>
                    <a:pt x="550596" y="1083643"/>
                  </a:lnTo>
                  <a:lnTo>
                    <a:pt x="551411" y="1063485"/>
                  </a:lnTo>
                  <a:lnTo>
                    <a:pt x="552226" y="1033208"/>
                  </a:lnTo>
                  <a:lnTo>
                    <a:pt x="553041" y="990330"/>
                  </a:lnTo>
                  <a:lnTo>
                    <a:pt x="553855" y="1028204"/>
                  </a:lnTo>
                  <a:lnTo>
                    <a:pt x="554670" y="987701"/>
                  </a:lnTo>
                  <a:lnTo>
                    <a:pt x="555485" y="1064098"/>
                  </a:lnTo>
                  <a:lnTo>
                    <a:pt x="556300" y="1133995"/>
                  </a:lnTo>
                  <a:lnTo>
                    <a:pt x="557114" y="1205716"/>
                  </a:lnTo>
                  <a:lnTo>
                    <a:pt x="557929" y="1225912"/>
                  </a:lnTo>
                  <a:lnTo>
                    <a:pt x="558744" y="1235983"/>
                  </a:lnTo>
                  <a:lnTo>
                    <a:pt x="559559" y="1275849"/>
                  </a:lnTo>
                  <a:lnTo>
                    <a:pt x="560374" y="1255814"/>
                  </a:lnTo>
                  <a:lnTo>
                    <a:pt x="561188" y="1146268"/>
                  </a:lnTo>
                  <a:lnTo>
                    <a:pt x="562003" y="1120922"/>
                  </a:lnTo>
                  <a:lnTo>
                    <a:pt x="562818" y="1219569"/>
                  </a:lnTo>
                  <a:lnTo>
                    <a:pt x="563633" y="1261804"/>
                  </a:lnTo>
                  <a:lnTo>
                    <a:pt x="564447" y="1237505"/>
                  </a:lnTo>
                  <a:lnTo>
                    <a:pt x="565262" y="1232162"/>
                  </a:lnTo>
                  <a:lnTo>
                    <a:pt x="566077" y="1237256"/>
                  </a:lnTo>
                  <a:lnTo>
                    <a:pt x="566892" y="1233713"/>
                  </a:lnTo>
                  <a:lnTo>
                    <a:pt x="567707" y="1257942"/>
                  </a:lnTo>
                  <a:lnTo>
                    <a:pt x="568521" y="1212597"/>
                  </a:lnTo>
                  <a:lnTo>
                    <a:pt x="569336" y="1172619"/>
                  </a:lnTo>
                  <a:lnTo>
                    <a:pt x="570151" y="1254672"/>
                  </a:lnTo>
                  <a:lnTo>
                    <a:pt x="570966" y="1270726"/>
                  </a:lnTo>
                  <a:lnTo>
                    <a:pt x="571780" y="1323044"/>
                  </a:lnTo>
                  <a:lnTo>
                    <a:pt x="572595" y="1311572"/>
                  </a:lnTo>
                  <a:lnTo>
                    <a:pt x="573410" y="1340651"/>
                  </a:lnTo>
                  <a:lnTo>
                    <a:pt x="574225" y="1384878"/>
                  </a:lnTo>
                  <a:lnTo>
                    <a:pt x="575040" y="1346954"/>
                  </a:lnTo>
                  <a:lnTo>
                    <a:pt x="575854" y="1384126"/>
                  </a:lnTo>
                  <a:lnTo>
                    <a:pt x="576669" y="1357350"/>
                  </a:lnTo>
                  <a:lnTo>
                    <a:pt x="577484" y="1324173"/>
                  </a:lnTo>
                  <a:lnTo>
                    <a:pt x="578299" y="1329793"/>
                  </a:lnTo>
                  <a:lnTo>
                    <a:pt x="579114" y="1340508"/>
                  </a:lnTo>
                  <a:lnTo>
                    <a:pt x="579928" y="1349277"/>
                  </a:lnTo>
                  <a:lnTo>
                    <a:pt x="580743" y="1329967"/>
                  </a:lnTo>
                  <a:lnTo>
                    <a:pt x="581558" y="1285929"/>
                  </a:lnTo>
                  <a:lnTo>
                    <a:pt x="582373" y="1321273"/>
                  </a:lnTo>
                  <a:lnTo>
                    <a:pt x="583187" y="1368465"/>
                  </a:lnTo>
                  <a:lnTo>
                    <a:pt x="584002" y="1381048"/>
                  </a:lnTo>
                  <a:lnTo>
                    <a:pt x="584817" y="1397145"/>
                  </a:lnTo>
                  <a:lnTo>
                    <a:pt x="585632" y="1380646"/>
                  </a:lnTo>
                  <a:lnTo>
                    <a:pt x="586447" y="1409287"/>
                  </a:lnTo>
                  <a:lnTo>
                    <a:pt x="587261" y="1414319"/>
                  </a:lnTo>
                  <a:lnTo>
                    <a:pt x="588076" y="1399265"/>
                  </a:lnTo>
                  <a:lnTo>
                    <a:pt x="588891" y="1405856"/>
                  </a:lnTo>
                  <a:lnTo>
                    <a:pt x="589706" y="1389319"/>
                  </a:lnTo>
                  <a:lnTo>
                    <a:pt x="590520" y="1404586"/>
                  </a:lnTo>
                  <a:lnTo>
                    <a:pt x="591335" y="1396507"/>
                  </a:lnTo>
                  <a:lnTo>
                    <a:pt x="592150" y="1385700"/>
                  </a:lnTo>
                  <a:lnTo>
                    <a:pt x="592965" y="1381919"/>
                  </a:lnTo>
                  <a:lnTo>
                    <a:pt x="593780" y="1337211"/>
                  </a:lnTo>
                  <a:lnTo>
                    <a:pt x="594594" y="1291973"/>
                  </a:lnTo>
                  <a:lnTo>
                    <a:pt x="595409" y="1326144"/>
                  </a:lnTo>
                  <a:lnTo>
                    <a:pt x="596224" y="1370750"/>
                  </a:lnTo>
                  <a:lnTo>
                    <a:pt x="597039" y="1386525"/>
                  </a:lnTo>
                  <a:lnTo>
                    <a:pt x="597853" y="1395276"/>
                  </a:lnTo>
                  <a:lnTo>
                    <a:pt x="598668" y="1409670"/>
                  </a:lnTo>
                  <a:lnTo>
                    <a:pt x="599483" y="1411953"/>
                  </a:lnTo>
                  <a:lnTo>
                    <a:pt x="600298" y="1409395"/>
                  </a:lnTo>
                  <a:lnTo>
                    <a:pt x="601113" y="1412944"/>
                  </a:lnTo>
                  <a:lnTo>
                    <a:pt x="601927" y="1400093"/>
                  </a:lnTo>
                  <a:lnTo>
                    <a:pt x="602742" y="1417809"/>
                  </a:lnTo>
                  <a:lnTo>
                    <a:pt x="603557" y="1400116"/>
                  </a:lnTo>
                  <a:lnTo>
                    <a:pt x="604372" y="1384867"/>
                  </a:lnTo>
                  <a:lnTo>
                    <a:pt x="605186" y="1384957"/>
                  </a:lnTo>
                  <a:lnTo>
                    <a:pt x="606001" y="1357691"/>
                  </a:lnTo>
                  <a:lnTo>
                    <a:pt x="606816" y="1312778"/>
                  </a:lnTo>
                  <a:lnTo>
                    <a:pt x="607631" y="1314729"/>
                  </a:lnTo>
                  <a:lnTo>
                    <a:pt x="608446" y="1285654"/>
                  </a:lnTo>
                  <a:lnTo>
                    <a:pt x="609260" y="1303283"/>
                  </a:lnTo>
                  <a:lnTo>
                    <a:pt x="610075" y="1266838"/>
                  </a:lnTo>
                  <a:lnTo>
                    <a:pt x="610890" y="1276195"/>
                  </a:lnTo>
                  <a:lnTo>
                    <a:pt x="611705" y="1276807"/>
                  </a:lnTo>
                  <a:lnTo>
                    <a:pt x="612519" y="1289783"/>
                  </a:lnTo>
                  <a:lnTo>
                    <a:pt x="613334" y="1280131"/>
                  </a:lnTo>
                  <a:lnTo>
                    <a:pt x="614149" y="1254219"/>
                  </a:lnTo>
                  <a:lnTo>
                    <a:pt x="614964" y="1271925"/>
                  </a:lnTo>
                  <a:lnTo>
                    <a:pt x="615779" y="1220239"/>
                  </a:lnTo>
                  <a:lnTo>
                    <a:pt x="616593" y="1245361"/>
                  </a:lnTo>
                  <a:lnTo>
                    <a:pt x="617408" y="1171031"/>
                  </a:lnTo>
                  <a:lnTo>
                    <a:pt x="618223" y="1178057"/>
                  </a:lnTo>
                  <a:lnTo>
                    <a:pt x="619038" y="1237988"/>
                  </a:lnTo>
                  <a:lnTo>
                    <a:pt x="619853" y="1216359"/>
                  </a:lnTo>
                  <a:lnTo>
                    <a:pt x="620667" y="1205293"/>
                  </a:lnTo>
                  <a:lnTo>
                    <a:pt x="621482" y="1157399"/>
                  </a:lnTo>
                  <a:lnTo>
                    <a:pt x="622297" y="1141951"/>
                  </a:lnTo>
                  <a:lnTo>
                    <a:pt x="623112" y="1205639"/>
                  </a:lnTo>
                  <a:lnTo>
                    <a:pt x="623926" y="1233701"/>
                  </a:lnTo>
                  <a:lnTo>
                    <a:pt x="624741" y="1233551"/>
                  </a:lnTo>
                  <a:lnTo>
                    <a:pt x="625556" y="1234321"/>
                  </a:lnTo>
                  <a:lnTo>
                    <a:pt x="626371" y="1217065"/>
                  </a:lnTo>
                  <a:lnTo>
                    <a:pt x="627186" y="1209983"/>
                  </a:lnTo>
                  <a:lnTo>
                    <a:pt x="628000" y="1249681"/>
                  </a:lnTo>
                  <a:lnTo>
                    <a:pt x="628815" y="1216088"/>
                  </a:lnTo>
                  <a:lnTo>
                    <a:pt x="629630" y="1209049"/>
                  </a:lnTo>
                  <a:lnTo>
                    <a:pt x="630445" y="1197609"/>
                  </a:lnTo>
                  <a:lnTo>
                    <a:pt x="631259" y="1187219"/>
                  </a:lnTo>
                  <a:lnTo>
                    <a:pt x="632074" y="1184279"/>
                  </a:lnTo>
                  <a:lnTo>
                    <a:pt x="632889" y="1137474"/>
                  </a:lnTo>
                  <a:lnTo>
                    <a:pt x="633704" y="1050020"/>
                  </a:lnTo>
                  <a:lnTo>
                    <a:pt x="634519" y="1025771"/>
                  </a:lnTo>
                  <a:lnTo>
                    <a:pt x="635333" y="1112676"/>
                  </a:lnTo>
                  <a:lnTo>
                    <a:pt x="636148" y="1120658"/>
                  </a:lnTo>
                  <a:lnTo>
                    <a:pt x="636963" y="1102928"/>
                  </a:lnTo>
                  <a:lnTo>
                    <a:pt x="637778" y="1047829"/>
                  </a:lnTo>
                  <a:lnTo>
                    <a:pt x="638592" y="1007193"/>
                  </a:lnTo>
                  <a:lnTo>
                    <a:pt x="639407" y="989088"/>
                  </a:lnTo>
                  <a:lnTo>
                    <a:pt x="640222" y="940375"/>
                  </a:lnTo>
                  <a:lnTo>
                    <a:pt x="641037" y="953993"/>
                  </a:lnTo>
                  <a:lnTo>
                    <a:pt x="641852" y="1075667"/>
                  </a:lnTo>
                  <a:lnTo>
                    <a:pt x="642666" y="1129983"/>
                  </a:lnTo>
                  <a:lnTo>
                    <a:pt x="643481" y="1123723"/>
                  </a:lnTo>
                  <a:lnTo>
                    <a:pt x="644296" y="1077501"/>
                  </a:lnTo>
                  <a:lnTo>
                    <a:pt x="645111" y="1130543"/>
                  </a:lnTo>
                  <a:lnTo>
                    <a:pt x="645925" y="1144124"/>
                  </a:lnTo>
                  <a:lnTo>
                    <a:pt x="646740" y="1086676"/>
                  </a:lnTo>
                  <a:lnTo>
                    <a:pt x="647555" y="1028318"/>
                  </a:lnTo>
                  <a:lnTo>
                    <a:pt x="648370" y="1005063"/>
                  </a:lnTo>
                  <a:lnTo>
                    <a:pt x="649185" y="1025892"/>
                  </a:lnTo>
                  <a:lnTo>
                    <a:pt x="649999" y="1057563"/>
                  </a:lnTo>
                  <a:lnTo>
                    <a:pt x="650814" y="1117357"/>
                  </a:lnTo>
                  <a:lnTo>
                    <a:pt x="651629" y="1069165"/>
                  </a:lnTo>
                  <a:lnTo>
                    <a:pt x="652444" y="1189624"/>
                  </a:lnTo>
                  <a:lnTo>
                    <a:pt x="653258" y="1173403"/>
                  </a:lnTo>
                  <a:lnTo>
                    <a:pt x="654073" y="1137760"/>
                  </a:lnTo>
                  <a:lnTo>
                    <a:pt x="654888" y="1184814"/>
                  </a:lnTo>
                  <a:lnTo>
                    <a:pt x="655703" y="1234567"/>
                  </a:lnTo>
                  <a:lnTo>
                    <a:pt x="656518" y="1314812"/>
                  </a:lnTo>
                  <a:lnTo>
                    <a:pt x="657332" y="1291998"/>
                  </a:lnTo>
                  <a:lnTo>
                    <a:pt x="658147" y="1323671"/>
                  </a:lnTo>
                  <a:lnTo>
                    <a:pt x="658962" y="1311706"/>
                  </a:lnTo>
                  <a:lnTo>
                    <a:pt x="659777" y="1335562"/>
                  </a:lnTo>
                  <a:lnTo>
                    <a:pt x="660592" y="1370817"/>
                  </a:lnTo>
                  <a:lnTo>
                    <a:pt x="661406" y="1342628"/>
                  </a:lnTo>
                  <a:lnTo>
                    <a:pt x="662221" y="1365009"/>
                  </a:lnTo>
                  <a:lnTo>
                    <a:pt x="663036" y="1374158"/>
                  </a:lnTo>
                  <a:lnTo>
                    <a:pt x="663851" y="1365235"/>
                  </a:lnTo>
                  <a:lnTo>
                    <a:pt x="664665" y="1365834"/>
                  </a:lnTo>
                  <a:lnTo>
                    <a:pt x="665480" y="1329636"/>
                  </a:lnTo>
                  <a:lnTo>
                    <a:pt x="666295" y="1338775"/>
                  </a:lnTo>
                  <a:lnTo>
                    <a:pt x="667110" y="1334754"/>
                  </a:lnTo>
                  <a:lnTo>
                    <a:pt x="667925" y="1331522"/>
                  </a:lnTo>
                  <a:lnTo>
                    <a:pt x="668739" y="1318217"/>
                  </a:lnTo>
                  <a:lnTo>
                    <a:pt x="669554" y="1301730"/>
                  </a:lnTo>
                  <a:lnTo>
                    <a:pt x="670369" y="1263790"/>
                  </a:lnTo>
                  <a:lnTo>
                    <a:pt x="671184" y="1216173"/>
                  </a:lnTo>
                  <a:lnTo>
                    <a:pt x="671998" y="1186554"/>
                  </a:lnTo>
                  <a:lnTo>
                    <a:pt x="672813" y="1151208"/>
                  </a:lnTo>
                  <a:lnTo>
                    <a:pt x="673628" y="1113429"/>
                  </a:lnTo>
                  <a:lnTo>
                    <a:pt x="674443" y="1174948"/>
                  </a:lnTo>
                  <a:lnTo>
                    <a:pt x="675258" y="1231232"/>
                  </a:lnTo>
                  <a:lnTo>
                    <a:pt x="676072" y="1246832"/>
                  </a:lnTo>
                  <a:lnTo>
                    <a:pt x="676887" y="1259998"/>
                  </a:lnTo>
                  <a:lnTo>
                    <a:pt x="677702" y="1258181"/>
                  </a:lnTo>
                  <a:lnTo>
                    <a:pt x="678517" y="1271315"/>
                  </a:lnTo>
                  <a:lnTo>
                    <a:pt x="679331" y="1272740"/>
                  </a:lnTo>
                  <a:lnTo>
                    <a:pt x="680146" y="1286332"/>
                  </a:lnTo>
                  <a:lnTo>
                    <a:pt x="680961" y="1162571"/>
                  </a:lnTo>
                  <a:lnTo>
                    <a:pt x="681776" y="1155449"/>
                  </a:lnTo>
                  <a:lnTo>
                    <a:pt x="682591" y="1158197"/>
                  </a:lnTo>
                  <a:lnTo>
                    <a:pt x="683405" y="1153409"/>
                  </a:lnTo>
                  <a:lnTo>
                    <a:pt x="684220" y="1093979"/>
                  </a:lnTo>
                  <a:lnTo>
                    <a:pt x="685035" y="948748"/>
                  </a:lnTo>
                  <a:lnTo>
                    <a:pt x="685850" y="971041"/>
                  </a:lnTo>
                  <a:lnTo>
                    <a:pt x="686664" y="1021874"/>
                  </a:lnTo>
                  <a:lnTo>
                    <a:pt x="687479" y="995463"/>
                  </a:lnTo>
                  <a:lnTo>
                    <a:pt x="688294" y="1075713"/>
                  </a:lnTo>
                  <a:lnTo>
                    <a:pt x="689109" y="1137000"/>
                  </a:lnTo>
                  <a:lnTo>
                    <a:pt x="689924" y="1178882"/>
                  </a:lnTo>
                  <a:lnTo>
                    <a:pt x="690738" y="1264549"/>
                  </a:lnTo>
                  <a:lnTo>
                    <a:pt x="691553" y="1228116"/>
                  </a:lnTo>
                  <a:lnTo>
                    <a:pt x="692368" y="1237984"/>
                  </a:lnTo>
                  <a:lnTo>
                    <a:pt x="693183" y="1221534"/>
                  </a:lnTo>
                  <a:lnTo>
                    <a:pt x="693997" y="1249272"/>
                  </a:lnTo>
                  <a:lnTo>
                    <a:pt x="694812" y="1325025"/>
                  </a:lnTo>
                  <a:lnTo>
                    <a:pt x="695627" y="1269563"/>
                  </a:lnTo>
                  <a:lnTo>
                    <a:pt x="696442" y="1280657"/>
                  </a:lnTo>
                  <a:lnTo>
                    <a:pt x="697257" y="1278850"/>
                  </a:lnTo>
                  <a:lnTo>
                    <a:pt x="698071" y="1215436"/>
                  </a:lnTo>
                  <a:lnTo>
                    <a:pt x="698886" y="1201975"/>
                  </a:lnTo>
                  <a:lnTo>
                    <a:pt x="699701" y="1201038"/>
                  </a:lnTo>
                  <a:lnTo>
                    <a:pt x="700516" y="1208129"/>
                  </a:lnTo>
                  <a:lnTo>
                    <a:pt x="701331" y="1250606"/>
                  </a:lnTo>
                  <a:lnTo>
                    <a:pt x="702145" y="1240556"/>
                  </a:lnTo>
                  <a:lnTo>
                    <a:pt x="702960" y="1224884"/>
                  </a:lnTo>
                  <a:lnTo>
                    <a:pt x="703775" y="1239902"/>
                  </a:lnTo>
                  <a:lnTo>
                    <a:pt x="704590" y="1224492"/>
                  </a:lnTo>
                  <a:lnTo>
                    <a:pt x="705404" y="1225337"/>
                  </a:lnTo>
                  <a:lnTo>
                    <a:pt x="706219" y="1177681"/>
                  </a:lnTo>
                  <a:lnTo>
                    <a:pt x="707034" y="1160740"/>
                  </a:lnTo>
                  <a:lnTo>
                    <a:pt x="707849" y="1245909"/>
                  </a:lnTo>
                  <a:lnTo>
                    <a:pt x="708664" y="1269137"/>
                  </a:lnTo>
                  <a:lnTo>
                    <a:pt x="709478" y="1251426"/>
                  </a:lnTo>
                  <a:lnTo>
                    <a:pt x="710293" y="1269212"/>
                  </a:lnTo>
                  <a:lnTo>
                    <a:pt x="711108" y="1284153"/>
                  </a:lnTo>
                  <a:lnTo>
                    <a:pt x="711923" y="1316103"/>
                  </a:lnTo>
                  <a:lnTo>
                    <a:pt x="712737" y="1280031"/>
                  </a:lnTo>
                  <a:lnTo>
                    <a:pt x="713552" y="1232296"/>
                  </a:lnTo>
                  <a:lnTo>
                    <a:pt x="714367" y="1274280"/>
                  </a:lnTo>
                  <a:lnTo>
                    <a:pt x="715182" y="1320252"/>
                  </a:lnTo>
                  <a:lnTo>
                    <a:pt x="715997" y="1302818"/>
                  </a:lnTo>
                  <a:lnTo>
                    <a:pt x="716811" y="1292544"/>
                  </a:lnTo>
                  <a:lnTo>
                    <a:pt x="717626" y="1279597"/>
                  </a:lnTo>
                  <a:lnTo>
                    <a:pt x="718441" y="1251647"/>
                  </a:lnTo>
                  <a:lnTo>
                    <a:pt x="719256" y="1249250"/>
                  </a:lnTo>
                  <a:lnTo>
                    <a:pt x="720070" y="1204256"/>
                  </a:lnTo>
                  <a:lnTo>
                    <a:pt x="720885" y="1173017"/>
                  </a:lnTo>
                  <a:lnTo>
                    <a:pt x="721700" y="1066229"/>
                  </a:lnTo>
                  <a:lnTo>
                    <a:pt x="722515" y="1028709"/>
                  </a:lnTo>
                  <a:lnTo>
                    <a:pt x="723330" y="1043515"/>
                  </a:lnTo>
                  <a:lnTo>
                    <a:pt x="724144" y="1122408"/>
                  </a:lnTo>
                  <a:lnTo>
                    <a:pt x="724959" y="1103766"/>
                  </a:lnTo>
                  <a:lnTo>
                    <a:pt x="725774" y="1037447"/>
                  </a:lnTo>
                  <a:lnTo>
                    <a:pt x="726589" y="1077458"/>
                  </a:lnTo>
                  <a:lnTo>
                    <a:pt x="727403" y="1131558"/>
                  </a:lnTo>
                  <a:lnTo>
                    <a:pt x="728218" y="1173421"/>
                  </a:lnTo>
                  <a:lnTo>
                    <a:pt x="729033" y="1159990"/>
                  </a:lnTo>
                  <a:lnTo>
                    <a:pt x="729848" y="1173288"/>
                  </a:lnTo>
                  <a:lnTo>
                    <a:pt x="730663" y="1201638"/>
                  </a:lnTo>
                  <a:lnTo>
                    <a:pt x="731477" y="1224922"/>
                  </a:lnTo>
                  <a:lnTo>
                    <a:pt x="732292" y="1216003"/>
                  </a:lnTo>
                  <a:lnTo>
                    <a:pt x="733107" y="1214510"/>
                  </a:lnTo>
                  <a:lnTo>
                    <a:pt x="733922" y="1221284"/>
                  </a:lnTo>
                  <a:lnTo>
                    <a:pt x="734736" y="1247232"/>
                  </a:lnTo>
                  <a:lnTo>
                    <a:pt x="735551" y="1239105"/>
                  </a:lnTo>
                  <a:lnTo>
                    <a:pt x="736366" y="1209292"/>
                  </a:lnTo>
                  <a:lnTo>
                    <a:pt x="737181" y="1202059"/>
                  </a:lnTo>
                  <a:lnTo>
                    <a:pt x="737996" y="1194809"/>
                  </a:lnTo>
                  <a:lnTo>
                    <a:pt x="738810" y="1206326"/>
                  </a:lnTo>
                  <a:lnTo>
                    <a:pt x="739625" y="1105293"/>
                  </a:lnTo>
                  <a:lnTo>
                    <a:pt x="740440" y="1011464"/>
                  </a:lnTo>
                  <a:lnTo>
                    <a:pt x="741255" y="1058381"/>
                  </a:lnTo>
                  <a:lnTo>
                    <a:pt x="742070" y="1078320"/>
                  </a:lnTo>
                  <a:lnTo>
                    <a:pt x="742884" y="1036025"/>
                  </a:lnTo>
                  <a:lnTo>
                    <a:pt x="743699" y="999046"/>
                  </a:lnTo>
                  <a:lnTo>
                    <a:pt x="744514" y="1022840"/>
                  </a:lnTo>
                  <a:lnTo>
                    <a:pt x="745329" y="1015086"/>
                  </a:lnTo>
                  <a:lnTo>
                    <a:pt x="746143" y="1145544"/>
                  </a:lnTo>
                  <a:lnTo>
                    <a:pt x="746958" y="1120329"/>
                  </a:lnTo>
                  <a:lnTo>
                    <a:pt x="747773" y="1107933"/>
                  </a:lnTo>
                  <a:lnTo>
                    <a:pt x="748588" y="1185839"/>
                  </a:lnTo>
                  <a:lnTo>
                    <a:pt x="749403" y="1243503"/>
                  </a:lnTo>
                  <a:lnTo>
                    <a:pt x="750217" y="1298354"/>
                  </a:lnTo>
                  <a:lnTo>
                    <a:pt x="751032" y="1303809"/>
                  </a:lnTo>
                  <a:lnTo>
                    <a:pt x="751847" y="1308770"/>
                  </a:lnTo>
                  <a:lnTo>
                    <a:pt x="752662" y="1325550"/>
                  </a:lnTo>
                  <a:lnTo>
                    <a:pt x="753476" y="1293361"/>
                  </a:lnTo>
                  <a:lnTo>
                    <a:pt x="754291" y="1271419"/>
                  </a:lnTo>
                  <a:lnTo>
                    <a:pt x="755106" y="1213869"/>
                  </a:lnTo>
                  <a:lnTo>
                    <a:pt x="755921" y="1153946"/>
                  </a:lnTo>
                  <a:lnTo>
                    <a:pt x="756736" y="1217520"/>
                  </a:lnTo>
                  <a:lnTo>
                    <a:pt x="757550" y="1224893"/>
                  </a:lnTo>
                  <a:lnTo>
                    <a:pt x="758365" y="1226249"/>
                  </a:lnTo>
                  <a:lnTo>
                    <a:pt x="759180" y="1260314"/>
                  </a:lnTo>
                  <a:lnTo>
                    <a:pt x="759995" y="1296760"/>
                  </a:lnTo>
                  <a:lnTo>
                    <a:pt x="760809" y="1303623"/>
                  </a:lnTo>
                  <a:lnTo>
                    <a:pt x="761624" y="1269947"/>
                  </a:lnTo>
                  <a:lnTo>
                    <a:pt x="762439" y="1208036"/>
                  </a:lnTo>
                  <a:lnTo>
                    <a:pt x="763254" y="1165461"/>
                  </a:lnTo>
                  <a:lnTo>
                    <a:pt x="764069" y="1195856"/>
                  </a:lnTo>
                  <a:lnTo>
                    <a:pt x="764883" y="1159177"/>
                  </a:lnTo>
                  <a:lnTo>
                    <a:pt x="765698" y="1185784"/>
                  </a:lnTo>
                  <a:lnTo>
                    <a:pt x="766513" y="1084847"/>
                  </a:lnTo>
                  <a:lnTo>
                    <a:pt x="767328" y="1088102"/>
                  </a:lnTo>
                  <a:lnTo>
                    <a:pt x="768142" y="1051706"/>
                  </a:lnTo>
                  <a:lnTo>
                    <a:pt x="768957" y="1031862"/>
                  </a:lnTo>
                  <a:lnTo>
                    <a:pt x="769772" y="1058672"/>
                  </a:lnTo>
                  <a:lnTo>
                    <a:pt x="770587" y="1146551"/>
                  </a:lnTo>
                  <a:lnTo>
                    <a:pt x="771402" y="1196455"/>
                  </a:lnTo>
                  <a:lnTo>
                    <a:pt x="772216" y="1246595"/>
                  </a:lnTo>
                  <a:lnTo>
                    <a:pt x="773031" y="1288606"/>
                  </a:lnTo>
                  <a:lnTo>
                    <a:pt x="773846" y="1300419"/>
                  </a:lnTo>
                  <a:lnTo>
                    <a:pt x="774661" y="1303438"/>
                  </a:lnTo>
                  <a:lnTo>
                    <a:pt x="775475" y="1309491"/>
                  </a:lnTo>
                  <a:lnTo>
                    <a:pt x="776290" y="1329622"/>
                  </a:lnTo>
                  <a:lnTo>
                    <a:pt x="777105" y="1357412"/>
                  </a:lnTo>
                  <a:lnTo>
                    <a:pt x="777920" y="1349171"/>
                  </a:lnTo>
                  <a:lnTo>
                    <a:pt x="778735" y="1330581"/>
                  </a:lnTo>
                  <a:lnTo>
                    <a:pt x="779549" y="1333739"/>
                  </a:lnTo>
                  <a:lnTo>
                    <a:pt x="780364" y="1355278"/>
                  </a:lnTo>
                  <a:lnTo>
                    <a:pt x="781179" y="1345994"/>
                  </a:lnTo>
                  <a:lnTo>
                    <a:pt x="781994" y="1341696"/>
                  </a:lnTo>
                  <a:lnTo>
                    <a:pt x="782809" y="1341751"/>
                  </a:lnTo>
                  <a:lnTo>
                    <a:pt x="783623" y="1321065"/>
                  </a:lnTo>
                  <a:lnTo>
                    <a:pt x="784438" y="1338216"/>
                  </a:lnTo>
                  <a:lnTo>
                    <a:pt x="785253" y="1320744"/>
                  </a:lnTo>
                  <a:lnTo>
                    <a:pt x="786068" y="1328991"/>
                  </a:lnTo>
                  <a:lnTo>
                    <a:pt x="786882" y="1294040"/>
                  </a:lnTo>
                  <a:lnTo>
                    <a:pt x="787697" y="1289332"/>
                  </a:lnTo>
                  <a:lnTo>
                    <a:pt x="788512" y="1308392"/>
                  </a:lnTo>
                  <a:lnTo>
                    <a:pt x="789327" y="1281943"/>
                  </a:lnTo>
                  <a:lnTo>
                    <a:pt x="790142" y="1183319"/>
                  </a:lnTo>
                  <a:lnTo>
                    <a:pt x="790956" y="1149933"/>
                  </a:lnTo>
                  <a:lnTo>
                    <a:pt x="791771" y="1139413"/>
                  </a:lnTo>
                  <a:lnTo>
                    <a:pt x="792586" y="1180677"/>
                  </a:lnTo>
                  <a:lnTo>
                    <a:pt x="793401" y="1156336"/>
                  </a:lnTo>
                  <a:lnTo>
                    <a:pt x="794215" y="1258298"/>
                  </a:lnTo>
                  <a:lnTo>
                    <a:pt x="795030" y="1265702"/>
                  </a:lnTo>
                  <a:lnTo>
                    <a:pt x="795845" y="1292543"/>
                  </a:lnTo>
                  <a:lnTo>
                    <a:pt x="796660" y="1284475"/>
                  </a:lnTo>
                  <a:lnTo>
                    <a:pt x="797475" y="1293108"/>
                  </a:lnTo>
                  <a:lnTo>
                    <a:pt x="798289" y="1308481"/>
                  </a:lnTo>
                  <a:lnTo>
                    <a:pt x="799104" y="1315927"/>
                  </a:lnTo>
                  <a:lnTo>
                    <a:pt x="799919" y="1251030"/>
                  </a:lnTo>
                  <a:lnTo>
                    <a:pt x="800734" y="1187230"/>
                  </a:lnTo>
                  <a:lnTo>
                    <a:pt x="801548" y="1248712"/>
                  </a:lnTo>
                  <a:lnTo>
                    <a:pt x="802363" y="1215632"/>
                  </a:lnTo>
                  <a:lnTo>
                    <a:pt x="803178" y="1183766"/>
                  </a:lnTo>
                  <a:lnTo>
                    <a:pt x="803993" y="1174843"/>
                  </a:lnTo>
                  <a:lnTo>
                    <a:pt x="804808" y="1231905"/>
                  </a:lnTo>
                  <a:lnTo>
                    <a:pt x="805622" y="1222536"/>
                  </a:lnTo>
                  <a:lnTo>
                    <a:pt x="806437" y="1208441"/>
                  </a:lnTo>
                  <a:lnTo>
                    <a:pt x="807252" y="1222100"/>
                  </a:lnTo>
                  <a:lnTo>
                    <a:pt x="808067" y="1177621"/>
                  </a:lnTo>
                  <a:lnTo>
                    <a:pt x="808881" y="1159156"/>
                  </a:lnTo>
                  <a:lnTo>
                    <a:pt x="809696" y="1243993"/>
                  </a:lnTo>
                  <a:lnTo>
                    <a:pt x="810511" y="1253779"/>
                  </a:lnTo>
                  <a:lnTo>
                    <a:pt x="811326" y="1279849"/>
                  </a:lnTo>
                  <a:lnTo>
                    <a:pt x="812141" y="1271316"/>
                  </a:lnTo>
                  <a:lnTo>
                    <a:pt x="812955" y="1247363"/>
                  </a:lnTo>
                  <a:lnTo>
                    <a:pt x="813770" y="1235473"/>
                  </a:lnTo>
                  <a:lnTo>
                    <a:pt x="814585" y="1201021"/>
                  </a:lnTo>
                  <a:lnTo>
                    <a:pt x="815400" y="1175911"/>
                  </a:lnTo>
                  <a:lnTo>
                    <a:pt x="816214" y="1130337"/>
                  </a:lnTo>
                  <a:lnTo>
                    <a:pt x="817029" y="1057228"/>
                  </a:lnTo>
                  <a:lnTo>
                    <a:pt x="817844" y="939628"/>
                  </a:lnTo>
                  <a:lnTo>
                    <a:pt x="818659" y="938658"/>
                  </a:lnTo>
                  <a:lnTo>
                    <a:pt x="819474" y="867914"/>
                  </a:lnTo>
                  <a:lnTo>
                    <a:pt x="820288" y="872360"/>
                  </a:lnTo>
                  <a:lnTo>
                    <a:pt x="821103" y="831267"/>
                  </a:lnTo>
                  <a:lnTo>
                    <a:pt x="821918" y="935754"/>
                  </a:lnTo>
                  <a:lnTo>
                    <a:pt x="822733" y="978884"/>
                  </a:lnTo>
                  <a:lnTo>
                    <a:pt x="823548" y="1090036"/>
                  </a:lnTo>
                  <a:lnTo>
                    <a:pt x="824362" y="1186451"/>
                  </a:lnTo>
                  <a:lnTo>
                    <a:pt x="825177" y="1123077"/>
                  </a:lnTo>
                  <a:lnTo>
                    <a:pt x="825992" y="1106304"/>
                  </a:lnTo>
                  <a:lnTo>
                    <a:pt x="826807" y="1064963"/>
                  </a:lnTo>
                  <a:lnTo>
                    <a:pt x="827621" y="1030688"/>
                  </a:lnTo>
                  <a:lnTo>
                    <a:pt x="828436" y="1042694"/>
                  </a:lnTo>
                  <a:lnTo>
                    <a:pt x="829251" y="1066725"/>
                  </a:lnTo>
                  <a:lnTo>
                    <a:pt x="830066" y="1154605"/>
                  </a:lnTo>
                  <a:lnTo>
                    <a:pt x="830881" y="1207524"/>
                  </a:lnTo>
                  <a:lnTo>
                    <a:pt x="831695" y="1241747"/>
                  </a:lnTo>
                  <a:lnTo>
                    <a:pt x="832510" y="1251079"/>
                  </a:lnTo>
                  <a:lnTo>
                    <a:pt x="833325" y="1267237"/>
                  </a:lnTo>
                  <a:lnTo>
                    <a:pt x="834140" y="1315821"/>
                  </a:lnTo>
                  <a:lnTo>
                    <a:pt x="834954" y="1309269"/>
                  </a:lnTo>
                  <a:lnTo>
                    <a:pt x="835769" y="1320600"/>
                  </a:lnTo>
                  <a:lnTo>
                    <a:pt x="836584" y="1323816"/>
                  </a:lnTo>
                  <a:lnTo>
                    <a:pt x="837399" y="1301686"/>
                  </a:lnTo>
                  <a:lnTo>
                    <a:pt x="838214" y="1298563"/>
                  </a:lnTo>
                  <a:lnTo>
                    <a:pt x="839028" y="1300748"/>
                  </a:lnTo>
                  <a:lnTo>
                    <a:pt x="839843" y="1292064"/>
                  </a:lnTo>
                  <a:lnTo>
                    <a:pt x="840658" y="1264197"/>
                  </a:lnTo>
                  <a:lnTo>
                    <a:pt x="841473" y="1208185"/>
                  </a:lnTo>
                  <a:lnTo>
                    <a:pt x="842287" y="1243775"/>
                  </a:lnTo>
                  <a:lnTo>
                    <a:pt x="843102" y="1247066"/>
                  </a:lnTo>
                  <a:lnTo>
                    <a:pt x="843917" y="1241247"/>
                  </a:lnTo>
                  <a:lnTo>
                    <a:pt x="844732" y="1242283"/>
                  </a:lnTo>
                  <a:lnTo>
                    <a:pt x="845547" y="1240654"/>
                  </a:lnTo>
                  <a:lnTo>
                    <a:pt x="846361" y="1254111"/>
                  </a:lnTo>
                  <a:lnTo>
                    <a:pt x="847176" y="1224431"/>
                  </a:lnTo>
                  <a:lnTo>
                    <a:pt x="847991" y="1261584"/>
                  </a:lnTo>
                  <a:lnTo>
                    <a:pt x="848806" y="1263613"/>
                  </a:lnTo>
                  <a:lnTo>
                    <a:pt x="849620" y="1286604"/>
                  </a:lnTo>
                  <a:lnTo>
                    <a:pt x="850435" y="1298024"/>
                  </a:lnTo>
                  <a:lnTo>
                    <a:pt x="851250" y="1298192"/>
                  </a:lnTo>
                  <a:lnTo>
                    <a:pt x="852065" y="1312508"/>
                  </a:lnTo>
                  <a:lnTo>
                    <a:pt x="852880" y="1335173"/>
                  </a:lnTo>
                  <a:lnTo>
                    <a:pt x="853694" y="1365778"/>
                  </a:lnTo>
                  <a:lnTo>
                    <a:pt x="854509" y="1370947"/>
                  </a:lnTo>
                  <a:lnTo>
                    <a:pt x="855324" y="1361910"/>
                  </a:lnTo>
                  <a:lnTo>
                    <a:pt x="856139" y="1374081"/>
                  </a:lnTo>
                  <a:lnTo>
                    <a:pt x="856954" y="1351367"/>
                  </a:lnTo>
                  <a:lnTo>
                    <a:pt x="857768" y="1345597"/>
                  </a:lnTo>
                  <a:lnTo>
                    <a:pt x="858583" y="1306902"/>
                  </a:lnTo>
                  <a:lnTo>
                    <a:pt x="859398" y="1275410"/>
                  </a:lnTo>
                  <a:lnTo>
                    <a:pt x="860213" y="1273051"/>
                  </a:lnTo>
                  <a:lnTo>
                    <a:pt x="861027" y="1275559"/>
                  </a:lnTo>
                  <a:lnTo>
                    <a:pt x="861842" y="1259849"/>
                  </a:lnTo>
                  <a:lnTo>
                    <a:pt x="862657" y="1274995"/>
                  </a:lnTo>
                  <a:lnTo>
                    <a:pt x="863472" y="1308365"/>
                  </a:lnTo>
                  <a:lnTo>
                    <a:pt x="864287" y="1259775"/>
                  </a:lnTo>
                  <a:lnTo>
                    <a:pt x="865101" y="1250018"/>
                  </a:lnTo>
                  <a:lnTo>
                    <a:pt x="865916" y="1215480"/>
                  </a:lnTo>
                  <a:lnTo>
                    <a:pt x="866731" y="1176325"/>
                  </a:lnTo>
                  <a:lnTo>
                    <a:pt x="867546" y="1151461"/>
                  </a:lnTo>
                  <a:lnTo>
                    <a:pt x="868360" y="1189101"/>
                  </a:lnTo>
                  <a:lnTo>
                    <a:pt x="869175" y="1193601"/>
                  </a:lnTo>
                  <a:lnTo>
                    <a:pt x="869990" y="1196894"/>
                  </a:lnTo>
                  <a:lnTo>
                    <a:pt x="870805" y="1189313"/>
                  </a:lnTo>
                  <a:lnTo>
                    <a:pt x="871620" y="1209983"/>
                  </a:lnTo>
                  <a:lnTo>
                    <a:pt x="872434" y="1203816"/>
                  </a:lnTo>
                  <a:lnTo>
                    <a:pt x="873249" y="1170304"/>
                  </a:lnTo>
                  <a:lnTo>
                    <a:pt x="874064" y="1205678"/>
                  </a:lnTo>
                  <a:lnTo>
                    <a:pt x="874879" y="1235384"/>
                  </a:lnTo>
                  <a:lnTo>
                    <a:pt x="875693" y="1245344"/>
                  </a:lnTo>
                  <a:lnTo>
                    <a:pt x="876508" y="1287802"/>
                  </a:lnTo>
                  <a:lnTo>
                    <a:pt x="877323" y="1291783"/>
                  </a:lnTo>
                  <a:lnTo>
                    <a:pt x="878138" y="1324098"/>
                  </a:lnTo>
                  <a:lnTo>
                    <a:pt x="878953" y="1336711"/>
                  </a:lnTo>
                  <a:lnTo>
                    <a:pt x="879767" y="1312380"/>
                  </a:lnTo>
                  <a:lnTo>
                    <a:pt x="880582" y="1281274"/>
                  </a:lnTo>
                  <a:lnTo>
                    <a:pt x="881397" y="1228652"/>
                  </a:lnTo>
                  <a:lnTo>
                    <a:pt x="882212" y="1208112"/>
                  </a:lnTo>
                  <a:lnTo>
                    <a:pt x="883026" y="1272365"/>
                  </a:lnTo>
                  <a:lnTo>
                    <a:pt x="883841" y="1276976"/>
                  </a:lnTo>
                  <a:lnTo>
                    <a:pt x="884656" y="1247906"/>
                  </a:lnTo>
                  <a:lnTo>
                    <a:pt x="885471" y="1184915"/>
                  </a:lnTo>
                  <a:lnTo>
                    <a:pt x="886286" y="1170369"/>
                  </a:lnTo>
                  <a:lnTo>
                    <a:pt x="887100" y="1157278"/>
                  </a:lnTo>
                  <a:lnTo>
                    <a:pt x="887915" y="1127373"/>
                  </a:lnTo>
                  <a:lnTo>
                    <a:pt x="888730" y="1040534"/>
                  </a:lnTo>
                  <a:lnTo>
                    <a:pt x="889545" y="1043900"/>
                  </a:lnTo>
                  <a:lnTo>
                    <a:pt x="890359" y="1043194"/>
                  </a:lnTo>
                  <a:lnTo>
                    <a:pt x="891174" y="1090775"/>
                  </a:lnTo>
                  <a:lnTo>
                    <a:pt x="891989" y="1219316"/>
                  </a:lnTo>
                  <a:lnTo>
                    <a:pt x="892804" y="1204327"/>
                  </a:lnTo>
                  <a:lnTo>
                    <a:pt x="893619" y="1182618"/>
                  </a:lnTo>
                  <a:lnTo>
                    <a:pt x="894433" y="1130303"/>
                  </a:lnTo>
                  <a:lnTo>
                    <a:pt x="895248" y="1162313"/>
                  </a:lnTo>
                  <a:lnTo>
                    <a:pt x="896063" y="1182347"/>
                  </a:lnTo>
                  <a:lnTo>
                    <a:pt x="896878" y="1180319"/>
                  </a:lnTo>
                  <a:lnTo>
                    <a:pt x="897693" y="1132915"/>
                  </a:lnTo>
                  <a:lnTo>
                    <a:pt x="898507" y="1097017"/>
                  </a:lnTo>
                  <a:lnTo>
                    <a:pt x="899322" y="1017737"/>
                  </a:lnTo>
                  <a:lnTo>
                    <a:pt x="900137" y="964173"/>
                  </a:lnTo>
                  <a:lnTo>
                    <a:pt x="900952" y="947187"/>
                  </a:lnTo>
                  <a:lnTo>
                    <a:pt x="901766" y="845335"/>
                  </a:lnTo>
                  <a:lnTo>
                    <a:pt x="902581" y="803406"/>
                  </a:lnTo>
                  <a:lnTo>
                    <a:pt x="903396" y="784514"/>
                  </a:lnTo>
                  <a:lnTo>
                    <a:pt x="904211" y="808103"/>
                  </a:lnTo>
                  <a:lnTo>
                    <a:pt x="905026" y="801664"/>
                  </a:lnTo>
                  <a:lnTo>
                    <a:pt x="905840" y="820727"/>
                  </a:lnTo>
                  <a:lnTo>
                    <a:pt x="906655" y="893512"/>
                  </a:lnTo>
                  <a:lnTo>
                    <a:pt x="907470" y="917252"/>
                  </a:lnTo>
                  <a:lnTo>
                    <a:pt x="908285" y="875660"/>
                  </a:lnTo>
                  <a:lnTo>
                    <a:pt x="909099" y="832688"/>
                  </a:lnTo>
                  <a:lnTo>
                    <a:pt x="909914" y="864313"/>
                  </a:lnTo>
                  <a:lnTo>
                    <a:pt x="910729" y="900296"/>
                  </a:lnTo>
                  <a:lnTo>
                    <a:pt x="911544" y="914152"/>
                  </a:lnTo>
                  <a:lnTo>
                    <a:pt x="912359" y="958567"/>
                  </a:lnTo>
                  <a:lnTo>
                    <a:pt x="913173" y="1013589"/>
                  </a:lnTo>
                  <a:lnTo>
                    <a:pt x="913988" y="1072589"/>
                  </a:lnTo>
                  <a:lnTo>
                    <a:pt x="914803" y="1119962"/>
                  </a:lnTo>
                  <a:lnTo>
                    <a:pt x="915618" y="1160332"/>
                  </a:lnTo>
                  <a:lnTo>
                    <a:pt x="916432" y="1174807"/>
                  </a:lnTo>
                  <a:lnTo>
                    <a:pt x="917247" y="1166374"/>
                  </a:lnTo>
                  <a:lnTo>
                    <a:pt x="918062" y="1036905"/>
                  </a:lnTo>
                  <a:lnTo>
                    <a:pt x="918877" y="1002079"/>
                  </a:lnTo>
                  <a:lnTo>
                    <a:pt x="919692" y="1058521"/>
                  </a:lnTo>
                  <a:lnTo>
                    <a:pt x="920506" y="1000981"/>
                  </a:lnTo>
                  <a:lnTo>
                    <a:pt x="921321" y="1026119"/>
                  </a:lnTo>
                  <a:lnTo>
                    <a:pt x="922136" y="1020758"/>
                  </a:lnTo>
                  <a:lnTo>
                    <a:pt x="922951" y="1096917"/>
                  </a:lnTo>
                  <a:lnTo>
                    <a:pt x="923765" y="1112775"/>
                  </a:lnTo>
                  <a:lnTo>
                    <a:pt x="924580" y="1076799"/>
                  </a:lnTo>
                  <a:lnTo>
                    <a:pt x="925395" y="1020590"/>
                  </a:lnTo>
                  <a:lnTo>
                    <a:pt x="926210" y="1047973"/>
                  </a:lnTo>
                  <a:lnTo>
                    <a:pt x="927025" y="1139585"/>
                  </a:lnTo>
                  <a:lnTo>
                    <a:pt x="927839" y="1151129"/>
                  </a:lnTo>
                  <a:lnTo>
                    <a:pt x="928654" y="1156287"/>
                  </a:lnTo>
                  <a:lnTo>
                    <a:pt x="929469" y="1142047"/>
                  </a:lnTo>
                  <a:lnTo>
                    <a:pt x="930284" y="1147718"/>
                  </a:lnTo>
                  <a:lnTo>
                    <a:pt x="931098" y="1150400"/>
                  </a:lnTo>
                  <a:lnTo>
                    <a:pt x="931913" y="1030234"/>
                  </a:lnTo>
                  <a:lnTo>
                    <a:pt x="932728" y="955883"/>
                  </a:lnTo>
                  <a:lnTo>
                    <a:pt x="933543" y="964617"/>
                  </a:lnTo>
                  <a:lnTo>
                    <a:pt x="934358" y="1127845"/>
                  </a:lnTo>
                  <a:lnTo>
                    <a:pt x="935172" y="1131645"/>
                  </a:lnTo>
                  <a:lnTo>
                    <a:pt x="935987" y="987309"/>
                  </a:lnTo>
                  <a:lnTo>
                    <a:pt x="936802" y="969672"/>
                  </a:lnTo>
                  <a:lnTo>
                    <a:pt x="937617" y="1038750"/>
                  </a:lnTo>
                  <a:lnTo>
                    <a:pt x="938432" y="1067709"/>
                  </a:lnTo>
                  <a:lnTo>
                    <a:pt x="939246" y="1083844"/>
                  </a:lnTo>
                  <a:lnTo>
                    <a:pt x="940061" y="1011805"/>
                  </a:lnTo>
                  <a:lnTo>
                    <a:pt x="940876" y="950857"/>
                  </a:lnTo>
                  <a:lnTo>
                    <a:pt x="941691" y="898201"/>
                  </a:lnTo>
                  <a:lnTo>
                    <a:pt x="942505" y="875312"/>
                  </a:lnTo>
                  <a:lnTo>
                    <a:pt x="943320" y="861780"/>
                  </a:lnTo>
                  <a:lnTo>
                    <a:pt x="944135" y="813531"/>
                  </a:lnTo>
                  <a:lnTo>
                    <a:pt x="944950" y="847138"/>
                  </a:lnTo>
                  <a:lnTo>
                    <a:pt x="945765" y="823947"/>
                  </a:lnTo>
                  <a:lnTo>
                    <a:pt x="946579" y="950025"/>
                  </a:lnTo>
                  <a:lnTo>
                    <a:pt x="947394" y="954618"/>
                  </a:lnTo>
                  <a:lnTo>
                    <a:pt x="948209" y="1042728"/>
                  </a:lnTo>
                  <a:lnTo>
                    <a:pt x="949024" y="967855"/>
                  </a:lnTo>
                  <a:lnTo>
                    <a:pt x="949838" y="916855"/>
                  </a:lnTo>
                  <a:lnTo>
                    <a:pt x="950653" y="908269"/>
                  </a:lnTo>
                  <a:lnTo>
                    <a:pt x="951468" y="966355"/>
                  </a:lnTo>
                  <a:lnTo>
                    <a:pt x="952283" y="992540"/>
                  </a:lnTo>
                  <a:lnTo>
                    <a:pt x="953098" y="1048379"/>
                  </a:lnTo>
                  <a:lnTo>
                    <a:pt x="953912" y="955641"/>
                  </a:lnTo>
                  <a:lnTo>
                    <a:pt x="954727" y="866283"/>
                  </a:lnTo>
                  <a:lnTo>
                    <a:pt x="955542" y="824003"/>
                  </a:lnTo>
                  <a:lnTo>
                    <a:pt x="956357" y="836239"/>
                  </a:lnTo>
                  <a:lnTo>
                    <a:pt x="957171" y="845249"/>
                  </a:lnTo>
                  <a:lnTo>
                    <a:pt x="957986" y="875777"/>
                  </a:lnTo>
                  <a:lnTo>
                    <a:pt x="958801" y="934060"/>
                  </a:lnTo>
                  <a:lnTo>
                    <a:pt x="959616" y="940334"/>
                  </a:lnTo>
                  <a:lnTo>
                    <a:pt x="960431" y="1070702"/>
                  </a:lnTo>
                  <a:lnTo>
                    <a:pt x="961245" y="1070034"/>
                  </a:lnTo>
                  <a:lnTo>
                    <a:pt x="962060" y="1028969"/>
                  </a:lnTo>
                  <a:lnTo>
                    <a:pt x="962875" y="942990"/>
                  </a:lnTo>
                  <a:lnTo>
                    <a:pt x="963690" y="934492"/>
                  </a:lnTo>
                  <a:lnTo>
                    <a:pt x="964504" y="1009677"/>
                  </a:lnTo>
                  <a:lnTo>
                    <a:pt x="965319" y="1069123"/>
                  </a:lnTo>
                  <a:lnTo>
                    <a:pt x="966134" y="942017"/>
                  </a:lnTo>
                  <a:lnTo>
                    <a:pt x="966949" y="1035218"/>
                  </a:lnTo>
                  <a:lnTo>
                    <a:pt x="967764" y="1046316"/>
                  </a:lnTo>
                  <a:lnTo>
                    <a:pt x="968578" y="1213195"/>
                  </a:lnTo>
                  <a:lnTo>
                    <a:pt x="969393" y="1269154"/>
                  </a:lnTo>
                  <a:lnTo>
                    <a:pt x="970208" y="1126553"/>
                  </a:lnTo>
                  <a:lnTo>
                    <a:pt x="971023" y="1125838"/>
                  </a:lnTo>
                  <a:lnTo>
                    <a:pt x="971837" y="1195975"/>
                  </a:lnTo>
                  <a:lnTo>
                    <a:pt x="972652" y="1239602"/>
                  </a:lnTo>
                  <a:lnTo>
                    <a:pt x="973467" y="1230997"/>
                  </a:lnTo>
                  <a:lnTo>
                    <a:pt x="974282" y="1239508"/>
                  </a:lnTo>
                  <a:lnTo>
                    <a:pt x="975097" y="1213097"/>
                  </a:lnTo>
                  <a:lnTo>
                    <a:pt x="975911" y="1196610"/>
                  </a:lnTo>
                  <a:lnTo>
                    <a:pt x="976726" y="1203179"/>
                  </a:lnTo>
                  <a:lnTo>
                    <a:pt x="977541" y="1128585"/>
                  </a:lnTo>
                  <a:lnTo>
                    <a:pt x="978356" y="1054617"/>
                  </a:lnTo>
                  <a:lnTo>
                    <a:pt x="979171" y="1002324"/>
                  </a:lnTo>
                  <a:lnTo>
                    <a:pt x="979985" y="1102122"/>
                  </a:lnTo>
                  <a:lnTo>
                    <a:pt x="980800" y="1115134"/>
                  </a:lnTo>
                  <a:lnTo>
                    <a:pt x="981615" y="1051343"/>
                  </a:lnTo>
                  <a:lnTo>
                    <a:pt x="982430" y="937941"/>
                  </a:lnTo>
                  <a:lnTo>
                    <a:pt x="983244" y="850612"/>
                  </a:lnTo>
                  <a:lnTo>
                    <a:pt x="984059" y="847480"/>
                  </a:lnTo>
                  <a:lnTo>
                    <a:pt x="984874" y="855015"/>
                  </a:lnTo>
                  <a:lnTo>
                    <a:pt x="985689" y="834743"/>
                  </a:lnTo>
                  <a:lnTo>
                    <a:pt x="986504" y="962466"/>
                  </a:lnTo>
                  <a:lnTo>
                    <a:pt x="987318" y="986268"/>
                  </a:lnTo>
                  <a:lnTo>
                    <a:pt x="988133" y="978638"/>
                  </a:lnTo>
                  <a:lnTo>
                    <a:pt x="988948" y="957506"/>
                  </a:lnTo>
                  <a:lnTo>
                    <a:pt x="989763" y="944267"/>
                  </a:lnTo>
                  <a:lnTo>
                    <a:pt x="990577" y="912415"/>
                  </a:lnTo>
                  <a:lnTo>
                    <a:pt x="991392" y="861262"/>
                  </a:lnTo>
                  <a:lnTo>
                    <a:pt x="992207" y="846942"/>
                  </a:lnTo>
                  <a:lnTo>
                    <a:pt x="993022" y="869906"/>
                  </a:lnTo>
                  <a:lnTo>
                    <a:pt x="993837" y="889993"/>
                  </a:lnTo>
                  <a:lnTo>
                    <a:pt x="994651" y="868428"/>
                  </a:lnTo>
                  <a:lnTo>
                    <a:pt x="995466" y="956356"/>
                  </a:lnTo>
                  <a:lnTo>
                    <a:pt x="996281" y="945263"/>
                  </a:lnTo>
                  <a:lnTo>
                    <a:pt x="997096" y="1008268"/>
                  </a:lnTo>
                  <a:lnTo>
                    <a:pt x="997910" y="1092094"/>
                  </a:lnTo>
                  <a:lnTo>
                    <a:pt x="998725" y="1007076"/>
                  </a:lnTo>
                  <a:lnTo>
                    <a:pt x="999540" y="987151"/>
                  </a:lnTo>
                  <a:lnTo>
                    <a:pt x="1000355" y="1004646"/>
                  </a:lnTo>
                  <a:lnTo>
                    <a:pt x="1001170" y="1119767"/>
                  </a:lnTo>
                  <a:lnTo>
                    <a:pt x="1001984" y="1178862"/>
                  </a:lnTo>
                  <a:lnTo>
                    <a:pt x="1002799" y="1064895"/>
                  </a:lnTo>
                  <a:lnTo>
                    <a:pt x="1003614" y="1021982"/>
                  </a:lnTo>
                  <a:lnTo>
                    <a:pt x="1004429" y="1109626"/>
                  </a:lnTo>
                  <a:lnTo>
                    <a:pt x="1005243" y="1155325"/>
                  </a:lnTo>
                  <a:lnTo>
                    <a:pt x="1006058" y="1156973"/>
                  </a:lnTo>
                  <a:lnTo>
                    <a:pt x="1006873" y="1088067"/>
                  </a:lnTo>
                  <a:lnTo>
                    <a:pt x="1007688" y="1057489"/>
                  </a:lnTo>
                  <a:lnTo>
                    <a:pt x="1008503" y="1088711"/>
                  </a:lnTo>
                  <a:lnTo>
                    <a:pt x="1009317" y="1221100"/>
                  </a:lnTo>
                  <a:lnTo>
                    <a:pt x="1010132" y="1224650"/>
                  </a:lnTo>
                  <a:lnTo>
                    <a:pt x="1010947" y="1223638"/>
                  </a:lnTo>
                  <a:lnTo>
                    <a:pt x="1011762" y="1222152"/>
                  </a:lnTo>
                  <a:lnTo>
                    <a:pt x="1012576" y="1229805"/>
                  </a:lnTo>
                  <a:lnTo>
                    <a:pt x="1013391" y="1192502"/>
                  </a:lnTo>
                  <a:lnTo>
                    <a:pt x="1014206" y="1164570"/>
                  </a:lnTo>
                  <a:lnTo>
                    <a:pt x="1015021" y="1028814"/>
                  </a:lnTo>
                  <a:lnTo>
                    <a:pt x="1015836" y="1006158"/>
                  </a:lnTo>
                  <a:lnTo>
                    <a:pt x="1016650" y="1032024"/>
                  </a:lnTo>
                  <a:lnTo>
                    <a:pt x="1017465" y="1000050"/>
                  </a:lnTo>
                  <a:lnTo>
                    <a:pt x="1018280" y="933540"/>
                  </a:lnTo>
                  <a:lnTo>
                    <a:pt x="1019095" y="850950"/>
                  </a:lnTo>
                  <a:lnTo>
                    <a:pt x="1019910" y="903914"/>
                  </a:lnTo>
                  <a:lnTo>
                    <a:pt x="1020724" y="893762"/>
                  </a:lnTo>
                  <a:lnTo>
                    <a:pt x="1021539" y="959160"/>
                  </a:lnTo>
                  <a:lnTo>
                    <a:pt x="1022354" y="1025131"/>
                  </a:lnTo>
                  <a:lnTo>
                    <a:pt x="1023169" y="946468"/>
                  </a:lnTo>
                  <a:lnTo>
                    <a:pt x="1023983" y="911081"/>
                  </a:lnTo>
                  <a:lnTo>
                    <a:pt x="1024798" y="912081"/>
                  </a:lnTo>
                  <a:lnTo>
                    <a:pt x="1025613" y="910780"/>
                  </a:lnTo>
                  <a:lnTo>
                    <a:pt x="1026428" y="899612"/>
                  </a:lnTo>
                  <a:lnTo>
                    <a:pt x="1027243" y="906083"/>
                  </a:lnTo>
                  <a:lnTo>
                    <a:pt x="1028057" y="950256"/>
                  </a:lnTo>
                  <a:lnTo>
                    <a:pt x="1028872" y="1019158"/>
                  </a:lnTo>
                  <a:lnTo>
                    <a:pt x="1029687" y="1153312"/>
                  </a:lnTo>
                  <a:lnTo>
                    <a:pt x="1030502" y="1164860"/>
                  </a:lnTo>
                  <a:lnTo>
                    <a:pt x="1031316" y="1152696"/>
                  </a:lnTo>
                  <a:lnTo>
                    <a:pt x="1032131" y="1136907"/>
                  </a:lnTo>
                  <a:lnTo>
                    <a:pt x="1032946" y="1087433"/>
                  </a:lnTo>
                  <a:lnTo>
                    <a:pt x="1033761" y="1068716"/>
                  </a:lnTo>
                  <a:lnTo>
                    <a:pt x="1034576" y="999077"/>
                  </a:lnTo>
                  <a:lnTo>
                    <a:pt x="1035390" y="964588"/>
                  </a:lnTo>
                  <a:lnTo>
                    <a:pt x="1036205" y="987829"/>
                  </a:lnTo>
                  <a:lnTo>
                    <a:pt x="1037020" y="1057578"/>
                  </a:lnTo>
                  <a:lnTo>
                    <a:pt x="1037835" y="1065170"/>
                  </a:lnTo>
                  <a:lnTo>
                    <a:pt x="1038649" y="1047632"/>
                  </a:lnTo>
                  <a:lnTo>
                    <a:pt x="1039464" y="961110"/>
                  </a:lnTo>
                  <a:lnTo>
                    <a:pt x="1040279" y="939483"/>
                  </a:lnTo>
                  <a:lnTo>
                    <a:pt x="1041094" y="885760"/>
                  </a:lnTo>
                  <a:lnTo>
                    <a:pt x="1041909" y="913892"/>
                  </a:lnTo>
                  <a:lnTo>
                    <a:pt x="1042723" y="987214"/>
                  </a:lnTo>
                  <a:lnTo>
                    <a:pt x="1043538" y="1022961"/>
                  </a:lnTo>
                  <a:lnTo>
                    <a:pt x="1044353" y="1087431"/>
                  </a:lnTo>
                  <a:lnTo>
                    <a:pt x="1045168" y="1132304"/>
                  </a:lnTo>
                  <a:lnTo>
                    <a:pt x="1045982" y="1080740"/>
                  </a:lnTo>
                  <a:lnTo>
                    <a:pt x="1046797" y="1101086"/>
                  </a:lnTo>
                  <a:lnTo>
                    <a:pt x="1047612" y="1045457"/>
                  </a:lnTo>
                  <a:lnTo>
                    <a:pt x="1048427" y="1011190"/>
                  </a:lnTo>
                  <a:lnTo>
                    <a:pt x="1049242" y="963587"/>
                  </a:lnTo>
                  <a:lnTo>
                    <a:pt x="1050056" y="1000894"/>
                  </a:lnTo>
                  <a:lnTo>
                    <a:pt x="1050871" y="981106"/>
                  </a:lnTo>
                  <a:lnTo>
                    <a:pt x="1051686" y="970209"/>
                  </a:lnTo>
                  <a:lnTo>
                    <a:pt x="1052501" y="773288"/>
                  </a:lnTo>
                  <a:lnTo>
                    <a:pt x="1053315" y="772185"/>
                  </a:lnTo>
                  <a:lnTo>
                    <a:pt x="1054130" y="820012"/>
                  </a:lnTo>
                  <a:lnTo>
                    <a:pt x="1054945" y="798299"/>
                  </a:lnTo>
                  <a:lnTo>
                    <a:pt x="1055760" y="848326"/>
                  </a:lnTo>
                  <a:lnTo>
                    <a:pt x="1056575" y="851399"/>
                  </a:lnTo>
                  <a:lnTo>
                    <a:pt x="1057389" y="806775"/>
                  </a:lnTo>
                  <a:lnTo>
                    <a:pt x="1058204" y="900341"/>
                  </a:lnTo>
                  <a:lnTo>
                    <a:pt x="1059019" y="852037"/>
                  </a:lnTo>
                  <a:lnTo>
                    <a:pt x="1059834" y="876914"/>
                  </a:lnTo>
                  <a:lnTo>
                    <a:pt x="1060649" y="896998"/>
                  </a:lnTo>
                  <a:lnTo>
                    <a:pt x="1061463" y="1004607"/>
                  </a:lnTo>
                  <a:lnTo>
                    <a:pt x="1062278" y="1023598"/>
                  </a:lnTo>
                  <a:lnTo>
                    <a:pt x="1063093" y="966981"/>
                  </a:lnTo>
                  <a:lnTo>
                    <a:pt x="1063908" y="997527"/>
                  </a:lnTo>
                  <a:lnTo>
                    <a:pt x="1064722" y="1072657"/>
                  </a:lnTo>
                  <a:lnTo>
                    <a:pt x="1065537" y="1140614"/>
                  </a:lnTo>
                  <a:lnTo>
                    <a:pt x="1066352" y="1178975"/>
                  </a:lnTo>
                  <a:lnTo>
                    <a:pt x="1067167" y="1166589"/>
                  </a:lnTo>
                  <a:lnTo>
                    <a:pt x="1067982" y="1155864"/>
                  </a:lnTo>
                  <a:lnTo>
                    <a:pt x="1068796" y="1171354"/>
                  </a:lnTo>
                  <a:lnTo>
                    <a:pt x="1069611" y="1130310"/>
                  </a:lnTo>
                  <a:lnTo>
                    <a:pt x="1070426" y="1093795"/>
                  </a:lnTo>
                  <a:lnTo>
                    <a:pt x="1071241" y="1196660"/>
                  </a:lnTo>
                  <a:lnTo>
                    <a:pt x="1072055" y="1213278"/>
                  </a:lnTo>
                  <a:lnTo>
                    <a:pt x="1072870" y="1228335"/>
                  </a:lnTo>
                  <a:lnTo>
                    <a:pt x="1073685" y="1235855"/>
                  </a:lnTo>
                  <a:lnTo>
                    <a:pt x="1074500" y="1210975"/>
                  </a:lnTo>
                  <a:lnTo>
                    <a:pt x="1075315" y="1201805"/>
                  </a:lnTo>
                  <a:lnTo>
                    <a:pt x="1076129" y="1170952"/>
                  </a:lnTo>
                  <a:lnTo>
                    <a:pt x="1076944" y="1158535"/>
                  </a:lnTo>
                  <a:lnTo>
                    <a:pt x="1077759" y="1190693"/>
                  </a:lnTo>
                  <a:lnTo>
                    <a:pt x="1078574" y="1160822"/>
                  </a:lnTo>
                  <a:lnTo>
                    <a:pt x="1079388" y="1158174"/>
                  </a:lnTo>
                  <a:lnTo>
                    <a:pt x="1080203" y="1146078"/>
                  </a:lnTo>
                  <a:lnTo>
                    <a:pt x="1081018" y="1193596"/>
                  </a:lnTo>
                  <a:lnTo>
                    <a:pt x="1081833" y="1252136"/>
                  </a:lnTo>
                  <a:lnTo>
                    <a:pt x="1082648" y="1222429"/>
                  </a:lnTo>
                  <a:lnTo>
                    <a:pt x="1083462" y="1217210"/>
                  </a:lnTo>
                  <a:lnTo>
                    <a:pt x="1084277" y="1240609"/>
                  </a:lnTo>
                  <a:lnTo>
                    <a:pt x="1085092" y="1278747"/>
                  </a:lnTo>
                  <a:lnTo>
                    <a:pt x="1085907" y="1275709"/>
                  </a:lnTo>
                  <a:lnTo>
                    <a:pt x="1086721" y="1264190"/>
                  </a:lnTo>
                  <a:lnTo>
                    <a:pt x="1087536" y="1261232"/>
                  </a:lnTo>
                  <a:lnTo>
                    <a:pt x="1088351" y="1254502"/>
                  </a:lnTo>
                  <a:lnTo>
                    <a:pt x="1089166" y="1200905"/>
                  </a:lnTo>
                  <a:lnTo>
                    <a:pt x="1089981" y="1133085"/>
                  </a:lnTo>
                  <a:lnTo>
                    <a:pt x="1090795" y="1186253"/>
                  </a:lnTo>
                  <a:lnTo>
                    <a:pt x="1091610" y="1213585"/>
                  </a:lnTo>
                  <a:lnTo>
                    <a:pt x="1092425" y="1241624"/>
                  </a:lnTo>
                  <a:lnTo>
                    <a:pt x="1093240" y="1234283"/>
                  </a:lnTo>
                  <a:lnTo>
                    <a:pt x="1094054" y="1242228"/>
                  </a:lnTo>
                  <a:lnTo>
                    <a:pt x="1094869" y="1252715"/>
                  </a:lnTo>
                  <a:lnTo>
                    <a:pt x="1095684" y="1292999"/>
                  </a:lnTo>
                  <a:lnTo>
                    <a:pt x="1096499" y="1312155"/>
                  </a:lnTo>
                  <a:lnTo>
                    <a:pt x="1097314" y="1265581"/>
                  </a:lnTo>
                  <a:lnTo>
                    <a:pt x="1098128" y="1258390"/>
                  </a:lnTo>
                  <a:lnTo>
                    <a:pt x="1098943" y="1304195"/>
                  </a:lnTo>
                  <a:lnTo>
                    <a:pt x="1099758" y="1318885"/>
                  </a:lnTo>
                  <a:lnTo>
                    <a:pt x="1100573" y="1280588"/>
                  </a:lnTo>
                  <a:lnTo>
                    <a:pt x="1101388" y="1195949"/>
                  </a:lnTo>
                  <a:lnTo>
                    <a:pt x="1102202" y="1290802"/>
                  </a:lnTo>
                  <a:lnTo>
                    <a:pt x="1103017" y="1320105"/>
                  </a:lnTo>
                  <a:lnTo>
                    <a:pt x="1103832" y="1324060"/>
                  </a:lnTo>
                  <a:lnTo>
                    <a:pt x="1104647" y="1290669"/>
                  </a:lnTo>
                  <a:lnTo>
                    <a:pt x="1105461" y="1343212"/>
                  </a:lnTo>
                  <a:lnTo>
                    <a:pt x="1106276" y="1327952"/>
                  </a:lnTo>
                  <a:lnTo>
                    <a:pt x="1107091" y="1342198"/>
                  </a:lnTo>
                  <a:lnTo>
                    <a:pt x="1107906" y="1340189"/>
                  </a:lnTo>
                  <a:lnTo>
                    <a:pt x="1108721" y="1335540"/>
                  </a:lnTo>
                  <a:lnTo>
                    <a:pt x="1109535" y="1311861"/>
                  </a:lnTo>
                  <a:lnTo>
                    <a:pt x="1110350" y="1286305"/>
                  </a:lnTo>
                  <a:lnTo>
                    <a:pt x="1111165" y="1265715"/>
                  </a:lnTo>
                  <a:lnTo>
                    <a:pt x="1111980" y="1224069"/>
                  </a:lnTo>
                  <a:lnTo>
                    <a:pt x="1112794" y="1233171"/>
                  </a:lnTo>
                  <a:lnTo>
                    <a:pt x="1113609" y="1250688"/>
                  </a:lnTo>
                  <a:lnTo>
                    <a:pt x="1114424" y="1240013"/>
                  </a:lnTo>
                  <a:lnTo>
                    <a:pt x="1115239" y="1243750"/>
                  </a:lnTo>
                  <a:lnTo>
                    <a:pt x="1116054" y="1208642"/>
                  </a:lnTo>
                  <a:lnTo>
                    <a:pt x="1116868" y="1088904"/>
                  </a:lnTo>
                  <a:lnTo>
                    <a:pt x="1117683" y="1042960"/>
                  </a:lnTo>
                  <a:lnTo>
                    <a:pt x="1118498" y="1131395"/>
                  </a:lnTo>
                  <a:lnTo>
                    <a:pt x="1119313" y="1132006"/>
                  </a:lnTo>
                  <a:lnTo>
                    <a:pt x="1120127" y="1109136"/>
                  </a:lnTo>
                  <a:lnTo>
                    <a:pt x="1120942" y="1140459"/>
                  </a:lnTo>
                  <a:lnTo>
                    <a:pt x="1121757" y="1146110"/>
                  </a:lnTo>
                  <a:lnTo>
                    <a:pt x="1122572" y="1160021"/>
                  </a:lnTo>
                  <a:lnTo>
                    <a:pt x="1123387" y="1145146"/>
                  </a:lnTo>
                  <a:lnTo>
                    <a:pt x="1124201" y="1167675"/>
                  </a:lnTo>
                  <a:lnTo>
                    <a:pt x="1125016" y="1190658"/>
                  </a:lnTo>
                  <a:lnTo>
                    <a:pt x="1125831" y="1194882"/>
                  </a:lnTo>
                  <a:lnTo>
                    <a:pt x="1126646" y="1229933"/>
                  </a:lnTo>
                  <a:lnTo>
                    <a:pt x="1127460" y="1226837"/>
                  </a:lnTo>
                  <a:lnTo>
                    <a:pt x="1128275" y="1219035"/>
                  </a:lnTo>
                  <a:lnTo>
                    <a:pt x="1129090" y="1226178"/>
                  </a:lnTo>
                  <a:lnTo>
                    <a:pt x="1129905" y="1169148"/>
                  </a:lnTo>
                  <a:lnTo>
                    <a:pt x="1130720" y="1143854"/>
                  </a:lnTo>
                  <a:lnTo>
                    <a:pt x="1131534" y="1124025"/>
                  </a:lnTo>
                  <a:lnTo>
                    <a:pt x="1132349" y="1103410"/>
                  </a:lnTo>
                  <a:lnTo>
                    <a:pt x="1133164" y="1053797"/>
                  </a:lnTo>
                  <a:lnTo>
                    <a:pt x="1133979" y="1101444"/>
                  </a:lnTo>
                  <a:lnTo>
                    <a:pt x="1134793" y="1178454"/>
                  </a:lnTo>
                  <a:lnTo>
                    <a:pt x="1135608" y="1175252"/>
                  </a:lnTo>
                  <a:lnTo>
                    <a:pt x="1136423" y="1195373"/>
                  </a:lnTo>
                  <a:lnTo>
                    <a:pt x="1137238" y="1170610"/>
                  </a:lnTo>
                  <a:lnTo>
                    <a:pt x="1138053" y="1165606"/>
                  </a:lnTo>
                  <a:lnTo>
                    <a:pt x="1138867" y="1117510"/>
                  </a:lnTo>
                  <a:lnTo>
                    <a:pt x="1139682" y="1090117"/>
                  </a:lnTo>
                  <a:lnTo>
                    <a:pt x="1140497" y="1142470"/>
                  </a:lnTo>
                  <a:lnTo>
                    <a:pt x="1141312" y="1215387"/>
                  </a:lnTo>
                  <a:lnTo>
                    <a:pt x="1142127" y="1304895"/>
                  </a:lnTo>
                  <a:lnTo>
                    <a:pt x="1142941" y="1278897"/>
                  </a:lnTo>
                  <a:lnTo>
                    <a:pt x="1143756" y="1270356"/>
                  </a:lnTo>
                  <a:lnTo>
                    <a:pt x="1144571" y="1306800"/>
                  </a:lnTo>
                  <a:lnTo>
                    <a:pt x="1145386" y="1247881"/>
                  </a:lnTo>
                  <a:lnTo>
                    <a:pt x="1146200" y="1277922"/>
                  </a:lnTo>
                  <a:lnTo>
                    <a:pt x="1147015" y="1227843"/>
                  </a:lnTo>
                  <a:lnTo>
                    <a:pt x="1147830" y="1133355"/>
                  </a:lnTo>
                  <a:lnTo>
                    <a:pt x="1148645" y="1116687"/>
                  </a:lnTo>
                  <a:lnTo>
                    <a:pt x="1149460" y="1041229"/>
                  </a:lnTo>
                  <a:lnTo>
                    <a:pt x="1150274" y="1170239"/>
                  </a:lnTo>
                  <a:lnTo>
                    <a:pt x="1151089" y="1156680"/>
                  </a:lnTo>
                  <a:lnTo>
                    <a:pt x="1151904" y="1198986"/>
                  </a:lnTo>
                  <a:lnTo>
                    <a:pt x="1152719" y="1254133"/>
                  </a:lnTo>
                  <a:lnTo>
                    <a:pt x="1153533" y="1265620"/>
                  </a:lnTo>
                  <a:lnTo>
                    <a:pt x="1154348" y="1342522"/>
                  </a:lnTo>
                  <a:lnTo>
                    <a:pt x="1155163" y="1338193"/>
                  </a:lnTo>
                  <a:lnTo>
                    <a:pt x="1155978" y="1314959"/>
                  </a:lnTo>
                  <a:lnTo>
                    <a:pt x="1156793" y="1268849"/>
                  </a:lnTo>
                  <a:lnTo>
                    <a:pt x="1157607" y="1258090"/>
                  </a:lnTo>
                  <a:lnTo>
                    <a:pt x="1158422" y="1270312"/>
                  </a:lnTo>
                  <a:lnTo>
                    <a:pt x="1159237" y="1155929"/>
                  </a:lnTo>
                  <a:lnTo>
                    <a:pt x="1160052" y="1091292"/>
                  </a:lnTo>
                  <a:lnTo>
                    <a:pt x="1160866" y="1093750"/>
                  </a:lnTo>
                  <a:lnTo>
                    <a:pt x="1161681" y="1202820"/>
                  </a:lnTo>
                  <a:lnTo>
                    <a:pt x="1162496" y="1201091"/>
                  </a:lnTo>
                  <a:lnTo>
                    <a:pt x="1163311" y="1199720"/>
                  </a:lnTo>
                  <a:lnTo>
                    <a:pt x="1164126" y="1166709"/>
                  </a:lnTo>
                  <a:lnTo>
                    <a:pt x="1164940" y="1108605"/>
                  </a:lnTo>
                  <a:lnTo>
                    <a:pt x="1165755" y="1065351"/>
                  </a:lnTo>
                  <a:lnTo>
                    <a:pt x="1166570" y="1076171"/>
                  </a:lnTo>
                  <a:lnTo>
                    <a:pt x="1167385" y="1113500"/>
                  </a:lnTo>
                  <a:lnTo>
                    <a:pt x="1168199" y="1127993"/>
                  </a:lnTo>
                  <a:lnTo>
                    <a:pt x="1169014" y="1219783"/>
                  </a:lnTo>
                  <a:lnTo>
                    <a:pt x="1169829" y="1152118"/>
                  </a:lnTo>
                  <a:lnTo>
                    <a:pt x="1170644" y="1199923"/>
                  </a:lnTo>
                  <a:lnTo>
                    <a:pt x="1171459" y="1177546"/>
                  </a:lnTo>
                  <a:lnTo>
                    <a:pt x="1172273" y="1245393"/>
                  </a:lnTo>
                  <a:lnTo>
                    <a:pt x="1173088" y="1270438"/>
                  </a:lnTo>
                  <a:lnTo>
                    <a:pt x="1173903" y="1296616"/>
                  </a:lnTo>
                  <a:lnTo>
                    <a:pt x="1174718" y="1330883"/>
                  </a:lnTo>
                  <a:lnTo>
                    <a:pt x="1175533" y="1338101"/>
                  </a:lnTo>
                  <a:lnTo>
                    <a:pt x="1176347" y="1343975"/>
                  </a:lnTo>
                  <a:lnTo>
                    <a:pt x="1177162" y="1347595"/>
                  </a:lnTo>
                  <a:lnTo>
                    <a:pt x="1177977" y="1332616"/>
                  </a:lnTo>
                  <a:lnTo>
                    <a:pt x="1178792" y="1363943"/>
                  </a:lnTo>
                  <a:lnTo>
                    <a:pt x="1179606" y="1363333"/>
                  </a:lnTo>
                  <a:lnTo>
                    <a:pt x="1180421" y="1390244"/>
                  </a:lnTo>
                  <a:lnTo>
                    <a:pt x="1181236" y="1358592"/>
                  </a:lnTo>
                  <a:lnTo>
                    <a:pt x="1182051" y="1371962"/>
                  </a:lnTo>
                  <a:lnTo>
                    <a:pt x="1182866" y="1347181"/>
                  </a:lnTo>
                  <a:lnTo>
                    <a:pt x="1183680" y="1334739"/>
                  </a:lnTo>
                  <a:lnTo>
                    <a:pt x="1184495" y="1350090"/>
                  </a:lnTo>
                  <a:lnTo>
                    <a:pt x="1185310" y="1366631"/>
                  </a:lnTo>
                  <a:lnTo>
                    <a:pt x="1186125" y="1391631"/>
                  </a:lnTo>
                  <a:lnTo>
                    <a:pt x="1186939" y="1416249"/>
                  </a:lnTo>
                  <a:lnTo>
                    <a:pt x="1187754" y="1409079"/>
                  </a:lnTo>
                  <a:lnTo>
                    <a:pt x="1188569" y="1414729"/>
                  </a:lnTo>
                  <a:lnTo>
                    <a:pt x="1188763" y="141782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4957024" y="5897164"/>
              <a:ext cx="205344" cy="482285"/>
            </a:xfrm>
            <a:custGeom>
              <a:avLst/>
              <a:pathLst>
                <a:path w="205344" h="482285">
                  <a:moveTo>
                    <a:pt x="0" y="482285"/>
                  </a:moveTo>
                  <a:lnTo>
                    <a:pt x="161" y="478494"/>
                  </a:lnTo>
                  <a:lnTo>
                    <a:pt x="976" y="457283"/>
                  </a:lnTo>
                  <a:lnTo>
                    <a:pt x="1791" y="424428"/>
                  </a:lnTo>
                  <a:lnTo>
                    <a:pt x="2606" y="423703"/>
                  </a:lnTo>
                  <a:lnTo>
                    <a:pt x="3420" y="391016"/>
                  </a:lnTo>
                  <a:lnTo>
                    <a:pt x="4235" y="369948"/>
                  </a:lnTo>
                  <a:lnTo>
                    <a:pt x="5050" y="339910"/>
                  </a:lnTo>
                  <a:lnTo>
                    <a:pt x="5865" y="300389"/>
                  </a:lnTo>
                  <a:lnTo>
                    <a:pt x="6679" y="235140"/>
                  </a:lnTo>
                  <a:lnTo>
                    <a:pt x="7494" y="186733"/>
                  </a:lnTo>
                  <a:lnTo>
                    <a:pt x="8309" y="268422"/>
                  </a:lnTo>
                  <a:lnTo>
                    <a:pt x="9124" y="293976"/>
                  </a:lnTo>
                  <a:lnTo>
                    <a:pt x="9939" y="371683"/>
                  </a:lnTo>
                  <a:lnTo>
                    <a:pt x="10753" y="349085"/>
                  </a:lnTo>
                  <a:lnTo>
                    <a:pt x="11568" y="220222"/>
                  </a:lnTo>
                  <a:lnTo>
                    <a:pt x="12383" y="333757"/>
                  </a:lnTo>
                  <a:lnTo>
                    <a:pt x="13198" y="352258"/>
                  </a:lnTo>
                  <a:lnTo>
                    <a:pt x="14013" y="429705"/>
                  </a:lnTo>
                  <a:lnTo>
                    <a:pt x="14827" y="395327"/>
                  </a:lnTo>
                  <a:lnTo>
                    <a:pt x="15642" y="380977"/>
                  </a:lnTo>
                  <a:lnTo>
                    <a:pt x="16457" y="412811"/>
                  </a:lnTo>
                  <a:lnTo>
                    <a:pt x="17272" y="355296"/>
                  </a:lnTo>
                  <a:lnTo>
                    <a:pt x="18086" y="383433"/>
                  </a:lnTo>
                  <a:lnTo>
                    <a:pt x="18901" y="387859"/>
                  </a:lnTo>
                  <a:lnTo>
                    <a:pt x="19716" y="338948"/>
                  </a:lnTo>
                  <a:lnTo>
                    <a:pt x="20531" y="285467"/>
                  </a:lnTo>
                  <a:lnTo>
                    <a:pt x="21346" y="340822"/>
                  </a:lnTo>
                  <a:lnTo>
                    <a:pt x="22160" y="377066"/>
                  </a:lnTo>
                  <a:lnTo>
                    <a:pt x="22975" y="371097"/>
                  </a:lnTo>
                  <a:lnTo>
                    <a:pt x="23790" y="337769"/>
                  </a:lnTo>
                  <a:lnTo>
                    <a:pt x="24605" y="291325"/>
                  </a:lnTo>
                  <a:lnTo>
                    <a:pt x="25419" y="290240"/>
                  </a:lnTo>
                  <a:lnTo>
                    <a:pt x="26234" y="303678"/>
                  </a:lnTo>
                  <a:lnTo>
                    <a:pt x="27049" y="237651"/>
                  </a:lnTo>
                  <a:lnTo>
                    <a:pt x="27864" y="215007"/>
                  </a:lnTo>
                  <a:lnTo>
                    <a:pt x="28679" y="236858"/>
                  </a:lnTo>
                  <a:lnTo>
                    <a:pt x="29493" y="325296"/>
                  </a:lnTo>
                  <a:lnTo>
                    <a:pt x="30308" y="342272"/>
                  </a:lnTo>
                  <a:lnTo>
                    <a:pt x="31123" y="285543"/>
                  </a:lnTo>
                  <a:lnTo>
                    <a:pt x="31938" y="195124"/>
                  </a:lnTo>
                  <a:lnTo>
                    <a:pt x="32752" y="108187"/>
                  </a:lnTo>
                  <a:lnTo>
                    <a:pt x="33567" y="94612"/>
                  </a:lnTo>
                  <a:lnTo>
                    <a:pt x="34382" y="88736"/>
                  </a:lnTo>
                  <a:lnTo>
                    <a:pt x="35197" y="59345"/>
                  </a:lnTo>
                  <a:lnTo>
                    <a:pt x="36012" y="147329"/>
                  </a:lnTo>
                  <a:lnTo>
                    <a:pt x="36826" y="114940"/>
                  </a:lnTo>
                  <a:lnTo>
                    <a:pt x="37641" y="218164"/>
                  </a:lnTo>
                  <a:lnTo>
                    <a:pt x="38456" y="264296"/>
                  </a:lnTo>
                  <a:lnTo>
                    <a:pt x="39271" y="270277"/>
                  </a:lnTo>
                  <a:lnTo>
                    <a:pt x="40085" y="264264"/>
                  </a:lnTo>
                  <a:lnTo>
                    <a:pt x="40900" y="247975"/>
                  </a:lnTo>
                  <a:lnTo>
                    <a:pt x="41715" y="218050"/>
                  </a:lnTo>
                  <a:lnTo>
                    <a:pt x="42530" y="256499"/>
                  </a:lnTo>
                  <a:lnTo>
                    <a:pt x="43345" y="247120"/>
                  </a:lnTo>
                  <a:lnTo>
                    <a:pt x="44159" y="274976"/>
                  </a:lnTo>
                  <a:lnTo>
                    <a:pt x="44974" y="294752"/>
                  </a:lnTo>
                  <a:lnTo>
                    <a:pt x="45789" y="295841"/>
                  </a:lnTo>
                  <a:lnTo>
                    <a:pt x="46604" y="271140"/>
                  </a:lnTo>
                  <a:lnTo>
                    <a:pt x="47418" y="256702"/>
                  </a:lnTo>
                  <a:lnTo>
                    <a:pt x="48233" y="150312"/>
                  </a:lnTo>
                  <a:lnTo>
                    <a:pt x="49048" y="140580"/>
                  </a:lnTo>
                  <a:lnTo>
                    <a:pt x="49863" y="96906"/>
                  </a:lnTo>
                  <a:lnTo>
                    <a:pt x="50678" y="110795"/>
                  </a:lnTo>
                  <a:lnTo>
                    <a:pt x="51492" y="216934"/>
                  </a:lnTo>
                  <a:lnTo>
                    <a:pt x="52307" y="184403"/>
                  </a:lnTo>
                  <a:lnTo>
                    <a:pt x="53122" y="91391"/>
                  </a:lnTo>
                  <a:lnTo>
                    <a:pt x="53937" y="94879"/>
                  </a:lnTo>
                  <a:lnTo>
                    <a:pt x="54752" y="151799"/>
                  </a:lnTo>
                  <a:lnTo>
                    <a:pt x="55566" y="188614"/>
                  </a:lnTo>
                  <a:lnTo>
                    <a:pt x="56381" y="232871"/>
                  </a:lnTo>
                  <a:lnTo>
                    <a:pt x="57196" y="238285"/>
                  </a:lnTo>
                  <a:lnTo>
                    <a:pt x="58011" y="228251"/>
                  </a:lnTo>
                  <a:lnTo>
                    <a:pt x="58825" y="164822"/>
                  </a:lnTo>
                  <a:lnTo>
                    <a:pt x="59640" y="140442"/>
                  </a:lnTo>
                  <a:lnTo>
                    <a:pt x="60455" y="152527"/>
                  </a:lnTo>
                  <a:lnTo>
                    <a:pt x="61270" y="116771"/>
                  </a:lnTo>
                  <a:lnTo>
                    <a:pt x="62085" y="136691"/>
                  </a:lnTo>
                  <a:lnTo>
                    <a:pt x="62899" y="250552"/>
                  </a:lnTo>
                  <a:lnTo>
                    <a:pt x="63714" y="260750"/>
                  </a:lnTo>
                  <a:lnTo>
                    <a:pt x="64529" y="214676"/>
                  </a:lnTo>
                  <a:lnTo>
                    <a:pt x="65344" y="188497"/>
                  </a:lnTo>
                  <a:lnTo>
                    <a:pt x="66158" y="189451"/>
                  </a:lnTo>
                  <a:lnTo>
                    <a:pt x="66973" y="255488"/>
                  </a:lnTo>
                  <a:lnTo>
                    <a:pt x="67788" y="251568"/>
                  </a:lnTo>
                  <a:lnTo>
                    <a:pt x="68603" y="297725"/>
                  </a:lnTo>
                  <a:lnTo>
                    <a:pt x="69418" y="353157"/>
                  </a:lnTo>
                  <a:lnTo>
                    <a:pt x="70232" y="365007"/>
                  </a:lnTo>
                  <a:lnTo>
                    <a:pt x="71047" y="350965"/>
                  </a:lnTo>
                  <a:lnTo>
                    <a:pt x="71862" y="365887"/>
                  </a:lnTo>
                  <a:lnTo>
                    <a:pt x="72677" y="355172"/>
                  </a:lnTo>
                  <a:lnTo>
                    <a:pt x="73491" y="348797"/>
                  </a:lnTo>
                  <a:lnTo>
                    <a:pt x="74306" y="378726"/>
                  </a:lnTo>
                  <a:lnTo>
                    <a:pt x="75121" y="381980"/>
                  </a:lnTo>
                  <a:lnTo>
                    <a:pt x="75936" y="388166"/>
                  </a:lnTo>
                  <a:lnTo>
                    <a:pt x="76751" y="399677"/>
                  </a:lnTo>
                  <a:lnTo>
                    <a:pt x="77565" y="423283"/>
                  </a:lnTo>
                  <a:lnTo>
                    <a:pt x="78380" y="435250"/>
                  </a:lnTo>
                  <a:lnTo>
                    <a:pt x="79195" y="450769"/>
                  </a:lnTo>
                  <a:lnTo>
                    <a:pt x="80010" y="453939"/>
                  </a:lnTo>
                  <a:lnTo>
                    <a:pt x="80824" y="453269"/>
                  </a:lnTo>
                  <a:lnTo>
                    <a:pt x="81639" y="437013"/>
                  </a:lnTo>
                  <a:lnTo>
                    <a:pt x="82454" y="437767"/>
                  </a:lnTo>
                  <a:lnTo>
                    <a:pt x="83269" y="427441"/>
                  </a:lnTo>
                  <a:lnTo>
                    <a:pt x="84084" y="427689"/>
                  </a:lnTo>
                  <a:lnTo>
                    <a:pt x="84898" y="413762"/>
                  </a:lnTo>
                  <a:lnTo>
                    <a:pt x="85713" y="399250"/>
                  </a:lnTo>
                  <a:lnTo>
                    <a:pt x="86528" y="383326"/>
                  </a:lnTo>
                  <a:lnTo>
                    <a:pt x="87343" y="365999"/>
                  </a:lnTo>
                  <a:lnTo>
                    <a:pt x="88157" y="388588"/>
                  </a:lnTo>
                  <a:lnTo>
                    <a:pt x="88972" y="409504"/>
                  </a:lnTo>
                  <a:lnTo>
                    <a:pt x="89787" y="412879"/>
                  </a:lnTo>
                  <a:lnTo>
                    <a:pt x="90602" y="390352"/>
                  </a:lnTo>
                  <a:lnTo>
                    <a:pt x="91417" y="350177"/>
                  </a:lnTo>
                  <a:lnTo>
                    <a:pt x="92231" y="308941"/>
                  </a:lnTo>
                  <a:lnTo>
                    <a:pt x="93046" y="253736"/>
                  </a:lnTo>
                  <a:lnTo>
                    <a:pt x="93861" y="175612"/>
                  </a:lnTo>
                  <a:lnTo>
                    <a:pt x="94676" y="140440"/>
                  </a:lnTo>
                  <a:lnTo>
                    <a:pt x="95491" y="68688"/>
                  </a:lnTo>
                  <a:lnTo>
                    <a:pt x="96305" y="74356"/>
                  </a:lnTo>
                  <a:lnTo>
                    <a:pt x="97120" y="142927"/>
                  </a:lnTo>
                  <a:lnTo>
                    <a:pt x="97935" y="102952"/>
                  </a:lnTo>
                  <a:lnTo>
                    <a:pt x="98750" y="76896"/>
                  </a:lnTo>
                  <a:lnTo>
                    <a:pt x="99564" y="5588"/>
                  </a:lnTo>
                  <a:lnTo>
                    <a:pt x="100379" y="21638"/>
                  </a:lnTo>
                  <a:lnTo>
                    <a:pt x="101194" y="112575"/>
                  </a:lnTo>
                  <a:lnTo>
                    <a:pt x="102009" y="154197"/>
                  </a:lnTo>
                  <a:lnTo>
                    <a:pt x="102824" y="223137"/>
                  </a:lnTo>
                  <a:lnTo>
                    <a:pt x="103638" y="200350"/>
                  </a:lnTo>
                  <a:lnTo>
                    <a:pt x="104453" y="157348"/>
                  </a:lnTo>
                  <a:lnTo>
                    <a:pt x="105268" y="178265"/>
                  </a:lnTo>
                  <a:lnTo>
                    <a:pt x="106083" y="143323"/>
                  </a:lnTo>
                  <a:lnTo>
                    <a:pt x="106897" y="76652"/>
                  </a:lnTo>
                  <a:lnTo>
                    <a:pt x="107712" y="162012"/>
                  </a:lnTo>
                  <a:lnTo>
                    <a:pt x="108527" y="243924"/>
                  </a:lnTo>
                  <a:lnTo>
                    <a:pt x="109342" y="287984"/>
                  </a:lnTo>
                  <a:lnTo>
                    <a:pt x="110157" y="287628"/>
                  </a:lnTo>
                  <a:lnTo>
                    <a:pt x="110971" y="186102"/>
                  </a:lnTo>
                  <a:lnTo>
                    <a:pt x="111786" y="189010"/>
                  </a:lnTo>
                  <a:lnTo>
                    <a:pt x="112601" y="127649"/>
                  </a:lnTo>
                  <a:lnTo>
                    <a:pt x="113416" y="206093"/>
                  </a:lnTo>
                  <a:lnTo>
                    <a:pt x="114230" y="219982"/>
                  </a:lnTo>
                  <a:lnTo>
                    <a:pt x="115045" y="201406"/>
                  </a:lnTo>
                  <a:lnTo>
                    <a:pt x="115860" y="213186"/>
                  </a:lnTo>
                  <a:lnTo>
                    <a:pt x="116675" y="198239"/>
                  </a:lnTo>
                  <a:lnTo>
                    <a:pt x="117490" y="243040"/>
                  </a:lnTo>
                  <a:lnTo>
                    <a:pt x="118304" y="181837"/>
                  </a:lnTo>
                  <a:lnTo>
                    <a:pt x="119119" y="222680"/>
                  </a:lnTo>
                  <a:lnTo>
                    <a:pt x="119934" y="97464"/>
                  </a:lnTo>
                  <a:lnTo>
                    <a:pt x="120749" y="0"/>
                  </a:lnTo>
                  <a:lnTo>
                    <a:pt x="121563" y="99058"/>
                  </a:lnTo>
                  <a:lnTo>
                    <a:pt x="122378" y="79133"/>
                  </a:lnTo>
                  <a:lnTo>
                    <a:pt x="123193" y="107586"/>
                  </a:lnTo>
                  <a:lnTo>
                    <a:pt x="124008" y="145044"/>
                  </a:lnTo>
                  <a:lnTo>
                    <a:pt x="124823" y="225515"/>
                  </a:lnTo>
                  <a:lnTo>
                    <a:pt x="125637" y="282365"/>
                  </a:lnTo>
                  <a:lnTo>
                    <a:pt x="126452" y="300026"/>
                  </a:lnTo>
                  <a:lnTo>
                    <a:pt x="127267" y="278577"/>
                  </a:lnTo>
                  <a:lnTo>
                    <a:pt x="128082" y="355514"/>
                  </a:lnTo>
                  <a:lnTo>
                    <a:pt x="128896" y="384180"/>
                  </a:lnTo>
                  <a:lnTo>
                    <a:pt x="129711" y="394569"/>
                  </a:lnTo>
                  <a:lnTo>
                    <a:pt x="130526" y="373140"/>
                  </a:lnTo>
                  <a:lnTo>
                    <a:pt x="131341" y="362385"/>
                  </a:lnTo>
                  <a:lnTo>
                    <a:pt x="132156" y="292430"/>
                  </a:lnTo>
                  <a:lnTo>
                    <a:pt x="132970" y="197485"/>
                  </a:lnTo>
                  <a:lnTo>
                    <a:pt x="133785" y="204407"/>
                  </a:lnTo>
                  <a:lnTo>
                    <a:pt x="134600" y="295966"/>
                  </a:lnTo>
                  <a:lnTo>
                    <a:pt x="135415" y="310197"/>
                  </a:lnTo>
                  <a:lnTo>
                    <a:pt x="136230" y="314530"/>
                  </a:lnTo>
                  <a:lnTo>
                    <a:pt x="137044" y="283954"/>
                  </a:lnTo>
                  <a:lnTo>
                    <a:pt x="137859" y="290754"/>
                  </a:lnTo>
                  <a:lnTo>
                    <a:pt x="138674" y="283935"/>
                  </a:lnTo>
                  <a:lnTo>
                    <a:pt x="139489" y="267353"/>
                  </a:lnTo>
                  <a:lnTo>
                    <a:pt x="140303" y="224759"/>
                  </a:lnTo>
                  <a:lnTo>
                    <a:pt x="141118" y="246458"/>
                  </a:lnTo>
                  <a:lnTo>
                    <a:pt x="141933" y="275303"/>
                  </a:lnTo>
                  <a:lnTo>
                    <a:pt x="142748" y="280339"/>
                  </a:lnTo>
                  <a:lnTo>
                    <a:pt x="143563" y="334880"/>
                  </a:lnTo>
                  <a:lnTo>
                    <a:pt x="144377" y="293761"/>
                  </a:lnTo>
                  <a:lnTo>
                    <a:pt x="145192" y="273607"/>
                  </a:lnTo>
                  <a:lnTo>
                    <a:pt x="146007" y="258630"/>
                  </a:lnTo>
                  <a:lnTo>
                    <a:pt x="146822" y="370719"/>
                  </a:lnTo>
                  <a:lnTo>
                    <a:pt x="147636" y="375577"/>
                  </a:lnTo>
                  <a:lnTo>
                    <a:pt x="148451" y="365349"/>
                  </a:lnTo>
                  <a:lnTo>
                    <a:pt x="149266" y="391809"/>
                  </a:lnTo>
                  <a:lnTo>
                    <a:pt x="150081" y="397525"/>
                  </a:lnTo>
                  <a:lnTo>
                    <a:pt x="150896" y="408338"/>
                  </a:lnTo>
                  <a:lnTo>
                    <a:pt x="151710" y="395988"/>
                  </a:lnTo>
                  <a:lnTo>
                    <a:pt x="152525" y="381271"/>
                  </a:lnTo>
                  <a:lnTo>
                    <a:pt x="153340" y="336310"/>
                  </a:lnTo>
                  <a:lnTo>
                    <a:pt x="154155" y="212513"/>
                  </a:lnTo>
                  <a:lnTo>
                    <a:pt x="154969" y="228018"/>
                  </a:lnTo>
                  <a:lnTo>
                    <a:pt x="155784" y="138040"/>
                  </a:lnTo>
                  <a:lnTo>
                    <a:pt x="156599" y="155348"/>
                  </a:lnTo>
                  <a:lnTo>
                    <a:pt x="157414" y="160611"/>
                  </a:lnTo>
                  <a:lnTo>
                    <a:pt x="158229" y="293398"/>
                  </a:lnTo>
                  <a:lnTo>
                    <a:pt x="159043" y="294690"/>
                  </a:lnTo>
                  <a:lnTo>
                    <a:pt x="159858" y="310227"/>
                  </a:lnTo>
                  <a:lnTo>
                    <a:pt x="160673" y="344914"/>
                  </a:lnTo>
                  <a:lnTo>
                    <a:pt x="161488" y="351026"/>
                  </a:lnTo>
                  <a:lnTo>
                    <a:pt x="162302" y="347060"/>
                  </a:lnTo>
                  <a:lnTo>
                    <a:pt x="163117" y="324091"/>
                  </a:lnTo>
                  <a:lnTo>
                    <a:pt x="163932" y="314622"/>
                  </a:lnTo>
                  <a:lnTo>
                    <a:pt x="164747" y="332131"/>
                  </a:lnTo>
                  <a:lnTo>
                    <a:pt x="165562" y="381241"/>
                  </a:lnTo>
                  <a:lnTo>
                    <a:pt x="166376" y="395174"/>
                  </a:lnTo>
                  <a:lnTo>
                    <a:pt x="167191" y="392023"/>
                  </a:lnTo>
                  <a:lnTo>
                    <a:pt x="168006" y="392869"/>
                  </a:lnTo>
                  <a:lnTo>
                    <a:pt x="168821" y="407882"/>
                  </a:lnTo>
                  <a:lnTo>
                    <a:pt x="169635" y="384541"/>
                  </a:lnTo>
                  <a:lnTo>
                    <a:pt x="170450" y="356926"/>
                  </a:lnTo>
                  <a:lnTo>
                    <a:pt x="171265" y="370908"/>
                  </a:lnTo>
                  <a:lnTo>
                    <a:pt x="172080" y="366502"/>
                  </a:lnTo>
                  <a:lnTo>
                    <a:pt x="172895" y="395234"/>
                  </a:lnTo>
                  <a:lnTo>
                    <a:pt x="173709" y="395414"/>
                  </a:lnTo>
                  <a:lnTo>
                    <a:pt x="174524" y="335153"/>
                  </a:lnTo>
                  <a:lnTo>
                    <a:pt x="175339" y="243786"/>
                  </a:lnTo>
                  <a:lnTo>
                    <a:pt x="176154" y="239143"/>
                  </a:lnTo>
                  <a:lnTo>
                    <a:pt x="176969" y="319888"/>
                  </a:lnTo>
                  <a:lnTo>
                    <a:pt x="177783" y="298988"/>
                  </a:lnTo>
                  <a:lnTo>
                    <a:pt x="178598" y="321832"/>
                  </a:lnTo>
                  <a:lnTo>
                    <a:pt x="179413" y="315132"/>
                  </a:lnTo>
                  <a:lnTo>
                    <a:pt x="180228" y="318157"/>
                  </a:lnTo>
                  <a:lnTo>
                    <a:pt x="181042" y="314490"/>
                  </a:lnTo>
                  <a:lnTo>
                    <a:pt x="181857" y="324145"/>
                  </a:lnTo>
                  <a:lnTo>
                    <a:pt x="182672" y="316049"/>
                  </a:lnTo>
                  <a:lnTo>
                    <a:pt x="183487" y="278988"/>
                  </a:lnTo>
                  <a:lnTo>
                    <a:pt x="184302" y="308830"/>
                  </a:lnTo>
                  <a:lnTo>
                    <a:pt x="185116" y="381639"/>
                  </a:lnTo>
                  <a:lnTo>
                    <a:pt x="185931" y="403904"/>
                  </a:lnTo>
                  <a:lnTo>
                    <a:pt x="186746" y="418921"/>
                  </a:lnTo>
                  <a:lnTo>
                    <a:pt x="187561" y="362241"/>
                  </a:lnTo>
                  <a:lnTo>
                    <a:pt x="188375" y="337180"/>
                  </a:lnTo>
                  <a:lnTo>
                    <a:pt x="189190" y="394309"/>
                  </a:lnTo>
                  <a:lnTo>
                    <a:pt x="190005" y="428573"/>
                  </a:lnTo>
                  <a:lnTo>
                    <a:pt x="190820" y="452232"/>
                  </a:lnTo>
                  <a:lnTo>
                    <a:pt x="191635" y="411838"/>
                  </a:lnTo>
                  <a:lnTo>
                    <a:pt x="192449" y="431420"/>
                  </a:lnTo>
                  <a:lnTo>
                    <a:pt x="193264" y="441543"/>
                  </a:lnTo>
                  <a:lnTo>
                    <a:pt x="194079" y="450863"/>
                  </a:lnTo>
                  <a:lnTo>
                    <a:pt x="194894" y="424254"/>
                  </a:lnTo>
                  <a:lnTo>
                    <a:pt x="195708" y="376898"/>
                  </a:lnTo>
                  <a:lnTo>
                    <a:pt x="196523" y="367203"/>
                  </a:lnTo>
                  <a:lnTo>
                    <a:pt x="197338" y="398797"/>
                  </a:lnTo>
                  <a:lnTo>
                    <a:pt x="198153" y="402702"/>
                  </a:lnTo>
                  <a:lnTo>
                    <a:pt x="198968" y="416012"/>
                  </a:lnTo>
                  <a:lnTo>
                    <a:pt x="199782" y="441529"/>
                  </a:lnTo>
                  <a:lnTo>
                    <a:pt x="200597" y="420042"/>
                  </a:lnTo>
                  <a:lnTo>
                    <a:pt x="201412" y="458262"/>
                  </a:lnTo>
                  <a:lnTo>
                    <a:pt x="202227" y="458252"/>
                  </a:lnTo>
                  <a:lnTo>
                    <a:pt x="203041" y="474014"/>
                  </a:lnTo>
                  <a:lnTo>
                    <a:pt x="203856" y="481531"/>
                  </a:lnTo>
                  <a:lnTo>
                    <a:pt x="204671" y="480733"/>
                  </a:lnTo>
                  <a:lnTo>
                    <a:pt x="205344" y="48228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5162564" y="6231675"/>
              <a:ext cx="56376" cy="147774"/>
            </a:xfrm>
            <a:custGeom>
              <a:avLst/>
              <a:pathLst>
                <a:path w="56376" h="147774">
                  <a:moveTo>
                    <a:pt x="0" y="147774"/>
                  </a:moveTo>
                  <a:lnTo>
                    <a:pt x="761" y="143090"/>
                  </a:lnTo>
                  <a:lnTo>
                    <a:pt x="1576" y="145752"/>
                  </a:lnTo>
                  <a:lnTo>
                    <a:pt x="2391" y="133812"/>
                  </a:lnTo>
                  <a:lnTo>
                    <a:pt x="3205" y="138404"/>
                  </a:lnTo>
                  <a:lnTo>
                    <a:pt x="4020" y="137259"/>
                  </a:lnTo>
                  <a:lnTo>
                    <a:pt x="4835" y="125575"/>
                  </a:lnTo>
                  <a:lnTo>
                    <a:pt x="5650" y="121938"/>
                  </a:lnTo>
                  <a:lnTo>
                    <a:pt x="6465" y="137509"/>
                  </a:lnTo>
                  <a:lnTo>
                    <a:pt x="7279" y="114654"/>
                  </a:lnTo>
                  <a:lnTo>
                    <a:pt x="8094" y="131825"/>
                  </a:lnTo>
                  <a:lnTo>
                    <a:pt x="8909" y="106185"/>
                  </a:lnTo>
                  <a:lnTo>
                    <a:pt x="9724" y="97716"/>
                  </a:lnTo>
                  <a:lnTo>
                    <a:pt x="10538" y="115283"/>
                  </a:lnTo>
                  <a:lnTo>
                    <a:pt x="11353" y="52464"/>
                  </a:lnTo>
                  <a:lnTo>
                    <a:pt x="12168" y="0"/>
                  </a:lnTo>
                  <a:lnTo>
                    <a:pt x="12983" y="18437"/>
                  </a:lnTo>
                  <a:lnTo>
                    <a:pt x="13798" y="68462"/>
                  </a:lnTo>
                  <a:lnTo>
                    <a:pt x="14612" y="84753"/>
                  </a:lnTo>
                  <a:lnTo>
                    <a:pt x="15427" y="3685"/>
                  </a:lnTo>
                  <a:lnTo>
                    <a:pt x="16242" y="14923"/>
                  </a:lnTo>
                  <a:lnTo>
                    <a:pt x="17057" y="7239"/>
                  </a:lnTo>
                  <a:lnTo>
                    <a:pt x="17871" y="39508"/>
                  </a:lnTo>
                  <a:lnTo>
                    <a:pt x="18686" y="95189"/>
                  </a:lnTo>
                  <a:lnTo>
                    <a:pt x="19501" y="36643"/>
                  </a:lnTo>
                  <a:lnTo>
                    <a:pt x="20316" y="91010"/>
                  </a:lnTo>
                  <a:lnTo>
                    <a:pt x="21131" y="128149"/>
                  </a:lnTo>
                  <a:lnTo>
                    <a:pt x="21945" y="117936"/>
                  </a:lnTo>
                  <a:lnTo>
                    <a:pt x="22760" y="122280"/>
                  </a:lnTo>
                  <a:lnTo>
                    <a:pt x="23575" y="122351"/>
                  </a:lnTo>
                  <a:lnTo>
                    <a:pt x="24390" y="117211"/>
                  </a:lnTo>
                  <a:lnTo>
                    <a:pt x="25204" y="113730"/>
                  </a:lnTo>
                  <a:lnTo>
                    <a:pt x="26019" y="118516"/>
                  </a:lnTo>
                  <a:lnTo>
                    <a:pt x="26834" y="105390"/>
                  </a:lnTo>
                  <a:lnTo>
                    <a:pt x="27649" y="103282"/>
                  </a:lnTo>
                  <a:lnTo>
                    <a:pt x="28464" y="125554"/>
                  </a:lnTo>
                  <a:lnTo>
                    <a:pt x="29278" y="102472"/>
                  </a:lnTo>
                  <a:lnTo>
                    <a:pt x="30093" y="106285"/>
                  </a:lnTo>
                  <a:lnTo>
                    <a:pt x="30908" y="100735"/>
                  </a:lnTo>
                  <a:lnTo>
                    <a:pt x="31723" y="54927"/>
                  </a:lnTo>
                  <a:lnTo>
                    <a:pt x="32538" y="30147"/>
                  </a:lnTo>
                  <a:lnTo>
                    <a:pt x="33352" y="26185"/>
                  </a:lnTo>
                  <a:lnTo>
                    <a:pt x="34167" y="84202"/>
                  </a:lnTo>
                  <a:lnTo>
                    <a:pt x="34982" y="75046"/>
                  </a:lnTo>
                  <a:lnTo>
                    <a:pt x="35797" y="62619"/>
                  </a:lnTo>
                  <a:lnTo>
                    <a:pt x="36611" y="67566"/>
                  </a:lnTo>
                  <a:lnTo>
                    <a:pt x="37426" y="32561"/>
                  </a:lnTo>
                  <a:lnTo>
                    <a:pt x="38241" y="28599"/>
                  </a:lnTo>
                  <a:lnTo>
                    <a:pt x="39056" y="36859"/>
                  </a:lnTo>
                  <a:lnTo>
                    <a:pt x="39871" y="18578"/>
                  </a:lnTo>
                  <a:lnTo>
                    <a:pt x="40685" y="42269"/>
                  </a:lnTo>
                  <a:lnTo>
                    <a:pt x="41500" y="48026"/>
                  </a:lnTo>
                  <a:lnTo>
                    <a:pt x="42315" y="40043"/>
                  </a:lnTo>
                  <a:lnTo>
                    <a:pt x="43130" y="32688"/>
                  </a:lnTo>
                  <a:lnTo>
                    <a:pt x="43944" y="36803"/>
                  </a:lnTo>
                  <a:lnTo>
                    <a:pt x="44759" y="19818"/>
                  </a:lnTo>
                  <a:lnTo>
                    <a:pt x="45574" y="29566"/>
                  </a:lnTo>
                  <a:lnTo>
                    <a:pt x="46389" y="53750"/>
                  </a:lnTo>
                  <a:lnTo>
                    <a:pt x="47204" y="96488"/>
                  </a:lnTo>
                  <a:lnTo>
                    <a:pt x="48018" y="118716"/>
                  </a:lnTo>
                  <a:lnTo>
                    <a:pt x="48833" y="110429"/>
                  </a:lnTo>
                  <a:lnTo>
                    <a:pt x="49648" y="128252"/>
                  </a:lnTo>
                  <a:lnTo>
                    <a:pt x="50463" y="106324"/>
                  </a:lnTo>
                  <a:lnTo>
                    <a:pt x="51277" y="84469"/>
                  </a:lnTo>
                  <a:lnTo>
                    <a:pt x="52092" y="103872"/>
                  </a:lnTo>
                  <a:lnTo>
                    <a:pt x="52907" y="106679"/>
                  </a:lnTo>
                  <a:lnTo>
                    <a:pt x="53722" y="100676"/>
                  </a:lnTo>
                  <a:lnTo>
                    <a:pt x="54537" y="112059"/>
                  </a:lnTo>
                  <a:lnTo>
                    <a:pt x="55351" y="108692"/>
                  </a:lnTo>
                  <a:lnTo>
                    <a:pt x="56166" y="143176"/>
                  </a:lnTo>
                  <a:lnTo>
                    <a:pt x="56376" y="14777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5219772" y="5369561"/>
              <a:ext cx="485987" cy="1009888"/>
            </a:xfrm>
            <a:custGeom>
              <a:avLst/>
              <a:pathLst>
                <a:path w="485987" h="1009888">
                  <a:moveTo>
                    <a:pt x="0" y="1009888"/>
                  </a:moveTo>
                  <a:lnTo>
                    <a:pt x="588" y="975531"/>
                  </a:lnTo>
                  <a:lnTo>
                    <a:pt x="1402" y="976768"/>
                  </a:lnTo>
                  <a:lnTo>
                    <a:pt x="2217" y="946651"/>
                  </a:lnTo>
                  <a:lnTo>
                    <a:pt x="3032" y="950647"/>
                  </a:lnTo>
                  <a:lnTo>
                    <a:pt x="3847" y="934188"/>
                  </a:lnTo>
                  <a:lnTo>
                    <a:pt x="4662" y="890884"/>
                  </a:lnTo>
                  <a:lnTo>
                    <a:pt x="5476" y="880640"/>
                  </a:lnTo>
                  <a:lnTo>
                    <a:pt x="6291" y="865715"/>
                  </a:lnTo>
                  <a:lnTo>
                    <a:pt x="7106" y="921847"/>
                  </a:lnTo>
                  <a:lnTo>
                    <a:pt x="7921" y="890772"/>
                  </a:lnTo>
                  <a:lnTo>
                    <a:pt x="8735" y="828939"/>
                  </a:lnTo>
                  <a:lnTo>
                    <a:pt x="9550" y="714838"/>
                  </a:lnTo>
                  <a:lnTo>
                    <a:pt x="10365" y="670714"/>
                  </a:lnTo>
                  <a:lnTo>
                    <a:pt x="11180" y="726260"/>
                  </a:lnTo>
                  <a:lnTo>
                    <a:pt x="11995" y="779042"/>
                  </a:lnTo>
                  <a:lnTo>
                    <a:pt x="12809" y="800699"/>
                  </a:lnTo>
                  <a:lnTo>
                    <a:pt x="13624" y="822343"/>
                  </a:lnTo>
                  <a:lnTo>
                    <a:pt x="14439" y="789480"/>
                  </a:lnTo>
                  <a:lnTo>
                    <a:pt x="15254" y="794018"/>
                  </a:lnTo>
                  <a:lnTo>
                    <a:pt x="16069" y="789798"/>
                  </a:lnTo>
                  <a:lnTo>
                    <a:pt x="16883" y="761751"/>
                  </a:lnTo>
                  <a:lnTo>
                    <a:pt x="17698" y="762487"/>
                  </a:lnTo>
                  <a:lnTo>
                    <a:pt x="18513" y="763973"/>
                  </a:lnTo>
                  <a:lnTo>
                    <a:pt x="19328" y="758981"/>
                  </a:lnTo>
                  <a:lnTo>
                    <a:pt x="20142" y="739830"/>
                  </a:lnTo>
                  <a:lnTo>
                    <a:pt x="20957" y="653484"/>
                  </a:lnTo>
                  <a:lnTo>
                    <a:pt x="21772" y="608262"/>
                  </a:lnTo>
                  <a:lnTo>
                    <a:pt x="22587" y="571119"/>
                  </a:lnTo>
                  <a:lnTo>
                    <a:pt x="23402" y="641593"/>
                  </a:lnTo>
                  <a:lnTo>
                    <a:pt x="24216" y="611853"/>
                  </a:lnTo>
                  <a:lnTo>
                    <a:pt x="25031" y="605030"/>
                  </a:lnTo>
                  <a:lnTo>
                    <a:pt x="25846" y="645283"/>
                  </a:lnTo>
                  <a:lnTo>
                    <a:pt x="26661" y="713218"/>
                  </a:lnTo>
                  <a:lnTo>
                    <a:pt x="27475" y="728096"/>
                  </a:lnTo>
                  <a:lnTo>
                    <a:pt x="28290" y="697253"/>
                  </a:lnTo>
                  <a:lnTo>
                    <a:pt x="29105" y="664805"/>
                  </a:lnTo>
                  <a:lnTo>
                    <a:pt x="29920" y="734226"/>
                  </a:lnTo>
                  <a:lnTo>
                    <a:pt x="30735" y="708854"/>
                  </a:lnTo>
                  <a:lnTo>
                    <a:pt x="31549" y="706028"/>
                  </a:lnTo>
                  <a:lnTo>
                    <a:pt x="32364" y="828671"/>
                  </a:lnTo>
                  <a:lnTo>
                    <a:pt x="33179" y="899453"/>
                  </a:lnTo>
                  <a:lnTo>
                    <a:pt x="33994" y="882927"/>
                  </a:lnTo>
                  <a:lnTo>
                    <a:pt x="34808" y="800827"/>
                  </a:lnTo>
                  <a:lnTo>
                    <a:pt x="35623" y="828867"/>
                  </a:lnTo>
                  <a:lnTo>
                    <a:pt x="36438" y="876129"/>
                  </a:lnTo>
                  <a:lnTo>
                    <a:pt x="37253" y="882303"/>
                  </a:lnTo>
                  <a:lnTo>
                    <a:pt x="38068" y="832331"/>
                  </a:lnTo>
                  <a:lnTo>
                    <a:pt x="38882" y="832287"/>
                  </a:lnTo>
                  <a:lnTo>
                    <a:pt x="39697" y="756789"/>
                  </a:lnTo>
                  <a:lnTo>
                    <a:pt x="40512" y="730228"/>
                  </a:lnTo>
                  <a:lnTo>
                    <a:pt x="41327" y="747150"/>
                  </a:lnTo>
                  <a:lnTo>
                    <a:pt x="42141" y="762553"/>
                  </a:lnTo>
                  <a:lnTo>
                    <a:pt x="42956" y="832843"/>
                  </a:lnTo>
                  <a:lnTo>
                    <a:pt x="43771" y="839322"/>
                  </a:lnTo>
                  <a:lnTo>
                    <a:pt x="44586" y="824138"/>
                  </a:lnTo>
                  <a:lnTo>
                    <a:pt x="45401" y="812163"/>
                  </a:lnTo>
                  <a:lnTo>
                    <a:pt x="46215" y="846190"/>
                  </a:lnTo>
                  <a:lnTo>
                    <a:pt x="47030" y="863295"/>
                  </a:lnTo>
                  <a:lnTo>
                    <a:pt x="47845" y="877061"/>
                  </a:lnTo>
                  <a:lnTo>
                    <a:pt x="48660" y="844591"/>
                  </a:lnTo>
                  <a:lnTo>
                    <a:pt x="49474" y="833345"/>
                  </a:lnTo>
                  <a:lnTo>
                    <a:pt x="50289" y="842046"/>
                  </a:lnTo>
                  <a:lnTo>
                    <a:pt x="51104" y="796059"/>
                  </a:lnTo>
                  <a:lnTo>
                    <a:pt x="51919" y="773862"/>
                  </a:lnTo>
                  <a:lnTo>
                    <a:pt x="52734" y="826739"/>
                  </a:lnTo>
                  <a:lnTo>
                    <a:pt x="53548" y="865457"/>
                  </a:lnTo>
                  <a:lnTo>
                    <a:pt x="54363" y="832852"/>
                  </a:lnTo>
                  <a:lnTo>
                    <a:pt x="55178" y="834730"/>
                  </a:lnTo>
                  <a:lnTo>
                    <a:pt x="55993" y="831556"/>
                  </a:lnTo>
                  <a:lnTo>
                    <a:pt x="56808" y="808343"/>
                  </a:lnTo>
                  <a:lnTo>
                    <a:pt x="57622" y="799513"/>
                  </a:lnTo>
                  <a:lnTo>
                    <a:pt x="58437" y="688298"/>
                  </a:lnTo>
                  <a:lnTo>
                    <a:pt x="59252" y="621962"/>
                  </a:lnTo>
                  <a:lnTo>
                    <a:pt x="60067" y="572026"/>
                  </a:lnTo>
                  <a:lnTo>
                    <a:pt x="60881" y="624531"/>
                  </a:lnTo>
                  <a:lnTo>
                    <a:pt x="61696" y="580132"/>
                  </a:lnTo>
                  <a:lnTo>
                    <a:pt x="62511" y="516089"/>
                  </a:lnTo>
                  <a:lnTo>
                    <a:pt x="63326" y="587960"/>
                  </a:lnTo>
                  <a:lnTo>
                    <a:pt x="64141" y="671906"/>
                  </a:lnTo>
                  <a:lnTo>
                    <a:pt x="64955" y="758066"/>
                  </a:lnTo>
                  <a:lnTo>
                    <a:pt x="65770" y="796337"/>
                  </a:lnTo>
                  <a:lnTo>
                    <a:pt x="66585" y="800792"/>
                  </a:lnTo>
                  <a:lnTo>
                    <a:pt x="67400" y="809637"/>
                  </a:lnTo>
                  <a:lnTo>
                    <a:pt x="68214" y="784627"/>
                  </a:lnTo>
                  <a:lnTo>
                    <a:pt x="69029" y="697073"/>
                  </a:lnTo>
                  <a:lnTo>
                    <a:pt x="69844" y="767081"/>
                  </a:lnTo>
                  <a:lnTo>
                    <a:pt x="70659" y="806040"/>
                  </a:lnTo>
                  <a:lnTo>
                    <a:pt x="71474" y="820202"/>
                  </a:lnTo>
                  <a:lnTo>
                    <a:pt x="72288" y="796797"/>
                  </a:lnTo>
                  <a:lnTo>
                    <a:pt x="73103" y="815721"/>
                  </a:lnTo>
                  <a:lnTo>
                    <a:pt x="73918" y="805540"/>
                  </a:lnTo>
                  <a:lnTo>
                    <a:pt x="74733" y="826977"/>
                  </a:lnTo>
                  <a:lnTo>
                    <a:pt x="75547" y="820502"/>
                  </a:lnTo>
                  <a:lnTo>
                    <a:pt x="76362" y="789595"/>
                  </a:lnTo>
                  <a:lnTo>
                    <a:pt x="77177" y="806161"/>
                  </a:lnTo>
                  <a:lnTo>
                    <a:pt x="77992" y="837783"/>
                  </a:lnTo>
                  <a:lnTo>
                    <a:pt x="78807" y="833630"/>
                  </a:lnTo>
                  <a:lnTo>
                    <a:pt x="79621" y="824386"/>
                  </a:lnTo>
                  <a:lnTo>
                    <a:pt x="80436" y="828747"/>
                  </a:lnTo>
                  <a:lnTo>
                    <a:pt x="81251" y="833896"/>
                  </a:lnTo>
                  <a:lnTo>
                    <a:pt x="82066" y="835725"/>
                  </a:lnTo>
                  <a:lnTo>
                    <a:pt x="82880" y="899819"/>
                  </a:lnTo>
                  <a:lnTo>
                    <a:pt x="83695" y="906894"/>
                  </a:lnTo>
                  <a:lnTo>
                    <a:pt x="84510" y="906286"/>
                  </a:lnTo>
                  <a:lnTo>
                    <a:pt x="85325" y="905962"/>
                  </a:lnTo>
                  <a:lnTo>
                    <a:pt x="86140" y="900558"/>
                  </a:lnTo>
                  <a:lnTo>
                    <a:pt x="86954" y="935907"/>
                  </a:lnTo>
                  <a:lnTo>
                    <a:pt x="87769" y="962602"/>
                  </a:lnTo>
                  <a:lnTo>
                    <a:pt x="88584" y="956314"/>
                  </a:lnTo>
                  <a:lnTo>
                    <a:pt x="89399" y="935450"/>
                  </a:lnTo>
                  <a:lnTo>
                    <a:pt x="90213" y="947733"/>
                  </a:lnTo>
                  <a:lnTo>
                    <a:pt x="91028" y="961344"/>
                  </a:lnTo>
                  <a:lnTo>
                    <a:pt x="91843" y="977636"/>
                  </a:lnTo>
                  <a:lnTo>
                    <a:pt x="92658" y="939922"/>
                  </a:lnTo>
                  <a:lnTo>
                    <a:pt x="93473" y="939938"/>
                  </a:lnTo>
                  <a:lnTo>
                    <a:pt x="94287" y="915738"/>
                  </a:lnTo>
                  <a:lnTo>
                    <a:pt x="95102" y="896320"/>
                  </a:lnTo>
                  <a:lnTo>
                    <a:pt x="95917" y="858594"/>
                  </a:lnTo>
                  <a:lnTo>
                    <a:pt x="96732" y="776038"/>
                  </a:lnTo>
                  <a:lnTo>
                    <a:pt x="97547" y="651094"/>
                  </a:lnTo>
                  <a:lnTo>
                    <a:pt x="98361" y="717224"/>
                  </a:lnTo>
                  <a:lnTo>
                    <a:pt x="99176" y="600269"/>
                  </a:lnTo>
                  <a:lnTo>
                    <a:pt x="99991" y="577465"/>
                  </a:lnTo>
                  <a:lnTo>
                    <a:pt x="100806" y="459499"/>
                  </a:lnTo>
                  <a:lnTo>
                    <a:pt x="101620" y="553676"/>
                  </a:lnTo>
                  <a:lnTo>
                    <a:pt x="102435" y="554479"/>
                  </a:lnTo>
                  <a:lnTo>
                    <a:pt x="103250" y="470122"/>
                  </a:lnTo>
                  <a:lnTo>
                    <a:pt x="104065" y="469684"/>
                  </a:lnTo>
                  <a:lnTo>
                    <a:pt x="104880" y="562269"/>
                  </a:lnTo>
                  <a:lnTo>
                    <a:pt x="105694" y="688550"/>
                  </a:lnTo>
                  <a:lnTo>
                    <a:pt x="106509" y="742016"/>
                  </a:lnTo>
                  <a:lnTo>
                    <a:pt x="107324" y="725160"/>
                  </a:lnTo>
                  <a:lnTo>
                    <a:pt x="108139" y="752927"/>
                  </a:lnTo>
                  <a:lnTo>
                    <a:pt x="108953" y="797914"/>
                  </a:lnTo>
                  <a:lnTo>
                    <a:pt x="109768" y="803650"/>
                  </a:lnTo>
                  <a:lnTo>
                    <a:pt x="110583" y="812051"/>
                  </a:lnTo>
                  <a:lnTo>
                    <a:pt x="111398" y="819883"/>
                  </a:lnTo>
                  <a:lnTo>
                    <a:pt x="112213" y="867807"/>
                  </a:lnTo>
                  <a:lnTo>
                    <a:pt x="113027" y="848580"/>
                  </a:lnTo>
                  <a:lnTo>
                    <a:pt x="113842" y="722990"/>
                  </a:lnTo>
                  <a:lnTo>
                    <a:pt x="114657" y="687985"/>
                  </a:lnTo>
                  <a:lnTo>
                    <a:pt x="115472" y="596334"/>
                  </a:lnTo>
                  <a:lnTo>
                    <a:pt x="116286" y="697828"/>
                  </a:lnTo>
                  <a:lnTo>
                    <a:pt x="117101" y="664466"/>
                  </a:lnTo>
                  <a:lnTo>
                    <a:pt x="117916" y="630523"/>
                  </a:lnTo>
                  <a:lnTo>
                    <a:pt x="118731" y="716871"/>
                  </a:lnTo>
                  <a:lnTo>
                    <a:pt x="119546" y="737720"/>
                  </a:lnTo>
                  <a:lnTo>
                    <a:pt x="120360" y="808967"/>
                  </a:lnTo>
                  <a:lnTo>
                    <a:pt x="121175" y="756674"/>
                  </a:lnTo>
                  <a:lnTo>
                    <a:pt x="121990" y="829251"/>
                  </a:lnTo>
                  <a:lnTo>
                    <a:pt x="122805" y="840960"/>
                  </a:lnTo>
                  <a:lnTo>
                    <a:pt x="123619" y="891397"/>
                  </a:lnTo>
                  <a:lnTo>
                    <a:pt x="124434" y="852255"/>
                  </a:lnTo>
                  <a:lnTo>
                    <a:pt x="125249" y="846679"/>
                  </a:lnTo>
                  <a:lnTo>
                    <a:pt x="126064" y="740160"/>
                  </a:lnTo>
                  <a:lnTo>
                    <a:pt x="126879" y="685235"/>
                  </a:lnTo>
                  <a:lnTo>
                    <a:pt x="127693" y="669051"/>
                  </a:lnTo>
                  <a:lnTo>
                    <a:pt x="128508" y="696377"/>
                  </a:lnTo>
                  <a:lnTo>
                    <a:pt x="129323" y="749868"/>
                  </a:lnTo>
                  <a:lnTo>
                    <a:pt x="130138" y="791231"/>
                  </a:lnTo>
                  <a:lnTo>
                    <a:pt x="130952" y="787354"/>
                  </a:lnTo>
                  <a:lnTo>
                    <a:pt x="131767" y="744749"/>
                  </a:lnTo>
                  <a:lnTo>
                    <a:pt x="132582" y="691784"/>
                  </a:lnTo>
                  <a:lnTo>
                    <a:pt x="133397" y="699941"/>
                  </a:lnTo>
                  <a:lnTo>
                    <a:pt x="134212" y="814422"/>
                  </a:lnTo>
                  <a:lnTo>
                    <a:pt x="135026" y="842395"/>
                  </a:lnTo>
                  <a:lnTo>
                    <a:pt x="135841" y="876187"/>
                  </a:lnTo>
                  <a:lnTo>
                    <a:pt x="136656" y="942042"/>
                  </a:lnTo>
                  <a:lnTo>
                    <a:pt x="137471" y="909705"/>
                  </a:lnTo>
                  <a:lnTo>
                    <a:pt x="138286" y="893388"/>
                  </a:lnTo>
                  <a:lnTo>
                    <a:pt x="139100" y="911734"/>
                  </a:lnTo>
                  <a:lnTo>
                    <a:pt x="139915" y="901006"/>
                  </a:lnTo>
                  <a:lnTo>
                    <a:pt x="140730" y="894729"/>
                  </a:lnTo>
                  <a:lnTo>
                    <a:pt x="141545" y="927135"/>
                  </a:lnTo>
                  <a:lnTo>
                    <a:pt x="142359" y="940183"/>
                  </a:lnTo>
                  <a:lnTo>
                    <a:pt x="143174" y="1002851"/>
                  </a:lnTo>
                  <a:lnTo>
                    <a:pt x="143989" y="991989"/>
                  </a:lnTo>
                  <a:lnTo>
                    <a:pt x="144804" y="1001291"/>
                  </a:lnTo>
                  <a:lnTo>
                    <a:pt x="145619" y="990295"/>
                  </a:lnTo>
                  <a:lnTo>
                    <a:pt x="146433" y="984660"/>
                  </a:lnTo>
                  <a:lnTo>
                    <a:pt x="147248" y="1003124"/>
                  </a:lnTo>
                  <a:lnTo>
                    <a:pt x="148063" y="988950"/>
                  </a:lnTo>
                  <a:lnTo>
                    <a:pt x="148878" y="1000022"/>
                  </a:lnTo>
                  <a:lnTo>
                    <a:pt x="149692" y="988912"/>
                  </a:lnTo>
                  <a:lnTo>
                    <a:pt x="150507" y="985035"/>
                  </a:lnTo>
                  <a:lnTo>
                    <a:pt x="151322" y="958953"/>
                  </a:lnTo>
                  <a:lnTo>
                    <a:pt x="152137" y="984554"/>
                  </a:lnTo>
                  <a:lnTo>
                    <a:pt x="152952" y="994702"/>
                  </a:lnTo>
                  <a:lnTo>
                    <a:pt x="153766" y="949347"/>
                  </a:lnTo>
                  <a:lnTo>
                    <a:pt x="154581" y="924654"/>
                  </a:lnTo>
                  <a:lnTo>
                    <a:pt x="155396" y="919155"/>
                  </a:lnTo>
                  <a:lnTo>
                    <a:pt x="156211" y="882646"/>
                  </a:lnTo>
                  <a:lnTo>
                    <a:pt x="157025" y="843445"/>
                  </a:lnTo>
                  <a:lnTo>
                    <a:pt x="157840" y="856062"/>
                  </a:lnTo>
                  <a:lnTo>
                    <a:pt x="158655" y="822995"/>
                  </a:lnTo>
                  <a:lnTo>
                    <a:pt x="159470" y="840161"/>
                  </a:lnTo>
                  <a:lnTo>
                    <a:pt x="160285" y="768413"/>
                  </a:lnTo>
                  <a:lnTo>
                    <a:pt x="161099" y="752258"/>
                  </a:lnTo>
                  <a:lnTo>
                    <a:pt x="161914" y="764747"/>
                  </a:lnTo>
                  <a:lnTo>
                    <a:pt x="162729" y="771432"/>
                  </a:lnTo>
                  <a:lnTo>
                    <a:pt x="163544" y="782480"/>
                  </a:lnTo>
                  <a:lnTo>
                    <a:pt x="164358" y="785526"/>
                  </a:lnTo>
                  <a:lnTo>
                    <a:pt x="165173" y="802255"/>
                  </a:lnTo>
                  <a:lnTo>
                    <a:pt x="165988" y="809246"/>
                  </a:lnTo>
                  <a:lnTo>
                    <a:pt x="166803" y="799304"/>
                  </a:lnTo>
                  <a:lnTo>
                    <a:pt x="167618" y="799563"/>
                  </a:lnTo>
                  <a:lnTo>
                    <a:pt x="168432" y="768220"/>
                  </a:lnTo>
                  <a:lnTo>
                    <a:pt x="169247" y="697453"/>
                  </a:lnTo>
                  <a:lnTo>
                    <a:pt x="170062" y="657305"/>
                  </a:lnTo>
                  <a:lnTo>
                    <a:pt x="170877" y="710975"/>
                  </a:lnTo>
                  <a:lnTo>
                    <a:pt x="171691" y="767142"/>
                  </a:lnTo>
                  <a:lnTo>
                    <a:pt x="172506" y="772763"/>
                  </a:lnTo>
                  <a:lnTo>
                    <a:pt x="173321" y="838515"/>
                  </a:lnTo>
                  <a:lnTo>
                    <a:pt x="174136" y="830372"/>
                  </a:lnTo>
                  <a:lnTo>
                    <a:pt x="174951" y="870965"/>
                  </a:lnTo>
                  <a:lnTo>
                    <a:pt x="175765" y="860540"/>
                  </a:lnTo>
                  <a:lnTo>
                    <a:pt x="176580" y="848272"/>
                  </a:lnTo>
                  <a:lnTo>
                    <a:pt x="177395" y="825672"/>
                  </a:lnTo>
                  <a:lnTo>
                    <a:pt x="178210" y="883188"/>
                  </a:lnTo>
                  <a:lnTo>
                    <a:pt x="179025" y="946897"/>
                  </a:lnTo>
                  <a:lnTo>
                    <a:pt x="179839" y="940496"/>
                  </a:lnTo>
                  <a:lnTo>
                    <a:pt x="180654" y="924475"/>
                  </a:lnTo>
                  <a:lnTo>
                    <a:pt x="181469" y="914073"/>
                  </a:lnTo>
                  <a:lnTo>
                    <a:pt x="182284" y="914731"/>
                  </a:lnTo>
                  <a:lnTo>
                    <a:pt x="183098" y="889038"/>
                  </a:lnTo>
                  <a:lnTo>
                    <a:pt x="183913" y="860874"/>
                  </a:lnTo>
                  <a:lnTo>
                    <a:pt x="184728" y="810210"/>
                  </a:lnTo>
                  <a:lnTo>
                    <a:pt x="185543" y="794120"/>
                  </a:lnTo>
                  <a:lnTo>
                    <a:pt x="186358" y="741180"/>
                  </a:lnTo>
                  <a:lnTo>
                    <a:pt x="187172" y="688903"/>
                  </a:lnTo>
                  <a:lnTo>
                    <a:pt x="187987" y="636283"/>
                  </a:lnTo>
                  <a:lnTo>
                    <a:pt x="188802" y="578713"/>
                  </a:lnTo>
                  <a:lnTo>
                    <a:pt x="189617" y="606236"/>
                  </a:lnTo>
                  <a:lnTo>
                    <a:pt x="190431" y="634755"/>
                  </a:lnTo>
                  <a:lnTo>
                    <a:pt x="191246" y="597653"/>
                  </a:lnTo>
                  <a:lnTo>
                    <a:pt x="192061" y="599565"/>
                  </a:lnTo>
                  <a:lnTo>
                    <a:pt x="192876" y="673626"/>
                  </a:lnTo>
                  <a:lnTo>
                    <a:pt x="193691" y="743814"/>
                  </a:lnTo>
                  <a:lnTo>
                    <a:pt x="194505" y="794569"/>
                  </a:lnTo>
                  <a:lnTo>
                    <a:pt x="195320" y="812515"/>
                  </a:lnTo>
                  <a:lnTo>
                    <a:pt x="196135" y="879488"/>
                  </a:lnTo>
                  <a:lnTo>
                    <a:pt x="196950" y="909000"/>
                  </a:lnTo>
                  <a:lnTo>
                    <a:pt x="197764" y="897492"/>
                  </a:lnTo>
                  <a:lnTo>
                    <a:pt x="198579" y="895398"/>
                  </a:lnTo>
                  <a:lnTo>
                    <a:pt x="199394" y="838752"/>
                  </a:lnTo>
                  <a:lnTo>
                    <a:pt x="200209" y="787291"/>
                  </a:lnTo>
                  <a:lnTo>
                    <a:pt x="201024" y="852367"/>
                  </a:lnTo>
                  <a:lnTo>
                    <a:pt x="201838" y="862262"/>
                  </a:lnTo>
                  <a:lnTo>
                    <a:pt x="202653" y="905883"/>
                  </a:lnTo>
                  <a:lnTo>
                    <a:pt x="203468" y="896969"/>
                  </a:lnTo>
                  <a:lnTo>
                    <a:pt x="204283" y="955317"/>
                  </a:lnTo>
                  <a:lnTo>
                    <a:pt x="205097" y="952152"/>
                  </a:lnTo>
                  <a:lnTo>
                    <a:pt x="205912" y="971258"/>
                  </a:lnTo>
                  <a:lnTo>
                    <a:pt x="206727" y="963721"/>
                  </a:lnTo>
                  <a:lnTo>
                    <a:pt x="207542" y="941667"/>
                  </a:lnTo>
                  <a:lnTo>
                    <a:pt x="208357" y="961449"/>
                  </a:lnTo>
                  <a:lnTo>
                    <a:pt x="209171" y="968175"/>
                  </a:lnTo>
                  <a:lnTo>
                    <a:pt x="209986" y="957280"/>
                  </a:lnTo>
                  <a:lnTo>
                    <a:pt x="210801" y="952775"/>
                  </a:lnTo>
                  <a:lnTo>
                    <a:pt x="211616" y="939167"/>
                  </a:lnTo>
                  <a:lnTo>
                    <a:pt x="212430" y="918224"/>
                  </a:lnTo>
                  <a:lnTo>
                    <a:pt x="213245" y="923707"/>
                  </a:lnTo>
                  <a:lnTo>
                    <a:pt x="214060" y="915317"/>
                  </a:lnTo>
                  <a:lnTo>
                    <a:pt x="214875" y="864209"/>
                  </a:lnTo>
                  <a:lnTo>
                    <a:pt x="215690" y="887870"/>
                  </a:lnTo>
                  <a:lnTo>
                    <a:pt x="216504" y="878481"/>
                  </a:lnTo>
                  <a:lnTo>
                    <a:pt x="217319" y="897788"/>
                  </a:lnTo>
                  <a:lnTo>
                    <a:pt x="218134" y="902865"/>
                  </a:lnTo>
                  <a:lnTo>
                    <a:pt x="218949" y="905937"/>
                  </a:lnTo>
                  <a:lnTo>
                    <a:pt x="219764" y="885486"/>
                  </a:lnTo>
                  <a:lnTo>
                    <a:pt x="220578" y="842407"/>
                  </a:lnTo>
                  <a:lnTo>
                    <a:pt x="221393" y="832013"/>
                  </a:lnTo>
                  <a:lnTo>
                    <a:pt x="222208" y="819574"/>
                  </a:lnTo>
                  <a:lnTo>
                    <a:pt x="223023" y="854240"/>
                  </a:lnTo>
                  <a:lnTo>
                    <a:pt x="223837" y="885254"/>
                  </a:lnTo>
                  <a:lnTo>
                    <a:pt x="224652" y="892219"/>
                  </a:lnTo>
                  <a:lnTo>
                    <a:pt x="225467" y="909820"/>
                  </a:lnTo>
                  <a:lnTo>
                    <a:pt x="226282" y="908822"/>
                  </a:lnTo>
                  <a:lnTo>
                    <a:pt x="227097" y="877104"/>
                  </a:lnTo>
                  <a:lnTo>
                    <a:pt x="227911" y="873862"/>
                  </a:lnTo>
                  <a:lnTo>
                    <a:pt x="228726" y="875868"/>
                  </a:lnTo>
                  <a:lnTo>
                    <a:pt x="229541" y="840489"/>
                  </a:lnTo>
                  <a:lnTo>
                    <a:pt x="230356" y="858088"/>
                  </a:lnTo>
                  <a:lnTo>
                    <a:pt x="231170" y="896654"/>
                  </a:lnTo>
                  <a:lnTo>
                    <a:pt x="231985" y="896780"/>
                  </a:lnTo>
                  <a:lnTo>
                    <a:pt x="232800" y="889306"/>
                  </a:lnTo>
                  <a:lnTo>
                    <a:pt x="233615" y="852203"/>
                  </a:lnTo>
                  <a:lnTo>
                    <a:pt x="234430" y="816013"/>
                  </a:lnTo>
                  <a:lnTo>
                    <a:pt x="235244" y="790078"/>
                  </a:lnTo>
                  <a:lnTo>
                    <a:pt x="236059" y="828311"/>
                  </a:lnTo>
                  <a:lnTo>
                    <a:pt x="236874" y="762670"/>
                  </a:lnTo>
                  <a:lnTo>
                    <a:pt x="237689" y="737931"/>
                  </a:lnTo>
                  <a:lnTo>
                    <a:pt x="238503" y="748576"/>
                  </a:lnTo>
                  <a:lnTo>
                    <a:pt x="239318" y="892073"/>
                  </a:lnTo>
                  <a:lnTo>
                    <a:pt x="240133" y="797265"/>
                  </a:lnTo>
                  <a:lnTo>
                    <a:pt x="240948" y="811758"/>
                  </a:lnTo>
                  <a:lnTo>
                    <a:pt x="241763" y="772491"/>
                  </a:lnTo>
                  <a:lnTo>
                    <a:pt x="242577" y="830426"/>
                  </a:lnTo>
                  <a:lnTo>
                    <a:pt x="243392" y="793298"/>
                  </a:lnTo>
                  <a:lnTo>
                    <a:pt x="244207" y="805718"/>
                  </a:lnTo>
                  <a:lnTo>
                    <a:pt x="245022" y="826408"/>
                  </a:lnTo>
                  <a:lnTo>
                    <a:pt x="245836" y="830013"/>
                  </a:lnTo>
                  <a:lnTo>
                    <a:pt x="246651" y="830294"/>
                  </a:lnTo>
                  <a:lnTo>
                    <a:pt x="247466" y="884849"/>
                  </a:lnTo>
                  <a:lnTo>
                    <a:pt x="248281" y="896134"/>
                  </a:lnTo>
                  <a:lnTo>
                    <a:pt x="249096" y="892263"/>
                  </a:lnTo>
                  <a:lnTo>
                    <a:pt x="249910" y="876974"/>
                  </a:lnTo>
                  <a:lnTo>
                    <a:pt x="250725" y="805404"/>
                  </a:lnTo>
                  <a:lnTo>
                    <a:pt x="251540" y="785359"/>
                  </a:lnTo>
                  <a:lnTo>
                    <a:pt x="252355" y="788036"/>
                  </a:lnTo>
                  <a:lnTo>
                    <a:pt x="253170" y="875249"/>
                  </a:lnTo>
                  <a:lnTo>
                    <a:pt x="253984" y="940605"/>
                  </a:lnTo>
                  <a:lnTo>
                    <a:pt x="254799" y="922512"/>
                  </a:lnTo>
                  <a:lnTo>
                    <a:pt x="255614" y="946190"/>
                  </a:lnTo>
                  <a:lnTo>
                    <a:pt x="256429" y="936210"/>
                  </a:lnTo>
                  <a:lnTo>
                    <a:pt x="257243" y="951760"/>
                  </a:lnTo>
                  <a:lnTo>
                    <a:pt x="258058" y="937133"/>
                  </a:lnTo>
                  <a:lnTo>
                    <a:pt x="258873" y="938928"/>
                  </a:lnTo>
                  <a:lnTo>
                    <a:pt x="259688" y="936315"/>
                  </a:lnTo>
                  <a:lnTo>
                    <a:pt x="260503" y="949471"/>
                  </a:lnTo>
                  <a:lnTo>
                    <a:pt x="261317" y="935429"/>
                  </a:lnTo>
                  <a:lnTo>
                    <a:pt x="262132" y="932869"/>
                  </a:lnTo>
                  <a:lnTo>
                    <a:pt x="262947" y="923803"/>
                  </a:lnTo>
                  <a:lnTo>
                    <a:pt x="263762" y="915931"/>
                  </a:lnTo>
                  <a:lnTo>
                    <a:pt x="264576" y="900649"/>
                  </a:lnTo>
                  <a:lnTo>
                    <a:pt x="265391" y="901878"/>
                  </a:lnTo>
                  <a:lnTo>
                    <a:pt x="266206" y="864678"/>
                  </a:lnTo>
                  <a:lnTo>
                    <a:pt x="267021" y="782372"/>
                  </a:lnTo>
                  <a:lnTo>
                    <a:pt x="267836" y="776639"/>
                  </a:lnTo>
                  <a:lnTo>
                    <a:pt x="268650" y="849183"/>
                  </a:lnTo>
                  <a:lnTo>
                    <a:pt x="269465" y="831050"/>
                  </a:lnTo>
                  <a:lnTo>
                    <a:pt x="270280" y="799319"/>
                  </a:lnTo>
                  <a:lnTo>
                    <a:pt x="271095" y="781839"/>
                  </a:lnTo>
                  <a:lnTo>
                    <a:pt x="271909" y="727131"/>
                  </a:lnTo>
                  <a:lnTo>
                    <a:pt x="272724" y="737961"/>
                  </a:lnTo>
                  <a:lnTo>
                    <a:pt x="273539" y="733276"/>
                  </a:lnTo>
                  <a:lnTo>
                    <a:pt x="274354" y="693203"/>
                  </a:lnTo>
                  <a:lnTo>
                    <a:pt x="275169" y="781597"/>
                  </a:lnTo>
                  <a:lnTo>
                    <a:pt x="275983" y="875280"/>
                  </a:lnTo>
                  <a:lnTo>
                    <a:pt x="276798" y="903869"/>
                  </a:lnTo>
                  <a:lnTo>
                    <a:pt x="277613" y="911966"/>
                  </a:lnTo>
                  <a:lnTo>
                    <a:pt x="278428" y="906039"/>
                  </a:lnTo>
                  <a:lnTo>
                    <a:pt x="279242" y="916172"/>
                  </a:lnTo>
                  <a:lnTo>
                    <a:pt x="280057" y="951607"/>
                  </a:lnTo>
                  <a:lnTo>
                    <a:pt x="280872" y="930975"/>
                  </a:lnTo>
                  <a:lnTo>
                    <a:pt x="281687" y="901522"/>
                  </a:lnTo>
                  <a:lnTo>
                    <a:pt x="282502" y="905237"/>
                  </a:lnTo>
                  <a:lnTo>
                    <a:pt x="283316" y="911283"/>
                  </a:lnTo>
                  <a:lnTo>
                    <a:pt x="284131" y="881549"/>
                  </a:lnTo>
                  <a:lnTo>
                    <a:pt x="284946" y="871251"/>
                  </a:lnTo>
                  <a:lnTo>
                    <a:pt x="285761" y="822339"/>
                  </a:lnTo>
                  <a:lnTo>
                    <a:pt x="286575" y="801607"/>
                  </a:lnTo>
                  <a:lnTo>
                    <a:pt x="287390" y="840510"/>
                  </a:lnTo>
                  <a:lnTo>
                    <a:pt x="288205" y="863130"/>
                  </a:lnTo>
                  <a:lnTo>
                    <a:pt x="289020" y="858363"/>
                  </a:lnTo>
                  <a:lnTo>
                    <a:pt x="289835" y="852543"/>
                  </a:lnTo>
                  <a:lnTo>
                    <a:pt x="290649" y="823523"/>
                  </a:lnTo>
                  <a:lnTo>
                    <a:pt x="291464" y="787234"/>
                  </a:lnTo>
                  <a:lnTo>
                    <a:pt x="292279" y="796321"/>
                  </a:lnTo>
                  <a:lnTo>
                    <a:pt x="293094" y="799823"/>
                  </a:lnTo>
                  <a:lnTo>
                    <a:pt x="293909" y="793078"/>
                  </a:lnTo>
                  <a:lnTo>
                    <a:pt x="294723" y="776107"/>
                  </a:lnTo>
                  <a:lnTo>
                    <a:pt x="295538" y="801908"/>
                  </a:lnTo>
                  <a:lnTo>
                    <a:pt x="296353" y="798722"/>
                  </a:lnTo>
                  <a:lnTo>
                    <a:pt x="297168" y="692325"/>
                  </a:lnTo>
                  <a:lnTo>
                    <a:pt x="297982" y="644137"/>
                  </a:lnTo>
                  <a:lnTo>
                    <a:pt x="298797" y="733459"/>
                  </a:lnTo>
                  <a:lnTo>
                    <a:pt x="299612" y="809700"/>
                  </a:lnTo>
                  <a:lnTo>
                    <a:pt x="300427" y="850675"/>
                  </a:lnTo>
                  <a:lnTo>
                    <a:pt x="301242" y="881574"/>
                  </a:lnTo>
                  <a:lnTo>
                    <a:pt x="302056" y="935123"/>
                  </a:lnTo>
                  <a:lnTo>
                    <a:pt x="302871" y="980983"/>
                  </a:lnTo>
                  <a:lnTo>
                    <a:pt x="303686" y="995603"/>
                  </a:lnTo>
                  <a:lnTo>
                    <a:pt x="304501" y="936871"/>
                  </a:lnTo>
                  <a:lnTo>
                    <a:pt x="305315" y="957324"/>
                  </a:lnTo>
                  <a:lnTo>
                    <a:pt x="306130" y="964118"/>
                  </a:lnTo>
                  <a:lnTo>
                    <a:pt x="306945" y="922182"/>
                  </a:lnTo>
                  <a:lnTo>
                    <a:pt x="307760" y="839973"/>
                  </a:lnTo>
                  <a:lnTo>
                    <a:pt x="308575" y="869670"/>
                  </a:lnTo>
                  <a:lnTo>
                    <a:pt x="309389" y="920323"/>
                  </a:lnTo>
                  <a:lnTo>
                    <a:pt x="310204" y="937728"/>
                  </a:lnTo>
                  <a:lnTo>
                    <a:pt x="311019" y="925375"/>
                  </a:lnTo>
                  <a:lnTo>
                    <a:pt x="311834" y="943202"/>
                  </a:lnTo>
                  <a:lnTo>
                    <a:pt x="312648" y="872898"/>
                  </a:lnTo>
                  <a:lnTo>
                    <a:pt x="313463" y="900987"/>
                  </a:lnTo>
                  <a:lnTo>
                    <a:pt x="314278" y="809014"/>
                  </a:lnTo>
                  <a:lnTo>
                    <a:pt x="315093" y="789404"/>
                  </a:lnTo>
                  <a:lnTo>
                    <a:pt x="315908" y="773344"/>
                  </a:lnTo>
                  <a:lnTo>
                    <a:pt x="316722" y="843745"/>
                  </a:lnTo>
                  <a:lnTo>
                    <a:pt x="317537" y="889981"/>
                  </a:lnTo>
                  <a:lnTo>
                    <a:pt x="318352" y="875542"/>
                  </a:lnTo>
                  <a:lnTo>
                    <a:pt x="319167" y="894511"/>
                  </a:lnTo>
                  <a:lnTo>
                    <a:pt x="319981" y="862504"/>
                  </a:lnTo>
                  <a:lnTo>
                    <a:pt x="320796" y="841311"/>
                  </a:lnTo>
                  <a:lnTo>
                    <a:pt x="321611" y="864922"/>
                  </a:lnTo>
                  <a:lnTo>
                    <a:pt x="322426" y="835155"/>
                  </a:lnTo>
                  <a:lnTo>
                    <a:pt x="323241" y="897003"/>
                  </a:lnTo>
                  <a:lnTo>
                    <a:pt x="324055" y="856869"/>
                  </a:lnTo>
                  <a:lnTo>
                    <a:pt x="324870" y="878113"/>
                  </a:lnTo>
                  <a:lnTo>
                    <a:pt x="325685" y="843482"/>
                  </a:lnTo>
                  <a:lnTo>
                    <a:pt x="326500" y="773627"/>
                  </a:lnTo>
                  <a:lnTo>
                    <a:pt x="327314" y="805119"/>
                  </a:lnTo>
                  <a:lnTo>
                    <a:pt x="328129" y="644515"/>
                  </a:lnTo>
                  <a:lnTo>
                    <a:pt x="328944" y="681049"/>
                  </a:lnTo>
                  <a:lnTo>
                    <a:pt x="329759" y="766311"/>
                  </a:lnTo>
                  <a:lnTo>
                    <a:pt x="330574" y="741177"/>
                  </a:lnTo>
                  <a:lnTo>
                    <a:pt x="331388" y="840826"/>
                  </a:lnTo>
                  <a:lnTo>
                    <a:pt x="332203" y="856136"/>
                  </a:lnTo>
                  <a:lnTo>
                    <a:pt x="333018" y="877237"/>
                  </a:lnTo>
                  <a:lnTo>
                    <a:pt x="333833" y="887832"/>
                  </a:lnTo>
                  <a:lnTo>
                    <a:pt x="334648" y="814670"/>
                  </a:lnTo>
                  <a:lnTo>
                    <a:pt x="335462" y="841934"/>
                  </a:lnTo>
                  <a:lnTo>
                    <a:pt x="336277" y="766761"/>
                  </a:lnTo>
                  <a:lnTo>
                    <a:pt x="337092" y="762503"/>
                  </a:lnTo>
                  <a:lnTo>
                    <a:pt x="337907" y="737665"/>
                  </a:lnTo>
                  <a:lnTo>
                    <a:pt x="338721" y="738974"/>
                  </a:lnTo>
                  <a:lnTo>
                    <a:pt x="339536" y="763076"/>
                  </a:lnTo>
                  <a:lnTo>
                    <a:pt x="340351" y="734848"/>
                  </a:lnTo>
                  <a:lnTo>
                    <a:pt x="341166" y="689628"/>
                  </a:lnTo>
                  <a:lnTo>
                    <a:pt x="341981" y="696684"/>
                  </a:lnTo>
                  <a:lnTo>
                    <a:pt x="342795" y="614277"/>
                  </a:lnTo>
                  <a:lnTo>
                    <a:pt x="343610" y="589117"/>
                  </a:lnTo>
                  <a:lnTo>
                    <a:pt x="344425" y="542637"/>
                  </a:lnTo>
                  <a:lnTo>
                    <a:pt x="345240" y="579015"/>
                  </a:lnTo>
                  <a:lnTo>
                    <a:pt x="346054" y="596802"/>
                  </a:lnTo>
                  <a:lnTo>
                    <a:pt x="346869" y="504002"/>
                  </a:lnTo>
                  <a:lnTo>
                    <a:pt x="347684" y="587684"/>
                  </a:lnTo>
                  <a:lnTo>
                    <a:pt x="348499" y="536810"/>
                  </a:lnTo>
                  <a:lnTo>
                    <a:pt x="349314" y="516675"/>
                  </a:lnTo>
                  <a:lnTo>
                    <a:pt x="350128" y="410082"/>
                  </a:lnTo>
                  <a:lnTo>
                    <a:pt x="350943" y="448430"/>
                  </a:lnTo>
                  <a:lnTo>
                    <a:pt x="351758" y="428830"/>
                  </a:lnTo>
                  <a:lnTo>
                    <a:pt x="352573" y="405788"/>
                  </a:lnTo>
                  <a:lnTo>
                    <a:pt x="353387" y="386987"/>
                  </a:lnTo>
                  <a:lnTo>
                    <a:pt x="354202" y="347810"/>
                  </a:lnTo>
                  <a:lnTo>
                    <a:pt x="355017" y="241509"/>
                  </a:lnTo>
                  <a:lnTo>
                    <a:pt x="355832" y="188496"/>
                  </a:lnTo>
                  <a:lnTo>
                    <a:pt x="356647" y="201390"/>
                  </a:lnTo>
                  <a:lnTo>
                    <a:pt x="357461" y="144867"/>
                  </a:lnTo>
                  <a:lnTo>
                    <a:pt x="358276" y="0"/>
                  </a:lnTo>
                  <a:lnTo>
                    <a:pt x="359091" y="14671"/>
                  </a:lnTo>
                  <a:lnTo>
                    <a:pt x="359906" y="21705"/>
                  </a:lnTo>
                  <a:lnTo>
                    <a:pt x="360720" y="25340"/>
                  </a:lnTo>
                  <a:lnTo>
                    <a:pt x="361535" y="74015"/>
                  </a:lnTo>
                  <a:lnTo>
                    <a:pt x="362350" y="108969"/>
                  </a:lnTo>
                  <a:lnTo>
                    <a:pt x="363165" y="257878"/>
                  </a:lnTo>
                  <a:lnTo>
                    <a:pt x="363980" y="278708"/>
                  </a:lnTo>
                  <a:lnTo>
                    <a:pt x="364794" y="151187"/>
                  </a:lnTo>
                  <a:lnTo>
                    <a:pt x="365609" y="319520"/>
                  </a:lnTo>
                  <a:lnTo>
                    <a:pt x="366424" y="443809"/>
                  </a:lnTo>
                  <a:lnTo>
                    <a:pt x="367239" y="374845"/>
                  </a:lnTo>
                  <a:lnTo>
                    <a:pt x="368053" y="353853"/>
                  </a:lnTo>
                  <a:lnTo>
                    <a:pt x="368868" y="426868"/>
                  </a:lnTo>
                  <a:lnTo>
                    <a:pt x="369683" y="544424"/>
                  </a:lnTo>
                  <a:lnTo>
                    <a:pt x="370498" y="570494"/>
                  </a:lnTo>
                  <a:lnTo>
                    <a:pt x="371313" y="457188"/>
                  </a:lnTo>
                  <a:lnTo>
                    <a:pt x="372127" y="596995"/>
                  </a:lnTo>
                  <a:lnTo>
                    <a:pt x="372942" y="545213"/>
                  </a:lnTo>
                  <a:lnTo>
                    <a:pt x="373757" y="567445"/>
                  </a:lnTo>
                  <a:lnTo>
                    <a:pt x="374572" y="571773"/>
                  </a:lnTo>
                  <a:lnTo>
                    <a:pt x="375387" y="449463"/>
                  </a:lnTo>
                  <a:lnTo>
                    <a:pt x="376201" y="430947"/>
                  </a:lnTo>
                  <a:lnTo>
                    <a:pt x="377016" y="386826"/>
                  </a:lnTo>
                  <a:lnTo>
                    <a:pt x="377831" y="353676"/>
                  </a:lnTo>
                  <a:lnTo>
                    <a:pt x="378646" y="279815"/>
                  </a:lnTo>
                  <a:lnTo>
                    <a:pt x="379460" y="262211"/>
                  </a:lnTo>
                  <a:lnTo>
                    <a:pt x="380275" y="341554"/>
                  </a:lnTo>
                  <a:lnTo>
                    <a:pt x="381090" y="372240"/>
                  </a:lnTo>
                  <a:lnTo>
                    <a:pt x="381905" y="339942"/>
                  </a:lnTo>
                  <a:lnTo>
                    <a:pt x="382720" y="299672"/>
                  </a:lnTo>
                  <a:lnTo>
                    <a:pt x="383534" y="258647"/>
                  </a:lnTo>
                  <a:lnTo>
                    <a:pt x="384349" y="298239"/>
                  </a:lnTo>
                  <a:lnTo>
                    <a:pt x="385164" y="337533"/>
                  </a:lnTo>
                  <a:lnTo>
                    <a:pt x="385979" y="276687"/>
                  </a:lnTo>
                  <a:lnTo>
                    <a:pt x="386793" y="346967"/>
                  </a:lnTo>
                  <a:lnTo>
                    <a:pt x="387608" y="349139"/>
                  </a:lnTo>
                  <a:lnTo>
                    <a:pt x="388423" y="277472"/>
                  </a:lnTo>
                  <a:lnTo>
                    <a:pt x="389238" y="274706"/>
                  </a:lnTo>
                  <a:lnTo>
                    <a:pt x="390053" y="315697"/>
                  </a:lnTo>
                  <a:lnTo>
                    <a:pt x="390867" y="419947"/>
                  </a:lnTo>
                  <a:lnTo>
                    <a:pt x="391682" y="485605"/>
                  </a:lnTo>
                  <a:lnTo>
                    <a:pt x="392497" y="483527"/>
                  </a:lnTo>
                  <a:lnTo>
                    <a:pt x="393312" y="597215"/>
                  </a:lnTo>
                  <a:lnTo>
                    <a:pt x="394126" y="688407"/>
                  </a:lnTo>
                  <a:lnTo>
                    <a:pt x="394941" y="640314"/>
                  </a:lnTo>
                  <a:lnTo>
                    <a:pt x="395756" y="555262"/>
                  </a:lnTo>
                  <a:lnTo>
                    <a:pt x="396571" y="525191"/>
                  </a:lnTo>
                  <a:lnTo>
                    <a:pt x="397386" y="638839"/>
                  </a:lnTo>
                  <a:lnTo>
                    <a:pt x="398200" y="688556"/>
                  </a:lnTo>
                  <a:lnTo>
                    <a:pt x="399015" y="606949"/>
                  </a:lnTo>
                  <a:lnTo>
                    <a:pt x="399830" y="534281"/>
                  </a:lnTo>
                  <a:lnTo>
                    <a:pt x="400645" y="503749"/>
                  </a:lnTo>
                  <a:lnTo>
                    <a:pt x="401459" y="497953"/>
                  </a:lnTo>
                  <a:lnTo>
                    <a:pt x="402274" y="456836"/>
                  </a:lnTo>
                  <a:lnTo>
                    <a:pt x="403089" y="467915"/>
                  </a:lnTo>
                  <a:lnTo>
                    <a:pt x="403904" y="480438"/>
                  </a:lnTo>
                  <a:lnTo>
                    <a:pt x="404719" y="567607"/>
                  </a:lnTo>
                  <a:lnTo>
                    <a:pt x="405533" y="716524"/>
                  </a:lnTo>
                  <a:lnTo>
                    <a:pt x="406348" y="706004"/>
                  </a:lnTo>
                  <a:lnTo>
                    <a:pt x="407163" y="742881"/>
                  </a:lnTo>
                  <a:lnTo>
                    <a:pt x="407978" y="736399"/>
                  </a:lnTo>
                  <a:lnTo>
                    <a:pt x="408792" y="722187"/>
                  </a:lnTo>
                  <a:lnTo>
                    <a:pt x="409607" y="766288"/>
                  </a:lnTo>
                  <a:lnTo>
                    <a:pt x="410422" y="747591"/>
                  </a:lnTo>
                  <a:lnTo>
                    <a:pt x="411237" y="625617"/>
                  </a:lnTo>
                  <a:lnTo>
                    <a:pt x="412052" y="617988"/>
                  </a:lnTo>
                  <a:lnTo>
                    <a:pt x="412866" y="752280"/>
                  </a:lnTo>
                  <a:lnTo>
                    <a:pt x="413681" y="764188"/>
                  </a:lnTo>
                  <a:lnTo>
                    <a:pt x="414496" y="755106"/>
                  </a:lnTo>
                  <a:lnTo>
                    <a:pt x="415311" y="752710"/>
                  </a:lnTo>
                  <a:lnTo>
                    <a:pt x="416126" y="754970"/>
                  </a:lnTo>
                  <a:lnTo>
                    <a:pt x="416940" y="728699"/>
                  </a:lnTo>
                  <a:lnTo>
                    <a:pt x="417755" y="633548"/>
                  </a:lnTo>
                  <a:lnTo>
                    <a:pt x="418570" y="618536"/>
                  </a:lnTo>
                  <a:lnTo>
                    <a:pt x="419385" y="591782"/>
                  </a:lnTo>
                  <a:lnTo>
                    <a:pt x="420199" y="601324"/>
                  </a:lnTo>
                  <a:lnTo>
                    <a:pt x="421014" y="588482"/>
                  </a:lnTo>
                  <a:lnTo>
                    <a:pt x="421829" y="489443"/>
                  </a:lnTo>
                  <a:lnTo>
                    <a:pt x="422644" y="473601"/>
                  </a:lnTo>
                  <a:lnTo>
                    <a:pt x="423459" y="585496"/>
                  </a:lnTo>
                  <a:lnTo>
                    <a:pt x="424273" y="651926"/>
                  </a:lnTo>
                  <a:lnTo>
                    <a:pt x="425088" y="720641"/>
                  </a:lnTo>
                  <a:lnTo>
                    <a:pt x="425903" y="767943"/>
                  </a:lnTo>
                  <a:lnTo>
                    <a:pt x="426718" y="744706"/>
                  </a:lnTo>
                  <a:lnTo>
                    <a:pt x="427532" y="742331"/>
                  </a:lnTo>
                  <a:lnTo>
                    <a:pt x="428347" y="699907"/>
                  </a:lnTo>
                  <a:lnTo>
                    <a:pt x="429162" y="642307"/>
                  </a:lnTo>
                  <a:lnTo>
                    <a:pt x="429977" y="595098"/>
                  </a:lnTo>
                  <a:lnTo>
                    <a:pt x="430792" y="567671"/>
                  </a:lnTo>
                  <a:lnTo>
                    <a:pt x="431606" y="592859"/>
                  </a:lnTo>
                  <a:lnTo>
                    <a:pt x="432421" y="464843"/>
                  </a:lnTo>
                  <a:lnTo>
                    <a:pt x="433236" y="508798"/>
                  </a:lnTo>
                  <a:lnTo>
                    <a:pt x="434051" y="526959"/>
                  </a:lnTo>
                  <a:lnTo>
                    <a:pt x="434865" y="518265"/>
                  </a:lnTo>
                  <a:lnTo>
                    <a:pt x="435680" y="581010"/>
                  </a:lnTo>
                  <a:lnTo>
                    <a:pt x="436495" y="570571"/>
                  </a:lnTo>
                  <a:lnTo>
                    <a:pt x="437310" y="587249"/>
                  </a:lnTo>
                  <a:lnTo>
                    <a:pt x="438125" y="606681"/>
                  </a:lnTo>
                  <a:lnTo>
                    <a:pt x="438939" y="594811"/>
                  </a:lnTo>
                  <a:lnTo>
                    <a:pt x="439754" y="679456"/>
                  </a:lnTo>
                  <a:lnTo>
                    <a:pt x="440569" y="740588"/>
                  </a:lnTo>
                  <a:lnTo>
                    <a:pt x="441384" y="781779"/>
                  </a:lnTo>
                  <a:lnTo>
                    <a:pt x="442198" y="873235"/>
                  </a:lnTo>
                  <a:lnTo>
                    <a:pt x="443013" y="854881"/>
                  </a:lnTo>
                  <a:lnTo>
                    <a:pt x="443828" y="867093"/>
                  </a:lnTo>
                  <a:lnTo>
                    <a:pt x="444643" y="882490"/>
                  </a:lnTo>
                  <a:lnTo>
                    <a:pt x="445458" y="888560"/>
                  </a:lnTo>
                  <a:lnTo>
                    <a:pt x="446272" y="887127"/>
                  </a:lnTo>
                  <a:lnTo>
                    <a:pt x="447087" y="835857"/>
                  </a:lnTo>
                  <a:lnTo>
                    <a:pt x="447902" y="713802"/>
                  </a:lnTo>
                  <a:lnTo>
                    <a:pt x="448717" y="726017"/>
                  </a:lnTo>
                  <a:lnTo>
                    <a:pt x="449531" y="808790"/>
                  </a:lnTo>
                  <a:lnTo>
                    <a:pt x="450346" y="809615"/>
                  </a:lnTo>
                  <a:lnTo>
                    <a:pt x="451161" y="763913"/>
                  </a:lnTo>
                  <a:lnTo>
                    <a:pt x="451976" y="800204"/>
                  </a:lnTo>
                  <a:lnTo>
                    <a:pt x="452791" y="728219"/>
                  </a:lnTo>
                  <a:lnTo>
                    <a:pt x="453605" y="651956"/>
                  </a:lnTo>
                  <a:lnTo>
                    <a:pt x="454420" y="618989"/>
                  </a:lnTo>
                  <a:lnTo>
                    <a:pt x="455235" y="532250"/>
                  </a:lnTo>
                  <a:lnTo>
                    <a:pt x="456050" y="570589"/>
                  </a:lnTo>
                  <a:lnTo>
                    <a:pt x="456865" y="553549"/>
                  </a:lnTo>
                  <a:lnTo>
                    <a:pt x="457679" y="581923"/>
                  </a:lnTo>
                  <a:lnTo>
                    <a:pt x="458494" y="616394"/>
                  </a:lnTo>
                  <a:lnTo>
                    <a:pt x="459309" y="621059"/>
                  </a:lnTo>
                  <a:lnTo>
                    <a:pt x="460124" y="710307"/>
                  </a:lnTo>
                  <a:lnTo>
                    <a:pt x="460938" y="740265"/>
                  </a:lnTo>
                  <a:lnTo>
                    <a:pt x="461753" y="722234"/>
                  </a:lnTo>
                  <a:lnTo>
                    <a:pt x="462568" y="765560"/>
                  </a:lnTo>
                  <a:lnTo>
                    <a:pt x="463383" y="783079"/>
                  </a:lnTo>
                  <a:lnTo>
                    <a:pt x="464198" y="763632"/>
                  </a:lnTo>
                  <a:lnTo>
                    <a:pt x="465012" y="781153"/>
                  </a:lnTo>
                  <a:lnTo>
                    <a:pt x="465827" y="835918"/>
                  </a:lnTo>
                  <a:lnTo>
                    <a:pt x="466642" y="864812"/>
                  </a:lnTo>
                  <a:lnTo>
                    <a:pt x="467457" y="875065"/>
                  </a:lnTo>
                  <a:lnTo>
                    <a:pt x="468271" y="930115"/>
                  </a:lnTo>
                  <a:lnTo>
                    <a:pt x="469086" y="937125"/>
                  </a:lnTo>
                  <a:lnTo>
                    <a:pt x="469901" y="932510"/>
                  </a:lnTo>
                  <a:lnTo>
                    <a:pt x="470716" y="954752"/>
                  </a:lnTo>
                  <a:lnTo>
                    <a:pt x="471531" y="959675"/>
                  </a:lnTo>
                  <a:lnTo>
                    <a:pt x="472345" y="940592"/>
                  </a:lnTo>
                  <a:lnTo>
                    <a:pt x="473160" y="952799"/>
                  </a:lnTo>
                  <a:lnTo>
                    <a:pt x="473975" y="903539"/>
                  </a:lnTo>
                  <a:lnTo>
                    <a:pt x="474790" y="886648"/>
                  </a:lnTo>
                  <a:lnTo>
                    <a:pt x="475604" y="887256"/>
                  </a:lnTo>
                  <a:lnTo>
                    <a:pt x="476419" y="893086"/>
                  </a:lnTo>
                  <a:lnTo>
                    <a:pt x="477234" y="901423"/>
                  </a:lnTo>
                  <a:lnTo>
                    <a:pt x="478049" y="840861"/>
                  </a:lnTo>
                  <a:lnTo>
                    <a:pt x="478864" y="833608"/>
                  </a:lnTo>
                  <a:lnTo>
                    <a:pt x="479678" y="872178"/>
                  </a:lnTo>
                  <a:lnTo>
                    <a:pt x="480493" y="945987"/>
                  </a:lnTo>
                  <a:lnTo>
                    <a:pt x="481308" y="950652"/>
                  </a:lnTo>
                  <a:lnTo>
                    <a:pt x="482123" y="925688"/>
                  </a:lnTo>
                  <a:lnTo>
                    <a:pt x="482937" y="953489"/>
                  </a:lnTo>
                  <a:lnTo>
                    <a:pt x="483752" y="995532"/>
                  </a:lnTo>
                  <a:lnTo>
                    <a:pt x="484567" y="970167"/>
                  </a:lnTo>
                  <a:lnTo>
                    <a:pt x="485382" y="978927"/>
                  </a:lnTo>
                  <a:lnTo>
                    <a:pt x="485987" y="100988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5713516" y="5862529"/>
              <a:ext cx="163106" cy="516920"/>
            </a:xfrm>
            <a:custGeom>
              <a:avLst/>
              <a:pathLst>
                <a:path w="163106" h="516920">
                  <a:moveTo>
                    <a:pt x="0" y="516920"/>
                  </a:moveTo>
                  <a:lnTo>
                    <a:pt x="601" y="486011"/>
                  </a:lnTo>
                  <a:lnTo>
                    <a:pt x="1415" y="459234"/>
                  </a:lnTo>
                  <a:lnTo>
                    <a:pt x="2230" y="465572"/>
                  </a:lnTo>
                  <a:lnTo>
                    <a:pt x="3045" y="449868"/>
                  </a:lnTo>
                  <a:lnTo>
                    <a:pt x="3860" y="447940"/>
                  </a:lnTo>
                  <a:lnTo>
                    <a:pt x="4675" y="418844"/>
                  </a:lnTo>
                  <a:lnTo>
                    <a:pt x="5489" y="332943"/>
                  </a:lnTo>
                  <a:lnTo>
                    <a:pt x="6304" y="275560"/>
                  </a:lnTo>
                  <a:lnTo>
                    <a:pt x="7119" y="244437"/>
                  </a:lnTo>
                  <a:lnTo>
                    <a:pt x="7934" y="221684"/>
                  </a:lnTo>
                  <a:lnTo>
                    <a:pt x="8748" y="216749"/>
                  </a:lnTo>
                  <a:lnTo>
                    <a:pt x="9563" y="307514"/>
                  </a:lnTo>
                  <a:lnTo>
                    <a:pt x="10378" y="313811"/>
                  </a:lnTo>
                  <a:lnTo>
                    <a:pt x="11193" y="350227"/>
                  </a:lnTo>
                  <a:lnTo>
                    <a:pt x="12008" y="343768"/>
                  </a:lnTo>
                  <a:lnTo>
                    <a:pt x="12822" y="370172"/>
                  </a:lnTo>
                  <a:lnTo>
                    <a:pt x="13637" y="367123"/>
                  </a:lnTo>
                  <a:lnTo>
                    <a:pt x="14452" y="403776"/>
                  </a:lnTo>
                  <a:lnTo>
                    <a:pt x="15267" y="437953"/>
                  </a:lnTo>
                  <a:lnTo>
                    <a:pt x="16081" y="388052"/>
                  </a:lnTo>
                  <a:lnTo>
                    <a:pt x="16896" y="397332"/>
                  </a:lnTo>
                  <a:lnTo>
                    <a:pt x="17711" y="380988"/>
                  </a:lnTo>
                  <a:lnTo>
                    <a:pt x="18526" y="373893"/>
                  </a:lnTo>
                  <a:lnTo>
                    <a:pt x="19341" y="345462"/>
                  </a:lnTo>
                  <a:lnTo>
                    <a:pt x="20155" y="291579"/>
                  </a:lnTo>
                  <a:lnTo>
                    <a:pt x="20970" y="193980"/>
                  </a:lnTo>
                  <a:lnTo>
                    <a:pt x="21785" y="203422"/>
                  </a:lnTo>
                  <a:lnTo>
                    <a:pt x="22600" y="179240"/>
                  </a:lnTo>
                  <a:lnTo>
                    <a:pt x="23414" y="233148"/>
                  </a:lnTo>
                  <a:lnTo>
                    <a:pt x="24229" y="207574"/>
                  </a:lnTo>
                  <a:lnTo>
                    <a:pt x="25044" y="292113"/>
                  </a:lnTo>
                  <a:lnTo>
                    <a:pt x="25859" y="371801"/>
                  </a:lnTo>
                  <a:lnTo>
                    <a:pt x="26674" y="345557"/>
                  </a:lnTo>
                  <a:lnTo>
                    <a:pt x="27488" y="295074"/>
                  </a:lnTo>
                  <a:lnTo>
                    <a:pt x="28303" y="271244"/>
                  </a:lnTo>
                  <a:lnTo>
                    <a:pt x="29118" y="283885"/>
                  </a:lnTo>
                  <a:lnTo>
                    <a:pt x="29933" y="312227"/>
                  </a:lnTo>
                  <a:lnTo>
                    <a:pt x="30747" y="182813"/>
                  </a:lnTo>
                  <a:lnTo>
                    <a:pt x="31562" y="221517"/>
                  </a:lnTo>
                  <a:lnTo>
                    <a:pt x="32377" y="239504"/>
                  </a:lnTo>
                  <a:lnTo>
                    <a:pt x="33192" y="333055"/>
                  </a:lnTo>
                  <a:lnTo>
                    <a:pt x="34007" y="394558"/>
                  </a:lnTo>
                  <a:lnTo>
                    <a:pt x="34821" y="428466"/>
                  </a:lnTo>
                  <a:lnTo>
                    <a:pt x="35636" y="450166"/>
                  </a:lnTo>
                  <a:lnTo>
                    <a:pt x="36451" y="473259"/>
                  </a:lnTo>
                  <a:lnTo>
                    <a:pt x="37266" y="465745"/>
                  </a:lnTo>
                  <a:lnTo>
                    <a:pt x="38081" y="440395"/>
                  </a:lnTo>
                  <a:lnTo>
                    <a:pt x="38895" y="489084"/>
                  </a:lnTo>
                  <a:lnTo>
                    <a:pt x="39710" y="375109"/>
                  </a:lnTo>
                  <a:lnTo>
                    <a:pt x="40525" y="351821"/>
                  </a:lnTo>
                  <a:lnTo>
                    <a:pt x="41340" y="313289"/>
                  </a:lnTo>
                  <a:lnTo>
                    <a:pt x="42154" y="351800"/>
                  </a:lnTo>
                  <a:lnTo>
                    <a:pt x="42969" y="278056"/>
                  </a:lnTo>
                  <a:lnTo>
                    <a:pt x="43784" y="310101"/>
                  </a:lnTo>
                  <a:lnTo>
                    <a:pt x="44599" y="380018"/>
                  </a:lnTo>
                  <a:lnTo>
                    <a:pt x="45414" y="391025"/>
                  </a:lnTo>
                  <a:lnTo>
                    <a:pt x="46228" y="405841"/>
                  </a:lnTo>
                  <a:lnTo>
                    <a:pt x="47043" y="381549"/>
                  </a:lnTo>
                  <a:lnTo>
                    <a:pt x="47858" y="382223"/>
                  </a:lnTo>
                  <a:lnTo>
                    <a:pt x="48673" y="381817"/>
                  </a:lnTo>
                  <a:lnTo>
                    <a:pt x="49487" y="403311"/>
                  </a:lnTo>
                  <a:lnTo>
                    <a:pt x="50302" y="421358"/>
                  </a:lnTo>
                  <a:lnTo>
                    <a:pt x="51117" y="454844"/>
                  </a:lnTo>
                  <a:lnTo>
                    <a:pt x="51932" y="497276"/>
                  </a:lnTo>
                  <a:lnTo>
                    <a:pt x="52747" y="503760"/>
                  </a:lnTo>
                  <a:lnTo>
                    <a:pt x="53561" y="508324"/>
                  </a:lnTo>
                  <a:lnTo>
                    <a:pt x="54376" y="501851"/>
                  </a:lnTo>
                  <a:lnTo>
                    <a:pt x="55191" y="501664"/>
                  </a:lnTo>
                  <a:lnTo>
                    <a:pt x="56006" y="500437"/>
                  </a:lnTo>
                  <a:lnTo>
                    <a:pt x="56820" y="497517"/>
                  </a:lnTo>
                  <a:lnTo>
                    <a:pt x="57635" y="507058"/>
                  </a:lnTo>
                  <a:lnTo>
                    <a:pt x="58450" y="493802"/>
                  </a:lnTo>
                  <a:lnTo>
                    <a:pt x="59265" y="460211"/>
                  </a:lnTo>
                  <a:lnTo>
                    <a:pt x="60080" y="435171"/>
                  </a:lnTo>
                  <a:lnTo>
                    <a:pt x="60894" y="401039"/>
                  </a:lnTo>
                  <a:lnTo>
                    <a:pt x="61709" y="412600"/>
                  </a:lnTo>
                  <a:lnTo>
                    <a:pt x="62524" y="369886"/>
                  </a:lnTo>
                  <a:lnTo>
                    <a:pt x="63339" y="421184"/>
                  </a:lnTo>
                  <a:lnTo>
                    <a:pt x="64153" y="429997"/>
                  </a:lnTo>
                  <a:lnTo>
                    <a:pt x="64968" y="399542"/>
                  </a:lnTo>
                  <a:lnTo>
                    <a:pt x="65783" y="431953"/>
                  </a:lnTo>
                  <a:lnTo>
                    <a:pt x="66598" y="398747"/>
                  </a:lnTo>
                  <a:lnTo>
                    <a:pt x="67413" y="387894"/>
                  </a:lnTo>
                  <a:lnTo>
                    <a:pt x="68227" y="375966"/>
                  </a:lnTo>
                  <a:lnTo>
                    <a:pt x="69042" y="342511"/>
                  </a:lnTo>
                  <a:lnTo>
                    <a:pt x="69857" y="374012"/>
                  </a:lnTo>
                  <a:lnTo>
                    <a:pt x="70672" y="346871"/>
                  </a:lnTo>
                  <a:lnTo>
                    <a:pt x="71486" y="370368"/>
                  </a:lnTo>
                  <a:lnTo>
                    <a:pt x="72301" y="351507"/>
                  </a:lnTo>
                  <a:lnTo>
                    <a:pt x="73116" y="323849"/>
                  </a:lnTo>
                  <a:lnTo>
                    <a:pt x="73931" y="308604"/>
                  </a:lnTo>
                  <a:lnTo>
                    <a:pt x="74746" y="312096"/>
                  </a:lnTo>
                  <a:lnTo>
                    <a:pt x="75560" y="306763"/>
                  </a:lnTo>
                  <a:lnTo>
                    <a:pt x="76375" y="292667"/>
                  </a:lnTo>
                  <a:lnTo>
                    <a:pt x="77190" y="330231"/>
                  </a:lnTo>
                  <a:lnTo>
                    <a:pt x="78005" y="360899"/>
                  </a:lnTo>
                  <a:lnTo>
                    <a:pt x="78820" y="358074"/>
                  </a:lnTo>
                  <a:lnTo>
                    <a:pt x="79634" y="297340"/>
                  </a:lnTo>
                  <a:lnTo>
                    <a:pt x="80449" y="339487"/>
                  </a:lnTo>
                  <a:lnTo>
                    <a:pt x="81264" y="202504"/>
                  </a:lnTo>
                  <a:lnTo>
                    <a:pt x="82079" y="207606"/>
                  </a:lnTo>
                  <a:lnTo>
                    <a:pt x="82893" y="184935"/>
                  </a:lnTo>
                  <a:lnTo>
                    <a:pt x="83708" y="163501"/>
                  </a:lnTo>
                  <a:lnTo>
                    <a:pt x="84523" y="218676"/>
                  </a:lnTo>
                  <a:lnTo>
                    <a:pt x="85338" y="282967"/>
                  </a:lnTo>
                  <a:lnTo>
                    <a:pt x="86153" y="332709"/>
                  </a:lnTo>
                  <a:lnTo>
                    <a:pt x="86967" y="326036"/>
                  </a:lnTo>
                  <a:lnTo>
                    <a:pt x="87782" y="331640"/>
                  </a:lnTo>
                  <a:lnTo>
                    <a:pt x="88597" y="374323"/>
                  </a:lnTo>
                  <a:lnTo>
                    <a:pt x="89412" y="362102"/>
                  </a:lnTo>
                  <a:lnTo>
                    <a:pt x="90226" y="340571"/>
                  </a:lnTo>
                  <a:lnTo>
                    <a:pt x="91041" y="348711"/>
                  </a:lnTo>
                  <a:lnTo>
                    <a:pt x="91856" y="335022"/>
                  </a:lnTo>
                  <a:lnTo>
                    <a:pt x="92671" y="307530"/>
                  </a:lnTo>
                  <a:lnTo>
                    <a:pt x="93486" y="186277"/>
                  </a:lnTo>
                  <a:lnTo>
                    <a:pt x="94300" y="171478"/>
                  </a:lnTo>
                  <a:lnTo>
                    <a:pt x="95115" y="227979"/>
                  </a:lnTo>
                  <a:lnTo>
                    <a:pt x="95930" y="333276"/>
                  </a:lnTo>
                  <a:lnTo>
                    <a:pt x="96745" y="379633"/>
                  </a:lnTo>
                  <a:lnTo>
                    <a:pt x="97559" y="376554"/>
                  </a:lnTo>
                  <a:lnTo>
                    <a:pt x="98374" y="354234"/>
                  </a:lnTo>
                  <a:lnTo>
                    <a:pt x="99189" y="380713"/>
                  </a:lnTo>
                  <a:lnTo>
                    <a:pt x="100004" y="336440"/>
                  </a:lnTo>
                  <a:lnTo>
                    <a:pt x="100819" y="237949"/>
                  </a:lnTo>
                  <a:lnTo>
                    <a:pt x="101633" y="151675"/>
                  </a:lnTo>
                  <a:lnTo>
                    <a:pt x="102448" y="110269"/>
                  </a:lnTo>
                  <a:lnTo>
                    <a:pt x="103263" y="141034"/>
                  </a:lnTo>
                  <a:lnTo>
                    <a:pt x="104078" y="112526"/>
                  </a:lnTo>
                  <a:lnTo>
                    <a:pt x="104892" y="87110"/>
                  </a:lnTo>
                  <a:lnTo>
                    <a:pt x="105707" y="131696"/>
                  </a:lnTo>
                  <a:lnTo>
                    <a:pt x="106522" y="119895"/>
                  </a:lnTo>
                  <a:lnTo>
                    <a:pt x="107337" y="143144"/>
                  </a:lnTo>
                  <a:lnTo>
                    <a:pt x="108152" y="198649"/>
                  </a:lnTo>
                  <a:lnTo>
                    <a:pt x="108966" y="284663"/>
                  </a:lnTo>
                  <a:lnTo>
                    <a:pt x="109781" y="300697"/>
                  </a:lnTo>
                  <a:lnTo>
                    <a:pt x="110596" y="270351"/>
                  </a:lnTo>
                  <a:lnTo>
                    <a:pt x="111411" y="290426"/>
                  </a:lnTo>
                  <a:lnTo>
                    <a:pt x="112225" y="278574"/>
                  </a:lnTo>
                  <a:lnTo>
                    <a:pt x="113040" y="264194"/>
                  </a:lnTo>
                  <a:lnTo>
                    <a:pt x="113855" y="273887"/>
                  </a:lnTo>
                  <a:lnTo>
                    <a:pt x="114670" y="189659"/>
                  </a:lnTo>
                  <a:lnTo>
                    <a:pt x="115485" y="127328"/>
                  </a:lnTo>
                  <a:lnTo>
                    <a:pt x="116299" y="50347"/>
                  </a:lnTo>
                  <a:lnTo>
                    <a:pt x="117114" y="45409"/>
                  </a:lnTo>
                  <a:lnTo>
                    <a:pt x="117929" y="74725"/>
                  </a:lnTo>
                  <a:lnTo>
                    <a:pt x="118744" y="0"/>
                  </a:lnTo>
                  <a:lnTo>
                    <a:pt x="119559" y="54249"/>
                  </a:lnTo>
                  <a:lnTo>
                    <a:pt x="120373" y="83372"/>
                  </a:lnTo>
                  <a:lnTo>
                    <a:pt x="121188" y="171788"/>
                  </a:lnTo>
                  <a:lnTo>
                    <a:pt x="122003" y="226918"/>
                  </a:lnTo>
                  <a:lnTo>
                    <a:pt x="122818" y="273265"/>
                  </a:lnTo>
                  <a:lnTo>
                    <a:pt x="123632" y="322050"/>
                  </a:lnTo>
                  <a:lnTo>
                    <a:pt x="124447" y="365959"/>
                  </a:lnTo>
                  <a:lnTo>
                    <a:pt x="125262" y="359071"/>
                  </a:lnTo>
                  <a:lnTo>
                    <a:pt x="126077" y="370236"/>
                  </a:lnTo>
                  <a:lnTo>
                    <a:pt x="126892" y="399074"/>
                  </a:lnTo>
                  <a:lnTo>
                    <a:pt x="127706" y="421239"/>
                  </a:lnTo>
                  <a:lnTo>
                    <a:pt x="128521" y="412178"/>
                  </a:lnTo>
                  <a:lnTo>
                    <a:pt x="129336" y="396988"/>
                  </a:lnTo>
                  <a:lnTo>
                    <a:pt x="130151" y="454460"/>
                  </a:lnTo>
                  <a:lnTo>
                    <a:pt x="130965" y="438889"/>
                  </a:lnTo>
                  <a:lnTo>
                    <a:pt x="131780" y="389077"/>
                  </a:lnTo>
                  <a:lnTo>
                    <a:pt x="132595" y="291531"/>
                  </a:lnTo>
                  <a:lnTo>
                    <a:pt x="133410" y="356131"/>
                  </a:lnTo>
                  <a:lnTo>
                    <a:pt x="134225" y="409066"/>
                  </a:lnTo>
                  <a:lnTo>
                    <a:pt x="135039" y="382926"/>
                  </a:lnTo>
                  <a:lnTo>
                    <a:pt x="135854" y="291535"/>
                  </a:lnTo>
                  <a:lnTo>
                    <a:pt x="136669" y="296492"/>
                  </a:lnTo>
                  <a:lnTo>
                    <a:pt x="137484" y="280298"/>
                  </a:lnTo>
                  <a:lnTo>
                    <a:pt x="138298" y="272323"/>
                  </a:lnTo>
                  <a:lnTo>
                    <a:pt x="139113" y="232029"/>
                  </a:lnTo>
                  <a:lnTo>
                    <a:pt x="139928" y="274209"/>
                  </a:lnTo>
                  <a:lnTo>
                    <a:pt x="140743" y="354927"/>
                  </a:lnTo>
                  <a:lnTo>
                    <a:pt x="141558" y="322061"/>
                  </a:lnTo>
                  <a:lnTo>
                    <a:pt x="142372" y="316375"/>
                  </a:lnTo>
                  <a:lnTo>
                    <a:pt x="143187" y="310613"/>
                  </a:lnTo>
                  <a:lnTo>
                    <a:pt x="144002" y="239454"/>
                  </a:lnTo>
                  <a:lnTo>
                    <a:pt x="144817" y="352881"/>
                  </a:lnTo>
                  <a:lnTo>
                    <a:pt x="145631" y="330647"/>
                  </a:lnTo>
                  <a:lnTo>
                    <a:pt x="146446" y="366255"/>
                  </a:lnTo>
                  <a:lnTo>
                    <a:pt x="147261" y="366629"/>
                  </a:lnTo>
                  <a:lnTo>
                    <a:pt x="148076" y="373195"/>
                  </a:lnTo>
                  <a:lnTo>
                    <a:pt x="148891" y="372452"/>
                  </a:lnTo>
                  <a:lnTo>
                    <a:pt x="149705" y="347840"/>
                  </a:lnTo>
                  <a:lnTo>
                    <a:pt x="150520" y="333505"/>
                  </a:lnTo>
                  <a:lnTo>
                    <a:pt x="151335" y="288832"/>
                  </a:lnTo>
                  <a:lnTo>
                    <a:pt x="152150" y="355249"/>
                  </a:lnTo>
                  <a:lnTo>
                    <a:pt x="152964" y="374182"/>
                  </a:lnTo>
                  <a:lnTo>
                    <a:pt x="153779" y="382321"/>
                  </a:lnTo>
                  <a:lnTo>
                    <a:pt x="154594" y="331125"/>
                  </a:lnTo>
                  <a:lnTo>
                    <a:pt x="155409" y="362892"/>
                  </a:lnTo>
                  <a:lnTo>
                    <a:pt x="156224" y="378491"/>
                  </a:lnTo>
                  <a:lnTo>
                    <a:pt x="157038" y="367693"/>
                  </a:lnTo>
                  <a:lnTo>
                    <a:pt x="157853" y="375147"/>
                  </a:lnTo>
                  <a:lnTo>
                    <a:pt x="158668" y="375296"/>
                  </a:lnTo>
                  <a:lnTo>
                    <a:pt x="159483" y="426133"/>
                  </a:lnTo>
                  <a:lnTo>
                    <a:pt x="160298" y="429385"/>
                  </a:lnTo>
                  <a:lnTo>
                    <a:pt x="161112" y="425373"/>
                  </a:lnTo>
                  <a:lnTo>
                    <a:pt x="161927" y="445127"/>
                  </a:lnTo>
                  <a:lnTo>
                    <a:pt x="162742" y="499797"/>
                  </a:lnTo>
                  <a:lnTo>
                    <a:pt x="163106" y="51692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5878230" y="6187843"/>
              <a:ext cx="21553" cy="191606"/>
            </a:xfrm>
            <a:custGeom>
              <a:avLst/>
              <a:pathLst>
                <a:path w="21553" h="191606">
                  <a:moveTo>
                    <a:pt x="0" y="191606"/>
                  </a:moveTo>
                  <a:lnTo>
                    <a:pt x="472" y="170767"/>
                  </a:lnTo>
                  <a:lnTo>
                    <a:pt x="1287" y="187157"/>
                  </a:lnTo>
                  <a:lnTo>
                    <a:pt x="2101" y="157465"/>
                  </a:lnTo>
                  <a:lnTo>
                    <a:pt x="2916" y="85974"/>
                  </a:lnTo>
                  <a:lnTo>
                    <a:pt x="3731" y="75686"/>
                  </a:lnTo>
                  <a:lnTo>
                    <a:pt x="4546" y="97917"/>
                  </a:lnTo>
                  <a:lnTo>
                    <a:pt x="5361" y="98124"/>
                  </a:lnTo>
                  <a:lnTo>
                    <a:pt x="6175" y="103400"/>
                  </a:lnTo>
                  <a:lnTo>
                    <a:pt x="6990" y="85256"/>
                  </a:lnTo>
                  <a:lnTo>
                    <a:pt x="7805" y="10677"/>
                  </a:lnTo>
                  <a:lnTo>
                    <a:pt x="8620" y="0"/>
                  </a:lnTo>
                  <a:lnTo>
                    <a:pt x="9434" y="48060"/>
                  </a:lnTo>
                  <a:lnTo>
                    <a:pt x="10249" y="42577"/>
                  </a:lnTo>
                  <a:lnTo>
                    <a:pt x="11064" y="66363"/>
                  </a:lnTo>
                  <a:lnTo>
                    <a:pt x="11879" y="112467"/>
                  </a:lnTo>
                  <a:lnTo>
                    <a:pt x="12694" y="129287"/>
                  </a:lnTo>
                  <a:lnTo>
                    <a:pt x="13508" y="152192"/>
                  </a:lnTo>
                  <a:lnTo>
                    <a:pt x="14323" y="152867"/>
                  </a:lnTo>
                  <a:lnTo>
                    <a:pt x="15138" y="153667"/>
                  </a:lnTo>
                  <a:lnTo>
                    <a:pt x="15953" y="172599"/>
                  </a:lnTo>
                  <a:lnTo>
                    <a:pt x="16767" y="165232"/>
                  </a:lnTo>
                  <a:lnTo>
                    <a:pt x="17582" y="169366"/>
                  </a:lnTo>
                  <a:lnTo>
                    <a:pt x="18397" y="155478"/>
                  </a:lnTo>
                  <a:lnTo>
                    <a:pt x="19212" y="163271"/>
                  </a:lnTo>
                  <a:lnTo>
                    <a:pt x="20027" y="155869"/>
                  </a:lnTo>
                  <a:lnTo>
                    <a:pt x="20841" y="189405"/>
                  </a:lnTo>
                  <a:lnTo>
                    <a:pt x="21553" y="19160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5899911" y="6036087"/>
              <a:ext cx="106570" cy="343362"/>
            </a:xfrm>
            <a:custGeom>
              <a:avLst/>
              <a:pathLst>
                <a:path w="106570" h="343362">
                  <a:moveTo>
                    <a:pt x="0" y="343362"/>
                  </a:moveTo>
                  <a:lnTo>
                    <a:pt x="790" y="332924"/>
                  </a:lnTo>
                  <a:lnTo>
                    <a:pt x="1605" y="332029"/>
                  </a:lnTo>
                  <a:lnTo>
                    <a:pt x="2420" y="329580"/>
                  </a:lnTo>
                  <a:lnTo>
                    <a:pt x="3234" y="266748"/>
                  </a:lnTo>
                  <a:lnTo>
                    <a:pt x="4049" y="240358"/>
                  </a:lnTo>
                  <a:lnTo>
                    <a:pt x="4864" y="240544"/>
                  </a:lnTo>
                  <a:lnTo>
                    <a:pt x="5679" y="236347"/>
                  </a:lnTo>
                  <a:lnTo>
                    <a:pt x="6494" y="234083"/>
                  </a:lnTo>
                  <a:lnTo>
                    <a:pt x="7308" y="219643"/>
                  </a:lnTo>
                  <a:lnTo>
                    <a:pt x="8123" y="213308"/>
                  </a:lnTo>
                  <a:lnTo>
                    <a:pt x="8938" y="186855"/>
                  </a:lnTo>
                  <a:lnTo>
                    <a:pt x="9753" y="197115"/>
                  </a:lnTo>
                  <a:lnTo>
                    <a:pt x="10567" y="93464"/>
                  </a:lnTo>
                  <a:lnTo>
                    <a:pt x="11382" y="136145"/>
                  </a:lnTo>
                  <a:lnTo>
                    <a:pt x="12197" y="133310"/>
                  </a:lnTo>
                  <a:lnTo>
                    <a:pt x="13012" y="113408"/>
                  </a:lnTo>
                  <a:lnTo>
                    <a:pt x="13827" y="117266"/>
                  </a:lnTo>
                  <a:lnTo>
                    <a:pt x="14641" y="165657"/>
                  </a:lnTo>
                  <a:lnTo>
                    <a:pt x="15456" y="195693"/>
                  </a:lnTo>
                  <a:lnTo>
                    <a:pt x="16271" y="164160"/>
                  </a:lnTo>
                  <a:lnTo>
                    <a:pt x="17086" y="103697"/>
                  </a:lnTo>
                  <a:lnTo>
                    <a:pt x="17900" y="49055"/>
                  </a:lnTo>
                  <a:lnTo>
                    <a:pt x="18715" y="71829"/>
                  </a:lnTo>
                  <a:lnTo>
                    <a:pt x="19530" y="135757"/>
                  </a:lnTo>
                  <a:lnTo>
                    <a:pt x="20345" y="196210"/>
                  </a:lnTo>
                  <a:lnTo>
                    <a:pt x="21160" y="245868"/>
                  </a:lnTo>
                  <a:lnTo>
                    <a:pt x="21974" y="311510"/>
                  </a:lnTo>
                  <a:lnTo>
                    <a:pt x="22789" y="327508"/>
                  </a:lnTo>
                  <a:lnTo>
                    <a:pt x="23604" y="288364"/>
                  </a:lnTo>
                  <a:lnTo>
                    <a:pt x="24419" y="287961"/>
                  </a:lnTo>
                  <a:lnTo>
                    <a:pt x="25233" y="258746"/>
                  </a:lnTo>
                  <a:lnTo>
                    <a:pt x="26048" y="208159"/>
                  </a:lnTo>
                  <a:lnTo>
                    <a:pt x="26863" y="196522"/>
                  </a:lnTo>
                  <a:lnTo>
                    <a:pt x="27678" y="199784"/>
                  </a:lnTo>
                  <a:lnTo>
                    <a:pt x="28493" y="196870"/>
                  </a:lnTo>
                  <a:lnTo>
                    <a:pt x="29307" y="201775"/>
                  </a:lnTo>
                  <a:lnTo>
                    <a:pt x="30122" y="251691"/>
                  </a:lnTo>
                  <a:lnTo>
                    <a:pt x="30937" y="244734"/>
                  </a:lnTo>
                  <a:lnTo>
                    <a:pt x="31752" y="251484"/>
                  </a:lnTo>
                  <a:lnTo>
                    <a:pt x="32566" y="257828"/>
                  </a:lnTo>
                  <a:lnTo>
                    <a:pt x="33381" y="213595"/>
                  </a:lnTo>
                  <a:lnTo>
                    <a:pt x="34196" y="198562"/>
                  </a:lnTo>
                  <a:lnTo>
                    <a:pt x="35011" y="135906"/>
                  </a:lnTo>
                  <a:lnTo>
                    <a:pt x="35826" y="28571"/>
                  </a:lnTo>
                  <a:lnTo>
                    <a:pt x="36640" y="0"/>
                  </a:lnTo>
                  <a:lnTo>
                    <a:pt x="37455" y="2819"/>
                  </a:lnTo>
                  <a:lnTo>
                    <a:pt x="38270" y="81249"/>
                  </a:lnTo>
                  <a:lnTo>
                    <a:pt x="39085" y="97364"/>
                  </a:lnTo>
                  <a:lnTo>
                    <a:pt x="39899" y="136693"/>
                  </a:lnTo>
                  <a:lnTo>
                    <a:pt x="40714" y="125942"/>
                  </a:lnTo>
                  <a:lnTo>
                    <a:pt x="41529" y="122834"/>
                  </a:lnTo>
                  <a:lnTo>
                    <a:pt x="42344" y="132128"/>
                  </a:lnTo>
                  <a:lnTo>
                    <a:pt x="43159" y="125350"/>
                  </a:lnTo>
                  <a:lnTo>
                    <a:pt x="43973" y="130037"/>
                  </a:lnTo>
                  <a:lnTo>
                    <a:pt x="44788" y="135898"/>
                  </a:lnTo>
                  <a:lnTo>
                    <a:pt x="45603" y="159542"/>
                  </a:lnTo>
                  <a:lnTo>
                    <a:pt x="46418" y="212412"/>
                  </a:lnTo>
                  <a:lnTo>
                    <a:pt x="47233" y="197844"/>
                  </a:lnTo>
                  <a:lnTo>
                    <a:pt x="48047" y="174236"/>
                  </a:lnTo>
                  <a:lnTo>
                    <a:pt x="48862" y="154896"/>
                  </a:lnTo>
                  <a:lnTo>
                    <a:pt x="49677" y="171599"/>
                  </a:lnTo>
                  <a:lnTo>
                    <a:pt x="50492" y="136527"/>
                  </a:lnTo>
                  <a:lnTo>
                    <a:pt x="51306" y="107264"/>
                  </a:lnTo>
                  <a:lnTo>
                    <a:pt x="52121" y="153497"/>
                  </a:lnTo>
                  <a:lnTo>
                    <a:pt x="52936" y="163380"/>
                  </a:lnTo>
                  <a:lnTo>
                    <a:pt x="53751" y="65129"/>
                  </a:lnTo>
                  <a:lnTo>
                    <a:pt x="54566" y="49940"/>
                  </a:lnTo>
                  <a:lnTo>
                    <a:pt x="55380" y="72728"/>
                  </a:lnTo>
                  <a:lnTo>
                    <a:pt x="56195" y="121680"/>
                  </a:lnTo>
                  <a:lnTo>
                    <a:pt x="57010" y="158029"/>
                  </a:lnTo>
                  <a:lnTo>
                    <a:pt x="57825" y="154439"/>
                  </a:lnTo>
                  <a:lnTo>
                    <a:pt x="58639" y="133332"/>
                  </a:lnTo>
                  <a:lnTo>
                    <a:pt x="59454" y="75069"/>
                  </a:lnTo>
                  <a:lnTo>
                    <a:pt x="60269" y="94844"/>
                  </a:lnTo>
                  <a:lnTo>
                    <a:pt x="61084" y="130792"/>
                  </a:lnTo>
                  <a:lnTo>
                    <a:pt x="61899" y="144041"/>
                  </a:lnTo>
                  <a:lnTo>
                    <a:pt x="62713" y="124162"/>
                  </a:lnTo>
                  <a:lnTo>
                    <a:pt x="63528" y="196132"/>
                  </a:lnTo>
                  <a:lnTo>
                    <a:pt x="64343" y="200317"/>
                  </a:lnTo>
                  <a:lnTo>
                    <a:pt x="65158" y="187215"/>
                  </a:lnTo>
                  <a:lnTo>
                    <a:pt x="65972" y="169321"/>
                  </a:lnTo>
                  <a:lnTo>
                    <a:pt x="66787" y="202688"/>
                  </a:lnTo>
                  <a:lnTo>
                    <a:pt x="67602" y="282912"/>
                  </a:lnTo>
                  <a:lnTo>
                    <a:pt x="68417" y="204631"/>
                  </a:lnTo>
                  <a:lnTo>
                    <a:pt x="69232" y="135509"/>
                  </a:lnTo>
                  <a:lnTo>
                    <a:pt x="70046" y="147471"/>
                  </a:lnTo>
                  <a:lnTo>
                    <a:pt x="70861" y="202609"/>
                  </a:lnTo>
                  <a:lnTo>
                    <a:pt x="71676" y="214954"/>
                  </a:lnTo>
                  <a:lnTo>
                    <a:pt x="72491" y="206712"/>
                  </a:lnTo>
                  <a:lnTo>
                    <a:pt x="73305" y="178700"/>
                  </a:lnTo>
                  <a:lnTo>
                    <a:pt x="74120" y="194750"/>
                  </a:lnTo>
                  <a:lnTo>
                    <a:pt x="74935" y="174282"/>
                  </a:lnTo>
                  <a:lnTo>
                    <a:pt x="75750" y="166942"/>
                  </a:lnTo>
                  <a:lnTo>
                    <a:pt x="76565" y="188456"/>
                  </a:lnTo>
                  <a:lnTo>
                    <a:pt x="77379" y="206278"/>
                  </a:lnTo>
                  <a:lnTo>
                    <a:pt x="78194" y="228369"/>
                  </a:lnTo>
                  <a:lnTo>
                    <a:pt x="79009" y="259596"/>
                  </a:lnTo>
                  <a:lnTo>
                    <a:pt x="79824" y="262605"/>
                  </a:lnTo>
                  <a:lnTo>
                    <a:pt x="80638" y="242740"/>
                  </a:lnTo>
                  <a:lnTo>
                    <a:pt x="81453" y="226127"/>
                  </a:lnTo>
                  <a:lnTo>
                    <a:pt x="82268" y="213276"/>
                  </a:lnTo>
                  <a:lnTo>
                    <a:pt x="83083" y="195765"/>
                  </a:lnTo>
                  <a:lnTo>
                    <a:pt x="83898" y="200020"/>
                  </a:lnTo>
                  <a:lnTo>
                    <a:pt x="84712" y="176001"/>
                  </a:lnTo>
                  <a:lnTo>
                    <a:pt x="85527" y="226258"/>
                  </a:lnTo>
                  <a:lnTo>
                    <a:pt x="86342" y="261037"/>
                  </a:lnTo>
                  <a:lnTo>
                    <a:pt x="87157" y="260308"/>
                  </a:lnTo>
                  <a:lnTo>
                    <a:pt x="87972" y="271410"/>
                  </a:lnTo>
                  <a:lnTo>
                    <a:pt x="88786" y="265883"/>
                  </a:lnTo>
                  <a:lnTo>
                    <a:pt x="89601" y="251303"/>
                  </a:lnTo>
                  <a:lnTo>
                    <a:pt x="90416" y="233478"/>
                  </a:lnTo>
                  <a:lnTo>
                    <a:pt x="91231" y="179959"/>
                  </a:lnTo>
                  <a:lnTo>
                    <a:pt x="92045" y="105948"/>
                  </a:lnTo>
                  <a:lnTo>
                    <a:pt x="92860" y="49997"/>
                  </a:lnTo>
                  <a:lnTo>
                    <a:pt x="93675" y="38574"/>
                  </a:lnTo>
                  <a:lnTo>
                    <a:pt x="94490" y="19601"/>
                  </a:lnTo>
                  <a:lnTo>
                    <a:pt x="95305" y="69054"/>
                  </a:lnTo>
                  <a:lnTo>
                    <a:pt x="96119" y="147612"/>
                  </a:lnTo>
                  <a:lnTo>
                    <a:pt x="96934" y="149621"/>
                  </a:lnTo>
                  <a:lnTo>
                    <a:pt x="97749" y="183567"/>
                  </a:lnTo>
                  <a:lnTo>
                    <a:pt x="98564" y="177523"/>
                  </a:lnTo>
                  <a:lnTo>
                    <a:pt x="99378" y="186824"/>
                  </a:lnTo>
                  <a:lnTo>
                    <a:pt x="100193" y="224722"/>
                  </a:lnTo>
                  <a:lnTo>
                    <a:pt x="101008" y="244230"/>
                  </a:lnTo>
                  <a:lnTo>
                    <a:pt x="101823" y="284696"/>
                  </a:lnTo>
                  <a:lnTo>
                    <a:pt x="102638" y="299192"/>
                  </a:lnTo>
                  <a:lnTo>
                    <a:pt x="103452" y="277525"/>
                  </a:lnTo>
                  <a:lnTo>
                    <a:pt x="104267" y="272558"/>
                  </a:lnTo>
                  <a:lnTo>
                    <a:pt x="105082" y="293827"/>
                  </a:lnTo>
                  <a:lnTo>
                    <a:pt x="105897" y="321722"/>
                  </a:lnTo>
                  <a:lnTo>
                    <a:pt x="106570" y="34336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6006739" y="5911704"/>
              <a:ext cx="165208" cy="467745"/>
            </a:xfrm>
            <a:custGeom>
              <a:avLst/>
              <a:pathLst>
                <a:path w="165208" h="467745">
                  <a:moveTo>
                    <a:pt x="0" y="467745"/>
                  </a:moveTo>
                  <a:lnTo>
                    <a:pt x="698" y="440424"/>
                  </a:lnTo>
                  <a:lnTo>
                    <a:pt x="1513" y="451935"/>
                  </a:lnTo>
                  <a:lnTo>
                    <a:pt x="2328" y="457971"/>
                  </a:lnTo>
                  <a:lnTo>
                    <a:pt x="3142" y="458820"/>
                  </a:lnTo>
                  <a:lnTo>
                    <a:pt x="3957" y="449964"/>
                  </a:lnTo>
                  <a:lnTo>
                    <a:pt x="4772" y="463450"/>
                  </a:lnTo>
                  <a:lnTo>
                    <a:pt x="5587" y="465469"/>
                  </a:lnTo>
                  <a:lnTo>
                    <a:pt x="6402" y="452682"/>
                  </a:lnTo>
                  <a:lnTo>
                    <a:pt x="7216" y="442059"/>
                  </a:lnTo>
                  <a:lnTo>
                    <a:pt x="8031" y="425551"/>
                  </a:lnTo>
                  <a:lnTo>
                    <a:pt x="8846" y="413316"/>
                  </a:lnTo>
                  <a:lnTo>
                    <a:pt x="9661" y="427004"/>
                  </a:lnTo>
                  <a:lnTo>
                    <a:pt x="10475" y="425397"/>
                  </a:lnTo>
                  <a:lnTo>
                    <a:pt x="11290" y="432129"/>
                  </a:lnTo>
                  <a:lnTo>
                    <a:pt x="12105" y="424062"/>
                  </a:lnTo>
                  <a:lnTo>
                    <a:pt x="12920" y="434867"/>
                  </a:lnTo>
                  <a:lnTo>
                    <a:pt x="13735" y="412558"/>
                  </a:lnTo>
                  <a:lnTo>
                    <a:pt x="14549" y="399907"/>
                  </a:lnTo>
                  <a:lnTo>
                    <a:pt x="15364" y="371074"/>
                  </a:lnTo>
                  <a:lnTo>
                    <a:pt x="16179" y="345558"/>
                  </a:lnTo>
                  <a:lnTo>
                    <a:pt x="16994" y="348226"/>
                  </a:lnTo>
                  <a:lnTo>
                    <a:pt x="17808" y="357577"/>
                  </a:lnTo>
                  <a:lnTo>
                    <a:pt x="18623" y="378426"/>
                  </a:lnTo>
                  <a:lnTo>
                    <a:pt x="19438" y="392233"/>
                  </a:lnTo>
                  <a:lnTo>
                    <a:pt x="20253" y="361308"/>
                  </a:lnTo>
                  <a:lnTo>
                    <a:pt x="21068" y="374040"/>
                  </a:lnTo>
                  <a:lnTo>
                    <a:pt x="21882" y="360552"/>
                  </a:lnTo>
                  <a:lnTo>
                    <a:pt x="22697" y="305418"/>
                  </a:lnTo>
                  <a:lnTo>
                    <a:pt x="23512" y="282600"/>
                  </a:lnTo>
                  <a:lnTo>
                    <a:pt x="24327" y="295072"/>
                  </a:lnTo>
                  <a:lnTo>
                    <a:pt x="25141" y="344778"/>
                  </a:lnTo>
                  <a:lnTo>
                    <a:pt x="25956" y="378383"/>
                  </a:lnTo>
                  <a:lnTo>
                    <a:pt x="26771" y="370294"/>
                  </a:lnTo>
                  <a:lnTo>
                    <a:pt x="27586" y="415848"/>
                  </a:lnTo>
                  <a:lnTo>
                    <a:pt x="28401" y="404245"/>
                  </a:lnTo>
                  <a:lnTo>
                    <a:pt x="29215" y="414304"/>
                  </a:lnTo>
                  <a:lnTo>
                    <a:pt x="30030" y="410164"/>
                  </a:lnTo>
                  <a:lnTo>
                    <a:pt x="30845" y="424773"/>
                  </a:lnTo>
                  <a:lnTo>
                    <a:pt x="31660" y="429599"/>
                  </a:lnTo>
                  <a:lnTo>
                    <a:pt x="32474" y="420027"/>
                  </a:lnTo>
                  <a:lnTo>
                    <a:pt x="33289" y="396369"/>
                  </a:lnTo>
                  <a:lnTo>
                    <a:pt x="34104" y="381862"/>
                  </a:lnTo>
                  <a:lnTo>
                    <a:pt x="34919" y="416919"/>
                  </a:lnTo>
                  <a:lnTo>
                    <a:pt x="35734" y="454029"/>
                  </a:lnTo>
                  <a:lnTo>
                    <a:pt x="36548" y="420267"/>
                  </a:lnTo>
                  <a:lnTo>
                    <a:pt x="37363" y="431923"/>
                  </a:lnTo>
                  <a:lnTo>
                    <a:pt x="38178" y="428106"/>
                  </a:lnTo>
                  <a:lnTo>
                    <a:pt x="38993" y="435074"/>
                  </a:lnTo>
                  <a:lnTo>
                    <a:pt x="39808" y="443581"/>
                  </a:lnTo>
                  <a:lnTo>
                    <a:pt x="40622" y="414956"/>
                  </a:lnTo>
                  <a:lnTo>
                    <a:pt x="41437" y="435160"/>
                  </a:lnTo>
                  <a:lnTo>
                    <a:pt x="42252" y="412627"/>
                  </a:lnTo>
                  <a:lnTo>
                    <a:pt x="43067" y="420626"/>
                  </a:lnTo>
                  <a:lnTo>
                    <a:pt x="43881" y="393442"/>
                  </a:lnTo>
                  <a:lnTo>
                    <a:pt x="44696" y="370216"/>
                  </a:lnTo>
                  <a:lnTo>
                    <a:pt x="45511" y="329547"/>
                  </a:lnTo>
                  <a:lnTo>
                    <a:pt x="46326" y="277431"/>
                  </a:lnTo>
                  <a:lnTo>
                    <a:pt x="47141" y="240857"/>
                  </a:lnTo>
                  <a:lnTo>
                    <a:pt x="47955" y="142115"/>
                  </a:lnTo>
                  <a:lnTo>
                    <a:pt x="48770" y="77033"/>
                  </a:lnTo>
                  <a:lnTo>
                    <a:pt x="49585" y="86673"/>
                  </a:lnTo>
                  <a:lnTo>
                    <a:pt x="50400" y="142310"/>
                  </a:lnTo>
                  <a:lnTo>
                    <a:pt x="51214" y="118602"/>
                  </a:lnTo>
                  <a:lnTo>
                    <a:pt x="52029" y="91185"/>
                  </a:lnTo>
                  <a:lnTo>
                    <a:pt x="52844" y="105458"/>
                  </a:lnTo>
                  <a:lnTo>
                    <a:pt x="53659" y="168907"/>
                  </a:lnTo>
                  <a:lnTo>
                    <a:pt x="54474" y="121283"/>
                  </a:lnTo>
                  <a:lnTo>
                    <a:pt x="55288" y="66570"/>
                  </a:lnTo>
                  <a:lnTo>
                    <a:pt x="56103" y="75473"/>
                  </a:lnTo>
                  <a:lnTo>
                    <a:pt x="56918" y="150518"/>
                  </a:lnTo>
                  <a:lnTo>
                    <a:pt x="57733" y="211020"/>
                  </a:lnTo>
                  <a:lnTo>
                    <a:pt x="58547" y="258679"/>
                  </a:lnTo>
                  <a:lnTo>
                    <a:pt x="59362" y="294908"/>
                  </a:lnTo>
                  <a:lnTo>
                    <a:pt x="60177" y="351560"/>
                  </a:lnTo>
                  <a:lnTo>
                    <a:pt x="60992" y="380388"/>
                  </a:lnTo>
                  <a:lnTo>
                    <a:pt x="61807" y="358695"/>
                  </a:lnTo>
                  <a:lnTo>
                    <a:pt x="62621" y="371460"/>
                  </a:lnTo>
                  <a:lnTo>
                    <a:pt x="63436" y="344068"/>
                  </a:lnTo>
                  <a:lnTo>
                    <a:pt x="64251" y="360097"/>
                  </a:lnTo>
                  <a:lnTo>
                    <a:pt x="65066" y="397024"/>
                  </a:lnTo>
                  <a:lnTo>
                    <a:pt x="65880" y="417866"/>
                  </a:lnTo>
                  <a:lnTo>
                    <a:pt x="66695" y="440216"/>
                  </a:lnTo>
                  <a:lnTo>
                    <a:pt x="67510" y="437416"/>
                  </a:lnTo>
                  <a:lnTo>
                    <a:pt x="68325" y="457684"/>
                  </a:lnTo>
                  <a:lnTo>
                    <a:pt x="69140" y="452566"/>
                  </a:lnTo>
                  <a:lnTo>
                    <a:pt x="69954" y="414371"/>
                  </a:lnTo>
                  <a:lnTo>
                    <a:pt x="70769" y="408846"/>
                  </a:lnTo>
                  <a:lnTo>
                    <a:pt x="71584" y="429885"/>
                  </a:lnTo>
                  <a:lnTo>
                    <a:pt x="72399" y="431440"/>
                  </a:lnTo>
                  <a:lnTo>
                    <a:pt x="73213" y="414123"/>
                  </a:lnTo>
                  <a:lnTo>
                    <a:pt x="74028" y="382660"/>
                  </a:lnTo>
                  <a:lnTo>
                    <a:pt x="74843" y="371334"/>
                  </a:lnTo>
                  <a:lnTo>
                    <a:pt x="75658" y="341667"/>
                  </a:lnTo>
                  <a:lnTo>
                    <a:pt x="76473" y="324231"/>
                  </a:lnTo>
                  <a:lnTo>
                    <a:pt x="77287" y="326754"/>
                  </a:lnTo>
                  <a:lnTo>
                    <a:pt x="78102" y="308751"/>
                  </a:lnTo>
                  <a:lnTo>
                    <a:pt x="78917" y="264208"/>
                  </a:lnTo>
                  <a:lnTo>
                    <a:pt x="79732" y="246002"/>
                  </a:lnTo>
                  <a:lnTo>
                    <a:pt x="80547" y="153329"/>
                  </a:lnTo>
                  <a:lnTo>
                    <a:pt x="81361" y="151057"/>
                  </a:lnTo>
                  <a:lnTo>
                    <a:pt x="82176" y="55834"/>
                  </a:lnTo>
                  <a:lnTo>
                    <a:pt x="82991" y="58017"/>
                  </a:lnTo>
                  <a:lnTo>
                    <a:pt x="83806" y="40857"/>
                  </a:lnTo>
                  <a:lnTo>
                    <a:pt x="84620" y="72418"/>
                  </a:lnTo>
                  <a:lnTo>
                    <a:pt x="85435" y="84341"/>
                  </a:lnTo>
                  <a:lnTo>
                    <a:pt x="86250" y="59926"/>
                  </a:lnTo>
                  <a:lnTo>
                    <a:pt x="87065" y="140472"/>
                  </a:lnTo>
                  <a:lnTo>
                    <a:pt x="87880" y="210188"/>
                  </a:lnTo>
                  <a:lnTo>
                    <a:pt x="88694" y="256538"/>
                  </a:lnTo>
                  <a:lnTo>
                    <a:pt x="89509" y="280580"/>
                  </a:lnTo>
                  <a:lnTo>
                    <a:pt x="90324" y="257490"/>
                  </a:lnTo>
                  <a:lnTo>
                    <a:pt x="91139" y="237630"/>
                  </a:lnTo>
                  <a:lnTo>
                    <a:pt x="91953" y="305828"/>
                  </a:lnTo>
                  <a:lnTo>
                    <a:pt x="92768" y="314679"/>
                  </a:lnTo>
                  <a:lnTo>
                    <a:pt x="93583" y="318202"/>
                  </a:lnTo>
                  <a:lnTo>
                    <a:pt x="94398" y="281528"/>
                  </a:lnTo>
                  <a:lnTo>
                    <a:pt x="95213" y="271407"/>
                  </a:lnTo>
                  <a:lnTo>
                    <a:pt x="96027" y="156671"/>
                  </a:lnTo>
                  <a:lnTo>
                    <a:pt x="96842" y="178239"/>
                  </a:lnTo>
                  <a:lnTo>
                    <a:pt x="97657" y="194215"/>
                  </a:lnTo>
                  <a:lnTo>
                    <a:pt x="98472" y="201652"/>
                  </a:lnTo>
                  <a:lnTo>
                    <a:pt x="99286" y="266541"/>
                  </a:lnTo>
                  <a:lnTo>
                    <a:pt x="100101" y="171966"/>
                  </a:lnTo>
                  <a:lnTo>
                    <a:pt x="100916" y="122900"/>
                  </a:lnTo>
                  <a:lnTo>
                    <a:pt x="101731" y="134109"/>
                  </a:lnTo>
                  <a:lnTo>
                    <a:pt x="102546" y="172383"/>
                  </a:lnTo>
                  <a:lnTo>
                    <a:pt x="103360" y="210634"/>
                  </a:lnTo>
                  <a:lnTo>
                    <a:pt x="104175" y="188564"/>
                  </a:lnTo>
                  <a:lnTo>
                    <a:pt x="104990" y="175884"/>
                  </a:lnTo>
                  <a:lnTo>
                    <a:pt x="105805" y="213667"/>
                  </a:lnTo>
                  <a:lnTo>
                    <a:pt x="106619" y="271394"/>
                  </a:lnTo>
                  <a:lnTo>
                    <a:pt x="107434" y="283977"/>
                  </a:lnTo>
                  <a:lnTo>
                    <a:pt x="108249" y="250200"/>
                  </a:lnTo>
                  <a:lnTo>
                    <a:pt x="109064" y="209398"/>
                  </a:lnTo>
                  <a:lnTo>
                    <a:pt x="109879" y="251460"/>
                  </a:lnTo>
                  <a:lnTo>
                    <a:pt x="110693" y="297124"/>
                  </a:lnTo>
                  <a:lnTo>
                    <a:pt x="111508" y="253771"/>
                  </a:lnTo>
                  <a:lnTo>
                    <a:pt x="112323" y="249989"/>
                  </a:lnTo>
                  <a:lnTo>
                    <a:pt x="113138" y="301793"/>
                  </a:lnTo>
                  <a:lnTo>
                    <a:pt x="113952" y="257261"/>
                  </a:lnTo>
                  <a:lnTo>
                    <a:pt x="114767" y="143225"/>
                  </a:lnTo>
                  <a:lnTo>
                    <a:pt x="115582" y="84135"/>
                  </a:lnTo>
                  <a:lnTo>
                    <a:pt x="116397" y="115765"/>
                  </a:lnTo>
                  <a:lnTo>
                    <a:pt x="117212" y="199972"/>
                  </a:lnTo>
                  <a:lnTo>
                    <a:pt x="118026" y="221780"/>
                  </a:lnTo>
                  <a:lnTo>
                    <a:pt x="118841" y="195551"/>
                  </a:lnTo>
                  <a:lnTo>
                    <a:pt x="119656" y="181964"/>
                  </a:lnTo>
                  <a:lnTo>
                    <a:pt x="120471" y="166177"/>
                  </a:lnTo>
                  <a:lnTo>
                    <a:pt x="121286" y="242192"/>
                  </a:lnTo>
                  <a:lnTo>
                    <a:pt x="122100" y="266084"/>
                  </a:lnTo>
                  <a:lnTo>
                    <a:pt x="122915" y="289288"/>
                  </a:lnTo>
                  <a:lnTo>
                    <a:pt x="123730" y="268676"/>
                  </a:lnTo>
                  <a:lnTo>
                    <a:pt x="124545" y="304679"/>
                  </a:lnTo>
                  <a:lnTo>
                    <a:pt x="125359" y="341967"/>
                  </a:lnTo>
                  <a:lnTo>
                    <a:pt x="126174" y="333086"/>
                  </a:lnTo>
                  <a:lnTo>
                    <a:pt x="126989" y="326720"/>
                  </a:lnTo>
                  <a:lnTo>
                    <a:pt x="127804" y="321942"/>
                  </a:lnTo>
                  <a:lnTo>
                    <a:pt x="128619" y="309265"/>
                  </a:lnTo>
                  <a:lnTo>
                    <a:pt x="129433" y="301140"/>
                  </a:lnTo>
                  <a:lnTo>
                    <a:pt x="130248" y="197741"/>
                  </a:lnTo>
                  <a:lnTo>
                    <a:pt x="131063" y="196052"/>
                  </a:lnTo>
                  <a:lnTo>
                    <a:pt x="131878" y="232641"/>
                  </a:lnTo>
                  <a:lnTo>
                    <a:pt x="132692" y="292890"/>
                  </a:lnTo>
                  <a:lnTo>
                    <a:pt x="133507" y="268552"/>
                  </a:lnTo>
                  <a:lnTo>
                    <a:pt x="134322" y="271365"/>
                  </a:lnTo>
                  <a:lnTo>
                    <a:pt x="135137" y="196526"/>
                  </a:lnTo>
                  <a:lnTo>
                    <a:pt x="135952" y="180472"/>
                  </a:lnTo>
                  <a:lnTo>
                    <a:pt x="136766" y="212435"/>
                  </a:lnTo>
                  <a:lnTo>
                    <a:pt x="137581" y="279967"/>
                  </a:lnTo>
                  <a:lnTo>
                    <a:pt x="138396" y="291506"/>
                  </a:lnTo>
                  <a:lnTo>
                    <a:pt x="139211" y="241914"/>
                  </a:lnTo>
                  <a:lnTo>
                    <a:pt x="140025" y="232446"/>
                  </a:lnTo>
                  <a:lnTo>
                    <a:pt x="140840" y="253447"/>
                  </a:lnTo>
                  <a:lnTo>
                    <a:pt x="141655" y="283242"/>
                  </a:lnTo>
                  <a:lnTo>
                    <a:pt x="142470" y="289271"/>
                  </a:lnTo>
                  <a:lnTo>
                    <a:pt x="143285" y="302851"/>
                  </a:lnTo>
                  <a:lnTo>
                    <a:pt x="144099" y="287502"/>
                  </a:lnTo>
                  <a:lnTo>
                    <a:pt x="144914" y="274377"/>
                  </a:lnTo>
                  <a:lnTo>
                    <a:pt x="145729" y="239403"/>
                  </a:lnTo>
                  <a:lnTo>
                    <a:pt x="146544" y="189181"/>
                  </a:lnTo>
                  <a:lnTo>
                    <a:pt x="147358" y="152123"/>
                  </a:lnTo>
                  <a:lnTo>
                    <a:pt x="148173" y="139846"/>
                  </a:lnTo>
                  <a:lnTo>
                    <a:pt x="148988" y="106618"/>
                  </a:lnTo>
                  <a:lnTo>
                    <a:pt x="149803" y="147256"/>
                  </a:lnTo>
                  <a:lnTo>
                    <a:pt x="150618" y="227596"/>
                  </a:lnTo>
                  <a:lnTo>
                    <a:pt x="151432" y="223939"/>
                  </a:lnTo>
                  <a:lnTo>
                    <a:pt x="152247" y="207396"/>
                  </a:lnTo>
                  <a:lnTo>
                    <a:pt x="153062" y="129080"/>
                  </a:lnTo>
                  <a:lnTo>
                    <a:pt x="153877" y="57050"/>
                  </a:lnTo>
                  <a:lnTo>
                    <a:pt x="154691" y="26830"/>
                  </a:lnTo>
                  <a:lnTo>
                    <a:pt x="155506" y="0"/>
                  </a:lnTo>
                  <a:lnTo>
                    <a:pt x="156321" y="19091"/>
                  </a:lnTo>
                  <a:lnTo>
                    <a:pt x="157136" y="23800"/>
                  </a:lnTo>
                  <a:lnTo>
                    <a:pt x="157951" y="25044"/>
                  </a:lnTo>
                  <a:lnTo>
                    <a:pt x="158765" y="118463"/>
                  </a:lnTo>
                  <a:lnTo>
                    <a:pt x="159580" y="208264"/>
                  </a:lnTo>
                  <a:lnTo>
                    <a:pt x="160395" y="286741"/>
                  </a:lnTo>
                  <a:lnTo>
                    <a:pt x="161210" y="307006"/>
                  </a:lnTo>
                  <a:lnTo>
                    <a:pt x="162025" y="345836"/>
                  </a:lnTo>
                  <a:lnTo>
                    <a:pt x="162839" y="385066"/>
                  </a:lnTo>
                  <a:lnTo>
                    <a:pt x="163654" y="420260"/>
                  </a:lnTo>
                  <a:lnTo>
                    <a:pt x="164469" y="443311"/>
                  </a:lnTo>
                  <a:lnTo>
                    <a:pt x="165208" y="46774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6178087" y="5876737"/>
              <a:ext cx="109254" cy="502712"/>
            </a:xfrm>
            <a:custGeom>
              <a:avLst/>
              <a:pathLst>
                <a:path w="109254" h="502712">
                  <a:moveTo>
                    <a:pt x="0" y="502712"/>
                  </a:moveTo>
                  <a:lnTo>
                    <a:pt x="454" y="492210"/>
                  </a:lnTo>
                  <a:lnTo>
                    <a:pt x="1269" y="485547"/>
                  </a:lnTo>
                  <a:lnTo>
                    <a:pt x="2083" y="447356"/>
                  </a:lnTo>
                  <a:lnTo>
                    <a:pt x="2898" y="440719"/>
                  </a:lnTo>
                  <a:lnTo>
                    <a:pt x="3713" y="413768"/>
                  </a:lnTo>
                  <a:lnTo>
                    <a:pt x="4528" y="418292"/>
                  </a:lnTo>
                  <a:lnTo>
                    <a:pt x="5342" y="406471"/>
                  </a:lnTo>
                  <a:lnTo>
                    <a:pt x="6157" y="363708"/>
                  </a:lnTo>
                  <a:lnTo>
                    <a:pt x="6972" y="370478"/>
                  </a:lnTo>
                  <a:lnTo>
                    <a:pt x="7787" y="394782"/>
                  </a:lnTo>
                  <a:lnTo>
                    <a:pt x="8602" y="370341"/>
                  </a:lnTo>
                  <a:lnTo>
                    <a:pt x="9416" y="335733"/>
                  </a:lnTo>
                  <a:lnTo>
                    <a:pt x="10231" y="362525"/>
                  </a:lnTo>
                  <a:lnTo>
                    <a:pt x="11046" y="389828"/>
                  </a:lnTo>
                  <a:lnTo>
                    <a:pt x="11861" y="374378"/>
                  </a:lnTo>
                  <a:lnTo>
                    <a:pt x="12675" y="368768"/>
                  </a:lnTo>
                  <a:lnTo>
                    <a:pt x="13490" y="418683"/>
                  </a:lnTo>
                  <a:lnTo>
                    <a:pt x="14305" y="407704"/>
                  </a:lnTo>
                  <a:lnTo>
                    <a:pt x="15120" y="405901"/>
                  </a:lnTo>
                  <a:lnTo>
                    <a:pt x="15935" y="372039"/>
                  </a:lnTo>
                  <a:lnTo>
                    <a:pt x="16749" y="332554"/>
                  </a:lnTo>
                  <a:lnTo>
                    <a:pt x="17564" y="281980"/>
                  </a:lnTo>
                  <a:lnTo>
                    <a:pt x="18379" y="369473"/>
                  </a:lnTo>
                  <a:lnTo>
                    <a:pt x="19194" y="351327"/>
                  </a:lnTo>
                  <a:lnTo>
                    <a:pt x="20008" y="371523"/>
                  </a:lnTo>
                  <a:lnTo>
                    <a:pt x="20823" y="348557"/>
                  </a:lnTo>
                  <a:lnTo>
                    <a:pt x="21638" y="350442"/>
                  </a:lnTo>
                  <a:lnTo>
                    <a:pt x="22453" y="366796"/>
                  </a:lnTo>
                  <a:lnTo>
                    <a:pt x="23268" y="336353"/>
                  </a:lnTo>
                  <a:lnTo>
                    <a:pt x="24082" y="310845"/>
                  </a:lnTo>
                  <a:lnTo>
                    <a:pt x="24897" y="316183"/>
                  </a:lnTo>
                  <a:lnTo>
                    <a:pt x="25712" y="266616"/>
                  </a:lnTo>
                  <a:lnTo>
                    <a:pt x="26527" y="279429"/>
                  </a:lnTo>
                  <a:lnTo>
                    <a:pt x="27342" y="222815"/>
                  </a:lnTo>
                  <a:lnTo>
                    <a:pt x="28156" y="232943"/>
                  </a:lnTo>
                  <a:lnTo>
                    <a:pt x="28971" y="253076"/>
                  </a:lnTo>
                  <a:lnTo>
                    <a:pt x="29786" y="226495"/>
                  </a:lnTo>
                  <a:lnTo>
                    <a:pt x="30601" y="125432"/>
                  </a:lnTo>
                  <a:lnTo>
                    <a:pt x="31415" y="37057"/>
                  </a:lnTo>
                  <a:lnTo>
                    <a:pt x="32230" y="100923"/>
                  </a:lnTo>
                  <a:lnTo>
                    <a:pt x="33045" y="106433"/>
                  </a:lnTo>
                  <a:lnTo>
                    <a:pt x="33860" y="40785"/>
                  </a:lnTo>
                  <a:lnTo>
                    <a:pt x="34675" y="0"/>
                  </a:lnTo>
                  <a:lnTo>
                    <a:pt x="35489" y="29364"/>
                  </a:lnTo>
                  <a:lnTo>
                    <a:pt x="36304" y="161674"/>
                  </a:lnTo>
                  <a:lnTo>
                    <a:pt x="37119" y="173248"/>
                  </a:lnTo>
                  <a:lnTo>
                    <a:pt x="37934" y="208257"/>
                  </a:lnTo>
                  <a:lnTo>
                    <a:pt x="38748" y="246266"/>
                  </a:lnTo>
                  <a:lnTo>
                    <a:pt x="39563" y="279628"/>
                  </a:lnTo>
                  <a:lnTo>
                    <a:pt x="40378" y="314207"/>
                  </a:lnTo>
                  <a:lnTo>
                    <a:pt x="41193" y="345240"/>
                  </a:lnTo>
                  <a:lnTo>
                    <a:pt x="42008" y="358575"/>
                  </a:lnTo>
                  <a:lnTo>
                    <a:pt x="42822" y="390939"/>
                  </a:lnTo>
                  <a:lnTo>
                    <a:pt x="43637" y="404115"/>
                  </a:lnTo>
                  <a:lnTo>
                    <a:pt x="44452" y="400732"/>
                  </a:lnTo>
                  <a:lnTo>
                    <a:pt x="45267" y="378084"/>
                  </a:lnTo>
                  <a:lnTo>
                    <a:pt x="46081" y="393269"/>
                  </a:lnTo>
                  <a:lnTo>
                    <a:pt x="46896" y="399618"/>
                  </a:lnTo>
                  <a:lnTo>
                    <a:pt x="47711" y="397390"/>
                  </a:lnTo>
                  <a:lnTo>
                    <a:pt x="48526" y="373557"/>
                  </a:lnTo>
                  <a:lnTo>
                    <a:pt x="49341" y="346351"/>
                  </a:lnTo>
                  <a:lnTo>
                    <a:pt x="50155" y="263881"/>
                  </a:lnTo>
                  <a:lnTo>
                    <a:pt x="50970" y="290784"/>
                  </a:lnTo>
                  <a:lnTo>
                    <a:pt x="51785" y="345366"/>
                  </a:lnTo>
                  <a:lnTo>
                    <a:pt x="52600" y="372662"/>
                  </a:lnTo>
                  <a:lnTo>
                    <a:pt x="53414" y="393380"/>
                  </a:lnTo>
                  <a:lnTo>
                    <a:pt x="54229" y="424680"/>
                  </a:lnTo>
                  <a:lnTo>
                    <a:pt x="55044" y="429471"/>
                  </a:lnTo>
                  <a:lnTo>
                    <a:pt x="55859" y="431441"/>
                  </a:lnTo>
                  <a:lnTo>
                    <a:pt x="56674" y="409726"/>
                  </a:lnTo>
                  <a:lnTo>
                    <a:pt x="57488" y="426401"/>
                  </a:lnTo>
                  <a:lnTo>
                    <a:pt x="58303" y="420139"/>
                  </a:lnTo>
                  <a:lnTo>
                    <a:pt x="59118" y="401998"/>
                  </a:lnTo>
                  <a:lnTo>
                    <a:pt x="59933" y="391418"/>
                  </a:lnTo>
                  <a:lnTo>
                    <a:pt x="60747" y="371831"/>
                  </a:lnTo>
                  <a:lnTo>
                    <a:pt x="61562" y="439202"/>
                  </a:lnTo>
                  <a:lnTo>
                    <a:pt x="62377" y="435758"/>
                  </a:lnTo>
                  <a:lnTo>
                    <a:pt x="63192" y="429721"/>
                  </a:lnTo>
                  <a:lnTo>
                    <a:pt x="64007" y="420256"/>
                  </a:lnTo>
                  <a:lnTo>
                    <a:pt x="64821" y="372511"/>
                  </a:lnTo>
                  <a:lnTo>
                    <a:pt x="65636" y="359835"/>
                  </a:lnTo>
                  <a:lnTo>
                    <a:pt x="66451" y="349467"/>
                  </a:lnTo>
                  <a:lnTo>
                    <a:pt x="67266" y="345641"/>
                  </a:lnTo>
                  <a:lnTo>
                    <a:pt x="68081" y="253778"/>
                  </a:lnTo>
                  <a:lnTo>
                    <a:pt x="68895" y="302425"/>
                  </a:lnTo>
                  <a:lnTo>
                    <a:pt x="69710" y="271021"/>
                  </a:lnTo>
                  <a:lnTo>
                    <a:pt x="70525" y="273756"/>
                  </a:lnTo>
                  <a:lnTo>
                    <a:pt x="71340" y="328170"/>
                  </a:lnTo>
                  <a:lnTo>
                    <a:pt x="72154" y="351315"/>
                  </a:lnTo>
                  <a:lnTo>
                    <a:pt x="72969" y="398264"/>
                  </a:lnTo>
                  <a:lnTo>
                    <a:pt x="73784" y="374685"/>
                  </a:lnTo>
                  <a:lnTo>
                    <a:pt x="74599" y="405953"/>
                  </a:lnTo>
                  <a:lnTo>
                    <a:pt x="75414" y="412539"/>
                  </a:lnTo>
                  <a:lnTo>
                    <a:pt x="76228" y="415888"/>
                  </a:lnTo>
                  <a:lnTo>
                    <a:pt x="77043" y="420861"/>
                  </a:lnTo>
                  <a:lnTo>
                    <a:pt x="77858" y="365453"/>
                  </a:lnTo>
                  <a:lnTo>
                    <a:pt x="78673" y="340346"/>
                  </a:lnTo>
                  <a:lnTo>
                    <a:pt x="79487" y="283293"/>
                  </a:lnTo>
                  <a:lnTo>
                    <a:pt x="80302" y="243235"/>
                  </a:lnTo>
                  <a:lnTo>
                    <a:pt x="81117" y="253071"/>
                  </a:lnTo>
                  <a:lnTo>
                    <a:pt x="81932" y="190945"/>
                  </a:lnTo>
                  <a:lnTo>
                    <a:pt x="82747" y="152942"/>
                  </a:lnTo>
                  <a:lnTo>
                    <a:pt x="83561" y="265595"/>
                  </a:lnTo>
                  <a:lnTo>
                    <a:pt x="84376" y="234605"/>
                  </a:lnTo>
                  <a:lnTo>
                    <a:pt x="85191" y="204175"/>
                  </a:lnTo>
                  <a:lnTo>
                    <a:pt x="86006" y="135376"/>
                  </a:lnTo>
                  <a:lnTo>
                    <a:pt x="86820" y="132817"/>
                  </a:lnTo>
                  <a:lnTo>
                    <a:pt x="87635" y="158689"/>
                  </a:lnTo>
                  <a:lnTo>
                    <a:pt x="88450" y="187069"/>
                  </a:lnTo>
                  <a:lnTo>
                    <a:pt x="89265" y="266619"/>
                  </a:lnTo>
                  <a:lnTo>
                    <a:pt x="90080" y="280176"/>
                  </a:lnTo>
                  <a:lnTo>
                    <a:pt x="90894" y="272270"/>
                  </a:lnTo>
                  <a:lnTo>
                    <a:pt x="91709" y="174098"/>
                  </a:lnTo>
                  <a:lnTo>
                    <a:pt x="92524" y="144716"/>
                  </a:lnTo>
                  <a:lnTo>
                    <a:pt x="93339" y="139904"/>
                  </a:lnTo>
                  <a:lnTo>
                    <a:pt x="94153" y="165814"/>
                  </a:lnTo>
                  <a:lnTo>
                    <a:pt x="94968" y="195425"/>
                  </a:lnTo>
                  <a:lnTo>
                    <a:pt x="95783" y="180685"/>
                  </a:lnTo>
                  <a:lnTo>
                    <a:pt x="96598" y="145971"/>
                  </a:lnTo>
                  <a:lnTo>
                    <a:pt x="97413" y="187451"/>
                  </a:lnTo>
                  <a:lnTo>
                    <a:pt x="98227" y="294081"/>
                  </a:lnTo>
                  <a:lnTo>
                    <a:pt x="99042" y="271191"/>
                  </a:lnTo>
                  <a:lnTo>
                    <a:pt x="99857" y="331678"/>
                  </a:lnTo>
                  <a:lnTo>
                    <a:pt x="100672" y="369625"/>
                  </a:lnTo>
                  <a:lnTo>
                    <a:pt x="101486" y="410287"/>
                  </a:lnTo>
                  <a:lnTo>
                    <a:pt x="102301" y="414098"/>
                  </a:lnTo>
                  <a:lnTo>
                    <a:pt x="103116" y="415270"/>
                  </a:lnTo>
                  <a:lnTo>
                    <a:pt x="103931" y="441903"/>
                  </a:lnTo>
                  <a:lnTo>
                    <a:pt x="104746" y="426230"/>
                  </a:lnTo>
                  <a:lnTo>
                    <a:pt x="105560" y="426651"/>
                  </a:lnTo>
                  <a:lnTo>
                    <a:pt x="106375" y="413529"/>
                  </a:lnTo>
                  <a:lnTo>
                    <a:pt x="107190" y="440718"/>
                  </a:lnTo>
                  <a:lnTo>
                    <a:pt x="108005" y="494127"/>
                  </a:lnTo>
                  <a:lnTo>
                    <a:pt x="108820" y="493774"/>
                  </a:lnTo>
                  <a:lnTo>
                    <a:pt x="109254" y="50271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6288052" y="5723320"/>
              <a:ext cx="368568" cy="656129"/>
            </a:xfrm>
            <a:custGeom>
              <a:avLst/>
              <a:pathLst>
                <a:path w="368568" h="656129">
                  <a:moveTo>
                    <a:pt x="0" y="656129"/>
                  </a:moveTo>
                  <a:lnTo>
                    <a:pt x="485" y="644636"/>
                  </a:lnTo>
                  <a:lnTo>
                    <a:pt x="1299" y="650029"/>
                  </a:lnTo>
                  <a:lnTo>
                    <a:pt x="2114" y="647325"/>
                  </a:lnTo>
                  <a:lnTo>
                    <a:pt x="2929" y="634919"/>
                  </a:lnTo>
                  <a:lnTo>
                    <a:pt x="3744" y="649313"/>
                  </a:lnTo>
                  <a:lnTo>
                    <a:pt x="4558" y="647828"/>
                  </a:lnTo>
                  <a:lnTo>
                    <a:pt x="5373" y="627283"/>
                  </a:lnTo>
                  <a:lnTo>
                    <a:pt x="6188" y="628138"/>
                  </a:lnTo>
                  <a:lnTo>
                    <a:pt x="7003" y="617179"/>
                  </a:lnTo>
                  <a:lnTo>
                    <a:pt x="7818" y="606251"/>
                  </a:lnTo>
                  <a:lnTo>
                    <a:pt x="8632" y="600746"/>
                  </a:lnTo>
                  <a:lnTo>
                    <a:pt x="9447" y="628734"/>
                  </a:lnTo>
                  <a:lnTo>
                    <a:pt x="10262" y="604595"/>
                  </a:lnTo>
                  <a:lnTo>
                    <a:pt x="11077" y="618010"/>
                  </a:lnTo>
                  <a:lnTo>
                    <a:pt x="11891" y="574863"/>
                  </a:lnTo>
                  <a:lnTo>
                    <a:pt x="12706" y="539379"/>
                  </a:lnTo>
                  <a:lnTo>
                    <a:pt x="13521" y="550864"/>
                  </a:lnTo>
                  <a:lnTo>
                    <a:pt x="14336" y="505833"/>
                  </a:lnTo>
                  <a:lnTo>
                    <a:pt x="15151" y="501646"/>
                  </a:lnTo>
                  <a:lnTo>
                    <a:pt x="15965" y="449465"/>
                  </a:lnTo>
                  <a:lnTo>
                    <a:pt x="16780" y="400965"/>
                  </a:lnTo>
                  <a:lnTo>
                    <a:pt x="17595" y="414392"/>
                  </a:lnTo>
                  <a:lnTo>
                    <a:pt x="18410" y="374870"/>
                  </a:lnTo>
                  <a:lnTo>
                    <a:pt x="19224" y="312091"/>
                  </a:lnTo>
                  <a:lnTo>
                    <a:pt x="20039" y="318884"/>
                  </a:lnTo>
                  <a:lnTo>
                    <a:pt x="20854" y="439096"/>
                  </a:lnTo>
                  <a:lnTo>
                    <a:pt x="21669" y="429166"/>
                  </a:lnTo>
                  <a:lnTo>
                    <a:pt x="22484" y="466523"/>
                  </a:lnTo>
                  <a:lnTo>
                    <a:pt x="23298" y="446040"/>
                  </a:lnTo>
                  <a:lnTo>
                    <a:pt x="24113" y="413930"/>
                  </a:lnTo>
                  <a:lnTo>
                    <a:pt x="24928" y="427578"/>
                  </a:lnTo>
                  <a:lnTo>
                    <a:pt x="25743" y="367465"/>
                  </a:lnTo>
                  <a:lnTo>
                    <a:pt x="26557" y="338898"/>
                  </a:lnTo>
                  <a:lnTo>
                    <a:pt x="27372" y="368975"/>
                  </a:lnTo>
                  <a:lnTo>
                    <a:pt x="28187" y="400928"/>
                  </a:lnTo>
                  <a:lnTo>
                    <a:pt x="29002" y="369331"/>
                  </a:lnTo>
                  <a:lnTo>
                    <a:pt x="29817" y="356383"/>
                  </a:lnTo>
                  <a:lnTo>
                    <a:pt x="30631" y="387204"/>
                  </a:lnTo>
                  <a:lnTo>
                    <a:pt x="31446" y="421342"/>
                  </a:lnTo>
                  <a:lnTo>
                    <a:pt x="32261" y="410860"/>
                  </a:lnTo>
                  <a:lnTo>
                    <a:pt x="33076" y="426648"/>
                  </a:lnTo>
                  <a:lnTo>
                    <a:pt x="33891" y="459519"/>
                  </a:lnTo>
                  <a:lnTo>
                    <a:pt x="34705" y="393391"/>
                  </a:lnTo>
                  <a:lnTo>
                    <a:pt x="35520" y="354397"/>
                  </a:lnTo>
                  <a:lnTo>
                    <a:pt x="36335" y="363524"/>
                  </a:lnTo>
                  <a:lnTo>
                    <a:pt x="37150" y="425474"/>
                  </a:lnTo>
                  <a:lnTo>
                    <a:pt x="37964" y="470232"/>
                  </a:lnTo>
                  <a:lnTo>
                    <a:pt x="38779" y="433288"/>
                  </a:lnTo>
                  <a:lnTo>
                    <a:pt x="39594" y="457196"/>
                  </a:lnTo>
                  <a:lnTo>
                    <a:pt x="40409" y="463727"/>
                  </a:lnTo>
                  <a:lnTo>
                    <a:pt x="41224" y="435233"/>
                  </a:lnTo>
                  <a:lnTo>
                    <a:pt x="42038" y="458139"/>
                  </a:lnTo>
                  <a:lnTo>
                    <a:pt x="42853" y="388597"/>
                  </a:lnTo>
                  <a:lnTo>
                    <a:pt x="43668" y="452737"/>
                  </a:lnTo>
                  <a:lnTo>
                    <a:pt x="44483" y="452217"/>
                  </a:lnTo>
                  <a:lnTo>
                    <a:pt x="45297" y="512177"/>
                  </a:lnTo>
                  <a:lnTo>
                    <a:pt x="46112" y="486970"/>
                  </a:lnTo>
                  <a:lnTo>
                    <a:pt x="46927" y="393413"/>
                  </a:lnTo>
                  <a:lnTo>
                    <a:pt x="47742" y="365974"/>
                  </a:lnTo>
                  <a:lnTo>
                    <a:pt x="48557" y="470552"/>
                  </a:lnTo>
                  <a:lnTo>
                    <a:pt x="49371" y="501725"/>
                  </a:lnTo>
                  <a:lnTo>
                    <a:pt x="50186" y="463024"/>
                  </a:lnTo>
                  <a:lnTo>
                    <a:pt x="51001" y="424533"/>
                  </a:lnTo>
                  <a:lnTo>
                    <a:pt x="51816" y="301218"/>
                  </a:lnTo>
                  <a:lnTo>
                    <a:pt x="52630" y="256331"/>
                  </a:lnTo>
                  <a:lnTo>
                    <a:pt x="53445" y="301876"/>
                  </a:lnTo>
                  <a:lnTo>
                    <a:pt x="54260" y="298356"/>
                  </a:lnTo>
                  <a:lnTo>
                    <a:pt x="55075" y="321892"/>
                  </a:lnTo>
                  <a:lnTo>
                    <a:pt x="55890" y="351635"/>
                  </a:lnTo>
                  <a:lnTo>
                    <a:pt x="56704" y="324067"/>
                  </a:lnTo>
                  <a:lnTo>
                    <a:pt x="57519" y="281196"/>
                  </a:lnTo>
                  <a:lnTo>
                    <a:pt x="58334" y="231253"/>
                  </a:lnTo>
                  <a:lnTo>
                    <a:pt x="59149" y="149961"/>
                  </a:lnTo>
                  <a:lnTo>
                    <a:pt x="59963" y="160014"/>
                  </a:lnTo>
                  <a:lnTo>
                    <a:pt x="60778" y="170795"/>
                  </a:lnTo>
                  <a:lnTo>
                    <a:pt x="61593" y="301820"/>
                  </a:lnTo>
                  <a:lnTo>
                    <a:pt x="62408" y="434335"/>
                  </a:lnTo>
                  <a:lnTo>
                    <a:pt x="63223" y="478259"/>
                  </a:lnTo>
                  <a:lnTo>
                    <a:pt x="64037" y="490802"/>
                  </a:lnTo>
                  <a:lnTo>
                    <a:pt x="64852" y="447390"/>
                  </a:lnTo>
                  <a:lnTo>
                    <a:pt x="65667" y="450448"/>
                  </a:lnTo>
                  <a:lnTo>
                    <a:pt x="66482" y="470882"/>
                  </a:lnTo>
                  <a:lnTo>
                    <a:pt x="67296" y="520257"/>
                  </a:lnTo>
                  <a:lnTo>
                    <a:pt x="68111" y="532233"/>
                  </a:lnTo>
                  <a:lnTo>
                    <a:pt x="68926" y="552292"/>
                  </a:lnTo>
                  <a:lnTo>
                    <a:pt x="69741" y="549701"/>
                  </a:lnTo>
                  <a:lnTo>
                    <a:pt x="70556" y="520756"/>
                  </a:lnTo>
                  <a:lnTo>
                    <a:pt x="71370" y="502592"/>
                  </a:lnTo>
                  <a:lnTo>
                    <a:pt x="72185" y="433055"/>
                  </a:lnTo>
                  <a:lnTo>
                    <a:pt x="73000" y="300282"/>
                  </a:lnTo>
                  <a:lnTo>
                    <a:pt x="73815" y="184310"/>
                  </a:lnTo>
                  <a:lnTo>
                    <a:pt x="74630" y="234961"/>
                  </a:lnTo>
                  <a:lnTo>
                    <a:pt x="75444" y="268678"/>
                  </a:lnTo>
                  <a:lnTo>
                    <a:pt x="76259" y="271728"/>
                  </a:lnTo>
                  <a:lnTo>
                    <a:pt x="77074" y="379015"/>
                  </a:lnTo>
                  <a:lnTo>
                    <a:pt x="77889" y="303846"/>
                  </a:lnTo>
                  <a:lnTo>
                    <a:pt x="78703" y="348391"/>
                  </a:lnTo>
                  <a:lnTo>
                    <a:pt x="79518" y="374321"/>
                  </a:lnTo>
                  <a:lnTo>
                    <a:pt x="80333" y="377507"/>
                  </a:lnTo>
                  <a:lnTo>
                    <a:pt x="81148" y="290521"/>
                  </a:lnTo>
                  <a:lnTo>
                    <a:pt x="81963" y="283763"/>
                  </a:lnTo>
                  <a:lnTo>
                    <a:pt x="82777" y="283891"/>
                  </a:lnTo>
                  <a:lnTo>
                    <a:pt x="83592" y="359466"/>
                  </a:lnTo>
                  <a:lnTo>
                    <a:pt x="84407" y="405982"/>
                  </a:lnTo>
                  <a:lnTo>
                    <a:pt x="85222" y="488723"/>
                  </a:lnTo>
                  <a:lnTo>
                    <a:pt x="86036" y="542178"/>
                  </a:lnTo>
                  <a:lnTo>
                    <a:pt x="86851" y="524521"/>
                  </a:lnTo>
                  <a:lnTo>
                    <a:pt x="87666" y="547000"/>
                  </a:lnTo>
                  <a:lnTo>
                    <a:pt x="88481" y="481528"/>
                  </a:lnTo>
                  <a:lnTo>
                    <a:pt x="89296" y="457430"/>
                  </a:lnTo>
                  <a:lnTo>
                    <a:pt x="90110" y="502867"/>
                  </a:lnTo>
                  <a:lnTo>
                    <a:pt x="90925" y="473182"/>
                  </a:lnTo>
                  <a:lnTo>
                    <a:pt x="91740" y="485041"/>
                  </a:lnTo>
                  <a:lnTo>
                    <a:pt x="92555" y="435464"/>
                  </a:lnTo>
                  <a:lnTo>
                    <a:pt x="93369" y="384336"/>
                  </a:lnTo>
                  <a:lnTo>
                    <a:pt x="94184" y="355381"/>
                  </a:lnTo>
                  <a:lnTo>
                    <a:pt x="94999" y="413690"/>
                  </a:lnTo>
                  <a:lnTo>
                    <a:pt x="95814" y="439738"/>
                  </a:lnTo>
                  <a:lnTo>
                    <a:pt x="96629" y="420751"/>
                  </a:lnTo>
                  <a:lnTo>
                    <a:pt x="97443" y="403636"/>
                  </a:lnTo>
                  <a:lnTo>
                    <a:pt x="98258" y="326913"/>
                  </a:lnTo>
                  <a:lnTo>
                    <a:pt x="99073" y="289089"/>
                  </a:lnTo>
                  <a:lnTo>
                    <a:pt x="99888" y="311662"/>
                  </a:lnTo>
                  <a:lnTo>
                    <a:pt x="100702" y="379513"/>
                  </a:lnTo>
                  <a:lnTo>
                    <a:pt x="101517" y="382305"/>
                  </a:lnTo>
                  <a:lnTo>
                    <a:pt x="102332" y="408103"/>
                  </a:lnTo>
                  <a:lnTo>
                    <a:pt x="103147" y="352228"/>
                  </a:lnTo>
                  <a:lnTo>
                    <a:pt x="103962" y="324432"/>
                  </a:lnTo>
                  <a:lnTo>
                    <a:pt x="104776" y="351751"/>
                  </a:lnTo>
                  <a:lnTo>
                    <a:pt x="105591" y="398066"/>
                  </a:lnTo>
                  <a:lnTo>
                    <a:pt x="106406" y="468302"/>
                  </a:lnTo>
                  <a:lnTo>
                    <a:pt x="107221" y="480108"/>
                  </a:lnTo>
                  <a:lnTo>
                    <a:pt x="108035" y="541013"/>
                  </a:lnTo>
                  <a:lnTo>
                    <a:pt x="108850" y="542473"/>
                  </a:lnTo>
                  <a:lnTo>
                    <a:pt x="109665" y="537334"/>
                  </a:lnTo>
                  <a:lnTo>
                    <a:pt x="110480" y="507025"/>
                  </a:lnTo>
                  <a:lnTo>
                    <a:pt x="111295" y="509984"/>
                  </a:lnTo>
                  <a:lnTo>
                    <a:pt x="112109" y="520524"/>
                  </a:lnTo>
                  <a:lnTo>
                    <a:pt x="112924" y="528620"/>
                  </a:lnTo>
                  <a:lnTo>
                    <a:pt x="113739" y="487186"/>
                  </a:lnTo>
                  <a:lnTo>
                    <a:pt x="114554" y="495735"/>
                  </a:lnTo>
                  <a:lnTo>
                    <a:pt x="115369" y="500026"/>
                  </a:lnTo>
                  <a:lnTo>
                    <a:pt x="116183" y="505038"/>
                  </a:lnTo>
                  <a:lnTo>
                    <a:pt x="116998" y="478178"/>
                  </a:lnTo>
                  <a:lnTo>
                    <a:pt x="117813" y="458332"/>
                  </a:lnTo>
                  <a:lnTo>
                    <a:pt x="118628" y="520008"/>
                  </a:lnTo>
                  <a:lnTo>
                    <a:pt x="119442" y="497191"/>
                  </a:lnTo>
                  <a:lnTo>
                    <a:pt x="120257" y="429732"/>
                  </a:lnTo>
                  <a:lnTo>
                    <a:pt x="121072" y="377854"/>
                  </a:lnTo>
                  <a:lnTo>
                    <a:pt x="121887" y="402265"/>
                  </a:lnTo>
                  <a:lnTo>
                    <a:pt x="122702" y="502845"/>
                  </a:lnTo>
                  <a:lnTo>
                    <a:pt x="123516" y="477713"/>
                  </a:lnTo>
                  <a:lnTo>
                    <a:pt x="124331" y="511891"/>
                  </a:lnTo>
                  <a:lnTo>
                    <a:pt x="125146" y="440829"/>
                  </a:lnTo>
                  <a:lnTo>
                    <a:pt x="125961" y="402509"/>
                  </a:lnTo>
                  <a:lnTo>
                    <a:pt x="126775" y="426354"/>
                  </a:lnTo>
                  <a:lnTo>
                    <a:pt x="127590" y="467186"/>
                  </a:lnTo>
                  <a:lnTo>
                    <a:pt x="128405" y="483253"/>
                  </a:lnTo>
                  <a:lnTo>
                    <a:pt x="129220" y="472426"/>
                  </a:lnTo>
                  <a:lnTo>
                    <a:pt x="130035" y="487996"/>
                  </a:lnTo>
                  <a:lnTo>
                    <a:pt x="130849" y="452917"/>
                  </a:lnTo>
                  <a:lnTo>
                    <a:pt x="131664" y="441609"/>
                  </a:lnTo>
                  <a:lnTo>
                    <a:pt x="132479" y="384828"/>
                  </a:lnTo>
                  <a:lnTo>
                    <a:pt x="133294" y="385288"/>
                  </a:lnTo>
                  <a:lnTo>
                    <a:pt x="134108" y="397003"/>
                  </a:lnTo>
                  <a:lnTo>
                    <a:pt x="134923" y="385447"/>
                  </a:lnTo>
                  <a:lnTo>
                    <a:pt x="135738" y="397363"/>
                  </a:lnTo>
                  <a:lnTo>
                    <a:pt x="136553" y="393390"/>
                  </a:lnTo>
                  <a:lnTo>
                    <a:pt x="137368" y="379127"/>
                  </a:lnTo>
                  <a:lnTo>
                    <a:pt x="138182" y="265021"/>
                  </a:lnTo>
                  <a:lnTo>
                    <a:pt x="138997" y="203900"/>
                  </a:lnTo>
                  <a:lnTo>
                    <a:pt x="139812" y="241050"/>
                  </a:lnTo>
                  <a:lnTo>
                    <a:pt x="140627" y="203642"/>
                  </a:lnTo>
                  <a:lnTo>
                    <a:pt x="141441" y="305308"/>
                  </a:lnTo>
                  <a:lnTo>
                    <a:pt x="142256" y="348991"/>
                  </a:lnTo>
                  <a:lnTo>
                    <a:pt x="143071" y="372299"/>
                  </a:lnTo>
                  <a:lnTo>
                    <a:pt x="143886" y="385435"/>
                  </a:lnTo>
                  <a:lnTo>
                    <a:pt x="144701" y="367095"/>
                  </a:lnTo>
                  <a:lnTo>
                    <a:pt x="145515" y="345514"/>
                  </a:lnTo>
                  <a:lnTo>
                    <a:pt x="146330" y="247459"/>
                  </a:lnTo>
                  <a:lnTo>
                    <a:pt x="147145" y="126209"/>
                  </a:lnTo>
                  <a:lnTo>
                    <a:pt x="147960" y="58337"/>
                  </a:lnTo>
                  <a:lnTo>
                    <a:pt x="148774" y="71337"/>
                  </a:lnTo>
                  <a:lnTo>
                    <a:pt x="149589" y="31585"/>
                  </a:lnTo>
                  <a:lnTo>
                    <a:pt x="150404" y="0"/>
                  </a:lnTo>
                  <a:lnTo>
                    <a:pt x="151219" y="48411"/>
                  </a:lnTo>
                  <a:lnTo>
                    <a:pt x="152034" y="41310"/>
                  </a:lnTo>
                  <a:lnTo>
                    <a:pt x="152848" y="79349"/>
                  </a:lnTo>
                  <a:lnTo>
                    <a:pt x="153663" y="156819"/>
                  </a:lnTo>
                  <a:lnTo>
                    <a:pt x="154478" y="254890"/>
                  </a:lnTo>
                  <a:lnTo>
                    <a:pt x="155293" y="323834"/>
                  </a:lnTo>
                  <a:lnTo>
                    <a:pt x="156108" y="355880"/>
                  </a:lnTo>
                  <a:lnTo>
                    <a:pt x="156922" y="360466"/>
                  </a:lnTo>
                  <a:lnTo>
                    <a:pt x="157737" y="327346"/>
                  </a:lnTo>
                  <a:lnTo>
                    <a:pt x="158552" y="262855"/>
                  </a:lnTo>
                  <a:lnTo>
                    <a:pt x="159367" y="285656"/>
                  </a:lnTo>
                  <a:lnTo>
                    <a:pt x="160181" y="255736"/>
                  </a:lnTo>
                  <a:lnTo>
                    <a:pt x="160996" y="230686"/>
                  </a:lnTo>
                  <a:lnTo>
                    <a:pt x="161811" y="109075"/>
                  </a:lnTo>
                  <a:lnTo>
                    <a:pt x="162626" y="159495"/>
                  </a:lnTo>
                  <a:lnTo>
                    <a:pt x="163441" y="152018"/>
                  </a:lnTo>
                  <a:lnTo>
                    <a:pt x="164255" y="240885"/>
                  </a:lnTo>
                  <a:lnTo>
                    <a:pt x="165070" y="334322"/>
                  </a:lnTo>
                  <a:lnTo>
                    <a:pt x="165885" y="363355"/>
                  </a:lnTo>
                  <a:lnTo>
                    <a:pt x="166700" y="424884"/>
                  </a:lnTo>
                  <a:lnTo>
                    <a:pt x="167514" y="465354"/>
                  </a:lnTo>
                  <a:lnTo>
                    <a:pt x="168329" y="483024"/>
                  </a:lnTo>
                  <a:lnTo>
                    <a:pt x="169144" y="486112"/>
                  </a:lnTo>
                  <a:lnTo>
                    <a:pt x="169959" y="504036"/>
                  </a:lnTo>
                  <a:lnTo>
                    <a:pt x="170774" y="511550"/>
                  </a:lnTo>
                  <a:lnTo>
                    <a:pt x="171588" y="516485"/>
                  </a:lnTo>
                  <a:lnTo>
                    <a:pt x="172403" y="503911"/>
                  </a:lnTo>
                  <a:lnTo>
                    <a:pt x="173218" y="511602"/>
                  </a:lnTo>
                  <a:lnTo>
                    <a:pt x="174033" y="432821"/>
                  </a:lnTo>
                  <a:lnTo>
                    <a:pt x="174847" y="358718"/>
                  </a:lnTo>
                  <a:lnTo>
                    <a:pt x="175662" y="325408"/>
                  </a:lnTo>
                  <a:lnTo>
                    <a:pt x="176477" y="284452"/>
                  </a:lnTo>
                  <a:lnTo>
                    <a:pt x="177292" y="210839"/>
                  </a:lnTo>
                  <a:lnTo>
                    <a:pt x="178107" y="153454"/>
                  </a:lnTo>
                  <a:lnTo>
                    <a:pt x="178921" y="144088"/>
                  </a:lnTo>
                  <a:lnTo>
                    <a:pt x="179736" y="59007"/>
                  </a:lnTo>
                  <a:lnTo>
                    <a:pt x="180551" y="72766"/>
                  </a:lnTo>
                  <a:lnTo>
                    <a:pt x="181366" y="114943"/>
                  </a:lnTo>
                  <a:lnTo>
                    <a:pt x="182180" y="42097"/>
                  </a:lnTo>
                  <a:lnTo>
                    <a:pt x="182995" y="77611"/>
                  </a:lnTo>
                  <a:lnTo>
                    <a:pt x="183810" y="69816"/>
                  </a:lnTo>
                  <a:lnTo>
                    <a:pt x="184625" y="110642"/>
                  </a:lnTo>
                  <a:lnTo>
                    <a:pt x="185440" y="186553"/>
                  </a:lnTo>
                  <a:lnTo>
                    <a:pt x="186254" y="160003"/>
                  </a:lnTo>
                  <a:lnTo>
                    <a:pt x="187069" y="198086"/>
                  </a:lnTo>
                  <a:lnTo>
                    <a:pt x="187884" y="268769"/>
                  </a:lnTo>
                  <a:lnTo>
                    <a:pt x="188699" y="356689"/>
                  </a:lnTo>
                  <a:lnTo>
                    <a:pt x="189513" y="422254"/>
                  </a:lnTo>
                  <a:lnTo>
                    <a:pt x="190328" y="496515"/>
                  </a:lnTo>
                  <a:lnTo>
                    <a:pt x="191143" y="502763"/>
                  </a:lnTo>
                  <a:lnTo>
                    <a:pt x="191958" y="502295"/>
                  </a:lnTo>
                  <a:lnTo>
                    <a:pt x="192773" y="471045"/>
                  </a:lnTo>
                  <a:lnTo>
                    <a:pt x="193587" y="490017"/>
                  </a:lnTo>
                  <a:lnTo>
                    <a:pt x="194402" y="495720"/>
                  </a:lnTo>
                  <a:lnTo>
                    <a:pt x="195217" y="444423"/>
                  </a:lnTo>
                  <a:lnTo>
                    <a:pt x="196032" y="467113"/>
                  </a:lnTo>
                  <a:lnTo>
                    <a:pt x="196847" y="466541"/>
                  </a:lnTo>
                  <a:lnTo>
                    <a:pt x="197661" y="465236"/>
                  </a:lnTo>
                  <a:lnTo>
                    <a:pt x="198476" y="321826"/>
                  </a:lnTo>
                  <a:lnTo>
                    <a:pt x="199291" y="241217"/>
                  </a:lnTo>
                  <a:lnTo>
                    <a:pt x="200106" y="285010"/>
                  </a:lnTo>
                  <a:lnTo>
                    <a:pt x="200920" y="430497"/>
                  </a:lnTo>
                  <a:lnTo>
                    <a:pt x="201735" y="403342"/>
                  </a:lnTo>
                  <a:lnTo>
                    <a:pt x="202550" y="463237"/>
                  </a:lnTo>
                  <a:lnTo>
                    <a:pt x="203365" y="471779"/>
                  </a:lnTo>
                  <a:lnTo>
                    <a:pt x="204180" y="448465"/>
                  </a:lnTo>
                  <a:lnTo>
                    <a:pt x="204994" y="366132"/>
                  </a:lnTo>
                  <a:lnTo>
                    <a:pt x="205809" y="274288"/>
                  </a:lnTo>
                  <a:lnTo>
                    <a:pt x="206624" y="242049"/>
                  </a:lnTo>
                  <a:lnTo>
                    <a:pt x="207439" y="289434"/>
                  </a:lnTo>
                  <a:lnTo>
                    <a:pt x="208253" y="394064"/>
                  </a:lnTo>
                  <a:lnTo>
                    <a:pt x="209068" y="365459"/>
                  </a:lnTo>
                  <a:lnTo>
                    <a:pt x="209883" y="261610"/>
                  </a:lnTo>
                  <a:lnTo>
                    <a:pt x="210698" y="306680"/>
                  </a:lnTo>
                  <a:lnTo>
                    <a:pt x="211513" y="411894"/>
                  </a:lnTo>
                  <a:lnTo>
                    <a:pt x="212327" y="457837"/>
                  </a:lnTo>
                  <a:lnTo>
                    <a:pt x="213142" y="433729"/>
                  </a:lnTo>
                  <a:lnTo>
                    <a:pt x="213957" y="375068"/>
                  </a:lnTo>
                  <a:lnTo>
                    <a:pt x="214772" y="369121"/>
                  </a:lnTo>
                  <a:lnTo>
                    <a:pt x="215586" y="415111"/>
                  </a:lnTo>
                  <a:lnTo>
                    <a:pt x="216401" y="349020"/>
                  </a:lnTo>
                  <a:lnTo>
                    <a:pt x="217216" y="282613"/>
                  </a:lnTo>
                  <a:lnTo>
                    <a:pt x="218031" y="272715"/>
                  </a:lnTo>
                  <a:lnTo>
                    <a:pt x="218846" y="321702"/>
                  </a:lnTo>
                  <a:lnTo>
                    <a:pt x="219660" y="348815"/>
                  </a:lnTo>
                  <a:lnTo>
                    <a:pt x="220475" y="341249"/>
                  </a:lnTo>
                  <a:lnTo>
                    <a:pt x="221290" y="447909"/>
                  </a:lnTo>
                  <a:lnTo>
                    <a:pt x="222105" y="464936"/>
                  </a:lnTo>
                  <a:lnTo>
                    <a:pt x="222919" y="487008"/>
                  </a:lnTo>
                  <a:lnTo>
                    <a:pt x="223734" y="472815"/>
                  </a:lnTo>
                  <a:lnTo>
                    <a:pt x="224549" y="421571"/>
                  </a:lnTo>
                  <a:lnTo>
                    <a:pt x="225364" y="491608"/>
                  </a:lnTo>
                  <a:lnTo>
                    <a:pt x="226179" y="482738"/>
                  </a:lnTo>
                  <a:lnTo>
                    <a:pt x="226993" y="542792"/>
                  </a:lnTo>
                  <a:lnTo>
                    <a:pt x="227808" y="487556"/>
                  </a:lnTo>
                  <a:lnTo>
                    <a:pt x="228623" y="536363"/>
                  </a:lnTo>
                  <a:lnTo>
                    <a:pt x="229438" y="548948"/>
                  </a:lnTo>
                  <a:lnTo>
                    <a:pt x="230252" y="535214"/>
                  </a:lnTo>
                  <a:lnTo>
                    <a:pt x="231067" y="569785"/>
                  </a:lnTo>
                  <a:lnTo>
                    <a:pt x="231882" y="542262"/>
                  </a:lnTo>
                  <a:lnTo>
                    <a:pt x="232697" y="517163"/>
                  </a:lnTo>
                  <a:lnTo>
                    <a:pt x="233512" y="493443"/>
                  </a:lnTo>
                  <a:lnTo>
                    <a:pt x="234326" y="478775"/>
                  </a:lnTo>
                  <a:lnTo>
                    <a:pt x="235141" y="491867"/>
                  </a:lnTo>
                  <a:lnTo>
                    <a:pt x="235956" y="495092"/>
                  </a:lnTo>
                  <a:lnTo>
                    <a:pt x="236771" y="508631"/>
                  </a:lnTo>
                  <a:lnTo>
                    <a:pt x="237586" y="480128"/>
                  </a:lnTo>
                  <a:lnTo>
                    <a:pt x="238400" y="371507"/>
                  </a:lnTo>
                  <a:lnTo>
                    <a:pt x="239215" y="308999"/>
                  </a:lnTo>
                  <a:lnTo>
                    <a:pt x="240030" y="402386"/>
                  </a:lnTo>
                  <a:lnTo>
                    <a:pt x="240845" y="372683"/>
                  </a:lnTo>
                  <a:lnTo>
                    <a:pt x="241659" y="387326"/>
                  </a:lnTo>
                  <a:lnTo>
                    <a:pt x="242474" y="395841"/>
                  </a:lnTo>
                  <a:lnTo>
                    <a:pt x="243289" y="331137"/>
                  </a:lnTo>
                  <a:lnTo>
                    <a:pt x="244104" y="365497"/>
                  </a:lnTo>
                  <a:lnTo>
                    <a:pt x="244919" y="366569"/>
                  </a:lnTo>
                  <a:lnTo>
                    <a:pt x="245733" y="427612"/>
                  </a:lnTo>
                  <a:lnTo>
                    <a:pt x="246548" y="434776"/>
                  </a:lnTo>
                  <a:lnTo>
                    <a:pt x="247363" y="405119"/>
                  </a:lnTo>
                  <a:lnTo>
                    <a:pt x="248178" y="393167"/>
                  </a:lnTo>
                  <a:lnTo>
                    <a:pt x="248992" y="448182"/>
                  </a:lnTo>
                  <a:lnTo>
                    <a:pt x="249807" y="476725"/>
                  </a:lnTo>
                  <a:lnTo>
                    <a:pt x="250622" y="460469"/>
                  </a:lnTo>
                  <a:lnTo>
                    <a:pt x="251437" y="474513"/>
                  </a:lnTo>
                  <a:lnTo>
                    <a:pt x="252252" y="482749"/>
                  </a:lnTo>
                  <a:lnTo>
                    <a:pt x="253066" y="487474"/>
                  </a:lnTo>
                  <a:lnTo>
                    <a:pt x="253881" y="461942"/>
                  </a:lnTo>
                  <a:lnTo>
                    <a:pt x="254696" y="452387"/>
                  </a:lnTo>
                  <a:lnTo>
                    <a:pt x="255511" y="331731"/>
                  </a:lnTo>
                  <a:lnTo>
                    <a:pt x="256325" y="246118"/>
                  </a:lnTo>
                  <a:lnTo>
                    <a:pt x="257140" y="245095"/>
                  </a:lnTo>
                  <a:lnTo>
                    <a:pt x="257955" y="200038"/>
                  </a:lnTo>
                  <a:lnTo>
                    <a:pt x="258770" y="266066"/>
                  </a:lnTo>
                  <a:lnTo>
                    <a:pt x="259585" y="244623"/>
                  </a:lnTo>
                  <a:lnTo>
                    <a:pt x="260399" y="243539"/>
                  </a:lnTo>
                  <a:lnTo>
                    <a:pt x="261214" y="177402"/>
                  </a:lnTo>
                  <a:lnTo>
                    <a:pt x="262029" y="221482"/>
                  </a:lnTo>
                  <a:lnTo>
                    <a:pt x="262844" y="145236"/>
                  </a:lnTo>
                  <a:lnTo>
                    <a:pt x="263658" y="131740"/>
                  </a:lnTo>
                  <a:lnTo>
                    <a:pt x="264473" y="100835"/>
                  </a:lnTo>
                  <a:lnTo>
                    <a:pt x="265288" y="115504"/>
                  </a:lnTo>
                  <a:lnTo>
                    <a:pt x="266103" y="201574"/>
                  </a:lnTo>
                  <a:lnTo>
                    <a:pt x="266918" y="172882"/>
                  </a:lnTo>
                  <a:lnTo>
                    <a:pt x="267732" y="221415"/>
                  </a:lnTo>
                  <a:lnTo>
                    <a:pt x="268547" y="282951"/>
                  </a:lnTo>
                  <a:lnTo>
                    <a:pt x="269362" y="344733"/>
                  </a:lnTo>
                  <a:lnTo>
                    <a:pt x="270177" y="380714"/>
                  </a:lnTo>
                  <a:lnTo>
                    <a:pt x="270992" y="356364"/>
                  </a:lnTo>
                  <a:lnTo>
                    <a:pt x="271806" y="337968"/>
                  </a:lnTo>
                  <a:lnTo>
                    <a:pt x="272621" y="381742"/>
                  </a:lnTo>
                  <a:lnTo>
                    <a:pt x="273436" y="250359"/>
                  </a:lnTo>
                  <a:lnTo>
                    <a:pt x="274251" y="235664"/>
                  </a:lnTo>
                  <a:lnTo>
                    <a:pt x="275065" y="239006"/>
                  </a:lnTo>
                  <a:lnTo>
                    <a:pt x="275880" y="233146"/>
                  </a:lnTo>
                  <a:lnTo>
                    <a:pt x="276695" y="177955"/>
                  </a:lnTo>
                  <a:lnTo>
                    <a:pt x="277510" y="275861"/>
                  </a:lnTo>
                  <a:lnTo>
                    <a:pt x="278325" y="414343"/>
                  </a:lnTo>
                  <a:lnTo>
                    <a:pt x="279139" y="426773"/>
                  </a:lnTo>
                  <a:lnTo>
                    <a:pt x="279954" y="416065"/>
                  </a:lnTo>
                  <a:lnTo>
                    <a:pt x="280769" y="263450"/>
                  </a:lnTo>
                  <a:lnTo>
                    <a:pt x="281584" y="261472"/>
                  </a:lnTo>
                  <a:lnTo>
                    <a:pt x="282398" y="250573"/>
                  </a:lnTo>
                  <a:lnTo>
                    <a:pt x="283213" y="218585"/>
                  </a:lnTo>
                  <a:lnTo>
                    <a:pt x="284028" y="159738"/>
                  </a:lnTo>
                  <a:lnTo>
                    <a:pt x="284843" y="156463"/>
                  </a:lnTo>
                  <a:lnTo>
                    <a:pt x="285658" y="214526"/>
                  </a:lnTo>
                  <a:lnTo>
                    <a:pt x="286472" y="165662"/>
                  </a:lnTo>
                  <a:lnTo>
                    <a:pt x="287287" y="198816"/>
                  </a:lnTo>
                  <a:lnTo>
                    <a:pt x="288102" y="155179"/>
                  </a:lnTo>
                  <a:lnTo>
                    <a:pt x="288917" y="111804"/>
                  </a:lnTo>
                  <a:lnTo>
                    <a:pt x="289731" y="138959"/>
                  </a:lnTo>
                  <a:lnTo>
                    <a:pt x="290546" y="193073"/>
                  </a:lnTo>
                  <a:lnTo>
                    <a:pt x="291361" y="221187"/>
                  </a:lnTo>
                  <a:lnTo>
                    <a:pt x="292176" y="198160"/>
                  </a:lnTo>
                  <a:lnTo>
                    <a:pt x="292991" y="127392"/>
                  </a:lnTo>
                  <a:lnTo>
                    <a:pt x="293805" y="209903"/>
                  </a:lnTo>
                  <a:lnTo>
                    <a:pt x="294620" y="251830"/>
                  </a:lnTo>
                  <a:lnTo>
                    <a:pt x="295435" y="311870"/>
                  </a:lnTo>
                  <a:lnTo>
                    <a:pt x="296250" y="399067"/>
                  </a:lnTo>
                  <a:lnTo>
                    <a:pt x="297064" y="385036"/>
                  </a:lnTo>
                  <a:lnTo>
                    <a:pt x="297879" y="405580"/>
                  </a:lnTo>
                  <a:lnTo>
                    <a:pt x="298694" y="406493"/>
                  </a:lnTo>
                  <a:lnTo>
                    <a:pt x="299509" y="399720"/>
                  </a:lnTo>
                  <a:lnTo>
                    <a:pt x="300324" y="393381"/>
                  </a:lnTo>
                  <a:lnTo>
                    <a:pt x="301138" y="488370"/>
                  </a:lnTo>
                  <a:lnTo>
                    <a:pt x="301953" y="445794"/>
                  </a:lnTo>
                  <a:lnTo>
                    <a:pt x="302768" y="376050"/>
                  </a:lnTo>
                  <a:lnTo>
                    <a:pt x="303583" y="434182"/>
                  </a:lnTo>
                  <a:lnTo>
                    <a:pt x="304397" y="534642"/>
                  </a:lnTo>
                  <a:lnTo>
                    <a:pt x="305212" y="555185"/>
                  </a:lnTo>
                  <a:lnTo>
                    <a:pt x="306027" y="525035"/>
                  </a:lnTo>
                  <a:lnTo>
                    <a:pt x="306842" y="533599"/>
                  </a:lnTo>
                  <a:lnTo>
                    <a:pt x="307657" y="550893"/>
                  </a:lnTo>
                  <a:lnTo>
                    <a:pt x="308471" y="552752"/>
                  </a:lnTo>
                  <a:lnTo>
                    <a:pt x="309286" y="527592"/>
                  </a:lnTo>
                  <a:lnTo>
                    <a:pt x="310101" y="460899"/>
                  </a:lnTo>
                  <a:lnTo>
                    <a:pt x="310916" y="504565"/>
                  </a:lnTo>
                  <a:lnTo>
                    <a:pt x="311731" y="572351"/>
                  </a:lnTo>
                  <a:lnTo>
                    <a:pt x="312545" y="566246"/>
                  </a:lnTo>
                  <a:lnTo>
                    <a:pt x="313360" y="505571"/>
                  </a:lnTo>
                  <a:lnTo>
                    <a:pt x="314175" y="461118"/>
                  </a:lnTo>
                  <a:lnTo>
                    <a:pt x="314990" y="350091"/>
                  </a:lnTo>
                  <a:lnTo>
                    <a:pt x="315804" y="280030"/>
                  </a:lnTo>
                  <a:lnTo>
                    <a:pt x="316619" y="258895"/>
                  </a:lnTo>
                  <a:lnTo>
                    <a:pt x="317434" y="274558"/>
                  </a:lnTo>
                  <a:lnTo>
                    <a:pt x="318249" y="357035"/>
                  </a:lnTo>
                  <a:lnTo>
                    <a:pt x="319064" y="351564"/>
                  </a:lnTo>
                  <a:lnTo>
                    <a:pt x="319878" y="260297"/>
                  </a:lnTo>
                  <a:lnTo>
                    <a:pt x="320693" y="275760"/>
                  </a:lnTo>
                  <a:lnTo>
                    <a:pt x="321508" y="290471"/>
                  </a:lnTo>
                  <a:lnTo>
                    <a:pt x="322323" y="203556"/>
                  </a:lnTo>
                  <a:lnTo>
                    <a:pt x="323137" y="196662"/>
                  </a:lnTo>
                  <a:lnTo>
                    <a:pt x="323952" y="198239"/>
                  </a:lnTo>
                  <a:lnTo>
                    <a:pt x="324767" y="167414"/>
                  </a:lnTo>
                  <a:lnTo>
                    <a:pt x="325582" y="226318"/>
                  </a:lnTo>
                  <a:lnTo>
                    <a:pt x="326397" y="143282"/>
                  </a:lnTo>
                  <a:lnTo>
                    <a:pt x="327211" y="165845"/>
                  </a:lnTo>
                  <a:lnTo>
                    <a:pt x="328026" y="242933"/>
                  </a:lnTo>
                  <a:lnTo>
                    <a:pt x="328841" y="324885"/>
                  </a:lnTo>
                  <a:lnTo>
                    <a:pt x="329656" y="427079"/>
                  </a:lnTo>
                  <a:lnTo>
                    <a:pt x="330470" y="409931"/>
                  </a:lnTo>
                  <a:lnTo>
                    <a:pt x="331285" y="390092"/>
                  </a:lnTo>
                  <a:lnTo>
                    <a:pt x="332100" y="339738"/>
                  </a:lnTo>
                  <a:lnTo>
                    <a:pt x="332915" y="289350"/>
                  </a:lnTo>
                  <a:lnTo>
                    <a:pt x="333730" y="338580"/>
                  </a:lnTo>
                  <a:lnTo>
                    <a:pt x="334544" y="318273"/>
                  </a:lnTo>
                  <a:lnTo>
                    <a:pt x="335359" y="261392"/>
                  </a:lnTo>
                  <a:lnTo>
                    <a:pt x="336174" y="315963"/>
                  </a:lnTo>
                  <a:lnTo>
                    <a:pt x="336989" y="391766"/>
                  </a:lnTo>
                  <a:lnTo>
                    <a:pt x="337803" y="447656"/>
                  </a:lnTo>
                  <a:lnTo>
                    <a:pt x="338618" y="460501"/>
                  </a:lnTo>
                  <a:lnTo>
                    <a:pt x="339433" y="470388"/>
                  </a:lnTo>
                  <a:lnTo>
                    <a:pt x="340248" y="455897"/>
                  </a:lnTo>
                  <a:lnTo>
                    <a:pt x="341063" y="450754"/>
                  </a:lnTo>
                  <a:lnTo>
                    <a:pt x="341877" y="453238"/>
                  </a:lnTo>
                  <a:lnTo>
                    <a:pt x="342692" y="472558"/>
                  </a:lnTo>
                  <a:lnTo>
                    <a:pt x="343507" y="446463"/>
                  </a:lnTo>
                  <a:lnTo>
                    <a:pt x="344322" y="437983"/>
                  </a:lnTo>
                  <a:lnTo>
                    <a:pt x="345136" y="439983"/>
                  </a:lnTo>
                  <a:lnTo>
                    <a:pt x="345951" y="443311"/>
                  </a:lnTo>
                  <a:lnTo>
                    <a:pt x="346766" y="449491"/>
                  </a:lnTo>
                  <a:lnTo>
                    <a:pt x="347581" y="347961"/>
                  </a:lnTo>
                  <a:lnTo>
                    <a:pt x="348396" y="370647"/>
                  </a:lnTo>
                  <a:lnTo>
                    <a:pt x="349210" y="452105"/>
                  </a:lnTo>
                  <a:lnTo>
                    <a:pt x="350025" y="494904"/>
                  </a:lnTo>
                  <a:lnTo>
                    <a:pt x="350840" y="490633"/>
                  </a:lnTo>
                  <a:lnTo>
                    <a:pt x="351655" y="501879"/>
                  </a:lnTo>
                  <a:lnTo>
                    <a:pt x="352470" y="515690"/>
                  </a:lnTo>
                  <a:lnTo>
                    <a:pt x="353284" y="520830"/>
                  </a:lnTo>
                  <a:lnTo>
                    <a:pt x="354099" y="516184"/>
                  </a:lnTo>
                  <a:lnTo>
                    <a:pt x="354914" y="504840"/>
                  </a:lnTo>
                  <a:lnTo>
                    <a:pt x="355729" y="482034"/>
                  </a:lnTo>
                  <a:lnTo>
                    <a:pt x="356543" y="560098"/>
                  </a:lnTo>
                  <a:lnTo>
                    <a:pt x="357358" y="577457"/>
                  </a:lnTo>
                  <a:lnTo>
                    <a:pt x="358173" y="530078"/>
                  </a:lnTo>
                  <a:lnTo>
                    <a:pt x="358988" y="557926"/>
                  </a:lnTo>
                  <a:lnTo>
                    <a:pt x="359803" y="559994"/>
                  </a:lnTo>
                  <a:lnTo>
                    <a:pt x="360617" y="580598"/>
                  </a:lnTo>
                  <a:lnTo>
                    <a:pt x="361432" y="524157"/>
                  </a:lnTo>
                  <a:lnTo>
                    <a:pt x="362247" y="511148"/>
                  </a:lnTo>
                  <a:lnTo>
                    <a:pt x="363062" y="423632"/>
                  </a:lnTo>
                  <a:lnTo>
                    <a:pt x="363876" y="437263"/>
                  </a:lnTo>
                  <a:lnTo>
                    <a:pt x="364691" y="532496"/>
                  </a:lnTo>
                  <a:lnTo>
                    <a:pt x="365506" y="554055"/>
                  </a:lnTo>
                  <a:lnTo>
                    <a:pt x="366321" y="562716"/>
                  </a:lnTo>
                  <a:lnTo>
                    <a:pt x="367136" y="620920"/>
                  </a:lnTo>
                  <a:lnTo>
                    <a:pt x="367950" y="637944"/>
                  </a:lnTo>
                  <a:lnTo>
                    <a:pt x="368568" y="65612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6657345" y="6376303"/>
              <a:ext cx="545" cy="3146"/>
            </a:xfrm>
            <a:custGeom>
              <a:avLst/>
              <a:pathLst>
                <a:path w="545" h="3146">
                  <a:moveTo>
                    <a:pt x="0" y="3146"/>
                  </a:moveTo>
                  <a:lnTo>
                    <a:pt x="287" y="0"/>
                  </a:lnTo>
                  <a:lnTo>
                    <a:pt x="545" y="314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6662076" y="6023127"/>
              <a:ext cx="44963" cy="356322"/>
            </a:xfrm>
            <a:custGeom>
              <a:avLst/>
              <a:pathLst>
                <a:path w="44963" h="356322">
                  <a:moveTo>
                    <a:pt x="0" y="356322"/>
                  </a:moveTo>
                  <a:lnTo>
                    <a:pt x="445" y="335593"/>
                  </a:lnTo>
                  <a:lnTo>
                    <a:pt x="1259" y="308870"/>
                  </a:lnTo>
                  <a:lnTo>
                    <a:pt x="2074" y="284380"/>
                  </a:lnTo>
                  <a:lnTo>
                    <a:pt x="2889" y="248182"/>
                  </a:lnTo>
                  <a:lnTo>
                    <a:pt x="3704" y="229920"/>
                  </a:lnTo>
                  <a:lnTo>
                    <a:pt x="4519" y="205962"/>
                  </a:lnTo>
                  <a:lnTo>
                    <a:pt x="5333" y="230675"/>
                  </a:lnTo>
                  <a:lnTo>
                    <a:pt x="6148" y="207969"/>
                  </a:lnTo>
                  <a:lnTo>
                    <a:pt x="6963" y="198902"/>
                  </a:lnTo>
                  <a:lnTo>
                    <a:pt x="7778" y="214972"/>
                  </a:lnTo>
                  <a:lnTo>
                    <a:pt x="8592" y="246395"/>
                  </a:lnTo>
                  <a:lnTo>
                    <a:pt x="9407" y="275715"/>
                  </a:lnTo>
                  <a:lnTo>
                    <a:pt x="10222" y="246654"/>
                  </a:lnTo>
                  <a:lnTo>
                    <a:pt x="11037" y="217336"/>
                  </a:lnTo>
                  <a:lnTo>
                    <a:pt x="11852" y="229101"/>
                  </a:lnTo>
                  <a:lnTo>
                    <a:pt x="12666" y="126510"/>
                  </a:lnTo>
                  <a:lnTo>
                    <a:pt x="13481" y="38551"/>
                  </a:lnTo>
                  <a:lnTo>
                    <a:pt x="14296" y="7023"/>
                  </a:lnTo>
                  <a:lnTo>
                    <a:pt x="15111" y="13224"/>
                  </a:lnTo>
                  <a:lnTo>
                    <a:pt x="15925" y="171524"/>
                  </a:lnTo>
                  <a:lnTo>
                    <a:pt x="16740" y="130167"/>
                  </a:lnTo>
                  <a:lnTo>
                    <a:pt x="17555" y="92184"/>
                  </a:lnTo>
                  <a:lnTo>
                    <a:pt x="18370" y="51110"/>
                  </a:lnTo>
                  <a:lnTo>
                    <a:pt x="19185" y="150863"/>
                  </a:lnTo>
                  <a:lnTo>
                    <a:pt x="19999" y="140237"/>
                  </a:lnTo>
                  <a:lnTo>
                    <a:pt x="20814" y="21457"/>
                  </a:lnTo>
                  <a:lnTo>
                    <a:pt x="21629" y="0"/>
                  </a:lnTo>
                  <a:lnTo>
                    <a:pt x="22444" y="109023"/>
                  </a:lnTo>
                  <a:lnTo>
                    <a:pt x="23258" y="151893"/>
                  </a:lnTo>
                  <a:lnTo>
                    <a:pt x="24073" y="52656"/>
                  </a:lnTo>
                  <a:lnTo>
                    <a:pt x="24888" y="45289"/>
                  </a:lnTo>
                  <a:lnTo>
                    <a:pt x="25703" y="51763"/>
                  </a:lnTo>
                  <a:lnTo>
                    <a:pt x="26518" y="164873"/>
                  </a:lnTo>
                  <a:lnTo>
                    <a:pt x="27332" y="149049"/>
                  </a:lnTo>
                  <a:lnTo>
                    <a:pt x="28147" y="126928"/>
                  </a:lnTo>
                  <a:lnTo>
                    <a:pt x="28962" y="190285"/>
                  </a:lnTo>
                  <a:lnTo>
                    <a:pt x="29777" y="205097"/>
                  </a:lnTo>
                  <a:lnTo>
                    <a:pt x="30592" y="237292"/>
                  </a:lnTo>
                  <a:lnTo>
                    <a:pt x="31406" y="244698"/>
                  </a:lnTo>
                  <a:lnTo>
                    <a:pt x="32221" y="263240"/>
                  </a:lnTo>
                  <a:lnTo>
                    <a:pt x="33036" y="305503"/>
                  </a:lnTo>
                  <a:lnTo>
                    <a:pt x="33851" y="318684"/>
                  </a:lnTo>
                  <a:lnTo>
                    <a:pt x="34665" y="329606"/>
                  </a:lnTo>
                  <a:lnTo>
                    <a:pt x="35480" y="299389"/>
                  </a:lnTo>
                  <a:lnTo>
                    <a:pt x="36295" y="279605"/>
                  </a:lnTo>
                  <a:lnTo>
                    <a:pt x="37110" y="219133"/>
                  </a:lnTo>
                  <a:lnTo>
                    <a:pt x="37925" y="200615"/>
                  </a:lnTo>
                  <a:lnTo>
                    <a:pt x="38739" y="266733"/>
                  </a:lnTo>
                  <a:lnTo>
                    <a:pt x="39554" y="313901"/>
                  </a:lnTo>
                  <a:lnTo>
                    <a:pt x="40369" y="297127"/>
                  </a:lnTo>
                  <a:lnTo>
                    <a:pt x="41184" y="335907"/>
                  </a:lnTo>
                  <a:lnTo>
                    <a:pt x="41998" y="354569"/>
                  </a:lnTo>
                  <a:lnTo>
                    <a:pt x="42813" y="347863"/>
                  </a:lnTo>
                  <a:lnTo>
                    <a:pt x="43628" y="344432"/>
                  </a:lnTo>
                  <a:lnTo>
                    <a:pt x="44443" y="342462"/>
                  </a:lnTo>
                  <a:lnTo>
                    <a:pt x="44963" y="35632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6707582" y="5798526"/>
              <a:ext cx="191500" cy="580923"/>
            </a:xfrm>
            <a:custGeom>
              <a:avLst/>
              <a:pathLst>
                <a:path w="191500" h="580923">
                  <a:moveTo>
                    <a:pt x="0" y="580923"/>
                  </a:moveTo>
                  <a:lnTo>
                    <a:pt x="566" y="563102"/>
                  </a:lnTo>
                  <a:lnTo>
                    <a:pt x="1380" y="539629"/>
                  </a:lnTo>
                  <a:lnTo>
                    <a:pt x="2195" y="502282"/>
                  </a:lnTo>
                  <a:lnTo>
                    <a:pt x="3010" y="490292"/>
                  </a:lnTo>
                  <a:lnTo>
                    <a:pt x="3825" y="513102"/>
                  </a:lnTo>
                  <a:lnTo>
                    <a:pt x="4639" y="483461"/>
                  </a:lnTo>
                  <a:lnTo>
                    <a:pt x="5454" y="463737"/>
                  </a:lnTo>
                  <a:lnTo>
                    <a:pt x="6269" y="525714"/>
                  </a:lnTo>
                  <a:lnTo>
                    <a:pt x="7084" y="506868"/>
                  </a:lnTo>
                  <a:lnTo>
                    <a:pt x="7899" y="542025"/>
                  </a:lnTo>
                  <a:lnTo>
                    <a:pt x="8713" y="489824"/>
                  </a:lnTo>
                  <a:lnTo>
                    <a:pt x="9528" y="469229"/>
                  </a:lnTo>
                  <a:lnTo>
                    <a:pt x="10343" y="369079"/>
                  </a:lnTo>
                  <a:lnTo>
                    <a:pt x="11158" y="369093"/>
                  </a:lnTo>
                  <a:lnTo>
                    <a:pt x="11972" y="395171"/>
                  </a:lnTo>
                  <a:lnTo>
                    <a:pt x="12787" y="386697"/>
                  </a:lnTo>
                  <a:lnTo>
                    <a:pt x="13602" y="415863"/>
                  </a:lnTo>
                  <a:lnTo>
                    <a:pt x="14417" y="436945"/>
                  </a:lnTo>
                  <a:lnTo>
                    <a:pt x="15232" y="399345"/>
                  </a:lnTo>
                  <a:lnTo>
                    <a:pt x="16046" y="403312"/>
                  </a:lnTo>
                  <a:lnTo>
                    <a:pt x="16861" y="420929"/>
                  </a:lnTo>
                  <a:lnTo>
                    <a:pt x="17676" y="512282"/>
                  </a:lnTo>
                  <a:lnTo>
                    <a:pt x="18491" y="486932"/>
                  </a:lnTo>
                  <a:lnTo>
                    <a:pt x="19305" y="496872"/>
                  </a:lnTo>
                  <a:lnTo>
                    <a:pt x="20120" y="489438"/>
                  </a:lnTo>
                  <a:lnTo>
                    <a:pt x="20935" y="463221"/>
                  </a:lnTo>
                  <a:lnTo>
                    <a:pt x="21750" y="451059"/>
                  </a:lnTo>
                  <a:lnTo>
                    <a:pt x="22565" y="409739"/>
                  </a:lnTo>
                  <a:lnTo>
                    <a:pt x="23379" y="409814"/>
                  </a:lnTo>
                  <a:lnTo>
                    <a:pt x="24194" y="376498"/>
                  </a:lnTo>
                  <a:lnTo>
                    <a:pt x="25009" y="382091"/>
                  </a:lnTo>
                  <a:lnTo>
                    <a:pt x="25824" y="418391"/>
                  </a:lnTo>
                  <a:lnTo>
                    <a:pt x="26639" y="385467"/>
                  </a:lnTo>
                  <a:lnTo>
                    <a:pt x="27453" y="394484"/>
                  </a:lnTo>
                  <a:lnTo>
                    <a:pt x="28268" y="357747"/>
                  </a:lnTo>
                  <a:lnTo>
                    <a:pt x="29083" y="340401"/>
                  </a:lnTo>
                  <a:lnTo>
                    <a:pt x="29898" y="395137"/>
                  </a:lnTo>
                  <a:lnTo>
                    <a:pt x="30712" y="352277"/>
                  </a:lnTo>
                  <a:lnTo>
                    <a:pt x="31527" y="409196"/>
                  </a:lnTo>
                  <a:lnTo>
                    <a:pt x="32342" y="413874"/>
                  </a:lnTo>
                  <a:lnTo>
                    <a:pt x="33157" y="430602"/>
                  </a:lnTo>
                  <a:lnTo>
                    <a:pt x="33972" y="429150"/>
                  </a:lnTo>
                  <a:lnTo>
                    <a:pt x="34786" y="383935"/>
                  </a:lnTo>
                  <a:lnTo>
                    <a:pt x="35601" y="290381"/>
                  </a:lnTo>
                  <a:lnTo>
                    <a:pt x="36416" y="233876"/>
                  </a:lnTo>
                  <a:lnTo>
                    <a:pt x="37231" y="258324"/>
                  </a:lnTo>
                  <a:lnTo>
                    <a:pt x="38045" y="284581"/>
                  </a:lnTo>
                  <a:lnTo>
                    <a:pt x="38860" y="170240"/>
                  </a:lnTo>
                  <a:lnTo>
                    <a:pt x="39675" y="234756"/>
                  </a:lnTo>
                  <a:lnTo>
                    <a:pt x="40490" y="273688"/>
                  </a:lnTo>
                  <a:lnTo>
                    <a:pt x="41305" y="285313"/>
                  </a:lnTo>
                  <a:lnTo>
                    <a:pt x="42119" y="357561"/>
                  </a:lnTo>
                  <a:lnTo>
                    <a:pt x="42934" y="336208"/>
                  </a:lnTo>
                  <a:lnTo>
                    <a:pt x="43749" y="348780"/>
                  </a:lnTo>
                  <a:lnTo>
                    <a:pt x="44564" y="356318"/>
                  </a:lnTo>
                  <a:lnTo>
                    <a:pt x="45378" y="376648"/>
                  </a:lnTo>
                  <a:lnTo>
                    <a:pt x="46193" y="301895"/>
                  </a:lnTo>
                  <a:lnTo>
                    <a:pt x="47008" y="284656"/>
                  </a:lnTo>
                  <a:lnTo>
                    <a:pt x="47823" y="311560"/>
                  </a:lnTo>
                  <a:lnTo>
                    <a:pt x="48638" y="423595"/>
                  </a:lnTo>
                  <a:lnTo>
                    <a:pt x="49452" y="421033"/>
                  </a:lnTo>
                  <a:lnTo>
                    <a:pt x="50267" y="433043"/>
                  </a:lnTo>
                  <a:lnTo>
                    <a:pt x="51082" y="481908"/>
                  </a:lnTo>
                  <a:lnTo>
                    <a:pt x="51897" y="447223"/>
                  </a:lnTo>
                  <a:lnTo>
                    <a:pt x="52711" y="466268"/>
                  </a:lnTo>
                  <a:lnTo>
                    <a:pt x="53526" y="400296"/>
                  </a:lnTo>
                  <a:lnTo>
                    <a:pt x="54341" y="359450"/>
                  </a:lnTo>
                  <a:lnTo>
                    <a:pt x="55156" y="235182"/>
                  </a:lnTo>
                  <a:lnTo>
                    <a:pt x="55971" y="125620"/>
                  </a:lnTo>
                  <a:lnTo>
                    <a:pt x="56785" y="156109"/>
                  </a:lnTo>
                  <a:lnTo>
                    <a:pt x="57600" y="113542"/>
                  </a:lnTo>
                  <a:lnTo>
                    <a:pt x="58415" y="84953"/>
                  </a:lnTo>
                  <a:lnTo>
                    <a:pt x="59230" y="61215"/>
                  </a:lnTo>
                  <a:lnTo>
                    <a:pt x="60045" y="74129"/>
                  </a:lnTo>
                  <a:lnTo>
                    <a:pt x="60859" y="158181"/>
                  </a:lnTo>
                  <a:lnTo>
                    <a:pt x="61674" y="103385"/>
                  </a:lnTo>
                  <a:lnTo>
                    <a:pt x="62489" y="100488"/>
                  </a:lnTo>
                  <a:lnTo>
                    <a:pt x="63304" y="191836"/>
                  </a:lnTo>
                  <a:lnTo>
                    <a:pt x="64118" y="284830"/>
                  </a:lnTo>
                  <a:lnTo>
                    <a:pt x="64933" y="202920"/>
                  </a:lnTo>
                  <a:lnTo>
                    <a:pt x="65748" y="195329"/>
                  </a:lnTo>
                  <a:lnTo>
                    <a:pt x="66563" y="135533"/>
                  </a:lnTo>
                  <a:lnTo>
                    <a:pt x="67378" y="236955"/>
                  </a:lnTo>
                  <a:lnTo>
                    <a:pt x="68192" y="251457"/>
                  </a:lnTo>
                  <a:lnTo>
                    <a:pt x="69007" y="213009"/>
                  </a:lnTo>
                  <a:lnTo>
                    <a:pt x="69822" y="109857"/>
                  </a:lnTo>
                  <a:lnTo>
                    <a:pt x="70637" y="0"/>
                  </a:lnTo>
                  <a:lnTo>
                    <a:pt x="71451" y="30882"/>
                  </a:lnTo>
                  <a:lnTo>
                    <a:pt x="72266" y="13452"/>
                  </a:lnTo>
                  <a:lnTo>
                    <a:pt x="73081" y="63169"/>
                  </a:lnTo>
                  <a:lnTo>
                    <a:pt x="73896" y="181066"/>
                  </a:lnTo>
                  <a:lnTo>
                    <a:pt x="74711" y="256713"/>
                  </a:lnTo>
                  <a:lnTo>
                    <a:pt x="75525" y="297989"/>
                  </a:lnTo>
                  <a:lnTo>
                    <a:pt x="76340" y="302158"/>
                  </a:lnTo>
                  <a:lnTo>
                    <a:pt x="77155" y="257829"/>
                  </a:lnTo>
                  <a:lnTo>
                    <a:pt x="77970" y="249025"/>
                  </a:lnTo>
                  <a:lnTo>
                    <a:pt x="78784" y="276156"/>
                  </a:lnTo>
                  <a:lnTo>
                    <a:pt x="79599" y="237711"/>
                  </a:lnTo>
                  <a:lnTo>
                    <a:pt x="80414" y="198198"/>
                  </a:lnTo>
                  <a:lnTo>
                    <a:pt x="81229" y="120102"/>
                  </a:lnTo>
                  <a:lnTo>
                    <a:pt x="82044" y="185405"/>
                  </a:lnTo>
                  <a:lnTo>
                    <a:pt x="82858" y="204809"/>
                  </a:lnTo>
                  <a:lnTo>
                    <a:pt x="83673" y="226005"/>
                  </a:lnTo>
                  <a:lnTo>
                    <a:pt x="84488" y="243700"/>
                  </a:lnTo>
                  <a:lnTo>
                    <a:pt x="85303" y="270071"/>
                  </a:lnTo>
                  <a:lnTo>
                    <a:pt x="86117" y="296979"/>
                  </a:lnTo>
                  <a:lnTo>
                    <a:pt x="86932" y="306098"/>
                  </a:lnTo>
                  <a:lnTo>
                    <a:pt x="87747" y="321529"/>
                  </a:lnTo>
                  <a:lnTo>
                    <a:pt x="88562" y="379267"/>
                  </a:lnTo>
                  <a:lnTo>
                    <a:pt x="89377" y="326185"/>
                  </a:lnTo>
                  <a:lnTo>
                    <a:pt x="90191" y="330984"/>
                  </a:lnTo>
                  <a:lnTo>
                    <a:pt x="91006" y="321946"/>
                  </a:lnTo>
                  <a:lnTo>
                    <a:pt x="91821" y="329942"/>
                  </a:lnTo>
                  <a:lnTo>
                    <a:pt x="92636" y="223378"/>
                  </a:lnTo>
                  <a:lnTo>
                    <a:pt x="93450" y="159392"/>
                  </a:lnTo>
                  <a:lnTo>
                    <a:pt x="94265" y="181775"/>
                  </a:lnTo>
                  <a:lnTo>
                    <a:pt x="95080" y="219420"/>
                  </a:lnTo>
                  <a:lnTo>
                    <a:pt x="95895" y="289448"/>
                  </a:lnTo>
                  <a:lnTo>
                    <a:pt x="96710" y="271659"/>
                  </a:lnTo>
                  <a:lnTo>
                    <a:pt x="97524" y="250016"/>
                  </a:lnTo>
                  <a:lnTo>
                    <a:pt x="98339" y="344847"/>
                  </a:lnTo>
                  <a:lnTo>
                    <a:pt x="99154" y="335167"/>
                  </a:lnTo>
                  <a:lnTo>
                    <a:pt x="99969" y="371272"/>
                  </a:lnTo>
                  <a:lnTo>
                    <a:pt x="100784" y="417268"/>
                  </a:lnTo>
                  <a:lnTo>
                    <a:pt x="101598" y="444309"/>
                  </a:lnTo>
                  <a:lnTo>
                    <a:pt x="102413" y="473837"/>
                  </a:lnTo>
                  <a:lnTo>
                    <a:pt x="103228" y="462868"/>
                  </a:lnTo>
                  <a:lnTo>
                    <a:pt x="104043" y="470883"/>
                  </a:lnTo>
                  <a:lnTo>
                    <a:pt x="104857" y="456724"/>
                  </a:lnTo>
                  <a:lnTo>
                    <a:pt x="105672" y="444037"/>
                  </a:lnTo>
                  <a:lnTo>
                    <a:pt x="106487" y="394993"/>
                  </a:lnTo>
                  <a:lnTo>
                    <a:pt x="107302" y="367498"/>
                  </a:lnTo>
                  <a:lnTo>
                    <a:pt x="108117" y="353292"/>
                  </a:lnTo>
                  <a:lnTo>
                    <a:pt x="108931" y="310587"/>
                  </a:lnTo>
                  <a:lnTo>
                    <a:pt x="109746" y="339578"/>
                  </a:lnTo>
                  <a:lnTo>
                    <a:pt x="110561" y="339437"/>
                  </a:lnTo>
                  <a:lnTo>
                    <a:pt x="111376" y="317047"/>
                  </a:lnTo>
                  <a:lnTo>
                    <a:pt x="112190" y="265568"/>
                  </a:lnTo>
                  <a:lnTo>
                    <a:pt x="113005" y="275217"/>
                  </a:lnTo>
                  <a:lnTo>
                    <a:pt x="113820" y="393327"/>
                  </a:lnTo>
                  <a:lnTo>
                    <a:pt x="114635" y="433765"/>
                  </a:lnTo>
                  <a:lnTo>
                    <a:pt x="115450" y="508095"/>
                  </a:lnTo>
                  <a:lnTo>
                    <a:pt x="116264" y="456758"/>
                  </a:lnTo>
                  <a:lnTo>
                    <a:pt x="117079" y="460235"/>
                  </a:lnTo>
                  <a:lnTo>
                    <a:pt x="117894" y="463729"/>
                  </a:lnTo>
                  <a:lnTo>
                    <a:pt x="118709" y="444949"/>
                  </a:lnTo>
                  <a:lnTo>
                    <a:pt x="119523" y="491768"/>
                  </a:lnTo>
                  <a:lnTo>
                    <a:pt x="120338" y="496355"/>
                  </a:lnTo>
                  <a:lnTo>
                    <a:pt x="121153" y="513203"/>
                  </a:lnTo>
                  <a:lnTo>
                    <a:pt x="121968" y="532186"/>
                  </a:lnTo>
                  <a:lnTo>
                    <a:pt x="122783" y="519356"/>
                  </a:lnTo>
                  <a:lnTo>
                    <a:pt x="123597" y="473604"/>
                  </a:lnTo>
                  <a:lnTo>
                    <a:pt x="124412" y="455916"/>
                  </a:lnTo>
                  <a:lnTo>
                    <a:pt x="125227" y="389551"/>
                  </a:lnTo>
                  <a:lnTo>
                    <a:pt x="126042" y="355447"/>
                  </a:lnTo>
                  <a:lnTo>
                    <a:pt x="126856" y="434909"/>
                  </a:lnTo>
                  <a:lnTo>
                    <a:pt x="127671" y="416967"/>
                  </a:lnTo>
                  <a:lnTo>
                    <a:pt x="128486" y="435691"/>
                  </a:lnTo>
                  <a:lnTo>
                    <a:pt x="129301" y="329602"/>
                  </a:lnTo>
                  <a:lnTo>
                    <a:pt x="130116" y="344377"/>
                  </a:lnTo>
                  <a:lnTo>
                    <a:pt x="130930" y="341709"/>
                  </a:lnTo>
                  <a:lnTo>
                    <a:pt x="131745" y="378585"/>
                  </a:lnTo>
                  <a:lnTo>
                    <a:pt x="132560" y="434975"/>
                  </a:lnTo>
                  <a:lnTo>
                    <a:pt x="133375" y="448584"/>
                  </a:lnTo>
                  <a:lnTo>
                    <a:pt x="134189" y="481351"/>
                  </a:lnTo>
                  <a:lnTo>
                    <a:pt x="135004" y="514957"/>
                  </a:lnTo>
                  <a:lnTo>
                    <a:pt x="135819" y="497005"/>
                  </a:lnTo>
                  <a:lnTo>
                    <a:pt x="136634" y="500800"/>
                  </a:lnTo>
                  <a:lnTo>
                    <a:pt x="137449" y="497660"/>
                  </a:lnTo>
                  <a:lnTo>
                    <a:pt x="138263" y="475093"/>
                  </a:lnTo>
                  <a:lnTo>
                    <a:pt x="139078" y="458489"/>
                  </a:lnTo>
                  <a:lnTo>
                    <a:pt x="139893" y="429001"/>
                  </a:lnTo>
                  <a:lnTo>
                    <a:pt x="140708" y="429872"/>
                  </a:lnTo>
                  <a:lnTo>
                    <a:pt x="141523" y="408271"/>
                  </a:lnTo>
                  <a:lnTo>
                    <a:pt x="142337" y="318684"/>
                  </a:lnTo>
                  <a:lnTo>
                    <a:pt x="143152" y="297557"/>
                  </a:lnTo>
                  <a:lnTo>
                    <a:pt x="143967" y="369244"/>
                  </a:lnTo>
                  <a:lnTo>
                    <a:pt x="144782" y="396112"/>
                  </a:lnTo>
                  <a:lnTo>
                    <a:pt x="145596" y="377830"/>
                  </a:lnTo>
                  <a:lnTo>
                    <a:pt x="146411" y="350837"/>
                  </a:lnTo>
                  <a:lnTo>
                    <a:pt x="147226" y="401775"/>
                  </a:lnTo>
                  <a:lnTo>
                    <a:pt x="148041" y="414544"/>
                  </a:lnTo>
                  <a:lnTo>
                    <a:pt x="148856" y="399140"/>
                  </a:lnTo>
                  <a:lnTo>
                    <a:pt x="149670" y="341366"/>
                  </a:lnTo>
                  <a:lnTo>
                    <a:pt x="150485" y="317496"/>
                  </a:lnTo>
                  <a:lnTo>
                    <a:pt x="151300" y="307171"/>
                  </a:lnTo>
                  <a:lnTo>
                    <a:pt x="152115" y="271984"/>
                  </a:lnTo>
                  <a:lnTo>
                    <a:pt x="152929" y="158780"/>
                  </a:lnTo>
                  <a:lnTo>
                    <a:pt x="153744" y="254863"/>
                  </a:lnTo>
                  <a:lnTo>
                    <a:pt x="154559" y="328865"/>
                  </a:lnTo>
                  <a:lnTo>
                    <a:pt x="155374" y="349195"/>
                  </a:lnTo>
                  <a:lnTo>
                    <a:pt x="156189" y="433884"/>
                  </a:lnTo>
                  <a:lnTo>
                    <a:pt x="157003" y="400614"/>
                  </a:lnTo>
                  <a:lnTo>
                    <a:pt x="157818" y="417883"/>
                  </a:lnTo>
                  <a:lnTo>
                    <a:pt x="158633" y="442433"/>
                  </a:lnTo>
                  <a:lnTo>
                    <a:pt x="159448" y="381650"/>
                  </a:lnTo>
                  <a:lnTo>
                    <a:pt x="160262" y="400779"/>
                  </a:lnTo>
                  <a:lnTo>
                    <a:pt x="161077" y="416777"/>
                  </a:lnTo>
                  <a:lnTo>
                    <a:pt x="161892" y="434434"/>
                  </a:lnTo>
                  <a:lnTo>
                    <a:pt x="162707" y="479635"/>
                  </a:lnTo>
                  <a:lnTo>
                    <a:pt x="163522" y="362738"/>
                  </a:lnTo>
                  <a:lnTo>
                    <a:pt x="164336" y="324170"/>
                  </a:lnTo>
                  <a:lnTo>
                    <a:pt x="165151" y="320412"/>
                  </a:lnTo>
                  <a:lnTo>
                    <a:pt x="165966" y="356130"/>
                  </a:lnTo>
                  <a:lnTo>
                    <a:pt x="166781" y="415272"/>
                  </a:lnTo>
                  <a:lnTo>
                    <a:pt x="167595" y="348253"/>
                  </a:lnTo>
                  <a:lnTo>
                    <a:pt x="168410" y="313463"/>
                  </a:lnTo>
                  <a:lnTo>
                    <a:pt x="169225" y="252667"/>
                  </a:lnTo>
                  <a:lnTo>
                    <a:pt x="170040" y="250438"/>
                  </a:lnTo>
                  <a:lnTo>
                    <a:pt x="170855" y="248765"/>
                  </a:lnTo>
                  <a:lnTo>
                    <a:pt x="171669" y="275361"/>
                  </a:lnTo>
                  <a:lnTo>
                    <a:pt x="172484" y="323956"/>
                  </a:lnTo>
                  <a:lnTo>
                    <a:pt x="173299" y="267618"/>
                  </a:lnTo>
                  <a:lnTo>
                    <a:pt x="174114" y="210622"/>
                  </a:lnTo>
                  <a:lnTo>
                    <a:pt x="174928" y="198927"/>
                  </a:lnTo>
                  <a:lnTo>
                    <a:pt x="175743" y="295290"/>
                  </a:lnTo>
                  <a:lnTo>
                    <a:pt x="176558" y="311064"/>
                  </a:lnTo>
                  <a:lnTo>
                    <a:pt x="177373" y="305464"/>
                  </a:lnTo>
                  <a:lnTo>
                    <a:pt x="178188" y="211978"/>
                  </a:lnTo>
                  <a:lnTo>
                    <a:pt x="179002" y="224387"/>
                  </a:lnTo>
                  <a:lnTo>
                    <a:pt x="179817" y="253873"/>
                  </a:lnTo>
                  <a:lnTo>
                    <a:pt x="180632" y="368325"/>
                  </a:lnTo>
                  <a:lnTo>
                    <a:pt x="181447" y="340139"/>
                  </a:lnTo>
                  <a:lnTo>
                    <a:pt x="182262" y="335134"/>
                  </a:lnTo>
                  <a:lnTo>
                    <a:pt x="183076" y="372867"/>
                  </a:lnTo>
                  <a:lnTo>
                    <a:pt x="183891" y="447055"/>
                  </a:lnTo>
                  <a:lnTo>
                    <a:pt x="184706" y="481476"/>
                  </a:lnTo>
                  <a:lnTo>
                    <a:pt x="185521" y="490482"/>
                  </a:lnTo>
                  <a:lnTo>
                    <a:pt x="186335" y="526228"/>
                  </a:lnTo>
                  <a:lnTo>
                    <a:pt x="187150" y="551973"/>
                  </a:lnTo>
                  <a:lnTo>
                    <a:pt x="187965" y="567371"/>
                  </a:lnTo>
                  <a:lnTo>
                    <a:pt x="188780" y="572526"/>
                  </a:lnTo>
                  <a:lnTo>
                    <a:pt x="189595" y="571902"/>
                  </a:lnTo>
                  <a:lnTo>
                    <a:pt x="190409" y="573671"/>
                  </a:lnTo>
                  <a:lnTo>
                    <a:pt x="191224" y="579229"/>
                  </a:lnTo>
                  <a:lnTo>
                    <a:pt x="191500" y="58092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6899932" y="5917465"/>
              <a:ext cx="169811" cy="461984"/>
            </a:xfrm>
            <a:custGeom>
              <a:avLst/>
              <a:pathLst>
                <a:path w="169811" h="461984">
                  <a:moveTo>
                    <a:pt x="0" y="461984"/>
                  </a:moveTo>
                  <a:lnTo>
                    <a:pt x="504" y="456598"/>
                  </a:lnTo>
                  <a:lnTo>
                    <a:pt x="1319" y="457567"/>
                  </a:lnTo>
                  <a:lnTo>
                    <a:pt x="2134" y="451025"/>
                  </a:lnTo>
                  <a:lnTo>
                    <a:pt x="2948" y="445257"/>
                  </a:lnTo>
                  <a:lnTo>
                    <a:pt x="3763" y="456992"/>
                  </a:lnTo>
                  <a:lnTo>
                    <a:pt x="4578" y="428514"/>
                  </a:lnTo>
                  <a:lnTo>
                    <a:pt x="5393" y="443942"/>
                  </a:lnTo>
                  <a:lnTo>
                    <a:pt x="6207" y="422893"/>
                  </a:lnTo>
                  <a:lnTo>
                    <a:pt x="7022" y="398894"/>
                  </a:lnTo>
                  <a:lnTo>
                    <a:pt x="7837" y="385123"/>
                  </a:lnTo>
                  <a:lnTo>
                    <a:pt x="8652" y="358600"/>
                  </a:lnTo>
                  <a:lnTo>
                    <a:pt x="9467" y="424671"/>
                  </a:lnTo>
                  <a:lnTo>
                    <a:pt x="10281" y="417317"/>
                  </a:lnTo>
                  <a:lnTo>
                    <a:pt x="11096" y="415545"/>
                  </a:lnTo>
                  <a:lnTo>
                    <a:pt x="11911" y="417128"/>
                  </a:lnTo>
                  <a:lnTo>
                    <a:pt x="12726" y="389271"/>
                  </a:lnTo>
                  <a:lnTo>
                    <a:pt x="13540" y="390901"/>
                  </a:lnTo>
                  <a:lnTo>
                    <a:pt x="14355" y="387387"/>
                  </a:lnTo>
                  <a:lnTo>
                    <a:pt x="15170" y="402184"/>
                  </a:lnTo>
                  <a:lnTo>
                    <a:pt x="15985" y="457316"/>
                  </a:lnTo>
                  <a:lnTo>
                    <a:pt x="16800" y="422986"/>
                  </a:lnTo>
                  <a:lnTo>
                    <a:pt x="17614" y="420213"/>
                  </a:lnTo>
                  <a:lnTo>
                    <a:pt x="18429" y="425456"/>
                  </a:lnTo>
                  <a:lnTo>
                    <a:pt x="19244" y="391266"/>
                  </a:lnTo>
                  <a:lnTo>
                    <a:pt x="20059" y="393911"/>
                  </a:lnTo>
                  <a:lnTo>
                    <a:pt x="20873" y="345048"/>
                  </a:lnTo>
                  <a:lnTo>
                    <a:pt x="21688" y="289782"/>
                  </a:lnTo>
                  <a:lnTo>
                    <a:pt x="22503" y="240868"/>
                  </a:lnTo>
                  <a:lnTo>
                    <a:pt x="23318" y="301405"/>
                  </a:lnTo>
                  <a:lnTo>
                    <a:pt x="24133" y="353976"/>
                  </a:lnTo>
                  <a:lnTo>
                    <a:pt x="24947" y="333213"/>
                  </a:lnTo>
                  <a:lnTo>
                    <a:pt x="25762" y="289667"/>
                  </a:lnTo>
                  <a:lnTo>
                    <a:pt x="26577" y="285036"/>
                  </a:lnTo>
                  <a:lnTo>
                    <a:pt x="27392" y="272960"/>
                  </a:lnTo>
                  <a:lnTo>
                    <a:pt x="28207" y="249355"/>
                  </a:lnTo>
                  <a:lnTo>
                    <a:pt x="29021" y="191872"/>
                  </a:lnTo>
                  <a:lnTo>
                    <a:pt x="29836" y="142808"/>
                  </a:lnTo>
                  <a:lnTo>
                    <a:pt x="30651" y="150487"/>
                  </a:lnTo>
                  <a:lnTo>
                    <a:pt x="31466" y="186786"/>
                  </a:lnTo>
                  <a:lnTo>
                    <a:pt x="32280" y="199562"/>
                  </a:lnTo>
                  <a:lnTo>
                    <a:pt x="33095" y="78690"/>
                  </a:lnTo>
                  <a:lnTo>
                    <a:pt x="33910" y="83942"/>
                  </a:lnTo>
                  <a:lnTo>
                    <a:pt x="34725" y="117811"/>
                  </a:lnTo>
                  <a:lnTo>
                    <a:pt x="35540" y="236563"/>
                  </a:lnTo>
                  <a:lnTo>
                    <a:pt x="36354" y="212294"/>
                  </a:lnTo>
                  <a:lnTo>
                    <a:pt x="37169" y="167871"/>
                  </a:lnTo>
                  <a:lnTo>
                    <a:pt x="37984" y="202385"/>
                  </a:lnTo>
                  <a:lnTo>
                    <a:pt x="38799" y="234121"/>
                  </a:lnTo>
                  <a:lnTo>
                    <a:pt x="39613" y="202643"/>
                  </a:lnTo>
                  <a:lnTo>
                    <a:pt x="40428" y="114017"/>
                  </a:lnTo>
                  <a:lnTo>
                    <a:pt x="41243" y="41997"/>
                  </a:lnTo>
                  <a:lnTo>
                    <a:pt x="42058" y="39431"/>
                  </a:lnTo>
                  <a:lnTo>
                    <a:pt x="42873" y="53449"/>
                  </a:lnTo>
                  <a:lnTo>
                    <a:pt x="43687" y="23220"/>
                  </a:lnTo>
                  <a:lnTo>
                    <a:pt x="44502" y="35188"/>
                  </a:lnTo>
                  <a:lnTo>
                    <a:pt x="45317" y="0"/>
                  </a:lnTo>
                  <a:lnTo>
                    <a:pt x="46132" y="44984"/>
                  </a:lnTo>
                  <a:lnTo>
                    <a:pt x="46946" y="92120"/>
                  </a:lnTo>
                  <a:lnTo>
                    <a:pt x="47761" y="194462"/>
                  </a:lnTo>
                  <a:lnTo>
                    <a:pt x="48576" y="240975"/>
                  </a:lnTo>
                  <a:lnTo>
                    <a:pt x="49391" y="275872"/>
                  </a:lnTo>
                  <a:lnTo>
                    <a:pt x="50206" y="326259"/>
                  </a:lnTo>
                  <a:lnTo>
                    <a:pt x="51020" y="349471"/>
                  </a:lnTo>
                  <a:lnTo>
                    <a:pt x="51835" y="357118"/>
                  </a:lnTo>
                  <a:lnTo>
                    <a:pt x="52650" y="378427"/>
                  </a:lnTo>
                  <a:lnTo>
                    <a:pt x="53465" y="344676"/>
                  </a:lnTo>
                  <a:lnTo>
                    <a:pt x="54279" y="358291"/>
                  </a:lnTo>
                  <a:lnTo>
                    <a:pt x="55094" y="304671"/>
                  </a:lnTo>
                  <a:lnTo>
                    <a:pt x="55909" y="365593"/>
                  </a:lnTo>
                  <a:lnTo>
                    <a:pt x="56724" y="398896"/>
                  </a:lnTo>
                  <a:lnTo>
                    <a:pt x="57539" y="376597"/>
                  </a:lnTo>
                  <a:lnTo>
                    <a:pt x="58353" y="369601"/>
                  </a:lnTo>
                  <a:lnTo>
                    <a:pt x="59168" y="395043"/>
                  </a:lnTo>
                  <a:lnTo>
                    <a:pt x="59983" y="382856"/>
                  </a:lnTo>
                  <a:lnTo>
                    <a:pt x="60798" y="379023"/>
                  </a:lnTo>
                  <a:lnTo>
                    <a:pt x="61612" y="372668"/>
                  </a:lnTo>
                  <a:lnTo>
                    <a:pt x="62427" y="387671"/>
                  </a:lnTo>
                  <a:lnTo>
                    <a:pt x="63242" y="376772"/>
                  </a:lnTo>
                  <a:lnTo>
                    <a:pt x="64057" y="370918"/>
                  </a:lnTo>
                  <a:lnTo>
                    <a:pt x="64872" y="344319"/>
                  </a:lnTo>
                  <a:lnTo>
                    <a:pt x="65686" y="293655"/>
                  </a:lnTo>
                  <a:lnTo>
                    <a:pt x="66501" y="270662"/>
                  </a:lnTo>
                  <a:lnTo>
                    <a:pt x="67316" y="212612"/>
                  </a:lnTo>
                  <a:lnTo>
                    <a:pt x="68131" y="217864"/>
                  </a:lnTo>
                  <a:lnTo>
                    <a:pt x="68946" y="326433"/>
                  </a:lnTo>
                  <a:lnTo>
                    <a:pt x="69760" y="374278"/>
                  </a:lnTo>
                  <a:lnTo>
                    <a:pt x="70575" y="354976"/>
                  </a:lnTo>
                  <a:lnTo>
                    <a:pt x="71390" y="375974"/>
                  </a:lnTo>
                  <a:lnTo>
                    <a:pt x="72205" y="378178"/>
                  </a:lnTo>
                  <a:lnTo>
                    <a:pt x="73019" y="365748"/>
                  </a:lnTo>
                  <a:lnTo>
                    <a:pt x="73834" y="358157"/>
                  </a:lnTo>
                  <a:lnTo>
                    <a:pt x="74649" y="352710"/>
                  </a:lnTo>
                  <a:lnTo>
                    <a:pt x="75464" y="261446"/>
                  </a:lnTo>
                  <a:lnTo>
                    <a:pt x="76279" y="234843"/>
                  </a:lnTo>
                  <a:lnTo>
                    <a:pt x="77093" y="202863"/>
                  </a:lnTo>
                  <a:lnTo>
                    <a:pt x="77908" y="185747"/>
                  </a:lnTo>
                  <a:lnTo>
                    <a:pt x="78723" y="223012"/>
                  </a:lnTo>
                  <a:lnTo>
                    <a:pt x="79538" y="180765"/>
                  </a:lnTo>
                  <a:lnTo>
                    <a:pt x="80352" y="217089"/>
                  </a:lnTo>
                  <a:lnTo>
                    <a:pt x="81167" y="173487"/>
                  </a:lnTo>
                  <a:lnTo>
                    <a:pt x="81982" y="215786"/>
                  </a:lnTo>
                  <a:lnTo>
                    <a:pt x="82797" y="249743"/>
                  </a:lnTo>
                  <a:lnTo>
                    <a:pt x="83612" y="234626"/>
                  </a:lnTo>
                  <a:lnTo>
                    <a:pt x="84426" y="206226"/>
                  </a:lnTo>
                  <a:lnTo>
                    <a:pt x="85241" y="231530"/>
                  </a:lnTo>
                  <a:lnTo>
                    <a:pt x="86056" y="264077"/>
                  </a:lnTo>
                  <a:lnTo>
                    <a:pt x="86871" y="283256"/>
                  </a:lnTo>
                  <a:lnTo>
                    <a:pt x="87685" y="306710"/>
                  </a:lnTo>
                  <a:lnTo>
                    <a:pt x="88500" y="331617"/>
                  </a:lnTo>
                  <a:lnTo>
                    <a:pt x="89315" y="337707"/>
                  </a:lnTo>
                  <a:lnTo>
                    <a:pt x="90130" y="298227"/>
                  </a:lnTo>
                  <a:lnTo>
                    <a:pt x="90945" y="282299"/>
                  </a:lnTo>
                  <a:lnTo>
                    <a:pt x="91759" y="331134"/>
                  </a:lnTo>
                  <a:lnTo>
                    <a:pt x="92574" y="361634"/>
                  </a:lnTo>
                  <a:lnTo>
                    <a:pt x="93389" y="365690"/>
                  </a:lnTo>
                  <a:lnTo>
                    <a:pt x="94204" y="330356"/>
                  </a:lnTo>
                  <a:lnTo>
                    <a:pt x="95018" y="340189"/>
                  </a:lnTo>
                  <a:lnTo>
                    <a:pt x="95833" y="340726"/>
                  </a:lnTo>
                  <a:lnTo>
                    <a:pt x="96648" y="350918"/>
                  </a:lnTo>
                  <a:lnTo>
                    <a:pt x="97463" y="330921"/>
                  </a:lnTo>
                  <a:lnTo>
                    <a:pt x="98278" y="321283"/>
                  </a:lnTo>
                  <a:lnTo>
                    <a:pt x="99092" y="331940"/>
                  </a:lnTo>
                  <a:lnTo>
                    <a:pt x="99907" y="320475"/>
                  </a:lnTo>
                  <a:lnTo>
                    <a:pt x="100722" y="327068"/>
                  </a:lnTo>
                  <a:lnTo>
                    <a:pt x="101537" y="297240"/>
                  </a:lnTo>
                  <a:lnTo>
                    <a:pt x="102351" y="291519"/>
                  </a:lnTo>
                  <a:lnTo>
                    <a:pt x="103166" y="308420"/>
                  </a:lnTo>
                  <a:lnTo>
                    <a:pt x="103981" y="306158"/>
                  </a:lnTo>
                  <a:lnTo>
                    <a:pt x="104796" y="320148"/>
                  </a:lnTo>
                  <a:lnTo>
                    <a:pt x="105611" y="313914"/>
                  </a:lnTo>
                  <a:lnTo>
                    <a:pt x="106425" y="304018"/>
                  </a:lnTo>
                  <a:lnTo>
                    <a:pt x="107240" y="300803"/>
                  </a:lnTo>
                  <a:lnTo>
                    <a:pt x="108055" y="280515"/>
                  </a:lnTo>
                  <a:lnTo>
                    <a:pt x="108870" y="259363"/>
                  </a:lnTo>
                  <a:lnTo>
                    <a:pt x="109685" y="247716"/>
                  </a:lnTo>
                  <a:lnTo>
                    <a:pt x="110499" y="233597"/>
                  </a:lnTo>
                  <a:lnTo>
                    <a:pt x="111314" y="241060"/>
                  </a:lnTo>
                  <a:lnTo>
                    <a:pt x="112129" y="244828"/>
                  </a:lnTo>
                  <a:lnTo>
                    <a:pt x="112944" y="247537"/>
                  </a:lnTo>
                  <a:lnTo>
                    <a:pt x="113758" y="231655"/>
                  </a:lnTo>
                  <a:lnTo>
                    <a:pt x="114573" y="218641"/>
                  </a:lnTo>
                  <a:lnTo>
                    <a:pt x="115388" y="185038"/>
                  </a:lnTo>
                  <a:lnTo>
                    <a:pt x="116203" y="185058"/>
                  </a:lnTo>
                  <a:lnTo>
                    <a:pt x="117018" y="160564"/>
                  </a:lnTo>
                  <a:lnTo>
                    <a:pt x="117832" y="147432"/>
                  </a:lnTo>
                  <a:lnTo>
                    <a:pt x="118647" y="151812"/>
                  </a:lnTo>
                  <a:lnTo>
                    <a:pt x="119462" y="211940"/>
                  </a:lnTo>
                  <a:lnTo>
                    <a:pt x="120277" y="229165"/>
                  </a:lnTo>
                  <a:lnTo>
                    <a:pt x="121091" y="218447"/>
                  </a:lnTo>
                  <a:lnTo>
                    <a:pt x="121906" y="214662"/>
                  </a:lnTo>
                  <a:lnTo>
                    <a:pt x="122721" y="213911"/>
                  </a:lnTo>
                  <a:lnTo>
                    <a:pt x="123536" y="234543"/>
                  </a:lnTo>
                  <a:lnTo>
                    <a:pt x="124351" y="225078"/>
                  </a:lnTo>
                  <a:lnTo>
                    <a:pt x="125165" y="188296"/>
                  </a:lnTo>
                  <a:lnTo>
                    <a:pt x="125980" y="186540"/>
                  </a:lnTo>
                  <a:lnTo>
                    <a:pt x="126795" y="179330"/>
                  </a:lnTo>
                  <a:lnTo>
                    <a:pt x="127610" y="240393"/>
                  </a:lnTo>
                  <a:lnTo>
                    <a:pt x="128424" y="206862"/>
                  </a:lnTo>
                  <a:lnTo>
                    <a:pt x="129239" y="189900"/>
                  </a:lnTo>
                  <a:lnTo>
                    <a:pt x="130054" y="219716"/>
                  </a:lnTo>
                  <a:lnTo>
                    <a:pt x="130869" y="238054"/>
                  </a:lnTo>
                  <a:lnTo>
                    <a:pt x="131684" y="202595"/>
                  </a:lnTo>
                  <a:lnTo>
                    <a:pt x="132498" y="159275"/>
                  </a:lnTo>
                  <a:lnTo>
                    <a:pt x="133313" y="196811"/>
                  </a:lnTo>
                  <a:lnTo>
                    <a:pt x="134128" y="196144"/>
                  </a:lnTo>
                  <a:lnTo>
                    <a:pt x="134943" y="193862"/>
                  </a:lnTo>
                  <a:lnTo>
                    <a:pt x="135757" y="178870"/>
                  </a:lnTo>
                  <a:lnTo>
                    <a:pt x="136572" y="180733"/>
                  </a:lnTo>
                  <a:lnTo>
                    <a:pt x="137387" y="217249"/>
                  </a:lnTo>
                  <a:lnTo>
                    <a:pt x="138202" y="184181"/>
                  </a:lnTo>
                  <a:lnTo>
                    <a:pt x="139017" y="203745"/>
                  </a:lnTo>
                  <a:lnTo>
                    <a:pt x="139831" y="163688"/>
                  </a:lnTo>
                  <a:lnTo>
                    <a:pt x="140646" y="144446"/>
                  </a:lnTo>
                  <a:lnTo>
                    <a:pt x="141461" y="159389"/>
                  </a:lnTo>
                  <a:lnTo>
                    <a:pt x="142276" y="158178"/>
                  </a:lnTo>
                  <a:lnTo>
                    <a:pt x="143091" y="204900"/>
                  </a:lnTo>
                  <a:lnTo>
                    <a:pt x="143905" y="197102"/>
                  </a:lnTo>
                  <a:lnTo>
                    <a:pt x="144720" y="242488"/>
                  </a:lnTo>
                  <a:lnTo>
                    <a:pt x="145535" y="305572"/>
                  </a:lnTo>
                  <a:lnTo>
                    <a:pt x="146350" y="263301"/>
                  </a:lnTo>
                  <a:lnTo>
                    <a:pt x="147164" y="303982"/>
                  </a:lnTo>
                  <a:lnTo>
                    <a:pt x="147979" y="306568"/>
                  </a:lnTo>
                  <a:lnTo>
                    <a:pt x="148794" y="309212"/>
                  </a:lnTo>
                  <a:lnTo>
                    <a:pt x="149609" y="288749"/>
                  </a:lnTo>
                  <a:lnTo>
                    <a:pt x="150424" y="272543"/>
                  </a:lnTo>
                  <a:lnTo>
                    <a:pt x="151238" y="274692"/>
                  </a:lnTo>
                  <a:lnTo>
                    <a:pt x="152053" y="239759"/>
                  </a:lnTo>
                  <a:lnTo>
                    <a:pt x="152868" y="251401"/>
                  </a:lnTo>
                  <a:lnTo>
                    <a:pt x="153683" y="280358"/>
                  </a:lnTo>
                  <a:lnTo>
                    <a:pt x="154497" y="308569"/>
                  </a:lnTo>
                  <a:lnTo>
                    <a:pt x="155312" y="267783"/>
                  </a:lnTo>
                  <a:lnTo>
                    <a:pt x="156127" y="266610"/>
                  </a:lnTo>
                  <a:lnTo>
                    <a:pt x="156942" y="313723"/>
                  </a:lnTo>
                  <a:lnTo>
                    <a:pt x="157757" y="347014"/>
                  </a:lnTo>
                  <a:lnTo>
                    <a:pt x="158571" y="365304"/>
                  </a:lnTo>
                  <a:lnTo>
                    <a:pt x="159386" y="395287"/>
                  </a:lnTo>
                  <a:lnTo>
                    <a:pt x="160201" y="410557"/>
                  </a:lnTo>
                  <a:lnTo>
                    <a:pt x="161016" y="414138"/>
                  </a:lnTo>
                  <a:lnTo>
                    <a:pt x="161830" y="415393"/>
                  </a:lnTo>
                  <a:lnTo>
                    <a:pt x="162645" y="390110"/>
                  </a:lnTo>
                  <a:lnTo>
                    <a:pt x="163460" y="390188"/>
                  </a:lnTo>
                  <a:lnTo>
                    <a:pt x="164275" y="371781"/>
                  </a:lnTo>
                  <a:lnTo>
                    <a:pt x="165090" y="346808"/>
                  </a:lnTo>
                  <a:lnTo>
                    <a:pt x="165904" y="379859"/>
                  </a:lnTo>
                  <a:lnTo>
                    <a:pt x="166719" y="382373"/>
                  </a:lnTo>
                  <a:lnTo>
                    <a:pt x="167534" y="390574"/>
                  </a:lnTo>
                  <a:lnTo>
                    <a:pt x="168349" y="354246"/>
                  </a:lnTo>
                  <a:lnTo>
                    <a:pt x="169163" y="438492"/>
                  </a:lnTo>
                  <a:lnTo>
                    <a:pt x="169811" y="46198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7071080" y="6359844"/>
              <a:ext cx="819" cy="19605"/>
            </a:xfrm>
            <a:custGeom>
              <a:avLst/>
              <a:pathLst>
                <a:path w="819" h="19605">
                  <a:moveTo>
                    <a:pt x="0" y="19605"/>
                  </a:moveTo>
                  <a:lnTo>
                    <a:pt x="460" y="0"/>
                  </a:lnTo>
                  <a:lnTo>
                    <a:pt x="819" y="1960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7074384" y="6039958"/>
              <a:ext cx="118324" cy="339491"/>
            </a:xfrm>
            <a:custGeom>
              <a:avLst/>
              <a:pathLst>
                <a:path w="118324" h="339491">
                  <a:moveTo>
                    <a:pt x="0" y="339491"/>
                  </a:moveTo>
                  <a:lnTo>
                    <a:pt x="415" y="299128"/>
                  </a:lnTo>
                  <a:lnTo>
                    <a:pt x="1229" y="251078"/>
                  </a:lnTo>
                  <a:lnTo>
                    <a:pt x="2044" y="175635"/>
                  </a:lnTo>
                  <a:lnTo>
                    <a:pt x="2859" y="185271"/>
                  </a:lnTo>
                  <a:lnTo>
                    <a:pt x="3674" y="184866"/>
                  </a:lnTo>
                  <a:lnTo>
                    <a:pt x="4488" y="165005"/>
                  </a:lnTo>
                  <a:lnTo>
                    <a:pt x="5303" y="149274"/>
                  </a:lnTo>
                  <a:lnTo>
                    <a:pt x="6118" y="131333"/>
                  </a:lnTo>
                  <a:lnTo>
                    <a:pt x="6933" y="176171"/>
                  </a:lnTo>
                  <a:lnTo>
                    <a:pt x="7748" y="150732"/>
                  </a:lnTo>
                  <a:lnTo>
                    <a:pt x="8562" y="128260"/>
                  </a:lnTo>
                  <a:lnTo>
                    <a:pt x="9377" y="42020"/>
                  </a:lnTo>
                  <a:lnTo>
                    <a:pt x="10192" y="6314"/>
                  </a:lnTo>
                  <a:lnTo>
                    <a:pt x="11007" y="21398"/>
                  </a:lnTo>
                  <a:lnTo>
                    <a:pt x="11821" y="17024"/>
                  </a:lnTo>
                  <a:lnTo>
                    <a:pt x="12636" y="0"/>
                  </a:lnTo>
                  <a:lnTo>
                    <a:pt x="13451" y="11246"/>
                  </a:lnTo>
                  <a:lnTo>
                    <a:pt x="14266" y="12720"/>
                  </a:lnTo>
                  <a:lnTo>
                    <a:pt x="15081" y="50746"/>
                  </a:lnTo>
                  <a:lnTo>
                    <a:pt x="15895" y="51760"/>
                  </a:lnTo>
                  <a:lnTo>
                    <a:pt x="16710" y="60635"/>
                  </a:lnTo>
                  <a:lnTo>
                    <a:pt x="17525" y="22910"/>
                  </a:lnTo>
                  <a:lnTo>
                    <a:pt x="18340" y="98626"/>
                  </a:lnTo>
                  <a:lnTo>
                    <a:pt x="19155" y="113069"/>
                  </a:lnTo>
                  <a:lnTo>
                    <a:pt x="19969" y="120100"/>
                  </a:lnTo>
                  <a:lnTo>
                    <a:pt x="20784" y="128472"/>
                  </a:lnTo>
                  <a:lnTo>
                    <a:pt x="21599" y="108164"/>
                  </a:lnTo>
                  <a:lnTo>
                    <a:pt x="22414" y="142508"/>
                  </a:lnTo>
                  <a:lnTo>
                    <a:pt x="23228" y="121597"/>
                  </a:lnTo>
                  <a:lnTo>
                    <a:pt x="24043" y="100464"/>
                  </a:lnTo>
                  <a:lnTo>
                    <a:pt x="24858" y="91668"/>
                  </a:lnTo>
                  <a:lnTo>
                    <a:pt x="25673" y="91467"/>
                  </a:lnTo>
                  <a:lnTo>
                    <a:pt x="26488" y="122064"/>
                  </a:lnTo>
                  <a:lnTo>
                    <a:pt x="27302" y="128492"/>
                  </a:lnTo>
                  <a:lnTo>
                    <a:pt x="28117" y="115018"/>
                  </a:lnTo>
                  <a:lnTo>
                    <a:pt x="28932" y="131031"/>
                  </a:lnTo>
                  <a:lnTo>
                    <a:pt x="29747" y="209714"/>
                  </a:lnTo>
                  <a:lnTo>
                    <a:pt x="30561" y="218329"/>
                  </a:lnTo>
                  <a:lnTo>
                    <a:pt x="31376" y="220080"/>
                  </a:lnTo>
                  <a:lnTo>
                    <a:pt x="32191" y="219196"/>
                  </a:lnTo>
                  <a:lnTo>
                    <a:pt x="33006" y="226244"/>
                  </a:lnTo>
                  <a:lnTo>
                    <a:pt x="33821" y="217035"/>
                  </a:lnTo>
                  <a:lnTo>
                    <a:pt x="34635" y="184235"/>
                  </a:lnTo>
                  <a:lnTo>
                    <a:pt x="35450" y="131894"/>
                  </a:lnTo>
                  <a:lnTo>
                    <a:pt x="36265" y="67460"/>
                  </a:lnTo>
                  <a:lnTo>
                    <a:pt x="37080" y="73634"/>
                  </a:lnTo>
                  <a:lnTo>
                    <a:pt x="37894" y="108114"/>
                  </a:lnTo>
                  <a:lnTo>
                    <a:pt x="38709" y="102186"/>
                  </a:lnTo>
                  <a:lnTo>
                    <a:pt x="39524" y="64738"/>
                  </a:lnTo>
                  <a:lnTo>
                    <a:pt x="40339" y="81247"/>
                  </a:lnTo>
                  <a:lnTo>
                    <a:pt x="41154" y="105366"/>
                  </a:lnTo>
                  <a:lnTo>
                    <a:pt x="41968" y="132532"/>
                  </a:lnTo>
                  <a:lnTo>
                    <a:pt x="42783" y="105235"/>
                  </a:lnTo>
                  <a:lnTo>
                    <a:pt x="43598" y="82790"/>
                  </a:lnTo>
                  <a:lnTo>
                    <a:pt x="44413" y="129893"/>
                  </a:lnTo>
                  <a:lnTo>
                    <a:pt x="45227" y="159348"/>
                  </a:lnTo>
                  <a:lnTo>
                    <a:pt x="46042" y="193353"/>
                  </a:lnTo>
                  <a:lnTo>
                    <a:pt x="46857" y="215303"/>
                  </a:lnTo>
                  <a:lnTo>
                    <a:pt x="47672" y="230348"/>
                  </a:lnTo>
                  <a:lnTo>
                    <a:pt x="48487" y="309696"/>
                  </a:lnTo>
                  <a:lnTo>
                    <a:pt x="49301" y="310940"/>
                  </a:lnTo>
                  <a:lnTo>
                    <a:pt x="50116" y="279205"/>
                  </a:lnTo>
                  <a:lnTo>
                    <a:pt x="50931" y="310482"/>
                  </a:lnTo>
                  <a:lnTo>
                    <a:pt x="51746" y="305744"/>
                  </a:lnTo>
                  <a:lnTo>
                    <a:pt x="52560" y="310660"/>
                  </a:lnTo>
                  <a:lnTo>
                    <a:pt x="53375" y="314575"/>
                  </a:lnTo>
                  <a:lnTo>
                    <a:pt x="54190" y="302281"/>
                  </a:lnTo>
                  <a:lnTo>
                    <a:pt x="55005" y="279966"/>
                  </a:lnTo>
                  <a:lnTo>
                    <a:pt x="55820" y="255486"/>
                  </a:lnTo>
                  <a:lnTo>
                    <a:pt x="56634" y="236672"/>
                  </a:lnTo>
                  <a:lnTo>
                    <a:pt x="57449" y="217494"/>
                  </a:lnTo>
                  <a:lnTo>
                    <a:pt x="58264" y="205904"/>
                  </a:lnTo>
                  <a:lnTo>
                    <a:pt x="59079" y="202125"/>
                  </a:lnTo>
                  <a:lnTo>
                    <a:pt x="59894" y="187307"/>
                  </a:lnTo>
                  <a:lnTo>
                    <a:pt x="60708" y="212465"/>
                  </a:lnTo>
                  <a:lnTo>
                    <a:pt x="61523" y="218586"/>
                  </a:lnTo>
                  <a:lnTo>
                    <a:pt x="62338" y="177843"/>
                  </a:lnTo>
                  <a:lnTo>
                    <a:pt x="63153" y="189738"/>
                  </a:lnTo>
                  <a:lnTo>
                    <a:pt x="63967" y="249818"/>
                  </a:lnTo>
                  <a:lnTo>
                    <a:pt x="64782" y="277042"/>
                  </a:lnTo>
                  <a:lnTo>
                    <a:pt x="65597" y="250185"/>
                  </a:lnTo>
                  <a:lnTo>
                    <a:pt x="66412" y="268040"/>
                  </a:lnTo>
                  <a:lnTo>
                    <a:pt x="67227" y="297037"/>
                  </a:lnTo>
                  <a:lnTo>
                    <a:pt x="68041" y="283374"/>
                  </a:lnTo>
                  <a:lnTo>
                    <a:pt x="68856" y="260440"/>
                  </a:lnTo>
                  <a:lnTo>
                    <a:pt x="69671" y="226719"/>
                  </a:lnTo>
                  <a:lnTo>
                    <a:pt x="70486" y="238766"/>
                  </a:lnTo>
                  <a:lnTo>
                    <a:pt x="71300" y="274512"/>
                  </a:lnTo>
                  <a:lnTo>
                    <a:pt x="72115" y="253011"/>
                  </a:lnTo>
                  <a:lnTo>
                    <a:pt x="72930" y="234455"/>
                  </a:lnTo>
                  <a:lnTo>
                    <a:pt x="73745" y="219136"/>
                  </a:lnTo>
                  <a:lnTo>
                    <a:pt x="74560" y="235296"/>
                  </a:lnTo>
                  <a:lnTo>
                    <a:pt x="75374" y="246644"/>
                  </a:lnTo>
                  <a:lnTo>
                    <a:pt x="76189" y="220852"/>
                  </a:lnTo>
                  <a:lnTo>
                    <a:pt x="77004" y="206049"/>
                  </a:lnTo>
                  <a:lnTo>
                    <a:pt x="77819" y="188668"/>
                  </a:lnTo>
                  <a:lnTo>
                    <a:pt x="78633" y="198581"/>
                  </a:lnTo>
                  <a:lnTo>
                    <a:pt x="79448" y="170128"/>
                  </a:lnTo>
                  <a:lnTo>
                    <a:pt x="80263" y="122102"/>
                  </a:lnTo>
                  <a:lnTo>
                    <a:pt x="81078" y="113927"/>
                  </a:lnTo>
                  <a:lnTo>
                    <a:pt x="81893" y="131579"/>
                  </a:lnTo>
                  <a:lnTo>
                    <a:pt x="82707" y="160050"/>
                  </a:lnTo>
                  <a:lnTo>
                    <a:pt x="83522" y="160421"/>
                  </a:lnTo>
                  <a:lnTo>
                    <a:pt x="84337" y="208257"/>
                  </a:lnTo>
                  <a:lnTo>
                    <a:pt x="85152" y="231644"/>
                  </a:lnTo>
                  <a:lnTo>
                    <a:pt x="85966" y="223799"/>
                  </a:lnTo>
                  <a:lnTo>
                    <a:pt x="86781" y="260218"/>
                  </a:lnTo>
                  <a:lnTo>
                    <a:pt x="87596" y="249046"/>
                  </a:lnTo>
                  <a:lnTo>
                    <a:pt x="88411" y="250450"/>
                  </a:lnTo>
                  <a:lnTo>
                    <a:pt x="89226" y="227241"/>
                  </a:lnTo>
                  <a:lnTo>
                    <a:pt x="90040" y="211364"/>
                  </a:lnTo>
                  <a:lnTo>
                    <a:pt x="90855" y="229115"/>
                  </a:lnTo>
                  <a:lnTo>
                    <a:pt x="91670" y="241509"/>
                  </a:lnTo>
                  <a:lnTo>
                    <a:pt x="92485" y="226331"/>
                  </a:lnTo>
                  <a:lnTo>
                    <a:pt x="93299" y="206518"/>
                  </a:lnTo>
                  <a:lnTo>
                    <a:pt x="94114" y="244411"/>
                  </a:lnTo>
                  <a:lnTo>
                    <a:pt x="94929" y="232136"/>
                  </a:lnTo>
                  <a:lnTo>
                    <a:pt x="95744" y="280338"/>
                  </a:lnTo>
                  <a:lnTo>
                    <a:pt x="96559" y="271873"/>
                  </a:lnTo>
                  <a:lnTo>
                    <a:pt x="97373" y="261544"/>
                  </a:lnTo>
                  <a:lnTo>
                    <a:pt x="98188" y="270059"/>
                  </a:lnTo>
                  <a:lnTo>
                    <a:pt x="99003" y="264175"/>
                  </a:lnTo>
                  <a:lnTo>
                    <a:pt x="99818" y="277963"/>
                  </a:lnTo>
                  <a:lnTo>
                    <a:pt x="100633" y="279494"/>
                  </a:lnTo>
                  <a:lnTo>
                    <a:pt x="101447" y="268076"/>
                  </a:lnTo>
                  <a:lnTo>
                    <a:pt x="102262" y="257370"/>
                  </a:lnTo>
                  <a:lnTo>
                    <a:pt x="103077" y="268415"/>
                  </a:lnTo>
                  <a:lnTo>
                    <a:pt x="103892" y="272544"/>
                  </a:lnTo>
                  <a:lnTo>
                    <a:pt x="104706" y="282112"/>
                  </a:lnTo>
                  <a:lnTo>
                    <a:pt x="105521" y="269986"/>
                  </a:lnTo>
                  <a:lnTo>
                    <a:pt x="106336" y="272426"/>
                  </a:lnTo>
                  <a:lnTo>
                    <a:pt x="107151" y="269694"/>
                  </a:lnTo>
                  <a:lnTo>
                    <a:pt x="107966" y="268950"/>
                  </a:lnTo>
                  <a:lnTo>
                    <a:pt x="108780" y="297194"/>
                  </a:lnTo>
                  <a:lnTo>
                    <a:pt x="109595" y="292187"/>
                  </a:lnTo>
                  <a:lnTo>
                    <a:pt x="110410" y="283558"/>
                  </a:lnTo>
                  <a:lnTo>
                    <a:pt x="111225" y="270199"/>
                  </a:lnTo>
                  <a:lnTo>
                    <a:pt x="112039" y="267589"/>
                  </a:lnTo>
                  <a:lnTo>
                    <a:pt x="112854" y="270442"/>
                  </a:lnTo>
                  <a:lnTo>
                    <a:pt x="113669" y="261899"/>
                  </a:lnTo>
                  <a:lnTo>
                    <a:pt x="114484" y="278084"/>
                  </a:lnTo>
                  <a:lnTo>
                    <a:pt x="115299" y="295991"/>
                  </a:lnTo>
                  <a:lnTo>
                    <a:pt x="116113" y="292722"/>
                  </a:lnTo>
                  <a:lnTo>
                    <a:pt x="116928" y="291918"/>
                  </a:lnTo>
                  <a:lnTo>
                    <a:pt x="117743" y="326621"/>
                  </a:lnTo>
                  <a:lnTo>
                    <a:pt x="118324" y="33949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7193455" y="6211103"/>
              <a:ext cx="25275" cy="168346"/>
            </a:xfrm>
            <a:custGeom>
              <a:avLst/>
              <a:pathLst>
                <a:path w="25275" h="168346">
                  <a:moveTo>
                    <a:pt x="0" y="168346"/>
                  </a:moveTo>
                  <a:lnTo>
                    <a:pt x="302" y="165285"/>
                  </a:lnTo>
                  <a:lnTo>
                    <a:pt x="1117" y="146828"/>
                  </a:lnTo>
                  <a:lnTo>
                    <a:pt x="1932" y="139383"/>
                  </a:lnTo>
                  <a:lnTo>
                    <a:pt x="2746" y="112952"/>
                  </a:lnTo>
                  <a:lnTo>
                    <a:pt x="3561" y="102756"/>
                  </a:lnTo>
                  <a:lnTo>
                    <a:pt x="4376" y="97899"/>
                  </a:lnTo>
                  <a:lnTo>
                    <a:pt x="5191" y="94229"/>
                  </a:lnTo>
                  <a:lnTo>
                    <a:pt x="6005" y="80574"/>
                  </a:lnTo>
                  <a:lnTo>
                    <a:pt x="6820" y="24380"/>
                  </a:lnTo>
                  <a:lnTo>
                    <a:pt x="7635" y="0"/>
                  </a:lnTo>
                  <a:lnTo>
                    <a:pt x="8450" y="55291"/>
                  </a:lnTo>
                  <a:lnTo>
                    <a:pt x="9265" y="82192"/>
                  </a:lnTo>
                  <a:lnTo>
                    <a:pt x="10079" y="116747"/>
                  </a:lnTo>
                  <a:lnTo>
                    <a:pt x="10894" y="119136"/>
                  </a:lnTo>
                  <a:lnTo>
                    <a:pt x="11709" y="135452"/>
                  </a:lnTo>
                  <a:lnTo>
                    <a:pt x="12524" y="152063"/>
                  </a:lnTo>
                  <a:lnTo>
                    <a:pt x="13338" y="121830"/>
                  </a:lnTo>
                  <a:lnTo>
                    <a:pt x="14153" y="124771"/>
                  </a:lnTo>
                  <a:lnTo>
                    <a:pt x="14968" y="93600"/>
                  </a:lnTo>
                  <a:lnTo>
                    <a:pt x="15783" y="88931"/>
                  </a:lnTo>
                  <a:lnTo>
                    <a:pt x="16598" y="69080"/>
                  </a:lnTo>
                  <a:lnTo>
                    <a:pt x="17412" y="70750"/>
                  </a:lnTo>
                  <a:lnTo>
                    <a:pt x="18227" y="68283"/>
                  </a:lnTo>
                  <a:lnTo>
                    <a:pt x="19042" y="35146"/>
                  </a:lnTo>
                  <a:lnTo>
                    <a:pt x="19857" y="57862"/>
                  </a:lnTo>
                  <a:lnTo>
                    <a:pt x="20671" y="98705"/>
                  </a:lnTo>
                  <a:lnTo>
                    <a:pt x="21486" y="118472"/>
                  </a:lnTo>
                  <a:lnTo>
                    <a:pt x="22301" y="152490"/>
                  </a:lnTo>
                  <a:lnTo>
                    <a:pt x="23116" y="145299"/>
                  </a:lnTo>
                  <a:lnTo>
                    <a:pt x="23931" y="156203"/>
                  </a:lnTo>
                  <a:lnTo>
                    <a:pt x="24745" y="161077"/>
                  </a:lnTo>
                  <a:lnTo>
                    <a:pt x="25275" y="16834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7222583" y="6175727"/>
              <a:ext cx="47800" cy="203722"/>
            </a:xfrm>
            <a:custGeom>
              <a:avLst/>
              <a:pathLst>
                <a:path w="47800" h="203722">
                  <a:moveTo>
                    <a:pt x="0" y="203722"/>
                  </a:moveTo>
                  <a:lnTo>
                    <a:pt x="506" y="196075"/>
                  </a:lnTo>
                  <a:lnTo>
                    <a:pt x="1321" y="188037"/>
                  </a:lnTo>
                  <a:lnTo>
                    <a:pt x="2135" y="168554"/>
                  </a:lnTo>
                  <a:lnTo>
                    <a:pt x="2950" y="157321"/>
                  </a:lnTo>
                  <a:lnTo>
                    <a:pt x="3765" y="137323"/>
                  </a:lnTo>
                  <a:lnTo>
                    <a:pt x="4580" y="117038"/>
                  </a:lnTo>
                  <a:lnTo>
                    <a:pt x="5395" y="90080"/>
                  </a:lnTo>
                  <a:lnTo>
                    <a:pt x="6209" y="94514"/>
                  </a:lnTo>
                  <a:lnTo>
                    <a:pt x="7024" y="58315"/>
                  </a:lnTo>
                  <a:lnTo>
                    <a:pt x="7839" y="40495"/>
                  </a:lnTo>
                  <a:lnTo>
                    <a:pt x="8654" y="60871"/>
                  </a:lnTo>
                  <a:lnTo>
                    <a:pt x="9468" y="40872"/>
                  </a:lnTo>
                  <a:lnTo>
                    <a:pt x="10283" y="23695"/>
                  </a:lnTo>
                  <a:lnTo>
                    <a:pt x="11098" y="0"/>
                  </a:lnTo>
                  <a:lnTo>
                    <a:pt x="11913" y="52564"/>
                  </a:lnTo>
                  <a:lnTo>
                    <a:pt x="12728" y="126477"/>
                  </a:lnTo>
                  <a:lnTo>
                    <a:pt x="13542" y="68486"/>
                  </a:lnTo>
                  <a:lnTo>
                    <a:pt x="14357" y="51859"/>
                  </a:lnTo>
                  <a:lnTo>
                    <a:pt x="15172" y="76395"/>
                  </a:lnTo>
                  <a:lnTo>
                    <a:pt x="15987" y="101095"/>
                  </a:lnTo>
                  <a:lnTo>
                    <a:pt x="16801" y="111662"/>
                  </a:lnTo>
                  <a:lnTo>
                    <a:pt x="17616" y="39223"/>
                  </a:lnTo>
                  <a:lnTo>
                    <a:pt x="18431" y="64052"/>
                  </a:lnTo>
                  <a:lnTo>
                    <a:pt x="19246" y="86096"/>
                  </a:lnTo>
                  <a:lnTo>
                    <a:pt x="20061" y="95494"/>
                  </a:lnTo>
                  <a:lnTo>
                    <a:pt x="20875" y="97338"/>
                  </a:lnTo>
                  <a:lnTo>
                    <a:pt x="21690" y="60614"/>
                  </a:lnTo>
                  <a:lnTo>
                    <a:pt x="22505" y="85221"/>
                  </a:lnTo>
                  <a:lnTo>
                    <a:pt x="23320" y="76381"/>
                  </a:lnTo>
                  <a:lnTo>
                    <a:pt x="24134" y="93136"/>
                  </a:lnTo>
                  <a:lnTo>
                    <a:pt x="24949" y="140979"/>
                  </a:lnTo>
                  <a:lnTo>
                    <a:pt x="25764" y="107117"/>
                  </a:lnTo>
                  <a:lnTo>
                    <a:pt x="26579" y="98292"/>
                  </a:lnTo>
                  <a:lnTo>
                    <a:pt x="27394" y="57698"/>
                  </a:lnTo>
                  <a:lnTo>
                    <a:pt x="28208" y="78243"/>
                  </a:lnTo>
                  <a:lnTo>
                    <a:pt x="29023" y="61937"/>
                  </a:lnTo>
                  <a:lnTo>
                    <a:pt x="29838" y="53198"/>
                  </a:lnTo>
                  <a:lnTo>
                    <a:pt x="30653" y="130573"/>
                  </a:lnTo>
                  <a:lnTo>
                    <a:pt x="31467" y="111738"/>
                  </a:lnTo>
                  <a:lnTo>
                    <a:pt x="32282" y="103388"/>
                  </a:lnTo>
                  <a:lnTo>
                    <a:pt x="33097" y="79154"/>
                  </a:lnTo>
                  <a:lnTo>
                    <a:pt x="33912" y="73620"/>
                  </a:lnTo>
                  <a:lnTo>
                    <a:pt x="34727" y="105698"/>
                  </a:lnTo>
                  <a:lnTo>
                    <a:pt x="35541" y="103722"/>
                  </a:lnTo>
                  <a:lnTo>
                    <a:pt x="36356" y="87859"/>
                  </a:lnTo>
                  <a:lnTo>
                    <a:pt x="37171" y="52674"/>
                  </a:lnTo>
                  <a:lnTo>
                    <a:pt x="37986" y="15512"/>
                  </a:lnTo>
                  <a:lnTo>
                    <a:pt x="38801" y="28634"/>
                  </a:lnTo>
                  <a:lnTo>
                    <a:pt x="39615" y="38940"/>
                  </a:lnTo>
                  <a:lnTo>
                    <a:pt x="40430" y="50299"/>
                  </a:lnTo>
                  <a:lnTo>
                    <a:pt x="41245" y="123160"/>
                  </a:lnTo>
                  <a:lnTo>
                    <a:pt x="42060" y="132506"/>
                  </a:lnTo>
                  <a:lnTo>
                    <a:pt x="42874" y="167655"/>
                  </a:lnTo>
                  <a:lnTo>
                    <a:pt x="43689" y="158767"/>
                  </a:lnTo>
                  <a:lnTo>
                    <a:pt x="44504" y="162328"/>
                  </a:lnTo>
                  <a:lnTo>
                    <a:pt x="45319" y="169098"/>
                  </a:lnTo>
                  <a:lnTo>
                    <a:pt x="46134" y="167744"/>
                  </a:lnTo>
                  <a:lnTo>
                    <a:pt x="46948" y="191071"/>
                  </a:lnTo>
                  <a:lnTo>
                    <a:pt x="47763" y="203062"/>
                  </a:lnTo>
                  <a:lnTo>
                    <a:pt x="47800" y="20372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7271573" y="6067440"/>
              <a:ext cx="374708" cy="312009"/>
            </a:xfrm>
            <a:custGeom>
              <a:avLst/>
              <a:pathLst>
                <a:path w="374708" h="312009">
                  <a:moveTo>
                    <a:pt x="0" y="312009"/>
                  </a:moveTo>
                  <a:lnTo>
                    <a:pt x="402" y="298335"/>
                  </a:lnTo>
                  <a:lnTo>
                    <a:pt x="1217" y="310013"/>
                  </a:lnTo>
                  <a:lnTo>
                    <a:pt x="2032" y="294624"/>
                  </a:lnTo>
                  <a:lnTo>
                    <a:pt x="2847" y="291632"/>
                  </a:lnTo>
                  <a:lnTo>
                    <a:pt x="3661" y="280336"/>
                  </a:lnTo>
                  <a:lnTo>
                    <a:pt x="4476" y="277038"/>
                  </a:lnTo>
                  <a:lnTo>
                    <a:pt x="5291" y="286801"/>
                  </a:lnTo>
                  <a:lnTo>
                    <a:pt x="6106" y="266241"/>
                  </a:lnTo>
                  <a:lnTo>
                    <a:pt x="6921" y="251063"/>
                  </a:lnTo>
                  <a:lnTo>
                    <a:pt x="7735" y="237742"/>
                  </a:lnTo>
                  <a:lnTo>
                    <a:pt x="8550" y="220901"/>
                  </a:lnTo>
                  <a:lnTo>
                    <a:pt x="9365" y="206471"/>
                  </a:lnTo>
                  <a:lnTo>
                    <a:pt x="10180" y="180904"/>
                  </a:lnTo>
                  <a:lnTo>
                    <a:pt x="10994" y="172375"/>
                  </a:lnTo>
                  <a:lnTo>
                    <a:pt x="11809" y="192617"/>
                  </a:lnTo>
                  <a:lnTo>
                    <a:pt x="12624" y="182600"/>
                  </a:lnTo>
                  <a:lnTo>
                    <a:pt x="13439" y="214686"/>
                  </a:lnTo>
                  <a:lnTo>
                    <a:pt x="14254" y="141247"/>
                  </a:lnTo>
                  <a:lnTo>
                    <a:pt x="15068" y="119145"/>
                  </a:lnTo>
                  <a:lnTo>
                    <a:pt x="15883" y="126649"/>
                  </a:lnTo>
                  <a:lnTo>
                    <a:pt x="16698" y="103245"/>
                  </a:lnTo>
                  <a:lnTo>
                    <a:pt x="17513" y="101109"/>
                  </a:lnTo>
                  <a:lnTo>
                    <a:pt x="18327" y="114416"/>
                  </a:lnTo>
                  <a:lnTo>
                    <a:pt x="19142" y="130970"/>
                  </a:lnTo>
                  <a:lnTo>
                    <a:pt x="19957" y="158580"/>
                  </a:lnTo>
                  <a:lnTo>
                    <a:pt x="20772" y="128535"/>
                  </a:lnTo>
                  <a:lnTo>
                    <a:pt x="21587" y="106562"/>
                  </a:lnTo>
                  <a:lnTo>
                    <a:pt x="22401" y="90509"/>
                  </a:lnTo>
                  <a:lnTo>
                    <a:pt x="23216" y="85976"/>
                  </a:lnTo>
                  <a:lnTo>
                    <a:pt x="24031" y="83145"/>
                  </a:lnTo>
                  <a:lnTo>
                    <a:pt x="24846" y="70544"/>
                  </a:lnTo>
                  <a:lnTo>
                    <a:pt x="25660" y="79227"/>
                  </a:lnTo>
                  <a:lnTo>
                    <a:pt x="26475" y="53856"/>
                  </a:lnTo>
                  <a:lnTo>
                    <a:pt x="27290" y="40655"/>
                  </a:lnTo>
                  <a:lnTo>
                    <a:pt x="28105" y="109988"/>
                  </a:lnTo>
                  <a:lnTo>
                    <a:pt x="28920" y="108590"/>
                  </a:lnTo>
                  <a:lnTo>
                    <a:pt x="29734" y="103717"/>
                  </a:lnTo>
                  <a:lnTo>
                    <a:pt x="30549" y="126464"/>
                  </a:lnTo>
                  <a:lnTo>
                    <a:pt x="31364" y="145787"/>
                  </a:lnTo>
                  <a:lnTo>
                    <a:pt x="32179" y="169795"/>
                  </a:lnTo>
                  <a:lnTo>
                    <a:pt x="32993" y="143140"/>
                  </a:lnTo>
                  <a:lnTo>
                    <a:pt x="33808" y="115794"/>
                  </a:lnTo>
                  <a:lnTo>
                    <a:pt x="34623" y="118628"/>
                  </a:lnTo>
                  <a:lnTo>
                    <a:pt x="35438" y="149387"/>
                  </a:lnTo>
                  <a:lnTo>
                    <a:pt x="36253" y="129846"/>
                  </a:lnTo>
                  <a:lnTo>
                    <a:pt x="37067" y="105321"/>
                  </a:lnTo>
                  <a:lnTo>
                    <a:pt x="37882" y="101814"/>
                  </a:lnTo>
                  <a:lnTo>
                    <a:pt x="38697" y="82664"/>
                  </a:lnTo>
                  <a:lnTo>
                    <a:pt x="39512" y="82182"/>
                  </a:lnTo>
                  <a:lnTo>
                    <a:pt x="40327" y="99614"/>
                  </a:lnTo>
                  <a:lnTo>
                    <a:pt x="41141" y="121143"/>
                  </a:lnTo>
                  <a:lnTo>
                    <a:pt x="41956" y="134897"/>
                  </a:lnTo>
                  <a:lnTo>
                    <a:pt x="42771" y="131331"/>
                  </a:lnTo>
                  <a:lnTo>
                    <a:pt x="43586" y="122178"/>
                  </a:lnTo>
                  <a:lnTo>
                    <a:pt x="44400" y="119068"/>
                  </a:lnTo>
                  <a:lnTo>
                    <a:pt x="45215" y="140413"/>
                  </a:lnTo>
                  <a:lnTo>
                    <a:pt x="46030" y="134506"/>
                  </a:lnTo>
                  <a:lnTo>
                    <a:pt x="46845" y="128039"/>
                  </a:lnTo>
                  <a:lnTo>
                    <a:pt x="47660" y="140921"/>
                  </a:lnTo>
                  <a:lnTo>
                    <a:pt x="48474" y="157175"/>
                  </a:lnTo>
                  <a:lnTo>
                    <a:pt x="49289" y="154878"/>
                  </a:lnTo>
                  <a:lnTo>
                    <a:pt x="50104" y="136613"/>
                  </a:lnTo>
                  <a:lnTo>
                    <a:pt x="50919" y="138123"/>
                  </a:lnTo>
                  <a:lnTo>
                    <a:pt x="51733" y="153256"/>
                  </a:lnTo>
                  <a:lnTo>
                    <a:pt x="52548" y="157480"/>
                  </a:lnTo>
                  <a:lnTo>
                    <a:pt x="53363" y="161566"/>
                  </a:lnTo>
                  <a:lnTo>
                    <a:pt x="54178" y="116560"/>
                  </a:lnTo>
                  <a:lnTo>
                    <a:pt x="54993" y="123137"/>
                  </a:lnTo>
                  <a:lnTo>
                    <a:pt x="55807" y="184238"/>
                  </a:lnTo>
                  <a:lnTo>
                    <a:pt x="56622" y="236683"/>
                  </a:lnTo>
                  <a:lnTo>
                    <a:pt x="57437" y="232814"/>
                  </a:lnTo>
                  <a:lnTo>
                    <a:pt x="58252" y="230298"/>
                  </a:lnTo>
                  <a:lnTo>
                    <a:pt x="59066" y="229681"/>
                  </a:lnTo>
                  <a:lnTo>
                    <a:pt x="59881" y="225193"/>
                  </a:lnTo>
                  <a:lnTo>
                    <a:pt x="60696" y="224383"/>
                  </a:lnTo>
                  <a:lnTo>
                    <a:pt x="61511" y="211339"/>
                  </a:lnTo>
                  <a:lnTo>
                    <a:pt x="62326" y="210454"/>
                  </a:lnTo>
                  <a:lnTo>
                    <a:pt x="63140" y="241541"/>
                  </a:lnTo>
                  <a:lnTo>
                    <a:pt x="63955" y="222058"/>
                  </a:lnTo>
                  <a:lnTo>
                    <a:pt x="64770" y="237854"/>
                  </a:lnTo>
                  <a:lnTo>
                    <a:pt x="65585" y="243379"/>
                  </a:lnTo>
                  <a:lnTo>
                    <a:pt x="66399" y="264289"/>
                  </a:lnTo>
                  <a:lnTo>
                    <a:pt x="67214" y="256982"/>
                  </a:lnTo>
                  <a:lnTo>
                    <a:pt x="68029" y="216058"/>
                  </a:lnTo>
                  <a:lnTo>
                    <a:pt x="68844" y="228537"/>
                  </a:lnTo>
                  <a:lnTo>
                    <a:pt x="69659" y="214214"/>
                  </a:lnTo>
                  <a:lnTo>
                    <a:pt x="70473" y="207163"/>
                  </a:lnTo>
                  <a:lnTo>
                    <a:pt x="71288" y="205043"/>
                  </a:lnTo>
                  <a:lnTo>
                    <a:pt x="72103" y="234859"/>
                  </a:lnTo>
                  <a:lnTo>
                    <a:pt x="72918" y="263211"/>
                  </a:lnTo>
                  <a:lnTo>
                    <a:pt x="73732" y="269148"/>
                  </a:lnTo>
                  <a:lnTo>
                    <a:pt x="74547" y="266547"/>
                  </a:lnTo>
                  <a:lnTo>
                    <a:pt x="75362" y="241044"/>
                  </a:lnTo>
                  <a:lnTo>
                    <a:pt x="76177" y="243402"/>
                  </a:lnTo>
                  <a:lnTo>
                    <a:pt x="76992" y="215920"/>
                  </a:lnTo>
                  <a:lnTo>
                    <a:pt x="77806" y="202288"/>
                  </a:lnTo>
                  <a:lnTo>
                    <a:pt x="78621" y="172418"/>
                  </a:lnTo>
                  <a:lnTo>
                    <a:pt x="79436" y="188611"/>
                  </a:lnTo>
                  <a:lnTo>
                    <a:pt x="80251" y="194289"/>
                  </a:lnTo>
                  <a:lnTo>
                    <a:pt x="81066" y="198606"/>
                  </a:lnTo>
                  <a:lnTo>
                    <a:pt x="81880" y="174316"/>
                  </a:lnTo>
                  <a:lnTo>
                    <a:pt x="82695" y="198683"/>
                  </a:lnTo>
                  <a:lnTo>
                    <a:pt x="83510" y="200015"/>
                  </a:lnTo>
                  <a:lnTo>
                    <a:pt x="84325" y="191546"/>
                  </a:lnTo>
                  <a:lnTo>
                    <a:pt x="85139" y="186253"/>
                  </a:lnTo>
                  <a:lnTo>
                    <a:pt x="85954" y="201977"/>
                  </a:lnTo>
                  <a:lnTo>
                    <a:pt x="86769" y="212727"/>
                  </a:lnTo>
                  <a:lnTo>
                    <a:pt x="87584" y="229617"/>
                  </a:lnTo>
                  <a:lnTo>
                    <a:pt x="88399" y="230256"/>
                  </a:lnTo>
                  <a:lnTo>
                    <a:pt x="89213" y="272072"/>
                  </a:lnTo>
                  <a:lnTo>
                    <a:pt x="90028" y="241920"/>
                  </a:lnTo>
                  <a:lnTo>
                    <a:pt x="90843" y="238585"/>
                  </a:lnTo>
                  <a:lnTo>
                    <a:pt x="91658" y="246789"/>
                  </a:lnTo>
                  <a:lnTo>
                    <a:pt x="92472" y="219330"/>
                  </a:lnTo>
                  <a:lnTo>
                    <a:pt x="93287" y="204022"/>
                  </a:lnTo>
                  <a:lnTo>
                    <a:pt x="94102" y="204585"/>
                  </a:lnTo>
                  <a:lnTo>
                    <a:pt x="94917" y="212897"/>
                  </a:lnTo>
                  <a:lnTo>
                    <a:pt x="95732" y="227560"/>
                  </a:lnTo>
                  <a:lnTo>
                    <a:pt x="96546" y="208044"/>
                  </a:lnTo>
                  <a:lnTo>
                    <a:pt x="97361" y="166999"/>
                  </a:lnTo>
                  <a:lnTo>
                    <a:pt x="98176" y="158663"/>
                  </a:lnTo>
                  <a:lnTo>
                    <a:pt x="98991" y="165582"/>
                  </a:lnTo>
                  <a:lnTo>
                    <a:pt x="99805" y="221461"/>
                  </a:lnTo>
                  <a:lnTo>
                    <a:pt x="100620" y="238557"/>
                  </a:lnTo>
                  <a:lnTo>
                    <a:pt x="101435" y="259081"/>
                  </a:lnTo>
                  <a:lnTo>
                    <a:pt x="102250" y="279645"/>
                  </a:lnTo>
                  <a:lnTo>
                    <a:pt x="103065" y="272065"/>
                  </a:lnTo>
                  <a:lnTo>
                    <a:pt x="103879" y="278185"/>
                  </a:lnTo>
                  <a:lnTo>
                    <a:pt x="104694" y="252714"/>
                  </a:lnTo>
                  <a:lnTo>
                    <a:pt x="105509" y="257707"/>
                  </a:lnTo>
                  <a:lnTo>
                    <a:pt x="106324" y="237008"/>
                  </a:lnTo>
                  <a:lnTo>
                    <a:pt x="107138" y="241808"/>
                  </a:lnTo>
                  <a:lnTo>
                    <a:pt x="107953" y="241758"/>
                  </a:lnTo>
                  <a:lnTo>
                    <a:pt x="108768" y="210232"/>
                  </a:lnTo>
                  <a:lnTo>
                    <a:pt x="109583" y="200347"/>
                  </a:lnTo>
                  <a:lnTo>
                    <a:pt x="110398" y="153649"/>
                  </a:lnTo>
                  <a:lnTo>
                    <a:pt x="111212" y="143888"/>
                  </a:lnTo>
                  <a:lnTo>
                    <a:pt x="112027" y="131285"/>
                  </a:lnTo>
                  <a:lnTo>
                    <a:pt x="112842" y="105563"/>
                  </a:lnTo>
                  <a:lnTo>
                    <a:pt x="113657" y="97397"/>
                  </a:lnTo>
                  <a:lnTo>
                    <a:pt x="114471" y="50658"/>
                  </a:lnTo>
                  <a:lnTo>
                    <a:pt x="115286" y="54450"/>
                  </a:lnTo>
                  <a:lnTo>
                    <a:pt x="116101" y="73321"/>
                  </a:lnTo>
                  <a:lnTo>
                    <a:pt x="116916" y="56612"/>
                  </a:lnTo>
                  <a:lnTo>
                    <a:pt x="117731" y="85337"/>
                  </a:lnTo>
                  <a:lnTo>
                    <a:pt x="118545" y="98722"/>
                  </a:lnTo>
                  <a:lnTo>
                    <a:pt x="119360" y="128346"/>
                  </a:lnTo>
                  <a:lnTo>
                    <a:pt x="120175" y="165698"/>
                  </a:lnTo>
                  <a:lnTo>
                    <a:pt x="120990" y="208610"/>
                  </a:lnTo>
                  <a:lnTo>
                    <a:pt x="121805" y="224398"/>
                  </a:lnTo>
                  <a:lnTo>
                    <a:pt x="122619" y="229247"/>
                  </a:lnTo>
                  <a:lnTo>
                    <a:pt x="123434" y="232049"/>
                  </a:lnTo>
                  <a:lnTo>
                    <a:pt x="124249" y="230100"/>
                  </a:lnTo>
                  <a:lnTo>
                    <a:pt x="125064" y="211000"/>
                  </a:lnTo>
                  <a:lnTo>
                    <a:pt x="125878" y="225495"/>
                  </a:lnTo>
                  <a:lnTo>
                    <a:pt x="126693" y="186208"/>
                  </a:lnTo>
                  <a:lnTo>
                    <a:pt x="127508" y="136980"/>
                  </a:lnTo>
                  <a:lnTo>
                    <a:pt x="128323" y="111529"/>
                  </a:lnTo>
                  <a:lnTo>
                    <a:pt x="129138" y="73911"/>
                  </a:lnTo>
                  <a:lnTo>
                    <a:pt x="129952" y="94368"/>
                  </a:lnTo>
                  <a:lnTo>
                    <a:pt x="130767" y="81332"/>
                  </a:lnTo>
                  <a:lnTo>
                    <a:pt x="131582" y="139651"/>
                  </a:lnTo>
                  <a:lnTo>
                    <a:pt x="132397" y="138678"/>
                  </a:lnTo>
                  <a:lnTo>
                    <a:pt x="133211" y="127392"/>
                  </a:lnTo>
                  <a:lnTo>
                    <a:pt x="134026" y="145136"/>
                  </a:lnTo>
                  <a:lnTo>
                    <a:pt x="134841" y="161667"/>
                  </a:lnTo>
                  <a:lnTo>
                    <a:pt x="135656" y="148716"/>
                  </a:lnTo>
                  <a:lnTo>
                    <a:pt x="136471" y="135836"/>
                  </a:lnTo>
                  <a:lnTo>
                    <a:pt x="137285" y="168989"/>
                  </a:lnTo>
                  <a:lnTo>
                    <a:pt x="138100" y="156569"/>
                  </a:lnTo>
                  <a:lnTo>
                    <a:pt x="138915" y="124578"/>
                  </a:lnTo>
                  <a:lnTo>
                    <a:pt x="139730" y="111932"/>
                  </a:lnTo>
                  <a:lnTo>
                    <a:pt x="140544" y="124577"/>
                  </a:lnTo>
                  <a:lnTo>
                    <a:pt x="141359" y="157138"/>
                  </a:lnTo>
                  <a:lnTo>
                    <a:pt x="142174" y="123036"/>
                  </a:lnTo>
                  <a:lnTo>
                    <a:pt x="142989" y="151658"/>
                  </a:lnTo>
                  <a:lnTo>
                    <a:pt x="143804" y="149079"/>
                  </a:lnTo>
                  <a:lnTo>
                    <a:pt x="144618" y="168527"/>
                  </a:lnTo>
                  <a:lnTo>
                    <a:pt x="145433" y="185926"/>
                  </a:lnTo>
                  <a:lnTo>
                    <a:pt x="146248" y="147217"/>
                  </a:lnTo>
                  <a:lnTo>
                    <a:pt x="147063" y="119506"/>
                  </a:lnTo>
                  <a:lnTo>
                    <a:pt x="147877" y="114649"/>
                  </a:lnTo>
                  <a:lnTo>
                    <a:pt x="148692" y="136336"/>
                  </a:lnTo>
                  <a:lnTo>
                    <a:pt x="149507" y="198200"/>
                  </a:lnTo>
                  <a:lnTo>
                    <a:pt x="150322" y="182220"/>
                  </a:lnTo>
                  <a:lnTo>
                    <a:pt x="151137" y="206818"/>
                  </a:lnTo>
                  <a:lnTo>
                    <a:pt x="151951" y="183163"/>
                  </a:lnTo>
                  <a:lnTo>
                    <a:pt x="152766" y="191518"/>
                  </a:lnTo>
                  <a:lnTo>
                    <a:pt x="153581" y="225867"/>
                  </a:lnTo>
                  <a:lnTo>
                    <a:pt x="154396" y="205587"/>
                  </a:lnTo>
                  <a:lnTo>
                    <a:pt x="155210" y="207649"/>
                  </a:lnTo>
                  <a:lnTo>
                    <a:pt x="156025" y="213887"/>
                  </a:lnTo>
                  <a:lnTo>
                    <a:pt x="156840" y="178800"/>
                  </a:lnTo>
                  <a:lnTo>
                    <a:pt x="157655" y="172884"/>
                  </a:lnTo>
                  <a:lnTo>
                    <a:pt x="158470" y="194494"/>
                  </a:lnTo>
                  <a:lnTo>
                    <a:pt x="159284" y="199993"/>
                  </a:lnTo>
                  <a:lnTo>
                    <a:pt x="160099" y="197172"/>
                  </a:lnTo>
                  <a:lnTo>
                    <a:pt x="160914" y="175695"/>
                  </a:lnTo>
                  <a:lnTo>
                    <a:pt x="161729" y="165886"/>
                  </a:lnTo>
                  <a:lnTo>
                    <a:pt x="162544" y="82731"/>
                  </a:lnTo>
                  <a:lnTo>
                    <a:pt x="163358" y="100883"/>
                  </a:lnTo>
                  <a:lnTo>
                    <a:pt x="164173" y="82787"/>
                  </a:lnTo>
                  <a:lnTo>
                    <a:pt x="164988" y="46935"/>
                  </a:lnTo>
                  <a:lnTo>
                    <a:pt x="165803" y="37701"/>
                  </a:lnTo>
                  <a:lnTo>
                    <a:pt x="166617" y="72283"/>
                  </a:lnTo>
                  <a:lnTo>
                    <a:pt x="167432" y="119240"/>
                  </a:lnTo>
                  <a:lnTo>
                    <a:pt x="168247" y="141585"/>
                  </a:lnTo>
                  <a:lnTo>
                    <a:pt x="169062" y="132145"/>
                  </a:lnTo>
                  <a:lnTo>
                    <a:pt x="169877" y="93395"/>
                  </a:lnTo>
                  <a:lnTo>
                    <a:pt x="170691" y="105586"/>
                  </a:lnTo>
                  <a:lnTo>
                    <a:pt x="171506" y="132892"/>
                  </a:lnTo>
                  <a:lnTo>
                    <a:pt x="172321" y="128268"/>
                  </a:lnTo>
                  <a:lnTo>
                    <a:pt x="173136" y="124417"/>
                  </a:lnTo>
                  <a:lnTo>
                    <a:pt x="173950" y="147107"/>
                  </a:lnTo>
                  <a:lnTo>
                    <a:pt x="174765" y="133541"/>
                  </a:lnTo>
                  <a:lnTo>
                    <a:pt x="175580" y="123908"/>
                  </a:lnTo>
                  <a:lnTo>
                    <a:pt x="176395" y="133996"/>
                  </a:lnTo>
                  <a:lnTo>
                    <a:pt x="177210" y="132829"/>
                  </a:lnTo>
                  <a:lnTo>
                    <a:pt x="178024" y="123971"/>
                  </a:lnTo>
                  <a:lnTo>
                    <a:pt x="178839" y="154627"/>
                  </a:lnTo>
                  <a:lnTo>
                    <a:pt x="179654" y="94787"/>
                  </a:lnTo>
                  <a:lnTo>
                    <a:pt x="180469" y="140886"/>
                  </a:lnTo>
                  <a:lnTo>
                    <a:pt x="181283" y="108058"/>
                  </a:lnTo>
                  <a:lnTo>
                    <a:pt x="182098" y="73322"/>
                  </a:lnTo>
                  <a:lnTo>
                    <a:pt x="182913" y="70180"/>
                  </a:lnTo>
                  <a:lnTo>
                    <a:pt x="183728" y="59776"/>
                  </a:lnTo>
                  <a:lnTo>
                    <a:pt x="184543" y="125947"/>
                  </a:lnTo>
                  <a:lnTo>
                    <a:pt x="185357" y="140243"/>
                  </a:lnTo>
                  <a:lnTo>
                    <a:pt x="186172" y="123649"/>
                  </a:lnTo>
                  <a:lnTo>
                    <a:pt x="186987" y="136308"/>
                  </a:lnTo>
                  <a:lnTo>
                    <a:pt x="187802" y="160318"/>
                  </a:lnTo>
                  <a:lnTo>
                    <a:pt x="188616" y="204714"/>
                  </a:lnTo>
                  <a:lnTo>
                    <a:pt x="189431" y="197382"/>
                  </a:lnTo>
                  <a:lnTo>
                    <a:pt x="190246" y="176327"/>
                  </a:lnTo>
                  <a:lnTo>
                    <a:pt x="191061" y="190248"/>
                  </a:lnTo>
                  <a:lnTo>
                    <a:pt x="191876" y="159099"/>
                  </a:lnTo>
                  <a:lnTo>
                    <a:pt x="192690" y="143879"/>
                  </a:lnTo>
                  <a:lnTo>
                    <a:pt x="193505" y="126687"/>
                  </a:lnTo>
                  <a:lnTo>
                    <a:pt x="194320" y="139230"/>
                  </a:lnTo>
                  <a:lnTo>
                    <a:pt x="195135" y="185380"/>
                  </a:lnTo>
                  <a:lnTo>
                    <a:pt x="195949" y="160719"/>
                  </a:lnTo>
                  <a:lnTo>
                    <a:pt x="196764" y="152796"/>
                  </a:lnTo>
                  <a:lnTo>
                    <a:pt x="197579" y="120866"/>
                  </a:lnTo>
                  <a:lnTo>
                    <a:pt x="198394" y="111308"/>
                  </a:lnTo>
                  <a:lnTo>
                    <a:pt x="199209" y="135171"/>
                  </a:lnTo>
                  <a:lnTo>
                    <a:pt x="200023" y="126004"/>
                  </a:lnTo>
                  <a:lnTo>
                    <a:pt x="200838" y="120764"/>
                  </a:lnTo>
                  <a:lnTo>
                    <a:pt x="201653" y="149574"/>
                  </a:lnTo>
                  <a:lnTo>
                    <a:pt x="202468" y="182140"/>
                  </a:lnTo>
                  <a:lnTo>
                    <a:pt x="203283" y="223353"/>
                  </a:lnTo>
                  <a:lnTo>
                    <a:pt x="204097" y="208922"/>
                  </a:lnTo>
                  <a:lnTo>
                    <a:pt x="204912" y="180485"/>
                  </a:lnTo>
                  <a:lnTo>
                    <a:pt x="205727" y="166465"/>
                  </a:lnTo>
                  <a:lnTo>
                    <a:pt x="206542" y="205697"/>
                  </a:lnTo>
                  <a:lnTo>
                    <a:pt x="207356" y="213153"/>
                  </a:lnTo>
                  <a:lnTo>
                    <a:pt x="208171" y="193563"/>
                  </a:lnTo>
                  <a:lnTo>
                    <a:pt x="208986" y="153920"/>
                  </a:lnTo>
                  <a:lnTo>
                    <a:pt x="209801" y="168290"/>
                  </a:lnTo>
                  <a:lnTo>
                    <a:pt x="210616" y="143758"/>
                  </a:lnTo>
                  <a:lnTo>
                    <a:pt x="211430" y="139200"/>
                  </a:lnTo>
                  <a:lnTo>
                    <a:pt x="212245" y="98496"/>
                  </a:lnTo>
                  <a:lnTo>
                    <a:pt x="213060" y="112338"/>
                  </a:lnTo>
                  <a:lnTo>
                    <a:pt x="213875" y="144039"/>
                  </a:lnTo>
                  <a:lnTo>
                    <a:pt x="214689" y="109631"/>
                  </a:lnTo>
                  <a:lnTo>
                    <a:pt x="215504" y="110219"/>
                  </a:lnTo>
                  <a:lnTo>
                    <a:pt x="216319" y="114672"/>
                  </a:lnTo>
                  <a:lnTo>
                    <a:pt x="217134" y="117608"/>
                  </a:lnTo>
                  <a:lnTo>
                    <a:pt x="217949" y="79346"/>
                  </a:lnTo>
                  <a:lnTo>
                    <a:pt x="218763" y="75544"/>
                  </a:lnTo>
                  <a:lnTo>
                    <a:pt x="219578" y="55547"/>
                  </a:lnTo>
                  <a:lnTo>
                    <a:pt x="220393" y="43368"/>
                  </a:lnTo>
                  <a:lnTo>
                    <a:pt x="221208" y="79732"/>
                  </a:lnTo>
                  <a:lnTo>
                    <a:pt x="222022" y="86500"/>
                  </a:lnTo>
                  <a:lnTo>
                    <a:pt x="222837" y="90505"/>
                  </a:lnTo>
                  <a:lnTo>
                    <a:pt x="223652" y="47280"/>
                  </a:lnTo>
                  <a:lnTo>
                    <a:pt x="224467" y="60517"/>
                  </a:lnTo>
                  <a:lnTo>
                    <a:pt x="225282" y="78839"/>
                  </a:lnTo>
                  <a:lnTo>
                    <a:pt x="226096" y="137669"/>
                  </a:lnTo>
                  <a:lnTo>
                    <a:pt x="226911" y="137379"/>
                  </a:lnTo>
                  <a:lnTo>
                    <a:pt x="227726" y="156853"/>
                  </a:lnTo>
                  <a:lnTo>
                    <a:pt x="228541" y="157161"/>
                  </a:lnTo>
                  <a:lnTo>
                    <a:pt x="229355" y="232410"/>
                  </a:lnTo>
                  <a:lnTo>
                    <a:pt x="230170" y="257810"/>
                  </a:lnTo>
                  <a:lnTo>
                    <a:pt x="230985" y="260026"/>
                  </a:lnTo>
                  <a:lnTo>
                    <a:pt x="231800" y="237958"/>
                  </a:lnTo>
                  <a:lnTo>
                    <a:pt x="232615" y="219635"/>
                  </a:lnTo>
                  <a:lnTo>
                    <a:pt x="233429" y="229769"/>
                  </a:lnTo>
                  <a:lnTo>
                    <a:pt x="234244" y="225359"/>
                  </a:lnTo>
                  <a:lnTo>
                    <a:pt x="235059" y="200255"/>
                  </a:lnTo>
                  <a:lnTo>
                    <a:pt x="235874" y="204206"/>
                  </a:lnTo>
                  <a:lnTo>
                    <a:pt x="236688" y="202114"/>
                  </a:lnTo>
                  <a:lnTo>
                    <a:pt x="237503" y="187274"/>
                  </a:lnTo>
                  <a:lnTo>
                    <a:pt x="238318" y="181222"/>
                  </a:lnTo>
                  <a:lnTo>
                    <a:pt x="239133" y="158904"/>
                  </a:lnTo>
                  <a:lnTo>
                    <a:pt x="239948" y="150824"/>
                  </a:lnTo>
                  <a:lnTo>
                    <a:pt x="240762" y="152026"/>
                  </a:lnTo>
                  <a:lnTo>
                    <a:pt x="241577" y="160030"/>
                  </a:lnTo>
                  <a:lnTo>
                    <a:pt x="242392" y="130184"/>
                  </a:lnTo>
                  <a:lnTo>
                    <a:pt x="243207" y="134149"/>
                  </a:lnTo>
                  <a:lnTo>
                    <a:pt x="244022" y="108915"/>
                  </a:lnTo>
                  <a:lnTo>
                    <a:pt x="244836" y="120264"/>
                  </a:lnTo>
                  <a:lnTo>
                    <a:pt x="245651" y="150137"/>
                  </a:lnTo>
                  <a:lnTo>
                    <a:pt x="246466" y="131179"/>
                  </a:lnTo>
                  <a:lnTo>
                    <a:pt x="247281" y="165659"/>
                  </a:lnTo>
                  <a:lnTo>
                    <a:pt x="248095" y="180469"/>
                  </a:lnTo>
                  <a:lnTo>
                    <a:pt x="248910" y="216281"/>
                  </a:lnTo>
                  <a:lnTo>
                    <a:pt x="249725" y="246606"/>
                  </a:lnTo>
                  <a:lnTo>
                    <a:pt x="250540" y="220329"/>
                  </a:lnTo>
                  <a:lnTo>
                    <a:pt x="251355" y="241442"/>
                  </a:lnTo>
                  <a:lnTo>
                    <a:pt x="252169" y="227049"/>
                  </a:lnTo>
                  <a:lnTo>
                    <a:pt x="252984" y="215186"/>
                  </a:lnTo>
                  <a:lnTo>
                    <a:pt x="253799" y="183351"/>
                  </a:lnTo>
                  <a:lnTo>
                    <a:pt x="254614" y="151414"/>
                  </a:lnTo>
                  <a:lnTo>
                    <a:pt x="255428" y="134866"/>
                  </a:lnTo>
                  <a:lnTo>
                    <a:pt x="256243" y="163604"/>
                  </a:lnTo>
                  <a:lnTo>
                    <a:pt x="257058" y="191258"/>
                  </a:lnTo>
                  <a:lnTo>
                    <a:pt x="257873" y="181871"/>
                  </a:lnTo>
                  <a:lnTo>
                    <a:pt x="258688" y="219019"/>
                  </a:lnTo>
                  <a:lnTo>
                    <a:pt x="259502" y="152533"/>
                  </a:lnTo>
                  <a:lnTo>
                    <a:pt x="260317" y="98602"/>
                  </a:lnTo>
                  <a:lnTo>
                    <a:pt x="261132" y="160481"/>
                  </a:lnTo>
                  <a:lnTo>
                    <a:pt x="261947" y="170994"/>
                  </a:lnTo>
                  <a:lnTo>
                    <a:pt x="262761" y="193614"/>
                  </a:lnTo>
                  <a:lnTo>
                    <a:pt x="263576" y="182296"/>
                  </a:lnTo>
                  <a:lnTo>
                    <a:pt x="264391" y="177228"/>
                  </a:lnTo>
                  <a:lnTo>
                    <a:pt x="265206" y="206145"/>
                  </a:lnTo>
                  <a:lnTo>
                    <a:pt x="266021" y="151278"/>
                  </a:lnTo>
                  <a:lnTo>
                    <a:pt x="266835" y="153469"/>
                  </a:lnTo>
                  <a:lnTo>
                    <a:pt x="267650" y="136811"/>
                  </a:lnTo>
                  <a:lnTo>
                    <a:pt x="268465" y="156034"/>
                  </a:lnTo>
                  <a:lnTo>
                    <a:pt x="269280" y="186288"/>
                  </a:lnTo>
                  <a:lnTo>
                    <a:pt x="270094" y="209682"/>
                  </a:lnTo>
                  <a:lnTo>
                    <a:pt x="270909" y="248132"/>
                  </a:lnTo>
                  <a:lnTo>
                    <a:pt x="271724" y="258896"/>
                  </a:lnTo>
                  <a:lnTo>
                    <a:pt x="272539" y="276121"/>
                  </a:lnTo>
                  <a:lnTo>
                    <a:pt x="273354" y="268779"/>
                  </a:lnTo>
                  <a:lnTo>
                    <a:pt x="274168" y="265446"/>
                  </a:lnTo>
                  <a:lnTo>
                    <a:pt x="274983" y="241391"/>
                  </a:lnTo>
                  <a:lnTo>
                    <a:pt x="275798" y="230898"/>
                  </a:lnTo>
                  <a:lnTo>
                    <a:pt x="276613" y="199205"/>
                  </a:lnTo>
                  <a:lnTo>
                    <a:pt x="277427" y="201089"/>
                  </a:lnTo>
                  <a:lnTo>
                    <a:pt x="278242" y="245919"/>
                  </a:lnTo>
                  <a:lnTo>
                    <a:pt x="279057" y="225787"/>
                  </a:lnTo>
                  <a:lnTo>
                    <a:pt x="279872" y="234564"/>
                  </a:lnTo>
                  <a:lnTo>
                    <a:pt x="280687" y="226150"/>
                  </a:lnTo>
                  <a:lnTo>
                    <a:pt x="281501" y="173766"/>
                  </a:lnTo>
                  <a:lnTo>
                    <a:pt x="282316" y="168913"/>
                  </a:lnTo>
                  <a:lnTo>
                    <a:pt x="283131" y="197644"/>
                  </a:lnTo>
                  <a:lnTo>
                    <a:pt x="283946" y="250841"/>
                  </a:lnTo>
                  <a:lnTo>
                    <a:pt x="284761" y="234961"/>
                  </a:lnTo>
                  <a:lnTo>
                    <a:pt x="285575" y="255646"/>
                  </a:lnTo>
                  <a:lnTo>
                    <a:pt x="286390" y="277670"/>
                  </a:lnTo>
                  <a:lnTo>
                    <a:pt x="287205" y="270996"/>
                  </a:lnTo>
                  <a:lnTo>
                    <a:pt x="288020" y="293023"/>
                  </a:lnTo>
                  <a:lnTo>
                    <a:pt x="288834" y="248653"/>
                  </a:lnTo>
                  <a:lnTo>
                    <a:pt x="289649" y="252427"/>
                  </a:lnTo>
                  <a:lnTo>
                    <a:pt x="290464" y="244220"/>
                  </a:lnTo>
                  <a:lnTo>
                    <a:pt x="291279" y="228497"/>
                  </a:lnTo>
                  <a:lnTo>
                    <a:pt x="292094" y="193194"/>
                  </a:lnTo>
                  <a:lnTo>
                    <a:pt x="292908" y="174705"/>
                  </a:lnTo>
                  <a:lnTo>
                    <a:pt x="293723" y="194798"/>
                  </a:lnTo>
                  <a:lnTo>
                    <a:pt x="294538" y="188294"/>
                  </a:lnTo>
                  <a:lnTo>
                    <a:pt x="295353" y="179481"/>
                  </a:lnTo>
                  <a:lnTo>
                    <a:pt x="296167" y="158463"/>
                  </a:lnTo>
                  <a:lnTo>
                    <a:pt x="296982" y="167985"/>
                  </a:lnTo>
                  <a:lnTo>
                    <a:pt x="297797" y="124839"/>
                  </a:lnTo>
                  <a:lnTo>
                    <a:pt x="298612" y="127264"/>
                  </a:lnTo>
                  <a:lnTo>
                    <a:pt x="299427" y="172649"/>
                  </a:lnTo>
                  <a:lnTo>
                    <a:pt x="300241" y="159745"/>
                  </a:lnTo>
                  <a:lnTo>
                    <a:pt x="301056" y="181535"/>
                  </a:lnTo>
                  <a:lnTo>
                    <a:pt x="301871" y="165751"/>
                  </a:lnTo>
                  <a:lnTo>
                    <a:pt x="302686" y="231415"/>
                  </a:lnTo>
                  <a:lnTo>
                    <a:pt x="303500" y="235987"/>
                  </a:lnTo>
                  <a:lnTo>
                    <a:pt x="304315" y="232492"/>
                  </a:lnTo>
                  <a:lnTo>
                    <a:pt x="305130" y="230681"/>
                  </a:lnTo>
                  <a:lnTo>
                    <a:pt x="305945" y="230088"/>
                  </a:lnTo>
                  <a:lnTo>
                    <a:pt x="306760" y="272229"/>
                  </a:lnTo>
                  <a:lnTo>
                    <a:pt x="307574" y="261975"/>
                  </a:lnTo>
                  <a:lnTo>
                    <a:pt x="308389" y="240159"/>
                  </a:lnTo>
                  <a:lnTo>
                    <a:pt x="309204" y="245529"/>
                  </a:lnTo>
                  <a:lnTo>
                    <a:pt x="310019" y="197105"/>
                  </a:lnTo>
                  <a:lnTo>
                    <a:pt x="310833" y="177051"/>
                  </a:lnTo>
                  <a:lnTo>
                    <a:pt x="311648" y="176242"/>
                  </a:lnTo>
                  <a:lnTo>
                    <a:pt x="312463" y="172801"/>
                  </a:lnTo>
                  <a:lnTo>
                    <a:pt x="313278" y="180027"/>
                  </a:lnTo>
                  <a:lnTo>
                    <a:pt x="314093" y="175192"/>
                  </a:lnTo>
                  <a:lnTo>
                    <a:pt x="314907" y="211887"/>
                  </a:lnTo>
                  <a:lnTo>
                    <a:pt x="315722" y="232276"/>
                  </a:lnTo>
                  <a:lnTo>
                    <a:pt x="316537" y="228106"/>
                  </a:lnTo>
                  <a:lnTo>
                    <a:pt x="317352" y="224802"/>
                  </a:lnTo>
                  <a:lnTo>
                    <a:pt x="318166" y="162972"/>
                  </a:lnTo>
                  <a:lnTo>
                    <a:pt x="318981" y="112217"/>
                  </a:lnTo>
                  <a:lnTo>
                    <a:pt x="319796" y="80327"/>
                  </a:lnTo>
                  <a:lnTo>
                    <a:pt x="320611" y="109827"/>
                  </a:lnTo>
                  <a:lnTo>
                    <a:pt x="321426" y="157198"/>
                  </a:lnTo>
                  <a:lnTo>
                    <a:pt x="322240" y="114798"/>
                  </a:lnTo>
                  <a:lnTo>
                    <a:pt x="323055" y="167763"/>
                  </a:lnTo>
                  <a:lnTo>
                    <a:pt x="323870" y="113518"/>
                  </a:lnTo>
                  <a:lnTo>
                    <a:pt x="324685" y="107344"/>
                  </a:lnTo>
                  <a:lnTo>
                    <a:pt x="325500" y="121307"/>
                  </a:lnTo>
                  <a:lnTo>
                    <a:pt x="326314" y="106148"/>
                  </a:lnTo>
                  <a:lnTo>
                    <a:pt x="327129" y="122963"/>
                  </a:lnTo>
                  <a:lnTo>
                    <a:pt x="327944" y="128951"/>
                  </a:lnTo>
                  <a:lnTo>
                    <a:pt x="328759" y="195870"/>
                  </a:lnTo>
                  <a:lnTo>
                    <a:pt x="329573" y="205518"/>
                  </a:lnTo>
                  <a:lnTo>
                    <a:pt x="330388" y="159394"/>
                  </a:lnTo>
                  <a:lnTo>
                    <a:pt x="331203" y="150825"/>
                  </a:lnTo>
                  <a:lnTo>
                    <a:pt x="332018" y="130135"/>
                  </a:lnTo>
                  <a:lnTo>
                    <a:pt x="332833" y="164812"/>
                  </a:lnTo>
                  <a:lnTo>
                    <a:pt x="333647" y="143386"/>
                  </a:lnTo>
                  <a:lnTo>
                    <a:pt x="334462" y="48760"/>
                  </a:lnTo>
                  <a:lnTo>
                    <a:pt x="335277" y="33117"/>
                  </a:lnTo>
                  <a:lnTo>
                    <a:pt x="336092" y="63905"/>
                  </a:lnTo>
                  <a:lnTo>
                    <a:pt x="336906" y="69270"/>
                  </a:lnTo>
                  <a:lnTo>
                    <a:pt x="337721" y="40978"/>
                  </a:lnTo>
                  <a:lnTo>
                    <a:pt x="338536" y="0"/>
                  </a:lnTo>
                  <a:lnTo>
                    <a:pt x="339351" y="44503"/>
                  </a:lnTo>
                  <a:lnTo>
                    <a:pt x="340166" y="64049"/>
                  </a:lnTo>
                  <a:lnTo>
                    <a:pt x="340980" y="88935"/>
                  </a:lnTo>
                  <a:lnTo>
                    <a:pt x="341795" y="51034"/>
                  </a:lnTo>
                  <a:lnTo>
                    <a:pt x="342610" y="60377"/>
                  </a:lnTo>
                  <a:lnTo>
                    <a:pt x="343425" y="67504"/>
                  </a:lnTo>
                  <a:lnTo>
                    <a:pt x="344239" y="94161"/>
                  </a:lnTo>
                  <a:lnTo>
                    <a:pt x="345054" y="51134"/>
                  </a:lnTo>
                  <a:lnTo>
                    <a:pt x="345869" y="51765"/>
                  </a:lnTo>
                  <a:lnTo>
                    <a:pt x="346684" y="77060"/>
                  </a:lnTo>
                  <a:lnTo>
                    <a:pt x="347499" y="112404"/>
                  </a:lnTo>
                  <a:lnTo>
                    <a:pt x="348313" y="103012"/>
                  </a:lnTo>
                  <a:lnTo>
                    <a:pt x="349128" y="101275"/>
                  </a:lnTo>
                  <a:lnTo>
                    <a:pt x="349943" y="106031"/>
                  </a:lnTo>
                  <a:lnTo>
                    <a:pt x="350758" y="122771"/>
                  </a:lnTo>
                  <a:lnTo>
                    <a:pt x="351572" y="148903"/>
                  </a:lnTo>
                  <a:lnTo>
                    <a:pt x="352387" y="143096"/>
                  </a:lnTo>
                  <a:lnTo>
                    <a:pt x="353202" y="157225"/>
                  </a:lnTo>
                  <a:lnTo>
                    <a:pt x="354017" y="141886"/>
                  </a:lnTo>
                  <a:lnTo>
                    <a:pt x="354832" y="166779"/>
                  </a:lnTo>
                  <a:lnTo>
                    <a:pt x="355646" y="152161"/>
                  </a:lnTo>
                  <a:lnTo>
                    <a:pt x="356461" y="178096"/>
                  </a:lnTo>
                  <a:lnTo>
                    <a:pt x="357276" y="186017"/>
                  </a:lnTo>
                  <a:lnTo>
                    <a:pt x="358091" y="180516"/>
                  </a:lnTo>
                  <a:lnTo>
                    <a:pt x="358906" y="174992"/>
                  </a:lnTo>
                  <a:lnTo>
                    <a:pt x="359720" y="180655"/>
                  </a:lnTo>
                  <a:lnTo>
                    <a:pt x="360535" y="167094"/>
                  </a:lnTo>
                  <a:lnTo>
                    <a:pt x="361350" y="131456"/>
                  </a:lnTo>
                  <a:lnTo>
                    <a:pt x="362165" y="178755"/>
                  </a:lnTo>
                  <a:lnTo>
                    <a:pt x="362979" y="158789"/>
                  </a:lnTo>
                  <a:lnTo>
                    <a:pt x="363794" y="149645"/>
                  </a:lnTo>
                  <a:lnTo>
                    <a:pt x="364609" y="134036"/>
                  </a:lnTo>
                  <a:lnTo>
                    <a:pt x="365424" y="188167"/>
                  </a:lnTo>
                  <a:lnTo>
                    <a:pt x="366239" y="225500"/>
                  </a:lnTo>
                  <a:lnTo>
                    <a:pt x="367053" y="223232"/>
                  </a:lnTo>
                  <a:lnTo>
                    <a:pt x="367868" y="236112"/>
                  </a:lnTo>
                  <a:lnTo>
                    <a:pt x="368683" y="220595"/>
                  </a:lnTo>
                  <a:lnTo>
                    <a:pt x="369498" y="201207"/>
                  </a:lnTo>
                  <a:lnTo>
                    <a:pt x="370312" y="224314"/>
                  </a:lnTo>
                  <a:lnTo>
                    <a:pt x="371127" y="243915"/>
                  </a:lnTo>
                  <a:lnTo>
                    <a:pt x="371942" y="288674"/>
                  </a:lnTo>
                  <a:lnTo>
                    <a:pt x="372757" y="299605"/>
                  </a:lnTo>
                  <a:lnTo>
                    <a:pt x="373572" y="296753"/>
                  </a:lnTo>
                  <a:lnTo>
                    <a:pt x="374386" y="305347"/>
                  </a:lnTo>
                  <a:lnTo>
                    <a:pt x="374708" y="31200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7648987" y="6375021"/>
              <a:ext cx="684" cy="4428"/>
            </a:xfrm>
            <a:custGeom>
              <a:avLst/>
              <a:pathLst>
                <a:path w="684" h="4428">
                  <a:moveTo>
                    <a:pt x="0" y="4428"/>
                  </a:moveTo>
                  <a:lnTo>
                    <a:pt x="231" y="0"/>
                  </a:lnTo>
                  <a:lnTo>
                    <a:pt x="684" y="442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7650180" y="6039044"/>
              <a:ext cx="279061" cy="340405"/>
            </a:xfrm>
            <a:custGeom>
              <a:avLst/>
              <a:pathLst>
                <a:path w="279061" h="340405">
                  <a:moveTo>
                    <a:pt x="0" y="340405"/>
                  </a:moveTo>
                  <a:lnTo>
                    <a:pt x="668" y="324137"/>
                  </a:lnTo>
                  <a:lnTo>
                    <a:pt x="1483" y="315349"/>
                  </a:lnTo>
                  <a:lnTo>
                    <a:pt x="2298" y="304149"/>
                  </a:lnTo>
                  <a:lnTo>
                    <a:pt x="3113" y="288334"/>
                  </a:lnTo>
                  <a:lnTo>
                    <a:pt x="3927" y="262580"/>
                  </a:lnTo>
                  <a:lnTo>
                    <a:pt x="4742" y="248356"/>
                  </a:lnTo>
                  <a:lnTo>
                    <a:pt x="5557" y="269699"/>
                  </a:lnTo>
                  <a:lnTo>
                    <a:pt x="6372" y="278062"/>
                  </a:lnTo>
                  <a:lnTo>
                    <a:pt x="7186" y="285121"/>
                  </a:lnTo>
                  <a:lnTo>
                    <a:pt x="8001" y="290241"/>
                  </a:lnTo>
                  <a:lnTo>
                    <a:pt x="8816" y="289993"/>
                  </a:lnTo>
                  <a:lnTo>
                    <a:pt x="9631" y="283701"/>
                  </a:lnTo>
                  <a:lnTo>
                    <a:pt x="10446" y="231707"/>
                  </a:lnTo>
                  <a:lnTo>
                    <a:pt x="11260" y="210209"/>
                  </a:lnTo>
                  <a:lnTo>
                    <a:pt x="12075" y="186171"/>
                  </a:lnTo>
                  <a:lnTo>
                    <a:pt x="12890" y="152074"/>
                  </a:lnTo>
                  <a:lnTo>
                    <a:pt x="13705" y="179468"/>
                  </a:lnTo>
                  <a:lnTo>
                    <a:pt x="14520" y="151776"/>
                  </a:lnTo>
                  <a:lnTo>
                    <a:pt x="15334" y="130814"/>
                  </a:lnTo>
                  <a:lnTo>
                    <a:pt x="16149" y="153663"/>
                  </a:lnTo>
                  <a:lnTo>
                    <a:pt x="16964" y="84038"/>
                  </a:lnTo>
                  <a:lnTo>
                    <a:pt x="17779" y="51808"/>
                  </a:lnTo>
                  <a:lnTo>
                    <a:pt x="18593" y="0"/>
                  </a:lnTo>
                  <a:lnTo>
                    <a:pt x="19408" y="3628"/>
                  </a:lnTo>
                  <a:lnTo>
                    <a:pt x="20223" y="34739"/>
                  </a:lnTo>
                  <a:lnTo>
                    <a:pt x="21038" y="45079"/>
                  </a:lnTo>
                  <a:lnTo>
                    <a:pt x="21853" y="73095"/>
                  </a:lnTo>
                  <a:lnTo>
                    <a:pt x="22667" y="68870"/>
                  </a:lnTo>
                  <a:lnTo>
                    <a:pt x="23482" y="29392"/>
                  </a:lnTo>
                  <a:lnTo>
                    <a:pt x="24297" y="60656"/>
                  </a:lnTo>
                  <a:lnTo>
                    <a:pt x="25112" y="36107"/>
                  </a:lnTo>
                  <a:lnTo>
                    <a:pt x="25926" y="28764"/>
                  </a:lnTo>
                  <a:lnTo>
                    <a:pt x="26741" y="66425"/>
                  </a:lnTo>
                  <a:lnTo>
                    <a:pt x="27556" y="60023"/>
                  </a:lnTo>
                  <a:lnTo>
                    <a:pt x="28371" y="102078"/>
                  </a:lnTo>
                  <a:lnTo>
                    <a:pt x="29186" y="103621"/>
                  </a:lnTo>
                  <a:lnTo>
                    <a:pt x="30000" y="76607"/>
                  </a:lnTo>
                  <a:lnTo>
                    <a:pt x="30815" y="137818"/>
                  </a:lnTo>
                  <a:lnTo>
                    <a:pt x="31630" y="161314"/>
                  </a:lnTo>
                  <a:lnTo>
                    <a:pt x="32445" y="215217"/>
                  </a:lnTo>
                  <a:lnTo>
                    <a:pt x="33259" y="246119"/>
                  </a:lnTo>
                  <a:lnTo>
                    <a:pt x="34074" y="197727"/>
                  </a:lnTo>
                  <a:lnTo>
                    <a:pt x="34889" y="207879"/>
                  </a:lnTo>
                  <a:lnTo>
                    <a:pt x="35704" y="195245"/>
                  </a:lnTo>
                  <a:lnTo>
                    <a:pt x="36519" y="238382"/>
                  </a:lnTo>
                  <a:lnTo>
                    <a:pt x="37333" y="234339"/>
                  </a:lnTo>
                  <a:lnTo>
                    <a:pt x="38148" y="200269"/>
                  </a:lnTo>
                  <a:lnTo>
                    <a:pt x="38963" y="195916"/>
                  </a:lnTo>
                  <a:lnTo>
                    <a:pt x="39778" y="195854"/>
                  </a:lnTo>
                  <a:lnTo>
                    <a:pt x="40592" y="183452"/>
                  </a:lnTo>
                  <a:lnTo>
                    <a:pt x="41407" y="170995"/>
                  </a:lnTo>
                  <a:lnTo>
                    <a:pt x="42222" y="180788"/>
                  </a:lnTo>
                  <a:lnTo>
                    <a:pt x="43037" y="237738"/>
                  </a:lnTo>
                  <a:lnTo>
                    <a:pt x="43852" y="248741"/>
                  </a:lnTo>
                  <a:lnTo>
                    <a:pt x="44666" y="283817"/>
                  </a:lnTo>
                  <a:lnTo>
                    <a:pt x="45481" y="273584"/>
                  </a:lnTo>
                  <a:lnTo>
                    <a:pt x="46296" y="296832"/>
                  </a:lnTo>
                  <a:lnTo>
                    <a:pt x="47111" y="290080"/>
                  </a:lnTo>
                  <a:lnTo>
                    <a:pt x="47925" y="264251"/>
                  </a:lnTo>
                  <a:lnTo>
                    <a:pt x="48740" y="254956"/>
                  </a:lnTo>
                  <a:lnTo>
                    <a:pt x="49555" y="209964"/>
                  </a:lnTo>
                  <a:lnTo>
                    <a:pt x="50370" y="243658"/>
                  </a:lnTo>
                  <a:lnTo>
                    <a:pt x="51185" y="248288"/>
                  </a:lnTo>
                  <a:lnTo>
                    <a:pt x="51999" y="263863"/>
                  </a:lnTo>
                  <a:lnTo>
                    <a:pt x="52814" y="266382"/>
                  </a:lnTo>
                  <a:lnTo>
                    <a:pt x="53629" y="270011"/>
                  </a:lnTo>
                  <a:lnTo>
                    <a:pt x="54444" y="239465"/>
                  </a:lnTo>
                  <a:lnTo>
                    <a:pt x="55259" y="252683"/>
                  </a:lnTo>
                  <a:lnTo>
                    <a:pt x="56073" y="257374"/>
                  </a:lnTo>
                  <a:lnTo>
                    <a:pt x="56888" y="291056"/>
                  </a:lnTo>
                  <a:lnTo>
                    <a:pt x="57703" y="290735"/>
                  </a:lnTo>
                  <a:lnTo>
                    <a:pt x="58518" y="274209"/>
                  </a:lnTo>
                  <a:lnTo>
                    <a:pt x="59332" y="257580"/>
                  </a:lnTo>
                  <a:lnTo>
                    <a:pt x="60147" y="255359"/>
                  </a:lnTo>
                  <a:lnTo>
                    <a:pt x="60962" y="245812"/>
                  </a:lnTo>
                  <a:lnTo>
                    <a:pt x="61777" y="254384"/>
                  </a:lnTo>
                  <a:lnTo>
                    <a:pt x="62592" y="259588"/>
                  </a:lnTo>
                  <a:lnTo>
                    <a:pt x="63406" y="280299"/>
                  </a:lnTo>
                  <a:lnTo>
                    <a:pt x="64221" y="285854"/>
                  </a:lnTo>
                  <a:lnTo>
                    <a:pt x="65036" y="239839"/>
                  </a:lnTo>
                  <a:lnTo>
                    <a:pt x="65851" y="212150"/>
                  </a:lnTo>
                  <a:lnTo>
                    <a:pt x="66665" y="190436"/>
                  </a:lnTo>
                  <a:lnTo>
                    <a:pt x="67480" y="163304"/>
                  </a:lnTo>
                  <a:lnTo>
                    <a:pt x="68295" y="184456"/>
                  </a:lnTo>
                  <a:lnTo>
                    <a:pt x="69110" y="180631"/>
                  </a:lnTo>
                  <a:lnTo>
                    <a:pt x="69925" y="159749"/>
                  </a:lnTo>
                  <a:lnTo>
                    <a:pt x="70739" y="202782"/>
                  </a:lnTo>
                  <a:lnTo>
                    <a:pt x="71554" y="179299"/>
                  </a:lnTo>
                  <a:lnTo>
                    <a:pt x="72369" y="143601"/>
                  </a:lnTo>
                  <a:lnTo>
                    <a:pt x="73184" y="190514"/>
                  </a:lnTo>
                  <a:lnTo>
                    <a:pt x="73998" y="213924"/>
                  </a:lnTo>
                  <a:lnTo>
                    <a:pt x="74813" y="258135"/>
                  </a:lnTo>
                  <a:lnTo>
                    <a:pt x="75628" y="263869"/>
                  </a:lnTo>
                  <a:lnTo>
                    <a:pt x="76443" y="307711"/>
                  </a:lnTo>
                  <a:lnTo>
                    <a:pt x="77258" y="323037"/>
                  </a:lnTo>
                  <a:lnTo>
                    <a:pt x="78072" y="310271"/>
                  </a:lnTo>
                  <a:lnTo>
                    <a:pt x="78887" y="281801"/>
                  </a:lnTo>
                  <a:lnTo>
                    <a:pt x="79702" y="284918"/>
                  </a:lnTo>
                  <a:lnTo>
                    <a:pt x="80517" y="314763"/>
                  </a:lnTo>
                  <a:lnTo>
                    <a:pt x="81331" y="312714"/>
                  </a:lnTo>
                  <a:lnTo>
                    <a:pt x="82146" y="261983"/>
                  </a:lnTo>
                  <a:lnTo>
                    <a:pt x="82961" y="246245"/>
                  </a:lnTo>
                  <a:lnTo>
                    <a:pt x="83776" y="224114"/>
                  </a:lnTo>
                  <a:lnTo>
                    <a:pt x="84591" y="258643"/>
                  </a:lnTo>
                  <a:lnTo>
                    <a:pt x="85405" y="271154"/>
                  </a:lnTo>
                  <a:lnTo>
                    <a:pt x="86220" y="193801"/>
                  </a:lnTo>
                  <a:lnTo>
                    <a:pt x="87035" y="224954"/>
                  </a:lnTo>
                  <a:lnTo>
                    <a:pt x="87850" y="210031"/>
                  </a:lnTo>
                  <a:lnTo>
                    <a:pt x="88664" y="206971"/>
                  </a:lnTo>
                  <a:lnTo>
                    <a:pt x="89479" y="204247"/>
                  </a:lnTo>
                  <a:lnTo>
                    <a:pt x="90294" y="218044"/>
                  </a:lnTo>
                  <a:lnTo>
                    <a:pt x="91109" y="225007"/>
                  </a:lnTo>
                  <a:lnTo>
                    <a:pt x="91924" y="207140"/>
                  </a:lnTo>
                  <a:lnTo>
                    <a:pt x="92738" y="168741"/>
                  </a:lnTo>
                  <a:lnTo>
                    <a:pt x="93553" y="144926"/>
                  </a:lnTo>
                  <a:lnTo>
                    <a:pt x="94368" y="128783"/>
                  </a:lnTo>
                  <a:lnTo>
                    <a:pt x="95183" y="118737"/>
                  </a:lnTo>
                  <a:lnTo>
                    <a:pt x="95998" y="102611"/>
                  </a:lnTo>
                  <a:lnTo>
                    <a:pt x="96812" y="113243"/>
                  </a:lnTo>
                  <a:lnTo>
                    <a:pt x="97627" y="100504"/>
                  </a:lnTo>
                  <a:lnTo>
                    <a:pt x="98442" y="105339"/>
                  </a:lnTo>
                  <a:lnTo>
                    <a:pt x="99257" y="131966"/>
                  </a:lnTo>
                  <a:lnTo>
                    <a:pt x="100071" y="146757"/>
                  </a:lnTo>
                  <a:lnTo>
                    <a:pt x="100886" y="157521"/>
                  </a:lnTo>
                  <a:lnTo>
                    <a:pt x="101701" y="149040"/>
                  </a:lnTo>
                  <a:lnTo>
                    <a:pt x="102516" y="178241"/>
                  </a:lnTo>
                  <a:lnTo>
                    <a:pt x="103331" y="206936"/>
                  </a:lnTo>
                  <a:lnTo>
                    <a:pt x="104145" y="202367"/>
                  </a:lnTo>
                  <a:lnTo>
                    <a:pt x="104960" y="213140"/>
                  </a:lnTo>
                  <a:lnTo>
                    <a:pt x="105775" y="224817"/>
                  </a:lnTo>
                  <a:lnTo>
                    <a:pt x="106590" y="260529"/>
                  </a:lnTo>
                  <a:lnTo>
                    <a:pt x="107404" y="275870"/>
                  </a:lnTo>
                  <a:lnTo>
                    <a:pt x="108219" y="248955"/>
                  </a:lnTo>
                  <a:lnTo>
                    <a:pt x="109034" y="215240"/>
                  </a:lnTo>
                  <a:lnTo>
                    <a:pt x="109849" y="216508"/>
                  </a:lnTo>
                  <a:lnTo>
                    <a:pt x="110664" y="256018"/>
                  </a:lnTo>
                  <a:lnTo>
                    <a:pt x="111478" y="256512"/>
                  </a:lnTo>
                  <a:lnTo>
                    <a:pt x="112293" y="219662"/>
                  </a:lnTo>
                  <a:lnTo>
                    <a:pt x="113108" y="227752"/>
                  </a:lnTo>
                  <a:lnTo>
                    <a:pt x="113923" y="205561"/>
                  </a:lnTo>
                  <a:lnTo>
                    <a:pt x="114737" y="236830"/>
                  </a:lnTo>
                  <a:lnTo>
                    <a:pt x="115552" y="199385"/>
                  </a:lnTo>
                  <a:lnTo>
                    <a:pt x="116367" y="140523"/>
                  </a:lnTo>
                  <a:lnTo>
                    <a:pt x="117182" y="135275"/>
                  </a:lnTo>
                  <a:lnTo>
                    <a:pt x="117997" y="179205"/>
                  </a:lnTo>
                  <a:lnTo>
                    <a:pt x="118811" y="161133"/>
                  </a:lnTo>
                  <a:lnTo>
                    <a:pt x="119626" y="131506"/>
                  </a:lnTo>
                  <a:lnTo>
                    <a:pt x="120441" y="158438"/>
                  </a:lnTo>
                  <a:lnTo>
                    <a:pt x="121256" y="179375"/>
                  </a:lnTo>
                  <a:lnTo>
                    <a:pt x="122070" y="187605"/>
                  </a:lnTo>
                  <a:lnTo>
                    <a:pt x="122885" y="140795"/>
                  </a:lnTo>
                  <a:lnTo>
                    <a:pt x="123700" y="138612"/>
                  </a:lnTo>
                  <a:lnTo>
                    <a:pt x="124515" y="97931"/>
                  </a:lnTo>
                  <a:lnTo>
                    <a:pt x="125330" y="123847"/>
                  </a:lnTo>
                  <a:lnTo>
                    <a:pt x="126144" y="132980"/>
                  </a:lnTo>
                  <a:lnTo>
                    <a:pt x="126959" y="103967"/>
                  </a:lnTo>
                  <a:lnTo>
                    <a:pt x="127774" y="149908"/>
                  </a:lnTo>
                  <a:lnTo>
                    <a:pt x="128589" y="159312"/>
                  </a:lnTo>
                  <a:lnTo>
                    <a:pt x="129403" y="147735"/>
                  </a:lnTo>
                  <a:lnTo>
                    <a:pt x="130218" y="60763"/>
                  </a:lnTo>
                  <a:lnTo>
                    <a:pt x="131033" y="41765"/>
                  </a:lnTo>
                  <a:lnTo>
                    <a:pt x="131848" y="17917"/>
                  </a:lnTo>
                  <a:lnTo>
                    <a:pt x="132663" y="35392"/>
                  </a:lnTo>
                  <a:lnTo>
                    <a:pt x="133477" y="104497"/>
                  </a:lnTo>
                  <a:lnTo>
                    <a:pt x="134292" y="159765"/>
                  </a:lnTo>
                  <a:lnTo>
                    <a:pt x="135107" y="222404"/>
                  </a:lnTo>
                  <a:lnTo>
                    <a:pt x="135922" y="241932"/>
                  </a:lnTo>
                  <a:lnTo>
                    <a:pt x="136737" y="236146"/>
                  </a:lnTo>
                  <a:lnTo>
                    <a:pt x="137551" y="258921"/>
                  </a:lnTo>
                  <a:lnTo>
                    <a:pt x="138366" y="258290"/>
                  </a:lnTo>
                  <a:lnTo>
                    <a:pt x="139181" y="259032"/>
                  </a:lnTo>
                  <a:lnTo>
                    <a:pt x="139996" y="252175"/>
                  </a:lnTo>
                  <a:lnTo>
                    <a:pt x="140810" y="254917"/>
                  </a:lnTo>
                  <a:lnTo>
                    <a:pt x="141625" y="252016"/>
                  </a:lnTo>
                  <a:lnTo>
                    <a:pt x="142440" y="196269"/>
                  </a:lnTo>
                  <a:lnTo>
                    <a:pt x="143255" y="168694"/>
                  </a:lnTo>
                  <a:lnTo>
                    <a:pt x="144070" y="143132"/>
                  </a:lnTo>
                  <a:lnTo>
                    <a:pt x="144884" y="131342"/>
                  </a:lnTo>
                  <a:lnTo>
                    <a:pt x="145699" y="88323"/>
                  </a:lnTo>
                  <a:lnTo>
                    <a:pt x="146514" y="53358"/>
                  </a:lnTo>
                  <a:lnTo>
                    <a:pt x="147329" y="109390"/>
                  </a:lnTo>
                  <a:lnTo>
                    <a:pt x="148143" y="212538"/>
                  </a:lnTo>
                  <a:lnTo>
                    <a:pt x="148958" y="192833"/>
                  </a:lnTo>
                  <a:lnTo>
                    <a:pt x="149773" y="197996"/>
                  </a:lnTo>
                  <a:lnTo>
                    <a:pt x="150588" y="178051"/>
                  </a:lnTo>
                  <a:lnTo>
                    <a:pt x="151403" y="220876"/>
                  </a:lnTo>
                  <a:lnTo>
                    <a:pt x="152217" y="247008"/>
                  </a:lnTo>
                  <a:lnTo>
                    <a:pt x="153032" y="238857"/>
                  </a:lnTo>
                  <a:lnTo>
                    <a:pt x="153847" y="269667"/>
                  </a:lnTo>
                  <a:lnTo>
                    <a:pt x="154662" y="273990"/>
                  </a:lnTo>
                  <a:lnTo>
                    <a:pt x="155476" y="308940"/>
                  </a:lnTo>
                  <a:lnTo>
                    <a:pt x="156291" y="265769"/>
                  </a:lnTo>
                  <a:lnTo>
                    <a:pt x="157106" y="241562"/>
                  </a:lnTo>
                  <a:lnTo>
                    <a:pt x="157921" y="217469"/>
                  </a:lnTo>
                  <a:lnTo>
                    <a:pt x="158736" y="205462"/>
                  </a:lnTo>
                  <a:lnTo>
                    <a:pt x="159550" y="194532"/>
                  </a:lnTo>
                  <a:lnTo>
                    <a:pt x="160365" y="209033"/>
                  </a:lnTo>
                  <a:lnTo>
                    <a:pt x="161180" y="201071"/>
                  </a:lnTo>
                  <a:lnTo>
                    <a:pt x="161995" y="212353"/>
                  </a:lnTo>
                  <a:lnTo>
                    <a:pt x="162809" y="179061"/>
                  </a:lnTo>
                  <a:lnTo>
                    <a:pt x="163624" y="148587"/>
                  </a:lnTo>
                  <a:lnTo>
                    <a:pt x="164439" y="124791"/>
                  </a:lnTo>
                  <a:lnTo>
                    <a:pt x="165254" y="124793"/>
                  </a:lnTo>
                  <a:lnTo>
                    <a:pt x="166069" y="138838"/>
                  </a:lnTo>
                  <a:lnTo>
                    <a:pt x="166883" y="168975"/>
                  </a:lnTo>
                  <a:lnTo>
                    <a:pt x="167698" y="196213"/>
                  </a:lnTo>
                  <a:lnTo>
                    <a:pt x="168513" y="170941"/>
                  </a:lnTo>
                  <a:lnTo>
                    <a:pt x="169328" y="132881"/>
                  </a:lnTo>
                  <a:lnTo>
                    <a:pt x="170142" y="135955"/>
                  </a:lnTo>
                  <a:lnTo>
                    <a:pt x="170957" y="157439"/>
                  </a:lnTo>
                  <a:lnTo>
                    <a:pt x="171772" y="161902"/>
                  </a:lnTo>
                  <a:lnTo>
                    <a:pt x="172587" y="156085"/>
                  </a:lnTo>
                  <a:lnTo>
                    <a:pt x="173402" y="174821"/>
                  </a:lnTo>
                  <a:lnTo>
                    <a:pt x="174216" y="213499"/>
                  </a:lnTo>
                  <a:lnTo>
                    <a:pt x="175031" y="206820"/>
                  </a:lnTo>
                  <a:lnTo>
                    <a:pt x="175846" y="213049"/>
                  </a:lnTo>
                  <a:lnTo>
                    <a:pt x="176661" y="194245"/>
                  </a:lnTo>
                  <a:lnTo>
                    <a:pt x="177476" y="209672"/>
                  </a:lnTo>
                  <a:lnTo>
                    <a:pt x="178290" y="197810"/>
                  </a:lnTo>
                  <a:lnTo>
                    <a:pt x="179105" y="151140"/>
                  </a:lnTo>
                  <a:lnTo>
                    <a:pt x="179920" y="145459"/>
                  </a:lnTo>
                  <a:lnTo>
                    <a:pt x="180735" y="131955"/>
                  </a:lnTo>
                  <a:lnTo>
                    <a:pt x="181549" y="112923"/>
                  </a:lnTo>
                  <a:lnTo>
                    <a:pt x="182364" y="98253"/>
                  </a:lnTo>
                  <a:lnTo>
                    <a:pt x="183179" y="129052"/>
                  </a:lnTo>
                  <a:lnTo>
                    <a:pt x="183994" y="156294"/>
                  </a:lnTo>
                  <a:lnTo>
                    <a:pt x="184809" y="163231"/>
                  </a:lnTo>
                  <a:lnTo>
                    <a:pt x="185623" y="97210"/>
                  </a:lnTo>
                  <a:lnTo>
                    <a:pt x="186438" y="78683"/>
                  </a:lnTo>
                  <a:lnTo>
                    <a:pt x="187253" y="84296"/>
                  </a:lnTo>
                  <a:lnTo>
                    <a:pt x="188068" y="74744"/>
                  </a:lnTo>
                  <a:lnTo>
                    <a:pt x="188882" y="102458"/>
                  </a:lnTo>
                  <a:lnTo>
                    <a:pt x="189697" y="105238"/>
                  </a:lnTo>
                  <a:lnTo>
                    <a:pt x="190512" y="142620"/>
                  </a:lnTo>
                  <a:lnTo>
                    <a:pt x="191327" y="157439"/>
                  </a:lnTo>
                  <a:lnTo>
                    <a:pt x="192142" y="147439"/>
                  </a:lnTo>
                  <a:lnTo>
                    <a:pt x="192956" y="191906"/>
                  </a:lnTo>
                  <a:lnTo>
                    <a:pt x="193771" y="145808"/>
                  </a:lnTo>
                  <a:lnTo>
                    <a:pt x="194586" y="127039"/>
                  </a:lnTo>
                  <a:lnTo>
                    <a:pt x="195401" y="107279"/>
                  </a:lnTo>
                  <a:lnTo>
                    <a:pt x="196215" y="174540"/>
                  </a:lnTo>
                  <a:lnTo>
                    <a:pt x="197030" y="156520"/>
                  </a:lnTo>
                  <a:lnTo>
                    <a:pt x="197845" y="104045"/>
                  </a:lnTo>
                  <a:lnTo>
                    <a:pt x="198660" y="83124"/>
                  </a:lnTo>
                  <a:lnTo>
                    <a:pt x="199475" y="107722"/>
                  </a:lnTo>
                  <a:lnTo>
                    <a:pt x="200289" y="105832"/>
                  </a:lnTo>
                  <a:lnTo>
                    <a:pt x="201104" y="79508"/>
                  </a:lnTo>
                  <a:lnTo>
                    <a:pt x="201919" y="81477"/>
                  </a:lnTo>
                  <a:lnTo>
                    <a:pt x="202734" y="113079"/>
                  </a:lnTo>
                  <a:lnTo>
                    <a:pt x="203548" y="144546"/>
                  </a:lnTo>
                  <a:lnTo>
                    <a:pt x="204363" y="121645"/>
                  </a:lnTo>
                  <a:lnTo>
                    <a:pt x="205178" y="121295"/>
                  </a:lnTo>
                  <a:lnTo>
                    <a:pt x="205993" y="165434"/>
                  </a:lnTo>
                  <a:lnTo>
                    <a:pt x="206808" y="182658"/>
                  </a:lnTo>
                  <a:lnTo>
                    <a:pt x="207622" y="138818"/>
                  </a:lnTo>
                  <a:lnTo>
                    <a:pt x="208437" y="129525"/>
                  </a:lnTo>
                  <a:lnTo>
                    <a:pt x="209252" y="156841"/>
                  </a:lnTo>
                  <a:lnTo>
                    <a:pt x="210067" y="226322"/>
                  </a:lnTo>
                  <a:lnTo>
                    <a:pt x="210882" y="267550"/>
                  </a:lnTo>
                  <a:lnTo>
                    <a:pt x="211696" y="265444"/>
                  </a:lnTo>
                  <a:lnTo>
                    <a:pt x="212511" y="290313"/>
                  </a:lnTo>
                  <a:lnTo>
                    <a:pt x="213326" y="279424"/>
                  </a:lnTo>
                  <a:lnTo>
                    <a:pt x="214141" y="256397"/>
                  </a:lnTo>
                  <a:lnTo>
                    <a:pt x="214955" y="219188"/>
                  </a:lnTo>
                  <a:lnTo>
                    <a:pt x="215770" y="145273"/>
                  </a:lnTo>
                  <a:lnTo>
                    <a:pt x="216585" y="141392"/>
                  </a:lnTo>
                  <a:lnTo>
                    <a:pt x="217400" y="134825"/>
                  </a:lnTo>
                  <a:lnTo>
                    <a:pt x="218215" y="143481"/>
                  </a:lnTo>
                  <a:lnTo>
                    <a:pt x="219029" y="181777"/>
                  </a:lnTo>
                  <a:lnTo>
                    <a:pt x="219844" y="137441"/>
                  </a:lnTo>
                  <a:lnTo>
                    <a:pt x="220659" y="179141"/>
                  </a:lnTo>
                  <a:lnTo>
                    <a:pt x="221474" y="217458"/>
                  </a:lnTo>
                  <a:lnTo>
                    <a:pt x="222288" y="247686"/>
                  </a:lnTo>
                  <a:lnTo>
                    <a:pt x="223103" y="227218"/>
                  </a:lnTo>
                  <a:lnTo>
                    <a:pt x="223918" y="182829"/>
                  </a:lnTo>
                  <a:lnTo>
                    <a:pt x="224733" y="174470"/>
                  </a:lnTo>
                  <a:lnTo>
                    <a:pt x="225548" y="126594"/>
                  </a:lnTo>
                  <a:lnTo>
                    <a:pt x="226362" y="177454"/>
                  </a:lnTo>
                  <a:lnTo>
                    <a:pt x="227177" y="201377"/>
                  </a:lnTo>
                  <a:lnTo>
                    <a:pt x="227992" y="178093"/>
                  </a:lnTo>
                  <a:lnTo>
                    <a:pt x="228807" y="164382"/>
                  </a:lnTo>
                  <a:lnTo>
                    <a:pt x="229621" y="189415"/>
                  </a:lnTo>
                  <a:lnTo>
                    <a:pt x="230436" y="200207"/>
                  </a:lnTo>
                  <a:lnTo>
                    <a:pt x="231251" y="198293"/>
                  </a:lnTo>
                  <a:lnTo>
                    <a:pt x="232066" y="159072"/>
                  </a:lnTo>
                  <a:lnTo>
                    <a:pt x="232881" y="158314"/>
                  </a:lnTo>
                  <a:lnTo>
                    <a:pt x="233695" y="153332"/>
                  </a:lnTo>
                  <a:lnTo>
                    <a:pt x="234510" y="146155"/>
                  </a:lnTo>
                  <a:lnTo>
                    <a:pt x="235325" y="124320"/>
                  </a:lnTo>
                  <a:lnTo>
                    <a:pt x="236140" y="97627"/>
                  </a:lnTo>
                  <a:lnTo>
                    <a:pt x="236954" y="78764"/>
                  </a:lnTo>
                  <a:lnTo>
                    <a:pt x="237769" y="80104"/>
                  </a:lnTo>
                  <a:lnTo>
                    <a:pt x="238584" y="91127"/>
                  </a:lnTo>
                  <a:lnTo>
                    <a:pt x="239399" y="118617"/>
                  </a:lnTo>
                  <a:lnTo>
                    <a:pt x="240214" y="162686"/>
                  </a:lnTo>
                  <a:lnTo>
                    <a:pt x="241028" y="181059"/>
                  </a:lnTo>
                  <a:lnTo>
                    <a:pt x="241843" y="174985"/>
                  </a:lnTo>
                  <a:lnTo>
                    <a:pt x="242658" y="141536"/>
                  </a:lnTo>
                  <a:lnTo>
                    <a:pt x="243473" y="128292"/>
                  </a:lnTo>
                  <a:lnTo>
                    <a:pt x="244287" y="83618"/>
                  </a:lnTo>
                  <a:lnTo>
                    <a:pt x="245102" y="64430"/>
                  </a:lnTo>
                  <a:lnTo>
                    <a:pt x="245917" y="62272"/>
                  </a:lnTo>
                  <a:lnTo>
                    <a:pt x="246732" y="70760"/>
                  </a:lnTo>
                  <a:lnTo>
                    <a:pt x="247547" y="98014"/>
                  </a:lnTo>
                  <a:lnTo>
                    <a:pt x="248361" y="132368"/>
                  </a:lnTo>
                  <a:lnTo>
                    <a:pt x="249176" y="93038"/>
                  </a:lnTo>
                  <a:lnTo>
                    <a:pt x="249991" y="159761"/>
                  </a:lnTo>
                  <a:lnTo>
                    <a:pt x="250806" y="141350"/>
                  </a:lnTo>
                  <a:lnTo>
                    <a:pt x="251621" y="119968"/>
                  </a:lnTo>
                  <a:lnTo>
                    <a:pt x="252435" y="125157"/>
                  </a:lnTo>
                  <a:lnTo>
                    <a:pt x="253250" y="179736"/>
                  </a:lnTo>
                  <a:lnTo>
                    <a:pt x="254065" y="181302"/>
                  </a:lnTo>
                  <a:lnTo>
                    <a:pt x="254880" y="154127"/>
                  </a:lnTo>
                  <a:lnTo>
                    <a:pt x="255694" y="130718"/>
                  </a:lnTo>
                  <a:lnTo>
                    <a:pt x="256509" y="73670"/>
                  </a:lnTo>
                  <a:lnTo>
                    <a:pt x="257324" y="36100"/>
                  </a:lnTo>
                  <a:lnTo>
                    <a:pt x="258139" y="32414"/>
                  </a:lnTo>
                  <a:lnTo>
                    <a:pt x="258954" y="36487"/>
                  </a:lnTo>
                  <a:lnTo>
                    <a:pt x="259768" y="39955"/>
                  </a:lnTo>
                  <a:lnTo>
                    <a:pt x="260583" y="46415"/>
                  </a:lnTo>
                  <a:lnTo>
                    <a:pt x="261398" y="53374"/>
                  </a:lnTo>
                  <a:lnTo>
                    <a:pt x="262213" y="63728"/>
                  </a:lnTo>
                  <a:lnTo>
                    <a:pt x="263027" y="125740"/>
                  </a:lnTo>
                  <a:lnTo>
                    <a:pt x="263842" y="69987"/>
                  </a:lnTo>
                  <a:lnTo>
                    <a:pt x="264657" y="64823"/>
                  </a:lnTo>
                  <a:lnTo>
                    <a:pt x="265472" y="105281"/>
                  </a:lnTo>
                  <a:lnTo>
                    <a:pt x="266287" y="136454"/>
                  </a:lnTo>
                  <a:lnTo>
                    <a:pt x="267101" y="154785"/>
                  </a:lnTo>
                  <a:lnTo>
                    <a:pt x="267916" y="133750"/>
                  </a:lnTo>
                  <a:lnTo>
                    <a:pt x="268731" y="165693"/>
                  </a:lnTo>
                  <a:lnTo>
                    <a:pt x="269546" y="148964"/>
                  </a:lnTo>
                  <a:lnTo>
                    <a:pt x="270360" y="160494"/>
                  </a:lnTo>
                  <a:lnTo>
                    <a:pt x="271175" y="199062"/>
                  </a:lnTo>
                  <a:lnTo>
                    <a:pt x="271990" y="210545"/>
                  </a:lnTo>
                  <a:lnTo>
                    <a:pt x="272805" y="280002"/>
                  </a:lnTo>
                  <a:lnTo>
                    <a:pt x="273620" y="316081"/>
                  </a:lnTo>
                  <a:lnTo>
                    <a:pt x="274434" y="286282"/>
                  </a:lnTo>
                  <a:lnTo>
                    <a:pt x="275249" y="304605"/>
                  </a:lnTo>
                  <a:lnTo>
                    <a:pt x="276064" y="282575"/>
                  </a:lnTo>
                  <a:lnTo>
                    <a:pt x="276879" y="314957"/>
                  </a:lnTo>
                  <a:lnTo>
                    <a:pt x="277693" y="330849"/>
                  </a:lnTo>
                  <a:lnTo>
                    <a:pt x="278508" y="334394"/>
                  </a:lnTo>
                  <a:lnTo>
                    <a:pt x="279061" y="34040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7929631" y="5919377"/>
              <a:ext cx="929399" cy="460072"/>
            </a:xfrm>
            <a:custGeom>
              <a:avLst/>
              <a:pathLst>
                <a:path w="929399" h="460072">
                  <a:moveTo>
                    <a:pt x="0" y="460072"/>
                  </a:moveTo>
                  <a:lnTo>
                    <a:pt x="687" y="444645"/>
                  </a:lnTo>
                  <a:lnTo>
                    <a:pt x="1502" y="448057"/>
                  </a:lnTo>
                  <a:lnTo>
                    <a:pt x="2317" y="442239"/>
                  </a:lnTo>
                  <a:lnTo>
                    <a:pt x="3132" y="439971"/>
                  </a:lnTo>
                  <a:lnTo>
                    <a:pt x="3946" y="425783"/>
                  </a:lnTo>
                  <a:lnTo>
                    <a:pt x="4761" y="422459"/>
                  </a:lnTo>
                  <a:lnTo>
                    <a:pt x="5576" y="430688"/>
                  </a:lnTo>
                  <a:lnTo>
                    <a:pt x="6391" y="429046"/>
                  </a:lnTo>
                  <a:lnTo>
                    <a:pt x="7205" y="418314"/>
                  </a:lnTo>
                  <a:lnTo>
                    <a:pt x="8020" y="416444"/>
                  </a:lnTo>
                  <a:lnTo>
                    <a:pt x="8835" y="409081"/>
                  </a:lnTo>
                  <a:lnTo>
                    <a:pt x="9650" y="391102"/>
                  </a:lnTo>
                  <a:lnTo>
                    <a:pt x="10465" y="347068"/>
                  </a:lnTo>
                  <a:lnTo>
                    <a:pt x="11279" y="315945"/>
                  </a:lnTo>
                  <a:lnTo>
                    <a:pt x="12094" y="283984"/>
                  </a:lnTo>
                  <a:lnTo>
                    <a:pt x="12909" y="280694"/>
                  </a:lnTo>
                  <a:lnTo>
                    <a:pt x="13724" y="265714"/>
                  </a:lnTo>
                  <a:lnTo>
                    <a:pt x="14538" y="190241"/>
                  </a:lnTo>
                  <a:lnTo>
                    <a:pt x="15353" y="189700"/>
                  </a:lnTo>
                  <a:lnTo>
                    <a:pt x="16168" y="239072"/>
                  </a:lnTo>
                  <a:lnTo>
                    <a:pt x="16983" y="247489"/>
                  </a:lnTo>
                  <a:lnTo>
                    <a:pt x="17798" y="212947"/>
                  </a:lnTo>
                  <a:lnTo>
                    <a:pt x="18612" y="193267"/>
                  </a:lnTo>
                  <a:lnTo>
                    <a:pt x="19427" y="202667"/>
                  </a:lnTo>
                  <a:lnTo>
                    <a:pt x="20242" y="212174"/>
                  </a:lnTo>
                  <a:lnTo>
                    <a:pt x="21057" y="226337"/>
                  </a:lnTo>
                  <a:lnTo>
                    <a:pt x="21871" y="209927"/>
                  </a:lnTo>
                  <a:lnTo>
                    <a:pt x="22686" y="235900"/>
                  </a:lnTo>
                  <a:lnTo>
                    <a:pt x="23501" y="285005"/>
                  </a:lnTo>
                  <a:lnTo>
                    <a:pt x="24316" y="269668"/>
                  </a:lnTo>
                  <a:lnTo>
                    <a:pt x="25131" y="247540"/>
                  </a:lnTo>
                  <a:lnTo>
                    <a:pt x="25945" y="186983"/>
                  </a:lnTo>
                  <a:lnTo>
                    <a:pt x="26760" y="172461"/>
                  </a:lnTo>
                  <a:lnTo>
                    <a:pt x="27575" y="206485"/>
                  </a:lnTo>
                  <a:lnTo>
                    <a:pt x="28390" y="225324"/>
                  </a:lnTo>
                  <a:lnTo>
                    <a:pt x="29204" y="230471"/>
                  </a:lnTo>
                  <a:lnTo>
                    <a:pt x="30019" y="187888"/>
                  </a:lnTo>
                  <a:lnTo>
                    <a:pt x="30834" y="245994"/>
                  </a:lnTo>
                  <a:lnTo>
                    <a:pt x="31649" y="263238"/>
                  </a:lnTo>
                  <a:lnTo>
                    <a:pt x="32464" y="188000"/>
                  </a:lnTo>
                  <a:lnTo>
                    <a:pt x="33278" y="167503"/>
                  </a:lnTo>
                  <a:lnTo>
                    <a:pt x="34093" y="215976"/>
                  </a:lnTo>
                  <a:lnTo>
                    <a:pt x="34908" y="263502"/>
                  </a:lnTo>
                  <a:lnTo>
                    <a:pt x="35723" y="232944"/>
                  </a:lnTo>
                  <a:lnTo>
                    <a:pt x="36538" y="162740"/>
                  </a:lnTo>
                  <a:lnTo>
                    <a:pt x="37352" y="191300"/>
                  </a:lnTo>
                  <a:lnTo>
                    <a:pt x="38167" y="192811"/>
                  </a:lnTo>
                  <a:lnTo>
                    <a:pt x="38982" y="198345"/>
                  </a:lnTo>
                  <a:lnTo>
                    <a:pt x="39797" y="189498"/>
                  </a:lnTo>
                  <a:lnTo>
                    <a:pt x="40611" y="213655"/>
                  </a:lnTo>
                  <a:lnTo>
                    <a:pt x="41426" y="245975"/>
                  </a:lnTo>
                  <a:lnTo>
                    <a:pt x="42241" y="251523"/>
                  </a:lnTo>
                  <a:lnTo>
                    <a:pt x="43056" y="250145"/>
                  </a:lnTo>
                  <a:lnTo>
                    <a:pt x="43871" y="352654"/>
                  </a:lnTo>
                  <a:lnTo>
                    <a:pt x="44685" y="352552"/>
                  </a:lnTo>
                  <a:lnTo>
                    <a:pt x="45500" y="356677"/>
                  </a:lnTo>
                  <a:lnTo>
                    <a:pt x="46315" y="359007"/>
                  </a:lnTo>
                  <a:lnTo>
                    <a:pt x="47130" y="378746"/>
                  </a:lnTo>
                  <a:lnTo>
                    <a:pt x="47944" y="332311"/>
                  </a:lnTo>
                  <a:lnTo>
                    <a:pt x="48759" y="322980"/>
                  </a:lnTo>
                  <a:lnTo>
                    <a:pt x="49574" y="325827"/>
                  </a:lnTo>
                  <a:lnTo>
                    <a:pt x="50389" y="372832"/>
                  </a:lnTo>
                  <a:lnTo>
                    <a:pt x="51204" y="374185"/>
                  </a:lnTo>
                  <a:lnTo>
                    <a:pt x="52018" y="317798"/>
                  </a:lnTo>
                  <a:lnTo>
                    <a:pt x="52833" y="313123"/>
                  </a:lnTo>
                  <a:lnTo>
                    <a:pt x="53648" y="314205"/>
                  </a:lnTo>
                  <a:lnTo>
                    <a:pt x="54463" y="325180"/>
                  </a:lnTo>
                  <a:lnTo>
                    <a:pt x="55277" y="323946"/>
                  </a:lnTo>
                  <a:lnTo>
                    <a:pt x="56092" y="287550"/>
                  </a:lnTo>
                  <a:lnTo>
                    <a:pt x="56907" y="296107"/>
                  </a:lnTo>
                  <a:lnTo>
                    <a:pt x="57722" y="320798"/>
                  </a:lnTo>
                  <a:lnTo>
                    <a:pt x="58537" y="385038"/>
                  </a:lnTo>
                  <a:lnTo>
                    <a:pt x="59351" y="412852"/>
                  </a:lnTo>
                  <a:lnTo>
                    <a:pt x="60166" y="392608"/>
                  </a:lnTo>
                  <a:lnTo>
                    <a:pt x="60981" y="433034"/>
                  </a:lnTo>
                  <a:lnTo>
                    <a:pt x="61796" y="402106"/>
                  </a:lnTo>
                  <a:lnTo>
                    <a:pt x="62610" y="401723"/>
                  </a:lnTo>
                  <a:lnTo>
                    <a:pt x="63425" y="403337"/>
                  </a:lnTo>
                  <a:lnTo>
                    <a:pt x="64240" y="374885"/>
                  </a:lnTo>
                  <a:lnTo>
                    <a:pt x="65055" y="385164"/>
                  </a:lnTo>
                  <a:lnTo>
                    <a:pt x="65870" y="402836"/>
                  </a:lnTo>
                  <a:lnTo>
                    <a:pt x="66684" y="413540"/>
                  </a:lnTo>
                  <a:lnTo>
                    <a:pt x="67499" y="382646"/>
                  </a:lnTo>
                  <a:lnTo>
                    <a:pt x="68314" y="302872"/>
                  </a:lnTo>
                  <a:lnTo>
                    <a:pt x="69129" y="275159"/>
                  </a:lnTo>
                  <a:lnTo>
                    <a:pt x="69943" y="293599"/>
                  </a:lnTo>
                  <a:lnTo>
                    <a:pt x="70758" y="299366"/>
                  </a:lnTo>
                  <a:lnTo>
                    <a:pt x="71573" y="317943"/>
                  </a:lnTo>
                  <a:lnTo>
                    <a:pt x="72388" y="313807"/>
                  </a:lnTo>
                  <a:lnTo>
                    <a:pt x="73203" y="306372"/>
                  </a:lnTo>
                  <a:lnTo>
                    <a:pt x="74017" y="296899"/>
                  </a:lnTo>
                  <a:lnTo>
                    <a:pt x="74832" y="277644"/>
                  </a:lnTo>
                  <a:lnTo>
                    <a:pt x="75647" y="236335"/>
                  </a:lnTo>
                  <a:lnTo>
                    <a:pt x="76462" y="194366"/>
                  </a:lnTo>
                  <a:lnTo>
                    <a:pt x="77277" y="201689"/>
                  </a:lnTo>
                  <a:lnTo>
                    <a:pt x="78091" y="210389"/>
                  </a:lnTo>
                  <a:lnTo>
                    <a:pt x="78906" y="177134"/>
                  </a:lnTo>
                  <a:lnTo>
                    <a:pt x="79721" y="232299"/>
                  </a:lnTo>
                  <a:lnTo>
                    <a:pt x="80536" y="182325"/>
                  </a:lnTo>
                  <a:lnTo>
                    <a:pt x="81350" y="204064"/>
                  </a:lnTo>
                  <a:lnTo>
                    <a:pt x="82165" y="225620"/>
                  </a:lnTo>
                  <a:lnTo>
                    <a:pt x="82980" y="234216"/>
                  </a:lnTo>
                  <a:lnTo>
                    <a:pt x="83795" y="294781"/>
                  </a:lnTo>
                  <a:lnTo>
                    <a:pt x="84610" y="277635"/>
                  </a:lnTo>
                  <a:lnTo>
                    <a:pt x="85424" y="283223"/>
                  </a:lnTo>
                  <a:lnTo>
                    <a:pt x="86239" y="308607"/>
                  </a:lnTo>
                  <a:lnTo>
                    <a:pt x="87054" y="241968"/>
                  </a:lnTo>
                  <a:lnTo>
                    <a:pt x="87869" y="223241"/>
                  </a:lnTo>
                  <a:lnTo>
                    <a:pt x="88683" y="201427"/>
                  </a:lnTo>
                  <a:lnTo>
                    <a:pt x="89498" y="201750"/>
                  </a:lnTo>
                  <a:lnTo>
                    <a:pt x="90313" y="237133"/>
                  </a:lnTo>
                  <a:lnTo>
                    <a:pt x="91128" y="225926"/>
                  </a:lnTo>
                  <a:lnTo>
                    <a:pt x="91943" y="226701"/>
                  </a:lnTo>
                  <a:lnTo>
                    <a:pt x="92757" y="219652"/>
                  </a:lnTo>
                  <a:lnTo>
                    <a:pt x="93572" y="251643"/>
                  </a:lnTo>
                  <a:lnTo>
                    <a:pt x="94387" y="261029"/>
                  </a:lnTo>
                  <a:lnTo>
                    <a:pt x="95202" y="203763"/>
                  </a:lnTo>
                  <a:lnTo>
                    <a:pt x="96016" y="196383"/>
                  </a:lnTo>
                  <a:lnTo>
                    <a:pt x="96831" y="146489"/>
                  </a:lnTo>
                  <a:lnTo>
                    <a:pt x="97646" y="140785"/>
                  </a:lnTo>
                  <a:lnTo>
                    <a:pt x="98461" y="82462"/>
                  </a:lnTo>
                  <a:lnTo>
                    <a:pt x="99276" y="66034"/>
                  </a:lnTo>
                  <a:lnTo>
                    <a:pt x="100090" y="82682"/>
                  </a:lnTo>
                  <a:lnTo>
                    <a:pt x="100905" y="63472"/>
                  </a:lnTo>
                  <a:lnTo>
                    <a:pt x="101720" y="136848"/>
                  </a:lnTo>
                  <a:lnTo>
                    <a:pt x="102535" y="161005"/>
                  </a:lnTo>
                  <a:lnTo>
                    <a:pt x="103349" y="200817"/>
                  </a:lnTo>
                  <a:lnTo>
                    <a:pt x="104164" y="192931"/>
                  </a:lnTo>
                  <a:lnTo>
                    <a:pt x="104979" y="187281"/>
                  </a:lnTo>
                  <a:lnTo>
                    <a:pt x="105794" y="213687"/>
                  </a:lnTo>
                  <a:lnTo>
                    <a:pt x="106609" y="200324"/>
                  </a:lnTo>
                  <a:lnTo>
                    <a:pt x="107423" y="191344"/>
                  </a:lnTo>
                  <a:lnTo>
                    <a:pt x="108238" y="225569"/>
                  </a:lnTo>
                  <a:lnTo>
                    <a:pt x="109053" y="293770"/>
                  </a:lnTo>
                  <a:lnTo>
                    <a:pt x="109868" y="348983"/>
                  </a:lnTo>
                  <a:lnTo>
                    <a:pt x="110682" y="298459"/>
                  </a:lnTo>
                  <a:lnTo>
                    <a:pt x="111497" y="254536"/>
                  </a:lnTo>
                  <a:lnTo>
                    <a:pt x="112312" y="217907"/>
                  </a:lnTo>
                  <a:lnTo>
                    <a:pt x="113127" y="251833"/>
                  </a:lnTo>
                  <a:lnTo>
                    <a:pt x="113942" y="294740"/>
                  </a:lnTo>
                  <a:lnTo>
                    <a:pt x="114756" y="256281"/>
                  </a:lnTo>
                  <a:lnTo>
                    <a:pt x="115571" y="295283"/>
                  </a:lnTo>
                  <a:lnTo>
                    <a:pt x="116386" y="273822"/>
                  </a:lnTo>
                  <a:lnTo>
                    <a:pt x="117201" y="268579"/>
                  </a:lnTo>
                  <a:lnTo>
                    <a:pt x="118016" y="286654"/>
                  </a:lnTo>
                  <a:lnTo>
                    <a:pt x="118830" y="310306"/>
                  </a:lnTo>
                  <a:lnTo>
                    <a:pt x="119645" y="341878"/>
                  </a:lnTo>
                  <a:lnTo>
                    <a:pt x="120460" y="329363"/>
                  </a:lnTo>
                  <a:lnTo>
                    <a:pt x="121275" y="342974"/>
                  </a:lnTo>
                  <a:lnTo>
                    <a:pt x="122089" y="333267"/>
                  </a:lnTo>
                  <a:lnTo>
                    <a:pt x="122904" y="344627"/>
                  </a:lnTo>
                  <a:lnTo>
                    <a:pt x="123719" y="360514"/>
                  </a:lnTo>
                  <a:lnTo>
                    <a:pt x="124534" y="339130"/>
                  </a:lnTo>
                  <a:lnTo>
                    <a:pt x="125349" y="385519"/>
                  </a:lnTo>
                  <a:lnTo>
                    <a:pt x="126163" y="397646"/>
                  </a:lnTo>
                  <a:lnTo>
                    <a:pt x="126978" y="373357"/>
                  </a:lnTo>
                  <a:lnTo>
                    <a:pt x="127793" y="360218"/>
                  </a:lnTo>
                  <a:lnTo>
                    <a:pt x="128608" y="333744"/>
                  </a:lnTo>
                  <a:lnTo>
                    <a:pt x="129422" y="350994"/>
                  </a:lnTo>
                  <a:lnTo>
                    <a:pt x="130237" y="328495"/>
                  </a:lnTo>
                  <a:lnTo>
                    <a:pt x="131052" y="304359"/>
                  </a:lnTo>
                  <a:lnTo>
                    <a:pt x="131867" y="278996"/>
                  </a:lnTo>
                  <a:lnTo>
                    <a:pt x="132682" y="271251"/>
                  </a:lnTo>
                  <a:lnTo>
                    <a:pt x="133496" y="312658"/>
                  </a:lnTo>
                  <a:lnTo>
                    <a:pt x="134311" y="309919"/>
                  </a:lnTo>
                  <a:lnTo>
                    <a:pt x="135126" y="304528"/>
                  </a:lnTo>
                  <a:lnTo>
                    <a:pt x="135941" y="331277"/>
                  </a:lnTo>
                  <a:lnTo>
                    <a:pt x="136755" y="407111"/>
                  </a:lnTo>
                  <a:lnTo>
                    <a:pt x="137570" y="418065"/>
                  </a:lnTo>
                  <a:lnTo>
                    <a:pt x="138385" y="405093"/>
                  </a:lnTo>
                  <a:lnTo>
                    <a:pt x="139200" y="383095"/>
                  </a:lnTo>
                  <a:lnTo>
                    <a:pt x="140015" y="346605"/>
                  </a:lnTo>
                  <a:lnTo>
                    <a:pt x="140829" y="282274"/>
                  </a:lnTo>
                  <a:lnTo>
                    <a:pt x="141644" y="239524"/>
                  </a:lnTo>
                  <a:lnTo>
                    <a:pt x="142459" y="240871"/>
                  </a:lnTo>
                  <a:lnTo>
                    <a:pt x="143274" y="256562"/>
                  </a:lnTo>
                  <a:lnTo>
                    <a:pt x="144088" y="289253"/>
                  </a:lnTo>
                  <a:lnTo>
                    <a:pt x="144903" y="300371"/>
                  </a:lnTo>
                  <a:lnTo>
                    <a:pt x="145718" y="338554"/>
                  </a:lnTo>
                  <a:lnTo>
                    <a:pt x="146533" y="375320"/>
                  </a:lnTo>
                  <a:lnTo>
                    <a:pt x="147348" y="366936"/>
                  </a:lnTo>
                  <a:lnTo>
                    <a:pt x="148162" y="371072"/>
                  </a:lnTo>
                  <a:lnTo>
                    <a:pt x="148977" y="365933"/>
                  </a:lnTo>
                  <a:lnTo>
                    <a:pt x="149792" y="391704"/>
                  </a:lnTo>
                  <a:lnTo>
                    <a:pt x="150607" y="398373"/>
                  </a:lnTo>
                  <a:lnTo>
                    <a:pt x="151421" y="400656"/>
                  </a:lnTo>
                  <a:lnTo>
                    <a:pt x="152236" y="406777"/>
                  </a:lnTo>
                  <a:lnTo>
                    <a:pt x="153051" y="393429"/>
                  </a:lnTo>
                  <a:lnTo>
                    <a:pt x="153866" y="393262"/>
                  </a:lnTo>
                  <a:lnTo>
                    <a:pt x="154681" y="437058"/>
                  </a:lnTo>
                  <a:lnTo>
                    <a:pt x="155495" y="425537"/>
                  </a:lnTo>
                  <a:lnTo>
                    <a:pt x="156310" y="414584"/>
                  </a:lnTo>
                  <a:lnTo>
                    <a:pt x="157125" y="437775"/>
                  </a:lnTo>
                  <a:lnTo>
                    <a:pt x="157940" y="452978"/>
                  </a:lnTo>
                  <a:lnTo>
                    <a:pt x="158755" y="431860"/>
                  </a:lnTo>
                  <a:lnTo>
                    <a:pt x="159569" y="384880"/>
                  </a:lnTo>
                  <a:lnTo>
                    <a:pt x="160384" y="392812"/>
                  </a:lnTo>
                  <a:lnTo>
                    <a:pt x="161199" y="400259"/>
                  </a:lnTo>
                  <a:lnTo>
                    <a:pt x="162014" y="354914"/>
                  </a:lnTo>
                  <a:lnTo>
                    <a:pt x="162828" y="353839"/>
                  </a:lnTo>
                  <a:lnTo>
                    <a:pt x="163643" y="352629"/>
                  </a:lnTo>
                  <a:lnTo>
                    <a:pt x="164458" y="314372"/>
                  </a:lnTo>
                  <a:lnTo>
                    <a:pt x="165273" y="286534"/>
                  </a:lnTo>
                  <a:lnTo>
                    <a:pt x="166088" y="250650"/>
                  </a:lnTo>
                  <a:lnTo>
                    <a:pt x="166902" y="205652"/>
                  </a:lnTo>
                  <a:lnTo>
                    <a:pt x="167717" y="264191"/>
                  </a:lnTo>
                  <a:lnTo>
                    <a:pt x="168532" y="274909"/>
                  </a:lnTo>
                  <a:lnTo>
                    <a:pt x="169347" y="320900"/>
                  </a:lnTo>
                  <a:lnTo>
                    <a:pt x="170161" y="333490"/>
                  </a:lnTo>
                  <a:lnTo>
                    <a:pt x="170976" y="345098"/>
                  </a:lnTo>
                  <a:lnTo>
                    <a:pt x="171791" y="388446"/>
                  </a:lnTo>
                  <a:lnTo>
                    <a:pt x="172606" y="365002"/>
                  </a:lnTo>
                  <a:lnTo>
                    <a:pt x="173421" y="359105"/>
                  </a:lnTo>
                  <a:lnTo>
                    <a:pt x="174235" y="328609"/>
                  </a:lnTo>
                  <a:lnTo>
                    <a:pt x="175050" y="328661"/>
                  </a:lnTo>
                  <a:lnTo>
                    <a:pt x="175865" y="344239"/>
                  </a:lnTo>
                  <a:lnTo>
                    <a:pt x="176680" y="311023"/>
                  </a:lnTo>
                  <a:lnTo>
                    <a:pt x="177494" y="324320"/>
                  </a:lnTo>
                  <a:lnTo>
                    <a:pt x="178309" y="311433"/>
                  </a:lnTo>
                  <a:lnTo>
                    <a:pt x="179124" y="290589"/>
                  </a:lnTo>
                  <a:lnTo>
                    <a:pt x="179939" y="263366"/>
                  </a:lnTo>
                  <a:lnTo>
                    <a:pt x="180754" y="264801"/>
                  </a:lnTo>
                  <a:lnTo>
                    <a:pt x="181568" y="230186"/>
                  </a:lnTo>
                  <a:lnTo>
                    <a:pt x="182383" y="233408"/>
                  </a:lnTo>
                  <a:lnTo>
                    <a:pt x="183198" y="260068"/>
                  </a:lnTo>
                  <a:lnTo>
                    <a:pt x="184013" y="262739"/>
                  </a:lnTo>
                  <a:lnTo>
                    <a:pt x="184827" y="272530"/>
                  </a:lnTo>
                  <a:lnTo>
                    <a:pt x="185642" y="232120"/>
                  </a:lnTo>
                  <a:lnTo>
                    <a:pt x="186457" y="224139"/>
                  </a:lnTo>
                  <a:lnTo>
                    <a:pt x="187272" y="199125"/>
                  </a:lnTo>
                  <a:lnTo>
                    <a:pt x="188087" y="228570"/>
                  </a:lnTo>
                  <a:lnTo>
                    <a:pt x="188901" y="222493"/>
                  </a:lnTo>
                  <a:lnTo>
                    <a:pt x="189716" y="169551"/>
                  </a:lnTo>
                  <a:lnTo>
                    <a:pt x="190531" y="159923"/>
                  </a:lnTo>
                  <a:lnTo>
                    <a:pt x="191346" y="161884"/>
                  </a:lnTo>
                  <a:lnTo>
                    <a:pt x="192160" y="180033"/>
                  </a:lnTo>
                  <a:lnTo>
                    <a:pt x="192975" y="199701"/>
                  </a:lnTo>
                  <a:lnTo>
                    <a:pt x="193790" y="173002"/>
                  </a:lnTo>
                  <a:lnTo>
                    <a:pt x="194605" y="166026"/>
                  </a:lnTo>
                  <a:lnTo>
                    <a:pt x="195420" y="208758"/>
                  </a:lnTo>
                  <a:lnTo>
                    <a:pt x="196234" y="248449"/>
                  </a:lnTo>
                  <a:lnTo>
                    <a:pt x="197049" y="265239"/>
                  </a:lnTo>
                  <a:lnTo>
                    <a:pt x="197864" y="263380"/>
                  </a:lnTo>
                  <a:lnTo>
                    <a:pt x="198679" y="258434"/>
                  </a:lnTo>
                  <a:lnTo>
                    <a:pt x="199494" y="258879"/>
                  </a:lnTo>
                  <a:lnTo>
                    <a:pt x="200308" y="306612"/>
                  </a:lnTo>
                  <a:lnTo>
                    <a:pt x="201123" y="347462"/>
                  </a:lnTo>
                  <a:lnTo>
                    <a:pt x="201938" y="360890"/>
                  </a:lnTo>
                  <a:lnTo>
                    <a:pt x="202753" y="382760"/>
                  </a:lnTo>
                  <a:lnTo>
                    <a:pt x="203567" y="336378"/>
                  </a:lnTo>
                  <a:lnTo>
                    <a:pt x="204382" y="319809"/>
                  </a:lnTo>
                  <a:lnTo>
                    <a:pt x="205197" y="295304"/>
                  </a:lnTo>
                  <a:lnTo>
                    <a:pt x="206012" y="297639"/>
                  </a:lnTo>
                  <a:lnTo>
                    <a:pt x="206827" y="284347"/>
                  </a:lnTo>
                  <a:lnTo>
                    <a:pt x="207641" y="286096"/>
                  </a:lnTo>
                  <a:lnTo>
                    <a:pt x="208456" y="319713"/>
                  </a:lnTo>
                  <a:lnTo>
                    <a:pt x="209271" y="304873"/>
                  </a:lnTo>
                  <a:lnTo>
                    <a:pt x="210086" y="294562"/>
                  </a:lnTo>
                  <a:lnTo>
                    <a:pt x="210900" y="259312"/>
                  </a:lnTo>
                  <a:lnTo>
                    <a:pt x="211715" y="225448"/>
                  </a:lnTo>
                  <a:lnTo>
                    <a:pt x="212530" y="264900"/>
                  </a:lnTo>
                  <a:lnTo>
                    <a:pt x="213345" y="297177"/>
                  </a:lnTo>
                  <a:lnTo>
                    <a:pt x="214160" y="285901"/>
                  </a:lnTo>
                  <a:lnTo>
                    <a:pt x="214974" y="319562"/>
                  </a:lnTo>
                  <a:lnTo>
                    <a:pt x="215789" y="334350"/>
                  </a:lnTo>
                  <a:lnTo>
                    <a:pt x="216604" y="357383"/>
                  </a:lnTo>
                  <a:lnTo>
                    <a:pt x="217419" y="355783"/>
                  </a:lnTo>
                  <a:lnTo>
                    <a:pt x="218233" y="327912"/>
                  </a:lnTo>
                  <a:lnTo>
                    <a:pt x="219048" y="327522"/>
                  </a:lnTo>
                  <a:lnTo>
                    <a:pt x="219863" y="317823"/>
                  </a:lnTo>
                  <a:lnTo>
                    <a:pt x="220678" y="289386"/>
                  </a:lnTo>
                  <a:lnTo>
                    <a:pt x="221493" y="288370"/>
                  </a:lnTo>
                  <a:lnTo>
                    <a:pt x="222307" y="248958"/>
                  </a:lnTo>
                  <a:lnTo>
                    <a:pt x="223122" y="244642"/>
                  </a:lnTo>
                  <a:lnTo>
                    <a:pt x="223937" y="185139"/>
                  </a:lnTo>
                  <a:lnTo>
                    <a:pt x="224752" y="196183"/>
                  </a:lnTo>
                  <a:lnTo>
                    <a:pt x="225566" y="166624"/>
                  </a:lnTo>
                  <a:lnTo>
                    <a:pt x="226381" y="182790"/>
                  </a:lnTo>
                  <a:lnTo>
                    <a:pt x="227196" y="192876"/>
                  </a:lnTo>
                  <a:lnTo>
                    <a:pt x="228011" y="219928"/>
                  </a:lnTo>
                  <a:lnTo>
                    <a:pt x="228826" y="238880"/>
                  </a:lnTo>
                  <a:lnTo>
                    <a:pt x="229640" y="260007"/>
                  </a:lnTo>
                  <a:lnTo>
                    <a:pt x="230455" y="314198"/>
                  </a:lnTo>
                  <a:lnTo>
                    <a:pt x="231270" y="364462"/>
                  </a:lnTo>
                  <a:lnTo>
                    <a:pt x="232085" y="349700"/>
                  </a:lnTo>
                  <a:lnTo>
                    <a:pt x="232899" y="335707"/>
                  </a:lnTo>
                  <a:lnTo>
                    <a:pt x="233714" y="362929"/>
                  </a:lnTo>
                  <a:lnTo>
                    <a:pt x="234529" y="386180"/>
                  </a:lnTo>
                  <a:lnTo>
                    <a:pt x="235344" y="407415"/>
                  </a:lnTo>
                  <a:lnTo>
                    <a:pt x="236159" y="420610"/>
                  </a:lnTo>
                  <a:lnTo>
                    <a:pt x="236973" y="413441"/>
                  </a:lnTo>
                  <a:lnTo>
                    <a:pt x="237788" y="382414"/>
                  </a:lnTo>
                  <a:lnTo>
                    <a:pt x="238603" y="392364"/>
                  </a:lnTo>
                  <a:lnTo>
                    <a:pt x="239418" y="329832"/>
                  </a:lnTo>
                  <a:lnTo>
                    <a:pt x="240233" y="325795"/>
                  </a:lnTo>
                  <a:lnTo>
                    <a:pt x="241047" y="249740"/>
                  </a:lnTo>
                  <a:lnTo>
                    <a:pt x="241862" y="244538"/>
                  </a:lnTo>
                  <a:lnTo>
                    <a:pt x="242677" y="276894"/>
                  </a:lnTo>
                  <a:lnTo>
                    <a:pt x="243492" y="244836"/>
                  </a:lnTo>
                  <a:lnTo>
                    <a:pt x="244306" y="225909"/>
                  </a:lnTo>
                  <a:lnTo>
                    <a:pt x="245121" y="237367"/>
                  </a:lnTo>
                  <a:lnTo>
                    <a:pt x="245936" y="243544"/>
                  </a:lnTo>
                  <a:lnTo>
                    <a:pt x="246751" y="253763"/>
                  </a:lnTo>
                  <a:lnTo>
                    <a:pt x="247566" y="301447"/>
                  </a:lnTo>
                  <a:lnTo>
                    <a:pt x="248380" y="265327"/>
                  </a:lnTo>
                  <a:lnTo>
                    <a:pt x="249195" y="247026"/>
                  </a:lnTo>
                  <a:lnTo>
                    <a:pt x="250010" y="292177"/>
                  </a:lnTo>
                  <a:lnTo>
                    <a:pt x="250825" y="352997"/>
                  </a:lnTo>
                  <a:lnTo>
                    <a:pt x="251639" y="320368"/>
                  </a:lnTo>
                  <a:lnTo>
                    <a:pt x="252454" y="303518"/>
                  </a:lnTo>
                  <a:lnTo>
                    <a:pt x="253269" y="268678"/>
                  </a:lnTo>
                  <a:lnTo>
                    <a:pt x="254084" y="241377"/>
                  </a:lnTo>
                  <a:lnTo>
                    <a:pt x="254899" y="239429"/>
                  </a:lnTo>
                  <a:lnTo>
                    <a:pt x="255713" y="229598"/>
                  </a:lnTo>
                  <a:lnTo>
                    <a:pt x="256528" y="165837"/>
                  </a:lnTo>
                  <a:lnTo>
                    <a:pt x="257343" y="172889"/>
                  </a:lnTo>
                  <a:lnTo>
                    <a:pt x="258158" y="218234"/>
                  </a:lnTo>
                  <a:lnTo>
                    <a:pt x="258972" y="206456"/>
                  </a:lnTo>
                  <a:lnTo>
                    <a:pt x="259787" y="211150"/>
                  </a:lnTo>
                  <a:lnTo>
                    <a:pt x="260602" y="222811"/>
                  </a:lnTo>
                  <a:lnTo>
                    <a:pt x="261417" y="203213"/>
                  </a:lnTo>
                  <a:lnTo>
                    <a:pt x="262232" y="217813"/>
                  </a:lnTo>
                  <a:lnTo>
                    <a:pt x="263046" y="246854"/>
                  </a:lnTo>
                  <a:lnTo>
                    <a:pt x="263861" y="246516"/>
                  </a:lnTo>
                  <a:lnTo>
                    <a:pt x="264676" y="267658"/>
                  </a:lnTo>
                  <a:lnTo>
                    <a:pt x="265491" y="254548"/>
                  </a:lnTo>
                  <a:lnTo>
                    <a:pt x="266305" y="345140"/>
                  </a:lnTo>
                  <a:lnTo>
                    <a:pt x="267120" y="339016"/>
                  </a:lnTo>
                  <a:lnTo>
                    <a:pt x="267935" y="343617"/>
                  </a:lnTo>
                  <a:lnTo>
                    <a:pt x="268750" y="352606"/>
                  </a:lnTo>
                  <a:lnTo>
                    <a:pt x="269565" y="327135"/>
                  </a:lnTo>
                  <a:lnTo>
                    <a:pt x="270379" y="323283"/>
                  </a:lnTo>
                  <a:lnTo>
                    <a:pt x="271194" y="385584"/>
                  </a:lnTo>
                  <a:lnTo>
                    <a:pt x="272009" y="399396"/>
                  </a:lnTo>
                  <a:lnTo>
                    <a:pt x="272824" y="436716"/>
                  </a:lnTo>
                  <a:lnTo>
                    <a:pt x="273638" y="406899"/>
                  </a:lnTo>
                  <a:lnTo>
                    <a:pt x="274453" y="426307"/>
                  </a:lnTo>
                  <a:lnTo>
                    <a:pt x="275268" y="408981"/>
                  </a:lnTo>
                  <a:lnTo>
                    <a:pt x="276083" y="372849"/>
                  </a:lnTo>
                  <a:lnTo>
                    <a:pt x="276898" y="342409"/>
                  </a:lnTo>
                  <a:lnTo>
                    <a:pt x="277712" y="300776"/>
                  </a:lnTo>
                  <a:lnTo>
                    <a:pt x="278527" y="296430"/>
                  </a:lnTo>
                  <a:lnTo>
                    <a:pt x="279342" y="339251"/>
                  </a:lnTo>
                  <a:lnTo>
                    <a:pt x="280157" y="346879"/>
                  </a:lnTo>
                  <a:lnTo>
                    <a:pt x="280972" y="408524"/>
                  </a:lnTo>
                  <a:lnTo>
                    <a:pt x="281786" y="414144"/>
                  </a:lnTo>
                  <a:lnTo>
                    <a:pt x="282601" y="435865"/>
                  </a:lnTo>
                  <a:lnTo>
                    <a:pt x="283416" y="440029"/>
                  </a:lnTo>
                  <a:lnTo>
                    <a:pt x="284231" y="445023"/>
                  </a:lnTo>
                  <a:lnTo>
                    <a:pt x="285045" y="454059"/>
                  </a:lnTo>
                  <a:lnTo>
                    <a:pt x="285860" y="448789"/>
                  </a:lnTo>
                  <a:lnTo>
                    <a:pt x="286675" y="426933"/>
                  </a:lnTo>
                  <a:lnTo>
                    <a:pt x="287490" y="408815"/>
                  </a:lnTo>
                  <a:lnTo>
                    <a:pt x="288305" y="416148"/>
                  </a:lnTo>
                  <a:lnTo>
                    <a:pt x="289119" y="395265"/>
                  </a:lnTo>
                  <a:lnTo>
                    <a:pt x="289934" y="393603"/>
                  </a:lnTo>
                  <a:lnTo>
                    <a:pt x="290749" y="359437"/>
                  </a:lnTo>
                  <a:lnTo>
                    <a:pt x="291564" y="342477"/>
                  </a:lnTo>
                  <a:lnTo>
                    <a:pt x="292378" y="327319"/>
                  </a:lnTo>
                  <a:lnTo>
                    <a:pt x="293193" y="288393"/>
                  </a:lnTo>
                  <a:lnTo>
                    <a:pt x="294008" y="266245"/>
                  </a:lnTo>
                  <a:lnTo>
                    <a:pt x="294823" y="276266"/>
                  </a:lnTo>
                  <a:lnTo>
                    <a:pt x="295638" y="330733"/>
                  </a:lnTo>
                  <a:lnTo>
                    <a:pt x="296452" y="342919"/>
                  </a:lnTo>
                  <a:lnTo>
                    <a:pt x="297267" y="335909"/>
                  </a:lnTo>
                  <a:lnTo>
                    <a:pt x="298082" y="337440"/>
                  </a:lnTo>
                  <a:lnTo>
                    <a:pt x="298897" y="306367"/>
                  </a:lnTo>
                  <a:lnTo>
                    <a:pt x="299711" y="281986"/>
                  </a:lnTo>
                  <a:lnTo>
                    <a:pt x="300526" y="259992"/>
                  </a:lnTo>
                  <a:lnTo>
                    <a:pt x="301341" y="235660"/>
                  </a:lnTo>
                  <a:lnTo>
                    <a:pt x="302156" y="245233"/>
                  </a:lnTo>
                  <a:lnTo>
                    <a:pt x="302971" y="249806"/>
                  </a:lnTo>
                  <a:lnTo>
                    <a:pt x="303785" y="280982"/>
                  </a:lnTo>
                  <a:lnTo>
                    <a:pt x="304600" y="272935"/>
                  </a:lnTo>
                  <a:lnTo>
                    <a:pt x="305415" y="284031"/>
                  </a:lnTo>
                  <a:lnTo>
                    <a:pt x="306230" y="282110"/>
                  </a:lnTo>
                  <a:lnTo>
                    <a:pt x="307044" y="288589"/>
                  </a:lnTo>
                  <a:lnTo>
                    <a:pt x="307859" y="352012"/>
                  </a:lnTo>
                  <a:lnTo>
                    <a:pt x="308674" y="326441"/>
                  </a:lnTo>
                  <a:lnTo>
                    <a:pt x="309489" y="241167"/>
                  </a:lnTo>
                  <a:lnTo>
                    <a:pt x="310304" y="237045"/>
                  </a:lnTo>
                  <a:lnTo>
                    <a:pt x="311118" y="165674"/>
                  </a:lnTo>
                  <a:lnTo>
                    <a:pt x="311933" y="188651"/>
                  </a:lnTo>
                  <a:lnTo>
                    <a:pt x="312748" y="157234"/>
                  </a:lnTo>
                  <a:lnTo>
                    <a:pt x="313563" y="162385"/>
                  </a:lnTo>
                  <a:lnTo>
                    <a:pt x="314377" y="166349"/>
                  </a:lnTo>
                  <a:lnTo>
                    <a:pt x="315192" y="155501"/>
                  </a:lnTo>
                  <a:lnTo>
                    <a:pt x="316007" y="103178"/>
                  </a:lnTo>
                  <a:lnTo>
                    <a:pt x="316822" y="138601"/>
                  </a:lnTo>
                  <a:lnTo>
                    <a:pt x="317637" y="182759"/>
                  </a:lnTo>
                  <a:lnTo>
                    <a:pt x="318451" y="169184"/>
                  </a:lnTo>
                  <a:lnTo>
                    <a:pt x="319266" y="169961"/>
                  </a:lnTo>
                  <a:lnTo>
                    <a:pt x="320081" y="166853"/>
                  </a:lnTo>
                  <a:lnTo>
                    <a:pt x="320896" y="204287"/>
                  </a:lnTo>
                  <a:lnTo>
                    <a:pt x="321711" y="231733"/>
                  </a:lnTo>
                  <a:lnTo>
                    <a:pt x="322525" y="237858"/>
                  </a:lnTo>
                  <a:lnTo>
                    <a:pt x="323340" y="289537"/>
                  </a:lnTo>
                  <a:lnTo>
                    <a:pt x="324155" y="313101"/>
                  </a:lnTo>
                  <a:lnTo>
                    <a:pt x="324970" y="317368"/>
                  </a:lnTo>
                  <a:lnTo>
                    <a:pt x="325784" y="319209"/>
                  </a:lnTo>
                  <a:lnTo>
                    <a:pt x="326599" y="258634"/>
                  </a:lnTo>
                  <a:lnTo>
                    <a:pt x="327414" y="210315"/>
                  </a:lnTo>
                  <a:lnTo>
                    <a:pt x="328229" y="171661"/>
                  </a:lnTo>
                  <a:lnTo>
                    <a:pt x="329044" y="164159"/>
                  </a:lnTo>
                  <a:lnTo>
                    <a:pt x="329858" y="171685"/>
                  </a:lnTo>
                  <a:lnTo>
                    <a:pt x="330673" y="145665"/>
                  </a:lnTo>
                  <a:lnTo>
                    <a:pt x="331488" y="195422"/>
                  </a:lnTo>
                  <a:lnTo>
                    <a:pt x="332303" y="170710"/>
                  </a:lnTo>
                  <a:lnTo>
                    <a:pt x="333117" y="189777"/>
                  </a:lnTo>
                  <a:lnTo>
                    <a:pt x="333932" y="192243"/>
                  </a:lnTo>
                  <a:lnTo>
                    <a:pt x="334747" y="184550"/>
                  </a:lnTo>
                  <a:lnTo>
                    <a:pt x="335562" y="203409"/>
                  </a:lnTo>
                  <a:lnTo>
                    <a:pt x="336377" y="216995"/>
                  </a:lnTo>
                  <a:lnTo>
                    <a:pt x="337191" y="231223"/>
                  </a:lnTo>
                  <a:lnTo>
                    <a:pt x="338006" y="265517"/>
                  </a:lnTo>
                  <a:lnTo>
                    <a:pt x="338821" y="279570"/>
                  </a:lnTo>
                  <a:lnTo>
                    <a:pt x="339636" y="339552"/>
                  </a:lnTo>
                  <a:lnTo>
                    <a:pt x="340450" y="358953"/>
                  </a:lnTo>
                  <a:lnTo>
                    <a:pt x="341265" y="361183"/>
                  </a:lnTo>
                  <a:lnTo>
                    <a:pt x="342080" y="414205"/>
                  </a:lnTo>
                  <a:lnTo>
                    <a:pt x="342895" y="369061"/>
                  </a:lnTo>
                  <a:lnTo>
                    <a:pt x="343710" y="311257"/>
                  </a:lnTo>
                  <a:lnTo>
                    <a:pt x="344524" y="288539"/>
                  </a:lnTo>
                  <a:lnTo>
                    <a:pt x="345339" y="252052"/>
                  </a:lnTo>
                  <a:lnTo>
                    <a:pt x="346154" y="211066"/>
                  </a:lnTo>
                  <a:lnTo>
                    <a:pt x="346969" y="179563"/>
                  </a:lnTo>
                  <a:lnTo>
                    <a:pt x="347783" y="169217"/>
                  </a:lnTo>
                  <a:lnTo>
                    <a:pt x="348598" y="177952"/>
                  </a:lnTo>
                  <a:lnTo>
                    <a:pt x="349413" y="227709"/>
                  </a:lnTo>
                  <a:lnTo>
                    <a:pt x="350228" y="258486"/>
                  </a:lnTo>
                  <a:lnTo>
                    <a:pt x="351043" y="248707"/>
                  </a:lnTo>
                  <a:lnTo>
                    <a:pt x="351857" y="202514"/>
                  </a:lnTo>
                  <a:lnTo>
                    <a:pt x="352672" y="212764"/>
                  </a:lnTo>
                  <a:lnTo>
                    <a:pt x="353487" y="225070"/>
                  </a:lnTo>
                  <a:lnTo>
                    <a:pt x="354302" y="177516"/>
                  </a:lnTo>
                  <a:lnTo>
                    <a:pt x="355117" y="180681"/>
                  </a:lnTo>
                  <a:lnTo>
                    <a:pt x="355931" y="220645"/>
                  </a:lnTo>
                  <a:lnTo>
                    <a:pt x="356746" y="284494"/>
                  </a:lnTo>
                  <a:lnTo>
                    <a:pt x="357561" y="285585"/>
                  </a:lnTo>
                  <a:lnTo>
                    <a:pt x="358376" y="303034"/>
                  </a:lnTo>
                  <a:lnTo>
                    <a:pt x="359190" y="293082"/>
                  </a:lnTo>
                  <a:lnTo>
                    <a:pt x="360005" y="293117"/>
                  </a:lnTo>
                  <a:lnTo>
                    <a:pt x="360820" y="293047"/>
                  </a:lnTo>
                  <a:lnTo>
                    <a:pt x="361635" y="297493"/>
                  </a:lnTo>
                  <a:lnTo>
                    <a:pt x="362450" y="321394"/>
                  </a:lnTo>
                  <a:lnTo>
                    <a:pt x="363264" y="331049"/>
                  </a:lnTo>
                  <a:lnTo>
                    <a:pt x="364079" y="321604"/>
                  </a:lnTo>
                  <a:lnTo>
                    <a:pt x="364894" y="275280"/>
                  </a:lnTo>
                  <a:lnTo>
                    <a:pt x="365709" y="228440"/>
                  </a:lnTo>
                  <a:lnTo>
                    <a:pt x="366523" y="240767"/>
                  </a:lnTo>
                  <a:lnTo>
                    <a:pt x="367338" y="254290"/>
                  </a:lnTo>
                  <a:lnTo>
                    <a:pt x="368153" y="222968"/>
                  </a:lnTo>
                  <a:lnTo>
                    <a:pt x="368968" y="265746"/>
                  </a:lnTo>
                  <a:lnTo>
                    <a:pt x="369783" y="262127"/>
                  </a:lnTo>
                  <a:lnTo>
                    <a:pt x="370597" y="243924"/>
                  </a:lnTo>
                  <a:lnTo>
                    <a:pt x="371412" y="233366"/>
                  </a:lnTo>
                  <a:lnTo>
                    <a:pt x="372227" y="219518"/>
                  </a:lnTo>
                  <a:lnTo>
                    <a:pt x="373042" y="246941"/>
                  </a:lnTo>
                  <a:lnTo>
                    <a:pt x="373856" y="229090"/>
                  </a:lnTo>
                  <a:lnTo>
                    <a:pt x="374671" y="229736"/>
                  </a:lnTo>
                  <a:lnTo>
                    <a:pt x="375486" y="242633"/>
                  </a:lnTo>
                  <a:lnTo>
                    <a:pt x="376301" y="226009"/>
                  </a:lnTo>
                  <a:lnTo>
                    <a:pt x="377116" y="222539"/>
                  </a:lnTo>
                  <a:lnTo>
                    <a:pt x="377930" y="222415"/>
                  </a:lnTo>
                  <a:lnTo>
                    <a:pt x="378745" y="211736"/>
                  </a:lnTo>
                  <a:lnTo>
                    <a:pt x="379560" y="215182"/>
                  </a:lnTo>
                  <a:lnTo>
                    <a:pt x="380375" y="230112"/>
                  </a:lnTo>
                  <a:lnTo>
                    <a:pt x="381189" y="227958"/>
                  </a:lnTo>
                  <a:lnTo>
                    <a:pt x="382004" y="246295"/>
                  </a:lnTo>
                  <a:lnTo>
                    <a:pt x="382819" y="278900"/>
                  </a:lnTo>
                  <a:lnTo>
                    <a:pt x="383634" y="325674"/>
                  </a:lnTo>
                  <a:lnTo>
                    <a:pt x="384449" y="369248"/>
                  </a:lnTo>
                  <a:lnTo>
                    <a:pt x="385263" y="351241"/>
                  </a:lnTo>
                  <a:lnTo>
                    <a:pt x="386078" y="360927"/>
                  </a:lnTo>
                  <a:lnTo>
                    <a:pt x="386893" y="361650"/>
                  </a:lnTo>
                  <a:lnTo>
                    <a:pt x="387708" y="396227"/>
                  </a:lnTo>
                  <a:lnTo>
                    <a:pt x="388522" y="434120"/>
                  </a:lnTo>
                  <a:lnTo>
                    <a:pt x="389337" y="394591"/>
                  </a:lnTo>
                  <a:lnTo>
                    <a:pt x="390152" y="399337"/>
                  </a:lnTo>
                  <a:lnTo>
                    <a:pt x="390967" y="410809"/>
                  </a:lnTo>
                  <a:lnTo>
                    <a:pt x="391782" y="452447"/>
                  </a:lnTo>
                  <a:lnTo>
                    <a:pt x="392596" y="434960"/>
                  </a:lnTo>
                  <a:lnTo>
                    <a:pt x="393411" y="429954"/>
                  </a:lnTo>
                  <a:lnTo>
                    <a:pt x="394226" y="437925"/>
                  </a:lnTo>
                  <a:lnTo>
                    <a:pt x="395041" y="402742"/>
                  </a:lnTo>
                  <a:lnTo>
                    <a:pt x="395856" y="372151"/>
                  </a:lnTo>
                  <a:lnTo>
                    <a:pt x="396670" y="376592"/>
                  </a:lnTo>
                  <a:lnTo>
                    <a:pt x="397485" y="371798"/>
                  </a:lnTo>
                  <a:lnTo>
                    <a:pt x="398300" y="390451"/>
                  </a:lnTo>
                  <a:lnTo>
                    <a:pt x="399115" y="371230"/>
                  </a:lnTo>
                  <a:lnTo>
                    <a:pt x="399929" y="371398"/>
                  </a:lnTo>
                  <a:lnTo>
                    <a:pt x="400744" y="347957"/>
                  </a:lnTo>
                  <a:lnTo>
                    <a:pt x="401559" y="332093"/>
                  </a:lnTo>
                  <a:lnTo>
                    <a:pt x="402374" y="281540"/>
                  </a:lnTo>
                  <a:lnTo>
                    <a:pt x="403189" y="238776"/>
                  </a:lnTo>
                  <a:lnTo>
                    <a:pt x="404003" y="212639"/>
                  </a:lnTo>
                  <a:lnTo>
                    <a:pt x="404818" y="209737"/>
                  </a:lnTo>
                  <a:lnTo>
                    <a:pt x="405633" y="222762"/>
                  </a:lnTo>
                  <a:lnTo>
                    <a:pt x="406448" y="229981"/>
                  </a:lnTo>
                  <a:lnTo>
                    <a:pt x="407262" y="254801"/>
                  </a:lnTo>
                  <a:lnTo>
                    <a:pt x="408077" y="285561"/>
                  </a:lnTo>
                  <a:lnTo>
                    <a:pt x="408892" y="211960"/>
                  </a:lnTo>
                  <a:lnTo>
                    <a:pt x="409707" y="180843"/>
                  </a:lnTo>
                  <a:lnTo>
                    <a:pt x="410522" y="168154"/>
                  </a:lnTo>
                  <a:lnTo>
                    <a:pt x="411336" y="260077"/>
                  </a:lnTo>
                  <a:lnTo>
                    <a:pt x="412151" y="301226"/>
                  </a:lnTo>
                  <a:lnTo>
                    <a:pt x="412966" y="293608"/>
                  </a:lnTo>
                  <a:lnTo>
                    <a:pt x="413781" y="312892"/>
                  </a:lnTo>
                  <a:lnTo>
                    <a:pt x="414595" y="288524"/>
                  </a:lnTo>
                  <a:lnTo>
                    <a:pt x="415410" y="305926"/>
                  </a:lnTo>
                  <a:lnTo>
                    <a:pt x="416225" y="283055"/>
                  </a:lnTo>
                  <a:lnTo>
                    <a:pt x="417040" y="271714"/>
                  </a:lnTo>
                  <a:lnTo>
                    <a:pt x="417855" y="272548"/>
                  </a:lnTo>
                  <a:lnTo>
                    <a:pt x="418669" y="308433"/>
                  </a:lnTo>
                  <a:lnTo>
                    <a:pt x="419484" y="346757"/>
                  </a:lnTo>
                  <a:lnTo>
                    <a:pt x="420299" y="374440"/>
                  </a:lnTo>
                  <a:lnTo>
                    <a:pt x="421114" y="301118"/>
                  </a:lnTo>
                  <a:lnTo>
                    <a:pt x="421928" y="276399"/>
                  </a:lnTo>
                  <a:lnTo>
                    <a:pt x="422743" y="298067"/>
                  </a:lnTo>
                  <a:lnTo>
                    <a:pt x="423558" y="318804"/>
                  </a:lnTo>
                  <a:lnTo>
                    <a:pt x="424373" y="304525"/>
                  </a:lnTo>
                  <a:lnTo>
                    <a:pt x="425188" y="233728"/>
                  </a:lnTo>
                  <a:lnTo>
                    <a:pt x="426002" y="241917"/>
                  </a:lnTo>
                  <a:lnTo>
                    <a:pt x="426817" y="236902"/>
                  </a:lnTo>
                  <a:lnTo>
                    <a:pt x="427632" y="229752"/>
                  </a:lnTo>
                  <a:lnTo>
                    <a:pt x="428447" y="232114"/>
                  </a:lnTo>
                  <a:lnTo>
                    <a:pt x="429261" y="233696"/>
                  </a:lnTo>
                  <a:lnTo>
                    <a:pt x="430076" y="227863"/>
                  </a:lnTo>
                  <a:lnTo>
                    <a:pt x="430891" y="243865"/>
                  </a:lnTo>
                  <a:lnTo>
                    <a:pt x="431706" y="230326"/>
                  </a:lnTo>
                  <a:lnTo>
                    <a:pt x="432521" y="224271"/>
                  </a:lnTo>
                  <a:lnTo>
                    <a:pt x="433335" y="234630"/>
                  </a:lnTo>
                  <a:lnTo>
                    <a:pt x="434150" y="261899"/>
                  </a:lnTo>
                  <a:lnTo>
                    <a:pt x="434965" y="263621"/>
                  </a:lnTo>
                  <a:lnTo>
                    <a:pt x="435780" y="282195"/>
                  </a:lnTo>
                  <a:lnTo>
                    <a:pt x="436595" y="269530"/>
                  </a:lnTo>
                  <a:lnTo>
                    <a:pt x="437409" y="266173"/>
                  </a:lnTo>
                  <a:lnTo>
                    <a:pt x="438224" y="170720"/>
                  </a:lnTo>
                  <a:lnTo>
                    <a:pt x="439039" y="210773"/>
                  </a:lnTo>
                  <a:lnTo>
                    <a:pt x="439854" y="209773"/>
                  </a:lnTo>
                  <a:lnTo>
                    <a:pt x="440668" y="184773"/>
                  </a:lnTo>
                  <a:lnTo>
                    <a:pt x="441483" y="206293"/>
                  </a:lnTo>
                  <a:lnTo>
                    <a:pt x="442298" y="230431"/>
                  </a:lnTo>
                  <a:lnTo>
                    <a:pt x="443113" y="285622"/>
                  </a:lnTo>
                  <a:lnTo>
                    <a:pt x="443928" y="356013"/>
                  </a:lnTo>
                  <a:lnTo>
                    <a:pt x="444742" y="340981"/>
                  </a:lnTo>
                  <a:lnTo>
                    <a:pt x="445557" y="359297"/>
                  </a:lnTo>
                  <a:lnTo>
                    <a:pt x="446372" y="353489"/>
                  </a:lnTo>
                  <a:lnTo>
                    <a:pt x="447187" y="342519"/>
                  </a:lnTo>
                  <a:lnTo>
                    <a:pt x="448001" y="313521"/>
                  </a:lnTo>
                  <a:lnTo>
                    <a:pt x="448816" y="264565"/>
                  </a:lnTo>
                  <a:lnTo>
                    <a:pt x="449631" y="207711"/>
                  </a:lnTo>
                  <a:lnTo>
                    <a:pt x="450446" y="165325"/>
                  </a:lnTo>
                  <a:lnTo>
                    <a:pt x="451261" y="168147"/>
                  </a:lnTo>
                  <a:lnTo>
                    <a:pt x="452075" y="173392"/>
                  </a:lnTo>
                  <a:lnTo>
                    <a:pt x="452890" y="173485"/>
                  </a:lnTo>
                  <a:lnTo>
                    <a:pt x="453705" y="197981"/>
                  </a:lnTo>
                  <a:lnTo>
                    <a:pt x="454520" y="219045"/>
                  </a:lnTo>
                  <a:lnTo>
                    <a:pt x="455334" y="201897"/>
                  </a:lnTo>
                  <a:lnTo>
                    <a:pt x="456149" y="131874"/>
                  </a:lnTo>
                  <a:lnTo>
                    <a:pt x="456964" y="120705"/>
                  </a:lnTo>
                  <a:lnTo>
                    <a:pt x="457779" y="120232"/>
                  </a:lnTo>
                  <a:lnTo>
                    <a:pt x="458594" y="126375"/>
                  </a:lnTo>
                  <a:lnTo>
                    <a:pt x="459408" y="155883"/>
                  </a:lnTo>
                  <a:lnTo>
                    <a:pt x="460223" y="176421"/>
                  </a:lnTo>
                  <a:lnTo>
                    <a:pt x="461038" y="221106"/>
                  </a:lnTo>
                  <a:lnTo>
                    <a:pt x="461853" y="273786"/>
                  </a:lnTo>
                  <a:lnTo>
                    <a:pt x="462667" y="315462"/>
                  </a:lnTo>
                  <a:lnTo>
                    <a:pt x="463482" y="346251"/>
                  </a:lnTo>
                  <a:lnTo>
                    <a:pt x="464297" y="356161"/>
                  </a:lnTo>
                  <a:lnTo>
                    <a:pt x="465112" y="369565"/>
                  </a:lnTo>
                  <a:lnTo>
                    <a:pt x="465927" y="395386"/>
                  </a:lnTo>
                  <a:lnTo>
                    <a:pt x="466741" y="411855"/>
                  </a:lnTo>
                  <a:lnTo>
                    <a:pt x="467556" y="421499"/>
                  </a:lnTo>
                  <a:lnTo>
                    <a:pt x="468371" y="438005"/>
                  </a:lnTo>
                  <a:lnTo>
                    <a:pt x="469186" y="446766"/>
                  </a:lnTo>
                  <a:lnTo>
                    <a:pt x="470000" y="444720"/>
                  </a:lnTo>
                  <a:lnTo>
                    <a:pt x="470815" y="444118"/>
                  </a:lnTo>
                  <a:lnTo>
                    <a:pt x="471630" y="439679"/>
                  </a:lnTo>
                  <a:lnTo>
                    <a:pt x="472445" y="440856"/>
                  </a:lnTo>
                  <a:lnTo>
                    <a:pt x="473260" y="431922"/>
                  </a:lnTo>
                  <a:lnTo>
                    <a:pt x="474074" y="416740"/>
                  </a:lnTo>
                  <a:lnTo>
                    <a:pt x="474889" y="418786"/>
                  </a:lnTo>
                  <a:lnTo>
                    <a:pt x="475704" y="402267"/>
                  </a:lnTo>
                  <a:lnTo>
                    <a:pt x="476519" y="422490"/>
                  </a:lnTo>
                  <a:lnTo>
                    <a:pt x="477334" y="397996"/>
                  </a:lnTo>
                  <a:lnTo>
                    <a:pt x="478148" y="362173"/>
                  </a:lnTo>
                  <a:lnTo>
                    <a:pt x="478963" y="345274"/>
                  </a:lnTo>
                  <a:lnTo>
                    <a:pt x="479778" y="276071"/>
                  </a:lnTo>
                  <a:lnTo>
                    <a:pt x="480593" y="276328"/>
                  </a:lnTo>
                  <a:lnTo>
                    <a:pt x="481407" y="204510"/>
                  </a:lnTo>
                  <a:lnTo>
                    <a:pt x="482222" y="155241"/>
                  </a:lnTo>
                  <a:lnTo>
                    <a:pt x="483037" y="192953"/>
                  </a:lnTo>
                  <a:lnTo>
                    <a:pt x="483852" y="166060"/>
                  </a:lnTo>
                  <a:lnTo>
                    <a:pt x="484667" y="181855"/>
                  </a:lnTo>
                  <a:lnTo>
                    <a:pt x="485481" y="173331"/>
                  </a:lnTo>
                  <a:lnTo>
                    <a:pt x="486296" y="171613"/>
                  </a:lnTo>
                  <a:lnTo>
                    <a:pt x="487111" y="157862"/>
                  </a:lnTo>
                  <a:lnTo>
                    <a:pt x="487926" y="155728"/>
                  </a:lnTo>
                  <a:lnTo>
                    <a:pt x="488740" y="171507"/>
                  </a:lnTo>
                  <a:lnTo>
                    <a:pt x="489555" y="209553"/>
                  </a:lnTo>
                  <a:lnTo>
                    <a:pt x="490370" y="234314"/>
                  </a:lnTo>
                  <a:lnTo>
                    <a:pt x="491185" y="232517"/>
                  </a:lnTo>
                  <a:lnTo>
                    <a:pt x="492000" y="254163"/>
                  </a:lnTo>
                  <a:lnTo>
                    <a:pt x="492814" y="207085"/>
                  </a:lnTo>
                  <a:lnTo>
                    <a:pt x="493629" y="190173"/>
                  </a:lnTo>
                  <a:lnTo>
                    <a:pt x="494444" y="205130"/>
                  </a:lnTo>
                  <a:lnTo>
                    <a:pt x="495259" y="151381"/>
                  </a:lnTo>
                  <a:lnTo>
                    <a:pt x="496073" y="173642"/>
                  </a:lnTo>
                  <a:lnTo>
                    <a:pt x="496888" y="190899"/>
                  </a:lnTo>
                  <a:lnTo>
                    <a:pt x="497703" y="205170"/>
                  </a:lnTo>
                  <a:lnTo>
                    <a:pt x="498518" y="229486"/>
                  </a:lnTo>
                  <a:lnTo>
                    <a:pt x="499333" y="209976"/>
                  </a:lnTo>
                  <a:lnTo>
                    <a:pt x="500147" y="231043"/>
                  </a:lnTo>
                  <a:lnTo>
                    <a:pt x="500962" y="253793"/>
                  </a:lnTo>
                  <a:lnTo>
                    <a:pt x="501777" y="258916"/>
                  </a:lnTo>
                  <a:lnTo>
                    <a:pt x="502592" y="233099"/>
                  </a:lnTo>
                  <a:lnTo>
                    <a:pt x="503406" y="239159"/>
                  </a:lnTo>
                  <a:lnTo>
                    <a:pt x="504221" y="213215"/>
                  </a:lnTo>
                  <a:lnTo>
                    <a:pt x="505036" y="225221"/>
                  </a:lnTo>
                  <a:lnTo>
                    <a:pt x="505851" y="219777"/>
                  </a:lnTo>
                  <a:lnTo>
                    <a:pt x="506666" y="180719"/>
                  </a:lnTo>
                  <a:lnTo>
                    <a:pt x="507480" y="121642"/>
                  </a:lnTo>
                  <a:lnTo>
                    <a:pt x="508295" y="103358"/>
                  </a:lnTo>
                  <a:lnTo>
                    <a:pt x="509110" y="103911"/>
                  </a:lnTo>
                  <a:lnTo>
                    <a:pt x="509925" y="76515"/>
                  </a:lnTo>
                  <a:lnTo>
                    <a:pt x="510739" y="41162"/>
                  </a:lnTo>
                  <a:lnTo>
                    <a:pt x="511554" y="61554"/>
                  </a:lnTo>
                  <a:lnTo>
                    <a:pt x="512369" y="81687"/>
                  </a:lnTo>
                  <a:lnTo>
                    <a:pt x="513184" y="84332"/>
                  </a:lnTo>
                  <a:lnTo>
                    <a:pt x="513999" y="133652"/>
                  </a:lnTo>
                  <a:lnTo>
                    <a:pt x="514813" y="186154"/>
                  </a:lnTo>
                  <a:lnTo>
                    <a:pt x="515628" y="251060"/>
                  </a:lnTo>
                  <a:lnTo>
                    <a:pt x="516443" y="286061"/>
                  </a:lnTo>
                  <a:lnTo>
                    <a:pt x="517258" y="326212"/>
                  </a:lnTo>
                  <a:lnTo>
                    <a:pt x="518073" y="330411"/>
                  </a:lnTo>
                  <a:lnTo>
                    <a:pt x="518887" y="290077"/>
                  </a:lnTo>
                  <a:lnTo>
                    <a:pt x="519702" y="349294"/>
                  </a:lnTo>
                  <a:lnTo>
                    <a:pt x="520517" y="353528"/>
                  </a:lnTo>
                  <a:lnTo>
                    <a:pt x="521332" y="397697"/>
                  </a:lnTo>
                  <a:lnTo>
                    <a:pt x="522146" y="381076"/>
                  </a:lnTo>
                  <a:lnTo>
                    <a:pt x="522961" y="304518"/>
                  </a:lnTo>
                  <a:lnTo>
                    <a:pt x="523776" y="353218"/>
                  </a:lnTo>
                  <a:lnTo>
                    <a:pt x="524591" y="375361"/>
                  </a:lnTo>
                  <a:lnTo>
                    <a:pt x="525406" y="399593"/>
                  </a:lnTo>
                  <a:lnTo>
                    <a:pt x="526220" y="392328"/>
                  </a:lnTo>
                  <a:lnTo>
                    <a:pt x="527035" y="398469"/>
                  </a:lnTo>
                  <a:lnTo>
                    <a:pt x="527850" y="359408"/>
                  </a:lnTo>
                  <a:lnTo>
                    <a:pt x="528665" y="339970"/>
                  </a:lnTo>
                  <a:lnTo>
                    <a:pt x="529479" y="359495"/>
                  </a:lnTo>
                  <a:lnTo>
                    <a:pt x="530294" y="358508"/>
                  </a:lnTo>
                  <a:lnTo>
                    <a:pt x="531109" y="331081"/>
                  </a:lnTo>
                  <a:lnTo>
                    <a:pt x="531924" y="315099"/>
                  </a:lnTo>
                  <a:lnTo>
                    <a:pt x="532739" y="298796"/>
                  </a:lnTo>
                  <a:lnTo>
                    <a:pt x="533553" y="303465"/>
                  </a:lnTo>
                  <a:lnTo>
                    <a:pt x="534368" y="286907"/>
                  </a:lnTo>
                  <a:lnTo>
                    <a:pt x="535183" y="255459"/>
                  </a:lnTo>
                  <a:lnTo>
                    <a:pt x="535998" y="193930"/>
                  </a:lnTo>
                  <a:lnTo>
                    <a:pt x="536812" y="202309"/>
                  </a:lnTo>
                  <a:lnTo>
                    <a:pt x="537627" y="201925"/>
                  </a:lnTo>
                  <a:lnTo>
                    <a:pt x="538442" y="157644"/>
                  </a:lnTo>
                  <a:lnTo>
                    <a:pt x="539257" y="198444"/>
                  </a:lnTo>
                  <a:lnTo>
                    <a:pt x="540072" y="224637"/>
                  </a:lnTo>
                  <a:lnTo>
                    <a:pt x="540886" y="251638"/>
                  </a:lnTo>
                  <a:lnTo>
                    <a:pt x="541701" y="265667"/>
                  </a:lnTo>
                  <a:lnTo>
                    <a:pt x="542516" y="245908"/>
                  </a:lnTo>
                  <a:lnTo>
                    <a:pt x="543331" y="242189"/>
                  </a:lnTo>
                  <a:lnTo>
                    <a:pt x="544145" y="245847"/>
                  </a:lnTo>
                  <a:lnTo>
                    <a:pt x="544960" y="226218"/>
                  </a:lnTo>
                  <a:lnTo>
                    <a:pt x="545775" y="257358"/>
                  </a:lnTo>
                  <a:lnTo>
                    <a:pt x="546590" y="258033"/>
                  </a:lnTo>
                  <a:lnTo>
                    <a:pt x="547405" y="340955"/>
                  </a:lnTo>
                  <a:lnTo>
                    <a:pt x="548219" y="328304"/>
                  </a:lnTo>
                  <a:lnTo>
                    <a:pt x="549034" y="279132"/>
                  </a:lnTo>
                  <a:lnTo>
                    <a:pt x="549849" y="287572"/>
                  </a:lnTo>
                  <a:lnTo>
                    <a:pt x="550664" y="251644"/>
                  </a:lnTo>
                  <a:lnTo>
                    <a:pt x="551478" y="247099"/>
                  </a:lnTo>
                  <a:lnTo>
                    <a:pt x="552293" y="229499"/>
                  </a:lnTo>
                  <a:lnTo>
                    <a:pt x="553108" y="262208"/>
                  </a:lnTo>
                  <a:lnTo>
                    <a:pt x="553923" y="265131"/>
                  </a:lnTo>
                  <a:lnTo>
                    <a:pt x="554738" y="240788"/>
                  </a:lnTo>
                  <a:lnTo>
                    <a:pt x="555552" y="267814"/>
                  </a:lnTo>
                  <a:lnTo>
                    <a:pt x="556367" y="276878"/>
                  </a:lnTo>
                  <a:lnTo>
                    <a:pt x="557182" y="315370"/>
                  </a:lnTo>
                  <a:lnTo>
                    <a:pt x="557997" y="326361"/>
                  </a:lnTo>
                  <a:lnTo>
                    <a:pt x="558812" y="287152"/>
                  </a:lnTo>
                  <a:lnTo>
                    <a:pt x="559626" y="267500"/>
                  </a:lnTo>
                  <a:lnTo>
                    <a:pt x="560441" y="238226"/>
                  </a:lnTo>
                  <a:lnTo>
                    <a:pt x="561256" y="258710"/>
                  </a:lnTo>
                  <a:lnTo>
                    <a:pt x="562071" y="271440"/>
                  </a:lnTo>
                  <a:lnTo>
                    <a:pt x="562885" y="285698"/>
                  </a:lnTo>
                  <a:lnTo>
                    <a:pt x="563700" y="318205"/>
                  </a:lnTo>
                  <a:lnTo>
                    <a:pt x="564515" y="312370"/>
                  </a:lnTo>
                  <a:lnTo>
                    <a:pt x="565330" y="304728"/>
                  </a:lnTo>
                  <a:lnTo>
                    <a:pt x="566145" y="336526"/>
                  </a:lnTo>
                  <a:lnTo>
                    <a:pt x="566959" y="325150"/>
                  </a:lnTo>
                  <a:lnTo>
                    <a:pt x="567774" y="312135"/>
                  </a:lnTo>
                  <a:lnTo>
                    <a:pt x="568589" y="276588"/>
                  </a:lnTo>
                  <a:lnTo>
                    <a:pt x="569404" y="292183"/>
                  </a:lnTo>
                  <a:lnTo>
                    <a:pt x="570218" y="340503"/>
                  </a:lnTo>
                  <a:lnTo>
                    <a:pt x="571033" y="346511"/>
                  </a:lnTo>
                  <a:lnTo>
                    <a:pt x="571848" y="337504"/>
                  </a:lnTo>
                  <a:lnTo>
                    <a:pt x="572663" y="310408"/>
                  </a:lnTo>
                  <a:lnTo>
                    <a:pt x="573478" y="321720"/>
                  </a:lnTo>
                  <a:lnTo>
                    <a:pt x="574292" y="322535"/>
                  </a:lnTo>
                  <a:lnTo>
                    <a:pt x="575107" y="307684"/>
                  </a:lnTo>
                  <a:lnTo>
                    <a:pt x="575922" y="291773"/>
                  </a:lnTo>
                  <a:lnTo>
                    <a:pt x="576737" y="317365"/>
                  </a:lnTo>
                  <a:lnTo>
                    <a:pt x="577551" y="315775"/>
                  </a:lnTo>
                  <a:lnTo>
                    <a:pt x="578366" y="300629"/>
                  </a:lnTo>
                  <a:lnTo>
                    <a:pt x="579181" y="294682"/>
                  </a:lnTo>
                  <a:lnTo>
                    <a:pt x="579996" y="259170"/>
                  </a:lnTo>
                  <a:lnTo>
                    <a:pt x="580811" y="234774"/>
                  </a:lnTo>
                  <a:lnTo>
                    <a:pt x="581625" y="241629"/>
                  </a:lnTo>
                  <a:lnTo>
                    <a:pt x="582440" y="222506"/>
                  </a:lnTo>
                  <a:lnTo>
                    <a:pt x="583255" y="231588"/>
                  </a:lnTo>
                  <a:lnTo>
                    <a:pt x="584070" y="236965"/>
                  </a:lnTo>
                  <a:lnTo>
                    <a:pt x="584884" y="297905"/>
                  </a:lnTo>
                  <a:lnTo>
                    <a:pt x="585699" y="315530"/>
                  </a:lnTo>
                  <a:lnTo>
                    <a:pt x="586514" y="332768"/>
                  </a:lnTo>
                  <a:lnTo>
                    <a:pt x="587329" y="356595"/>
                  </a:lnTo>
                  <a:lnTo>
                    <a:pt x="588144" y="384052"/>
                  </a:lnTo>
                  <a:lnTo>
                    <a:pt x="588958" y="407325"/>
                  </a:lnTo>
                  <a:lnTo>
                    <a:pt x="589773" y="401648"/>
                  </a:lnTo>
                  <a:lnTo>
                    <a:pt x="590588" y="393618"/>
                  </a:lnTo>
                  <a:lnTo>
                    <a:pt x="591403" y="376185"/>
                  </a:lnTo>
                  <a:lnTo>
                    <a:pt x="592217" y="378210"/>
                  </a:lnTo>
                  <a:lnTo>
                    <a:pt x="593032" y="325533"/>
                  </a:lnTo>
                  <a:lnTo>
                    <a:pt x="593847" y="298810"/>
                  </a:lnTo>
                  <a:lnTo>
                    <a:pt x="594662" y="243385"/>
                  </a:lnTo>
                  <a:lnTo>
                    <a:pt x="595477" y="240449"/>
                  </a:lnTo>
                  <a:lnTo>
                    <a:pt x="596291" y="185957"/>
                  </a:lnTo>
                  <a:lnTo>
                    <a:pt x="597106" y="168110"/>
                  </a:lnTo>
                  <a:lnTo>
                    <a:pt x="597921" y="169473"/>
                  </a:lnTo>
                  <a:lnTo>
                    <a:pt x="598736" y="176827"/>
                  </a:lnTo>
                  <a:lnTo>
                    <a:pt x="599551" y="125769"/>
                  </a:lnTo>
                  <a:lnTo>
                    <a:pt x="600365" y="105826"/>
                  </a:lnTo>
                  <a:lnTo>
                    <a:pt x="601180" y="154258"/>
                  </a:lnTo>
                  <a:lnTo>
                    <a:pt x="601995" y="151345"/>
                  </a:lnTo>
                  <a:lnTo>
                    <a:pt x="602810" y="150097"/>
                  </a:lnTo>
                  <a:lnTo>
                    <a:pt x="603624" y="193879"/>
                  </a:lnTo>
                  <a:lnTo>
                    <a:pt x="604439" y="193926"/>
                  </a:lnTo>
                  <a:lnTo>
                    <a:pt x="605254" y="225212"/>
                  </a:lnTo>
                  <a:lnTo>
                    <a:pt x="606069" y="250855"/>
                  </a:lnTo>
                  <a:lnTo>
                    <a:pt x="606884" y="239187"/>
                  </a:lnTo>
                  <a:lnTo>
                    <a:pt x="607698" y="233658"/>
                  </a:lnTo>
                  <a:lnTo>
                    <a:pt x="608513" y="228440"/>
                  </a:lnTo>
                  <a:lnTo>
                    <a:pt x="609328" y="248291"/>
                  </a:lnTo>
                  <a:lnTo>
                    <a:pt x="610143" y="198197"/>
                  </a:lnTo>
                  <a:lnTo>
                    <a:pt x="610957" y="186584"/>
                  </a:lnTo>
                  <a:lnTo>
                    <a:pt x="611772" y="220038"/>
                  </a:lnTo>
                  <a:lnTo>
                    <a:pt x="612587" y="256070"/>
                  </a:lnTo>
                  <a:lnTo>
                    <a:pt x="613402" y="283870"/>
                  </a:lnTo>
                  <a:lnTo>
                    <a:pt x="614217" y="208898"/>
                  </a:lnTo>
                  <a:lnTo>
                    <a:pt x="615031" y="170991"/>
                  </a:lnTo>
                  <a:lnTo>
                    <a:pt x="615846" y="157776"/>
                  </a:lnTo>
                  <a:lnTo>
                    <a:pt x="616661" y="178532"/>
                  </a:lnTo>
                  <a:lnTo>
                    <a:pt x="617476" y="238472"/>
                  </a:lnTo>
                  <a:lnTo>
                    <a:pt x="618290" y="201386"/>
                  </a:lnTo>
                  <a:lnTo>
                    <a:pt x="619105" y="183701"/>
                  </a:lnTo>
                  <a:lnTo>
                    <a:pt x="619920" y="224080"/>
                  </a:lnTo>
                  <a:lnTo>
                    <a:pt x="620735" y="257260"/>
                  </a:lnTo>
                  <a:lnTo>
                    <a:pt x="621550" y="317211"/>
                  </a:lnTo>
                  <a:lnTo>
                    <a:pt x="622364" y="255988"/>
                  </a:lnTo>
                  <a:lnTo>
                    <a:pt x="623179" y="251763"/>
                  </a:lnTo>
                  <a:lnTo>
                    <a:pt x="623994" y="200310"/>
                  </a:lnTo>
                  <a:lnTo>
                    <a:pt x="624809" y="153245"/>
                  </a:lnTo>
                  <a:lnTo>
                    <a:pt x="625623" y="196819"/>
                  </a:lnTo>
                  <a:lnTo>
                    <a:pt x="626438" y="180321"/>
                  </a:lnTo>
                  <a:lnTo>
                    <a:pt x="627253" y="171158"/>
                  </a:lnTo>
                  <a:lnTo>
                    <a:pt x="628068" y="197997"/>
                  </a:lnTo>
                  <a:lnTo>
                    <a:pt x="628883" y="196425"/>
                  </a:lnTo>
                  <a:lnTo>
                    <a:pt x="629697" y="220227"/>
                  </a:lnTo>
                  <a:lnTo>
                    <a:pt x="630512" y="268398"/>
                  </a:lnTo>
                  <a:lnTo>
                    <a:pt x="631327" y="227976"/>
                  </a:lnTo>
                  <a:lnTo>
                    <a:pt x="632142" y="244622"/>
                  </a:lnTo>
                  <a:lnTo>
                    <a:pt x="632956" y="254117"/>
                  </a:lnTo>
                  <a:lnTo>
                    <a:pt x="633771" y="260232"/>
                  </a:lnTo>
                  <a:lnTo>
                    <a:pt x="634586" y="248828"/>
                  </a:lnTo>
                  <a:lnTo>
                    <a:pt x="635401" y="278232"/>
                  </a:lnTo>
                  <a:lnTo>
                    <a:pt x="636216" y="292571"/>
                  </a:lnTo>
                  <a:lnTo>
                    <a:pt x="637030" y="312728"/>
                  </a:lnTo>
                  <a:lnTo>
                    <a:pt x="637845" y="265142"/>
                  </a:lnTo>
                  <a:lnTo>
                    <a:pt x="638660" y="230101"/>
                  </a:lnTo>
                  <a:lnTo>
                    <a:pt x="639475" y="187080"/>
                  </a:lnTo>
                  <a:lnTo>
                    <a:pt x="640290" y="154209"/>
                  </a:lnTo>
                  <a:lnTo>
                    <a:pt x="641104" y="126560"/>
                  </a:lnTo>
                  <a:lnTo>
                    <a:pt x="641919" y="65963"/>
                  </a:lnTo>
                  <a:lnTo>
                    <a:pt x="642734" y="14989"/>
                  </a:lnTo>
                  <a:lnTo>
                    <a:pt x="643549" y="22289"/>
                  </a:lnTo>
                  <a:lnTo>
                    <a:pt x="644363" y="13979"/>
                  </a:lnTo>
                  <a:lnTo>
                    <a:pt x="645178" y="53812"/>
                  </a:lnTo>
                  <a:lnTo>
                    <a:pt x="645993" y="99969"/>
                  </a:lnTo>
                  <a:lnTo>
                    <a:pt x="646808" y="87155"/>
                  </a:lnTo>
                  <a:lnTo>
                    <a:pt x="647623" y="128139"/>
                  </a:lnTo>
                  <a:lnTo>
                    <a:pt x="648437" y="99469"/>
                  </a:lnTo>
                  <a:lnTo>
                    <a:pt x="649252" y="118940"/>
                  </a:lnTo>
                  <a:lnTo>
                    <a:pt x="650067" y="167564"/>
                  </a:lnTo>
                  <a:lnTo>
                    <a:pt x="650882" y="218542"/>
                  </a:lnTo>
                  <a:lnTo>
                    <a:pt x="651696" y="187065"/>
                  </a:lnTo>
                  <a:lnTo>
                    <a:pt x="652511" y="184704"/>
                  </a:lnTo>
                  <a:lnTo>
                    <a:pt x="653326" y="166864"/>
                  </a:lnTo>
                  <a:lnTo>
                    <a:pt x="654141" y="163313"/>
                  </a:lnTo>
                  <a:lnTo>
                    <a:pt x="654956" y="124362"/>
                  </a:lnTo>
                  <a:lnTo>
                    <a:pt x="655770" y="12622"/>
                  </a:lnTo>
                  <a:lnTo>
                    <a:pt x="656585" y="49364"/>
                  </a:lnTo>
                  <a:lnTo>
                    <a:pt x="657400" y="15485"/>
                  </a:lnTo>
                  <a:lnTo>
                    <a:pt x="658215" y="21653"/>
                  </a:lnTo>
                  <a:lnTo>
                    <a:pt x="659029" y="36952"/>
                  </a:lnTo>
                  <a:lnTo>
                    <a:pt x="659844" y="14195"/>
                  </a:lnTo>
                  <a:lnTo>
                    <a:pt x="660659" y="44603"/>
                  </a:lnTo>
                  <a:lnTo>
                    <a:pt x="661474" y="25629"/>
                  </a:lnTo>
                  <a:lnTo>
                    <a:pt x="662289" y="23709"/>
                  </a:lnTo>
                  <a:lnTo>
                    <a:pt x="663103" y="104231"/>
                  </a:lnTo>
                  <a:lnTo>
                    <a:pt x="663918" y="120175"/>
                  </a:lnTo>
                  <a:lnTo>
                    <a:pt x="664733" y="150617"/>
                  </a:lnTo>
                  <a:lnTo>
                    <a:pt x="665548" y="236256"/>
                  </a:lnTo>
                  <a:lnTo>
                    <a:pt x="666362" y="242942"/>
                  </a:lnTo>
                  <a:lnTo>
                    <a:pt x="667177" y="183216"/>
                  </a:lnTo>
                  <a:lnTo>
                    <a:pt x="667992" y="179964"/>
                  </a:lnTo>
                  <a:lnTo>
                    <a:pt x="668807" y="145488"/>
                  </a:lnTo>
                  <a:lnTo>
                    <a:pt x="669622" y="230092"/>
                  </a:lnTo>
                  <a:lnTo>
                    <a:pt x="670436" y="236734"/>
                  </a:lnTo>
                  <a:lnTo>
                    <a:pt x="671251" y="281747"/>
                  </a:lnTo>
                  <a:lnTo>
                    <a:pt x="672066" y="305614"/>
                  </a:lnTo>
                  <a:lnTo>
                    <a:pt x="672881" y="286971"/>
                  </a:lnTo>
                  <a:lnTo>
                    <a:pt x="673695" y="271061"/>
                  </a:lnTo>
                  <a:lnTo>
                    <a:pt x="674510" y="211635"/>
                  </a:lnTo>
                  <a:lnTo>
                    <a:pt x="675325" y="172637"/>
                  </a:lnTo>
                  <a:lnTo>
                    <a:pt x="676140" y="186676"/>
                  </a:lnTo>
                  <a:lnTo>
                    <a:pt x="676955" y="185756"/>
                  </a:lnTo>
                  <a:lnTo>
                    <a:pt x="677769" y="227849"/>
                  </a:lnTo>
                  <a:lnTo>
                    <a:pt x="678584" y="189294"/>
                  </a:lnTo>
                  <a:lnTo>
                    <a:pt x="679399" y="222114"/>
                  </a:lnTo>
                  <a:lnTo>
                    <a:pt x="680214" y="284789"/>
                  </a:lnTo>
                  <a:lnTo>
                    <a:pt x="681029" y="284264"/>
                  </a:lnTo>
                  <a:lnTo>
                    <a:pt x="681843" y="262996"/>
                  </a:lnTo>
                  <a:lnTo>
                    <a:pt x="682658" y="220628"/>
                  </a:lnTo>
                  <a:lnTo>
                    <a:pt x="683473" y="258515"/>
                  </a:lnTo>
                  <a:lnTo>
                    <a:pt x="684288" y="316076"/>
                  </a:lnTo>
                  <a:lnTo>
                    <a:pt x="685102" y="331534"/>
                  </a:lnTo>
                  <a:lnTo>
                    <a:pt x="685917" y="313621"/>
                  </a:lnTo>
                  <a:lnTo>
                    <a:pt x="686732" y="303386"/>
                  </a:lnTo>
                  <a:lnTo>
                    <a:pt x="687547" y="310146"/>
                  </a:lnTo>
                  <a:lnTo>
                    <a:pt x="688362" y="287757"/>
                  </a:lnTo>
                  <a:lnTo>
                    <a:pt x="689176" y="279032"/>
                  </a:lnTo>
                  <a:lnTo>
                    <a:pt x="689991" y="257553"/>
                  </a:lnTo>
                  <a:lnTo>
                    <a:pt x="690806" y="249440"/>
                  </a:lnTo>
                  <a:lnTo>
                    <a:pt x="691621" y="271766"/>
                  </a:lnTo>
                  <a:lnTo>
                    <a:pt x="692435" y="256040"/>
                  </a:lnTo>
                  <a:lnTo>
                    <a:pt x="693250" y="277628"/>
                  </a:lnTo>
                  <a:lnTo>
                    <a:pt x="694065" y="269349"/>
                  </a:lnTo>
                  <a:lnTo>
                    <a:pt x="694880" y="227867"/>
                  </a:lnTo>
                  <a:lnTo>
                    <a:pt x="695695" y="207999"/>
                  </a:lnTo>
                  <a:lnTo>
                    <a:pt x="696509" y="200050"/>
                  </a:lnTo>
                  <a:lnTo>
                    <a:pt x="697324" y="175107"/>
                  </a:lnTo>
                  <a:lnTo>
                    <a:pt x="698139" y="162542"/>
                  </a:lnTo>
                  <a:lnTo>
                    <a:pt x="698954" y="155479"/>
                  </a:lnTo>
                  <a:lnTo>
                    <a:pt x="699768" y="104553"/>
                  </a:lnTo>
                  <a:lnTo>
                    <a:pt x="700583" y="39214"/>
                  </a:lnTo>
                  <a:lnTo>
                    <a:pt x="701398" y="0"/>
                  </a:lnTo>
                  <a:lnTo>
                    <a:pt x="702213" y="26252"/>
                  </a:lnTo>
                  <a:lnTo>
                    <a:pt x="703028" y="28872"/>
                  </a:lnTo>
                  <a:lnTo>
                    <a:pt x="703842" y="58001"/>
                  </a:lnTo>
                  <a:lnTo>
                    <a:pt x="704657" y="28531"/>
                  </a:lnTo>
                  <a:lnTo>
                    <a:pt x="705472" y="46038"/>
                  </a:lnTo>
                  <a:lnTo>
                    <a:pt x="706287" y="180455"/>
                  </a:lnTo>
                  <a:lnTo>
                    <a:pt x="707101" y="164576"/>
                  </a:lnTo>
                  <a:lnTo>
                    <a:pt x="707916" y="161507"/>
                  </a:lnTo>
                  <a:lnTo>
                    <a:pt x="708731" y="110205"/>
                  </a:lnTo>
                  <a:lnTo>
                    <a:pt x="709546" y="175623"/>
                  </a:lnTo>
                  <a:lnTo>
                    <a:pt x="710361" y="165160"/>
                  </a:lnTo>
                  <a:lnTo>
                    <a:pt x="711175" y="106445"/>
                  </a:lnTo>
                  <a:lnTo>
                    <a:pt x="711990" y="65484"/>
                  </a:lnTo>
                  <a:lnTo>
                    <a:pt x="712805" y="118039"/>
                  </a:lnTo>
                  <a:lnTo>
                    <a:pt x="713620" y="137115"/>
                  </a:lnTo>
                  <a:lnTo>
                    <a:pt x="714435" y="143017"/>
                  </a:lnTo>
                  <a:lnTo>
                    <a:pt x="715249" y="173675"/>
                  </a:lnTo>
                  <a:lnTo>
                    <a:pt x="716064" y="147126"/>
                  </a:lnTo>
                  <a:lnTo>
                    <a:pt x="716879" y="227922"/>
                  </a:lnTo>
                  <a:lnTo>
                    <a:pt x="717694" y="186072"/>
                  </a:lnTo>
                  <a:lnTo>
                    <a:pt x="718508" y="159892"/>
                  </a:lnTo>
                  <a:lnTo>
                    <a:pt x="719323" y="132962"/>
                  </a:lnTo>
                  <a:lnTo>
                    <a:pt x="720138" y="187026"/>
                  </a:lnTo>
                  <a:lnTo>
                    <a:pt x="720953" y="236271"/>
                  </a:lnTo>
                  <a:lnTo>
                    <a:pt x="721768" y="261112"/>
                  </a:lnTo>
                  <a:lnTo>
                    <a:pt x="722582" y="291313"/>
                  </a:lnTo>
                  <a:lnTo>
                    <a:pt x="723397" y="265960"/>
                  </a:lnTo>
                  <a:lnTo>
                    <a:pt x="724212" y="257888"/>
                  </a:lnTo>
                  <a:lnTo>
                    <a:pt x="725027" y="206267"/>
                  </a:lnTo>
                  <a:lnTo>
                    <a:pt x="725841" y="184563"/>
                  </a:lnTo>
                  <a:lnTo>
                    <a:pt x="726656" y="207980"/>
                  </a:lnTo>
                  <a:lnTo>
                    <a:pt x="727471" y="234200"/>
                  </a:lnTo>
                  <a:lnTo>
                    <a:pt x="728286" y="213723"/>
                  </a:lnTo>
                  <a:lnTo>
                    <a:pt x="729101" y="218301"/>
                  </a:lnTo>
                  <a:lnTo>
                    <a:pt x="729915" y="244167"/>
                  </a:lnTo>
                  <a:lnTo>
                    <a:pt x="730730" y="244862"/>
                  </a:lnTo>
                  <a:lnTo>
                    <a:pt x="731545" y="252828"/>
                  </a:lnTo>
                  <a:lnTo>
                    <a:pt x="732360" y="260984"/>
                  </a:lnTo>
                  <a:lnTo>
                    <a:pt x="733174" y="304426"/>
                  </a:lnTo>
                  <a:lnTo>
                    <a:pt x="733989" y="328442"/>
                  </a:lnTo>
                  <a:lnTo>
                    <a:pt x="734804" y="304452"/>
                  </a:lnTo>
                  <a:lnTo>
                    <a:pt x="735619" y="308796"/>
                  </a:lnTo>
                  <a:lnTo>
                    <a:pt x="736434" y="363170"/>
                  </a:lnTo>
                  <a:lnTo>
                    <a:pt x="737248" y="368618"/>
                  </a:lnTo>
                  <a:lnTo>
                    <a:pt x="738063" y="368745"/>
                  </a:lnTo>
                  <a:lnTo>
                    <a:pt x="738878" y="372933"/>
                  </a:lnTo>
                  <a:lnTo>
                    <a:pt x="739693" y="412088"/>
                  </a:lnTo>
                  <a:lnTo>
                    <a:pt x="740507" y="400798"/>
                  </a:lnTo>
                  <a:lnTo>
                    <a:pt x="741322" y="383848"/>
                  </a:lnTo>
                  <a:lnTo>
                    <a:pt x="742137" y="365271"/>
                  </a:lnTo>
                  <a:lnTo>
                    <a:pt x="742952" y="357084"/>
                  </a:lnTo>
                  <a:lnTo>
                    <a:pt x="743767" y="320043"/>
                  </a:lnTo>
                  <a:lnTo>
                    <a:pt x="744581" y="321569"/>
                  </a:lnTo>
                  <a:lnTo>
                    <a:pt x="745396" y="273671"/>
                  </a:lnTo>
                  <a:lnTo>
                    <a:pt x="746211" y="266253"/>
                  </a:lnTo>
                  <a:lnTo>
                    <a:pt x="747026" y="332860"/>
                  </a:lnTo>
                  <a:lnTo>
                    <a:pt x="747840" y="268214"/>
                  </a:lnTo>
                  <a:lnTo>
                    <a:pt x="748655" y="237509"/>
                  </a:lnTo>
                  <a:lnTo>
                    <a:pt x="749470" y="175581"/>
                  </a:lnTo>
                  <a:lnTo>
                    <a:pt x="750285" y="185275"/>
                  </a:lnTo>
                  <a:lnTo>
                    <a:pt x="751100" y="156515"/>
                  </a:lnTo>
                  <a:lnTo>
                    <a:pt x="751914" y="103283"/>
                  </a:lnTo>
                  <a:lnTo>
                    <a:pt x="752729" y="166454"/>
                  </a:lnTo>
                  <a:lnTo>
                    <a:pt x="753544" y="172534"/>
                  </a:lnTo>
                  <a:lnTo>
                    <a:pt x="754359" y="182952"/>
                  </a:lnTo>
                  <a:lnTo>
                    <a:pt x="755174" y="157624"/>
                  </a:lnTo>
                  <a:lnTo>
                    <a:pt x="755988" y="166150"/>
                  </a:lnTo>
                  <a:lnTo>
                    <a:pt x="756803" y="193443"/>
                  </a:lnTo>
                  <a:lnTo>
                    <a:pt x="757618" y="205974"/>
                  </a:lnTo>
                  <a:lnTo>
                    <a:pt x="758433" y="215640"/>
                  </a:lnTo>
                  <a:lnTo>
                    <a:pt x="759247" y="223322"/>
                  </a:lnTo>
                  <a:lnTo>
                    <a:pt x="760062" y="218324"/>
                  </a:lnTo>
                  <a:lnTo>
                    <a:pt x="760877" y="179811"/>
                  </a:lnTo>
                  <a:lnTo>
                    <a:pt x="761692" y="166615"/>
                  </a:lnTo>
                  <a:lnTo>
                    <a:pt x="762507" y="213645"/>
                  </a:lnTo>
                  <a:lnTo>
                    <a:pt x="763321" y="224427"/>
                  </a:lnTo>
                  <a:lnTo>
                    <a:pt x="764136" y="228930"/>
                  </a:lnTo>
                  <a:lnTo>
                    <a:pt x="764951" y="204539"/>
                  </a:lnTo>
                  <a:lnTo>
                    <a:pt x="765766" y="169192"/>
                  </a:lnTo>
                  <a:lnTo>
                    <a:pt x="766580" y="180685"/>
                  </a:lnTo>
                  <a:lnTo>
                    <a:pt x="767395" y="228346"/>
                  </a:lnTo>
                  <a:lnTo>
                    <a:pt x="768210" y="236197"/>
                  </a:lnTo>
                  <a:lnTo>
                    <a:pt x="769025" y="193863"/>
                  </a:lnTo>
                  <a:lnTo>
                    <a:pt x="769840" y="204251"/>
                  </a:lnTo>
                  <a:lnTo>
                    <a:pt x="770654" y="257481"/>
                  </a:lnTo>
                  <a:lnTo>
                    <a:pt x="771469" y="304743"/>
                  </a:lnTo>
                  <a:lnTo>
                    <a:pt x="772284" y="345862"/>
                  </a:lnTo>
                  <a:lnTo>
                    <a:pt x="773099" y="296453"/>
                  </a:lnTo>
                  <a:lnTo>
                    <a:pt x="773913" y="303318"/>
                  </a:lnTo>
                  <a:lnTo>
                    <a:pt x="774728" y="250297"/>
                  </a:lnTo>
                  <a:lnTo>
                    <a:pt x="775543" y="272995"/>
                  </a:lnTo>
                  <a:lnTo>
                    <a:pt x="776358" y="277929"/>
                  </a:lnTo>
                  <a:lnTo>
                    <a:pt x="777173" y="263935"/>
                  </a:lnTo>
                  <a:lnTo>
                    <a:pt x="777987" y="237521"/>
                  </a:lnTo>
                  <a:lnTo>
                    <a:pt x="778802" y="241258"/>
                  </a:lnTo>
                  <a:lnTo>
                    <a:pt x="779617" y="279675"/>
                  </a:lnTo>
                  <a:lnTo>
                    <a:pt x="780432" y="305085"/>
                  </a:lnTo>
                  <a:lnTo>
                    <a:pt x="781246" y="269093"/>
                  </a:lnTo>
                  <a:lnTo>
                    <a:pt x="782061" y="284268"/>
                  </a:lnTo>
                  <a:lnTo>
                    <a:pt x="782876" y="337602"/>
                  </a:lnTo>
                  <a:lnTo>
                    <a:pt x="783691" y="362437"/>
                  </a:lnTo>
                  <a:lnTo>
                    <a:pt x="784506" y="373576"/>
                  </a:lnTo>
                  <a:lnTo>
                    <a:pt x="785320" y="378971"/>
                  </a:lnTo>
                  <a:lnTo>
                    <a:pt x="786135" y="357608"/>
                  </a:lnTo>
                  <a:lnTo>
                    <a:pt x="786950" y="395287"/>
                  </a:lnTo>
                  <a:lnTo>
                    <a:pt x="787765" y="423300"/>
                  </a:lnTo>
                  <a:lnTo>
                    <a:pt x="788579" y="428305"/>
                  </a:lnTo>
                  <a:lnTo>
                    <a:pt x="789394" y="439631"/>
                  </a:lnTo>
                  <a:lnTo>
                    <a:pt x="790209" y="423829"/>
                  </a:lnTo>
                  <a:lnTo>
                    <a:pt x="791024" y="446871"/>
                  </a:lnTo>
                  <a:lnTo>
                    <a:pt x="791839" y="434343"/>
                  </a:lnTo>
                  <a:lnTo>
                    <a:pt x="792653" y="433963"/>
                  </a:lnTo>
                  <a:lnTo>
                    <a:pt x="793468" y="431526"/>
                  </a:lnTo>
                  <a:lnTo>
                    <a:pt x="794283" y="414695"/>
                  </a:lnTo>
                  <a:lnTo>
                    <a:pt x="795098" y="403503"/>
                  </a:lnTo>
                  <a:lnTo>
                    <a:pt x="795913" y="362597"/>
                  </a:lnTo>
                  <a:lnTo>
                    <a:pt x="796727" y="345886"/>
                  </a:lnTo>
                  <a:lnTo>
                    <a:pt x="797542" y="328440"/>
                  </a:lnTo>
                  <a:lnTo>
                    <a:pt x="798357" y="325796"/>
                  </a:lnTo>
                  <a:lnTo>
                    <a:pt x="799172" y="348144"/>
                  </a:lnTo>
                  <a:lnTo>
                    <a:pt x="799986" y="337591"/>
                  </a:lnTo>
                  <a:lnTo>
                    <a:pt x="800801" y="329373"/>
                  </a:lnTo>
                  <a:lnTo>
                    <a:pt x="801616" y="323762"/>
                  </a:lnTo>
                  <a:lnTo>
                    <a:pt x="802431" y="296674"/>
                  </a:lnTo>
                  <a:lnTo>
                    <a:pt x="803246" y="292012"/>
                  </a:lnTo>
                  <a:lnTo>
                    <a:pt x="804060" y="277250"/>
                  </a:lnTo>
                  <a:lnTo>
                    <a:pt x="804875" y="261802"/>
                  </a:lnTo>
                  <a:lnTo>
                    <a:pt x="805690" y="258601"/>
                  </a:lnTo>
                  <a:lnTo>
                    <a:pt x="806505" y="179260"/>
                  </a:lnTo>
                  <a:lnTo>
                    <a:pt x="807319" y="242325"/>
                  </a:lnTo>
                  <a:lnTo>
                    <a:pt x="808134" y="239217"/>
                  </a:lnTo>
                  <a:lnTo>
                    <a:pt x="808949" y="209443"/>
                  </a:lnTo>
                  <a:lnTo>
                    <a:pt x="809764" y="227388"/>
                  </a:lnTo>
                  <a:lnTo>
                    <a:pt x="810579" y="245841"/>
                  </a:lnTo>
                  <a:lnTo>
                    <a:pt x="811393" y="284072"/>
                  </a:lnTo>
                  <a:lnTo>
                    <a:pt x="812208" y="308644"/>
                  </a:lnTo>
                  <a:lnTo>
                    <a:pt x="813023" y="235306"/>
                  </a:lnTo>
                  <a:lnTo>
                    <a:pt x="813838" y="205028"/>
                  </a:lnTo>
                  <a:lnTo>
                    <a:pt x="814652" y="222767"/>
                  </a:lnTo>
                  <a:lnTo>
                    <a:pt x="815467" y="217523"/>
                  </a:lnTo>
                  <a:lnTo>
                    <a:pt x="816282" y="203949"/>
                  </a:lnTo>
                  <a:lnTo>
                    <a:pt x="817097" y="219340"/>
                  </a:lnTo>
                  <a:lnTo>
                    <a:pt x="817912" y="285622"/>
                  </a:lnTo>
                  <a:lnTo>
                    <a:pt x="818726" y="337690"/>
                  </a:lnTo>
                  <a:lnTo>
                    <a:pt x="819541" y="325278"/>
                  </a:lnTo>
                  <a:lnTo>
                    <a:pt x="820356" y="306479"/>
                  </a:lnTo>
                  <a:lnTo>
                    <a:pt x="821171" y="339972"/>
                  </a:lnTo>
                  <a:lnTo>
                    <a:pt x="821985" y="371098"/>
                  </a:lnTo>
                  <a:lnTo>
                    <a:pt x="822800" y="400645"/>
                  </a:lnTo>
                  <a:lnTo>
                    <a:pt x="823615" y="370165"/>
                  </a:lnTo>
                  <a:lnTo>
                    <a:pt x="824430" y="357318"/>
                  </a:lnTo>
                  <a:lnTo>
                    <a:pt x="825245" y="357992"/>
                  </a:lnTo>
                  <a:lnTo>
                    <a:pt x="826059" y="357103"/>
                  </a:lnTo>
                  <a:lnTo>
                    <a:pt x="826874" y="339837"/>
                  </a:lnTo>
                  <a:lnTo>
                    <a:pt x="827689" y="308775"/>
                  </a:lnTo>
                  <a:lnTo>
                    <a:pt x="828504" y="291032"/>
                  </a:lnTo>
                  <a:lnTo>
                    <a:pt x="829318" y="314950"/>
                  </a:lnTo>
                  <a:lnTo>
                    <a:pt x="830133" y="315641"/>
                  </a:lnTo>
                  <a:lnTo>
                    <a:pt x="830948" y="272439"/>
                  </a:lnTo>
                  <a:lnTo>
                    <a:pt x="831763" y="268985"/>
                  </a:lnTo>
                  <a:lnTo>
                    <a:pt x="832578" y="287223"/>
                  </a:lnTo>
                  <a:lnTo>
                    <a:pt x="833392" y="316339"/>
                  </a:lnTo>
                  <a:lnTo>
                    <a:pt x="834207" y="330931"/>
                  </a:lnTo>
                  <a:lnTo>
                    <a:pt x="835022" y="289896"/>
                  </a:lnTo>
                  <a:lnTo>
                    <a:pt x="835837" y="262837"/>
                  </a:lnTo>
                  <a:lnTo>
                    <a:pt x="836652" y="245429"/>
                  </a:lnTo>
                  <a:lnTo>
                    <a:pt x="837466" y="228565"/>
                  </a:lnTo>
                  <a:lnTo>
                    <a:pt x="838281" y="237037"/>
                  </a:lnTo>
                  <a:lnTo>
                    <a:pt x="839096" y="251719"/>
                  </a:lnTo>
                  <a:lnTo>
                    <a:pt x="839911" y="271824"/>
                  </a:lnTo>
                  <a:lnTo>
                    <a:pt x="840725" y="263404"/>
                  </a:lnTo>
                  <a:lnTo>
                    <a:pt x="841540" y="225459"/>
                  </a:lnTo>
                  <a:lnTo>
                    <a:pt x="842355" y="209709"/>
                  </a:lnTo>
                  <a:lnTo>
                    <a:pt x="843170" y="217172"/>
                  </a:lnTo>
                  <a:lnTo>
                    <a:pt x="843985" y="188513"/>
                  </a:lnTo>
                  <a:lnTo>
                    <a:pt x="844799" y="185485"/>
                  </a:lnTo>
                  <a:lnTo>
                    <a:pt x="845614" y="196983"/>
                  </a:lnTo>
                  <a:lnTo>
                    <a:pt x="846429" y="227464"/>
                  </a:lnTo>
                  <a:lnTo>
                    <a:pt x="847244" y="234240"/>
                  </a:lnTo>
                  <a:lnTo>
                    <a:pt x="848058" y="207026"/>
                  </a:lnTo>
                  <a:lnTo>
                    <a:pt x="848873" y="191980"/>
                  </a:lnTo>
                  <a:lnTo>
                    <a:pt x="849688" y="242043"/>
                  </a:lnTo>
                  <a:lnTo>
                    <a:pt x="850503" y="221433"/>
                  </a:lnTo>
                  <a:lnTo>
                    <a:pt x="851318" y="193409"/>
                  </a:lnTo>
                  <a:lnTo>
                    <a:pt x="852132" y="184921"/>
                  </a:lnTo>
                  <a:lnTo>
                    <a:pt x="852947" y="178047"/>
                  </a:lnTo>
                  <a:lnTo>
                    <a:pt x="853762" y="211679"/>
                  </a:lnTo>
                  <a:lnTo>
                    <a:pt x="854577" y="159581"/>
                  </a:lnTo>
                  <a:lnTo>
                    <a:pt x="855391" y="165525"/>
                  </a:lnTo>
                  <a:lnTo>
                    <a:pt x="856206" y="159951"/>
                  </a:lnTo>
                  <a:lnTo>
                    <a:pt x="857021" y="218318"/>
                  </a:lnTo>
                  <a:lnTo>
                    <a:pt x="857836" y="224948"/>
                  </a:lnTo>
                  <a:lnTo>
                    <a:pt x="858651" y="151652"/>
                  </a:lnTo>
                  <a:lnTo>
                    <a:pt x="859465" y="168767"/>
                  </a:lnTo>
                  <a:lnTo>
                    <a:pt x="860280" y="207938"/>
                  </a:lnTo>
                  <a:lnTo>
                    <a:pt x="861095" y="216547"/>
                  </a:lnTo>
                  <a:lnTo>
                    <a:pt x="861910" y="196025"/>
                  </a:lnTo>
                  <a:lnTo>
                    <a:pt x="862724" y="192688"/>
                  </a:lnTo>
                  <a:lnTo>
                    <a:pt x="863539" y="183082"/>
                  </a:lnTo>
                  <a:lnTo>
                    <a:pt x="864354" y="244886"/>
                  </a:lnTo>
                  <a:lnTo>
                    <a:pt x="865169" y="165168"/>
                  </a:lnTo>
                  <a:lnTo>
                    <a:pt x="865984" y="210317"/>
                  </a:lnTo>
                  <a:lnTo>
                    <a:pt x="866798" y="229002"/>
                  </a:lnTo>
                  <a:lnTo>
                    <a:pt x="867613" y="265517"/>
                  </a:lnTo>
                  <a:lnTo>
                    <a:pt x="868428" y="244011"/>
                  </a:lnTo>
                  <a:lnTo>
                    <a:pt x="869243" y="209476"/>
                  </a:lnTo>
                  <a:lnTo>
                    <a:pt x="870057" y="221038"/>
                  </a:lnTo>
                  <a:lnTo>
                    <a:pt x="870872" y="206585"/>
                  </a:lnTo>
                  <a:lnTo>
                    <a:pt x="871687" y="257454"/>
                  </a:lnTo>
                  <a:lnTo>
                    <a:pt x="872502" y="231382"/>
                  </a:lnTo>
                  <a:lnTo>
                    <a:pt x="873317" y="273085"/>
                  </a:lnTo>
                  <a:lnTo>
                    <a:pt x="874131" y="318340"/>
                  </a:lnTo>
                  <a:lnTo>
                    <a:pt x="874946" y="365202"/>
                  </a:lnTo>
                  <a:lnTo>
                    <a:pt x="875761" y="414815"/>
                  </a:lnTo>
                  <a:lnTo>
                    <a:pt x="876576" y="434070"/>
                  </a:lnTo>
                  <a:lnTo>
                    <a:pt x="877391" y="452242"/>
                  </a:lnTo>
                  <a:lnTo>
                    <a:pt x="878205" y="446987"/>
                  </a:lnTo>
                  <a:lnTo>
                    <a:pt x="879020" y="410083"/>
                  </a:lnTo>
                  <a:lnTo>
                    <a:pt x="879835" y="422997"/>
                  </a:lnTo>
                  <a:lnTo>
                    <a:pt x="880650" y="325434"/>
                  </a:lnTo>
                  <a:lnTo>
                    <a:pt x="881464" y="311452"/>
                  </a:lnTo>
                  <a:lnTo>
                    <a:pt x="882279" y="369879"/>
                  </a:lnTo>
                  <a:lnTo>
                    <a:pt x="883094" y="391486"/>
                  </a:lnTo>
                  <a:lnTo>
                    <a:pt x="883909" y="436150"/>
                  </a:lnTo>
                  <a:lnTo>
                    <a:pt x="884724" y="410524"/>
                  </a:lnTo>
                  <a:lnTo>
                    <a:pt x="885538" y="400848"/>
                  </a:lnTo>
                  <a:lnTo>
                    <a:pt x="886353" y="393372"/>
                  </a:lnTo>
                  <a:lnTo>
                    <a:pt x="887168" y="375671"/>
                  </a:lnTo>
                  <a:lnTo>
                    <a:pt x="887983" y="410225"/>
                  </a:lnTo>
                  <a:lnTo>
                    <a:pt x="888797" y="396738"/>
                  </a:lnTo>
                  <a:lnTo>
                    <a:pt x="889612" y="437957"/>
                  </a:lnTo>
                  <a:lnTo>
                    <a:pt x="890427" y="370149"/>
                  </a:lnTo>
                  <a:lnTo>
                    <a:pt x="891242" y="343204"/>
                  </a:lnTo>
                  <a:lnTo>
                    <a:pt x="892057" y="369458"/>
                  </a:lnTo>
                  <a:lnTo>
                    <a:pt x="892871" y="352417"/>
                  </a:lnTo>
                  <a:lnTo>
                    <a:pt x="893686" y="346142"/>
                  </a:lnTo>
                  <a:lnTo>
                    <a:pt x="894501" y="361670"/>
                  </a:lnTo>
                  <a:lnTo>
                    <a:pt x="895316" y="348501"/>
                  </a:lnTo>
                  <a:lnTo>
                    <a:pt x="896130" y="376048"/>
                  </a:lnTo>
                  <a:lnTo>
                    <a:pt x="896945" y="365861"/>
                  </a:lnTo>
                  <a:lnTo>
                    <a:pt x="897760" y="352359"/>
                  </a:lnTo>
                  <a:lnTo>
                    <a:pt x="898575" y="353093"/>
                  </a:lnTo>
                  <a:lnTo>
                    <a:pt x="899390" y="319086"/>
                  </a:lnTo>
                  <a:lnTo>
                    <a:pt x="900204" y="277493"/>
                  </a:lnTo>
                  <a:lnTo>
                    <a:pt x="901019" y="226425"/>
                  </a:lnTo>
                  <a:lnTo>
                    <a:pt x="901834" y="170764"/>
                  </a:lnTo>
                  <a:lnTo>
                    <a:pt x="902649" y="202788"/>
                  </a:lnTo>
                  <a:lnTo>
                    <a:pt x="903463" y="216816"/>
                  </a:lnTo>
                  <a:lnTo>
                    <a:pt x="904278" y="263888"/>
                  </a:lnTo>
                  <a:lnTo>
                    <a:pt x="905093" y="270951"/>
                  </a:lnTo>
                  <a:lnTo>
                    <a:pt x="905908" y="209221"/>
                  </a:lnTo>
                  <a:lnTo>
                    <a:pt x="906723" y="187656"/>
                  </a:lnTo>
                  <a:lnTo>
                    <a:pt x="907537" y="139933"/>
                  </a:lnTo>
                  <a:lnTo>
                    <a:pt x="908352" y="173323"/>
                  </a:lnTo>
                  <a:lnTo>
                    <a:pt x="909167" y="158200"/>
                  </a:lnTo>
                  <a:lnTo>
                    <a:pt x="909982" y="175947"/>
                  </a:lnTo>
                  <a:lnTo>
                    <a:pt x="910796" y="196103"/>
                  </a:lnTo>
                  <a:lnTo>
                    <a:pt x="911611" y="210390"/>
                  </a:lnTo>
                  <a:lnTo>
                    <a:pt x="912426" y="194407"/>
                  </a:lnTo>
                  <a:lnTo>
                    <a:pt x="913241" y="194006"/>
                  </a:lnTo>
                  <a:lnTo>
                    <a:pt x="914056" y="146276"/>
                  </a:lnTo>
                  <a:lnTo>
                    <a:pt x="914870" y="178574"/>
                  </a:lnTo>
                  <a:lnTo>
                    <a:pt x="915685" y="187063"/>
                  </a:lnTo>
                  <a:lnTo>
                    <a:pt x="916500" y="152716"/>
                  </a:lnTo>
                  <a:lnTo>
                    <a:pt x="917315" y="153425"/>
                  </a:lnTo>
                  <a:lnTo>
                    <a:pt x="918130" y="158505"/>
                  </a:lnTo>
                  <a:lnTo>
                    <a:pt x="918944" y="210372"/>
                  </a:lnTo>
                  <a:lnTo>
                    <a:pt x="919759" y="197418"/>
                  </a:lnTo>
                  <a:lnTo>
                    <a:pt x="920574" y="212104"/>
                  </a:lnTo>
                  <a:lnTo>
                    <a:pt x="921389" y="241273"/>
                  </a:lnTo>
                  <a:lnTo>
                    <a:pt x="922203" y="292816"/>
                  </a:lnTo>
                  <a:lnTo>
                    <a:pt x="923018" y="352172"/>
                  </a:lnTo>
                  <a:lnTo>
                    <a:pt x="923833" y="383666"/>
                  </a:lnTo>
                  <a:lnTo>
                    <a:pt x="924648" y="387323"/>
                  </a:lnTo>
                  <a:lnTo>
                    <a:pt x="925463" y="413144"/>
                  </a:lnTo>
                  <a:lnTo>
                    <a:pt x="926277" y="394538"/>
                  </a:lnTo>
                  <a:lnTo>
                    <a:pt x="927092" y="424799"/>
                  </a:lnTo>
                  <a:lnTo>
                    <a:pt x="927907" y="433709"/>
                  </a:lnTo>
                  <a:lnTo>
                    <a:pt x="928722" y="441217"/>
                  </a:lnTo>
                  <a:lnTo>
                    <a:pt x="929399" y="46007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8859299" y="5883950"/>
              <a:ext cx="139196" cy="495499"/>
            </a:xfrm>
            <a:custGeom>
              <a:avLst/>
              <a:pathLst>
                <a:path w="139196" h="495499">
                  <a:moveTo>
                    <a:pt x="0" y="495499"/>
                  </a:moveTo>
                  <a:lnTo>
                    <a:pt x="683" y="475582"/>
                  </a:lnTo>
                  <a:lnTo>
                    <a:pt x="1498" y="469257"/>
                  </a:lnTo>
                  <a:lnTo>
                    <a:pt x="2312" y="469263"/>
                  </a:lnTo>
                  <a:lnTo>
                    <a:pt x="3127" y="447062"/>
                  </a:lnTo>
                  <a:lnTo>
                    <a:pt x="3942" y="455213"/>
                  </a:lnTo>
                  <a:lnTo>
                    <a:pt x="4757" y="426742"/>
                  </a:lnTo>
                  <a:lnTo>
                    <a:pt x="5572" y="437383"/>
                  </a:lnTo>
                  <a:lnTo>
                    <a:pt x="6386" y="440951"/>
                  </a:lnTo>
                  <a:lnTo>
                    <a:pt x="7201" y="399490"/>
                  </a:lnTo>
                  <a:lnTo>
                    <a:pt x="8016" y="421885"/>
                  </a:lnTo>
                  <a:lnTo>
                    <a:pt x="8831" y="373650"/>
                  </a:lnTo>
                  <a:lnTo>
                    <a:pt x="9646" y="395408"/>
                  </a:lnTo>
                  <a:lnTo>
                    <a:pt x="10460" y="362956"/>
                  </a:lnTo>
                  <a:lnTo>
                    <a:pt x="11275" y="334461"/>
                  </a:lnTo>
                  <a:lnTo>
                    <a:pt x="12090" y="315698"/>
                  </a:lnTo>
                  <a:lnTo>
                    <a:pt x="12905" y="308420"/>
                  </a:lnTo>
                  <a:lnTo>
                    <a:pt x="13719" y="314079"/>
                  </a:lnTo>
                  <a:lnTo>
                    <a:pt x="14534" y="321520"/>
                  </a:lnTo>
                  <a:lnTo>
                    <a:pt x="15349" y="311883"/>
                  </a:lnTo>
                  <a:lnTo>
                    <a:pt x="16164" y="295227"/>
                  </a:lnTo>
                  <a:lnTo>
                    <a:pt x="16979" y="278999"/>
                  </a:lnTo>
                  <a:lnTo>
                    <a:pt x="17793" y="270831"/>
                  </a:lnTo>
                  <a:lnTo>
                    <a:pt x="18608" y="243620"/>
                  </a:lnTo>
                  <a:lnTo>
                    <a:pt x="19423" y="190293"/>
                  </a:lnTo>
                  <a:lnTo>
                    <a:pt x="20238" y="182758"/>
                  </a:lnTo>
                  <a:lnTo>
                    <a:pt x="21052" y="202889"/>
                  </a:lnTo>
                  <a:lnTo>
                    <a:pt x="21867" y="139393"/>
                  </a:lnTo>
                  <a:lnTo>
                    <a:pt x="22682" y="148630"/>
                  </a:lnTo>
                  <a:lnTo>
                    <a:pt x="23497" y="101837"/>
                  </a:lnTo>
                  <a:lnTo>
                    <a:pt x="24312" y="109032"/>
                  </a:lnTo>
                  <a:lnTo>
                    <a:pt x="25126" y="60140"/>
                  </a:lnTo>
                  <a:lnTo>
                    <a:pt x="25941" y="0"/>
                  </a:lnTo>
                  <a:lnTo>
                    <a:pt x="26756" y="75467"/>
                  </a:lnTo>
                  <a:lnTo>
                    <a:pt x="27571" y="22325"/>
                  </a:lnTo>
                  <a:lnTo>
                    <a:pt x="28385" y="75055"/>
                  </a:lnTo>
                  <a:lnTo>
                    <a:pt x="29200" y="86891"/>
                  </a:lnTo>
                  <a:lnTo>
                    <a:pt x="30015" y="146707"/>
                  </a:lnTo>
                  <a:lnTo>
                    <a:pt x="30830" y="193849"/>
                  </a:lnTo>
                  <a:lnTo>
                    <a:pt x="31645" y="209150"/>
                  </a:lnTo>
                  <a:lnTo>
                    <a:pt x="32459" y="211273"/>
                  </a:lnTo>
                  <a:lnTo>
                    <a:pt x="33274" y="162460"/>
                  </a:lnTo>
                  <a:lnTo>
                    <a:pt x="34089" y="182312"/>
                  </a:lnTo>
                  <a:lnTo>
                    <a:pt x="34904" y="178829"/>
                  </a:lnTo>
                  <a:lnTo>
                    <a:pt x="35718" y="160605"/>
                  </a:lnTo>
                  <a:lnTo>
                    <a:pt x="36533" y="153489"/>
                  </a:lnTo>
                  <a:lnTo>
                    <a:pt x="37348" y="153898"/>
                  </a:lnTo>
                  <a:lnTo>
                    <a:pt x="38163" y="214469"/>
                  </a:lnTo>
                  <a:lnTo>
                    <a:pt x="38978" y="228528"/>
                  </a:lnTo>
                  <a:lnTo>
                    <a:pt x="39792" y="244600"/>
                  </a:lnTo>
                  <a:lnTo>
                    <a:pt x="40607" y="252153"/>
                  </a:lnTo>
                  <a:lnTo>
                    <a:pt x="41422" y="264733"/>
                  </a:lnTo>
                  <a:lnTo>
                    <a:pt x="42237" y="262530"/>
                  </a:lnTo>
                  <a:lnTo>
                    <a:pt x="43051" y="278283"/>
                  </a:lnTo>
                  <a:lnTo>
                    <a:pt x="43866" y="296097"/>
                  </a:lnTo>
                  <a:lnTo>
                    <a:pt x="44681" y="315278"/>
                  </a:lnTo>
                  <a:lnTo>
                    <a:pt x="45496" y="352398"/>
                  </a:lnTo>
                  <a:lnTo>
                    <a:pt x="46311" y="368873"/>
                  </a:lnTo>
                  <a:lnTo>
                    <a:pt x="47125" y="349201"/>
                  </a:lnTo>
                  <a:lnTo>
                    <a:pt x="47940" y="306403"/>
                  </a:lnTo>
                  <a:lnTo>
                    <a:pt x="48755" y="285964"/>
                  </a:lnTo>
                  <a:lnTo>
                    <a:pt x="49570" y="282795"/>
                  </a:lnTo>
                  <a:lnTo>
                    <a:pt x="50385" y="323108"/>
                  </a:lnTo>
                  <a:lnTo>
                    <a:pt x="51199" y="310648"/>
                  </a:lnTo>
                  <a:lnTo>
                    <a:pt x="52014" y="294023"/>
                  </a:lnTo>
                  <a:lnTo>
                    <a:pt x="52829" y="277855"/>
                  </a:lnTo>
                  <a:lnTo>
                    <a:pt x="53644" y="293339"/>
                  </a:lnTo>
                  <a:lnTo>
                    <a:pt x="54458" y="265716"/>
                  </a:lnTo>
                  <a:lnTo>
                    <a:pt x="55273" y="291050"/>
                  </a:lnTo>
                  <a:lnTo>
                    <a:pt x="56088" y="207766"/>
                  </a:lnTo>
                  <a:lnTo>
                    <a:pt x="56903" y="197268"/>
                  </a:lnTo>
                  <a:lnTo>
                    <a:pt x="57718" y="182703"/>
                  </a:lnTo>
                  <a:lnTo>
                    <a:pt x="58532" y="228416"/>
                  </a:lnTo>
                  <a:lnTo>
                    <a:pt x="59347" y="223338"/>
                  </a:lnTo>
                  <a:lnTo>
                    <a:pt x="60162" y="216770"/>
                  </a:lnTo>
                  <a:lnTo>
                    <a:pt x="60977" y="223107"/>
                  </a:lnTo>
                  <a:lnTo>
                    <a:pt x="61791" y="279167"/>
                  </a:lnTo>
                  <a:lnTo>
                    <a:pt x="62606" y="284849"/>
                  </a:lnTo>
                  <a:lnTo>
                    <a:pt x="63421" y="271303"/>
                  </a:lnTo>
                  <a:lnTo>
                    <a:pt x="64236" y="210272"/>
                  </a:lnTo>
                  <a:lnTo>
                    <a:pt x="65051" y="236425"/>
                  </a:lnTo>
                  <a:lnTo>
                    <a:pt x="65865" y="285086"/>
                  </a:lnTo>
                  <a:lnTo>
                    <a:pt x="66680" y="326414"/>
                  </a:lnTo>
                  <a:lnTo>
                    <a:pt x="67495" y="326277"/>
                  </a:lnTo>
                  <a:lnTo>
                    <a:pt x="68310" y="304522"/>
                  </a:lnTo>
                  <a:lnTo>
                    <a:pt x="69124" y="286211"/>
                  </a:lnTo>
                  <a:lnTo>
                    <a:pt x="69939" y="274032"/>
                  </a:lnTo>
                  <a:lnTo>
                    <a:pt x="70754" y="234409"/>
                  </a:lnTo>
                  <a:lnTo>
                    <a:pt x="71569" y="233448"/>
                  </a:lnTo>
                  <a:lnTo>
                    <a:pt x="72384" y="238796"/>
                  </a:lnTo>
                  <a:lnTo>
                    <a:pt x="73198" y="248373"/>
                  </a:lnTo>
                  <a:lnTo>
                    <a:pt x="74013" y="241631"/>
                  </a:lnTo>
                  <a:lnTo>
                    <a:pt x="74828" y="292655"/>
                  </a:lnTo>
                  <a:lnTo>
                    <a:pt x="75643" y="315261"/>
                  </a:lnTo>
                  <a:lnTo>
                    <a:pt x="76457" y="349758"/>
                  </a:lnTo>
                  <a:lnTo>
                    <a:pt x="77272" y="394373"/>
                  </a:lnTo>
                  <a:lnTo>
                    <a:pt x="78087" y="377775"/>
                  </a:lnTo>
                  <a:lnTo>
                    <a:pt x="78902" y="373623"/>
                  </a:lnTo>
                  <a:lnTo>
                    <a:pt x="79717" y="360283"/>
                  </a:lnTo>
                  <a:lnTo>
                    <a:pt x="80531" y="391284"/>
                  </a:lnTo>
                  <a:lnTo>
                    <a:pt x="81346" y="405526"/>
                  </a:lnTo>
                  <a:lnTo>
                    <a:pt x="82161" y="390248"/>
                  </a:lnTo>
                  <a:lnTo>
                    <a:pt x="82976" y="364409"/>
                  </a:lnTo>
                  <a:lnTo>
                    <a:pt x="83790" y="381723"/>
                  </a:lnTo>
                  <a:lnTo>
                    <a:pt x="84605" y="315618"/>
                  </a:lnTo>
                  <a:lnTo>
                    <a:pt x="85420" y="295599"/>
                  </a:lnTo>
                  <a:lnTo>
                    <a:pt x="86235" y="268810"/>
                  </a:lnTo>
                  <a:lnTo>
                    <a:pt x="87050" y="300162"/>
                  </a:lnTo>
                  <a:lnTo>
                    <a:pt x="87864" y="285576"/>
                  </a:lnTo>
                  <a:lnTo>
                    <a:pt x="88679" y="245191"/>
                  </a:lnTo>
                  <a:lnTo>
                    <a:pt x="89494" y="175857"/>
                  </a:lnTo>
                  <a:lnTo>
                    <a:pt x="90309" y="216748"/>
                  </a:lnTo>
                  <a:lnTo>
                    <a:pt x="91124" y="247958"/>
                  </a:lnTo>
                  <a:lnTo>
                    <a:pt x="91938" y="222863"/>
                  </a:lnTo>
                  <a:lnTo>
                    <a:pt x="92753" y="198976"/>
                  </a:lnTo>
                  <a:lnTo>
                    <a:pt x="93568" y="183631"/>
                  </a:lnTo>
                  <a:lnTo>
                    <a:pt x="94383" y="221888"/>
                  </a:lnTo>
                  <a:lnTo>
                    <a:pt x="95197" y="248387"/>
                  </a:lnTo>
                  <a:lnTo>
                    <a:pt x="96012" y="295301"/>
                  </a:lnTo>
                  <a:lnTo>
                    <a:pt x="96827" y="365937"/>
                  </a:lnTo>
                  <a:lnTo>
                    <a:pt x="97642" y="386648"/>
                  </a:lnTo>
                  <a:lnTo>
                    <a:pt x="98457" y="394915"/>
                  </a:lnTo>
                  <a:lnTo>
                    <a:pt x="99271" y="394105"/>
                  </a:lnTo>
                  <a:lnTo>
                    <a:pt x="100086" y="367245"/>
                  </a:lnTo>
                  <a:lnTo>
                    <a:pt x="100901" y="347030"/>
                  </a:lnTo>
                  <a:lnTo>
                    <a:pt x="101716" y="332894"/>
                  </a:lnTo>
                  <a:lnTo>
                    <a:pt x="102530" y="341006"/>
                  </a:lnTo>
                  <a:lnTo>
                    <a:pt x="103345" y="368315"/>
                  </a:lnTo>
                  <a:lnTo>
                    <a:pt x="104160" y="347901"/>
                  </a:lnTo>
                  <a:lnTo>
                    <a:pt x="104975" y="337779"/>
                  </a:lnTo>
                  <a:lnTo>
                    <a:pt x="105790" y="329088"/>
                  </a:lnTo>
                  <a:lnTo>
                    <a:pt x="106604" y="283418"/>
                  </a:lnTo>
                  <a:lnTo>
                    <a:pt x="107419" y="253869"/>
                  </a:lnTo>
                  <a:lnTo>
                    <a:pt x="108234" y="226440"/>
                  </a:lnTo>
                  <a:lnTo>
                    <a:pt x="109049" y="197152"/>
                  </a:lnTo>
                  <a:lnTo>
                    <a:pt x="109863" y="202948"/>
                  </a:lnTo>
                  <a:lnTo>
                    <a:pt x="110678" y="174921"/>
                  </a:lnTo>
                  <a:lnTo>
                    <a:pt x="111493" y="228561"/>
                  </a:lnTo>
                  <a:lnTo>
                    <a:pt x="112308" y="232159"/>
                  </a:lnTo>
                  <a:lnTo>
                    <a:pt x="113123" y="184495"/>
                  </a:lnTo>
                  <a:lnTo>
                    <a:pt x="113937" y="208605"/>
                  </a:lnTo>
                  <a:lnTo>
                    <a:pt x="114752" y="203898"/>
                  </a:lnTo>
                  <a:lnTo>
                    <a:pt x="115567" y="256295"/>
                  </a:lnTo>
                  <a:lnTo>
                    <a:pt x="116382" y="247501"/>
                  </a:lnTo>
                  <a:lnTo>
                    <a:pt x="117196" y="219321"/>
                  </a:lnTo>
                  <a:lnTo>
                    <a:pt x="118011" y="209879"/>
                  </a:lnTo>
                  <a:lnTo>
                    <a:pt x="118826" y="217435"/>
                  </a:lnTo>
                  <a:lnTo>
                    <a:pt x="119641" y="205694"/>
                  </a:lnTo>
                  <a:lnTo>
                    <a:pt x="120456" y="157014"/>
                  </a:lnTo>
                  <a:lnTo>
                    <a:pt x="121270" y="152978"/>
                  </a:lnTo>
                  <a:lnTo>
                    <a:pt x="122085" y="183840"/>
                  </a:lnTo>
                  <a:lnTo>
                    <a:pt x="122900" y="187335"/>
                  </a:lnTo>
                  <a:lnTo>
                    <a:pt x="123715" y="154153"/>
                  </a:lnTo>
                  <a:lnTo>
                    <a:pt x="124530" y="126456"/>
                  </a:lnTo>
                  <a:lnTo>
                    <a:pt x="125344" y="126583"/>
                  </a:lnTo>
                  <a:lnTo>
                    <a:pt x="126159" y="88061"/>
                  </a:lnTo>
                  <a:lnTo>
                    <a:pt x="126974" y="113338"/>
                  </a:lnTo>
                  <a:lnTo>
                    <a:pt x="127789" y="159254"/>
                  </a:lnTo>
                  <a:lnTo>
                    <a:pt x="128603" y="164151"/>
                  </a:lnTo>
                  <a:lnTo>
                    <a:pt x="129418" y="216613"/>
                  </a:lnTo>
                  <a:lnTo>
                    <a:pt x="130233" y="239636"/>
                  </a:lnTo>
                  <a:lnTo>
                    <a:pt x="131048" y="235759"/>
                  </a:lnTo>
                  <a:lnTo>
                    <a:pt x="131863" y="265012"/>
                  </a:lnTo>
                  <a:lnTo>
                    <a:pt x="132677" y="261534"/>
                  </a:lnTo>
                  <a:lnTo>
                    <a:pt x="133492" y="245620"/>
                  </a:lnTo>
                  <a:lnTo>
                    <a:pt x="134307" y="263228"/>
                  </a:lnTo>
                  <a:lnTo>
                    <a:pt x="135122" y="265495"/>
                  </a:lnTo>
                  <a:lnTo>
                    <a:pt x="135936" y="253504"/>
                  </a:lnTo>
                  <a:lnTo>
                    <a:pt x="136751" y="235656"/>
                  </a:lnTo>
                  <a:lnTo>
                    <a:pt x="137566" y="228574"/>
                  </a:lnTo>
                  <a:lnTo>
                    <a:pt x="138381" y="282158"/>
                  </a:lnTo>
                  <a:lnTo>
                    <a:pt x="139196" y="260180"/>
                  </a:lnTo>
                  <a:lnTo>
                    <a:pt x="139196" y="26018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4934" y="4622748"/>
              <a:ext cx="8553560" cy="1756701"/>
            </a:xfrm>
            <a:custGeom>
              <a:avLst/>
              <a:pathLst>
                <a:path w="8553560" h="1756701">
                  <a:moveTo>
                    <a:pt x="0" y="1333747"/>
                  </a:moveTo>
                  <a:lnTo>
                    <a:pt x="814" y="1386960"/>
                  </a:lnTo>
                  <a:lnTo>
                    <a:pt x="1629" y="1466929"/>
                  </a:lnTo>
                  <a:lnTo>
                    <a:pt x="2444" y="1441782"/>
                  </a:lnTo>
                  <a:lnTo>
                    <a:pt x="3259" y="1420297"/>
                  </a:lnTo>
                  <a:lnTo>
                    <a:pt x="4073" y="1402695"/>
                  </a:lnTo>
                  <a:lnTo>
                    <a:pt x="4888" y="1470211"/>
                  </a:lnTo>
                  <a:lnTo>
                    <a:pt x="5703" y="1432017"/>
                  </a:lnTo>
                  <a:lnTo>
                    <a:pt x="6518" y="1422286"/>
                  </a:lnTo>
                  <a:lnTo>
                    <a:pt x="7333" y="1496400"/>
                  </a:lnTo>
                  <a:lnTo>
                    <a:pt x="8147" y="1498798"/>
                  </a:lnTo>
                  <a:lnTo>
                    <a:pt x="8962" y="1424764"/>
                  </a:lnTo>
                  <a:lnTo>
                    <a:pt x="9777" y="1408839"/>
                  </a:lnTo>
                  <a:lnTo>
                    <a:pt x="10592" y="1425275"/>
                  </a:lnTo>
                  <a:lnTo>
                    <a:pt x="11406" y="1468083"/>
                  </a:lnTo>
                  <a:lnTo>
                    <a:pt x="12221" y="1448091"/>
                  </a:lnTo>
                  <a:lnTo>
                    <a:pt x="13036" y="1475142"/>
                  </a:lnTo>
                  <a:lnTo>
                    <a:pt x="13851" y="1447669"/>
                  </a:lnTo>
                  <a:lnTo>
                    <a:pt x="14666" y="1485314"/>
                  </a:lnTo>
                  <a:lnTo>
                    <a:pt x="15480" y="1482164"/>
                  </a:lnTo>
                  <a:lnTo>
                    <a:pt x="16295" y="1514844"/>
                  </a:lnTo>
                  <a:lnTo>
                    <a:pt x="17110" y="1537517"/>
                  </a:lnTo>
                  <a:lnTo>
                    <a:pt x="17925" y="1558830"/>
                  </a:lnTo>
                  <a:lnTo>
                    <a:pt x="18739" y="1600435"/>
                  </a:lnTo>
                  <a:lnTo>
                    <a:pt x="19554" y="1567426"/>
                  </a:lnTo>
                  <a:lnTo>
                    <a:pt x="20369" y="1539026"/>
                  </a:lnTo>
                  <a:lnTo>
                    <a:pt x="21184" y="1487447"/>
                  </a:lnTo>
                  <a:lnTo>
                    <a:pt x="21999" y="1400134"/>
                  </a:lnTo>
                  <a:lnTo>
                    <a:pt x="22813" y="1471552"/>
                  </a:lnTo>
                  <a:lnTo>
                    <a:pt x="23628" y="1460968"/>
                  </a:lnTo>
                  <a:lnTo>
                    <a:pt x="24443" y="1521633"/>
                  </a:lnTo>
                  <a:lnTo>
                    <a:pt x="25258" y="1508574"/>
                  </a:lnTo>
                  <a:lnTo>
                    <a:pt x="26072" y="1467355"/>
                  </a:lnTo>
                  <a:lnTo>
                    <a:pt x="26887" y="1442914"/>
                  </a:lnTo>
                  <a:lnTo>
                    <a:pt x="27702" y="1351412"/>
                  </a:lnTo>
                  <a:lnTo>
                    <a:pt x="28517" y="1293324"/>
                  </a:lnTo>
                  <a:lnTo>
                    <a:pt x="29332" y="1271928"/>
                  </a:lnTo>
                  <a:lnTo>
                    <a:pt x="30146" y="1330549"/>
                  </a:lnTo>
                  <a:lnTo>
                    <a:pt x="30961" y="1427656"/>
                  </a:lnTo>
                  <a:lnTo>
                    <a:pt x="31776" y="1426745"/>
                  </a:lnTo>
                  <a:lnTo>
                    <a:pt x="32591" y="1449642"/>
                  </a:lnTo>
                  <a:lnTo>
                    <a:pt x="33405" y="1460872"/>
                  </a:lnTo>
                  <a:lnTo>
                    <a:pt x="34220" y="1497481"/>
                  </a:lnTo>
                  <a:lnTo>
                    <a:pt x="35035" y="1446449"/>
                  </a:lnTo>
                  <a:lnTo>
                    <a:pt x="35850" y="1464032"/>
                  </a:lnTo>
                  <a:lnTo>
                    <a:pt x="36665" y="1384881"/>
                  </a:lnTo>
                  <a:lnTo>
                    <a:pt x="37479" y="1277470"/>
                  </a:lnTo>
                  <a:lnTo>
                    <a:pt x="38294" y="1250211"/>
                  </a:lnTo>
                  <a:lnTo>
                    <a:pt x="39109" y="1327288"/>
                  </a:lnTo>
                  <a:lnTo>
                    <a:pt x="39924" y="1418741"/>
                  </a:lnTo>
                  <a:lnTo>
                    <a:pt x="40739" y="1452203"/>
                  </a:lnTo>
                  <a:lnTo>
                    <a:pt x="41553" y="1391689"/>
                  </a:lnTo>
                  <a:lnTo>
                    <a:pt x="42368" y="1357951"/>
                  </a:lnTo>
                  <a:lnTo>
                    <a:pt x="43183" y="1365458"/>
                  </a:lnTo>
                  <a:lnTo>
                    <a:pt x="43998" y="1282665"/>
                  </a:lnTo>
                  <a:lnTo>
                    <a:pt x="44812" y="1339718"/>
                  </a:lnTo>
                  <a:lnTo>
                    <a:pt x="45627" y="1359434"/>
                  </a:lnTo>
                  <a:lnTo>
                    <a:pt x="46442" y="1379341"/>
                  </a:lnTo>
                  <a:lnTo>
                    <a:pt x="47257" y="1393635"/>
                  </a:lnTo>
                  <a:lnTo>
                    <a:pt x="48072" y="1232178"/>
                  </a:lnTo>
                  <a:lnTo>
                    <a:pt x="48886" y="1222174"/>
                  </a:lnTo>
                  <a:lnTo>
                    <a:pt x="49701" y="1326653"/>
                  </a:lnTo>
                  <a:lnTo>
                    <a:pt x="50516" y="1471612"/>
                  </a:lnTo>
                  <a:lnTo>
                    <a:pt x="51331" y="1523930"/>
                  </a:lnTo>
                  <a:lnTo>
                    <a:pt x="52145" y="1477539"/>
                  </a:lnTo>
                  <a:lnTo>
                    <a:pt x="52960" y="1473600"/>
                  </a:lnTo>
                  <a:lnTo>
                    <a:pt x="53775" y="1462437"/>
                  </a:lnTo>
                  <a:lnTo>
                    <a:pt x="54590" y="1430979"/>
                  </a:lnTo>
                  <a:lnTo>
                    <a:pt x="55405" y="1451872"/>
                  </a:lnTo>
                  <a:lnTo>
                    <a:pt x="56219" y="1485846"/>
                  </a:lnTo>
                  <a:lnTo>
                    <a:pt x="57034" y="1495505"/>
                  </a:lnTo>
                  <a:lnTo>
                    <a:pt x="57849" y="1502795"/>
                  </a:lnTo>
                  <a:lnTo>
                    <a:pt x="58664" y="1563686"/>
                  </a:lnTo>
                  <a:lnTo>
                    <a:pt x="59478" y="1587911"/>
                  </a:lnTo>
                  <a:lnTo>
                    <a:pt x="60293" y="1610725"/>
                  </a:lnTo>
                  <a:lnTo>
                    <a:pt x="61108" y="1571587"/>
                  </a:lnTo>
                  <a:lnTo>
                    <a:pt x="61923" y="1575980"/>
                  </a:lnTo>
                  <a:lnTo>
                    <a:pt x="62738" y="1445366"/>
                  </a:lnTo>
                  <a:lnTo>
                    <a:pt x="63552" y="1390417"/>
                  </a:lnTo>
                  <a:lnTo>
                    <a:pt x="64367" y="1431507"/>
                  </a:lnTo>
                  <a:lnTo>
                    <a:pt x="65182" y="1432421"/>
                  </a:lnTo>
                  <a:lnTo>
                    <a:pt x="65997" y="1543242"/>
                  </a:lnTo>
                  <a:lnTo>
                    <a:pt x="66811" y="1540394"/>
                  </a:lnTo>
                  <a:lnTo>
                    <a:pt x="67626" y="1551370"/>
                  </a:lnTo>
                  <a:lnTo>
                    <a:pt x="68441" y="1524906"/>
                  </a:lnTo>
                  <a:lnTo>
                    <a:pt x="69256" y="1421018"/>
                  </a:lnTo>
                  <a:lnTo>
                    <a:pt x="70071" y="1312648"/>
                  </a:lnTo>
                  <a:lnTo>
                    <a:pt x="70885" y="1203667"/>
                  </a:lnTo>
                  <a:lnTo>
                    <a:pt x="71700" y="1201067"/>
                  </a:lnTo>
                  <a:lnTo>
                    <a:pt x="72515" y="1269780"/>
                  </a:lnTo>
                  <a:lnTo>
                    <a:pt x="73330" y="1208382"/>
                  </a:lnTo>
                  <a:lnTo>
                    <a:pt x="74144" y="1249719"/>
                  </a:lnTo>
                  <a:lnTo>
                    <a:pt x="74959" y="1249469"/>
                  </a:lnTo>
                  <a:lnTo>
                    <a:pt x="75774" y="1333369"/>
                  </a:lnTo>
                  <a:lnTo>
                    <a:pt x="76589" y="1435748"/>
                  </a:lnTo>
                  <a:lnTo>
                    <a:pt x="77404" y="1430149"/>
                  </a:lnTo>
                  <a:lnTo>
                    <a:pt x="78218" y="1512853"/>
                  </a:lnTo>
                  <a:lnTo>
                    <a:pt x="79033" y="1571967"/>
                  </a:lnTo>
                  <a:lnTo>
                    <a:pt x="79848" y="1596013"/>
                  </a:lnTo>
                  <a:lnTo>
                    <a:pt x="80663" y="1594577"/>
                  </a:lnTo>
                  <a:lnTo>
                    <a:pt x="81478" y="1620221"/>
                  </a:lnTo>
                  <a:lnTo>
                    <a:pt x="82292" y="1624029"/>
                  </a:lnTo>
                  <a:lnTo>
                    <a:pt x="83107" y="1618004"/>
                  </a:lnTo>
                  <a:lnTo>
                    <a:pt x="83922" y="1643732"/>
                  </a:lnTo>
                  <a:lnTo>
                    <a:pt x="84737" y="1614527"/>
                  </a:lnTo>
                  <a:lnTo>
                    <a:pt x="85551" y="1617617"/>
                  </a:lnTo>
                  <a:lnTo>
                    <a:pt x="86366" y="1597127"/>
                  </a:lnTo>
                  <a:lnTo>
                    <a:pt x="87181" y="1632628"/>
                  </a:lnTo>
                  <a:lnTo>
                    <a:pt x="87996" y="1645902"/>
                  </a:lnTo>
                  <a:lnTo>
                    <a:pt x="88811" y="1596052"/>
                  </a:lnTo>
                  <a:lnTo>
                    <a:pt x="89625" y="1556049"/>
                  </a:lnTo>
                  <a:lnTo>
                    <a:pt x="90440" y="1552605"/>
                  </a:lnTo>
                  <a:lnTo>
                    <a:pt x="91255" y="1552238"/>
                  </a:lnTo>
                  <a:lnTo>
                    <a:pt x="92070" y="1583696"/>
                  </a:lnTo>
                  <a:lnTo>
                    <a:pt x="92884" y="1651710"/>
                  </a:lnTo>
                  <a:lnTo>
                    <a:pt x="93699" y="1667811"/>
                  </a:lnTo>
                  <a:lnTo>
                    <a:pt x="94514" y="1688242"/>
                  </a:lnTo>
                  <a:lnTo>
                    <a:pt x="95329" y="1675869"/>
                  </a:lnTo>
                  <a:lnTo>
                    <a:pt x="96144" y="1675452"/>
                  </a:lnTo>
                  <a:lnTo>
                    <a:pt x="96958" y="1704057"/>
                  </a:lnTo>
                  <a:lnTo>
                    <a:pt x="97773" y="1694990"/>
                  </a:lnTo>
                  <a:lnTo>
                    <a:pt x="98588" y="1639103"/>
                  </a:lnTo>
                  <a:lnTo>
                    <a:pt x="99403" y="1622857"/>
                  </a:lnTo>
                  <a:lnTo>
                    <a:pt x="100217" y="1643412"/>
                  </a:lnTo>
                  <a:lnTo>
                    <a:pt x="101032" y="1643343"/>
                  </a:lnTo>
                  <a:lnTo>
                    <a:pt x="101847" y="1669802"/>
                  </a:lnTo>
                  <a:lnTo>
                    <a:pt x="102662" y="1659279"/>
                  </a:lnTo>
                  <a:lnTo>
                    <a:pt x="103477" y="1683508"/>
                  </a:lnTo>
                  <a:lnTo>
                    <a:pt x="104291" y="1685906"/>
                  </a:lnTo>
                  <a:lnTo>
                    <a:pt x="105106" y="1642442"/>
                  </a:lnTo>
                  <a:lnTo>
                    <a:pt x="105921" y="1636115"/>
                  </a:lnTo>
                  <a:lnTo>
                    <a:pt x="106736" y="1637993"/>
                  </a:lnTo>
                  <a:lnTo>
                    <a:pt x="107550" y="1654811"/>
                  </a:lnTo>
                  <a:lnTo>
                    <a:pt x="108365" y="1636596"/>
                  </a:lnTo>
                  <a:lnTo>
                    <a:pt x="109180" y="1614031"/>
                  </a:lnTo>
                  <a:lnTo>
                    <a:pt x="109995" y="1592948"/>
                  </a:lnTo>
                  <a:lnTo>
                    <a:pt x="110810" y="1587894"/>
                  </a:lnTo>
                  <a:lnTo>
                    <a:pt x="111624" y="1549306"/>
                  </a:lnTo>
                  <a:lnTo>
                    <a:pt x="112439" y="1515246"/>
                  </a:lnTo>
                  <a:lnTo>
                    <a:pt x="113254" y="1501642"/>
                  </a:lnTo>
                  <a:lnTo>
                    <a:pt x="114069" y="1462443"/>
                  </a:lnTo>
                  <a:lnTo>
                    <a:pt x="114883" y="1505789"/>
                  </a:lnTo>
                  <a:lnTo>
                    <a:pt x="115698" y="1507030"/>
                  </a:lnTo>
                  <a:lnTo>
                    <a:pt x="116513" y="1562578"/>
                  </a:lnTo>
                  <a:lnTo>
                    <a:pt x="117328" y="1620303"/>
                  </a:lnTo>
                  <a:lnTo>
                    <a:pt x="118143" y="1632265"/>
                  </a:lnTo>
                  <a:lnTo>
                    <a:pt x="118957" y="1646424"/>
                  </a:lnTo>
                  <a:lnTo>
                    <a:pt x="119772" y="1621942"/>
                  </a:lnTo>
                  <a:lnTo>
                    <a:pt x="120587" y="1579234"/>
                  </a:lnTo>
                  <a:lnTo>
                    <a:pt x="121402" y="1607322"/>
                  </a:lnTo>
                  <a:lnTo>
                    <a:pt x="122217" y="1642117"/>
                  </a:lnTo>
                  <a:lnTo>
                    <a:pt x="123031" y="1651528"/>
                  </a:lnTo>
                  <a:lnTo>
                    <a:pt x="123846" y="1673288"/>
                  </a:lnTo>
                  <a:lnTo>
                    <a:pt x="124661" y="1661874"/>
                  </a:lnTo>
                  <a:lnTo>
                    <a:pt x="125476" y="1646775"/>
                  </a:lnTo>
                  <a:lnTo>
                    <a:pt x="126290" y="1662603"/>
                  </a:lnTo>
                  <a:lnTo>
                    <a:pt x="127105" y="1545112"/>
                  </a:lnTo>
                  <a:lnTo>
                    <a:pt x="127920" y="1488428"/>
                  </a:lnTo>
                  <a:lnTo>
                    <a:pt x="128735" y="1492982"/>
                  </a:lnTo>
                  <a:lnTo>
                    <a:pt x="129550" y="1489969"/>
                  </a:lnTo>
                  <a:lnTo>
                    <a:pt x="130364" y="1582009"/>
                  </a:lnTo>
                  <a:lnTo>
                    <a:pt x="131179" y="1444764"/>
                  </a:lnTo>
                  <a:lnTo>
                    <a:pt x="131994" y="1501832"/>
                  </a:lnTo>
                  <a:lnTo>
                    <a:pt x="132809" y="1588844"/>
                  </a:lnTo>
                  <a:lnTo>
                    <a:pt x="133623" y="1602702"/>
                  </a:lnTo>
                  <a:lnTo>
                    <a:pt x="134438" y="1648540"/>
                  </a:lnTo>
                  <a:lnTo>
                    <a:pt x="135253" y="1614765"/>
                  </a:lnTo>
                  <a:lnTo>
                    <a:pt x="136068" y="1690322"/>
                  </a:lnTo>
                  <a:lnTo>
                    <a:pt x="136883" y="1707707"/>
                  </a:lnTo>
                  <a:lnTo>
                    <a:pt x="137697" y="1665657"/>
                  </a:lnTo>
                  <a:lnTo>
                    <a:pt x="138512" y="1682552"/>
                  </a:lnTo>
                  <a:lnTo>
                    <a:pt x="139327" y="1672066"/>
                  </a:lnTo>
                  <a:lnTo>
                    <a:pt x="140142" y="1666265"/>
                  </a:lnTo>
                  <a:lnTo>
                    <a:pt x="140956" y="1684084"/>
                  </a:lnTo>
                  <a:lnTo>
                    <a:pt x="141771" y="1648807"/>
                  </a:lnTo>
                  <a:lnTo>
                    <a:pt x="142586" y="1659651"/>
                  </a:lnTo>
                  <a:lnTo>
                    <a:pt x="143401" y="1573715"/>
                  </a:lnTo>
                  <a:lnTo>
                    <a:pt x="144216" y="1504797"/>
                  </a:lnTo>
                  <a:lnTo>
                    <a:pt x="145030" y="1409111"/>
                  </a:lnTo>
                  <a:lnTo>
                    <a:pt x="145845" y="1318264"/>
                  </a:lnTo>
                  <a:lnTo>
                    <a:pt x="146660" y="1365896"/>
                  </a:lnTo>
                  <a:lnTo>
                    <a:pt x="147475" y="1410653"/>
                  </a:lnTo>
                  <a:lnTo>
                    <a:pt x="148289" y="1484825"/>
                  </a:lnTo>
                  <a:lnTo>
                    <a:pt x="149104" y="1571537"/>
                  </a:lnTo>
                  <a:lnTo>
                    <a:pt x="149919" y="1576110"/>
                  </a:lnTo>
                  <a:lnTo>
                    <a:pt x="150734" y="1639363"/>
                  </a:lnTo>
                  <a:lnTo>
                    <a:pt x="151549" y="1628324"/>
                  </a:lnTo>
                  <a:lnTo>
                    <a:pt x="152363" y="1591051"/>
                  </a:lnTo>
                  <a:lnTo>
                    <a:pt x="153178" y="1547865"/>
                  </a:lnTo>
                  <a:lnTo>
                    <a:pt x="153993" y="1543307"/>
                  </a:lnTo>
                  <a:lnTo>
                    <a:pt x="154808" y="1507031"/>
                  </a:lnTo>
                  <a:lnTo>
                    <a:pt x="155622" y="1547484"/>
                  </a:lnTo>
                  <a:lnTo>
                    <a:pt x="156437" y="1521521"/>
                  </a:lnTo>
                  <a:lnTo>
                    <a:pt x="157252" y="1532499"/>
                  </a:lnTo>
                  <a:lnTo>
                    <a:pt x="158067" y="1601913"/>
                  </a:lnTo>
                  <a:lnTo>
                    <a:pt x="158882" y="1643522"/>
                  </a:lnTo>
                  <a:lnTo>
                    <a:pt x="159696" y="1669453"/>
                  </a:lnTo>
                  <a:lnTo>
                    <a:pt x="160511" y="1638256"/>
                  </a:lnTo>
                  <a:lnTo>
                    <a:pt x="161326" y="1627408"/>
                  </a:lnTo>
                  <a:lnTo>
                    <a:pt x="162141" y="1645479"/>
                  </a:lnTo>
                  <a:lnTo>
                    <a:pt x="162956" y="1637009"/>
                  </a:lnTo>
                  <a:lnTo>
                    <a:pt x="163770" y="1669815"/>
                  </a:lnTo>
                  <a:lnTo>
                    <a:pt x="164585" y="1618707"/>
                  </a:lnTo>
                  <a:lnTo>
                    <a:pt x="165400" y="1642481"/>
                  </a:lnTo>
                  <a:lnTo>
                    <a:pt x="166215" y="1698387"/>
                  </a:lnTo>
                  <a:lnTo>
                    <a:pt x="167029" y="1691177"/>
                  </a:lnTo>
                  <a:lnTo>
                    <a:pt x="167844" y="1688797"/>
                  </a:lnTo>
                  <a:lnTo>
                    <a:pt x="168659" y="1722319"/>
                  </a:lnTo>
                  <a:lnTo>
                    <a:pt x="169474" y="1697182"/>
                  </a:lnTo>
                  <a:lnTo>
                    <a:pt x="170289" y="1729784"/>
                  </a:lnTo>
                  <a:lnTo>
                    <a:pt x="171103" y="1683184"/>
                  </a:lnTo>
                  <a:lnTo>
                    <a:pt x="171918" y="1621405"/>
                  </a:lnTo>
                  <a:lnTo>
                    <a:pt x="172733" y="1673069"/>
                  </a:lnTo>
                  <a:lnTo>
                    <a:pt x="173548" y="1532334"/>
                  </a:lnTo>
                  <a:lnTo>
                    <a:pt x="174362" y="1479079"/>
                  </a:lnTo>
                  <a:lnTo>
                    <a:pt x="175177" y="1469361"/>
                  </a:lnTo>
                  <a:lnTo>
                    <a:pt x="175992" y="1549074"/>
                  </a:lnTo>
                  <a:lnTo>
                    <a:pt x="176807" y="1634621"/>
                  </a:lnTo>
                  <a:lnTo>
                    <a:pt x="177622" y="1554270"/>
                  </a:lnTo>
                  <a:lnTo>
                    <a:pt x="178436" y="1583915"/>
                  </a:lnTo>
                  <a:lnTo>
                    <a:pt x="179251" y="1582431"/>
                  </a:lnTo>
                  <a:lnTo>
                    <a:pt x="180066" y="1551875"/>
                  </a:lnTo>
                  <a:lnTo>
                    <a:pt x="180881" y="1486009"/>
                  </a:lnTo>
                  <a:lnTo>
                    <a:pt x="181695" y="1311691"/>
                  </a:lnTo>
                  <a:lnTo>
                    <a:pt x="182510" y="1273105"/>
                  </a:lnTo>
                  <a:lnTo>
                    <a:pt x="183325" y="1248122"/>
                  </a:lnTo>
                  <a:lnTo>
                    <a:pt x="184140" y="1379125"/>
                  </a:lnTo>
                  <a:lnTo>
                    <a:pt x="184955" y="1297163"/>
                  </a:lnTo>
                  <a:lnTo>
                    <a:pt x="185769" y="1220127"/>
                  </a:lnTo>
                  <a:lnTo>
                    <a:pt x="186584" y="1232654"/>
                  </a:lnTo>
                  <a:lnTo>
                    <a:pt x="187399" y="1235729"/>
                  </a:lnTo>
                  <a:lnTo>
                    <a:pt x="188214" y="1231536"/>
                  </a:lnTo>
                  <a:lnTo>
                    <a:pt x="189028" y="1219306"/>
                  </a:lnTo>
                  <a:lnTo>
                    <a:pt x="189843" y="1293387"/>
                  </a:lnTo>
                  <a:lnTo>
                    <a:pt x="190658" y="1370276"/>
                  </a:lnTo>
                  <a:lnTo>
                    <a:pt x="191473" y="1403344"/>
                  </a:lnTo>
                  <a:lnTo>
                    <a:pt x="192288" y="1446319"/>
                  </a:lnTo>
                  <a:lnTo>
                    <a:pt x="193102" y="1473199"/>
                  </a:lnTo>
                  <a:lnTo>
                    <a:pt x="193917" y="1509696"/>
                  </a:lnTo>
                  <a:lnTo>
                    <a:pt x="194732" y="1489441"/>
                  </a:lnTo>
                  <a:lnTo>
                    <a:pt x="195547" y="1459103"/>
                  </a:lnTo>
                  <a:lnTo>
                    <a:pt x="196361" y="1481691"/>
                  </a:lnTo>
                  <a:lnTo>
                    <a:pt x="197176" y="1485595"/>
                  </a:lnTo>
                  <a:lnTo>
                    <a:pt x="197991" y="1485384"/>
                  </a:lnTo>
                  <a:lnTo>
                    <a:pt x="198806" y="1444364"/>
                  </a:lnTo>
                  <a:lnTo>
                    <a:pt x="199621" y="1285437"/>
                  </a:lnTo>
                  <a:lnTo>
                    <a:pt x="200435" y="1330161"/>
                  </a:lnTo>
                  <a:lnTo>
                    <a:pt x="201250" y="1239964"/>
                  </a:lnTo>
                  <a:lnTo>
                    <a:pt x="202065" y="1206031"/>
                  </a:lnTo>
                  <a:lnTo>
                    <a:pt x="202880" y="1162174"/>
                  </a:lnTo>
                  <a:lnTo>
                    <a:pt x="203695" y="1235747"/>
                  </a:lnTo>
                  <a:lnTo>
                    <a:pt x="204509" y="1273283"/>
                  </a:lnTo>
                  <a:lnTo>
                    <a:pt x="205324" y="1247389"/>
                  </a:lnTo>
                  <a:lnTo>
                    <a:pt x="206139" y="1187455"/>
                  </a:lnTo>
                  <a:lnTo>
                    <a:pt x="206954" y="1212322"/>
                  </a:lnTo>
                  <a:lnTo>
                    <a:pt x="207768" y="1305883"/>
                  </a:lnTo>
                  <a:lnTo>
                    <a:pt x="208583" y="1304611"/>
                  </a:lnTo>
                  <a:lnTo>
                    <a:pt x="209398" y="1272534"/>
                  </a:lnTo>
                  <a:lnTo>
                    <a:pt x="210213" y="1223587"/>
                  </a:lnTo>
                  <a:lnTo>
                    <a:pt x="211028" y="1314887"/>
                  </a:lnTo>
                  <a:lnTo>
                    <a:pt x="211842" y="1312246"/>
                  </a:lnTo>
                  <a:lnTo>
                    <a:pt x="212657" y="1279058"/>
                  </a:lnTo>
                  <a:lnTo>
                    <a:pt x="213472" y="1249908"/>
                  </a:lnTo>
                  <a:lnTo>
                    <a:pt x="214287" y="1258431"/>
                  </a:lnTo>
                  <a:lnTo>
                    <a:pt x="215101" y="1335451"/>
                  </a:lnTo>
                  <a:lnTo>
                    <a:pt x="215916" y="1255135"/>
                  </a:lnTo>
                  <a:lnTo>
                    <a:pt x="216731" y="1250878"/>
                  </a:lnTo>
                  <a:lnTo>
                    <a:pt x="217546" y="1277379"/>
                  </a:lnTo>
                  <a:lnTo>
                    <a:pt x="218361" y="1379595"/>
                  </a:lnTo>
                  <a:lnTo>
                    <a:pt x="219175" y="1409883"/>
                  </a:lnTo>
                  <a:lnTo>
                    <a:pt x="219990" y="1437287"/>
                  </a:lnTo>
                  <a:lnTo>
                    <a:pt x="220805" y="1464571"/>
                  </a:lnTo>
                  <a:lnTo>
                    <a:pt x="221620" y="1491203"/>
                  </a:lnTo>
                  <a:lnTo>
                    <a:pt x="222434" y="1470590"/>
                  </a:lnTo>
                  <a:lnTo>
                    <a:pt x="223249" y="1415035"/>
                  </a:lnTo>
                  <a:lnTo>
                    <a:pt x="224064" y="1369029"/>
                  </a:lnTo>
                  <a:lnTo>
                    <a:pt x="224879" y="1305728"/>
                  </a:lnTo>
                  <a:lnTo>
                    <a:pt x="225694" y="1400174"/>
                  </a:lnTo>
                  <a:lnTo>
                    <a:pt x="226508" y="1319924"/>
                  </a:lnTo>
                  <a:lnTo>
                    <a:pt x="227323" y="1335977"/>
                  </a:lnTo>
                  <a:lnTo>
                    <a:pt x="228138" y="1424743"/>
                  </a:lnTo>
                  <a:lnTo>
                    <a:pt x="228953" y="1520950"/>
                  </a:lnTo>
                  <a:lnTo>
                    <a:pt x="229767" y="1579080"/>
                  </a:lnTo>
                  <a:lnTo>
                    <a:pt x="230582" y="1582561"/>
                  </a:lnTo>
                  <a:lnTo>
                    <a:pt x="231397" y="1598500"/>
                  </a:lnTo>
                  <a:lnTo>
                    <a:pt x="232212" y="1624750"/>
                  </a:lnTo>
                  <a:lnTo>
                    <a:pt x="233027" y="1618690"/>
                  </a:lnTo>
                  <a:lnTo>
                    <a:pt x="233841" y="1603132"/>
                  </a:lnTo>
                  <a:lnTo>
                    <a:pt x="234656" y="1555648"/>
                  </a:lnTo>
                  <a:lnTo>
                    <a:pt x="235471" y="1455484"/>
                  </a:lnTo>
                  <a:lnTo>
                    <a:pt x="236286" y="1377722"/>
                  </a:lnTo>
                  <a:lnTo>
                    <a:pt x="237100" y="1363754"/>
                  </a:lnTo>
                  <a:lnTo>
                    <a:pt x="237915" y="1292025"/>
                  </a:lnTo>
                  <a:lnTo>
                    <a:pt x="238730" y="1389658"/>
                  </a:lnTo>
                  <a:lnTo>
                    <a:pt x="239545" y="1384139"/>
                  </a:lnTo>
                  <a:lnTo>
                    <a:pt x="240360" y="1333753"/>
                  </a:lnTo>
                  <a:lnTo>
                    <a:pt x="241174" y="1323706"/>
                  </a:lnTo>
                  <a:lnTo>
                    <a:pt x="241989" y="1278286"/>
                  </a:lnTo>
                  <a:lnTo>
                    <a:pt x="242804" y="1362501"/>
                  </a:lnTo>
                  <a:lnTo>
                    <a:pt x="243619" y="1440823"/>
                  </a:lnTo>
                  <a:lnTo>
                    <a:pt x="244434" y="1422073"/>
                  </a:lnTo>
                  <a:lnTo>
                    <a:pt x="245248" y="1408390"/>
                  </a:lnTo>
                  <a:lnTo>
                    <a:pt x="246063" y="1365421"/>
                  </a:lnTo>
                  <a:lnTo>
                    <a:pt x="246878" y="1389042"/>
                  </a:lnTo>
                  <a:lnTo>
                    <a:pt x="247693" y="1391495"/>
                  </a:lnTo>
                  <a:lnTo>
                    <a:pt x="248507" y="1474327"/>
                  </a:lnTo>
                  <a:lnTo>
                    <a:pt x="249322" y="1440111"/>
                  </a:lnTo>
                  <a:lnTo>
                    <a:pt x="250137" y="1369601"/>
                  </a:lnTo>
                  <a:lnTo>
                    <a:pt x="250952" y="1317948"/>
                  </a:lnTo>
                  <a:lnTo>
                    <a:pt x="251767" y="1354334"/>
                  </a:lnTo>
                  <a:lnTo>
                    <a:pt x="252581" y="1325728"/>
                  </a:lnTo>
                  <a:lnTo>
                    <a:pt x="253396" y="1330739"/>
                  </a:lnTo>
                  <a:lnTo>
                    <a:pt x="254211" y="1390830"/>
                  </a:lnTo>
                  <a:lnTo>
                    <a:pt x="255026" y="1452352"/>
                  </a:lnTo>
                  <a:lnTo>
                    <a:pt x="255840" y="1469340"/>
                  </a:lnTo>
                  <a:lnTo>
                    <a:pt x="256655" y="1478970"/>
                  </a:lnTo>
                  <a:lnTo>
                    <a:pt x="257470" y="1432992"/>
                  </a:lnTo>
                  <a:lnTo>
                    <a:pt x="258285" y="1462212"/>
                  </a:lnTo>
                  <a:lnTo>
                    <a:pt x="259100" y="1512665"/>
                  </a:lnTo>
                  <a:lnTo>
                    <a:pt x="259914" y="1574809"/>
                  </a:lnTo>
                  <a:lnTo>
                    <a:pt x="260729" y="1604382"/>
                  </a:lnTo>
                  <a:lnTo>
                    <a:pt x="261544" y="1651981"/>
                  </a:lnTo>
                  <a:lnTo>
                    <a:pt x="262359" y="1650808"/>
                  </a:lnTo>
                  <a:lnTo>
                    <a:pt x="263173" y="1619513"/>
                  </a:lnTo>
                  <a:lnTo>
                    <a:pt x="263988" y="1614788"/>
                  </a:lnTo>
                  <a:lnTo>
                    <a:pt x="264803" y="1616994"/>
                  </a:lnTo>
                  <a:lnTo>
                    <a:pt x="265618" y="1612006"/>
                  </a:lnTo>
                  <a:lnTo>
                    <a:pt x="266433" y="1562684"/>
                  </a:lnTo>
                  <a:lnTo>
                    <a:pt x="267247" y="1535384"/>
                  </a:lnTo>
                  <a:lnTo>
                    <a:pt x="268062" y="1584803"/>
                  </a:lnTo>
                  <a:lnTo>
                    <a:pt x="268877" y="1581680"/>
                  </a:lnTo>
                  <a:lnTo>
                    <a:pt x="269692" y="1593327"/>
                  </a:lnTo>
                  <a:lnTo>
                    <a:pt x="270506" y="1487369"/>
                  </a:lnTo>
                  <a:lnTo>
                    <a:pt x="271321" y="1480333"/>
                  </a:lnTo>
                  <a:lnTo>
                    <a:pt x="272136" y="1548053"/>
                  </a:lnTo>
                  <a:lnTo>
                    <a:pt x="272951" y="1469805"/>
                  </a:lnTo>
                  <a:lnTo>
                    <a:pt x="273766" y="1378186"/>
                  </a:lnTo>
                  <a:lnTo>
                    <a:pt x="274580" y="1468259"/>
                  </a:lnTo>
                  <a:lnTo>
                    <a:pt x="275395" y="1553787"/>
                  </a:lnTo>
                  <a:lnTo>
                    <a:pt x="276210" y="1558407"/>
                  </a:lnTo>
                  <a:lnTo>
                    <a:pt x="277025" y="1503475"/>
                  </a:lnTo>
                  <a:lnTo>
                    <a:pt x="277839" y="1446916"/>
                  </a:lnTo>
                  <a:lnTo>
                    <a:pt x="278654" y="1348685"/>
                  </a:lnTo>
                  <a:lnTo>
                    <a:pt x="279469" y="1318307"/>
                  </a:lnTo>
                  <a:lnTo>
                    <a:pt x="280284" y="1306133"/>
                  </a:lnTo>
                  <a:lnTo>
                    <a:pt x="281099" y="1340754"/>
                  </a:lnTo>
                  <a:lnTo>
                    <a:pt x="281913" y="1397587"/>
                  </a:lnTo>
                  <a:lnTo>
                    <a:pt x="282728" y="1391083"/>
                  </a:lnTo>
                  <a:lnTo>
                    <a:pt x="283543" y="1397080"/>
                  </a:lnTo>
                  <a:lnTo>
                    <a:pt x="284358" y="1367672"/>
                  </a:lnTo>
                  <a:lnTo>
                    <a:pt x="285173" y="1291389"/>
                  </a:lnTo>
                  <a:lnTo>
                    <a:pt x="285987" y="1294592"/>
                  </a:lnTo>
                  <a:lnTo>
                    <a:pt x="286802" y="1250083"/>
                  </a:lnTo>
                  <a:lnTo>
                    <a:pt x="287617" y="1247691"/>
                  </a:lnTo>
                  <a:lnTo>
                    <a:pt x="288432" y="1365490"/>
                  </a:lnTo>
                  <a:lnTo>
                    <a:pt x="289246" y="1349448"/>
                  </a:lnTo>
                  <a:lnTo>
                    <a:pt x="290061" y="1385123"/>
                  </a:lnTo>
                  <a:lnTo>
                    <a:pt x="290876" y="1502611"/>
                  </a:lnTo>
                  <a:lnTo>
                    <a:pt x="291691" y="1613057"/>
                  </a:lnTo>
                  <a:lnTo>
                    <a:pt x="292506" y="1647693"/>
                  </a:lnTo>
                  <a:lnTo>
                    <a:pt x="293320" y="1633187"/>
                  </a:lnTo>
                  <a:lnTo>
                    <a:pt x="294135" y="1672662"/>
                  </a:lnTo>
                  <a:lnTo>
                    <a:pt x="294950" y="1662764"/>
                  </a:lnTo>
                  <a:lnTo>
                    <a:pt x="295765" y="1668521"/>
                  </a:lnTo>
                  <a:lnTo>
                    <a:pt x="296579" y="1662409"/>
                  </a:lnTo>
                  <a:lnTo>
                    <a:pt x="297394" y="1573649"/>
                  </a:lnTo>
                  <a:lnTo>
                    <a:pt x="298209" y="1536205"/>
                  </a:lnTo>
                  <a:lnTo>
                    <a:pt x="299024" y="1634467"/>
                  </a:lnTo>
                  <a:lnTo>
                    <a:pt x="299839" y="1659559"/>
                  </a:lnTo>
                  <a:lnTo>
                    <a:pt x="300653" y="1691636"/>
                  </a:lnTo>
                  <a:lnTo>
                    <a:pt x="301468" y="1658737"/>
                  </a:lnTo>
                  <a:lnTo>
                    <a:pt x="302283" y="1699811"/>
                  </a:lnTo>
                  <a:lnTo>
                    <a:pt x="303098" y="1690965"/>
                  </a:lnTo>
                  <a:lnTo>
                    <a:pt x="303912" y="1685162"/>
                  </a:lnTo>
                  <a:lnTo>
                    <a:pt x="304727" y="1648732"/>
                  </a:lnTo>
                  <a:lnTo>
                    <a:pt x="305542" y="1635459"/>
                  </a:lnTo>
                  <a:lnTo>
                    <a:pt x="306357" y="1638160"/>
                  </a:lnTo>
                  <a:lnTo>
                    <a:pt x="307172" y="1669983"/>
                  </a:lnTo>
                  <a:lnTo>
                    <a:pt x="307986" y="1679921"/>
                  </a:lnTo>
                  <a:lnTo>
                    <a:pt x="308801" y="1673832"/>
                  </a:lnTo>
                  <a:lnTo>
                    <a:pt x="309616" y="1675394"/>
                  </a:lnTo>
                  <a:lnTo>
                    <a:pt x="310431" y="1650086"/>
                  </a:lnTo>
                  <a:lnTo>
                    <a:pt x="311245" y="1633363"/>
                  </a:lnTo>
                  <a:lnTo>
                    <a:pt x="312060" y="1607252"/>
                  </a:lnTo>
                  <a:lnTo>
                    <a:pt x="312875" y="1553598"/>
                  </a:lnTo>
                  <a:lnTo>
                    <a:pt x="313690" y="1535949"/>
                  </a:lnTo>
                  <a:lnTo>
                    <a:pt x="314505" y="1439072"/>
                  </a:lnTo>
                  <a:lnTo>
                    <a:pt x="315319" y="1394021"/>
                  </a:lnTo>
                  <a:lnTo>
                    <a:pt x="316134" y="1289525"/>
                  </a:lnTo>
                  <a:lnTo>
                    <a:pt x="316949" y="1161379"/>
                  </a:lnTo>
                  <a:lnTo>
                    <a:pt x="317764" y="1133118"/>
                  </a:lnTo>
                  <a:lnTo>
                    <a:pt x="318578" y="1063402"/>
                  </a:lnTo>
                  <a:lnTo>
                    <a:pt x="319393" y="1164697"/>
                  </a:lnTo>
                  <a:lnTo>
                    <a:pt x="320208" y="1205418"/>
                  </a:lnTo>
                  <a:lnTo>
                    <a:pt x="321023" y="1265026"/>
                  </a:lnTo>
                  <a:lnTo>
                    <a:pt x="321838" y="1311401"/>
                  </a:lnTo>
                  <a:lnTo>
                    <a:pt x="322652" y="1370471"/>
                  </a:lnTo>
                  <a:lnTo>
                    <a:pt x="323467" y="1365365"/>
                  </a:lnTo>
                  <a:lnTo>
                    <a:pt x="324282" y="1317894"/>
                  </a:lnTo>
                  <a:lnTo>
                    <a:pt x="325097" y="1282903"/>
                  </a:lnTo>
                  <a:lnTo>
                    <a:pt x="325912" y="1291651"/>
                  </a:lnTo>
                  <a:lnTo>
                    <a:pt x="326726" y="1403559"/>
                  </a:lnTo>
                  <a:lnTo>
                    <a:pt x="327541" y="1401388"/>
                  </a:lnTo>
                  <a:lnTo>
                    <a:pt x="328356" y="1371743"/>
                  </a:lnTo>
                  <a:lnTo>
                    <a:pt x="329171" y="1305634"/>
                  </a:lnTo>
                  <a:lnTo>
                    <a:pt x="329985" y="1359488"/>
                  </a:lnTo>
                  <a:lnTo>
                    <a:pt x="330800" y="1299536"/>
                  </a:lnTo>
                  <a:lnTo>
                    <a:pt x="331615" y="1228221"/>
                  </a:lnTo>
                  <a:lnTo>
                    <a:pt x="332430" y="1217698"/>
                  </a:lnTo>
                  <a:lnTo>
                    <a:pt x="333245" y="1229707"/>
                  </a:lnTo>
                  <a:lnTo>
                    <a:pt x="334059" y="1253895"/>
                  </a:lnTo>
                  <a:lnTo>
                    <a:pt x="334874" y="1269602"/>
                  </a:lnTo>
                  <a:lnTo>
                    <a:pt x="335689" y="1349247"/>
                  </a:lnTo>
                  <a:lnTo>
                    <a:pt x="336504" y="1412211"/>
                  </a:lnTo>
                  <a:lnTo>
                    <a:pt x="337318" y="1439992"/>
                  </a:lnTo>
                  <a:lnTo>
                    <a:pt x="338133" y="1442645"/>
                  </a:lnTo>
                  <a:lnTo>
                    <a:pt x="338948" y="1408750"/>
                  </a:lnTo>
                  <a:lnTo>
                    <a:pt x="339763" y="1314245"/>
                  </a:lnTo>
                  <a:lnTo>
                    <a:pt x="340578" y="1327239"/>
                  </a:lnTo>
                  <a:lnTo>
                    <a:pt x="341392" y="1388213"/>
                  </a:lnTo>
                  <a:lnTo>
                    <a:pt x="342207" y="1409810"/>
                  </a:lnTo>
                  <a:lnTo>
                    <a:pt x="343022" y="1469428"/>
                  </a:lnTo>
                  <a:lnTo>
                    <a:pt x="343837" y="1478545"/>
                  </a:lnTo>
                  <a:lnTo>
                    <a:pt x="344651" y="1561046"/>
                  </a:lnTo>
                  <a:lnTo>
                    <a:pt x="345466" y="1572366"/>
                  </a:lnTo>
                  <a:lnTo>
                    <a:pt x="346281" y="1479228"/>
                  </a:lnTo>
                  <a:lnTo>
                    <a:pt x="347096" y="1416124"/>
                  </a:lnTo>
                  <a:lnTo>
                    <a:pt x="347911" y="1309512"/>
                  </a:lnTo>
                  <a:lnTo>
                    <a:pt x="348725" y="1351787"/>
                  </a:lnTo>
                  <a:lnTo>
                    <a:pt x="349540" y="1318435"/>
                  </a:lnTo>
                  <a:lnTo>
                    <a:pt x="350355" y="1367522"/>
                  </a:lnTo>
                  <a:lnTo>
                    <a:pt x="351170" y="1349239"/>
                  </a:lnTo>
                  <a:lnTo>
                    <a:pt x="351984" y="1455380"/>
                  </a:lnTo>
                  <a:lnTo>
                    <a:pt x="352799" y="1408737"/>
                  </a:lnTo>
                  <a:lnTo>
                    <a:pt x="353614" y="1444182"/>
                  </a:lnTo>
                  <a:lnTo>
                    <a:pt x="354429" y="1432073"/>
                  </a:lnTo>
                  <a:lnTo>
                    <a:pt x="355244" y="1507146"/>
                  </a:lnTo>
                  <a:lnTo>
                    <a:pt x="356058" y="1570368"/>
                  </a:lnTo>
                  <a:lnTo>
                    <a:pt x="356873" y="1581967"/>
                  </a:lnTo>
                  <a:lnTo>
                    <a:pt x="357688" y="1560245"/>
                  </a:lnTo>
                  <a:lnTo>
                    <a:pt x="358503" y="1619645"/>
                  </a:lnTo>
                  <a:lnTo>
                    <a:pt x="359318" y="1618929"/>
                  </a:lnTo>
                  <a:lnTo>
                    <a:pt x="360132" y="1626831"/>
                  </a:lnTo>
                  <a:lnTo>
                    <a:pt x="360947" y="1622566"/>
                  </a:lnTo>
                  <a:lnTo>
                    <a:pt x="361762" y="1611904"/>
                  </a:lnTo>
                  <a:lnTo>
                    <a:pt x="362577" y="1629022"/>
                  </a:lnTo>
                  <a:lnTo>
                    <a:pt x="363391" y="1621316"/>
                  </a:lnTo>
                  <a:lnTo>
                    <a:pt x="364206" y="1588478"/>
                  </a:lnTo>
                  <a:lnTo>
                    <a:pt x="365021" y="1520664"/>
                  </a:lnTo>
                  <a:lnTo>
                    <a:pt x="365836" y="1527558"/>
                  </a:lnTo>
                  <a:lnTo>
                    <a:pt x="366651" y="1552567"/>
                  </a:lnTo>
                  <a:lnTo>
                    <a:pt x="367465" y="1576291"/>
                  </a:lnTo>
                  <a:lnTo>
                    <a:pt x="368280" y="1596947"/>
                  </a:lnTo>
                  <a:lnTo>
                    <a:pt x="369095" y="1536508"/>
                  </a:lnTo>
                  <a:lnTo>
                    <a:pt x="369910" y="1500824"/>
                  </a:lnTo>
                  <a:lnTo>
                    <a:pt x="370724" y="1529200"/>
                  </a:lnTo>
                  <a:lnTo>
                    <a:pt x="371539" y="1598484"/>
                  </a:lnTo>
                  <a:lnTo>
                    <a:pt x="372354" y="1615428"/>
                  </a:lnTo>
                  <a:lnTo>
                    <a:pt x="373169" y="1589642"/>
                  </a:lnTo>
                  <a:lnTo>
                    <a:pt x="373984" y="1607530"/>
                  </a:lnTo>
                  <a:lnTo>
                    <a:pt x="374798" y="1610225"/>
                  </a:lnTo>
                  <a:lnTo>
                    <a:pt x="375613" y="1613657"/>
                  </a:lnTo>
                  <a:lnTo>
                    <a:pt x="376428" y="1605520"/>
                  </a:lnTo>
                  <a:lnTo>
                    <a:pt x="377243" y="1479286"/>
                  </a:lnTo>
                  <a:lnTo>
                    <a:pt x="378057" y="1442667"/>
                  </a:lnTo>
                  <a:lnTo>
                    <a:pt x="378872" y="1489503"/>
                  </a:lnTo>
                  <a:lnTo>
                    <a:pt x="379687" y="1556376"/>
                  </a:lnTo>
                  <a:lnTo>
                    <a:pt x="380502" y="1581565"/>
                  </a:lnTo>
                  <a:lnTo>
                    <a:pt x="381317" y="1541313"/>
                  </a:lnTo>
                  <a:lnTo>
                    <a:pt x="382131" y="1562196"/>
                  </a:lnTo>
                  <a:lnTo>
                    <a:pt x="382946" y="1490271"/>
                  </a:lnTo>
                  <a:lnTo>
                    <a:pt x="383761" y="1482342"/>
                  </a:lnTo>
                  <a:lnTo>
                    <a:pt x="384576" y="1446323"/>
                  </a:lnTo>
                  <a:lnTo>
                    <a:pt x="385390" y="1410071"/>
                  </a:lnTo>
                  <a:lnTo>
                    <a:pt x="386205" y="1386604"/>
                  </a:lnTo>
                  <a:lnTo>
                    <a:pt x="387020" y="1430737"/>
                  </a:lnTo>
                  <a:lnTo>
                    <a:pt x="387835" y="1388887"/>
                  </a:lnTo>
                  <a:lnTo>
                    <a:pt x="388650" y="1467972"/>
                  </a:lnTo>
                  <a:lnTo>
                    <a:pt x="389464" y="1417060"/>
                  </a:lnTo>
                  <a:lnTo>
                    <a:pt x="390279" y="1392343"/>
                  </a:lnTo>
                  <a:lnTo>
                    <a:pt x="391094" y="1312474"/>
                  </a:lnTo>
                  <a:lnTo>
                    <a:pt x="391909" y="1173718"/>
                  </a:lnTo>
                  <a:lnTo>
                    <a:pt x="392723" y="1310809"/>
                  </a:lnTo>
                  <a:lnTo>
                    <a:pt x="393538" y="1212194"/>
                  </a:lnTo>
                  <a:lnTo>
                    <a:pt x="394353" y="1284873"/>
                  </a:lnTo>
                  <a:lnTo>
                    <a:pt x="395168" y="1269790"/>
                  </a:lnTo>
                  <a:lnTo>
                    <a:pt x="395983" y="1389123"/>
                  </a:lnTo>
                  <a:lnTo>
                    <a:pt x="396797" y="1436542"/>
                  </a:lnTo>
                  <a:lnTo>
                    <a:pt x="397612" y="1328218"/>
                  </a:lnTo>
                  <a:lnTo>
                    <a:pt x="398427" y="1354362"/>
                  </a:lnTo>
                  <a:lnTo>
                    <a:pt x="399242" y="1393228"/>
                  </a:lnTo>
                  <a:lnTo>
                    <a:pt x="400057" y="1488946"/>
                  </a:lnTo>
                  <a:lnTo>
                    <a:pt x="400871" y="1480987"/>
                  </a:lnTo>
                  <a:lnTo>
                    <a:pt x="401686" y="1454689"/>
                  </a:lnTo>
                  <a:lnTo>
                    <a:pt x="402501" y="1487266"/>
                  </a:lnTo>
                  <a:lnTo>
                    <a:pt x="403316" y="1514001"/>
                  </a:lnTo>
                  <a:lnTo>
                    <a:pt x="404130" y="1471171"/>
                  </a:lnTo>
                  <a:lnTo>
                    <a:pt x="404945" y="1433188"/>
                  </a:lnTo>
                  <a:lnTo>
                    <a:pt x="405760" y="1498856"/>
                  </a:lnTo>
                  <a:lnTo>
                    <a:pt x="406575" y="1528587"/>
                  </a:lnTo>
                  <a:lnTo>
                    <a:pt x="407390" y="1572801"/>
                  </a:lnTo>
                  <a:lnTo>
                    <a:pt x="408204" y="1509417"/>
                  </a:lnTo>
                  <a:lnTo>
                    <a:pt x="409019" y="1523129"/>
                  </a:lnTo>
                  <a:lnTo>
                    <a:pt x="409834" y="1454480"/>
                  </a:lnTo>
                  <a:lnTo>
                    <a:pt x="410649" y="1432054"/>
                  </a:lnTo>
                  <a:lnTo>
                    <a:pt x="411463" y="1436268"/>
                  </a:lnTo>
                  <a:lnTo>
                    <a:pt x="412278" y="1310131"/>
                  </a:lnTo>
                  <a:lnTo>
                    <a:pt x="413093" y="1365361"/>
                  </a:lnTo>
                  <a:lnTo>
                    <a:pt x="413908" y="1411554"/>
                  </a:lnTo>
                  <a:lnTo>
                    <a:pt x="414723" y="1475456"/>
                  </a:lnTo>
                  <a:lnTo>
                    <a:pt x="415537" y="1523660"/>
                  </a:lnTo>
                  <a:lnTo>
                    <a:pt x="416352" y="1546896"/>
                  </a:lnTo>
                  <a:lnTo>
                    <a:pt x="417167" y="1580199"/>
                  </a:lnTo>
                  <a:lnTo>
                    <a:pt x="417982" y="1487431"/>
                  </a:lnTo>
                  <a:lnTo>
                    <a:pt x="418796" y="1395415"/>
                  </a:lnTo>
                  <a:lnTo>
                    <a:pt x="419611" y="1361334"/>
                  </a:lnTo>
                  <a:lnTo>
                    <a:pt x="420426" y="1360019"/>
                  </a:lnTo>
                  <a:lnTo>
                    <a:pt x="421241" y="1445580"/>
                  </a:lnTo>
                  <a:lnTo>
                    <a:pt x="422056" y="1497758"/>
                  </a:lnTo>
                  <a:lnTo>
                    <a:pt x="422870" y="1458983"/>
                  </a:lnTo>
                  <a:lnTo>
                    <a:pt x="423685" y="1375063"/>
                  </a:lnTo>
                  <a:lnTo>
                    <a:pt x="424500" y="1362489"/>
                  </a:lnTo>
                  <a:lnTo>
                    <a:pt x="425315" y="1290719"/>
                  </a:lnTo>
                  <a:lnTo>
                    <a:pt x="426129" y="1371242"/>
                  </a:lnTo>
                  <a:lnTo>
                    <a:pt x="426944" y="1357695"/>
                  </a:lnTo>
                  <a:lnTo>
                    <a:pt x="427759" y="1335772"/>
                  </a:lnTo>
                  <a:lnTo>
                    <a:pt x="428574" y="1374484"/>
                  </a:lnTo>
                  <a:lnTo>
                    <a:pt x="429389" y="1473726"/>
                  </a:lnTo>
                  <a:lnTo>
                    <a:pt x="430203" y="1471211"/>
                  </a:lnTo>
                  <a:lnTo>
                    <a:pt x="431018" y="1480644"/>
                  </a:lnTo>
                  <a:lnTo>
                    <a:pt x="431833" y="1517418"/>
                  </a:lnTo>
                  <a:lnTo>
                    <a:pt x="432648" y="1544520"/>
                  </a:lnTo>
                  <a:lnTo>
                    <a:pt x="433462" y="1566291"/>
                  </a:lnTo>
                  <a:lnTo>
                    <a:pt x="434277" y="1566974"/>
                  </a:lnTo>
                  <a:lnTo>
                    <a:pt x="435092" y="1517323"/>
                  </a:lnTo>
                  <a:lnTo>
                    <a:pt x="435907" y="1526376"/>
                  </a:lnTo>
                  <a:lnTo>
                    <a:pt x="436722" y="1522450"/>
                  </a:lnTo>
                  <a:lnTo>
                    <a:pt x="437536" y="1518450"/>
                  </a:lnTo>
                  <a:lnTo>
                    <a:pt x="438351" y="1477286"/>
                  </a:lnTo>
                  <a:lnTo>
                    <a:pt x="439166" y="1458993"/>
                  </a:lnTo>
                  <a:lnTo>
                    <a:pt x="439981" y="1399079"/>
                  </a:lnTo>
                  <a:lnTo>
                    <a:pt x="440796" y="1372822"/>
                  </a:lnTo>
                  <a:lnTo>
                    <a:pt x="441610" y="1475955"/>
                  </a:lnTo>
                  <a:lnTo>
                    <a:pt x="442425" y="1450918"/>
                  </a:lnTo>
                  <a:lnTo>
                    <a:pt x="443240" y="1410086"/>
                  </a:lnTo>
                  <a:lnTo>
                    <a:pt x="444055" y="1377565"/>
                  </a:lnTo>
                  <a:lnTo>
                    <a:pt x="444869" y="1372992"/>
                  </a:lnTo>
                  <a:lnTo>
                    <a:pt x="445684" y="1370928"/>
                  </a:lnTo>
                  <a:lnTo>
                    <a:pt x="446499" y="1301980"/>
                  </a:lnTo>
                  <a:lnTo>
                    <a:pt x="447314" y="1257884"/>
                  </a:lnTo>
                  <a:lnTo>
                    <a:pt x="448129" y="1275504"/>
                  </a:lnTo>
                  <a:lnTo>
                    <a:pt x="448943" y="1310708"/>
                  </a:lnTo>
                  <a:lnTo>
                    <a:pt x="449758" y="1315460"/>
                  </a:lnTo>
                  <a:lnTo>
                    <a:pt x="450573" y="1461214"/>
                  </a:lnTo>
                  <a:lnTo>
                    <a:pt x="451388" y="1491117"/>
                  </a:lnTo>
                  <a:lnTo>
                    <a:pt x="452202" y="1478151"/>
                  </a:lnTo>
                  <a:lnTo>
                    <a:pt x="453017" y="1437516"/>
                  </a:lnTo>
                  <a:lnTo>
                    <a:pt x="453832" y="1512218"/>
                  </a:lnTo>
                  <a:lnTo>
                    <a:pt x="454647" y="1551574"/>
                  </a:lnTo>
                  <a:lnTo>
                    <a:pt x="455462" y="1533763"/>
                  </a:lnTo>
                  <a:lnTo>
                    <a:pt x="456276" y="1522569"/>
                  </a:lnTo>
                  <a:lnTo>
                    <a:pt x="457091" y="1508373"/>
                  </a:lnTo>
                  <a:lnTo>
                    <a:pt x="457906" y="1513143"/>
                  </a:lnTo>
                  <a:lnTo>
                    <a:pt x="458721" y="1474538"/>
                  </a:lnTo>
                  <a:lnTo>
                    <a:pt x="459535" y="1425169"/>
                  </a:lnTo>
                  <a:lnTo>
                    <a:pt x="460350" y="1329465"/>
                  </a:lnTo>
                  <a:lnTo>
                    <a:pt x="461165" y="1253663"/>
                  </a:lnTo>
                  <a:lnTo>
                    <a:pt x="461980" y="1273480"/>
                  </a:lnTo>
                  <a:lnTo>
                    <a:pt x="462795" y="1258132"/>
                  </a:lnTo>
                  <a:lnTo>
                    <a:pt x="463609" y="1224347"/>
                  </a:lnTo>
                  <a:lnTo>
                    <a:pt x="464424" y="1253573"/>
                  </a:lnTo>
                  <a:lnTo>
                    <a:pt x="465239" y="1316223"/>
                  </a:lnTo>
                  <a:lnTo>
                    <a:pt x="466054" y="1339725"/>
                  </a:lnTo>
                  <a:lnTo>
                    <a:pt x="466868" y="1398608"/>
                  </a:lnTo>
                  <a:lnTo>
                    <a:pt x="467683" y="1373157"/>
                  </a:lnTo>
                  <a:lnTo>
                    <a:pt x="468498" y="1385416"/>
                  </a:lnTo>
                  <a:lnTo>
                    <a:pt x="469313" y="1357271"/>
                  </a:lnTo>
                  <a:lnTo>
                    <a:pt x="470128" y="1416431"/>
                  </a:lnTo>
                  <a:lnTo>
                    <a:pt x="470942" y="1547872"/>
                  </a:lnTo>
                  <a:lnTo>
                    <a:pt x="471757" y="1518673"/>
                  </a:lnTo>
                  <a:lnTo>
                    <a:pt x="472572" y="1486540"/>
                  </a:lnTo>
                  <a:lnTo>
                    <a:pt x="473387" y="1411700"/>
                  </a:lnTo>
                  <a:lnTo>
                    <a:pt x="474201" y="1473940"/>
                  </a:lnTo>
                  <a:lnTo>
                    <a:pt x="475016" y="1537718"/>
                  </a:lnTo>
                  <a:lnTo>
                    <a:pt x="475831" y="1538998"/>
                  </a:lnTo>
                  <a:lnTo>
                    <a:pt x="476646" y="1541223"/>
                  </a:lnTo>
                  <a:lnTo>
                    <a:pt x="477461" y="1613774"/>
                  </a:lnTo>
                  <a:lnTo>
                    <a:pt x="478275" y="1605220"/>
                  </a:lnTo>
                  <a:lnTo>
                    <a:pt x="479090" y="1600118"/>
                  </a:lnTo>
                  <a:lnTo>
                    <a:pt x="479905" y="1523868"/>
                  </a:lnTo>
                  <a:lnTo>
                    <a:pt x="480720" y="1467981"/>
                  </a:lnTo>
                  <a:lnTo>
                    <a:pt x="481535" y="1501401"/>
                  </a:lnTo>
                  <a:lnTo>
                    <a:pt x="482349" y="1484576"/>
                  </a:lnTo>
                  <a:lnTo>
                    <a:pt x="483164" y="1386491"/>
                  </a:lnTo>
                  <a:lnTo>
                    <a:pt x="483979" y="1412250"/>
                  </a:lnTo>
                  <a:lnTo>
                    <a:pt x="484794" y="1437949"/>
                  </a:lnTo>
                  <a:lnTo>
                    <a:pt x="485608" y="1472832"/>
                  </a:lnTo>
                  <a:lnTo>
                    <a:pt x="486423" y="1441670"/>
                  </a:lnTo>
                  <a:lnTo>
                    <a:pt x="487238" y="1507007"/>
                  </a:lnTo>
                  <a:lnTo>
                    <a:pt x="488053" y="1483010"/>
                  </a:lnTo>
                  <a:lnTo>
                    <a:pt x="488868" y="1516026"/>
                  </a:lnTo>
                  <a:lnTo>
                    <a:pt x="489682" y="1369506"/>
                  </a:lnTo>
                  <a:lnTo>
                    <a:pt x="490497" y="1389864"/>
                  </a:lnTo>
                  <a:lnTo>
                    <a:pt x="491312" y="1526072"/>
                  </a:lnTo>
                  <a:lnTo>
                    <a:pt x="492127" y="1541035"/>
                  </a:lnTo>
                  <a:lnTo>
                    <a:pt x="492941" y="1598111"/>
                  </a:lnTo>
                  <a:lnTo>
                    <a:pt x="493756" y="1587824"/>
                  </a:lnTo>
                  <a:lnTo>
                    <a:pt x="494571" y="1640571"/>
                  </a:lnTo>
                  <a:lnTo>
                    <a:pt x="495386" y="1677131"/>
                  </a:lnTo>
                  <a:lnTo>
                    <a:pt x="496201" y="1682257"/>
                  </a:lnTo>
                  <a:lnTo>
                    <a:pt x="497015" y="1661692"/>
                  </a:lnTo>
                  <a:lnTo>
                    <a:pt x="497830" y="1665826"/>
                  </a:lnTo>
                  <a:lnTo>
                    <a:pt x="498645" y="1684725"/>
                  </a:lnTo>
                  <a:lnTo>
                    <a:pt x="499460" y="1675671"/>
                  </a:lnTo>
                  <a:lnTo>
                    <a:pt x="500274" y="1680861"/>
                  </a:lnTo>
                  <a:lnTo>
                    <a:pt x="501089" y="1643135"/>
                  </a:lnTo>
                  <a:lnTo>
                    <a:pt x="501904" y="1610429"/>
                  </a:lnTo>
                  <a:lnTo>
                    <a:pt x="502719" y="1594940"/>
                  </a:lnTo>
                  <a:lnTo>
                    <a:pt x="503534" y="1584094"/>
                  </a:lnTo>
                  <a:lnTo>
                    <a:pt x="504348" y="1625905"/>
                  </a:lnTo>
                  <a:lnTo>
                    <a:pt x="505163" y="1625240"/>
                  </a:lnTo>
                  <a:lnTo>
                    <a:pt x="505978" y="1642800"/>
                  </a:lnTo>
                  <a:lnTo>
                    <a:pt x="506793" y="1664873"/>
                  </a:lnTo>
                  <a:lnTo>
                    <a:pt x="507607" y="1639551"/>
                  </a:lnTo>
                  <a:lnTo>
                    <a:pt x="508422" y="1630895"/>
                  </a:lnTo>
                  <a:lnTo>
                    <a:pt x="509237" y="1618163"/>
                  </a:lnTo>
                  <a:lnTo>
                    <a:pt x="510052" y="1548844"/>
                  </a:lnTo>
                  <a:lnTo>
                    <a:pt x="510867" y="1602085"/>
                  </a:lnTo>
                  <a:lnTo>
                    <a:pt x="511681" y="1587024"/>
                  </a:lnTo>
                  <a:lnTo>
                    <a:pt x="512496" y="1578870"/>
                  </a:lnTo>
                  <a:lnTo>
                    <a:pt x="513311" y="1610246"/>
                  </a:lnTo>
                  <a:lnTo>
                    <a:pt x="514126" y="1627577"/>
                  </a:lnTo>
                  <a:lnTo>
                    <a:pt x="514940" y="1699967"/>
                  </a:lnTo>
                  <a:lnTo>
                    <a:pt x="515755" y="1685925"/>
                  </a:lnTo>
                  <a:lnTo>
                    <a:pt x="516570" y="1665928"/>
                  </a:lnTo>
                  <a:lnTo>
                    <a:pt x="517385" y="1616453"/>
                  </a:lnTo>
                  <a:lnTo>
                    <a:pt x="518200" y="1548398"/>
                  </a:lnTo>
                  <a:lnTo>
                    <a:pt x="519014" y="1615968"/>
                  </a:lnTo>
                  <a:lnTo>
                    <a:pt x="519829" y="1603371"/>
                  </a:lnTo>
                  <a:lnTo>
                    <a:pt x="520644" y="1542123"/>
                  </a:lnTo>
                  <a:lnTo>
                    <a:pt x="521459" y="1491696"/>
                  </a:lnTo>
                  <a:lnTo>
                    <a:pt x="522274" y="1590154"/>
                  </a:lnTo>
                  <a:lnTo>
                    <a:pt x="523088" y="1620289"/>
                  </a:lnTo>
                  <a:lnTo>
                    <a:pt x="523903" y="1611272"/>
                  </a:lnTo>
                  <a:lnTo>
                    <a:pt x="524718" y="1604430"/>
                  </a:lnTo>
                  <a:lnTo>
                    <a:pt x="525533" y="1488192"/>
                  </a:lnTo>
                  <a:lnTo>
                    <a:pt x="526347" y="1459748"/>
                  </a:lnTo>
                  <a:lnTo>
                    <a:pt x="527162" y="1467924"/>
                  </a:lnTo>
                  <a:lnTo>
                    <a:pt x="527977" y="1531989"/>
                  </a:lnTo>
                  <a:lnTo>
                    <a:pt x="528792" y="1535152"/>
                  </a:lnTo>
                  <a:lnTo>
                    <a:pt x="529607" y="1533258"/>
                  </a:lnTo>
                  <a:lnTo>
                    <a:pt x="530421" y="1527409"/>
                  </a:lnTo>
                  <a:lnTo>
                    <a:pt x="531236" y="1500922"/>
                  </a:lnTo>
                  <a:lnTo>
                    <a:pt x="532051" y="1496869"/>
                  </a:lnTo>
                  <a:lnTo>
                    <a:pt x="532866" y="1547061"/>
                  </a:lnTo>
                  <a:lnTo>
                    <a:pt x="533680" y="1572608"/>
                  </a:lnTo>
                  <a:lnTo>
                    <a:pt x="534495" y="1564849"/>
                  </a:lnTo>
                  <a:lnTo>
                    <a:pt x="535310" y="1455073"/>
                  </a:lnTo>
                  <a:lnTo>
                    <a:pt x="536125" y="1503638"/>
                  </a:lnTo>
                  <a:lnTo>
                    <a:pt x="536940" y="1482124"/>
                  </a:lnTo>
                  <a:lnTo>
                    <a:pt x="537754" y="1451702"/>
                  </a:lnTo>
                  <a:lnTo>
                    <a:pt x="538569" y="1385271"/>
                  </a:lnTo>
                  <a:lnTo>
                    <a:pt x="539384" y="1418314"/>
                  </a:lnTo>
                  <a:lnTo>
                    <a:pt x="540199" y="1432252"/>
                  </a:lnTo>
                  <a:lnTo>
                    <a:pt x="541013" y="1427479"/>
                  </a:lnTo>
                  <a:lnTo>
                    <a:pt x="541828" y="1440904"/>
                  </a:lnTo>
                  <a:lnTo>
                    <a:pt x="542643" y="1350197"/>
                  </a:lnTo>
                  <a:lnTo>
                    <a:pt x="543458" y="1397041"/>
                  </a:lnTo>
                  <a:lnTo>
                    <a:pt x="544273" y="1352307"/>
                  </a:lnTo>
                  <a:lnTo>
                    <a:pt x="545087" y="1332815"/>
                  </a:lnTo>
                  <a:lnTo>
                    <a:pt x="545902" y="1354406"/>
                  </a:lnTo>
                  <a:lnTo>
                    <a:pt x="546717" y="1463780"/>
                  </a:lnTo>
                  <a:lnTo>
                    <a:pt x="547532" y="1402933"/>
                  </a:lnTo>
                  <a:lnTo>
                    <a:pt x="548346" y="1417519"/>
                  </a:lnTo>
                  <a:lnTo>
                    <a:pt x="549161" y="1440033"/>
                  </a:lnTo>
                  <a:lnTo>
                    <a:pt x="549976" y="1536433"/>
                  </a:lnTo>
                  <a:lnTo>
                    <a:pt x="550791" y="1557912"/>
                  </a:lnTo>
                  <a:lnTo>
                    <a:pt x="551606" y="1572102"/>
                  </a:lnTo>
                  <a:lnTo>
                    <a:pt x="552420" y="1603151"/>
                  </a:lnTo>
                  <a:lnTo>
                    <a:pt x="553235" y="1613458"/>
                  </a:lnTo>
                  <a:lnTo>
                    <a:pt x="554050" y="1637859"/>
                  </a:lnTo>
                  <a:lnTo>
                    <a:pt x="554865" y="1594698"/>
                  </a:lnTo>
                  <a:lnTo>
                    <a:pt x="555679" y="1530139"/>
                  </a:lnTo>
                  <a:lnTo>
                    <a:pt x="556494" y="1487769"/>
                  </a:lnTo>
                  <a:lnTo>
                    <a:pt x="557309" y="1464176"/>
                  </a:lnTo>
                  <a:lnTo>
                    <a:pt x="558124" y="1528170"/>
                  </a:lnTo>
                  <a:lnTo>
                    <a:pt x="558939" y="1522376"/>
                  </a:lnTo>
                  <a:lnTo>
                    <a:pt x="559753" y="1494358"/>
                  </a:lnTo>
                  <a:lnTo>
                    <a:pt x="560568" y="1477281"/>
                  </a:lnTo>
                  <a:lnTo>
                    <a:pt x="561383" y="1488249"/>
                  </a:lnTo>
                  <a:lnTo>
                    <a:pt x="562198" y="1380650"/>
                  </a:lnTo>
                  <a:lnTo>
                    <a:pt x="563013" y="1337697"/>
                  </a:lnTo>
                  <a:lnTo>
                    <a:pt x="563827" y="1315748"/>
                  </a:lnTo>
                  <a:lnTo>
                    <a:pt x="564642" y="1301773"/>
                  </a:lnTo>
                  <a:lnTo>
                    <a:pt x="565457" y="1374357"/>
                  </a:lnTo>
                  <a:lnTo>
                    <a:pt x="566272" y="1387101"/>
                  </a:lnTo>
                  <a:lnTo>
                    <a:pt x="567086" y="1351646"/>
                  </a:lnTo>
                  <a:lnTo>
                    <a:pt x="567901" y="1376918"/>
                  </a:lnTo>
                  <a:lnTo>
                    <a:pt x="568716" y="1516874"/>
                  </a:lnTo>
                  <a:lnTo>
                    <a:pt x="569531" y="1543662"/>
                  </a:lnTo>
                  <a:lnTo>
                    <a:pt x="570346" y="1596740"/>
                  </a:lnTo>
                  <a:lnTo>
                    <a:pt x="571160" y="1543915"/>
                  </a:lnTo>
                  <a:lnTo>
                    <a:pt x="571975" y="1613853"/>
                  </a:lnTo>
                  <a:lnTo>
                    <a:pt x="572790" y="1586671"/>
                  </a:lnTo>
                  <a:lnTo>
                    <a:pt x="573605" y="1520281"/>
                  </a:lnTo>
                  <a:lnTo>
                    <a:pt x="574419" y="1429359"/>
                  </a:lnTo>
                  <a:lnTo>
                    <a:pt x="575234" y="1378789"/>
                  </a:lnTo>
                  <a:lnTo>
                    <a:pt x="576049" y="1549631"/>
                  </a:lnTo>
                  <a:lnTo>
                    <a:pt x="576864" y="1519710"/>
                  </a:lnTo>
                  <a:lnTo>
                    <a:pt x="577679" y="1489586"/>
                  </a:lnTo>
                  <a:lnTo>
                    <a:pt x="578493" y="1509745"/>
                  </a:lnTo>
                  <a:lnTo>
                    <a:pt x="579308" y="1437719"/>
                  </a:lnTo>
                  <a:lnTo>
                    <a:pt x="580123" y="1478276"/>
                  </a:lnTo>
                  <a:lnTo>
                    <a:pt x="580938" y="1442950"/>
                  </a:lnTo>
                  <a:lnTo>
                    <a:pt x="581752" y="1481120"/>
                  </a:lnTo>
                  <a:lnTo>
                    <a:pt x="582567" y="1576512"/>
                  </a:lnTo>
                  <a:lnTo>
                    <a:pt x="583382" y="1531287"/>
                  </a:lnTo>
                  <a:lnTo>
                    <a:pt x="584197" y="1462306"/>
                  </a:lnTo>
                  <a:lnTo>
                    <a:pt x="585012" y="1339501"/>
                  </a:lnTo>
                  <a:lnTo>
                    <a:pt x="585826" y="1387541"/>
                  </a:lnTo>
                  <a:lnTo>
                    <a:pt x="586641" y="1452872"/>
                  </a:lnTo>
                  <a:lnTo>
                    <a:pt x="587456" y="1334645"/>
                  </a:lnTo>
                  <a:lnTo>
                    <a:pt x="588271" y="1421530"/>
                  </a:lnTo>
                  <a:lnTo>
                    <a:pt x="589085" y="1455059"/>
                  </a:lnTo>
                  <a:lnTo>
                    <a:pt x="589900" y="1438830"/>
                  </a:lnTo>
                  <a:lnTo>
                    <a:pt x="590715" y="1445456"/>
                  </a:lnTo>
                  <a:lnTo>
                    <a:pt x="591530" y="1422207"/>
                  </a:lnTo>
                  <a:lnTo>
                    <a:pt x="592345" y="1462069"/>
                  </a:lnTo>
                  <a:lnTo>
                    <a:pt x="593159" y="1563951"/>
                  </a:lnTo>
                  <a:lnTo>
                    <a:pt x="593974" y="1597384"/>
                  </a:lnTo>
                  <a:lnTo>
                    <a:pt x="594789" y="1584846"/>
                  </a:lnTo>
                  <a:lnTo>
                    <a:pt x="595604" y="1568720"/>
                  </a:lnTo>
                  <a:lnTo>
                    <a:pt x="596418" y="1559041"/>
                  </a:lnTo>
                  <a:lnTo>
                    <a:pt x="597233" y="1492661"/>
                  </a:lnTo>
                  <a:lnTo>
                    <a:pt x="598048" y="1458570"/>
                  </a:lnTo>
                  <a:lnTo>
                    <a:pt x="598863" y="1432668"/>
                  </a:lnTo>
                  <a:lnTo>
                    <a:pt x="599678" y="1384330"/>
                  </a:lnTo>
                  <a:lnTo>
                    <a:pt x="600492" y="1511445"/>
                  </a:lnTo>
                  <a:lnTo>
                    <a:pt x="601307" y="1565299"/>
                  </a:lnTo>
                  <a:lnTo>
                    <a:pt x="602122" y="1626683"/>
                  </a:lnTo>
                  <a:lnTo>
                    <a:pt x="602937" y="1546120"/>
                  </a:lnTo>
                  <a:lnTo>
                    <a:pt x="603752" y="1572658"/>
                  </a:lnTo>
                  <a:lnTo>
                    <a:pt x="604566" y="1595774"/>
                  </a:lnTo>
                  <a:lnTo>
                    <a:pt x="605381" y="1627596"/>
                  </a:lnTo>
                  <a:lnTo>
                    <a:pt x="606196" y="1592669"/>
                  </a:lnTo>
                  <a:lnTo>
                    <a:pt x="607011" y="1576828"/>
                  </a:lnTo>
                  <a:lnTo>
                    <a:pt x="607825" y="1572288"/>
                  </a:lnTo>
                  <a:lnTo>
                    <a:pt x="608640" y="1599689"/>
                  </a:lnTo>
                  <a:lnTo>
                    <a:pt x="609455" y="1631620"/>
                  </a:lnTo>
                  <a:lnTo>
                    <a:pt x="610270" y="1585511"/>
                  </a:lnTo>
                  <a:lnTo>
                    <a:pt x="611085" y="1569500"/>
                  </a:lnTo>
                  <a:lnTo>
                    <a:pt x="611899" y="1461028"/>
                  </a:lnTo>
                  <a:lnTo>
                    <a:pt x="612714" y="1434478"/>
                  </a:lnTo>
                  <a:lnTo>
                    <a:pt x="613529" y="1396613"/>
                  </a:lnTo>
                  <a:lnTo>
                    <a:pt x="614344" y="1273974"/>
                  </a:lnTo>
                  <a:lnTo>
                    <a:pt x="615158" y="1253564"/>
                  </a:lnTo>
                  <a:lnTo>
                    <a:pt x="615973" y="1294863"/>
                  </a:lnTo>
                  <a:lnTo>
                    <a:pt x="616788" y="1421500"/>
                  </a:lnTo>
                  <a:lnTo>
                    <a:pt x="617603" y="1443890"/>
                  </a:lnTo>
                  <a:lnTo>
                    <a:pt x="618418" y="1356891"/>
                  </a:lnTo>
                  <a:lnTo>
                    <a:pt x="619232" y="1349581"/>
                  </a:lnTo>
                  <a:lnTo>
                    <a:pt x="620047" y="1373646"/>
                  </a:lnTo>
                  <a:lnTo>
                    <a:pt x="620862" y="1316186"/>
                  </a:lnTo>
                  <a:lnTo>
                    <a:pt x="621677" y="1280093"/>
                  </a:lnTo>
                  <a:lnTo>
                    <a:pt x="622491" y="1270714"/>
                  </a:lnTo>
                  <a:lnTo>
                    <a:pt x="623306" y="1358907"/>
                  </a:lnTo>
                  <a:lnTo>
                    <a:pt x="624121" y="1436538"/>
                  </a:lnTo>
                  <a:lnTo>
                    <a:pt x="624936" y="1526991"/>
                  </a:lnTo>
                  <a:lnTo>
                    <a:pt x="625751" y="1528866"/>
                  </a:lnTo>
                  <a:lnTo>
                    <a:pt x="626565" y="1534233"/>
                  </a:lnTo>
                  <a:lnTo>
                    <a:pt x="627380" y="1565371"/>
                  </a:lnTo>
                  <a:lnTo>
                    <a:pt x="628195" y="1526589"/>
                  </a:lnTo>
                  <a:lnTo>
                    <a:pt x="629010" y="1587039"/>
                  </a:lnTo>
                  <a:lnTo>
                    <a:pt x="629824" y="1592407"/>
                  </a:lnTo>
                  <a:lnTo>
                    <a:pt x="630639" y="1596668"/>
                  </a:lnTo>
                  <a:lnTo>
                    <a:pt x="631454" y="1643776"/>
                  </a:lnTo>
                  <a:lnTo>
                    <a:pt x="632269" y="1617612"/>
                  </a:lnTo>
                  <a:lnTo>
                    <a:pt x="633084" y="1613186"/>
                  </a:lnTo>
                  <a:lnTo>
                    <a:pt x="633898" y="1629334"/>
                  </a:lnTo>
                  <a:lnTo>
                    <a:pt x="634713" y="1594778"/>
                  </a:lnTo>
                  <a:lnTo>
                    <a:pt x="635528" y="1593995"/>
                  </a:lnTo>
                  <a:lnTo>
                    <a:pt x="636343" y="1573031"/>
                  </a:lnTo>
                  <a:lnTo>
                    <a:pt x="637157" y="1492005"/>
                  </a:lnTo>
                  <a:lnTo>
                    <a:pt x="637972" y="1462811"/>
                  </a:lnTo>
                  <a:lnTo>
                    <a:pt x="638787" y="1503675"/>
                  </a:lnTo>
                  <a:lnTo>
                    <a:pt x="639602" y="1534724"/>
                  </a:lnTo>
                  <a:lnTo>
                    <a:pt x="640417" y="1534202"/>
                  </a:lnTo>
                  <a:lnTo>
                    <a:pt x="641231" y="1496258"/>
                  </a:lnTo>
                  <a:lnTo>
                    <a:pt x="642046" y="1575163"/>
                  </a:lnTo>
                  <a:lnTo>
                    <a:pt x="642861" y="1568209"/>
                  </a:lnTo>
                  <a:lnTo>
                    <a:pt x="643676" y="1586268"/>
                  </a:lnTo>
                  <a:lnTo>
                    <a:pt x="644491" y="1598857"/>
                  </a:lnTo>
                  <a:lnTo>
                    <a:pt x="645305" y="1577607"/>
                  </a:lnTo>
                  <a:lnTo>
                    <a:pt x="646120" y="1553434"/>
                  </a:lnTo>
                  <a:lnTo>
                    <a:pt x="646935" y="1539662"/>
                  </a:lnTo>
                  <a:lnTo>
                    <a:pt x="647750" y="1544196"/>
                  </a:lnTo>
                  <a:lnTo>
                    <a:pt x="648564" y="1576037"/>
                  </a:lnTo>
                  <a:lnTo>
                    <a:pt x="649379" y="1553906"/>
                  </a:lnTo>
                  <a:lnTo>
                    <a:pt x="650194" y="1545028"/>
                  </a:lnTo>
                  <a:lnTo>
                    <a:pt x="651009" y="1532876"/>
                  </a:lnTo>
                  <a:lnTo>
                    <a:pt x="651824" y="1516121"/>
                  </a:lnTo>
                  <a:lnTo>
                    <a:pt x="652638" y="1521576"/>
                  </a:lnTo>
                  <a:lnTo>
                    <a:pt x="653453" y="1499938"/>
                  </a:lnTo>
                  <a:lnTo>
                    <a:pt x="654268" y="1540995"/>
                  </a:lnTo>
                  <a:lnTo>
                    <a:pt x="655083" y="1615251"/>
                  </a:lnTo>
                  <a:lnTo>
                    <a:pt x="655897" y="1643726"/>
                  </a:lnTo>
                  <a:lnTo>
                    <a:pt x="656712" y="1606740"/>
                  </a:lnTo>
                  <a:lnTo>
                    <a:pt x="657527" y="1586663"/>
                  </a:lnTo>
                  <a:lnTo>
                    <a:pt x="658342" y="1519958"/>
                  </a:lnTo>
                  <a:lnTo>
                    <a:pt x="659157" y="1556840"/>
                  </a:lnTo>
                  <a:lnTo>
                    <a:pt x="659971" y="1635635"/>
                  </a:lnTo>
                  <a:lnTo>
                    <a:pt x="660786" y="1620392"/>
                  </a:lnTo>
                  <a:lnTo>
                    <a:pt x="661601" y="1641992"/>
                  </a:lnTo>
                  <a:lnTo>
                    <a:pt x="662416" y="1646108"/>
                  </a:lnTo>
                  <a:lnTo>
                    <a:pt x="663230" y="1638011"/>
                  </a:lnTo>
                  <a:lnTo>
                    <a:pt x="664045" y="1652040"/>
                  </a:lnTo>
                  <a:lnTo>
                    <a:pt x="664860" y="1654527"/>
                  </a:lnTo>
                  <a:lnTo>
                    <a:pt x="665675" y="1660926"/>
                  </a:lnTo>
                  <a:lnTo>
                    <a:pt x="666490" y="1676638"/>
                  </a:lnTo>
                  <a:lnTo>
                    <a:pt x="667304" y="1686893"/>
                  </a:lnTo>
                  <a:lnTo>
                    <a:pt x="668119" y="1698867"/>
                  </a:lnTo>
                  <a:lnTo>
                    <a:pt x="668934" y="1720479"/>
                  </a:lnTo>
                  <a:lnTo>
                    <a:pt x="669749" y="1726244"/>
                  </a:lnTo>
                  <a:lnTo>
                    <a:pt x="670563" y="1718692"/>
                  </a:lnTo>
                  <a:lnTo>
                    <a:pt x="671378" y="1711029"/>
                  </a:lnTo>
                  <a:lnTo>
                    <a:pt x="672193" y="1715567"/>
                  </a:lnTo>
                  <a:lnTo>
                    <a:pt x="673008" y="1686522"/>
                  </a:lnTo>
                  <a:lnTo>
                    <a:pt x="673823" y="1673227"/>
                  </a:lnTo>
                  <a:lnTo>
                    <a:pt x="674637" y="1617022"/>
                  </a:lnTo>
                  <a:lnTo>
                    <a:pt x="675452" y="1629554"/>
                  </a:lnTo>
                  <a:lnTo>
                    <a:pt x="676267" y="1634353"/>
                  </a:lnTo>
                  <a:lnTo>
                    <a:pt x="677082" y="1611351"/>
                  </a:lnTo>
                  <a:lnTo>
                    <a:pt x="677897" y="1615688"/>
                  </a:lnTo>
                  <a:lnTo>
                    <a:pt x="678711" y="1628989"/>
                  </a:lnTo>
                  <a:lnTo>
                    <a:pt x="679526" y="1608531"/>
                  </a:lnTo>
                  <a:lnTo>
                    <a:pt x="680341" y="1632612"/>
                  </a:lnTo>
                  <a:lnTo>
                    <a:pt x="681156" y="1568844"/>
                  </a:lnTo>
                  <a:lnTo>
                    <a:pt x="681970" y="1532275"/>
                  </a:lnTo>
                  <a:lnTo>
                    <a:pt x="682785" y="1459512"/>
                  </a:lnTo>
                  <a:lnTo>
                    <a:pt x="683600" y="1398632"/>
                  </a:lnTo>
                  <a:lnTo>
                    <a:pt x="684415" y="1447741"/>
                  </a:lnTo>
                  <a:lnTo>
                    <a:pt x="685230" y="1418127"/>
                  </a:lnTo>
                  <a:lnTo>
                    <a:pt x="686044" y="1411099"/>
                  </a:lnTo>
                  <a:lnTo>
                    <a:pt x="686859" y="1442128"/>
                  </a:lnTo>
                  <a:lnTo>
                    <a:pt x="687674" y="1513537"/>
                  </a:lnTo>
                  <a:lnTo>
                    <a:pt x="688489" y="1540086"/>
                  </a:lnTo>
                  <a:lnTo>
                    <a:pt x="689303" y="1537469"/>
                  </a:lnTo>
                  <a:lnTo>
                    <a:pt x="690118" y="1520740"/>
                  </a:lnTo>
                  <a:lnTo>
                    <a:pt x="690933" y="1460122"/>
                  </a:lnTo>
                  <a:lnTo>
                    <a:pt x="691748" y="1407218"/>
                  </a:lnTo>
                  <a:lnTo>
                    <a:pt x="692563" y="1342025"/>
                  </a:lnTo>
                  <a:lnTo>
                    <a:pt x="693377" y="1371797"/>
                  </a:lnTo>
                  <a:lnTo>
                    <a:pt x="694192" y="1333369"/>
                  </a:lnTo>
                  <a:lnTo>
                    <a:pt x="695007" y="1289386"/>
                  </a:lnTo>
                  <a:lnTo>
                    <a:pt x="695822" y="1329559"/>
                  </a:lnTo>
                  <a:lnTo>
                    <a:pt x="696636" y="1339006"/>
                  </a:lnTo>
                  <a:lnTo>
                    <a:pt x="697451" y="1356359"/>
                  </a:lnTo>
                  <a:lnTo>
                    <a:pt x="698266" y="1292167"/>
                  </a:lnTo>
                  <a:lnTo>
                    <a:pt x="699081" y="1267939"/>
                  </a:lnTo>
                  <a:lnTo>
                    <a:pt x="699896" y="1281713"/>
                  </a:lnTo>
                  <a:lnTo>
                    <a:pt x="700710" y="1258603"/>
                  </a:lnTo>
                  <a:lnTo>
                    <a:pt x="701525" y="1276901"/>
                  </a:lnTo>
                  <a:lnTo>
                    <a:pt x="702340" y="1317626"/>
                  </a:lnTo>
                  <a:lnTo>
                    <a:pt x="703155" y="1443528"/>
                  </a:lnTo>
                  <a:lnTo>
                    <a:pt x="703969" y="1490613"/>
                  </a:lnTo>
                  <a:lnTo>
                    <a:pt x="704784" y="1511027"/>
                  </a:lnTo>
                  <a:lnTo>
                    <a:pt x="705599" y="1443176"/>
                  </a:lnTo>
                  <a:lnTo>
                    <a:pt x="706414" y="1439285"/>
                  </a:lnTo>
                  <a:lnTo>
                    <a:pt x="707229" y="1426209"/>
                  </a:lnTo>
                  <a:lnTo>
                    <a:pt x="708043" y="1499296"/>
                  </a:lnTo>
                  <a:lnTo>
                    <a:pt x="708858" y="1477085"/>
                  </a:lnTo>
                  <a:lnTo>
                    <a:pt x="709673" y="1510865"/>
                  </a:lnTo>
                  <a:lnTo>
                    <a:pt x="710488" y="1498246"/>
                  </a:lnTo>
                  <a:lnTo>
                    <a:pt x="711302" y="1490852"/>
                  </a:lnTo>
                  <a:lnTo>
                    <a:pt x="712117" y="1427891"/>
                  </a:lnTo>
                  <a:lnTo>
                    <a:pt x="712932" y="1450331"/>
                  </a:lnTo>
                  <a:lnTo>
                    <a:pt x="713747" y="1526241"/>
                  </a:lnTo>
                  <a:lnTo>
                    <a:pt x="714562" y="1513643"/>
                  </a:lnTo>
                  <a:lnTo>
                    <a:pt x="715376" y="1484212"/>
                  </a:lnTo>
                  <a:lnTo>
                    <a:pt x="716191" y="1486726"/>
                  </a:lnTo>
                  <a:lnTo>
                    <a:pt x="717006" y="1555821"/>
                  </a:lnTo>
                  <a:lnTo>
                    <a:pt x="717821" y="1511289"/>
                  </a:lnTo>
                  <a:lnTo>
                    <a:pt x="718636" y="1501105"/>
                  </a:lnTo>
                  <a:lnTo>
                    <a:pt x="719450" y="1490949"/>
                  </a:lnTo>
                  <a:lnTo>
                    <a:pt x="720265" y="1486419"/>
                  </a:lnTo>
                  <a:lnTo>
                    <a:pt x="721080" y="1381335"/>
                  </a:lnTo>
                  <a:lnTo>
                    <a:pt x="721895" y="1311977"/>
                  </a:lnTo>
                  <a:lnTo>
                    <a:pt x="722709" y="1357613"/>
                  </a:lnTo>
                  <a:lnTo>
                    <a:pt x="723524" y="1352227"/>
                  </a:lnTo>
                  <a:lnTo>
                    <a:pt x="724339" y="1404256"/>
                  </a:lnTo>
                  <a:lnTo>
                    <a:pt x="725154" y="1445252"/>
                  </a:lnTo>
                  <a:lnTo>
                    <a:pt x="725969" y="1511693"/>
                  </a:lnTo>
                  <a:lnTo>
                    <a:pt x="726783" y="1463529"/>
                  </a:lnTo>
                  <a:lnTo>
                    <a:pt x="727598" y="1422912"/>
                  </a:lnTo>
                  <a:lnTo>
                    <a:pt x="728413" y="1359535"/>
                  </a:lnTo>
                  <a:lnTo>
                    <a:pt x="729228" y="1341011"/>
                  </a:lnTo>
                  <a:lnTo>
                    <a:pt x="730042" y="1260325"/>
                  </a:lnTo>
                  <a:lnTo>
                    <a:pt x="730857" y="1113102"/>
                  </a:lnTo>
                  <a:lnTo>
                    <a:pt x="731672" y="1062404"/>
                  </a:lnTo>
                  <a:lnTo>
                    <a:pt x="732487" y="972722"/>
                  </a:lnTo>
                  <a:lnTo>
                    <a:pt x="733302" y="936109"/>
                  </a:lnTo>
                  <a:lnTo>
                    <a:pt x="734116" y="890468"/>
                  </a:lnTo>
                  <a:lnTo>
                    <a:pt x="734931" y="884263"/>
                  </a:lnTo>
                  <a:lnTo>
                    <a:pt x="735746" y="945489"/>
                  </a:lnTo>
                  <a:lnTo>
                    <a:pt x="736561" y="953774"/>
                  </a:lnTo>
                  <a:lnTo>
                    <a:pt x="737375" y="1065121"/>
                  </a:lnTo>
                  <a:lnTo>
                    <a:pt x="738190" y="1151928"/>
                  </a:lnTo>
                  <a:lnTo>
                    <a:pt x="739005" y="1258394"/>
                  </a:lnTo>
                  <a:lnTo>
                    <a:pt x="739820" y="1322714"/>
                  </a:lnTo>
                  <a:lnTo>
                    <a:pt x="740635" y="1358671"/>
                  </a:lnTo>
                  <a:lnTo>
                    <a:pt x="741449" y="1389257"/>
                  </a:lnTo>
                  <a:lnTo>
                    <a:pt x="742264" y="1398557"/>
                  </a:lnTo>
                  <a:lnTo>
                    <a:pt x="743079" y="1309878"/>
                  </a:lnTo>
                  <a:lnTo>
                    <a:pt x="743894" y="1369590"/>
                  </a:lnTo>
                  <a:lnTo>
                    <a:pt x="744708" y="1477341"/>
                  </a:lnTo>
                  <a:lnTo>
                    <a:pt x="745523" y="1523236"/>
                  </a:lnTo>
                  <a:lnTo>
                    <a:pt x="746338" y="1549682"/>
                  </a:lnTo>
                  <a:lnTo>
                    <a:pt x="747153" y="1587117"/>
                  </a:lnTo>
                  <a:lnTo>
                    <a:pt x="747968" y="1599093"/>
                  </a:lnTo>
                  <a:lnTo>
                    <a:pt x="748782" y="1601893"/>
                  </a:lnTo>
                  <a:lnTo>
                    <a:pt x="749597" y="1587356"/>
                  </a:lnTo>
                  <a:lnTo>
                    <a:pt x="750412" y="1519830"/>
                  </a:lnTo>
                  <a:lnTo>
                    <a:pt x="751227" y="1501227"/>
                  </a:lnTo>
                  <a:lnTo>
                    <a:pt x="752041" y="1610750"/>
                  </a:lnTo>
                  <a:lnTo>
                    <a:pt x="752856" y="1637447"/>
                  </a:lnTo>
                  <a:lnTo>
                    <a:pt x="753671" y="1616283"/>
                  </a:lnTo>
                  <a:lnTo>
                    <a:pt x="754486" y="1589575"/>
                  </a:lnTo>
                  <a:lnTo>
                    <a:pt x="755301" y="1530902"/>
                  </a:lnTo>
                  <a:lnTo>
                    <a:pt x="756115" y="1454870"/>
                  </a:lnTo>
                  <a:lnTo>
                    <a:pt x="756930" y="1368229"/>
                  </a:lnTo>
                  <a:lnTo>
                    <a:pt x="757745" y="1293749"/>
                  </a:lnTo>
                  <a:lnTo>
                    <a:pt x="758560" y="1336376"/>
                  </a:lnTo>
                  <a:lnTo>
                    <a:pt x="759375" y="1443826"/>
                  </a:lnTo>
                  <a:lnTo>
                    <a:pt x="760189" y="1485348"/>
                  </a:lnTo>
                  <a:lnTo>
                    <a:pt x="761004" y="1530374"/>
                  </a:lnTo>
                  <a:lnTo>
                    <a:pt x="761819" y="1456446"/>
                  </a:lnTo>
                  <a:lnTo>
                    <a:pt x="762634" y="1503825"/>
                  </a:lnTo>
                  <a:lnTo>
                    <a:pt x="763448" y="1488514"/>
                  </a:lnTo>
                  <a:lnTo>
                    <a:pt x="764263" y="1457341"/>
                  </a:lnTo>
                  <a:lnTo>
                    <a:pt x="765078" y="1426628"/>
                  </a:lnTo>
                  <a:lnTo>
                    <a:pt x="765893" y="1449975"/>
                  </a:lnTo>
                  <a:lnTo>
                    <a:pt x="766708" y="1497858"/>
                  </a:lnTo>
                  <a:lnTo>
                    <a:pt x="767522" y="1532482"/>
                  </a:lnTo>
                  <a:lnTo>
                    <a:pt x="768337" y="1401787"/>
                  </a:lnTo>
                  <a:lnTo>
                    <a:pt x="769152" y="1331712"/>
                  </a:lnTo>
                  <a:lnTo>
                    <a:pt x="769967" y="1347643"/>
                  </a:lnTo>
                  <a:lnTo>
                    <a:pt x="770781" y="1396688"/>
                  </a:lnTo>
                  <a:lnTo>
                    <a:pt x="771596" y="1442835"/>
                  </a:lnTo>
                  <a:lnTo>
                    <a:pt x="772411" y="1459916"/>
                  </a:lnTo>
                  <a:lnTo>
                    <a:pt x="773226" y="1496401"/>
                  </a:lnTo>
                  <a:lnTo>
                    <a:pt x="774041" y="1453511"/>
                  </a:lnTo>
                  <a:lnTo>
                    <a:pt x="774855" y="1452405"/>
                  </a:lnTo>
                  <a:lnTo>
                    <a:pt x="775670" y="1364566"/>
                  </a:lnTo>
                  <a:lnTo>
                    <a:pt x="776485" y="1270517"/>
                  </a:lnTo>
                  <a:lnTo>
                    <a:pt x="777300" y="1280757"/>
                  </a:lnTo>
                  <a:lnTo>
                    <a:pt x="778114" y="1339408"/>
                  </a:lnTo>
                  <a:lnTo>
                    <a:pt x="778929" y="1373922"/>
                  </a:lnTo>
                  <a:lnTo>
                    <a:pt x="779744" y="1335169"/>
                  </a:lnTo>
                  <a:lnTo>
                    <a:pt x="780559" y="1337819"/>
                  </a:lnTo>
                  <a:lnTo>
                    <a:pt x="781374" y="1334180"/>
                  </a:lnTo>
                  <a:lnTo>
                    <a:pt x="782188" y="1289260"/>
                  </a:lnTo>
                  <a:lnTo>
                    <a:pt x="783003" y="1286284"/>
                  </a:lnTo>
                  <a:lnTo>
                    <a:pt x="783818" y="1301506"/>
                  </a:lnTo>
                  <a:lnTo>
                    <a:pt x="784633" y="1412677"/>
                  </a:lnTo>
                  <a:lnTo>
                    <a:pt x="785447" y="1449114"/>
                  </a:lnTo>
                  <a:lnTo>
                    <a:pt x="786262" y="1477452"/>
                  </a:lnTo>
                  <a:lnTo>
                    <a:pt x="787077" y="1472092"/>
                  </a:lnTo>
                  <a:lnTo>
                    <a:pt x="787892" y="1410443"/>
                  </a:lnTo>
                  <a:lnTo>
                    <a:pt x="788707" y="1445170"/>
                  </a:lnTo>
                  <a:lnTo>
                    <a:pt x="789521" y="1479288"/>
                  </a:lnTo>
                  <a:lnTo>
                    <a:pt x="790336" y="1501356"/>
                  </a:lnTo>
                  <a:lnTo>
                    <a:pt x="791151" y="1464711"/>
                  </a:lnTo>
                  <a:lnTo>
                    <a:pt x="791966" y="1459544"/>
                  </a:lnTo>
                  <a:lnTo>
                    <a:pt x="792780" y="1413185"/>
                  </a:lnTo>
                  <a:lnTo>
                    <a:pt x="793595" y="1422158"/>
                  </a:lnTo>
                  <a:lnTo>
                    <a:pt x="794410" y="1349986"/>
                  </a:lnTo>
                  <a:lnTo>
                    <a:pt x="795225" y="1267491"/>
                  </a:lnTo>
                  <a:lnTo>
                    <a:pt x="796040" y="1266284"/>
                  </a:lnTo>
                  <a:lnTo>
                    <a:pt x="796854" y="1354140"/>
                  </a:lnTo>
                  <a:lnTo>
                    <a:pt x="797669" y="1336218"/>
                  </a:lnTo>
                  <a:lnTo>
                    <a:pt x="798484" y="1235878"/>
                  </a:lnTo>
                  <a:lnTo>
                    <a:pt x="799299" y="1195607"/>
                  </a:lnTo>
                  <a:lnTo>
                    <a:pt x="800114" y="1151945"/>
                  </a:lnTo>
                  <a:lnTo>
                    <a:pt x="800928" y="1157382"/>
                  </a:lnTo>
                  <a:lnTo>
                    <a:pt x="801743" y="1148875"/>
                  </a:lnTo>
                  <a:lnTo>
                    <a:pt x="802558" y="1215617"/>
                  </a:lnTo>
                  <a:lnTo>
                    <a:pt x="803373" y="1277754"/>
                  </a:lnTo>
                  <a:lnTo>
                    <a:pt x="804187" y="1355024"/>
                  </a:lnTo>
                  <a:lnTo>
                    <a:pt x="805002" y="1430214"/>
                  </a:lnTo>
                  <a:lnTo>
                    <a:pt x="805817" y="1462173"/>
                  </a:lnTo>
                  <a:lnTo>
                    <a:pt x="806632" y="1526287"/>
                  </a:lnTo>
                  <a:lnTo>
                    <a:pt x="807447" y="1572285"/>
                  </a:lnTo>
                  <a:lnTo>
                    <a:pt x="808261" y="1616535"/>
                  </a:lnTo>
                  <a:lnTo>
                    <a:pt x="809076" y="1597631"/>
                  </a:lnTo>
                  <a:lnTo>
                    <a:pt x="809891" y="1581740"/>
                  </a:lnTo>
                  <a:lnTo>
                    <a:pt x="810706" y="1588644"/>
                  </a:lnTo>
                  <a:lnTo>
                    <a:pt x="811520" y="1581281"/>
                  </a:lnTo>
                  <a:lnTo>
                    <a:pt x="812335" y="1509590"/>
                  </a:lnTo>
                  <a:lnTo>
                    <a:pt x="813150" y="1410778"/>
                  </a:lnTo>
                  <a:lnTo>
                    <a:pt x="813965" y="1385708"/>
                  </a:lnTo>
                  <a:lnTo>
                    <a:pt x="814780" y="1418471"/>
                  </a:lnTo>
                  <a:lnTo>
                    <a:pt x="815594" y="1402614"/>
                  </a:lnTo>
                  <a:lnTo>
                    <a:pt x="816409" y="1355993"/>
                  </a:lnTo>
                  <a:lnTo>
                    <a:pt x="817224" y="1411775"/>
                  </a:lnTo>
                  <a:lnTo>
                    <a:pt x="818039" y="1488550"/>
                  </a:lnTo>
                  <a:lnTo>
                    <a:pt x="818853" y="1477949"/>
                  </a:lnTo>
                  <a:lnTo>
                    <a:pt x="819668" y="1475935"/>
                  </a:lnTo>
                  <a:lnTo>
                    <a:pt x="820483" y="1452652"/>
                  </a:lnTo>
                  <a:lnTo>
                    <a:pt x="821298" y="1421068"/>
                  </a:lnTo>
                  <a:lnTo>
                    <a:pt x="822113" y="1394223"/>
                  </a:lnTo>
                  <a:lnTo>
                    <a:pt x="822927" y="1289373"/>
                  </a:lnTo>
                  <a:lnTo>
                    <a:pt x="823742" y="1319972"/>
                  </a:lnTo>
                  <a:lnTo>
                    <a:pt x="824557" y="1311339"/>
                  </a:lnTo>
                  <a:lnTo>
                    <a:pt x="825372" y="1242846"/>
                  </a:lnTo>
                  <a:lnTo>
                    <a:pt x="826186" y="1271266"/>
                  </a:lnTo>
                  <a:lnTo>
                    <a:pt x="827001" y="1291406"/>
                  </a:lnTo>
                  <a:lnTo>
                    <a:pt x="827816" y="1367934"/>
                  </a:lnTo>
                  <a:lnTo>
                    <a:pt x="828631" y="1286167"/>
                  </a:lnTo>
                  <a:lnTo>
                    <a:pt x="829446" y="1203586"/>
                  </a:lnTo>
                  <a:lnTo>
                    <a:pt x="830260" y="1336403"/>
                  </a:lnTo>
                  <a:lnTo>
                    <a:pt x="831075" y="1374050"/>
                  </a:lnTo>
                  <a:lnTo>
                    <a:pt x="831890" y="1378473"/>
                  </a:lnTo>
                  <a:lnTo>
                    <a:pt x="832705" y="1292932"/>
                  </a:lnTo>
                  <a:lnTo>
                    <a:pt x="833519" y="1299097"/>
                  </a:lnTo>
                  <a:lnTo>
                    <a:pt x="834334" y="1357025"/>
                  </a:lnTo>
                  <a:lnTo>
                    <a:pt x="835149" y="1289884"/>
                  </a:lnTo>
                  <a:lnTo>
                    <a:pt x="835964" y="1222213"/>
                  </a:lnTo>
                  <a:lnTo>
                    <a:pt x="836779" y="1246546"/>
                  </a:lnTo>
                  <a:lnTo>
                    <a:pt x="837593" y="1337556"/>
                  </a:lnTo>
                  <a:lnTo>
                    <a:pt x="838408" y="1434876"/>
                  </a:lnTo>
                  <a:lnTo>
                    <a:pt x="839223" y="1363142"/>
                  </a:lnTo>
                  <a:lnTo>
                    <a:pt x="840038" y="1295778"/>
                  </a:lnTo>
                  <a:lnTo>
                    <a:pt x="840853" y="1317626"/>
                  </a:lnTo>
                  <a:lnTo>
                    <a:pt x="841667" y="1308027"/>
                  </a:lnTo>
                  <a:lnTo>
                    <a:pt x="842482" y="1405010"/>
                  </a:lnTo>
                  <a:lnTo>
                    <a:pt x="843297" y="1371973"/>
                  </a:lnTo>
                  <a:lnTo>
                    <a:pt x="844112" y="1445501"/>
                  </a:lnTo>
                  <a:lnTo>
                    <a:pt x="844926" y="1467479"/>
                  </a:lnTo>
                  <a:lnTo>
                    <a:pt x="845741" y="1450898"/>
                  </a:lnTo>
                  <a:lnTo>
                    <a:pt x="846556" y="1544654"/>
                  </a:lnTo>
                  <a:lnTo>
                    <a:pt x="847371" y="1531291"/>
                  </a:lnTo>
                  <a:lnTo>
                    <a:pt x="848186" y="1466162"/>
                  </a:lnTo>
                  <a:lnTo>
                    <a:pt x="849000" y="1489947"/>
                  </a:lnTo>
                  <a:lnTo>
                    <a:pt x="849815" y="1646480"/>
                  </a:lnTo>
                  <a:lnTo>
                    <a:pt x="850630" y="1685077"/>
                  </a:lnTo>
                  <a:lnTo>
                    <a:pt x="851445" y="1652764"/>
                  </a:lnTo>
                  <a:lnTo>
                    <a:pt x="852259" y="1662608"/>
                  </a:lnTo>
                  <a:lnTo>
                    <a:pt x="853074" y="1663263"/>
                  </a:lnTo>
                  <a:lnTo>
                    <a:pt x="853889" y="1672035"/>
                  </a:lnTo>
                  <a:lnTo>
                    <a:pt x="854704" y="1651459"/>
                  </a:lnTo>
                  <a:lnTo>
                    <a:pt x="855519" y="1581968"/>
                  </a:lnTo>
                  <a:lnTo>
                    <a:pt x="856333" y="1574733"/>
                  </a:lnTo>
                  <a:lnTo>
                    <a:pt x="857148" y="1637868"/>
                  </a:lnTo>
                  <a:lnTo>
                    <a:pt x="857963" y="1642519"/>
                  </a:lnTo>
                  <a:lnTo>
                    <a:pt x="858778" y="1632348"/>
                  </a:lnTo>
                  <a:lnTo>
                    <a:pt x="859592" y="1612268"/>
                  </a:lnTo>
                  <a:lnTo>
                    <a:pt x="860407" y="1535074"/>
                  </a:lnTo>
                  <a:lnTo>
                    <a:pt x="861222" y="1600581"/>
                  </a:lnTo>
                  <a:lnTo>
                    <a:pt x="862037" y="1561816"/>
                  </a:lnTo>
                  <a:lnTo>
                    <a:pt x="862852" y="1528971"/>
                  </a:lnTo>
                  <a:lnTo>
                    <a:pt x="863666" y="1518732"/>
                  </a:lnTo>
                  <a:lnTo>
                    <a:pt x="864481" y="1505445"/>
                  </a:lnTo>
                  <a:lnTo>
                    <a:pt x="865296" y="1460948"/>
                  </a:lnTo>
                  <a:lnTo>
                    <a:pt x="866111" y="1372854"/>
                  </a:lnTo>
                  <a:lnTo>
                    <a:pt x="866925" y="1397353"/>
                  </a:lnTo>
                  <a:lnTo>
                    <a:pt x="867740" y="1312994"/>
                  </a:lnTo>
                  <a:lnTo>
                    <a:pt x="868555" y="1330957"/>
                  </a:lnTo>
                  <a:lnTo>
                    <a:pt x="869370" y="1269604"/>
                  </a:lnTo>
                  <a:lnTo>
                    <a:pt x="870185" y="1274682"/>
                  </a:lnTo>
                  <a:lnTo>
                    <a:pt x="870999" y="1277608"/>
                  </a:lnTo>
                  <a:lnTo>
                    <a:pt x="871814" y="1251772"/>
                  </a:lnTo>
                  <a:lnTo>
                    <a:pt x="872629" y="1190989"/>
                  </a:lnTo>
                  <a:lnTo>
                    <a:pt x="873444" y="1089825"/>
                  </a:lnTo>
                  <a:lnTo>
                    <a:pt x="874258" y="1043251"/>
                  </a:lnTo>
                  <a:lnTo>
                    <a:pt x="875073" y="1008185"/>
                  </a:lnTo>
                  <a:lnTo>
                    <a:pt x="875888" y="971908"/>
                  </a:lnTo>
                  <a:lnTo>
                    <a:pt x="876703" y="1006516"/>
                  </a:lnTo>
                  <a:lnTo>
                    <a:pt x="877518" y="1025243"/>
                  </a:lnTo>
                  <a:lnTo>
                    <a:pt x="878332" y="1116500"/>
                  </a:lnTo>
                  <a:lnTo>
                    <a:pt x="879147" y="1068444"/>
                  </a:lnTo>
                  <a:lnTo>
                    <a:pt x="879962" y="1102616"/>
                  </a:lnTo>
                  <a:lnTo>
                    <a:pt x="880777" y="1112801"/>
                  </a:lnTo>
                  <a:lnTo>
                    <a:pt x="881592" y="1069672"/>
                  </a:lnTo>
                  <a:lnTo>
                    <a:pt x="882406" y="1103373"/>
                  </a:lnTo>
                  <a:lnTo>
                    <a:pt x="883221" y="1038813"/>
                  </a:lnTo>
                  <a:lnTo>
                    <a:pt x="884036" y="1054674"/>
                  </a:lnTo>
                  <a:lnTo>
                    <a:pt x="884851" y="1073519"/>
                  </a:lnTo>
                  <a:lnTo>
                    <a:pt x="885665" y="1035535"/>
                  </a:lnTo>
                  <a:lnTo>
                    <a:pt x="886480" y="1057000"/>
                  </a:lnTo>
                  <a:lnTo>
                    <a:pt x="887295" y="1119949"/>
                  </a:lnTo>
                  <a:lnTo>
                    <a:pt x="888110" y="1081177"/>
                  </a:lnTo>
                  <a:lnTo>
                    <a:pt x="888925" y="1079132"/>
                  </a:lnTo>
                  <a:lnTo>
                    <a:pt x="889739" y="1068932"/>
                  </a:lnTo>
                  <a:lnTo>
                    <a:pt x="890554" y="1029907"/>
                  </a:lnTo>
                  <a:lnTo>
                    <a:pt x="891369" y="1127744"/>
                  </a:lnTo>
                  <a:lnTo>
                    <a:pt x="892184" y="1192676"/>
                  </a:lnTo>
                  <a:lnTo>
                    <a:pt x="892998" y="1239442"/>
                  </a:lnTo>
                  <a:lnTo>
                    <a:pt x="893813" y="1199395"/>
                  </a:lnTo>
                  <a:lnTo>
                    <a:pt x="894628" y="1260769"/>
                  </a:lnTo>
                  <a:lnTo>
                    <a:pt x="895443" y="1394917"/>
                  </a:lnTo>
                  <a:lnTo>
                    <a:pt x="896258" y="1373934"/>
                  </a:lnTo>
                  <a:lnTo>
                    <a:pt x="897072" y="1346449"/>
                  </a:lnTo>
                  <a:lnTo>
                    <a:pt x="897887" y="1256384"/>
                  </a:lnTo>
                  <a:lnTo>
                    <a:pt x="898702" y="1368572"/>
                  </a:lnTo>
                  <a:lnTo>
                    <a:pt x="899517" y="1384380"/>
                  </a:lnTo>
                  <a:lnTo>
                    <a:pt x="900331" y="1262521"/>
                  </a:lnTo>
                  <a:lnTo>
                    <a:pt x="901146" y="1163190"/>
                  </a:lnTo>
                  <a:lnTo>
                    <a:pt x="901961" y="1153194"/>
                  </a:lnTo>
                  <a:lnTo>
                    <a:pt x="902776" y="1155142"/>
                  </a:lnTo>
                  <a:lnTo>
                    <a:pt x="903591" y="1123719"/>
                  </a:lnTo>
                  <a:lnTo>
                    <a:pt x="904405" y="1175905"/>
                  </a:lnTo>
                  <a:lnTo>
                    <a:pt x="905220" y="1192214"/>
                  </a:lnTo>
                  <a:lnTo>
                    <a:pt x="906035" y="1353132"/>
                  </a:lnTo>
                  <a:lnTo>
                    <a:pt x="906850" y="1368588"/>
                  </a:lnTo>
                  <a:lnTo>
                    <a:pt x="907664" y="1470960"/>
                  </a:lnTo>
                  <a:lnTo>
                    <a:pt x="908479" y="1545860"/>
                  </a:lnTo>
                  <a:lnTo>
                    <a:pt x="909294" y="1567477"/>
                  </a:lnTo>
                  <a:lnTo>
                    <a:pt x="910109" y="1593089"/>
                  </a:lnTo>
                  <a:lnTo>
                    <a:pt x="910924" y="1532174"/>
                  </a:lnTo>
                  <a:lnTo>
                    <a:pt x="911738" y="1596097"/>
                  </a:lnTo>
                  <a:lnTo>
                    <a:pt x="912553" y="1541870"/>
                  </a:lnTo>
                  <a:lnTo>
                    <a:pt x="913368" y="1490322"/>
                  </a:lnTo>
                  <a:lnTo>
                    <a:pt x="914183" y="1431999"/>
                  </a:lnTo>
                  <a:lnTo>
                    <a:pt x="914997" y="1353379"/>
                  </a:lnTo>
                  <a:lnTo>
                    <a:pt x="915812" y="1336278"/>
                  </a:lnTo>
                  <a:lnTo>
                    <a:pt x="916627" y="1268341"/>
                  </a:lnTo>
                  <a:lnTo>
                    <a:pt x="917442" y="1259486"/>
                  </a:lnTo>
                  <a:lnTo>
                    <a:pt x="918257" y="1268422"/>
                  </a:lnTo>
                  <a:lnTo>
                    <a:pt x="919071" y="1234032"/>
                  </a:lnTo>
                  <a:lnTo>
                    <a:pt x="919886" y="1215337"/>
                  </a:lnTo>
                  <a:lnTo>
                    <a:pt x="920701" y="1258753"/>
                  </a:lnTo>
                  <a:lnTo>
                    <a:pt x="921516" y="1327666"/>
                  </a:lnTo>
                  <a:lnTo>
                    <a:pt x="922331" y="1379160"/>
                  </a:lnTo>
                  <a:lnTo>
                    <a:pt x="923145" y="1303693"/>
                  </a:lnTo>
                  <a:lnTo>
                    <a:pt x="923960" y="1352818"/>
                  </a:lnTo>
                  <a:lnTo>
                    <a:pt x="924775" y="1429823"/>
                  </a:lnTo>
                  <a:lnTo>
                    <a:pt x="925590" y="1452616"/>
                  </a:lnTo>
                  <a:lnTo>
                    <a:pt x="926404" y="1489081"/>
                  </a:lnTo>
                  <a:lnTo>
                    <a:pt x="927219" y="1556679"/>
                  </a:lnTo>
                  <a:lnTo>
                    <a:pt x="928034" y="1551457"/>
                  </a:lnTo>
                  <a:lnTo>
                    <a:pt x="928849" y="1567168"/>
                  </a:lnTo>
                  <a:lnTo>
                    <a:pt x="929664" y="1551780"/>
                  </a:lnTo>
                  <a:lnTo>
                    <a:pt x="930478" y="1501476"/>
                  </a:lnTo>
                  <a:lnTo>
                    <a:pt x="931293" y="1476951"/>
                  </a:lnTo>
                  <a:lnTo>
                    <a:pt x="932108" y="1418673"/>
                  </a:lnTo>
                  <a:lnTo>
                    <a:pt x="932923" y="1403406"/>
                  </a:lnTo>
                  <a:lnTo>
                    <a:pt x="933737" y="1404346"/>
                  </a:lnTo>
                  <a:lnTo>
                    <a:pt x="934552" y="1401304"/>
                  </a:lnTo>
                  <a:lnTo>
                    <a:pt x="935367" y="1313245"/>
                  </a:lnTo>
                  <a:lnTo>
                    <a:pt x="936182" y="1234427"/>
                  </a:lnTo>
                  <a:lnTo>
                    <a:pt x="936997" y="1279877"/>
                  </a:lnTo>
                  <a:lnTo>
                    <a:pt x="937811" y="1308203"/>
                  </a:lnTo>
                  <a:lnTo>
                    <a:pt x="938626" y="1419469"/>
                  </a:lnTo>
                  <a:lnTo>
                    <a:pt x="939441" y="1459597"/>
                  </a:lnTo>
                  <a:lnTo>
                    <a:pt x="940256" y="1440894"/>
                  </a:lnTo>
                  <a:lnTo>
                    <a:pt x="941070" y="1381173"/>
                  </a:lnTo>
                  <a:lnTo>
                    <a:pt x="941885" y="1384553"/>
                  </a:lnTo>
                  <a:lnTo>
                    <a:pt x="942700" y="1416144"/>
                  </a:lnTo>
                  <a:lnTo>
                    <a:pt x="943515" y="1380951"/>
                  </a:lnTo>
                  <a:lnTo>
                    <a:pt x="944330" y="1345147"/>
                  </a:lnTo>
                  <a:lnTo>
                    <a:pt x="945144" y="1320052"/>
                  </a:lnTo>
                  <a:lnTo>
                    <a:pt x="945959" y="1469289"/>
                  </a:lnTo>
                  <a:lnTo>
                    <a:pt x="946774" y="1440178"/>
                  </a:lnTo>
                  <a:lnTo>
                    <a:pt x="947589" y="1398430"/>
                  </a:lnTo>
                  <a:lnTo>
                    <a:pt x="948403" y="1374284"/>
                  </a:lnTo>
                  <a:lnTo>
                    <a:pt x="949218" y="1377543"/>
                  </a:lnTo>
                  <a:lnTo>
                    <a:pt x="950033" y="1362066"/>
                  </a:lnTo>
                  <a:lnTo>
                    <a:pt x="950848" y="1269625"/>
                  </a:lnTo>
                  <a:lnTo>
                    <a:pt x="951663" y="1331398"/>
                  </a:lnTo>
                  <a:lnTo>
                    <a:pt x="952477" y="1314207"/>
                  </a:lnTo>
                  <a:lnTo>
                    <a:pt x="953292" y="1347417"/>
                  </a:lnTo>
                  <a:lnTo>
                    <a:pt x="954107" y="1245699"/>
                  </a:lnTo>
                  <a:lnTo>
                    <a:pt x="954922" y="1321948"/>
                  </a:lnTo>
                  <a:lnTo>
                    <a:pt x="955736" y="1381553"/>
                  </a:lnTo>
                  <a:lnTo>
                    <a:pt x="956551" y="1314061"/>
                  </a:lnTo>
                  <a:lnTo>
                    <a:pt x="957366" y="1203277"/>
                  </a:lnTo>
                  <a:lnTo>
                    <a:pt x="958181" y="1057798"/>
                  </a:lnTo>
                  <a:lnTo>
                    <a:pt x="958996" y="1109002"/>
                  </a:lnTo>
                  <a:lnTo>
                    <a:pt x="959810" y="1180903"/>
                  </a:lnTo>
                  <a:lnTo>
                    <a:pt x="960625" y="1087753"/>
                  </a:lnTo>
                  <a:lnTo>
                    <a:pt x="961440" y="1152244"/>
                  </a:lnTo>
                  <a:lnTo>
                    <a:pt x="962255" y="1216157"/>
                  </a:lnTo>
                  <a:lnTo>
                    <a:pt x="963070" y="1298737"/>
                  </a:lnTo>
                  <a:lnTo>
                    <a:pt x="963884" y="1327818"/>
                  </a:lnTo>
                  <a:lnTo>
                    <a:pt x="964699" y="1267031"/>
                  </a:lnTo>
                  <a:lnTo>
                    <a:pt x="965514" y="1333627"/>
                  </a:lnTo>
                  <a:lnTo>
                    <a:pt x="966329" y="1382740"/>
                  </a:lnTo>
                  <a:lnTo>
                    <a:pt x="967143" y="1355820"/>
                  </a:lnTo>
                  <a:lnTo>
                    <a:pt x="967958" y="1324366"/>
                  </a:lnTo>
                  <a:lnTo>
                    <a:pt x="968773" y="1371668"/>
                  </a:lnTo>
                  <a:lnTo>
                    <a:pt x="969588" y="1477482"/>
                  </a:lnTo>
                  <a:lnTo>
                    <a:pt x="970403" y="1534485"/>
                  </a:lnTo>
                  <a:lnTo>
                    <a:pt x="971217" y="1565948"/>
                  </a:lnTo>
                  <a:lnTo>
                    <a:pt x="972032" y="1554405"/>
                  </a:lnTo>
                  <a:lnTo>
                    <a:pt x="972847" y="1588807"/>
                  </a:lnTo>
                  <a:lnTo>
                    <a:pt x="973662" y="1549315"/>
                  </a:lnTo>
                  <a:lnTo>
                    <a:pt x="974476" y="1531619"/>
                  </a:lnTo>
                  <a:lnTo>
                    <a:pt x="975291" y="1516160"/>
                  </a:lnTo>
                  <a:lnTo>
                    <a:pt x="976106" y="1598967"/>
                  </a:lnTo>
                  <a:lnTo>
                    <a:pt x="976921" y="1590886"/>
                  </a:lnTo>
                  <a:lnTo>
                    <a:pt x="977736" y="1650352"/>
                  </a:lnTo>
                  <a:lnTo>
                    <a:pt x="978550" y="1654401"/>
                  </a:lnTo>
                  <a:lnTo>
                    <a:pt x="979365" y="1624653"/>
                  </a:lnTo>
                  <a:lnTo>
                    <a:pt x="980180" y="1679071"/>
                  </a:lnTo>
                  <a:lnTo>
                    <a:pt x="980995" y="1604840"/>
                  </a:lnTo>
                  <a:lnTo>
                    <a:pt x="981809" y="1592214"/>
                  </a:lnTo>
                  <a:lnTo>
                    <a:pt x="982624" y="1582442"/>
                  </a:lnTo>
                  <a:lnTo>
                    <a:pt x="983439" y="1607507"/>
                  </a:lnTo>
                  <a:lnTo>
                    <a:pt x="984254" y="1650071"/>
                  </a:lnTo>
                  <a:lnTo>
                    <a:pt x="985069" y="1600213"/>
                  </a:lnTo>
                  <a:lnTo>
                    <a:pt x="985883" y="1603452"/>
                  </a:lnTo>
                  <a:lnTo>
                    <a:pt x="986698" y="1569995"/>
                  </a:lnTo>
                  <a:lnTo>
                    <a:pt x="987513" y="1516818"/>
                  </a:lnTo>
                  <a:lnTo>
                    <a:pt x="988328" y="1528546"/>
                  </a:lnTo>
                  <a:lnTo>
                    <a:pt x="989142" y="1361471"/>
                  </a:lnTo>
                  <a:lnTo>
                    <a:pt x="989957" y="1315898"/>
                  </a:lnTo>
                  <a:lnTo>
                    <a:pt x="990772" y="1289620"/>
                  </a:lnTo>
                  <a:lnTo>
                    <a:pt x="991587" y="1371055"/>
                  </a:lnTo>
                  <a:lnTo>
                    <a:pt x="992402" y="1409801"/>
                  </a:lnTo>
                  <a:lnTo>
                    <a:pt x="993216" y="1439727"/>
                  </a:lnTo>
                  <a:lnTo>
                    <a:pt x="994031" y="1298082"/>
                  </a:lnTo>
                  <a:lnTo>
                    <a:pt x="994846" y="1314618"/>
                  </a:lnTo>
                  <a:lnTo>
                    <a:pt x="995661" y="1305756"/>
                  </a:lnTo>
                  <a:lnTo>
                    <a:pt x="996476" y="1348497"/>
                  </a:lnTo>
                  <a:lnTo>
                    <a:pt x="997290" y="1416540"/>
                  </a:lnTo>
                  <a:lnTo>
                    <a:pt x="998105" y="1430617"/>
                  </a:lnTo>
                  <a:lnTo>
                    <a:pt x="998920" y="1439801"/>
                  </a:lnTo>
                  <a:lnTo>
                    <a:pt x="999735" y="1393215"/>
                  </a:lnTo>
                  <a:lnTo>
                    <a:pt x="1000549" y="1392321"/>
                  </a:lnTo>
                  <a:lnTo>
                    <a:pt x="1001364" y="1325100"/>
                  </a:lnTo>
                  <a:lnTo>
                    <a:pt x="1002179" y="1323027"/>
                  </a:lnTo>
                  <a:lnTo>
                    <a:pt x="1002994" y="1303200"/>
                  </a:lnTo>
                  <a:lnTo>
                    <a:pt x="1003809" y="1330550"/>
                  </a:lnTo>
                  <a:lnTo>
                    <a:pt x="1004623" y="1297501"/>
                  </a:lnTo>
                  <a:lnTo>
                    <a:pt x="1005438" y="1364439"/>
                  </a:lnTo>
                  <a:lnTo>
                    <a:pt x="1006253" y="1429688"/>
                  </a:lnTo>
                  <a:lnTo>
                    <a:pt x="1007068" y="1478670"/>
                  </a:lnTo>
                  <a:lnTo>
                    <a:pt x="1007882" y="1495308"/>
                  </a:lnTo>
                  <a:lnTo>
                    <a:pt x="1008697" y="1486850"/>
                  </a:lnTo>
                  <a:lnTo>
                    <a:pt x="1009512" y="1451444"/>
                  </a:lnTo>
                  <a:lnTo>
                    <a:pt x="1010327" y="1457431"/>
                  </a:lnTo>
                  <a:lnTo>
                    <a:pt x="1011142" y="1487526"/>
                  </a:lnTo>
                  <a:lnTo>
                    <a:pt x="1011956" y="1547494"/>
                  </a:lnTo>
                  <a:lnTo>
                    <a:pt x="1012771" y="1603891"/>
                  </a:lnTo>
                  <a:lnTo>
                    <a:pt x="1013586" y="1648303"/>
                  </a:lnTo>
                  <a:lnTo>
                    <a:pt x="1014401" y="1631517"/>
                  </a:lnTo>
                  <a:lnTo>
                    <a:pt x="1015215" y="1642055"/>
                  </a:lnTo>
                  <a:lnTo>
                    <a:pt x="1016030" y="1667816"/>
                  </a:lnTo>
                  <a:lnTo>
                    <a:pt x="1016845" y="1645784"/>
                  </a:lnTo>
                  <a:lnTo>
                    <a:pt x="1017660" y="1626668"/>
                  </a:lnTo>
                  <a:lnTo>
                    <a:pt x="1018475" y="1637712"/>
                  </a:lnTo>
                  <a:lnTo>
                    <a:pt x="1019289" y="1660483"/>
                  </a:lnTo>
                  <a:lnTo>
                    <a:pt x="1020104" y="1672941"/>
                  </a:lnTo>
                  <a:lnTo>
                    <a:pt x="1020919" y="1685131"/>
                  </a:lnTo>
                  <a:lnTo>
                    <a:pt x="1021734" y="1631176"/>
                  </a:lnTo>
                  <a:lnTo>
                    <a:pt x="1022548" y="1665998"/>
                  </a:lnTo>
                  <a:lnTo>
                    <a:pt x="1023363" y="1658702"/>
                  </a:lnTo>
                  <a:lnTo>
                    <a:pt x="1024178" y="1615744"/>
                  </a:lnTo>
                  <a:lnTo>
                    <a:pt x="1024993" y="1525008"/>
                  </a:lnTo>
                  <a:lnTo>
                    <a:pt x="1025808" y="1548777"/>
                  </a:lnTo>
                  <a:lnTo>
                    <a:pt x="1026622" y="1595319"/>
                  </a:lnTo>
                  <a:lnTo>
                    <a:pt x="1027437" y="1594184"/>
                  </a:lnTo>
                  <a:lnTo>
                    <a:pt x="1028252" y="1553003"/>
                  </a:lnTo>
                  <a:lnTo>
                    <a:pt x="1029067" y="1593992"/>
                  </a:lnTo>
                  <a:lnTo>
                    <a:pt x="1029881" y="1603279"/>
                  </a:lnTo>
                  <a:lnTo>
                    <a:pt x="1030696" y="1606173"/>
                  </a:lnTo>
                  <a:lnTo>
                    <a:pt x="1031511" y="1606012"/>
                  </a:lnTo>
                  <a:lnTo>
                    <a:pt x="1032326" y="1527759"/>
                  </a:lnTo>
                  <a:lnTo>
                    <a:pt x="1033141" y="1495603"/>
                  </a:lnTo>
                  <a:lnTo>
                    <a:pt x="1033955" y="1548021"/>
                  </a:lnTo>
                  <a:lnTo>
                    <a:pt x="1034770" y="1540549"/>
                  </a:lnTo>
                  <a:lnTo>
                    <a:pt x="1035585" y="1544429"/>
                  </a:lnTo>
                  <a:lnTo>
                    <a:pt x="1036400" y="1527026"/>
                  </a:lnTo>
                  <a:lnTo>
                    <a:pt x="1037215" y="1539335"/>
                  </a:lnTo>
                  <a:lnTo>
                    <a:pt x="1038029" y="1476590"/>
                  </a:lnTo>
                  <a:lnTo>
                    <a:pt x="1038844" y="1423518"/>
                  </a:lnTo>
                  <a:lnTo>
                    <a:pt x="1039659" y="1397545"/>
                  </a:lnTo>
                  <a:lnTo>
                    <a:pt x="1040474" y="1343166"/>
                  </a:lnTo>
                  <a:lnTo>
                    <a:pt x="1041288" y="1414154"/>
                  </a:lnTo>
                  <a:lnTo>
                    <a:pt x="1042103" y="1500746"/>
                  </a:lnTo>
                  <a:lnTo>
                    <a:pt x="1042918" y="1446161"/>
                  </a:lnTo>
                  <a:lnTo>
                    <a:pt x="1043733" y="1412754"/>
                  </a:lnTo>
                  <a:lnTo>
                    <a:pt x="1044548" y="1499092"/>
                  </a:lnTo>
                  <a:lnTo>
                    <a:pt x="1045362" y="1586662"/>
                  </a:lnTo>
                  <a:lnTo>
                    <a:pt x="1046177" y="1585675"/>
                  </a:lnTo>
                  <a:lnTo>
                    <a:pt x="1046992" y="1563666"/>
                  </a:lnTo>
                  <a:lnTo>
                    <a:pt x="1047807" y="1571339"/>
                  </a:lnTo>
                  <a:lnTo>
                    <a:pt x="1048621" y="1565076"/>
                  </a:lnTo>
                  <a:lnTo>
                    <a:pt x="1049436" y="1547336"/>
                  </a:lnTo>
                  <a:lnTo>
                    <a:pt x="1050251" y="1551933"/>
                  </a:lnTo>
                  <a:lnTo>
                    <a:pt x="1051066" y="1514587"/>
                  </a:lnTo>
                  <a:lnTo>
                    <a:pt x="1051881" y="1549869"/>
                  </a:lnTo>
                  <a:lnTo>
                    <a:pt x="1052695" y="1530055"/>
                  </a:lnTo>
                  <a:lnTo>
                    <a:pt x="1053510" y="1470981"/>
                  </a:lnTo>
                  <a:lnTo>
                    <a:pt x="1054325" y="1489464"/>
                  </a:lnTo>
                  <a:lnTo>
                    <a:pt x="1055140" y="1522744"/>
                  </a:lnTo>
                  <a:lnTo>
                    <a:pt x="1055954" y="1540864"/>
                  </a:lnTo>
                  <a:lnTo>
                    <a:pt x="1056769" y="1516635"/>
                  </a:lnTo>
                  <a:lnTo>
                    <a:pt x="1057584" y="1551832"/>
                  </a:lnTo>
                  <a:lnTo>
                    <a:pt x="1058399" y="1546262"/>
                  </a:lnTo>
                  <a:lnTo>
                    <a:pt x="1059214" y="1528380"/>
                  </a:lnTo>
                  <a:lnTo>
                    <a:pt x="1060028" y="1542225"/>
                  </a:lnTo>
                  <a:lnTo>
                    <a:pt x="1060843" y="1530068"/>
                  </a:lnTo>
                  <a:lnTo>
                    <a:pt x="1061658" y="1544496"/>
                  </a:lnTo>
                  <a:lnTo>
                    <a:pt x="1062473" y="1544191"/>
                  </a:lnTo>
                  <a:lnTo>
                    <a:pt x="1063287" y="1526799"/>
                  </a:lnTo>
                  <a:lnTo>
                    <a:pt x="1064102" y="1561941"/>
                  </a:lnTo>
                  <a:lnTo>
                    <a:pt x="1064917" y="1551824"/>
                  </a:lnTo>
                  <a:lnTo>
                    <a:pt x="1065732" y="1535701"/>
                  </a:lnTo>
                  <a:lnTo>
                    <a:pt x="1066547" y="1510796"/>
                  </a:lnTo>
                  <a:lnTo>
                    <a:pt x="1067361" y="1561207"/>
                  </a:lnTo>
                  <a:lnTo>
                    <a:pt x="1068176" y="1572156"/>
                  </a:lnTo>
                  <a:lnTo>
                    <a:pt x="1068991" y="1583607"/>
                  </a:lnTo>
                  <a:lnTo>
                    <a:pt x="1069806" y="1616858"/>
                  </a:lnTo>
                  <a:lnTo>
                    <a:pt x="1070620" y="1648136"/>
                  </a:lnTo>
                  <a:lnTo>
                    <a:pt x="1071435" y="1652116"/>
                  </a:lnTo>
                  <a:lnTo>
                    <a:pt x="1072250" y="1630813"/>
                  </a:lnTo>
                  <a:lnTo>
                    <a:pt x="1073065" y="1645074"/>
                  </a:lnTo>
                  <a:lnTo>
                    <a:pt x="1073880" y="1641387"/>
                  </a:lnTo>
                  <a:lnTo>
                    <a:pt x="1074694" y="1619383"/>
                  </a:lnTo>
                  <a:lnTo>
                    <a:pt x="1075509" y="1599909"/>
                  </a:lnTo>
                  <a:lnTo>
                    <a:pt x="1076324" y="1560621"/>
                  </a:lnTo>
                  <a:lnTo>
                    <a:pt x="1077139" y="1520363"/>
                  </a:lnTo>
                  <a:lnTo>
                    <a:pt x="1077954" y="1495501"/>
                  </a:lnTo>
                  <a:lnTo>
                    <a:pt x="1078768" y="1475425"/>
                  </a:lnTo>
                  <a:lnTo>
                    <a:pt x="1079583" y="1441986"/>
                  </a:lnTo>
                  <a:lnTo>
                    <a:pt x="1080398" y="1544975"/>
                  </a:lnTo>
                  <a:lnTo>
                    <a:pt x="1081213" y="1576941"/>
                  </a:lnTo>
                  <a:lnTo>
                    <a:pt x="1082027" y="1618437"/>
                  </a:lnTo>
                  <a:lnTo>
                    <a:pt x="1082842" y="1648397"/>
                  </a:lnTo>
                  <a:lnTo>
                    <a:pt x="1083657" y="1686978"/>
                  </a:lnTo>
                  <a:lnTo>
                    <a:pt x="1084472" y="1681249"/>
                  </a:lnTo>
                  <a:lnTo>
                    <a:pt x="1085287" y="1674768"/>
                  </a:lnTo>
                  <a:lnTo>
                    <a:pt x="1086101" y="1691386"/>
                  </a:lnTo>
                  <a:lnTo>
                    <a:pt x="1086916" y="1682299"/>
                  </a:lnTo>
                  <a:lnTo>
                    <a:pt x="1087731" y="1705310"/>
                  </a:lnTo>
                  <a:lnTo>
                    <a:pt x="1088546" y="1698622"/>
                  </a:lnTo>
                  <a:lnTo>
                    <a:pt x="1089360" y="1684798"/>
                  </a:lnTo>
                  <a:lnTo>
                    <a:pt x="1090175" y="1705387"/>
                  </a:lnTo>
                  <a:lnTo>
                    <a:pt x="1090990" y="1688836"/>
                  </a:lnTo>
                  <a:lnTo>
                    <a:pt x="1091805" y="1675104"/>
                  </a:lnTo>
                  <a:lnTo>
                    <a:pt x="1092620" y="1672421"/>
                  </a:lnTo>
                  <a:lnTo>
                    <a:pt x="1093434" y="1697827"/>
                  </a:lnTo>
                  <a:lnTo>
                    <a:pt x="1094249" y="1711595"/>
                  </a:lnTo>
                  <a:lnTo>
                    <a:pt x="1095064" y="1681571"/>
                  </a:lnTo>
                  <a:lnTo>
                    <a:pt x="1095879" y="1698564"/>
                  </a:lnTo>
                  <a:lnTo>
                    <a:pt x="1096693" y="1688022"/>
                  </a:lnTo>
                  <a:lnTo>
                    <a:pt x="1097508" y="1703711"/>
                  </a:lnTo>
                  <a:lnTo>
                    <a:pt x="1098323" y="1695874"/>
                  </a:lnTo>
                  <a:lnTo>
                    <a:pt x="1099138" y="1674477"/>
                  </a:lnTo>
                  <a:lnTo>
                    <a:pt x="1099953" y="1674428"/>
                  </a:lnTo>
                  <a:lnTo>
                    <a:pt x="1100767" y="1641195"/>
                  </a:lnTo>
                  <a:lnTo>
                    <a:pt x="1101582" y="1611141"/>
                  </a:lnTo>
                  <a:lnTo>
                    <a:pt x="1102397" y="1606557"/>
                  </a:lnTo>
                  <a:lnTo>
                    <a:pt x="1103212" y="1620931"/>
                  </a:lnTo>
                  <a:lnTo>
                    <a:pt x="1104026" y="1623700"/>
                  </a:lnTo>
                  <a:lnTo>
                    <a:pt x="1104841" y="1613323"/>
                  </a:lnTo>
                  <a:lnTo>
                    <a:pt x="1105656" y="1642556"/>
                  </a:lnTo>
                  <a:lnTo>
                    <a:pt x="1106471" y="1637699"/>
                  </a:lnTo>
                  <a:lnTo>
                    <a:pt x="1107286" y="1641831"/>
                  </a:lnTo>
                  <a:lnTo>
                    <a:pt x="1108100" y="1624011"/>
                  </a:lnTo>
                  <a:lnTo>
                    <a:pt x="1108915" y="1617873"/>
                  </a:lnTo>
                  <a:lnTo>
                    <a:pt x="1109730" y="1649917"/>
                  </a:lnTo>
                  <a:lnTo>
                    <a:pt x="1110545" y="1655787"/>
                  </a:lnTo>
                  <a:lnTo>
                    <a:pt x="1111359" y="1656138"/>
                  </a:lnTo>
                  <a:lnTo>
                    <a:pt x="1112174" y="1651052"/>
                  </a:lnTo>
                  <a:lnTo>
                    <a:pt x="1112989" y="1628227"/>
                  </a:lnTo>
                  <a:lnTo>
                    <a:pt x="1113804" y="1628169"/>
                  </a:lnTo>
                  <a:lnTo>
                    <a:pt x="1114619" y="1613789"/>
                  </a:lnTo>
                  <a:lnTo>
                    <a:pt x="1115433" y="1569627"/>
                  </a:lnTo>
                  <a:lnTo>
                    <a:pt x="1116248" y="1497606"/>
                  </a:lnTo>
                  <a:lnTo>
                    <a:pt x="1117063" y="1442066"/>
                  </a:lnTo>
                  <a:lnTo>
                    <a:pt x="1117878" y="1455821"/>
                  </a:lnTo>
                  <a:lnTo>
                    <a:pt x="1118693" y="1478536"/>
                  </a:lnTo>
                  <a:lnTo>
                    <a:pt x="1119507" y="1557231"/>
                  </a:lnTo>
                  <a:lnTo>
                    <a:pt x="1120322" y="1587026"/>
                  </a:lnTo>
                  <a:lnTo>
                    <a:pt x="1121137" y="1583343"/>
                  </a:lnTo>
                  <a:lnTo>
                    <a:pt x="1121952" y="1550317"/>
                  </a:lnTo>
                  <a:lnTo>
                    <a:pt x="1122766" y="1550473"/>
                  </a:lnTo>
                  <a:lnTo>
                    <a:pt x="1123581" y="1573265"/>
                  </a:lnTo>
                  <a:lnTo>
                    <a:pt x="1124396" y="1619230"/>
                  </a:lnTo>
                  <a:lnTo>
                    <a:pt x="1125211" y="1637885"/>
                  </a:lnTo>
                  <a:lnTo>
                    <a:pt x="1126026" y="1669433"/>
                  </a:lnTo>
                  <a:lnTo>
                    <a:pt x="1126840" y="1676767"/>
                  </a:lnTo>
                  <a:lnTo>
                    <a:pt x="1127655" y="1694345"/>
                  </a:lnTo>
                  <a:lnTo>
                    <a:pt x="1128470" y="1702323"/>
                  </a:lnTo>
                  <a:lnTo>
                    <a:pt x="1129285" y="1696488"/>
                  </a:lnTo>
                  <a:lnTo>
                    <a:pt x="1130099" y="1690197"/>
                  </a:lnTo>
                  <a:lnTo>
                    <a:pt x="1130914" y="1681948"/>
                  </a:lnTo>
                  <a:lnTo>
                    <a:pt x="1131729" y="1705669"/>
                  </a:lnTo>
                  <a:lnTo>
                    <a:pt x="1132544" y="1711470"/>
                  </a:lnTo>
                  <a:lnTo>
                    <a:pt x="1133359" y="1710485"/>
                  </a:lnTo>
                  <a:lnTo>
                    <a:pt x="1134173" y="1698676"/>
                  </a:lnTo>
                  <a:lnTo>
                    <a:pt x="1134988" y="1714119"/>
                  </a:lnTo>
                  <a:lnTo>
                    <a:pt x="1135803" y="1689497"/>
                  </a:lnTo>
                  <a:lnTo>
                    <a:pt x="1136618" y="1660417"/>
                  </a:lnTo>
                  <a:lnTo>
                    <a:pt x="1137432" y="1624385"/>
                  </a:lnTo>
                  <a:lnTo>
                    <a:pt x="1138247" y="1601575"/>
                  </a:lnTo>
                  <a:lnTo>
                    <a:pt x="1139062" y="1657239"/>
                  </a:lnTo>
                  <a:lnTo>
                    <a:pt x="1139877" y="1659221"/>
                  </a:lnTo>
                  <a:lnTo>
                    <a:pt x="1140692" y="1659138"/>
                  </a:lnTo>
                  <a:lnTo>
                    <a:pt x="1141506" y="1686003"/>
                  </a:lnTo>
                  <a:lnTo>
                    <a:pt x="1142321" y="1649449"/>
                  </a:lnTo>
                  <a:lnTo>
                    <a:pt x="1143136" y="1655781"/>
                  </a:lnTo>
                  <a:lnTo>
                    <a:pt x="1143951" y="1650843"/>
                  </a:lnTo>
                  <a:lnTo>
                    <a:pt x="1144765" y="1650501"/>
                  </a:lnTo>
                  <a:lnTo>
                    <a:pt x="1145580" y="1639819"/>
                  </a:lnTo>
                  <a:lnTo>
                    <a:pt x="1146395" y="1614589"/>
                  </a:lnTo>
                  <a:lnTo>
                    <a:pt x="1147210" y="1624871"/>
                  </a:lnTo>
                  <a:lnTo>
                    <a:pt x="1148025" y="1648541"/>
                  </a:lnTo>
                  <a:lnTo>
                    <a:pt x="1148839" y="1619370"/>
                  </a:lnTo>
                  <a:lnTo>
                    <a:pt x="1149654" y="1610856"/>
                  </a:lnTo>
                  <a:lnTo>
                    <a:pt x="1150469" y="1604979"/>
                  </a:lnTo>
                  <a:lnTo>
                    <a:pt x="1151284" y="1614598"/>
                  </a:lnTo>
                  <a:lnTo>
                    <a:pt x="1152098" y="1607821"/>
                  </a:lnTo>
                  <a:lnTo>
                    <a:pt x="1152913" y="1582534"/>
                  </a:lnTo>
                  <a:lnTo>
                    <a:pt x="1153728" y="1571506"/>
                  </a:lnTo>
                  <a:lnTo>
                    <a:pt x="1154543" y="1570737"/>
                  </a:lnTo>
                  <a:lnTo>
                    <a:pt x="1155358" y="1613891"/>
                  </a:lnTo>
                  <a:lnTo>
                    <a:pt x="1156172" y="1598175"/>
                  </a:lnTo>
                  <a:lnTo>
                    <a:pt x="1156987" y="1558559"/>
                  </a:lnTo>
                  <a:lnTo>
                    <a:pt x="1157802" y="1499603"/>
                  </a:lnTo>
                  <a:lnTo>
                    <a:pt x="1158617" y="1552309"/>
                  </a:lnTo>
                  <a:lnTo>
                    <a:pt x="1159432" y="1602199"/>
                  </a:lnTo>
                  <a:lnTo>
                    <a:pt x="1160246" y="1528188"/>
                  </a:lnTo>
                  <a:lnTo>
                    <a:pt x="1161061" y="1545635"/>
                  </a:lnTo>
                  <a:lnTo>
                    <a:pt x="1161876" y="1566094"/>
                  </a:lnTo>
                  <a:lnTo>
                    <a:pt x="1162691" y="1547895"/>
                  </a:lnTo>
                  <a:lnTo>
                    <a:pt x="1163505" y="1558260"/>
                  </a:lnTo>
                  <a:lnTo>
                    <a:pt x="1164320" y="1561453"/>
                  </a:lnTo>
                  <a:lnTo>
                    <a:pt x="1165135" y="1553613"/>
                  </a:lnTo>
                  <a:lnTo>
                    <a:pt x="1165950" y="1546890"/>
                  </a:lnTo>
                  <a:lnTo>
                    <a:pt x="1166765" y="1541154"/>
                  </a:lnTo>
                  <a:lnTo>
                    <a:pt x="1167579" y="1567920"/>
                  </a:lnTo>
                  <a:lnTo>
                    <a:pt x="1168394" y="1540391"/>
                  </a:lnTo>
                  <a:lnTo>
                    <a:pt x="1169209" y="1530778"/>
                  </a:lnTo>
                  <a:lnTo>
                    <a:pt x="1170024" y="1541814"/>
                  </a:lnTo>
                  <a:lnTo>
                    <a:pt x="1170838" y="1474835"/>
                  </a:lnTo>
                  <a:lnTo>
                    <a:pt x="1171653" y="1444404"/>
                  </a:lnTo>
                  <a:lnTo>
                    <a:pt x="1172468" y="1424424"/>
                  </a:lnTo>
                  <a:lnTo>
                    <a:pt x="1173283" y="1476837"/>
                  </a:lnTo>
                  <a:lnTo>
                    <a:pt x="1174098" y="1532424"/>
                  </a:lnTo>
                  <a:lnTo>
                    <a:pt x="1174912" y="1543382"/>
                  </a:lnTo>
                  <a:lnTo>
                    <a:pt x="1175727" y="1554039"/>
                  </a:lnTo>
                  <a:lnTo>
                    <a:pt x="1176542" y="1559864"/>
                  </a:lnTo>
                  <a:lnTo>
                    <a:pt x="1177357" y="1499579"/>
                  </a:lnTo>
                  <a:lnTo>
                    <a:pt x="1178171" y="1469143"/>
                  </a:lnTo>
                  <a:lnTo>
                    <a:pt x="1178986" y="1508449"/>
                  </a:lnTo>
                  <a:lnTo>
                    <a:pt x="1179801" y="1525313"/>
                  </a:lnTo>
                  <a:lnTo>
                    <a:pt x="1180616" y="1487050"/>
                  </a:lnTo>
                  <a:lnTo>
                    <a:pt x="1181431" y="1465895"/>
                  </a:lnTo>
                  <a:lnTo>
                    <a:pt x="1182245" y="1563427"/>
                  </a:lnTo>
                  <a:lnTo>
                    <a:pt x="1183060" y="1555767"/>
                  </a:lnTo>
                  <a:lnTo>
                    <a:pt x="1183875" y="1609640"/>
                  </a:lnTo>
                  <a:lnTo>
                    <a:pt x="1184690" y="1594246"/>
                  </a:lnTo>
                  <a:lnTo>
                    <a:pt x="1185504" y="1627015"/>
                  </a:lnTo>
                  <a:lnTo>
                    <a:pt x="1186319" y="1624110"/>
                  </a:lnTo>
                  <a:lnTo>
                    <a:pt x="1187134" y="1624696"/>
                  </a:lnTo>
                  <a:lnTo>
                    <a:pt x="1187949" y="1612740"/>
                  </a:lnTo>
                  <a:lnTo>
                    <a:pt x="1188764" y="1645237"/>
                  </a:lnTo>
                  <a:lnTo>
                    <a:pt x="1189578" y="1667739"/>
                  </a:lnTo>
                  <a:lnTo>
                    <a:pt x="1190393" y="1603183"/>
                  </a:lnTo>
                  <a:lnTo>
                    <a:pt x="1191208" y="1590984"/>
                  </a:lnTo>
                  <a:lnTo>
                    <a:pt x="1192023" y="1558282"/>
                  </a:lnTo>
                  <a:lnTo>
                    <a:pt x="1192837" y="1522977"/>
                  </a:lnTo>
                  <a:lnTo>
                    <a:pt x="1193652" y="1531554"/>
                  </a:lnTo>
                  <a:lnTo>
                    <a:pt x="1194467" y="1474343"/>
                  </a:lnTo>
                  <a:lnTo>
                    <a:pt x="1195282" y="1381013"/>
                  </a:lnTo>
                  <a:lnTo>
                    <a:pt x="1196097" y="1343974"/>
                  </a:lnTo>
                  <a:lnTo>
                    <a:pt x="1196911" y="1358749"/>
                  </a:lnTo>
                  <a:lnTo>
                    <a:pt x="1197726" y="1380724"/>
                  </a:lnTo>
                  <a:lnTo>
                    <a:pt x="1198541" y="1306957"/>
                  </a:lnTo>
                  <a:lnTo>
                    <a:pt x="1199356" y="1281922"/>
                  </a:lnTo>
                  <a:lnTo>
                    <a:pt x="1200171" y="1332006"/>
                  </a:lnTo>
                  <a:lnTo>
                    <a:pt x="1200985" y="1348260"/>
                  </a:lnTo>
                  <a:lnTo>
                    <a:pt x="1201800" y="1391677"/>
                  </a:lnTo>
                  <a:lnTo>
                    <a:pt x="1202615" y="1395406"/>
                  </a:lnTo>
                  <a:lnTo>
                    <a:pt x="1203430" y="1385309"/>
                  </a:lnTo>
                  <a:lnTo>
                    <a:pt x="1204244" y="1370899"/>
                  </a:lnTo>
                  <a:lnTo>
                    <a:pt x="1205059" y="1362005"/>
                  </a:lnTo>
                  <a:lnTo>
                    <a:pt x="1205874" y="1397094"/>
                  </a:lnTo>
                  <a:lnTo>
                    <a:pt x="1206689" y="1304198"/>
                  </a:lnTo>
                  <a:lnTo>
                    <a:pt x="1207504" y="1315134"/>
                  </a:lnTo>
                  <a:lnTo>
                    <a:pt x="1208318" y="1291427"/>
                  </a:lnTo>
                  <a:lnTo>
                    <a:pt x="1209133" y="1326526"/>
                  </a:lnTo>
                  <a:lnTo>
                    <a:pt x="1209948" y="1307752"/>
                  </a:lnTo>
                  <a:lnTo>
                    <a:pt x="1210763" y="1328449"/>
                  </a:lnTo>
                  <a:lnTo>
                    <a:pt x="1211577" y="1404533"/>
                  </a:lnTo>
                  <a:lnTo>
                    <a:pt x="1212392" y="1423938"/>
                  </a:lnTo>
                  <a:lnTo>
                    <a:pt x="1213207" y="1463953"/>
                  </a:lnTo>
                  <a:lnTo>
                    <a:pt x="1214022" y="1475384"/>
                  </a:lnTo>
                  <a:lnTo>
                    <a:pt x="1214837" y="1478459"/>
                  </a:lnTo>
                  <a:lnTo>
                    <a:pt x="1215651" y="1488020"/>
                  </a:lnTo>
                  <a:lnTo>
                    <a:pt x="1216466" y="1505791"/>
                  </a:lnTo>
                  <a:lnTo>
                    <a:pt x="1217281" y="1513401"/>
                  </a:lnTo>
                  <a:lnTo>
                    <a:pt x="1218096" y="1517712"/>
                  </a:lnTo>
                  <a:lnTo>
                    <a:pt x="1218910" y="1478877"/>
                  </a:lnTo>
                  <a:lnTo>
                    <a:pt x="1219725" y="1424791"/>
                  </a:lnTo>
                  <a:lnTo>
                    <a:pt x="1220540" y="1438650"/>
                  </a:lnTo>
                  <a:lnTo>
                    <a:pt x="1221355" y="1414023"/>
                  </a:lnTo>
                  <a:lnTo>
                    <a:pt x="1222170" y="1418938"/>
                  </a:lnTo>
                  <a:lnTo>
                    <a:pt x="1222984" y="1470740"/>
                  </a:lnTo>
                  <a:lnTo>
                    <a:pt x="1223799" y="1492580"/>
                  </a:lnTo>
                  <a:lnTo>
                    <a:pt x="1224614" y="1511345"/>
                  </a:lnTo>
                  <a:lnTo>
                    <a:pt x="1225429" y="1489870"/>
                  </a:lnTo>
                  <a:lnTo>
                    <a:pt x="1226243" y="1471742"/>
                  </a:lnTo>
                  <a:lnTo>
                    <a:pt x="1227058" y="1403854"/>
                  </a:lnTo>
                  <a:lnTo>
                    <a:pt x="1227873" y="1305031"/>
                  </a:lnTo>
                  <a:lnTo>
                    <a:pt x="1228688" y="1240287"/>
                  </a:lnTo>
                  <a:lnTo>
                    <a:pt x="1229503" y="1284325"/>
                  </a:lnTo>
                  <a:lnTo>
                    <a:pt x="1230317" y="1320875"/>
                  </a:lnTo>
                  <a:lnTo>
                    <a:pt x="1231132" y="1294903"/>
                  </a:lnTo>
                  <a:lnTo>
                    <a:pt x="1231947" y="1352612"/>
                  </a:lnTo>
                  <a:lnTo>
                    <a:pt x="1232762" y="1380363"/>
                  </a:lnTo>
                  <a:lnTo>
                    <a:pt x="1233576" y="1373971"/>
                  </a:lnTo>
                  <a:lnTo>
                    <a:pt x="1234391" y="1412869"/>
                  </a:lnTo>
                  <a:lnTo>
                    <a:pt x="1235206" y="1384727"/>
                  </a:lnTo>
                  <a:lnTo>
                    <a:pt x="1236021" y="1270511"/>
                  </a:lnTo>
                  <a:lnTo>
                    <a:pt x="1236836" y="1300046"/>
                  </a:lnTo>
                  <a:lnTo>
                    <a:pt x="1237650" y="1239391"/>
                  </a:lnTo>
                  <a:lnTo>
                    <a:pt x="1238465" y="1308507"/>
                  </a:lnTo>
                  <a:lnTo>
                    <a:pt x="1239280" y="1369739"/>
                  </a:lnTo>
                  <a:lnTo>
                    <a:pt x="1240095" y="1411480"/>
                  </a:lnTo>
                  <a:lnTo>
                    <a:pt x="1240910" y="1545395"/>
                  </a:lnTo>
                  <a:lnTo>
                    <a:pt x="1241724" y="1551689"/>
                  </a:lnTo>
                  <a:lnTo>
                    <a:pt x="1242539" y="1494695"/>
                  </a:lnTo>
                  <a:lnTo>
                    <a:pt x="1243354" y="1396412"/>
                  </a:lnTo>
                  <a:lnTo>
                    <a:pt x="1244169" y="1428389"/>
                  </a:lnTo>
                  <a:lnTo>
                    <a:pt x="1244983" y="1515613"/>
                  </a:lnTo>
                  <a:lnTo>
                    <a:pt x="1245798" y="1536567"/>
                  </a:lnTo>
                  <a:lnTo>
                    <a:pt x="1246613" y="1531490"/>
                  </a:lnTo>
                  <a:lnTo>
                    <a:pt x="1247428" y="1568030"/>
                  </a:lnTo>
                  <a:lnTo>
                    <a:pt x="1248243" y="1524534"/>
                  </a:lnTo>
                  <a:lnTo>
                    <a:pt x="1249057" y="1599671"/>
                  </a:lnTo>
                  <a:lnTo>
                    <a:pt x="1249872" y="1575485"/>
                  </a:lnTo>
                  <a:lnTo>
                    <a:pt x="1250687" y="1431392"/>
                  </a:lnTo>
                  <a:lnTo>
                    <a:pt x="1251502" y="1457066"/>
                  </a:lnTo>
                  <a:lnTo>
                    <a:pt x="1252316" y="1425348"/>
                  </a:lnTo>
                  <a:lnTo>
                    <a:pt x="1253131" y="1462188"/>
                  </a:lnTo>
                  <a:lnTo>
                    <a:pt x="1253946" y="1520832"/>
                  </a:lnTo>
                  <a:lnTo>
                    <a:pt x="1254761" y="1459010"/>
                  </a:lnTo>
                  <a:lnTo>
                    <a:pt x="1255576" y="1424760"/>
                  </a:lnTo>
                  <a:lnTo>
                    <a:pt x="1256390" y="1440336"/>
                  </a:lnTo>
                  <a:lnTo>
                    <a:pt x="1257205" y="1450243"/>
                  </a:lnTo>
                  <a:lnTo>
                    <a:pt x="1258020" y="1475178"/>
                  </a:lnTo>
                  <a:lnTo>
                    <a:pt x="1258835" y="1486318"/>
                  </a:lnTo>
                  <a:lnTo>
                    <a:pt x="1259649" y="1510562"/>
                  </a:lnTo>
                  <a:lnTo>
                    <a:pt x="1260464" y="1525494"/>
                  </a:lnTo>
                  <a:lnTo>
                    <a:pt x="1261279" y="1493607"/>
                  </a:lnTo>
                  <a:lnTo>
                    <a:pt x="1262094" y="1508306"/>
                  </a:lnTo>
                  <a:lnTo>
                    <a:pt x="1262909" y="1461934"/>
                  </a:lnTo>
                  <a:lnTo>
                    <a:pt x="1263723" y="1403309"/>
                  </a:lnTo>
                  <a:lnTo>
                    <a:pt x="1264538" y="1419643"/>
                  </a:lnTo>
                  <a:lnTo>
                    <a:pt x="1265353" y="1536014"/>
                  </a:lnTo>
                  <a:lnTo>
                    <a:pt x="1266168" y="1561172"/>
                  </a:lnTo>
                  <a:lnTo>
                    <a:pt x="1266982" y="1593118"/>
                  </a:lnTo>
                  <a:lnTo>
                    <a:pt x="1267797" y="1623420"/>
                  </a:lnTo>
                  <a:lnTo>
                    <a:pt x="1268612" y="1606378"/>
                  </a:lnTo>
                  <a:lnTo>
                    <a:pt x="1269427" y="1605630"/>
                  </a:lnTo>
                  <a:lnTo>
                    <a:pt x="1270242" y="1596460"/>
                  </a:lnTo>
                  <a:lnTo>
                    <a:pt x="1271056" y="1628119"/>
                  </a:lnTo>
                  <a:lnTo>
                    <a:pt x="1271871" y="1639585"/>
                  </a:lnTo>
                  <a:lnTo>
                    <a:pt x="1272686" y="1645698"/>
                  </a:lnTo>
                  <a:lnTo>
                    <a:pt x="1273501" y="1670014"/>
                  </a:lnTo>
                  <a:lnTo>
                    <a:pt x="1274315" y="1677478"/>
                  </a:lnTo>
                  <a:lnTo>
                    <a:pt x="1275130" y="1681388"/>
                  </a:lnTo>
                  <a:lnTo>
                    <a:pt x="1275945" y="1673828"/>
                  </a:lnTo>
                  <a:lnTo>
                    <a:pt x="1276760" y="1679199"/>
                  </a:lnTo>
                  <a:lnTo>
                    <a:pt x="1277575" y="1671312"/>
                  </a:lnTo>
                  <a:lnTo>
                    <a:pt x="1278389" y="1639289"/>
                  </a:lnTo>
                  <a:lnTo>
                    <a:pt x="1279204" y="1630053"/>
                  </a:lnTo>
                  <a:lnTo>
                    <a:pt x="1280019" y="1602345"/>
                  </a:lnTo>
                  <a:lnTo>
                    <a:pt x="1280834" y="1588032"/>
                  </a:lnTo>
                  <a:lnTo>
                    <a:pt x="1281649" y="1453462"/>
                  </a:lnTo>
                  <a:lnTo>
                    <a:pt x="1282463" y="1403717"/>
                  </a:lnTo>
                  <a:lnTo>
                    <a:pt x="1283278" y="1448058"/>
                  </a:lnTo>
                  <a:lnTo>
                    <a:pt x="1284093" y="1589705"/>
                  </a:lnTo>
                  <a:lnTo>
                    <a:pt x="1284908" y="1585613"/>
                  </a:lnTo>
                  <a:lnTo>
                    <a:pt x="1285722" y="1619736"/>
                  </a:lnTo>
                  <a:lnTo>
                    <a:pt x="1286537" y="1592922"/>
                  </a:lnTo>
                  <a:lnTo>
                    <a:pt x="1287352" y="1647592"/>
                  </a:lnTo>
                  <a:lnTo>
                    <a:pt x="1288167" y="1635361"/>
                  </a:lnTo>
                  <a:lnTo>
                    <a:pt x="1288982" y="1637176"/>
                  </a:lnTo>
                  <a:lnTo>
                    <a:pt x="1289796" y="1597296"/>
                  </a:lnTo>
                  <a:lnTo>
                    <a:pt x="1290611" y="1552741"/>
                  </a:lnTo>
                  <a:lnTo>
                    <a:pt x="1291426" y="1600246"/>
                  </a:lnTo>
                  <a:lnTo>
                    <a:pt x="1292241" y="1567400"/>
                  </a:lnTo>
                  <a:lnTo>
                    <a:pt x="1293055" y="1578235"/>
                  </a:lnTo>
                  <a:lnTo>
                    <a:pt x="1293870" y="1570529"/>
                  </a:lnTo>
                  <a:lnTo>
                    <a:pt x="1294685" y="1582895"/>
                  </a:lnTo>
                  <a:lnTo>
                    <a:pt x="1295500" y="1590911"/>
                  </a:lnTo>
                  <a:lnTo>
                    <a:pt x="1296315" y="1607012"/>
                  </a:lnTo>
                  <a:lnTo>
                    <a:pt x="1297129" y="1655764"/>
                  </a:lnTo>
                  <a:lnTo>
                    <a:pt x="1297944" y="1690267"/>
                  </a:lnTo>
                  <a:lnTo>
                    <a:pt x="1298759" y="1691516"/>
                  </a:lnTo>
                  <a:lnTo>
                    <a:pt x="1299574" y="1666236"/>
                  </a:lnTo>
                  <a:lnTo>
                    <a:pt x="1300388" y="1636911"/>
                  </a:lnTo>
                  <a:lnTo>
                    <a:pt x="1301203" y="1646431"/>
                  </a:lnTo>
                  <a:lnTo>
                    <a:pt x="1302018" y="1614648"/>
                  </a:lnTo>
                  <a:lnTo>
                    <a:pt x="1302833" y="1593916"/>
                  </a:lnTo>
                  <a:lnTo>
                    <a:pt x="1303648" y="1593790"/>
                  </a:lnTo>
                  <a:lnTo>
                    <a:pt x="1304462" y="1537803"/>
                  </a:lnTo>
                  <a:lnTo>
                    <a:pt x="1305277" y="1521360"/>
                  </a:lnTo>
                  <a:lnTo>
                    <a:pt x="1306092" y="1483135"/>
                  </a:lnTo>
                  <a:lnTo>
                    <a:pt x="1306907" y="1421445"/>
                  </a:lnTo>
                  <a:lnTo>
                    <a:pt x="1307721" y="1393466"/>
                  </a:lnTo>
                  <a:lnTo>
                    <a:pt x="1308536" y="1411880"/>
                  </a:lnTo>
                  <a:lnTo>
                    <a:pt x="1309351" y="1517498"/>
                  </a:lnTo>
                  <a:lnTo>
                    <a:pt x="1310166" y="1528779"/>
                  </a:lnTo>
                  <a:lnTo>
                    <a:pt x="1310981" y="1543604"/>
                  </a:lnTo>
                  <a:lnTo>
                    <a:pt x="1311795" y="1565344"/>
                  </a:lnTo>
                  <a:lnTo>
                    <a:pt x="1312610" y="1551157"/>
                  </a:lnTo>
                  <a:lnTo>
                    <a:pt x="1313425" y="1555920"/>
                  </a:lnTo>
                  <a:lnTo>
                    <a:pt x="1314240" y="1508184"/>
                  </a:lnTo>
                  <a:lnTo>
                    <a:pt x="1315055" y="1481296"/>
                  </a:lnTo>
                  <a:lnTo>
                    <a:pt x="1315869" y="1401134"/>
                  </a:lnTo>
                  <a:lnTo>
                    <a:pt x="1316684" y="1345701"/>
                  </a:lnTo>
                  <a:lnTo>
                    <a:pt x="1317499" y="1392484"/>
                  </a:lnTo>
                  <a:lnTo>
                    <a:pt x="1318314" y="1475775"/>
                  </a:lnTo>
                  <a:lnTo>
                    <a:pt x="1319128" y="1498690"/>
                  </a:lnTo>
                  <a:lnTo>
                    <a:pt x="1319943" y="1493621"/>
                  </a:lnTo>
                  <a:lnTo>
                    <a:pt x="1320758" y="1484071"/>
                  </a:lnTo>
                  <a:lnTo>
                    <a:pt x="1321573" y="1430182"/>
                  </a:lnTo>
                  <a:lnTo>
                    <a:pt x="1322388" y="1359608"/>
                  </a:lnTo>
                  <a:lnTo>
                    <a:pt x="1323202" y="1338895"/>
                  </a:lnTo>
                  <a:lnTo>
                    <a:pt x="1324017" y="1341920"/>
                  </a:lnTo>
                  <a:lnTo>
                    <a:pt x="1324832" y="1406289"/>
                  </a:lnTo>
                  <a:lnTo>
                    <a:pt x="1325647" y="1483099"/>
                  </a:lnTo>
                  <a:lnTo>
                    <a:pt x="1326461" y="1548710"/>
                  </a:lnTo>
                  <a:lnTo>
                    <a:pt x="1327276" y="1553402"/>
                  </a:lnTo>
                  <a:lnTo>
                    <a:pt x="1328091" y="1497825"/>
                  </a:lnTo>
                  <a:lnTo>
                    <a:pt x="1328906" y="1461745"/>
                  </a:lnTo>
                  <a:lnTo>
                    <a:pt x="1329721" y="1520755"/>
                  </a:lnTo>
                  <a:lnTo>
                    <a:pt x="1330535" y="1548707"/>
                  </a:lnTo>
                  <a:lnTo>
                    <a:pt x="1331350" y="1572034"/>
                  </a:lnTo>
                  <a:lnTo>
                    <a:pt x="1332165" y="1597830"/>
                  </a:lnTo>
                  <a:lnTo>
                    <a:pt x="1332980" y="1603659"/>
                  </a:lnTo>
                  <a:lnTo>
                    <a:pt x="1333794" y="1592812"/>
                  </a:lnTo>
                  <a:lnTo>
                    <a:pt x="1334609" y="1539360"/>
                  </a:lnTo>
                  <a:lnTo>
                    <a:pt x="1335424" y="1457509"/>
                  </a:lnTo>
                  <a:lnTo>
                    <a:pt x="1336239" y="1428841"/>
                  </a:lnTo>
                  <a:lnTo>
                    <a:pt x="1337054" y="1409013"/>
                  </a:lnTo>
                  <a:lnTo>
                    <a:pt x="1337868" y="1421800"/>
                  </a:lnTo>
                  <a:lnTo>
                    <a:pt x="1338683" y="1527004"/>
                  </a:lnTo>
                  <a:lnTo>
                    <a:pt x="1339498" y="1551190"/>
                  </a:lnTo>
                  <a:lnTo>
                    <a:pt x="1340313" y="1573365"/>
                  </a:lnTo>
                  <a:lnTo>
                    <a:pt x="1341127" y="1563511"/>
                  </a:lnTo>
                  <a:lnTo>
                    <a:pt x="1341942" y="1572103"/>
                  </a:lnTo>
                  <a:lnTo>
                    <a:pt x="1342757" y="1542519"/>
                  </a:lnTo>
                  <a:lnTo>
                    <a:pt x="1343572" y="1478757"/>
                  </a:lnTo>
                  <a:lnTo>
                    <a:pt x="1344387" y="1548755"/>
                  </a:lnTo>
                  <a:lnTo>
                    <a:pt x="1345201" y="1563387"/>
                  </a:lnTo>
                  <a:lnTo>
                    <a:pt x="1346016" y="1582665"/>
                  </a:lnTo>
                  <a:lnTo>
                    <a:pt x="1346831" y="1559552"/>
                  </a:lnTo>
                  <a:lnTo>
                    <a:pt x="1347646" y="1599533"/>
                  </a:lnTo>
                  <a:lnTo>
                    <a:pt x="1348460" y="1638157"/>
                  </a:lnTo>
                  <a:lnTo>
                    <a:pt x="1349275" y="1664418"/>
                  </a:lnTo>
                  <a:lnTo>
                    <a:pt x="1350090" y="1623012"/>
                  </a:lnTo>
                  <a:lnTo>
                    <a:pt x="1350905" y="1587255"/>
                  </a:lnTo>
                  <a:lnTo>
                    <a:pt x="1351720" y="1600219"/>
                  </a:lnTo>
                  <a:lnTo>
                    <a:pt x="1352534" y="1635818"/>
                  </a:lnTo>
                  <a:lnTo>
                    <a:pt x="1353349" y="1625635"/>
                  </a:lnTo>
                  <a:lnTo>
                    <a:pt x="1354164" y="1644160"/>
                  </a:lnTo>
                  <a:lnTo>
                    <a:pt x="1354979" y="1669105"/>
                  </a:lnTo>
                  <a:lnTo>
                    <a:pt x="1355794" y="1656301"/>
                  </a:lnTo>
                  <a:lnTo>
                    <a:pt x="1356608" y="1648162"/>
                  </a:lnTo>
                  <a:lnTo>
                    <a:pt x="1357423" y="1622877"/>
                  </a:lnTo>
                  <a:lnTo>
                    <a:pt x="1358238" y="1545298"/>
                  </a:lnTo>
                  <a:lnTo>
                    <a:pt x="1359053" y="1518317"/>
                  </a:lnTo>
                  <a:lnTo>
                    <a:pt x="1359867" y="1487968"/>
                  </a:lnTo>
                  <a:lnTo>
                    <a:pt x="1360682" y="1511457"/>
                  </a:lnTo>
                  <a:lnTo>
                    <a:pt x="1361497" y="1465585"/>
                  </a:lnTo>
                  <a:lnTo>
                    <a:pt x="1362312" y="1394143"/>
                  </a:lnTo>
                  <a:lnTo>
                    <a:pt x="1363127" y="1371273"/>
                  </a:lnTo>
                  <a:lnTo>
                    <a:pt x="1363941" y="1388435"/>
                  </a:lnTo>
                  <a:lnTo>
                    <a:pt x="1364756" y="1476596"/>
                  </a:lnTo>
                  <a:lnTo>
                    <a:pt x="1365571" y="1494218"/>
                  </a:lnTo>
                  <a:lnTo>
                    <a:pt x="1366386" y="1504028"/>
                  </a:lnTo>
                  <a:lnTo>
                    <a:pt x="1367200" y="1555834"/>
                  </a:lnTo>
                  <a:lnTo>
                    <a:pt x="1368015" y="1623870"/>
                  </a:lnTo>
                  <a:lnTo>
                    <a:pt x="1368830" y="1650167"/>
                  </a:lnTo>
                  <a:lnTo>
                    <a:pt x="1369645" y="1649638"/>
                  </a:lnTo>
                  <a:lnTo>
                    <a:pt x="1370460" y="1672236"/>
                  </a:lnTo>
                  <a:lnTo>
                    <a:pt x="1371274" y="1657608"/>
                  </a:lnTo>
                  <a:lnTo>
                    <a:pt x="1372089" y="1691605"/>
                  </a:lnTo>
                  <a:lnTo>
                    <a:pt x="1372904" y="1682167"/>
                  </a:lnTo>
                  <a:lnTo>
                    <a:pt x="1373719" y="1634229"/>
                  </a:lnTo>
                  <a:lnTo>
                    <a:pt x="1374533" y="1639060"/>
                  </a:lnTo>
                  <a:lnTo>
                    <a:pt x="1375348" y="1659131"/>
                  </a:lnTo>
                  <a:lnTo>
                    <a:pt x="1376163" y="1667232"/>
                  </a:lnTo>
                  <a:lnTo>
                    <a:pt x="1376978" y="1662995"/>
                  </a:lnTo>
                  <a:lnTo>
                    <a:pt x="1377793" y="1642541"/>
                  </a:lnTo>
                  <a:lnTo>
                    <a:pt x="1378607" y="1641097"/>
                  </a:lnTo>
                  <a:lnTo>
                    <a:pt x="1379422" y="1617521"/>
                  </a:lnTo>
                  <a:lnTo>
                    <a:pt x="1380237" y="1576258"/>
                  </a:lnTo>
                  <a:lnTo>
                    <a:pt x="1381052" y="1459396"/>
                  </a:lnTo>
                  <a:lnTo>
                    <a:pt x="1381866" y="1399901"/>
                  </a:lnTo>
                  <a:lnTo>
                    <a:pt x="1382681" y="1481346"/>
                  </a:lnTo>
                  <a:lnTo>
                    <a:pt x="1383496" y="1480769"/>
                  </a:lnTo>
                  <a:lnTo>
                    <a:pt x="1384311" y="1400622"/>
                  </a:lnTo>
                  <a:lnTo>
                    <a:pt x="1385126" y="1382043"/>
                  </a:lnTo>
                  <a:lnTo>
                    <a:pt x="1385940" y="1502147"/>
                  </a:lnTo>
                  <a:lnTo>
                    <a:pt x="1386755" y="1535857"/>
                  </a:lnTo>
                  <a:lnTo>
                    <a:pt x="1387570" y="1497142"/>
                  </a:lnTo>
                  <a:lnTo>
                    <a:pt x="1388385" y="1498407"/>
                  </a:lnTo>
                  <a:lnTo>
                    <a:pt x="1389199" y="1506682"/>
                  </a:lnTo>
                  <a:lnTo>
                    <a:pt x="1390014" y="1493345"/>
                  </a:lnTo>
                  <a:lnTo>
                    <a:pt x="1390829" y="1469452"/>
                  </a:lnTo>
                  <a:lnTo>
                    <a:pt x="1391644" y="1425783"/>
                  </a:lnTo>
                  <a:lnTo>
                    <a:pt x="1392459" y="1477622"/>
                  </a:lnTo>
                  <a:lnTo>
                    <a:pt x="1393273" y="1474115"/>
                  </a:lnTo>
                  <a:lnTo>
                    <a:pt x="1394088" y="1509410"/>
                  </a:lnTo>
                  <a:lnTo>
                    <a:pt x="1394903" y="1517574"/>
                  </a:lnTo>
                  <a:lnTo>
                    <a:pt x="1395718" y="1464825"/>
                  </a:lnTo>
                  <a:lnTo>
                    <a:pt x="1396533" y="1380418"/>
                  </a:lnTo>
                  <a:lnTo>
                    <a:pt x="1397347" y="1331723"/>
                  </a:lnTo>
                  <a:lnTo>
                    <a:pt x="1398162" y="1356798"/>
                  </a:lnTo>
                  <a:lnTo>
                    <a:pt x="1398977" y="1387443"/>
                  </a:lnTo>
                  <a:lnTo>
                    <a:pt x="1399792" y="1333687"/>
                  </a:lnTo>
                  <a:lnTo>
                    <a:pt x="1400606" y="1316226"/>
                  </a:lnTo>
                  <a:lnTo>
                    <a:pt x="1401421" y="1399693"/>
                  </a:lnTo>
                  <a:lnTo>
                    <a:pt x="1402236" y="1423538"/>
                  </a:lnTo>
                  <a:lnTo>
                    <a:pt x="1403051" y="1471674"/>
                  </a:lnTo>
                  <a:lnTo>
                    <a:pt x="1403866" y="1493895"/>
                  </a:lnTo>
                  <a:lnTo>
                    <a:pt x="1404680" y="1515652"/>
                  </a:lnTo>
                  <a:lnTo>
                    <a:pt x="1405495" y="1495660"/>
                  </a:lnTo>
                  <a:lnTo>
                    <a:pt x="1406310" y="1473836"/>
                  </a:lnTo>
                  <a:lnTo>
                    <a:pt x="1407125" y="1397346"/>
                  </a:lnTo>
                  <a:lnTo>
                    <a:pt x="1407939" y="1343460"/>
                  </a:lnTo>
                  <a:lnTo>
                    <a:pt x="1408754" y="1317725"/>
                  </a:lnTo>
                  <a:lnTo>
                    <a:pt x="1409569" y="1332306"/>
                  </a:lnTo>
                  <a:lnTo>
                    <a:pt x="1410384" y="1341347"/>
                  </a:lnTo>
                  <a:lnTo>
                    <a:pt x="1411199" y="1430541"/>
                  </a:lnTo>
                  <a:lnTo>
                    <a:pt x="1412013" y="1544730"/>
                  </a:lnTo>
                  <a:lnTo>
                    <a:pt x="1412828" y="1581310"/>
                  </a:lnTo>
                  <a:lnTo>
                    <a:pt x="1413643" y="1609689"/>
                  </a:lnTo>
                  <a:lnTo>
                    <a:pt x="1414458" y="1617209"/>
                  </a:lnTo>
                  <a:lnTo>
                    <a:pt x="1415272" y="1603508"/>
                  </a:lnTo>
                  <a:lnTo>
                    <a:pt x="1416087" y="1581033"/>
                  </a:lnTo>
                  <a:lnTo>
                    <a:pt x="1416902" y="1582921"/>
                  </a:lnTo>
                  <a:lnTo>
                    <a:pt x="1417717" y="1549559"/>
                  </a:lnTo>
                  <a:lnTo>
                    <a:pt x="1418532" y="1534711"/>
                  </a:lnTo>
                  <a:lnTo>
                    <a:pt x="1419346" y="1564196"/>
                  </a:lnTo>
                  <a:lnTo>
                    <a:pt x="1420161" y="1635748"/>
                  </a:lnTo>
                  <a:lnTo>
                    <a:pt x="1420976" y="1655819"/>
                  </a:lnTo>
                  <a:lnTo>
                    <a:pt x="1421791" y="1681961"/>
                  </a:lnTo>
                  <a:lnTo>
                    <a:pt x="1422605" y="1675295"/>
                  </a:lnTo>
                  <a:lnTo>
                    <a:pt x="1423420" y="1677963"/>
                  </a:lnTo>
                  <a:lnTo>
                    <a:pt x="1424235" y="1689374"/>
                  </a:lnTo>
                  <a:lnTo>
                    <a:pt x="1425050" y="1675297"/>
                  </a:lnTo>
                  <a:lnTo>
                    <a:pt x="1425865" y="1681298"/>
                  </a:lnTo>
                  <a:lnTo>
                    <a:pt x="1426679" y="1622043"/>
                  </a:lnTo>
                  <a:lnTo>
                    <a:pt x="1427494" y="1619733"/>
                  </a:lnTo>
                  <a:lnTo>
                    <a:pt x="1428309" y="1622946"/>
                  </a:lnTo>
                  <a:lnTo>
                    <a:pt x="1429124" y="1626829"/>
                  </a:lnTo>
                  <a:lnTo>
                    <a:pt x="1429938" y="1632695"/>
                  </a:lnTo>
                  <a:lnTo>
                    <a:pt x="1430753" y="1615383"/>
                  </a:lnTo>
                  <a:lnTo>
                    <a:pt x="1431568" y="1629850"/>
                  </a:lnTo>
                  <a:lnTo>
                    <a:pt x="1432383" y="1569088"/>
                  </a:lnTo>
                  <a:lnTo>
                    <a:pt x="1433198" y="1588903"/>
                  </a:lnTo>
                  <a:lnTo>
                    <a:pt x="1434012" y="1630788"/>
                  </a:lnTo>
                  <a:lnTo>
                    <a:pt x="1434827" y="1640665"/>
                  </a:lnTo>
                  <a:lnTo>
                    <a:pt x="1435642" y="1681118"/>
                  </a:lnTo>
                  <a:lnTo>
                    <a:pt x="1436457" y="1679012"/>
                  </a:lnTo>
                  <a:lnTo>
                    <a:pt x="1437272" y="1659164"/>
                  </a:lnTo>
                  <a:lnTo>
                    <a:pt x="1438086" y="1652739"/>
                  </a:lnTo>
                  <a:lnTo>
                    <a:pt x="1438901" y="1628281"/>
                  </a:lnTo>
                  <a:lnTo>
                    <a:pt x="1439716" y="1618687"/>
                  </a:lnTo>
                  <a:lnTo>
                    <a:pt x="1440531" y="1534935"/>
                  </a:lnTo>
                  <a:lnTo>
                    <a:pt x="1441345" y="1519591"/>
                  </a:lnTo>
                  <a:lnTo>
                    <a:pt x="1442160" y="1499293"/>
                  </a:lnTo>
                  <a:lnTo>
                    <a:pt x="1442975" y="1482585"/>
                  </a:lnTo>
                  <a:lnTo>
                    <a:pt x="1443790" y="1520021"/>
                  </a:lnTo>
                  <a:lnTo>
                    <a:pt x="1444605" y="1590848"/>
                  </a:lnTo>
                  <a:lnTo>
                    <a:pt x="1445419" y="1634950"/>
                  </a:lnTo>
                  <a:lnTo>
                    <a:pt x="1446234" y="1643754"/>
                  </a:lnTo>
                  <a:lnTo>
                    <a:pt x="1447049" y="1660342"/>
                  </a:lnTo>
                  <a:lnTo>
                    <a:pt x="1447864" y="1672965"/>
                  </a:lnTo>
                  <a:lnTo>
                    <a:pt x="1448678" y="1666089"/>
                  </a:lnTo>
                  <a:lnTo>
                    <a:pt x="1449493" y="1661504"/>
                  </a:lnTo>
                  <a:lnTo>
                    <a:pt x="1450308" y="1658506"/>
                  </a:lnTo>
                  <a:lnTo>
                    <a:pt x="1451123" y="1627751"/>
                  </a:lnTo>
                  <a:lnTo>
                    <a:pt x="1451938" y="1647753"/>
                  </a:lnTo>
                  <a:lnTo>
                    <a:pt x="1452752" y="1630551"/>
                  </a:lnTo>
                  <a:lnTo>
                    <a:pt x="1453567" y="1567295"/>
                  </a:lnTo>
                  <a:lnTo>
                    <a:pt x="1454382" y="1579913"/>
                  </a:lnTo>
                  <a:lnTo>
                    <a:pt x="1455197" y="1597286"/>
                  </a:lnTo>
                  <a:lnTo>
                    <a:pt x="1456011" y="1663678"/>
                  </a:lnTo>
                  <a:lnTo>
                    <a:pt x="1456826" y="1613639"/>
                  </a:lnTo>
                  <a:lnTo>
                    <a:pt x="1457641" y="1612269"/>
                  </a:lnTo>
                  <a:lnTo>
                    <a:pt x="1458456" y="1581360"/>
                  </a:lnTo>
                  <a:lnTo>
                    <a:pt x="1459271" y="1490588"/>
                  </a:lnTo>
                  <a:lnTo>
                    <a:pt x="1460085" y="1553220"/>
                  </a:lnTo>
                  <a:lnTo>
                    <a:pt x="1460900" y="1535793"/>
                  </a:lnTo>
                  <a:lnTo>
                    <a:pt x="1461715" y="1544506"/>
                  </a:lnTo>
                  <a:lnTo>
                    <a:pt x="1462530" y="1561970"/>
                  </a:lnTo>
                  <a:lnTo>
                    <a:pt x="1463344" y="1597465"/>
                  </a:lnTo>
                  <a:lnTo>
                    <a:pt x="1464159" y="1579843"/>
                  </a:lnTo>
                  <a:lnTo>
                    <a:pt x="1464974" y="1492031"/>
                  </a:lnTo>
                  <a:lnTo>
                    <a:pt x="1465789" y="1447023"/>
                  </a:lnTo>
                  <a:lnTo>
                    <a:pt x="1466604" y="1460489"/>
                  </a:lnTo>
                  <a:lnTo>
                    <a:pt x="1467418" y="1564771"/>
                  </a:lnTo>
                  <a:lnTo>
                    <a:pt x="1468233" y="1563610"/>
                  </a:lnTo>
                  <a:lnTo>
                    <a:pt x="1469048" y="1601154"/>
                  </a:lnTo>
                  <a:lnTo>
                    <a:pt x="1469863" y="1602781"/>
                  </a:lnTo>
                  <a:lnTo>
                    <a:pt x="1470677" y="1627142"/>
                  </a:lnTo>
                  <a:lnTo>
                    <a:pt x="1471492" y="1600829"/>
                  </a:lnTo>
                  <a:lnTo>
                    <a:pt x="1472307" y="1547068"/>
                  </a:lnTo>
                  <a:lnTo>
                    <a:pt x="1473122" y="1498545"/>
                  </a:lnTo>
                  <a:lnTo>
                    <a:pt x="1473937" y="1420275"/>
                  </a:lnTo>
                  <a:lnTo>
                    <a:pt x="1474751" y="1516716"/>
                  </a:lnTo>
                  <a:lnTo>
                    <a:pt x="1475566" y="1584901"/>
                  </a:lnTo>
                  <a:lnTo>
                    <a:pt x="1476381" y="1625079"/>
                  </a:lnTo>
                  <a:lnTo>
                    <a:pt x="1477196" y="1649608"/>
                  </a:lnTo>
                  <a:lnTo>
                    <a:pt x="1478011" y="1609616"/>
                  </a:lnTo>
                  <a:lnTo>
                    <a:pt x="1478825" y="1606040"/>
                  </a:lnTo>
                  <a:lnTo>
                    <a:pt x="1479640" y="1588467"/>
                  </a:lnTo>
                  <a:lnTo>
                    <a:pt x="1480455" y="1610070"/>
                  </a:lnTo>
                  <a:lnTo>
                    <a:pt x="1481270" y="1629942"/>
                  </a:lnTo>
                  <a:lnTo>
                    <a:pt x="1482084" y="1633368"/>
                  </a:lnTo>
                  <a:lnTo>
                    <a:pt x="1482899" y="1675122"/>
                  </a:lnTo>
                  <a:lnTo>
                    <a:pt x="1483714" y="1670728"/>
                  </a:lnTo>
                  <a:lnTo>
                    <a:pt x="1484529" y="1651689"/>
                  </a:lnTo>
                  <a:lnTo>
                    <a:pt x="1485344" y="1617538"/>
                  </a:lnTo>
                  <a:lnTo>
                    <a:pt x="1486158" y="1558538"/>
                  </a:lnTo>
                  <a:lnTo>
                    <a:pt x="1486973" y="1523655"/>
                  </a:lnTo>
                  <a:lnTo>
                    <a:pt x="1487788" y="1529728"/>
                  </a:lnTo>
                  <a:lnTo>
                    <a:pt x="1488603" y="1565022"/>
                  </a:lnTo>
                  <a:lnTo>
                    <a:pt x="1489417" y="1599303"/>
                  </a:lnTo>
                  <a:lnTo>
                    <a:pt x="1490232" y="1667037"/>
                  </a:lnTo>
                  <a:lnTo>
                    <a:pt x="1491047" y="1631633"/>
                  </a:lnTo>
                  <a:lnTo>
                    <a:pt x="1491862" y="1582862"/>
                  </a:lnTo>
                  <a:lnTo>
                    <a:pt x="1492677" y="1473650"/>
                  </a:lnTo>
                  <a:lnTo>
                    <a:pt x="1493491" y="1532577"/>
                  </a:lnTo>
                  <a:lnTo>
                    <a:pt x="1494306" y="1559109"/>
                  </a:lnTo>
                  <a:lnTo>
                    <a:pt x="1495121" y="1558162"/>
                  </a:lnTo>
                  <a:lnTo>
                    <a:pt x="1495936" y="1580735"/>
                  </a:lnTo>
                  <a:lnTo>
                    <a:pt x="1496750" y="1537405"/>
                  </a:lnTo>
                  <a:lnTo>
                    <a:pt x="1497565" y="1488676"/>
                  </a:lnTo>
                  <a:lnTo>
                    <a:pt x="1498380" y="1471515"/>
                  </a:lnTo>
                  <a:lnTo>
                    <a:pt x="1499195" y="1573809"/>
                  </a:lnTo>
                  <a:lnTo>
                    <a:pt x="1500010" y="1559630"/>
                  </a:lnTo>
                  <a:lnTo>
                    <a:pt x="1500824" y="1598446"/>
                  </a:lnTo>
                  <a:lnTo>
                    <a:pt x="1501639" y="1590868"/>
                  </a:lnTo>
                  <a:lnTo>
                    <a:pt x="1502454" y="1571433"/>
                  </a:lnTo>
                  <a:lnTo>
                    <a:pt x="1503269" y="1504339"/>
                  </a:lnTo>
                  <a:lnTo>
                    <a:pt x="1504083" y="1565613"/>
                  </a:lnTo>
                  <a:lnTo>
                    <a:pt x="1504898" y="1634661"/>
                  </a:lnTo>
                  <a:lnTo>
                    <a:pt x="1505713" y="1625199"/>
                  </a:lnTo>
                  <a:lnTo>
                    <a:pt x="1506528" y="1622304"/>
                  </a:lnTo>
                  <a:lnTo>
                    <a:pt x="1507343" y="1638452"/>
                  </a:lnTo>
                  <a:lnTo>
                    <a:pt x="1508157" y="1594272"/>
                  </a:lnTo>
                  <a:lnTo>
                    <a:pt x="1508972" y="1558059"/>
                  </a:lnTo>
                  <a:lnTo>
                    <a:pt x="1509787" y="1559441"/>
                  </a:lnTo>
                  <a:lnTo>
                    <a:pt x="1510602" y="1570135"/>
                  </a:lnTo>
                  <a:lnTo>
                    <a:pt x="1511416" y="1572391"/>
                  </a:lnTo>
                  <a:lnTo>
                    <a:pt x="1512231" y="1598450"/>
                  </a:lnTo>
                  <a:lnTo>
                    <a:pt x="1513046" y="1615025"/>
                  </a:lnTo>
                  <a:lnTo>
                    <a:pt x="1513861" y="1628411"/>
                  </a:lnTo>
                  <a:lnTo>
                    <a:pt x="1514676" y="1640299"/>
                  </a:lnTo>
                  <a:lnTo>
                    <a:pt x="1515490" y="1628071"/>
                  </a:lnTo>
                  <a:lnTo>
                    <a:pt x="1516305" y="1647295"/>
                  </a:lnTo>
                  <a:lnTo>
                    <a:pt x="1517120" y="1656482"/>
                  </a:lnTo>
                  <a:lnTo>
                    <a:pt x="1517935" y="1657953"/>
                  </a:lnTo>
                  <a:lnTo>
                    <a:pt x="1518750" y="1664775"/>
                  </a:lnTo>
                  <a:lnTo>
                    <a:pt x="1519564" y="1680808"/>
                  </a:lnTo>
                  <a:lnTo>
                    <a:pt x="1520379" y="1702119"/>
                  </a:lnTo>
                  <a:lnTo>
                    <a:pt x="1521194" y="1693517"/>
                  </a:lnTo>
                  <a:lnTo>
                    <a:pt x="1522009" y="1693279"/>
                  </a:lnTo>
                  <a:lnTo>
                    <a:pt x="1522823" y="1654140"/>
                  </a:lnTo>
                  <a:lnTo>
                    <a:pt x="1523638" y="1621960"/>
                  </a:lnTo>
                  <a:lnTo>
                    <a:pt x="1524453" y="1572697"/>
                  </a:lnTo>
                  <a:lnTo>
                    <a:pt x="1525268" y="1532589"/>
                  </a:lnTo>
                  <a:lnTo>
                    <a:pt x="1526083" y="1595858"/>
                  </a:lnTo>
                  <a:lnTo>
                    <a:pt x="1526897" y="1600455"/>
                  </a:lnTo>
                  <a:lnTo>
                    <a:pt x="1527712" y="1622111"/>
                  </a:lnTo>
                  <a:lnTo>
                    <a:pt x="1528527" y="1644692"/>
                  </a:lnTo>
                  <a:lnTo>
                    <a:pt x="1529342" y="1660150"/>
                  </a:lnTo>
                  <a:lnTo>
                    <a:pt x="1530156" y="1629415"/>
                  </a:lnTo>
                  <a:lnTo>
                    <a:pt x="1530971" y="1631384"/>
                  </a:lnTo>
                  <a:lnTo>
                    <a:pt x="1531786" y="1641010"/>
                  </a:lnTo>
                  <a:lnTo>
                    <a:pt x="1532601" y="1671047"/>
                  </a:lnTo>
                  <a:lnTo>
                    <a:pt x="1533416" y="1664328"/>
                  </a:lnTo>
                  <a:lnTo>
                    <a:pt x="1534230" y="1661080"/>
                  </a:lnTo>
                  <a:lnTo>
                    <a:pt x="1535045" y="1698125"/>
                  </a:lnTo>
                  <a:lnTo>
                    <a:pt x="1535860" y="1678269"/>
                  </a:lnTo>
                  <a:lnTo>
                    <a:pt x="1536675" y="1642033"/>
                  </a:lnTo>
                  <a:lnTo>
                    <a:pt x="1537489" y="1639641"/>
                  </a:lnTo>
                  <a:lnTo>
                    <a:pt x="1538304" y="1644144"/>
                  </a:lnTo>
                  <a:lnTo>
                    <a:pt x="1539119" y="1635678"/>
                  </a:lnTo>
                  <a:lnTo>
                    <a:pt x="1539934" y="1630000"/>
                  </a:lnTo>
                  <a:lnTo>
                    <a:pt x="1540749" y="1586092"/>
                  </a:lnTo>
                  <a:lnTo>
                    <a:pt x="1541563" y="1455950"/>
                  </a:lnTo>
                  <a:lnTo>
                    <a:pt x="1542378" y="1467511"/>
                  </a:lnTo>
                  <a:lnTo>
                    <a:pt x="1543193" y="1594751"/>
                  </a:lnTo>
                  <a:lnTo>
                    <a:pt x="1544008" y="1624945"/>
                  </a:lnTo>
                  <a:lnTo>
                    <a:pt x="1544822" y="1629308"/>
                  </a:lnTo>
                  <a:lnTo>
                    <a:pt x="1545637" y="1629677"/>
                  </a:lnTo>
                  <a:lnTo>
                    <a:pt x="1546452" y="1645124"/>
                  </a:lnTo>
                  <a:lnTo>
                    <a:pt x="1547267" y="1648593"/>
                  </a:lnTo>
                  <a:lnTo>
                    <a:pt x="1548082" y="1614925"/>
                  </a:lnTo>
                  <a:lnTo>
                    <a:pt x="1548896" y="1607716"/>
                  </a:lnTo>
                  <a:lnTo>
                    <a:pt x="1549711" y="1644504"/>
                  </a:lnTo>
                  <a:lnTo>
                    <a:pt x="1550526" y="1689288"/>
                  </a:lnTo>
                  <a:lnTo>
                    <a:pt x="1551341" y="1678902"/>
                  </a:lnTo>
                  <a:lnTo>
                    <a:pt x="1552155" y="1678346"/>
                  </a:lnTo>
                  <a:lnTo>
                    <a:pt x="1552970" y="1680761"/>
                  </a:lnTo>
                  <a:lnTo>
                    <a:pt x="1553785" y="1654627"/>
                  </a:lnTo>
                  <a:lnTo>
                    <a:pt x="1554600" y="1637359"/>
                  </a:lnTo>
                  <a:lnTo>
                    <a:pt x="1555415" y="1647681"/>
                  </a:lnTo>
                  <a:lnTo>
                    <a:pt x="1556229" y="1508801"/>
                  </a:lnTo>
                  <a:lnTo>
                    <a:pt x="1557044" y="1532537"/>
                  </a:lnTo>
                  <a:lnTo>
                    <a:pt x="1557859" y="1612473"/>
                  </a:lnTo>
                  <a:lnTo>
                    <a:pt x="1558674" y="1684741"/>
                  </a:lnTo>
                  <a:lnTo>
                    <a:pt x="1559489" y="1619918"/>
                  </a:lnTo>
                  <a:lnTo>
                    <a:pt x="1560303" y="1609447"/>
                  </a:lnTo>
                  <a:lnTo>
                    <a:pt x="1561118" y="1630211"/>
                  </a:lnTo>
                  <a:lnTo>
                    <a:pt x="1561933" y="1643089"/>
                  </a:lnTo>
                  <a:lnTo>
                    <a:pt x="1562748" y="1659334"/>
                  </a:lnTo>
                  <a:lnTo>
                    <a:pt x="1563562" y="1634634"/>
                  </a:lnTo>
                  <a:lnTo>
                    <a:pt x="1564377" y="1605861"/>
                  </a:lnTo>
                  <a:lnTo>
                    <a:pt x="1565192" y="1631081"/>
                  </a:lnTo>
                  <a:lnTo>
                    <a:pt x="1566007" y="1618088"/>
                  </a:lnTo>
                  <a:lnTo>
                    <a:pt x="1566822" y="1542603"/>
                  </a:lnTo>
                  <a:lnTo>
                    <a:pt x="1567636" y="1520097"/>
                  </a:lnTo>
                  <a:lnTo>
                    <a:pt x="1568451" y="1561298"/>
                  </a:lnTo>
                  <a:lnTo>
                    <a:pt x="1569266" y="1603419"/>
                  </a:lnTo>
                  <a:lnTo>
                    <a:pt x="1570081" y="1593395"/>
                  </a:lnTo>
                  <a:lnTo>
                    <a:pt x="1570895" y="1569550"/>
                  </a:lnTo>
                  <a:lnTo>
                    <a:pt x="1571710" y="1576771"/>
                  </a:lnTo>
                  <a:lnTo>
                    <a:pt x="1572525" y="1606034"/>
                  </a:lnTo>
                  <a:lnTo>
                    <a:pt x="1573340" y="1619970"/>
                  </a:lnTo>
                  <a:lnTo>
                    <a:pt x="1574155" y="1586697"/>
                  </a:lnTo>
                  <a:lnTo>
                    <a:pt x="1574969" y="1542762"/>
                  </a:lnTo>
                  <a:lnTo>
                    <a:pt x="1575784" y="1563523"/>
                  </a:lnTo>
                  <a:lnTo>
                    <a:pt x="1576599" y="1610339"/>
                  </a:lnTo>
                  <a:lnTo>
                    <a:pt x="1577414" y="1644806"/>
                  </a:lnTo>
                  <a:lnTo>
                    <a:pt x="1578228" y="1618293"/>
                  </a:lnTo>
                  <a:lnTo>
                    <a:pt x="1579043" y="1658564"/>
                  </a:lnTo>
                  <a:lnTo>
                    <a:pt x="1579858" y="1606817"/>
                  </a:lnTo>
                  <a:lnTo>
                    <a:pt x="1580673" y="1626613"/>
                  </a:lnTo>
                  <a:lnTo>
                    <a:pt x="1581488" y="1667604"/>
                  </a:lnTo>
                  <a:lnTo>
                    <a:pt x="1582302" y="1696810"/>
                  </a:lnTo>
                  <a:lnTo>
                    <a:pt x="1583117" y="1706712"/>
                  </a:lnTo>
                  <a:lnTo>
                    <a:pt x="1583932" y="1668132"/>
                  </a:lnTo>
                  <a:lnTo>
                    <a:pt x="1584747" y="1668109"/>
                  </a:lnTo>
                  <a:lnTo>
                    <a:pt x="1585561" y="1670041"/>
                  </a:lnTo>
                  <a:lnTo>
                    <a:pt x="1586376" y="1656601"/>
                  </a:lnTo>
                  <a:lnTo>
                    <a:pt x="1587191" y="1633330"/>
                  </a:lnTo>
                  <a:lnTo>
                    <a:pt x="1588006" y="1597906"/>
                  </a:lnTo>
                  <a:lnTo>
                    <a:pt x="1588821" y="1566037"/>
                  </a:lnTo>
                  <a:lnTo>
                    <a:pt x="1589635" y="1541737"/>
                  </a:lnTo>
                  <a:lnTo>
                    <a:pt x="1590450" y="1501315"/>
                  </a:lnTo>
                  <a:lnTo>
                    <a:pt x="1591265" y="1502885"/>
                  </a:lnTo>
                  <a:lnTo>
                    <a:pt x="1592080" y="1509657"/>
                  </a:lnTo>
                  <a:lnTo>
                    <a:pt x="1592894" y="1535608"/>
                  </a:lnTo>
                  <a:lnTo>
                    <a:pt x="1593709" y="1604176"/>
                  </a:lnTo>
                  <a:lnTo>
                    <a:pt x="1594524" y="1604360"/>
                  </a:lnTo>
                  <a:lnTo>
                    <a:pt x="1595339" y="1660498"/>
                  </a:lnTo>
                  <a:lnTo>
                    <a:pt x="1596154" y="1662724"/>
                  </a:lnTo>
                  <a:lnTo>
                    <a:pt x="1596968" y="1643161"/>
                  </a:lnTo>
                  <a:lnTo>
                    <a:pt x="1597783" y="1649767"/>
                  </a:lnTo>
                  <a:lnTo>
                    <a:pt x="1598598" y="1622608"/>
                  </a:lnTo>
                  <a:lnTo>
                    <a:pt x="1599413" y="1655322"/>
                  </a:lnTo>
                  <a:lnTo>
                    <a:pt x="1600228" y="1645149"/>
                  </a:lnTo>
                  <a:lnTo>
                    <a:pt x="1601042" y="1607642"/>
                  </a:lnTo>
                  <a:lnTo>
                    <a:pt x="1601857" y="1537309"/>
                  </a:lnTo>
                  <a:lnTo>
                    <a:pt x="1602672" y="1600466"/>
                  </a:lnTo>
                  <a:lnTo>
                    <a:pt x="1603487" y="1617464"/>
                  </a:lnTo>
                  <a:lnTo>
                    <a:pt x="1604301" y="1675940"/>
                  </a:lnTo>
                  <a:lnTo>
                    <a:pt x="1605116" y="1671731"/>
                  </a:lnTo>
                  <a:lnTo>
                    <a:pt x="1605931" y="1690402"/>
                  </a:lnTo>
                  <a:lnTo>
                    <a:pt x="1606746" y="1671690"/>
                  </a:lnTo>
                  <a:lnTo>
                    <a:pt x="1607561" y="1685172"/>
                  </a:lnTo>
                  <a:lnTo>
                    <a:pt x="1608375" y="1671744"/>
                  </a:lnTo>
                  <a:lnTo>
                    <a:pt x="1609190" y="1641929"/>
                  </a:lnTo>
                  <a:lnTo>
                    <a:pt x="1610005" y="1651993"/>
                  </a:lnTo>
                  <a:lnTo>
                    <a:pt x="1610820" y="1640317"/>
                  </a:lnTo>
                  <a:lnTo>
                    <a:pt x="1611634" y="1627807"/>
                  </a:lnTo>
                  <a:lnTo>
                    <a:pt x="1612449" y="1654019"/>
                  </a:lnTo>
                  <a:lnTo>
                    <a:pt x="1613264" y="1689094"/>
                  </a:lnTo>
                  <a:lnTo>
                    <a:pt x="1614079" y="1695966"/>
                  </a:lnTo>
                  <a:lnTo>
                    <a:pt x="1614894" y="1668101"/>
                  </a:lnTo>
                  <a:lnTo>
                    <a:pt x="1615708" y="1701658"/>
                  </a:lnTo>
                  <a:lnTo>
                    <a:pt x="1616523" y="1676955"/>
                  </a:lnTo>
                  <a:lnTo>
                    <a:pt x="1617338" y="1697894"/>
                  </a:lnTo>
                  <a:lnTo>
                    <a:pt x="1618153" y="1667482"/>
                  </a:lnTo>
                  <a:lnTo>
                    <a:pt x="1618967" y="1668419"/>
                  </a:lnTo>
                  <a:lnTo>
                    <a:pt x="1619782" y="1700279"/>
                  </a:lnTo>
                  <a:lnTo>
                    <a:pt x="1620597" y="1695706"/>
                  </a:lnTo>
                  <a:lnTo>
                    <a:pt x="1621412" y="1689027"/>
                  </a:lnTo>
                  <a:lnTo>
                    <a:pt x="1622227" y="1680754"/>
                  </a:lnTo>
                  <a:lnTo>
                    <a:pt x="1623041" y="1666979"/>
                  </a:lnTo>
                  <a:lnTo>
                    <a:pt x="1623856" y="1650901"/>
                  </a:lnTo>
                  <a:lnTo>
                    <a:pt x="1624671" y="1620541"/>
                  </a:lnTo>
                  <a:lnTo>
                    <a:pt x="1625486" y="1669872"/>
                  </a:lnTo>
                  <a:lnTo>
                    <a:pt x="1626300" y="1675855"/>
                  </a:lnTo>
                  <a:lnTo>
                    <a:pt x="1627115" y="1686815"/>
                  </a:lnTo>
                  <a:lnTo>
                    <a:pt x="1627930" y="1681027"/>
                  </a:lnTo>
                  <a:lnTo>
                    <a:pt x="1628745" y="1626975"/>
                  </a:lnTo>
                  <a:lnTo>
                    <a:pt x="1629560" y="1601819"/>
                  </a:lnTo>
                  <a:lnTo>
                    <a:pt x="1630374" y="1655791"/>
                  </a:lnTo>
                  <a:lnTo>
                    <a:pt x="1631189" y="1646133"/>
                  </a:lnTo>
                  <a:lnTo>
                    <a:pt x="1632004" y="1641109"/>
                  </a:lnTo>
                  <a:lnTo>
                    <a:pt x="1632819" y="1607422"/>
                  </a:lnTo>
                  <a:lnTo>
                    <a:pt x="1633634" y="1629801"/>
                  </a:lnTo>
                  <a:lnTo>
                    <a:pt x="1634448" y="1594442"/>
                  </a:lnTo>
                  <a:lnTo>
                    <a:pt x="1635263" y="1587584"/>
                  </a:lnTo>
                  <a:lnTo>
                    <a:pt x="1636078" y="1579995"/>
                  </a:lnTo>
                  <a:lnTo>
                    <a:pt x="1636893" y="1562167"/>
                  </a:lnTo>
                  <a:lnTo>
                    <a:pt x="1637707" y="1574757"/>
                  </a:lnTo>
                  <a:lnTo>
                    <a:pt x="1638522" y="1590292"/>
                  </a:lnTo>
                  <a:lnTo>
                    <a:pt x="1639337" y="1610558"/>
                  </a:lnTo>
                  <a:lnTo>
                    <a:pt x="1640152" y="1607574"/>
                  </a:lnTo>
                  <a:lnTo>
                    <a:pt x="1640967" y="1612701"/>
                  </a:lnTo>
                  <a:lnTo>
                    <a:pt x="1641781" y="1644643"/>
                  </a:lnTo>
                  <a:lnTo>
                    <a:pt x="1642596" y="1654198"/>
                  </a:lnTo>
                  <a:lnTo>
                    <a:pt x="1643411" y="1664524"/>
                  </a:lnTo>
                  <a:lnTo>
                    <a:pt x="1644226" y="1659595"/>
                  </a:lnTo>
                  <a:lnTo>
                    <a:pt x="1645040" y="1650841"/>
                  </a:lnTo>
                  <a:lnTo>
                    <a:pt x="1645855" y="1628393"/>
                  </a:lnTo>
                  <a:lnTo>
                    <a:pt x="1646670" y="1694740"/>
                  </a:lnTo>
                  <a:lnTo>
                    <a:pt x="1647485" y="1677872"/>
                  </a:lnTo>
                  <a:lnTo>
                    <a:pt x="1648300" y="1637961"/>
                  </a:lnTo>
                  <a:lnTo>
                    <a:pt x="1649114" y="1672889"/>
                  </a:lnTo>
                  <a:lnTo>
                    <a:pt x="1649929" y="1647610"/>
                  </a:lnTo>
                  <a:lnTo>
                    <a:pt x="1650744" y="1703274"/>
                  </a:lnTo>
                  <a:lnTo>
                    <a:pt x="1651559" y="1666934"/>
                  </a:lnTo>
                  <a:lnTo>
                    <a:pt x="1652373" y="1615201"/>
                  </a:lnTo>
                  <a:lnTo>
                    <a:pt x="1653188" y="1563315"/>
                  </a:lnTo>
                  <a:lnTo>
                    <a:pt x="1654003" y="1623114"/>
                  </a:lnTo>
                  <a:lnTo>
                    <a:pt x="1654818" y="1644637"/>
                  </a:lnTo>
                  <a:lnTo>
                    <a:pt x="1655633" y="1598075"/>
                  </a:lnTo>
                  <a:lnTo>
                    <a:pt x="1656447" y="1550806"/>
                  </a:lnTo>
                  <a:lnTo>
                    <a:pt x="1657262" y="1532888"/>
                  </a:lnTo>
                  <a:lnTo>
                    <a:pt x="1658077" y="1520033"/>
                  </a:lnTo>
                  <a:lnTo>
                    <a:pt x="1658892" y="1525685"/>
                  </a:lnTo>
                  <a:lnTo>
                    <a:pt x="1659706" y="1422381"/>
                  </a:lnTo>
                  <a:lnTo>
                    <a:pt x="1660521" y="1370717"/>
                  </a:lnTo>
                  <a:lnTo>
                    <a:pt x="1661336" y="1382515"/>
                  </a:lnTo>
                  <a:lnTo>
                    <a:pt x="1662151" y="1452504"/>
                  </a:lnTo>
                  <a:lnTo>
                    <a:pt x="1662966" y="1431146"/>
                  </a:lnTo>
                  <a:lnTo>
                    <a:pt x="1663780" y="1458650"/>
                  </a:lnTo>
                  <a:lnTo>
                    <a:pt x="1664595" y="1517068"/>
                  </a:lnTo>
                  <a:lnTo>
                    <a:pt x="1665410" y="1559445"/>
                  </a:lnTo>
                  <a:lnTo>
                    <a:pt x="1666225" y="1546075"/>
                  </a:lnTo>
                  <a:lnTo>
                    <a:pt x="1667039" y="1545740"/>
                  </a:lnTo>
                  <a:lnTo>
                    <a:pt x="1667854" y="1522880"/>
                  </a:lnTo>
                  <a:lnTo>
                    <a:pt x="1668669" y="1562611"/>
                  </a:lnTo>
                  <a:lnTo>
                    <a:pt x="1669484" y="1643884"/>
                  </a:lnTo>
                  <a:lnTo>
                    <a:pt x="1670299" y="1667826"/>
                  </a:lnTo>
                  <a:lnTo>
                    <a:pt x="1671113" y="1677562"/>
                  </a:lnTo>
                  <a:lnTo>
                    <a:pt x="1671928" y="1708155"/>
                  </a:lnTo>
                  <a:lnTo>
                    <a:pt x="1672743" y="1708475"/>
                  </a:lnTo>
                  <a:lnTo>
                    <a:pt x="1673558" y="1720678"/>
                  </a:lnTo>
                  <a:lnTo>
                    <a:pt x="1674373" y="1709592"/>
                  </a:lnTo>
                  <a:lnTo>
                    <a:pt x="1675187" y="1703577"/>
                  </a:lnTo>
                  <a:lnTo>
                    <a:pt x="1676002" y="1712999"/>
                  </a:lnTo>
                  <a:lnTo>
                    <a:pt x="1676817" y="1692580"/>
                  </a:lnTo>
                  <a:lnTo>
                    <a:pt x="1677632" y="1699148"/>
                  </a:lnTo>
                  <a:lnTo>
                    <a:pt x="1678446" y="1673651"/>
                  </a:lnTo>
                  <a:lnTo>
                    <a:pt x="1679261" y="1673093"/>
                  </a:lnTo>
                  <a:lnTo>
                    <a:pt x="1680076" y="1701795"/>
                  </a:lnTo>
                  <a:lnTo>
                    <a:pt x="1680891" y="1691846"/>
                  </a:lnTo>
                  <a:lnTo>
                    <a:pt x="1681706" y="1692340"/>
                  </a:lnTo>
                  <a:lnTo>
                    <a:pt x="1682520" y="1681063"/>
                  </a:lnTo>
                  <a:lnTo>
                    <a:pt x="1683335" y="1680407"/>
                  </a:lnTo>
                  <a:lnTo>
                    <a:pt x="1684150" y="1669018"/>
                  </a:lnTo>
                  <a:lnTo>
                    <a:pt x="1684965" y="1651586"/>
                  </a:lnTo>
                  <a:lnTo>
                    <a:pt x="1685779" y="1611572"/>
                  </a:lnTo>
                  <a:lnTo>
                    <a:pt x="1686594" y="1558591"/>
                  </a:lnTo>
                  <a:lnTo>
                    <a:pt x="1687409" y="1531371"/>
                  </a:lnTo>
                  <a:lnTo>
                    <a:pt x="1688224" y="1566972"/>
                  </a:lnTo>
                  <a:lnTo>
                    <a:pt x="1689039" y="1607304"/>
                  </a:lnTo>
                  <a:lnTo>
                    <a:pt x="1689853" y="1627523"/>
                  </a:lnTo>
                  <a:lnTo>
                    <a:pt x="1690668" y="1620274"/>
                  </a:lnTo>
                  <a:lnTo>
                    <a:pt x="1691483" y="1651948"/>
                  </a:lnTo>
                  <a:lnTo>
                    <a:pt x="1692298" y="1636407"/>
                  </a:lnTo>
                  <a:lnTo>
                    <a:pt x="1693112" y="1650954"/>
                  </a:lnTo>
                  <a:lnTo>
                    <a:pt x="1693927" y="1667555"/>
                  </a:lnTo>
                  <a:lnTo>
                    <a:pt x="1694742" y="1670918"/>
                  </a:lnTo>
                  <a:lnTo>
                    <a:pt x="1695557" y="1705301"/>
                  </a:lnTo>
                  <a:lnTo>
                    <a:pt x="1696372" y="1691371"/>
                  </a:lnTo>
                  <a:lnTo>
                    <a:pt x="1697186" y="1721439"/>
                  </a:lnTo>
                  <a:lnTo>
                    <a:pt x="1698001" y="1700999"/>
                  </a:lnTo>
                  <a:lnTo>
                    <a:pt x="1698816" y="1648248"/>
                  </a:lnTo>
                  <a:lnTo>
                    <a:pt x="1699631" y="1620757"/>
                  </a:lnTo>
                  <a:lnTo>
                    <a:pt x="1700445" y="1656749"/>
                  </a:lnTo>
                  <a:lnTo>
                    <a:pt x="1701260" y="1698330"/>
                  </a:lnTo>
                  <a:lnTo>
                    <a:pt x="1702075" y="1664509"/>
                  </a:lnTo>
                  <a:lnTo>
                    <a:pt x="1702890" y="1630611"/>
                  </a:lnTo>
                  <a:lnTo>
                    <a:pt x="1703705" y="1645178"/>
                  </a:lnTo>
                  <a:lnTo>
                    <a:pt x="1704519" y="1642710"/>
                  </a:lnTo>
                  <a:lnTo>
                    <a:pt x="1705334" y="1683408"/>
                  </a:lnTo>
                  <a:lnTo>
                    <a:pt x="1706149" y="1618058"/>
                  </a:lnTo>
                  <a:lnTo>
                    <a:pt x="1706964" y="1571549"/>
                  </a:lnTo>
                  <a:lnTo>
                    <a:pt x="1707778" y="1598387"/>
                  </a:lnTo>
                  <a:lnTo>
                    <a:pt x="1708593" y="1644113"/>
                  </a:lnTo>
                  <a:lnTo>
                    <a:pt x="1709408" y="1686634"/>
                  </a:lnTo>
                  <a:lnTo>
                    <a:pt x="1710223" y="1671373"/>
                  </a:lnTo>
                  <a:lnTo>
                    <a:pt x="1711038" y="1685411"/>
                  </a:lnTo>
                  <a:lnTo>
                    <a:pt x="1711852" y="1684274"/>
                  </a:lnTo>
                  <a:lnTo>
                    <a:pt x="1712667" y="1675427"/>
                  </a:lnTo>
                  <a:lnTo>
                    <a:pt x="1713482" y="1669749"/>
                  </a:lnTo>
                  <a:lnTo>
                    <a:pt x="1714297" y="1633855"/>
                  </a:lnTo>
                  <a:lnTo>
                    <a:pt x="1715112" y="1602215"/>
                  </a:lnTo>
                  <a:lnTo>
                    <a:pt x="1715926" y="1580571"/>
                  </a:lnTo>
                  <a:lnTo>
                    <a:pt x="1716741" y="1550652"/>
                  </a:lnTo>
                  <a:lnTo>
                    <a:pt x="1717556" y="1504651"/>
                  </a:lnTo>
                  <a:lnTo>
                    <a:pt x="1718371" y="1411750"/>
                  </a:lnTo>
                  <a:lnTo>
                    <a:pt x="1719185" y="1351666"/>
                  </a:lnTo>
                  <a:lnTo>
                    <a:pt x="1720000" y="1439742"/>
                  </a:lnTo>
                  <a:lnTo>
                    <a:pt x="1720815" y="1505421"/>
                  </a:lnTo>
                  <a:lnTo>
                    <a:pt x="1721630" y="1477545"/>
                  </a:lnTo>
                  <a:lnTo>
                    <a:pt x="1722445" y="1400017"/>
                  </a:lnTo>
                  <a:lnTo>
                    <a:pt x="1723259" y="1485599"/>
                  </a:lnTo>
                  <a:lnTo>
                    <a:pt x="1724074" y="1513708"/>
                  </a:lnTo>
                  <a:lnTo>
                    <a:pt x="1724889" y="1522688"/>
                  </a:lnTo>
                  <a:lnTo>
                    <a:pt x="1725704" y="1524424"/>
                  </a:lnTo>
                  <a:lnTo>
                    <a:pt x="1726518" y="1582333"/>
                  </a:lnTo>
                  <a:lnTo>
                    <a:pt x="1727333" y="1559449"/>
                  </a:lnTo>
                  <a:lnTo>
                    <a:pt x="1728148" y="1524897"/>
                  </a:lnTo>
                  <a:lnTo>
                    <a:pt x="1728963" y="1493820"/>
                  </a:lnTo>
                  <a:lnTo>
                    <a:pt x="1729778" y="1484741"/>
                  </a:lnTo>
                  <a:lnTo>
                    <a:pt x="1730592" y="1404096"/>
                  </a:lnTo>
                  <a:lnTo>
                    <a:pt x="1731407" y="1313629"/>
                  </a:lnTo>
                  <a:lnTo>
                    <a:pt x="1732222" y="1360029"/>
                  </a:lnTo>
                  <a:lnTo>
                    <a:pt x="1733037" y="1499013"/>
                  </a:lnTo>
                  <a:lnTo>
                    <a:pt x="1733851" y="1497969"/>
                  </a:lnTo>
                  <a:lnTo>
                    <a:pt x="1734666" y="1595003"/>
                  </a:lnTo>
                  <a:lnTo>
                    <a:pt x="1735481" y="1556603"/>
                  </a:lnTo>
                  <a:lnTo>
                    <a:pt x="1736296" y="1533398"/>
                  </a:lnTo>
                  <a:lnTo>
                    <a:pt x="1737111" y="1528940"/>
                  </a:lnTo>
                  <a:lnTo>
                    <a:pt x="1737925" y="1449144"/>
                  </a:lnTo>
                  <a:lnTo>
                    <a:pt x="1738740" y="1473933"/>
                  </a:lnTo>
                  <a:lnTo>
                    <a:pt x="1739555" y="1426715"/>
                  </a:lnTo>
                  <a:lnTo>
                    <a:pt x="1740370" y="1471522"/>
                  </a:lnTo>
                  <a:lnTo>
                    <a:pt x="1741184" y="1522406"/>
                  </a:lnTo>
                  <a:lnTo>
                    <a:pt x="1741999" y="1422692"/>
                  </a:lnTo>
                  <a:lnTo>
                    <a:pt x="1742814" y="1356463"/>
                  </a:lnTo>
                  <a:lnTo>
                    <a:pt x="1743629" y="1374160"/>
                  </a:lnTo>
                  <a:lnTo>
                    <a:pt x="1744444" y="1419361"/>
                  </a:lnTo>
                  <a:lnTo>
                    <a:pt x="1745258" y="1516247"/>
                  </a:lnTo>
                  <a:lnTo>
                    <a:pt x="1746073" y="1573913"/>
                  </a:lnTo>
                  <a:lnTo>
                    <a:pt x="1746888" y="1566216"/>
                  </a:lnTo>
                  <a:lnTo>
                    <a:pt x="1747703" y="1575869"/>
                  </a:lnTo>
                  <a:lnTo>
                    <a:pt x="1748517" y="1549682"/>
                  </a:lnTo>
                  <a:lnTo>
                    <a:pt x="1749332" y="1471354"/>
                  </a:lnTo>
                  <a:lnTo>
                    <a:pt x="1750147" y="1426639"/>
                  </a:lnTo>
                  <a:lnTo>
                    <a:pt x="1750962" y="1454071"/>
                  </a:lnTo>
                  <a:lnTo>
                    <a:pt x="1751777" y="1477098"/>
                  </a:lnTo>
                  <a:lnTo>
                    <a:pt x="1752591" y="1453149"/>
                  </a:lnTo>
                  <a:lnTo>
                    <a:pt x="1753406" y="1505736"/>
                  </a:lnTo>
                  <a:lnTo>
                    <a:pt x="1754221" y="1559101"/>
                  </a:lnTo>
                  <a:lnTo>
                    <a:pt x="1755036" y="1627594"/>
                  </a:lnTo>
                  <a:lnTo>
                    <a:pt x="1755851" y="1605668"/>
                  </a:lnTo>
                  <a:lnTo>
                    <a:pt x="1756665" y="1587620"/>
                  </a:lnTo>
                  <a:lnTo>
                    <a:pt x="1757480" y="1569268"/>
                  </a:lnTo>
                  <a:lnTo>
                    <a:pt x="1758295" y="1503640"/>
                  </a:lnTo>
                  <a:lnTo>
                    <a:pt x="1759110" y="1449651"/>
                  </a:lnTo>
                  <a:lnTo>
                    <a:pt x="1759924" y="1393806"/>
                  </a:lnTo>
                  <a:lnTo>
                    <a:pt x="1760739" y="1396631"/>
                  </a:lnTo>
                  <a:lnTo>
                    <a:pt x="1761554" y="1386566"/>
                  </a:lnTo>
                  <a:lnTo>
                    <a:pt x="1762369" y="1371675"/>
                  </a:lnTo>
                  <a:lnTo>
                    <a:pt x="1763184" y="1407035"/>
                  </a:lnTo>
                  <a:lnTo>
                    <a:pt x="1763998" y="1469024"/>
                  </a:lnTo>
                  <a:lnTo>
                    <a:pt x="1764813" y="1435194"/>
                  </a:lnTo>
                  <a:lnTo>
                    <a:pt x="1765628" y="1444634"/>
                  </a:lnTo>
                  <a:lnTo>
                    <a:pt x="1766443" y="1403603"/>
                  </a:lnTo>
                  <a:lnTo>
                    <a:pt x="1767257" y="1441101"/>
                  </a:lnTo>
                  <a:lnTo>
                    <a:pt x="1768072" y="1379590"/>
                  </a:lnTo>
                  <a:lnTo>
                    <a:pt x="1768887" y="1398743"/>
                  </a:lnTo>
                  <a:lnTo>
                    <a:pt x="1769702" y="1463188"/>
                  </a:lnTo>
                  <a:lnTo>
                    <a:pt x="1770517" y="1561219"/>
                  </a:lnTo>
                  <a:lnTo>
                    <a:pt x="1771331" y="1612600"/>
                  </a:lnTo>
                  <a:lnTo>
                    <a:pt x="1772146" y="1600340"/>
                  </a:lnTo>
                  <a:lnTo>
                    <a:pt x="1772961" y="1625148"/>
                  </a:lnTo>
                  <a:lnTo>
                    <a:pt x="1773776" y="1650448"/>
                  </a:lnTo>
                  <a:lnTo>
                    <a:pt x="1774590" y="1649608"/>
                  </a:lnTo>
                  <a:lnTo>
                    <a:pt x="1775405" y="1618262"/>
                  </a:lnTo>
                  <a:lnTo>
                    <a:pt x="1776220" y="1595467"/>
                  </a:lnTo>
                  <a:lnTo>
                    <a:pt x="1777035" y="1598788"/>
                  </a:lnTo>
                  <a:lnTo>
                    <a:pt x="1777850" y="1587842"/>
                  </a:lnTo>
                  <a:lnTo>
                    <a:pt x="1778664" y="1532312"/>
                  </a:lnTo>
                  <a:lnTo>
                    <a:pt x="1779479" y="1521179"/>
                  </a:lnTo>
                  <a:lnTo>
                    <a:pt x="1780294" y="1426371"/>
                  </a:lnTo>
                  <a:lnTo>
                    <a:pt x="1781109" y="1469987"/>
                  </a:lnTo>
                  <a:lnTo>
                    <a:pt x="1781923" y="1496337"/>
                  </a:lnTo>
                  <a:lnTo>
                    <a:pt x="1782738" y="1444623"/>
                  </a:lnTo>
                  <a:lnTo>
                    <a:pt x="1783553" y="1392101"/>
                  </a:lnTo>
                  <a:lnTo>
                    <a:pt x="1784368" y="1383813"/>
                  </a:lnTo>
                  <a:lnTo>
                    <a:pt x="1785183" y="1497154"/>
                  </a:lnTo>
                  <a:lnTo>
                    <a:pt x="1785997" y="1518990"/>
                  </a:lnTo>
                  <a:lnTo>
                    <a:pt x="1786812" y="1537535"/>
                  </a:lnTo>
                  <a:lnTo>
                    <a:pt x="1787627" y="1592803"/>
                  </a:lnTo>
                  <a:lnTo>
                    <a:pt x="1788442" y="1576823"/>
                  </a:lnTo>
                  <a:lnTo>
                    <a:pt x="1789256" y="1630744"/>
                  </a:lnTo>
                  <a:lnTo>
                    <a:pt x="1790071" y="1573160"/>
                  </a:lnTo>
                  <a:lnTo>
                    <a:pt x="1790886" y="1582219"/>
                  </a:lnTo>
                  <a:lnTo>
                    <a:pt x="1791701" y="1576744"/>
                  </a:lnTo>
                  <a:lnTo>
                    <a:pt x="1792516" y="1551375"/>
                  </a:lnTo>
                  <a:lnTo>
                    <a:pt x="1793330" y="1544843"/>
                  </a:lnTo>
                  <a:lnTo>
                    <a:pt x="1794145" y="1590433"/>
                  </a:lnTo>
                  <a:lnTo>
                    <a:pt x="1794960" y="1623034"/>
                  </a:lnTo>
                  <a:lnTo>
                    <a:pt x="1795775" y="1662792"/>
                  </a:lnTo>
                  <a:lnTo>
                    <a:pt x="1796590" y="1627204"/>
                  </a:lnTo>
                  <a:lnTo>
                    <a:pt x="1797404" y="1658671"/>
                  </a:lnTo>
                  <a:lnTo>
                    <a:pt x="1798219" y="1676580"/>
                  </a:lnTo>
                  <a:lnTo>
                    <a:pt x="1799034" y="1678391"/>
                  </a:lnTo>
                  <a:lnTo>
                    <a:pt x="1799849" y="1676750"/>
                  </a:lnTo>
                  <a:lnTo>
                    <a:pt x="1800663" y="1677142"/>
                  </a:lnTo>
                  <a:lnTo>
                    <a:pt x="1801478" y="1709283"/>
                  </a:lnTo>
                  <a:lnTo>
                    <a:pt x="1802293" y="1672545"/>
                  </a:lnTo>
                  <a:lnTo>
                    <a:pt x="1803108" y="1657661"/>
                  </a:lnTo>
                  <a:lnTo>
                    <a:pt x="1803923" y="1657394"/>
                  </a:lnTo>
                  <a:lnTo>
                    <a:pt x="1804737" y="1635728"/>
                  </a:lnTo>
                  <a:lnTo>
                    <a:pt x="1805552" y="1636178"/>
                  </a:lnTo>
                  <a:lnTo>
                    <a:pt x="1806367" y="1622441"/>
                  </a:lnTo>
                  <a:lnTo>
                    <a:pt x="1807182" y="1602841"/>
                  </a:lnTo>
                  <a:lnTo>
                    <a:pt x="1807996" y="1584513"/>
                  </a:lnTo>
                  <a:lnTo>
                    <a:pt x="1808811" y="1505587"/>
                  </a:lnTo>
                  <a:lnTo>
                    <a:pt x="1809626" y="1450199"/>
                  </a:lnTo>
                  <a:lnTo>
                    <a:pt x="1810441" y="1542871"/>
                  </a:lnTo>
                  <a:lnTo>
                    <a:pt x="1811256" y="1571314"/>
                  </a:lnTo>
                  <a:lnTo>
                    <a:pt x="1812070" y="1602261"/>
                  </a:lnTo>
                  <a:lnTo>
                    <a:pt x="1812885" y="1568001"/>
                  </a:lnTo>
                  <a:lnTo>
                    <a:pt x="1813700" y="1591124"/>
                  </a:lnTo>
                  <a:lnTo>
                    <a:pt x="1814515" y="1564242"/>
                  </a:lnTo>
                  <a:lnTo>
                    <a:pt x="1815329" y="1419522"/>
                  </a:lnTo>
                  <a:lnTo>
                    <a:pt x="1816144" y="1428336"/>
                  </a:lnTo>
                  <a:lnTo>
                    <a:pt x="1816959" y="1352272"/>
                  </a:lnTo>
                  <a:lnTo>
                    <a:pt x="1817774" y="1368464"/>
                  </a:lnTo>
                  <a:lnTo>
                    <a:pt x="1818589" y="1374938"/>
                  </a:lnTo>
                  <a:lnTo>
                    <a:pt x="1819403" y="1396960"/>
                  </a:lnTo>
                  <a:lnTo>
                    <a:pt x="1820218" y="1417822"/>
                  </a:lnTo>
                  <a:lnTo>
                    <a:pt x="1821033" y="1496680"/>
                  </a:lnTo>
                  <a:lnTo>
                    <a:pt x="1821848" y="1515553"/>
                  </a:lnTo>
                  <a:lnTo>
                    <a:pt x="1822662" y="1495931"/>
                  </a:lnTo>
                  <a:lnTo>
                    <a:pt x="1823477" y="1491564"/>
                  </a:lnTo>
                  <a:lnTo>
                    <a:pt x="1824292" y="1501193"/>
                  </a:lnTo>
                  <a:lnTo>
                    <a:pt x="1825107" y="1526967"/>
                  </a:lnTo>
                  <a:lnTo>
                    <a:pt x="1825922" y="1605939"/>
                  </a:lnTo>
                  <a:lnTo>
                    <a:pt x="1826736" y="1652968"/>
                  </a:lnTo>
                  <a:lnTo>
                    <a:pt x="1827551" y="1677417"/>
                  </a:lnTo>
                  <a:lnTo>
                    <a:pt x="1828366" y="1604615"/>
                  </a:lnTo>
                  <a:lnTo>
                    <a:pt x="1829181" y="1606381"/>
                  </a:lnTo>
                  <a:lnTo>
                    <a:pt x="1829995" y="1605479"/>
                  </a:lnTo>
                  <a:lnTo>
                    <a:pt x="1830810" y="1595375"/>
                  </a:lnTo>
                  <a:lnTo>
                    <a:pt x="1831625" y="1548654"/>
                  </a:lnTo>
                  <a:lnTo>
                    <a:pt x="1832440" y="1436519"/>
                  </a:lnTo>
                  <a:lnTo>
                    <a:pt x="1833255" y="1499361"/>
                  </a:lnTo>
                  <a:lnTo>
                    <a:pt x="1834069" y="1406587"/>
                  </a:lnTo>
                  <a:lnTo>
                    <a:pt x="1834884" y="1447405"/>
                  </a:lnTo>
                  <a:lnTo>
                    <a:pt x="1835699" y="1476160"/>
                  </a:lnTo>
                  <a:lnTo>
                    <a:pt x="1836514" y="1460353"/>
                  </a:lnTo>
                  <a:lnTo>
                    <a:pt x="1837329" y="1400898"/>
                  </a:lnTo>
                  <a:lnTo>
                    <a:pt x="1838143" y="1262501"/>
                  </a:lnTo>
                  <a:lnTo>
                    <a:pt x="1838958" y="1195291"/>
                  </a:lnTo>
                  <a:lnTo>
                    <a:pt x="1839773" y="1159175"/>
                  </a:lnTo>
                  <a:lnTo>
                    <a:pt x="1840588" y="1136355"/>
                  </a:lnTo>
                  <a:lnTo>
                    <a:pt x="1841402" y="1104260"/>
                  </a:lnTo>
                  <a:lnTo>
                    <a:pt x="1842217" y="1181127"/>
                  </a:lnTo>
                  <a:lnTo>
                    <a:pt x="1843032" y="1193809"/>
                  </a:lnTo>
                  <a:lnTo>
                    <a:pt x="1843847" y="1412015"/>
                  </a:lnTo>
                  <a:lnTo>
                    <a:pt x="1844662" y="1421685"/>
                  </a:lnTo>
                  <a:lnTo>
                    <a:pt x="1845476" y="1409491"/>
                  </a:lnTo>
                  <a:lnTo>
                    <a:pt x="1846291" y="1471650"/>
                  </a:lnTo>
                  <a:lnTo>
                    <a:pt x="1847106" y="1466634"/>
                  </a:lnTo>
                  <a:lnTo>
                    <a:pt x="1847921" y="1310483"/>
                  </a:lnTo>
                  <a:lnTo>
                    <a:pt x="1848735" y="1349539"/>
                  </a:lnTo>
                  <a:lnTo>
                    <a:pt x="1849550" y="1366484"/>
                  </a:lnTo>
                  <a:lnTo>
                    <a:pt x="1850365" y="1283285"/>
                  </a:lnTo>
                  <a:lnTo>
                    <a:pt x="1851180" y="1242989"/>
                  </a:lnTo>
                  <a:lnTo>
                    <a:pt x="1851995" y="1326670"/>
                  </a:lnTo>
                  <a:lnTo>
                    <a:pt x="1852809" y="1370238"/>
                  </a:lnTo>
                  <a:lnTo>
                    <a:pt x="1853624" y="1282378"/>
                  </a:lnTo>
                  <a:lnTo>
                    <a:pt x="1854439" y="1185555"/>
                  </a:lnTo>
                  <a:lnTo>
                    <a:pt x="1855254" y="1068211"/>
                  </a:lnTo>
                  <a:lnTo>
                    <a:pt x="1856068" y="973888"/>
                  </a:lnTo>
                  <a:lnTo>
                    <a:pt x="1856883" y="1006576"/>
                  </a:lnTo>
                  <a:lnTo>
                    <a:pt x="1857698" y="1030544"/>
                  </a:lnTo>
                  <a:lnTo>
                    <a:pt x="1858513" y="1027735"/>
                  </a:lnTo>
                  <a:lnTo>
                    <a:pt x="1859328" y="1048519"/>
                  </a:lnTo>
                  <a:lnTo>
                    <a:pt x="1860142" y="1069407"/>
                  </a:lnTo>
                  <a:lnTo>
                    <a:pt x="1860957" y="1111008"/>
                  </a:lnTo>
                  <a:lnTo>
                    <a:pt x="1861772" y="1011934"/>
                  </a:lnTo>
                  <a:lnTo>
                    <a:pt x="1862587" y="1009272"/>
                  </a:lnTo>
                  <a:lnTo>
                    <a:pt x="1863401" y="709352"/>
                  </a:lnTo>
                  <a:lnTo>
                    <a:pt x="1864216" y="642639"/>
                  </a:lnTo>
                  <a:lnTo>
                    <a:pt x="1865031" y="549243"/>
                  </a:lnTo>
                  <a:lnTo>
                    <a:pt x="1865846" y="374667"/>
                  </a:lnTo>
                  <a:lnTo>
                    <a:pt x="1866661" y="339131"/>
                  </a:lnTo>
                  <a:lnTo>
                    <a:pt x="1867475" y="297498"/>
                  </a:lnTo>
                  <a:lnTo>
                    <a:pt x="1868290" y="166857"/>
                  </a:lnTo>
                  <a:lnTo>
                    <a:pt x="1869105" y="323586"/>
                  </a:lnTo>
                  <a:lnTo>
                    <a:pt x="1869920" y="184577"/>
                  </a:lnTo>
                  <a:lnTo>
                    <a:pt x="1870734" y="93454"/>
                  </a:lnTo>
                  <a:lnTo>
                    <a:pt x="1871549" y="97220"/>
                  </a:lnTo>
                  <a:lnTo>
                    <a:pt x="1872364" y="62814"/>
                  </a:lnTo>
                  <a:lnTo>
                    <a:pt x="1873179" y="197343"/>
                  </a:lnTo>
                  <a:lnTo>
                    <a:pt x="1873994" y="169155"/>
                  </a:lnTo>
                  <a:lnTo>
                    <a:pt x="1874808" y="212655"/>
                  </a:lnTo>
                  <a:lnTo>
                    <a:pt x="1875623" y="211965"/>
                  </a:lnTo>
                  <a:lnTo>
                    <a:pt x="1876438" y="174090"/>
                  </a:lnTo>
                  <a:lnTo>
                    <a:pt x="1877253" y="76437"/>
                  </a:lnTo>
                  <a:lnTo>
                    <a:pt x="1878068" y="68689"/>
                  </a:lnTo>
                  <a:lnTo>
                    <a:pt x="1878882" y="88459"/>
                  </a:lnTo>
                  <a:lnTo>
                    <a:pt x="1879697" y="126274"/>
                  </a:lnTo>
                  <a:lnTo>
                    <a:pt x="1880512" y="107010"/>
                  </a:lnTo>
                  <a:lnTo>
                    <a:pt x="1881327" y="98619"/>
                  </a:lnTo>
                  <a:lnTo>
                    <a:pt x="1882141" y="0"/>
                  </a:lnTo>
                  <a:lnTo>
                    <a:pt x="1882956" y="89256"/>
                  </a:lnTo>
                  <a:lnTo>
                    <a:pt x="1883771" y="219616"/>
                  </a:lnTo>
                  <a:lnTo>
                    <a:pt x="1884586" y="404550"/>
                  </a:lnTo>
                  <a:lnTo>
                    <a:pt x="1885401" y="402638"/>
                  </a:lnTo>
                  <a:lnTo>
                    <a:pt x="1886215" y="533504"/>
                  </a:lnTo>
                  <a:lnTo>
                    <a:pt x="1887030" y="763098"/>
                  </a:lnTo>
                  <a:lnTo>
                    <a:pt x="1887845" y="692270"/>
                  </a:lnTo>
                  <a:lnTo>
                    <a:pt x="1888660" y="1085602"/>
                  </a:lnTo>
                  <a:lnTo>
                    <a:pt x="1889474" y="1013437"/>
                  </a:lnTo>
                  <a:lnTo>
                    <a:pt x="1890289" y="1007013"/>
                  </a:lnTo>
                  <a:lnTo>
                    <a:pt x="1891104" y="987122"/>
                  </a:lnTo>
                  <a:lnTo>
                    <a:pt x="1891919" y="958359"/>
                  </a:lnTo>
                  <a:lnTo>
                    <a:pt x="1892734" y="1067412"/>
                  </a:lnTo>
                  <a:lnTo>
                    <a:pt x="1893548" y="1062249"/>
                  </a:lnTo>
                  <a:lnTo>
                    <a:pt x="1894363" y="1123782"/>
                  </a:lnTo>
                  <a:lnTo>
                    <a:pt x="1895178" y="1098583"/>
                  </a:lnTo>
                  <a:lnTo>
                    <a:pt x="1895993" y="1078983"/>
                  </a:lnTo>
                  <a:lnTo>
                    <a:pt x="1896807" y="1142367"/>
                  </a:lnTo>
                  <a:lnTo>
                    <a:pt x="1897622" y="1107176"/>
                  </a:lnTo>
                  <a:lnTo>
                    <a:pt x="1898437" y="1147486"/>
                  </a:lnTo>
                  <a:lnTo>
                    <a:pt x="1899252" y="1073632"/>
                  </a:lnTo>
                  <a:lnTo>
                    <a:pt x="1900067" y="1003514"/>
                  </a:lnTo>
                  <a:lnTo>
                    <a:pt x="1900881" y="984198"/>
                  </a:lnTo>
                  <a:lnTo>
                    <a:pt x="1901696" y="1188641"/>
                  </a:lnTo>
                  <a:lnTo>
                    <a:pt x="1902511" y="1229250"/>
                  </a:lnTo>
                  <a:lnTo>
                    <a:pt x="1903326" y="1364765"/>
                  </a:lnTo>
                  <a:lnTo>
                    <a:pt x="1904140" y="1442660"/>
                  </a:lnTo>
                  <a:lnTo>
                    <a:pt x="1904955" y="1443800"/>
                  </a:lnTo>
                  <a:lnTo>
                    <a:pt x="1905770" y="1422083"/>
                  </a:lnTo>
                  <a:lnTo>
                    <a:pt x="1906585" y="1441592"/>
                  </a:lnTo>
                  <a:lnTo>
                    <a:pt x="1907400" y="1518260"/>
                  </a:lnTo>
                  <a:lnTo>
                    <a:pt x="1908214" y="1517443"/>
                  </a:lnTo>
                  <a:lnTo>
                    <a:pt x="1909029" y="1519356"/>
                  </a:lnTo>
                  <a:lnTo>
                    <a:pt x="1909844" y="1566784"/>
                  </a:lnTo>
                  <a:lnTo>
                    <a:pt x="1910659" y="1567737"/>
                  </a:lnTo>
                  <a:lnTo>
                    <a:pt x="1911473" y="1548582"/>
                  </a:lnTo>
                  <a:lnTo>
                    <a:pt x="1912288" y="1544591"/>
                  </a:lnTo>
                  <a:lnTo>
                    <a:pt x="1913103" y="1547149"/>
                  </a:lnTo>
                  <a:lnTo>
                    <a:pt x="1913918" y="1549741"/>
                  </a:lnTo>
                  <a:lnTo>
                    <a:pt x="1914733" y="1566366"/>
                  </a:lnTo>
                  <a:lnTo>
                    <a:pt x="1915547" y="1597610"/>
                  </a:lnTo>
                  <a:lnTo>
                    <a:pt x="1916362" y="1609678"/>
                  </a:lnTo>
                  <a:lnTo>
                    <a:pt x="1917177" y="1584105"/>
                  </a:lnTo>
                  <a:lnTo>
                    <a:pt x="1917992" y="1408485"/>
                  </a:lnTo>
                  <a:lnTo>
                    <a:pt x="1918807" y="1406132"/>
                  </a:lnTo>
                  <a:lnTo>
                    <a:pt x="1919621" y="1395378"/>
                  </a:lnTo>
                  <a:lnTo>
                    <a:pt x="1920436" y="1438242"/>
                  </a:lnTo>
                  <a:lnTo>
                    <a:pt x="1921251" y="1504730"/>
                  </a:lnTo>
                  <a:lnTo>
                    <a:pt x="1922066" y="1518758"/>
                  </a:lnTo>
                  <a:lnTo>
                    <a:pt x="1922880" y="1586845"/>
                  </a:lnTo>
                  <a:lnTo>
                    <a:pt x="1923695" y="1578501"/>
                  </a:lnTo>
                  <a:lnTo>
                    <a:pt x="1924510" y="1580030"/>
                  </a:lnTo>
                  <a:lnTo>
                    <a:pt x="1925325" y="1594766"/>
                  </a:lnTo>
                  <a:lnTo>
                    <a:pt x="1926140" y="1590236"/>
                  </a:lnTo>
                  <a:lnTo>
                    <a:pt x="1926954" y="1568314"/>
                  </a:lnTo>
                  <a:lnTo>
                    <a:pt x="1927769" y="1570702"/>
                  </a:lnTo>
                  <a:lnTo>
                    <a:pt x="1928584" y="1560767"/>
                  </a:lnTo>
                  <a:lnTo>
                    <a:pt x="1929399" y="1565317"/>
                  </a:lnTo>
                  <a:lnTo>
                    <a:pt x="1930213" y="1578688"/>
                  </a:lnTo>
                  <a:lnTo>
                    <a:pt x="1931028" y="1572900"/>
                  </a:lnTo>
                  <a:lnTo>
                    <a:pt x="1931843" y="1541767"/>
                  </a:lnTo>
                  <a:lnTo>
                    <a:pt x="1932658" y="1555904"/>
                  </a:lnTo>
                  <a:lnTo>
                    <a:pt x="1933473" y="1554112"/>
                  </a:lnTo>
                  <a:lnTo>
                    <a:pt x="1934287" y="1580708"/>
                  </a:lnTo>
                  <a:lnTo>
                    <a:pt x="1935102" y="1600500"/>
                  </a:lnTo>
                  <a:lnTo>
                    <a:pt x="1935917" y="1601614"/>
                  </a:lnTo>
                  <a:lnTo>
                    <a:pt x="1936732" y="1585553"/>
                  </a:lnTo>
                  <a:lnTo>
                    <a:pt x="1937546" y="1599862"/>
                  </a:lnTo>
                  <a:lnTo>
                    <a:pt x="1938361" y="1540800"/>
                  </a:lnTo>
                  <a:lnTo>
                    <a:pt x="1939176" y="1511399"/>
                  </a:lnTo>
                  <a:lnTo>
                    <a:pt x="1939991" y="1528025"/>
                  </a:lnTo>
                  <a:lnTo>
                    <a:pt x="1940806" y="1467316"/>
                  </a:lnTo>
                  <a:lnTo>
                    <a:pt x="1941620" y="1499553"/>
                  </a:lnTo>
                  <a:lnTo>
                    <a:pt x="1942435" y="1473629"/>
                  </a:lnTo>
                  <a:lnTo>
                    <a:pt x="1943250" y="1506258"/>
                  </a:lnTo>
                  <a:lnTo>
                    <a:pt x="1944065" y="1571696"/>
                  </a:lnTo>
                  <a:lnTo>
                    <a:pt x="1944879" y="1594238"/>
                  </a:lnTo>
                  <a:lnTo>
                    <a:pt x="1945694" y="1622640"/>
                  </a:lnTo>
                  <a:lnTo>
                    <a:pt x="1946509" y="1614766"/>
                  </a:lnTo>
                  <a:lnTo>
                    <a:pt x="1947324" y="1602358"/>
                  </a:lnTo>
                  <a:lnTo>
                    <a:pt x="1948139" y="1568098"/>
                  </a:lnTo>
                  <a:lnTo>
                    <a:pt x="1948953" y="1565283"/>
                  </a:lnTo>
                  <a:lnTo>
                    <a:pt x="1949768" y="1552500"/>
                  </a:lnTo>
                  <a:lnTo>
                    <a:pt x="1950583" y="1615301"/>
                  </a:lnTo>
                  <a:lnTo>
                    <a:pt x="1951398" y="1623385"/>
                  </a:lnTo>
                  <a:lnTo>
                    <a:pt x="1952213" y="1576905"/>
                  </a:lnTo>
                  <a:lnTo>
                    <a:pt x="1953027" y="1461633"/>
                  </a:lnTo>
                  <a:lnTo>
                    <a:pt x="1953842" y="1542168"/>
                  </a:lnTo>
                  <a:lnTo>
                    <a:pt x="1954657" y="1564309"/>
                  </a:lnTo>
                  <a:lnTo>
                    <a:pt x="1955472" y="1535145"/>
                  </a:lnTo>
                  <a:lnTo>
                    <a:pt x="1956286" y="1482764"/>
                  </a:lnTo>
                  <a:lnTo>
                    <a:pt x="1957101" y="1466071"/>
                  </a:lnTo>
                  <a:lnTo>
                    <a:pt x="1957916" y="1388687"/>
                  </a:lnTo>
                  <a:lnTo>
                    <a:pt x="1958731" y="1386744"/>
                  </a:lnTo>
                  <a:lnTo>
                    <a:pt x="1959546" y="1403417"/>
                  </a:lnTo>
                  <a:lnTo>
                    <a:pt x="1960360" y="1417911"/>
                  </a:lnTo>
                  <a:lnTo>
                    <a:pt x="1961175" y="1337598"/>
                  </a:lnTo>
                  <a:lnTo>
                    <a:pt x="1961990" y="1402961"/>
                  </a:lnTo>
                  <a:lnTo>
                    <a:pt x="1962805" y="1447821"/>
                  </a:lnTo>
                  <a:lnTo>
                    <a:pt x="1963619" y="1533256"/>
                  </a:lnTo>
                  <a:lnTo>
                    <a:pt x="1964434" y="1471951"/>
                  </a:lnTo>
                  <a:lnTo>
                    <a:pt x="1965249" y="1502470"/>
                  </a:lnTo>
                  <a:lnTo>
                    <a:pt x="1966064" y="1485329"/>
                  </a:lnTo>
                  <a:lnTo>
                    <a:pt x="1966879" y="1539890"/>
                  </a:lnTo>
                  <a:lnTo>
                    <a:pt x="1967693" y="1594361"/>
                  </a:lnTo>
                  <a:lnTo>
                    <a:pt x="1968508" y="1520485"/>
                  </a:lnTo>
                  <a:lnTo>
                    <a:pt x="1969323" y="1524046"/>
                  </a:lnTo>
                  <a:lnTo>
                    <a:pt x="1970138" y="1609233"/>
                  </a:lnTo>
                  <a:lnTo>
                    <a:pt x="1970952" y="1612626"/>
                  </a:lnTo>
                  <a:lnTo>
                    <a:pt x="1971767" y="1646358"/>
                  </a:lnTo>
                  <a:lnTo>
                    <a:pt x="1972582" y="1595957"/>
                  </a:lnTo>
                  <a:lnTo>
                    <a:pt x="1973397" y="1658094"/>
                  </a:lnTo>
                  <a:lnTo>
                    <a:pt x="1974212" y="1692632"/>
                  </a:lnTo>
                  <a:lnTo>
                    <a:pt x="1975026" y="1675646"/>
                  </a:lnTo>
                  <a:lnTo>
                    <a:pt x="1975841" y="1690068"/>
                  </a:lnTo>
                  <a:lnTo>
                    <a:pt x="1976656" y="1679014"/>
                  </a:lnTo>
                  <a:lnTo>
                    <a:pt x="1977471" y="1710235"/>
                  </a:lnTo>
                  <a:lnTo>
                    <a:pt x="1978285" y="1720204"/>
                  </a:lnTo>
                  <a:lnTo>
                    <a:pt x="1979100" y="1730154"/>
                  </a:lnTo>
                  <a:lnTo>
                    <a:pt x="1979915" y="1740401"/>
                  </a:lnTo>
                  <a:lnTo>
                    <a:pt x="1980730" y="1738004"/>
                  </a:lnTo>
                  <a:lnTo>
                    <a:pt x="1981545" y="1734968"/>
                  </a:lnTo>
                  <a:lnTo>
                    <a:pt x="1982359" y="1735216"/>
                  </a:lnTo>
                  <a:lnTo>
                    <a:pt x="1983174" y="1735998"/>
                  </a:lnTo>
                  <a:lnTo>
                    <a:pt x="1983989" y="1732845"/>
                  </a:lnTo>
                  <a:lnTo>
                    <a:pt x="1984804" y="1729799"/>
                  </a:lnTo>
                  <a:lnTo>
                    <a:pt x="1985618" y="1724323"/>
                  </a:lnTo>
                  <a:lnTo>
                    <a:pt x="1986433" y="1717866"/>
                  </a:lnTo>
                  <a:lnTo>
                    <a:pt x="1987248" y="1711215"/>
                  </a:lnTo>
                  <a:lnTo>
                    <a:pt x="1988063" y="1697160"/>
                  </a:lnTo>
                  <a:lnTo>
                    <a:pt x="1988878" y="1669243"/>
                  </a:lnTo>
                  <a:lnTo>
                    <a:pt x="1989692" y="1650550"/>
                  </a:lnTo>
                  <a:lnTo>
                    <a:pt x="1990507" y="1615132"/>
                  </a:lnTo>
                  <a:lnTo>
                    <a:pt x="1991322" y="1542893"/>
                  </a:lnTo>
                  <a:lnTo>
                    <a:pt x="1992137" y="1461899"/>
                  </a:lnTo>
                  <a:lnTo>
                    <a:pt x="1992952" y="1451545"/>
                  </a:lnTo>
                  <a:lnTo>
                    <a:pt x="1993766" y="1562553"/>
                  </a:lnTo>
                  <a:lnTo>
                    <a:pt x="1994581" y="1513909"/>
                  </a:lnTo>
                  <a:lnTo>
                    <a:pt x="1995396" y="1496708"/>
                  </a:lnTo>
                  <a:lnTo>
                    <a:pt x="1996211" y="1582828"/>
                  </a:lnTo>
                  <a:lnTo>
                    <a:pt x="1997025" y="1605711"/>
                  </a:lnTo>
                  <a:lnTo>
                    <a:pt x="1997840" y="1639349"/>
                  </a:lnTo>
                  <a:lnTo>
                    <a:pt x="1998655" y="1593258"/>
                  </a:lnTo>
                  <a:lnTo>
                    <a:pt x="1999470" y="1614466"/>
                  </a:lnTo>
                  <a:lnTo>
                    <a:pt x="2000285" y="1624628"/>
                  </a:lnTo>
                  <a:lnTo>
                    <a:pt x="2001099" y="1628882"/>
                  </a:lnTo>
                  <a:lnTo>
                    <a:pt x="2001914" y="1650231"/>
                  </a:lnTo>
                  <a:lnTo>
                    <a:pt x="2002729" y="1625307"/>
                  </a:lnTo>
                  <a:lnTo>
                    <a:pt x="2003544" y="1663193"/>
                  </a:lnTo>
                  <a:lnTo>
                    <a:pt x="2004358" y="1673888"/>
                  </a:lnTo>
                  <a:lnTo>
                    <a:pt x="2005173" y="1688787"/>
                  </a:lnTo>
                  <a:lnTo>
                    <a:pt x="2005988" y="1707652"/>
                  </a:lnTo>
                  <a:lnTo>
                    <a:pt x="2006803" y="1704576"/>
                  </a:lnTo>
                  <a:lnTo>
                    <a:pt x="2007618" y="1729166"/>
                  </a:lnTo>
                  <a:lnTo>
                    <a:pt x="2008432" y="1716240"/>
                  </a:lnTo>
                  <a:lnTo>
                    <a:pt x="2009247" y="1744837"/>
                  </a:lnTo>
                  <a:lnTo>
                    <a:pt x="2010062" y="1741045"/>
                  </a:lnTo>
                  <a:lnTo>
                    <a:pt x="2010877" y="1732964"/>
                  </a:lnTo>
                  <a:lnTo>
                    <a:pt x="2011691" y="1738032"/>
                  </a:lnTo>
                  <a:lnTo>
                    <a:pt x="2012506" y="1704599"/>
                  </a:lnTo>
                  <a:lnTo>
                    <a:pt x="2013321" y="1717878"/>
                  </a:lnTo>
                  <a:lnTo>
                    <a:pt x="2014136" y="1702029"/>
                  </a:lnTo>
                  <a:lnTo>
                    <a:pt x="2014951" y="1675224"/>
                  </a:lnTo>
                  <a:lnTo>
                    <a:pt x="2015765" y="1638864"/>
                  </a:lnTo>
                  <a:lnTo>
                    <a:pt x="2016580" y="1620660"/>
                  </a:lnTo>
                  <a:lnTo>
                    <a:pt x="2017395" y="1633719"/>
                  </a:lnTo>
                  <a:lnTo>
                    <a:pt x="2018210" y="1616659"/>
                  </a:lnTo>
                  <a:lnTo>
                    <a:pt x="2019024" y="1572516"/>
                  </a:lnTo>
                  <a:lnTo>
                    <a:pt x="2019839" y="1552383"/>
                  </a:lnTo>
                  <a:lnTo>
                    <a:pt x="2020654" y="1464829"/>
                  </a:lnTo>
                  <a:lnTo>
                    <a:pt x="2021469" y="1434791"/>
                  </a:lnTo>
                  <a:lnTo>
                    <a:pt x="2022284" y="1420001"/>
                  </a:lnTo>
                  <a:lnTo>
                    <a:pt x="2023098" y="1416002"/>
                  </a:lnTo>
                  <a:lnTo>
                    <a:pt x="2023913" y="1361514"/>
                  </a:lnTo>
                  <a:lnTo>
                    <a:pt x="2024728" y="1398685"/>
                  </a:lnTo>
                  <a:lnTo>
                    <a:pt x="2025543" y="1484845"/>
                  </a:lnTo>
                  <a:lnTo>
                    <a:pt x="2026357" y="1509282"/>
                  </a:lnTo>
                  <a:lnTo>
                    <a:pt x="2027172" y="1551280"/>
                  </a:lnTo>
                  <a:lnTo>
                    <a:pt x="2027987" y="1607226"/>
                  </a:lnTo>
                  <a:lnTo>
                    <a:pt x="2028802" y="1618818"/>
                  </a:lnTo>
                  <a:lnTo>
                    <a:pt x="2029617" y="1638517"/>
                  </a:lnTo>
                  <a:lnTo>
                    <a:pt x="2030431" y="1627196"/>
                  </a:lnTo>
                  <a:lnTo>
                    <a:pt x="2031246" y="1601952"/>
                  </a:lnTo>
                  <a:lnTo>
                    <a:pt x="2032061" y="1538757"/>
                  </a:lnTo>
                  <a:lnTo>
                    <a:pt x="2032876" y="1515744"/>
                  </a:lnTo>
                  <a:lnTo>
                    <a:pt x="2033691" y="1596717"/>
                  </a:lnTo>
                  <a:lnTo>
                    <a:pt x="2034505" y="1609045"/>
                  </a:lnTo>
                  <a:lnTo>
                    <a:pt x="2035320" y="1614823"/>
                  </a:lnTo>
                  <a:lnTo>
                    <a:pt x="2036135" y="1629770"/>
                  </a:lnTo>
                  <a:lnTo>
                    <a:pt x="2036950" y="1560478"/>
                  </a:lnTo>
                  <a:lnTo>
                    <a:pt x="2037764" y="1527984"/>
                  </a:lnTo>
                  <a:lnTo>
                    <a:pt x="2038579" y="1538004"/>
                  </a:lnTo>
                  <a:lnTo>
                    <a:pt x="2039394" y="1544256"/>
                  </a:lnTo>
                  <a:lnTo>
                    <a:pt x="2040209" y="1529921"/>
                  </a:lnTo>
                  <a:lnTo>
                    <a:pt x="2041024" y="1514964"/>
                  </a:lnTo>
                  <a:lnTo>
                    <a:pt x="2041838" y="1516794"/>
                  </a:lnTo>
                  <a:lnTo>
                    <a:pt x="2042653" y="1490234"/>
                  </a:lnTo>
                  <a:lnTo>
                    <a:pt x="2043468" y="1482646"/>
                  </a:lnTo>
                  <a:lnTo>
                    <a:pt x="2044283" y="1385088"/>
                  </a:lnTo>
                  <a:lnTo>
                    <a:pt x="2045097" y="1413897"/>
                  </a:lnTo>
                  <a:lnTo>
                    <a:pt x="2045912" y="1454801"/>
                  </a:lnTo>
                  <a:lnTo>
                    <a:pt x="2046727" y="1459506"/>
                  </a:lnTo>
                  <a:lnTo>
                    <a:pt x="2047542" y="1446118"/>
                  </a:lnTo>
                  <a:lnTo>
                    <a:pt x="2048357" y="1453998"/>
                  </a:lnTo>
                  <a:lnTo>
                    <a:pt x="2049171" y="1530051"/>
                  </a:lnTo>
                  <a:lnTo>
                    <a:pt x="2049986" y="1513951"/>
                  </a:lnTo>
                  <a:lnTo>
                    <a:pt x="2050801" y="1482007"/>
                  </a:lnTo>
                  <a:lnTo>
                    <a:pt x="2051616" y="1434844"/>
                  </a:lnTo>
                  <a:lnTo>
                    <a:pt x="2052430" y="1475200"/>
                  </a:lnTo>
                  <a:lnTo>
                    <a:pt x="2053245" y="1554185"/>
                  </a:lnTo>
                  <a:lnTo>
                    <a:pt x="2054060" y="1563207"/>
                  </a:lnTo>
                  <a:lnTo>
                    <a:pt x="2054875" y="1539130"/>
                  </a:lnTo>
                  <a:lnTo>
                    <a:pt x="2055690" y="1581637"/>
                  </a:lnTo>
                  <a:lnTo>
                    <a:pt x="2056504" y="1626713"/>
                  </a:lnTo>
                  <a:lnTo>
                    <a:pt x="2057319" y="1608458"/>
                  </a:lnTo>
                  <a:lnTo>
                    <a:pt x="2058134" y="1602363"/>
                  </a:lnTo>
                  <a:lnTo>
                    <a:pt x="2058949" y="1548207"/>
                  </a:lnTo>
                  <a:lnTo>
                    <a:pt x="2059763" y="1526584"/>
                  </a:lnTo>
                  <a:lnTo>
                    <a:pt x="2060578" y="1493410"/>
                  </a:lnTo>
                  <a:lnTo>
                    <a:pt x="2061393" y="1532287"/>
                  </a:lnTo>
                  <a:lnTo>
                    <a:pt x="2062208" y="1509834"/>
                  </a:lnTo>
                  <a:lnTo>
                    <a:pt x="2063023" y="1510931"/>
                  </a:lnTo>
                  <a:lnTo>
                    <a:pt x="2063837" y="1519158"/>
                  </a:lnTo>
                  <a:lnTo>
                    <a:pt x="2064652" y="1507984"/>
                  </a:lnTo>
                  <a:lnTo>
                    <a:pt x="2065467" y="1391493"/>
                  </a:lnTo>
                  <a:lnTo>
                    <a:pt x="2066282" y="1296595"/>
                  </a:lnTo>
                  <a:lnTo>
                    <a:pt x="2067096" y="1287844"/>
                  </a:lnTo>
                  <a:lnTo>
                    <a:pt x="2067911" y="1316541"/>
                  </a:lnTo>
                  <a:lnTo>
                    <a:pt x="2068726" y="1393038"/>
                  </a:lnTo>
                  <a:lnTo>
                    <a:pt x="2069541" y="1346118"/>
                  </a:lnTo>
                  <a:lnTo>
                    <a:pt x="2070356" y="1358176"/>
                  </a:lnTo>
                  <a:lnTo>
                    <a:pt x="2071170" y="1402970"/>
                  </a:lnTo>
                  <a:lnTo>
                    <a:pt x="2071985" y="1503517"/>
                  </a:lnTo>
                  <a:lnTo>
                    <a:pt x="2072800" y="1450198"/>
                  </a:lnTo>
                  <a:lnTo>
                    <a:pt x="2073615" y="1397544"/>
                  </a:lnTo>
                  <a:lnTo>
                    <a:pt x="2074430" y="1420002"/>
                  </a:lnTo>
                  <a:lnTo>
                    <a:pt x="2075244" y="1498506"/>
                  </a:lnTo>
                  <a:lnTo>
                    <a:pt x="2076059" y="1554126"/>
                  </a:lnTo>
                  <a:lnTo>
                    <a:pt x="2076874" y="1597135"/>
                  </a:lnTo>
                  <a:lnTo>
                    <a:pt x="2077689" y="1566545"/>
                  </a:lnTo>
                  <a:lnTo>
                    <a:pt x="2078503" y="1595700"/>
                  </a:lnTo>
                  <a:lnTo>
                    <a:pt x="2079318" y="1570995"/>
                  </a:lnTo>
                  <a:lnTo>
                    <a:pt x="2080133" y="1579628"/>
                  </a:lnTo>
                  <a:lnTo>
                    <a:pt x="2080948" y="1553001"/>
                  </a:lnTo>
                  <a:lnTo>
                    <a:pt x="2081763" y="1561381"/>
                  </a:lnTo>
                  <a:lnTo>
                    <a:pt x="2082577" y="1525706"/>
                  </a:lnTo>
                  <a:lnTo>
                    <a:pt x="2083392" y="1540179"/>
                  </a:lnTo>
                  <a:lnTo>
                    <a:pt x="2084207" y="1548877"/>
                  </a:lnTo>
                  <a:lnTo>
                    <a:pt x="2085022" y="1554194"/>
                  </a:lnTo>
                  <a:lnTo>
                    <a:pt x="2085836" y="1546874"/>
                  </a:lnTo>
                  <a:lnTo>
                    <a:pt x="2086651" y="1492249"/>
                  </a:lnTo>
                  <a:lnTo>
                    <a:pt x="2087466" y="1497555"/>
                  </a:lnTo>
                  <a:lnTo>
                    <a:pt x="2088281" y="1555596"/>
                  </a:lnTo>
                  <a:lnTo>
                    <a:pt x="2089096" y="1555393"/>
                  </a:lnTo>
                  <a:lnTo>
                    <a:pt x="2089910" y="1572164"/>
                  </a:lnTo>
                  <a:lnTo>
                    <a:pt x="2090725" y="1457864"/>
                  </a:lnTo>
                  <a:lnTo>
                    <a:pt x="2091540" y="1486099"/>
                  </a:lnTo>
                  <a:lnTo>
                    <a:pt x="2092355" y="1513447"/>
                  </a:lnTo>
                  <a:lnTo>
                    <a:pt x="2093169" y="1512840"/>
                  </a:lnTo>
                  <a:lnTo>
                    <a:pt x="2093984" y="1382011"/>
                  </a:lnTo>
                  <a:lnTo>
                    <a:pt x="2094799" y="1318061"/>
                  </a:lnTo>
                  <a:lnTo>
                    <a:pt x="2095614" y="1344857"/>
                  </a:lnTo>
                  <a:lnTo>
                    <a:pt x="2096429" y="1344173"/>
                  </a:lnTo>
                  <a:lnTo>
                    <a:pt x="2097243" y="1346618"/>
                  </a:lnTo>
                  <a:lnTo>
                    <a:pt x="2098058" y="1311478"/>
                  </a:lnTo>
                  <a:lnTo>
                    <a:pt x="2098873" y="1260179"/>
                  </a:lnTo>
                  <a:lnTo>
                    <a:pt x="2099688" y="1232286"/>
                  </a:lnTo>
                  <a:lnTo>
                    <a:pt x="2100502" y="1186652"/>
                  </a:lnTo>
                  <a:lnTo>
                    <a:pt x="2101317" y="1240545"/>
                  </a:lnTo>
                  <a:lnTo>
                    <a:pt x="2102132" y="1201525"/>
                  </a:lnTo>
                  <a:lnTo>
                    <a:pt x="2102947" y="1255279"/>
                  </a:lnTo>
                  <a:lnTo>
                    <a:pt x="2103762" y="1290319"/>
                  </a:lnTo>
                  <a:lnTo>
                    <a:pt x="2104576" y="1302291"/>
                  </a:lnTo>
                  <a:lnTo>
                    <a:pt x="2105391" y="1505033"/>
                  </a:lnTo>
                  <a:lnTo>
                    <a:pt x="2106206" y="1431909"/>
                  </a:lnTo>
                  <a:lnTo>
                    <a:pt x="2107021" y="1464496"/>
                  </a:lnTo>
                  <a:lnTo>
                    <a:pt x="2107835" y="1380520"/>
                  </a:lnTo>
                  <a:lnTo>
                    <a:pt x="2108650" y="1340536"/>
                  </a:lnTo>
                  <a:lnTo>
                    <a:pt x="2109465" y="1401330"/>
                  </a:lnTo>
                  <a:lnTo>
                    <a:pt x="2110280" y="1400005"/>
                  </a:lnTo>
                  <a:lnTo>
                    <a:pt x="2111095" y="1373877"/>
                  </a:lnTo>
                  <a:lnTo>
                    <a:pt x="2111909" y="1360255"/>
                  </a:lnTo>
                  <a:lnTo>
                    <a:pt x="2112724" y="1446716"/>
                  </a:lnTo>
                  <a:lnTo>
                    <a:pt x="2113539" y="1441262"/>
                  </a:lnTo>
                  <a:lnTo>
                    <a:pt x="2114354" y="1434432"/>
                  </a:lnTo>
                  <a:lnTo>
                    <a:pt x="2115169" y="1397442"/>
                  </a:lnTo>
                  <a:lnTo>
                    <a:pt x="2115983" y="1417314"/>
                  </a:lnTo>
                  <a:lnTo>
                    <a:pt x="2116798" y="1422943"/>
                  </a:lnTo>
                  <a:lnTo>
                    <a:pt x="2117613" y="1482279"/>
                  </a:lnTo>
                  <a:lnTo>
                    <a:pt x="2118428" y="1507249"/>
                  </a:lnTo>
                  <a:lnTo>
                    <a:pt x="2119242" y="1529172"/>
                  </a:lnTo>
                  <a:lnTo>
                    <a:pt x="2120057" y="1478740"/>
                  </a:lnTo>
                  <a:lnTo>
                    <a:pt x="2120872" y="1482233"/>
                  </a:lnTo>
                  <a:lnTo>
                    <a:pt x="2121687" y="1439512"/>
                  </a:lnTo>
                  <a:lnTo>
                    <a:pt x="2122502" y="1529163"/>
                  </a:lnTo>
                  <a:lnTo>
                    <a:pt x="2123316" y="1525016"/>
                  </a:lnTo>
                  <a:lnTo>
                    <a:pt x="2124131" y="1561985"/>
                  </a:lnTo>
                  <a:lnTo>
                    <a:pt x="2124946" y="1495724"/>
                  </a:lnTo>
                  <a:lnTo>
                    <a:pt x="2125761" y="1568227"/>
                  </a:lnTo>
                  <a:lnTo>
                    <a:pt x="2126575" y="1595917"/>
                  </a:lnTo>
                  <a:lnTo>
                    <a:pt x="2127390" y="1558627"/>
                  </a:lnTo>
                  <a:lnTo>
                    <a:pt x="2128205" y="1586016"/>
                  </a:lnTo>
                  <a:lnTo>
                    <a:pt x="2129020" y="1547168"/>
                  </a:lnTo>
                  <a:lnTo>
                    <a:pt x="2129835" y="1525930"/>
                  </a:lnTo>
                  <a:lnTo>
                    <a:pt x="2130649" y="1553148"/>
                  </a:lnTo>
                  <a:lnTo>
                    <a:pt x="2131464" y="1623451"/>
                  </a:lnTo>
                  <a:lnTo>
                    <a:pt x="2132279" y="1670811"/>
                  </a:lnTo>
                  <a:lnTo>
                    <a:pt x="2133094" y="1606398"/>
                  </a:lnTo>
                  <a:lnTo>
                    <a:pt x="2133908" y="1626812"/>
                  </a:lnTo>
                  <a:lnTo>
                    <a:pt x="2134723" y="1662475"/>
                  </a:lnTo>
                  <a:lnTo>
                    <a:pt x="2135538" y="1658509"/>
                  </a:lnTo>
                  <a:lnTo>
                    <a:pt x="2136353" y="1628199"/>
                  </a:lnTo>
                  <a:lnTo>
                    <a:pt x="2137168" y="1461050"/>
                  </a:lnTo>
                  <a:lnTo>
                    <a:pt x="2137982" y="1424392"/>
                  </a:lnTo>
                  <a:lnTo>
                    <a:pt x="2138797" y="1507072"/>
                  </a:lnTo>
                  <a:lnTo>
                    <a:pt x="2139612" y="1490675"/>
                  </a:lnTo>
                  <a:lnTo>
                    <a:pt x="2140427" y="1358869"/>
                  </a:lnTo>
                  <a:lnTo>
                    <a:pt x="2141241" y="1219623"/>
                  </a:lnTo>
                  <a:lnTo>
                    <a:pt x="2142056" y="1198680"/>
                  </a:lnTo>
                  <a:lnTo>
                    <a:pt x="2142871" y="1209260"/>
                  </a:lnTo>
                  <a:lnTo>
                    <a:pt x="2143686" y="1142108"/>
                  </a:lnTo>
                  <a:lnTo>
                    <a:pt x="2144501" y="1153127"/>
                  </a:lnTo>
                  <a:lnTo>
                    <a:pt x="2145315" y="1131924"/>
                  </a:lnTo>
                  <a:lnTo>
                    <a:pt x="2146130" y="1167435"/>
                  </a:lnTo>
                  <a:lnTo>
                    <a:pt x="2146945" y="1166212"/>
                  </a:lnTo>
                  <a:lnTo>
                    <a:pt x="2147760" y="1148658"/>
                  </a:lnTo>
                  <a:lnTo>
                    <a:pt x="2148574" y="1261861"/>
                  </a:lnTo>
                  <a:lnTo>
                    <a:pt x="2149389" y="1257860"/>
                  </a:lnTo>
                  <a:lnTo>
                    <a:pt x="2150204" y="1373616"/>
                  </a:lnTo>
                  <a:lnTo>
                    <a:pt x="2151019" y="1381656"/>
                  </a:lnTo>
                  <a:lnTo>
                    <a:pt x="2151834" y="1433082"/>
                  </a:lnTo>
                  <a:lnTo>
                    <a:pt x="2152648" y="1508009"/>
                  </a:lnTo>
                  <a:lnTo>
                    <a:pt x="2153463" y="1498368"/>
                  </a:lnTo>
                  <a:lnTo>
                    <a:pt x="2154278" y="1498369"/>
                  </a:lnTo>
                  <a:lnTo>
                    <a:pt x="2155093" y="1418072"/>
                  </a:lnTo>
                  <a:lnTo>
                    <a:pt x="2155908" y="1398204"/>
                  </a:lnTo>
                  <a:lnTo>
                    <a:pt x="2156722" y="1436580"/>
                  </a:lnTo>
                  <a:lnTo>
                    <a:pt x="2157537" y="1417062"/>
                  </a:lnTo>
                  <a:lnTo>
                    <a:pt x="2158352" y="1361638"/>
                  </a:lnTo>
                  <a:lnTo>
                    <a:pt x="2159167" y="1399128"/>
                  </a:lnTo>
                  <a:lnTo>
                    <a:pt x="2159981" y="1466732"/>
                  </a:lnTo>
                  <a:lnTo>
                    <a:pt x="2160796" y="1457506"/>
                  </a:lnTo>
                  <a:lnTo>
                    <a:pt x="2161611" y="1452781"/>
                  </a:lnTo>
                  <a:lnTo>
                    <a:pt x="2162426" y="1352435"/>
                  </a:lnTo>
                  <a:lnTo>
                    <a:pt x="2163241" y="1355767"/>
                  </a:lnTo>
                  <a:lnTo>
                    <a:pt x="2164055" y="1388354"/>
                  </a:lnTo>
                  <a:lnTo>
                    <a:pt x="2164870" y="1383343"/>
                  </a:lnTo>
                  <a:lnTo>
                    <a:pt x="2165685" y="1390368"/>
                  </a:lnTo>
                  <a:lnTo>
                    <a:pt x="2166500" y="1313254"/>
                  </a:lnTo>
                  <a:lnTo>
                    <a:pt x="2167314" y="1313512"/>
                  </a:lnTo>
                  <a:lnTo>
                    <a:pt x="2168129" y="1397045"/>
                  </a:lnTo>
                  <a:lnTo>
                    <a:pt x="2168944" y="1345731"/>
                  </a:lnTo>
                  <a:lnTo>
                    <a:pt x="2169759" y="1333649"/>
                  </a:lnTo>
                  <a:lnTo>
                    <a:pt x="2170574" y="1326904"/>
                  </a:lnTo>
                  <a:lnTo>
                    <a:pt x="2171388" y="1495412"/>
                  </a:lnTo>
                  <a:lnTo>
                    <a:pt x="2172203" y="1481178"/>
                  </a:lnTo>
                  <a:lnTo>
                    <a:pt x="2173018" y="1386864"/>
                  </a:lnTo>
                  <a:lnTo>
                    <a:pt x="2173833" y="1312851"/>
                  </a:lnTo>
                  <a:lnTo>
                    <a:pt x="2174647" y="1351058"/>
                  </a:lnTo>
                  <a:lnTo>
                    <a:pt x="2175462" y="1322339"/>
                  </a:lnTo>
                  <a:lnTo>
                    <a:pt x="2176277" y="1282629"/>
                  </a:lnTo>
                  <a:lnTo>
                    <a:pt x="2177092" y="1262572"/>
                  </a:lnTo>
                  <a:lnTo>
                    <a:pt x="2177907" y="1252938"/>
                  </a:lnTo>
                  <a:lnTo>
                    <a:pt x="2178721" y="1328143"/>
                  </a:lnTo>
                  <a:lnTo>
                    <a:pt x="2179536" y="1260734"/>
                  </a:lnTo>
                  <a:lnTo>
                    <a:pt x="2180351" y="1259712"/>
                  </a:lnTo>
                  <a:lnTo>
                    <a:pt x="2181166" y="1294657"/>
                  </a:lnTo>
                  <a:lnTo>
                    <a:pt x="2181980" y="1300962"/>
                  </a:lnTo>
                  <a:lnTo>
                    <a:pt x="2182795" y="1290565"/>
                  </a:lnTo>
                  <a:lnTo>
                    <a:pt x="2183610" y="1287765"/>
                  </a:lnTo>
                  <a:lnTo>
                    <a:pt x="2184425" y="1282755"/>
                  </a:lnTo>
                  <a:lnTo>
                    <a:pt x="2185240" y="1264912"/>
                  </a:lnTo>
                  <a:lnTo>
                    <a:pt x="2186054" y="1263492"/>
                  </a:lnTo>
                  <a:lnTo>
                    <a:pt x="2186869" y="1304600"/>
                  </a:lnTo>
                  <a:lnTo>
                    <a:pt x="2187684" y="1313027"/>
                  </a:lnTo>
                  <a:lnTo>
                    <a:pt x="2188499" y="1296767"/>
                  </a:lnTo>
                  <a:lnTo>
                    <a:pt x="2189313" y="1303307"/>
                  </a:lnTo>
                  <a:lnTo>
                    <a:pt x="2190128" y="1372642"/>
                  </a:lnTo>
                  <a:lnTo>
                    <a:pt x="2190943" y="1328620"/>
                  </a:lnTo>
                  <a:lnTo>
                    <a:pt x="2191758" y="1316935"/>
                  </a:lnTo>
                  <a:lnTo>
                    <a:pt x="2192573" y="1288621"/>
                  </a:lnTo>
                  <a:lnTo>
                    <a:pt x="2193387" y="1327930"/>
                  </a:lnTo>
                  <a:lnTo>
                    <a:pt x="2194202" y="1299423"/>
                  </a:lnTo>
                  <a:lnTo>
                    <a:pt x="2195017" y="1270554"/>
                  </a:lnTo>
                  <a:lnTo>
                    <a:pt x="2195832" y="1218920"/>
                  </a:lnTo>
                  <a:lnTo>
                    <a:pt x="2196647" y="1240833"/>
                  </a:lnTo>
                  <a:lnTo>
                    <a:pt x="2197461" y="1270167"/>
                  </a:lnTo>
                  <a:lnTo>
                    <a:pt x="2198276" y="1260291"/>
                  </a:lnTo>
                  <a:lnTo>
                    <a:pt x="2199091" y="1298863"/>
                  </a:lnTo>
                  <a:lnTo>
                    <a:pt x="2199906" y="1362352"/>
                  </a:lnTo>
                  <a:lnTo>
                    <a:pt x="2200720" y="1415913"/>
                  </a:lnTo>
                  <a:lnTo>
                    <a:pt x="2201535" y="1493002"/>
                  </a:lnTo>
                  <a:lnTo>
                    <a:pt x="2202350" y="1515411"/>
                  </a:lnTo>
                  <a:lnTo>
                    <a:pt x="2203165" y="1560665"/>
                  </a:lnTo>
                  <a:lnTo>
                    <a:pt x="2203980" y="1537084"/>
                  </a:lnTo>
                  <a:lnTo>
                    <a:pt x="2204794" y="1547544"/>
                  </a:lnTo>
                  <a:lnTo>
                    <a:pt x="2205609" y="1554137"/>
                  </a:lnTo>
                  <a:lnTo>
                    <a:pt x="2206424" y="1540858"/>
                  </a:lnTo>
                  <a:lnTo>
                    <a:pt x="2207239" y="1474541"/>
                  </a:lnTo>
                  <a:lnTo>
                    <a:pt x="2208053" y="1428102"/>
                  </a:lnTo>
                  <a:lnTo>
                    <a:pt x="2208868" y="1478166"/>
                  </a:lnTo>
                  <a:lnTo>
                    <a:pt x="2209683" y="1392364"/>
                  </a:lnTo>
                  <a:lnTo>
                    <a:pt x="2210498" y="1356249"/>
                  </a:lnTo>
                  <a:lnTo>
                    <a:pt x="2211313" y="1371218"/>
                  </a:lnTo>
                  <a:lnTo>
                    <a:pt x="2212127" y="1527605"/>
                  </a:lnTo>
                  <a:lnTo>
                    <a:pt x="2212942" y="1543466"/>
                  </a:lnTo>
                  <a:lnTo>
                    <a:pt x="2213757" y="1545635"/>
                  </a:lnTo>
                  <a:lnTo>
                    <a:pt x="2214572" y="1555248"/>
                  </a:lnTo>
                  <a:lnTo>
                    <a:pt x="2215386" y="1621521"/>
                  </a:lnTo>
                  <a:lnTo>
                    <a:pt x="2216201" y="1621566"/>
                  </a:lnTo>
                  <a:lnTo>
                    <a:pt x="2217016" y="1600346"/>
                  </a:lnTo>
                  <a:lnTo>
                    <a:pt x="2217831" y="1559348"/>
                  </a:lnTo>
                  <a:lnTo>
                    <a:pt x="2218646" y="1556424"/>
                  </a:lnTo>
                  <a:lnTo>
                    <a:pt x="2219460" y="1522540"/>
                  </a:lnTo>
                  <a:lnTo>
                    <a:pt x="2220275" y="1428427"/>
                  </a:lnTo>
                  <a:lnTo>
                    <a:pt x="2221090" y="1398684"/>
                  </a:lnTo>
                  <a:lnTo>
                    <a:pt x="2221905" y="1337228"/>
                  </a:lnTo>
                  <a:lnTo>
                    <a:pt x="2222719" y="1370284"/>
                  </a:lnTo>
                  <a:lnTo>
                    <a:pt x="2223534" y="1362508"/>
                  </a:lnTo>
                  <a:lnTo>
                    <a:pt x="2224349" y="1412876"/>
                  </a:lnTo>
                  <a:lnTo>
                    <a:pt x="2225164" y="1401024"/>
                  </a:lnTo>
                  <a:lnTo>
                    <a:pt x="2225979" y="1364448"/>
                  </a:lnTo>
                  <a:lnTo>
                    <a:pt x="2226793" y="1366909"/>
                  </a:lnTo>
                  <a:lnTo>
                    <a:pt x="2227608" y="1375104"/>
                  </a:lnTo>
                  <a:lnTo>
                    <a:pt x="2228423" y="1500543"/>
                  </a:lnTo>
                  <a:lnTo>
                    <a:pt x="2229238" y="1518708"/>
                  </a:lnTo>
                  <a:lnTo>
                    <a:pt x="2230052" y="1450562"/>
                  </a:lnTo>
                  <a:lnTo>
                    <a:pt x="2230867" y="1463652"/>
                  </a:lnTo>
                  <a:lnTo>
                    <a:pt x="2231682" y="1551178"/>
                  </a:lnTo>
                  <a:lnTo>
                    <a:pt x="2232497" y="1572900"/>
                  </a:lnTo>
                  <a:lnTo>
                    <a:pt x="2233312" y="1534628"/>
                  </a:lnTo>
                  <a:lnTo>
                    <a:pt x="2234126" y="1493195"/>
                  </a:lnTo>
                  <a:lnTo>
                    <a:pt x="2234941" y="1565550"/>
                  </a:lnTo>
                  <a:lnTo>
                    <a:pt x="2235756" y="1617242"/>
                  </a:lnTo>
                  <a:lnTo>
                    <a:pt x="2236571" y="1642874"/>
                  </a:lnTo>
                  <a:lnTo>
                    <a:pt x="2237386" y="1652958"/>
                  </a:lnTo>
                  <a:lnTo>
                    <a:pt x="2238200" y="1653890"/>
                  </a:lnTo>
                  <a:lnTo>
                    <a:pt x="2239015" y="1679348"/>
                  </a:lnTo>
                  <a:lnTo>
                    <a:pt x="2239830" y="1706982"/>
                  </a:lnTo>
                  <a:lnTo>
                    <a:pt x="2240645" y="1680634"/>
                  </a:lnTo>
                  <a:lnTo>
                    <a:pt x="2241459" y="1649891"/>
                  </a:lnTo>
                  <a:lnTo>
                    <a:pt x="2242274" y="1660964"/>
                  </a:lnTo>
                  <a:lnTo>
                    <a:pt x="2243089" y="1640754"/>
                  </a:lnTo>
                  <a:lnTo>
                    <a:pt x="2243904" y="1684700"/>
                  </a:lnTo>
                  <a:lnTo>
                    <a:pt x="2244719" y="1699136"/>
                  </a:lnTo>
                  <a:lnTo>
                    <a:pt x="2245533" y="1701347"/>
                  </a:lnTo>
                  <a:lnTo>
                    <a:pt x="2246348" y="1705171"/>
                  </a:lnTo>
                  <a:lnTo>
                    <a:pt x="2247163" y="1671449"/>
                  </a:lnTo>
                  <a:lnTo>
                    <a:pt x="2247978" y="1726315"/>
                  </a:lnTo>
                  <a:lnTo>
                    <a:pt x="2248792" y="1736081"/>
                  </a:lnTo>
                  <a:lnTo>
                    <a:pt x="2249607" y="1756701"/>
                  </a:lnTo>
                  <a:lnTo>
                    <a:pt x="2250422" y="1756701"/>
                  </a:lnTo>
                  <a:lnTo>
                    <a:pt x="2251237" y="1756701"/>
                  </a:lnTo>
                  <a:lnTo>
                    <a:pt x="2252052" y="1756701"/>
                  </a:lnTo>
                  <a:lnTo>
                    <a:pt x="2252866" y="1756701"/>
                  </a:lnTo>
                  <a:lnTo>
                    <a:pt x="2253681" y="1756701"/>
                  </a:lnTo>
                  <a:lnTo>
                    <a:pt x="2254496" y="1756701"/>
                  </a:lnTo>
                  <a:lnTo>
                    <a:pt x="2255311" y="1756701"/>
                  </a:lnTo>
                  <a:lnTo>
                    <a:pt x="2256125" y="1756701"/>
                  </a:lnTo>
                  <a:lnTo>
                    <a:pt x="2256940" y="1756701"/>
                  </a:lnTo>
                  <a:lnTo>
                    <a:pt x="2257755" y="1756701"/>
                  </a:lnTo>
                  <a:lnTo>
                    <a:pt x="2258570" y="1756701"/>
                  </a:lnTo>
                  <a:lnTo>
                    <a:pt x="2259385" y="1755061"/>
                  </a:lnTo>
                  <a:lnTo>
                    <a:pt x="2260199" y="1756169"/>
                  </a:lnTo>
                  <a:lnTo>
                    <a:pt x="2261014" y="1753145"/>
                  </a:lnTo>
                  <a:lnTo>
                    <a:pt x="2261829" y="1753023"/>
                  </a:lnTo>
                  <a:lnTo>
                    <a:pt x="2262644" y="1738637"/>
                  </a:lnTo>
                  <a:lnTo>
                    <a:pt x="2263458" y="1727343"/>
                  </a:lnTo>
                  <a:lnTo>
                    <a:pt x="2264273" y="1725370"/>
                  </a:lnTo>
                  <a:lnTo>
                    <a:pt x="2265088" y="1692306"/>
                  </a:lnTo>
                  <a:lnTo>
                    <a:pt x="2265903" y="1663189"/>
                  </a:lnTo>
                  <a:lnTo>
                    <a:pt x="2266718" y="1551603"/>
                  </a:lnTo>
                  <a:lnTo>
                    <a:pt x="2267532" y="1606800"/>
                  </a:lnTo>
                  <a:lnTo>
                    <a:pt x="2268347" y="1666252"/>
                  </a:lnTo>
                  <a:lnTo>
                    <a:pt x="2269162" y="1652669"/>
                  </a:lnTo>
                  <a:lnTo>
                    <a:pt x="2269977" y="1548112"/>
                  </a:lnTo>
                  <a:lnTo>
                    <a:pt x="2270792" y="1588950"/>
                  </a:lnTo>
                  <a:lnTo>
                    <a:pt x="2271606" y="1649270"/>
                  </a:lnTo>
                  <a:lnTo>
                    <a:pt x="2272421" y="1675434"/>
                  </a:lnTo>
                  <a:lnTo>
                    <a:pt x="2273236" y="1652084"/>
                  </a:lnTo>
                  <a:lnTo>
                    <a:pt x="2274051" y="1673862"/>
                  </a:lnTo>
                  <a:lnTo>
                    <a:pt x="2274865" y="1639509"/>
                  </a:lnTo>
                  <a:lnTo>
                    <a:pt x="2275680" y="1585849"/>
                  </a:lnTo>
                  <a:lnTo>
                    <a:pt x="2276495" y="1550137"/>
                  </a:lnTo>
                  <a:lnTo>
                    <a:pt x="2277310" y="1506116"/>
                  </a:lnTo>
                  <a:lnTo>
                    <a:pt x="2278125" y="1458887"/>
                  </a:lnTo>
                  <a:lnTo>
                    <a:pt x="2278939" y="1414353"/>
                  </a:lnTo>
                  <a:lnTo>
                    <a:pt x="2279754" y="1438301"/>
                  </a:lnTo>
                  <a:lnTo>
                    <a:pt x="2280569" y="1464086"/>
                  </a:lnTo>
                  <a:lnTo>
                    <a:pt x="2281384" y="1407732"/>
                  </a:lnTo>
                  <a:lnTo>
                    <a:pt x="2282198" y="1428140"/>
                  </a:lnTo>
                  <a:lnTo>
                    <a:pt x="2283013" y="1396542"/>
                  </a:lnTo>
                  <a:lnTo>
                    <a:pt x="2283828" y="1421974"/>
                  </a:lnTo>
                  <a:lnTo>
                    <a:pt x="2284643" y="1458181"/>
                  </a:lnTo>
                  <a:lnTo>
                    <a:pt x="2285458" y="1564210"/>
                  </a:lnTo>
                  <a:lnTo>
                    <a:pt x="2286272" y="1601805"/>
                  </a:lnTo>
                  <a:lnTo>
                    <a:pt x="2287087" y="1621646"/>
                  </a:lnTo>
                  <a:lnTo>
                    <a:pt x="2287902" y="1619752"/>
                  </a:lnTo>
                  <a:lnTo>
                    <a:pt x="2288717" y="1643102"/>
                  </a:lnTo>
                  <a:lnTo>
                    <a:pt x="2289531" y="1674435"/>
                  </a:lnTo>
                  <a:lnTo>
                    <a:pt x="2290346" y="1661497"/>
                  </a:lnTo>
                  <a:lnTo>
                    <a:pt x="2291161" y="1643859"/>
                  </a:lnTo>
                  <a:lnTo>
                    <a:pt x="2291976" y="1639329"/>
                  </a:lnTo>
                  <a:lnTo>
                    <a:pt x="2292791" y="1658899"/>
                  </a:lnTo>
                  <a:lnTo>
                    <a:pt x="2293605" y="1620664"/>
                  </a:lnTo>
                  <a:lnTo>
                    <a:pt x="2294420" y="1603188"/>
                  </a:lnTo>
                  <a:lnTo>
                    <a:pt x="2295235" y="1590442"/>
                  </a:lnTo>
                  <a:lnTo>
                    <a:pt x="2296050" y="1541045"/>
                  </a:lnTo>
                  <a:lnTo>
                    <a:pt x="2296864" y="1609635"/>
                  </a:lnTo>
                  <a:lnTo>
                    <a:pt x="2297679" y="1598292"/>
                  </a:lnTo>
                  <a:lnTo>
                    <a:pt x="2298494" y="1611769"/>
                  </a:lnTo>
                  <a:lnTo>
                    <a:pt x="2299309" y="1595736"/>
                  </a:lnTo>
                  <a:lnTo>
                    <a:pt x="2300124" y="1605124"/>
                  </a:lnTo>
                  <a:lnTo>
                    <a:pt x="2300938" y="1537191"/>
                  </a:lnTo>
                  <a:lnTo>
                    <a:pt x="2301753" y="1450320"/>
                  </a:lnTo>
                  <a:lnTo>
                    <a:pt x="2302568" y="1460147"/>
                  </a:lnTo>
                  <a:lnTo>
                    <a:pt x="2303383" y="1472349"/>
                  </a:lnTo>
                  <a:lnTo>
                    <a:pt x="2304197" y="1498241"/>
                  </a:lnTo>
                  <a:lnTo>
                    <a:pt x="2305012" y="1478694"/>
                  </a:lnTo>
                  <a:lnTo>
                    <a:pt x="2305827" y="1458202"/>
                  </a:lnTo>
                  <a:lnTo>
                    <a:pt x="2306642" y="1377081"/>
                  </a:lnTo>
                  <a:lnTo>
                    <a:pt x="2307457" y="1275123"/>
                  </a:lnTo>
                  <a:lnTo>
                    <a:pt x="2308271" y="1261335"/>
                  </a:lnTo>
                  <a:lnTo>
                    <a:pt x="2309086" y="1263999"/>
                  </a:lnTo>
                  <a:lnTo>
                    <a:pt x="2309901" y="1263833"/>
                  </a:lnTo>
                  <a:lnTo>
                    <a:pt x="2310716" y="1266767"/>
                  </a:lnTo>
                  <a:lnTo>
                    <a:pt x="2311531" y="1308660"/>
                  </a:lnTo>
                  <a:lnTo>
                    <a:pt x="2312345" y="1351430"/>
                  </a:lnTo>
                  <a:lnTo>
                    <a:pt x="2313160" y="1391305"/>
                  </a:lnTo>
                  <a:lnTo>
                    <a:pt x="2313975" y="1415597"/>
                  </a:lnTo>
                  <a:lnTo>
                    <a:pt x="2314790" y="1409457"/>
                  </a:lnTo>
                  <a:lnTo>
                    <a:pt x="2315604" y="1393668"/>
                  </a:lnTo>
                  <a:lnTo>
                    <a:pt x="2316419" y="1437001"/>
                  </a:lnTo>
                  <a:lnTo>
                    <a:pt x="2317234" y="1406122"/>
                  </a:lnTo>
                  <a:lnTo>
                    <a:pt x="2318049" y="1415517"/>
                  </a:lnTo>
                  <a:lnTo>
                    <a:pt x="2318864" y="1440789"/>
                  </a:lnTo>
                  <a:lnTo>
                    <a:pt x="2319678" y="1491509"/>
                  </a:lnTo>
                  <a:lnTo>
                    <a:pt x="2320493" y="1457279"/>
                  </a:lnTo>
                  <a:lnTo>
                    <a:pt x="2321308" y="1439563"/>
                  </a:lnTo>
                  <a:lnTo>
                    <a:pt x="2322123" y="1493555"/>
                  </a:lnTo>
                  <a:lnTo>
                    <a:pt x="2322937" y="1467405"/>
                  </a:lnTo>
                  <a:lnTo>
                    <a:pt x="2323752" y="1463491"/>
                  </a:lnTo>
                  <a:lnTo>
                    <a:pt x="2324567" y="1572596"/>
                  </a:lnTo>
                  <a:lnTo>
                    <a:pt x="2325382" y="1575953"/>
                  </a:lnTo>
                  <a:lnTo>
                    <a:pt x="2326197" y="1610051"/>
                  </a:lnTo>
                  <a:lnTo>
                    <a:pt x="2327011" y="1582691"/>
                  </a:lnTo>
                  <a:lnTo>
                    <a:pt x="2327826" y="1528627"/>
                  </a:lnTo>
                  <a:lnTo>
                    <a:pt x="2328641" y="1525698"/>
                  </a:lnTo>
                  <a:lnTo>
                    <a:pt x="2329456" y="1529593"/>
                  </a:lnTo>
                  <a:lnTo>
                    <a:pt x="2330270" y="1537997"/>
                  </a:lnTo>
                  <a:lnTo>
                    <a:pt x="2331085" y="1507615"/>
                  </a:lnTo>
                  <a:lnTo>
                    <a:pt x="2331900" y="1533885"/>
                  </a:lnTo>
                  <a:lnTo>
                    <a:pt x="2332715" y="1564510"/>
                  </a:lnTo>
                  <a:lnTo>
                    <a:pt x="2333530" y="1617300"/>
                  </a:lnTo>
                  <a:lnTo>
                    <a:pt x="2334344" y="1589230"/>
                  </a:lnTo>
                  <a:lnTo>
                    <a:pt x="2335159" y="1536351"/>
                  </a:lnTo>
                  <a:lnTo>
                    <a:pt x="2335974" y="1489356"/>
                  </a:lnTo>
                  <a:lnTo>
                    <a:pt x="2336789" y="1494750"/>
                  </a:lnTo>
                  <a:lnTo>
                    <a:pt x="2337603" y="1503208"/>
                  </a:lnTo>
                  <a:lnTo>
                    <a:pt x="2338418" y="1498679"/>
                  </a:lnTo>
                  <a:lnTo>
                    <a:pt x="2339233" y="1545153"/>
                  </a:lnTo>
                  <a:lnTo>
                    <a:pt x="2340048" y="1573405"/>
                  </a:lnTo>
                  <a:lnTo>
                    <a:pt x="2340863" y="1618131"/>
                  </a:lnTo>
                  <a:lnTo>
                    <a:pt x="2341677" y="1632819"/>
                  </a:lnTo>
                  <a:lnTo>
                    <a:pt x="2342492" y="1633638"/>
                  </a:lnTo>
                  <a:lnTo>
                    <a:pt x="2343307" y="1621809"/>
                  </a:lnTo>
                  <a:lnTo>
                    <a:pt x="2344122" y="1587973"/>
                  </a:lnTo>
                  <a:lnTo>
                    <a:pt x="2344936" y="1506547"/>
                  </a:lnTo>
                  <a:lnTo>
                    <a:pt x="2345751" y="1533138"/>
                  </a:lnTo>
                  <a:lnTo>
                    <a:pt x="2346566" y="1588616"/>
                  </a:lnTo>
                  <a:lnTo>
                    <a:pt x="2347381" y="1559163"/>
                  </a:lnTo>
                  <a:lnTo>
                    <a:pt x="2348196" y="1509776"/>
                  </a:lnTo>
                  <a:lnTo>
                    <a:pt x="2349010" y="1512511"/>
                  </a:lnTo>
                  <a:lnTo>
                    <a:pt x="2349825" y="1556626"/>
                  </a:lnTo>
                  <a:lnTo>
                    <a:pt x="2350640" y="1636425"/>
                  </a:lnTo>
                  <a:lnTo>
                    <a:pt x="2351455" y="1629335"/>
                  </a:lnTo>
                  <a:lnTo>
                    <a:pt x="2352270" y="1646115"/>
                  </a:lnTo>
                  <a:lnTo>
                    <a:pt x="2353084" y="1615615"/>
                  </a:lnTo>
                  <a:lnTo>
                    <a:pt x="2353899" y="1636962"/>
                  </a:lnTo>
                  <a:lnTo>
                    <a:pt x="2354714" y="1617856"/>
                  </a:lnTo>
                  <a:lnTo>
                    <a:pt x="2355529" y="1571575"/>
                  </a:lnTo>
                  <a:lnTo>
                    <a:pt x="2356343" y="1566515"/>
                  </a:lnTo>
                  <a:lnTo>
                    <a:pt x="2357158" y="1583866"/>
                  </a:lnTo>
                  <a:lnTo>
                    <a:pt x="2357973" y="1579249"/>
                  </a:lnTo>
                  <a:lnTo>
                    <a:pt x="2358788" y="1554221"/>
                  </a:lnTo>
                  <a:lnTo>
                    <a:pt x="2359603" y="1552615"/>
                  </a:lnTo>
                  <a:lnTo>
                    <a:pt x="2360417" y="1560376"/>
                  </a:lnTo>
                  <a:lnTo>
                    <a:pt x="2361232" y="1568948"/>
                  </a:lnTo>
                  <a:lnTo>
                    <a:pt x="2362047" y="1563941"/>
                  </a:lnTo>
                  <a:lnTo>
                    <a:pt x="2362862" y="1522940"/>
                  </a:lnTo>
                  <a:lnTo>
                    <a:pt x="2363676" y="1437499"/>
                  </a:lnTo>
                  <a:lnTo>
                    <a:pt x="2364491" y="1371866"/>
                  </a:lnTo>
                  <a:lnTo>
                    <a:pt x="2365306" y="1502190"/>
                  </a:lnTo>
                  <a:lnTo>
                    <a:pt x="2366121" y="1525386"/>
                  </a:lnTo>
                  <a:lnTo>
                    <a:pt x="2366936" y="1525478"/>
                  </a:lnTo>
                  <a:lnTo>
                    <a:pt x="2367750" y="1563780"/>
                  </a:lnTo>
                  <a:lnTo>
                    <a:pt x="2368565" y="1539873"/>
                  </a:lnTo>
                  <a:lnTo>
                    <a:pt x="2369380" y="1529840"/>
                  </a:lnTo>
                  <a:lnTo>
                    <a:pt x="2370195" y="1497573"/>
                  </a:lnTo>
                  <a:lnTo>
                    <a:pt x="2371009" y="1460731"/>
                  </a:lnTo>
                  <a:lnTo>
                    <a:pt x="2371824" y="1457884"/>
                  </a:lnTo>
                  <a:lnTo>
                    <a:pt x="2372639" y="1407254"/>
                  </a:lnTo>
                  <a:lnTo>
                    <a:pt x="2373454" y="1429017"/>
                  </a:lnTo>
                  <a:lnTo>
                    <a:pt x="2374269" y="1400745"/>
                  </a:lnTo>
                  <a:lnTo>
                    <a:pt x="2375083" y="1382121"/>
                  </a:lnTo>
                  <a:lnTo>
                    <a:pt x="2375898" y="1374895"/>
                  </a:lnTo>
                  <a:lnTo>
                    <a:pt x="2376713" y="1351242"/>
                  </a:lnTo>
                  <a:lnTo>
                    <a:pt x="2377528" y="1321388"/>
                  </a:lnTo>
                  <a:lnTo>
                    <a:pt x="2378342" y="1244961"/>
                  </a:lnTo>
                  <a:lnTo>
                    <a:pt x="2379157" y="1175129"/>
                  </a:lnTo>
                  <a:lnTo>
                    <a:pt x="2379972" y="1117035"/>
                  </a:lnTo>
                  <a:lnTo>
                    <a:pt x="2380787" y="958924"/>
                  </a:lnTo>
                  <a:lnTo>
                    <a:pt x="2381602" y="815462"/>
                  </a:lnTo>
                  <a:lnTo>
                    <a:pt x="2382416" y="866113"/>
                  </a:lnTo>
                  <a:lnTo>
                    <a:pt x="2383231" y="772418"/>
                  </a:lnTo>
                  <a:lnTo>
                    <a:pt x="2384046" y="789854"/>
                  </a:lnTo>
                  <a:lnTo>
                    <a:pt x="2384861" y="685075"/>
                  </a:lnTo>
                  <a:lnTo>
                    <a:pt x="2385675" y="644278"/>
                  </a:lnTo>
                  <a:lnTo>
                    <a:pt x="2386490" y="513740"/>
                  </a:lnTo>
                  <a:lnTo>
                    <a:pt x="2387305" y="386674"/>
                  </a:lnTo>
                  <a:lnTo>
                    <a:pt x="2388120" y="336114"/>
                  </a:lnTo>
                  <a:lnTo>
                    <a:pt x="2388935" y="373489"/>
                  </a:lnTo>
                  <a:lnTo>
                    <a:pt x="2389749" y="579648"/>
                  </a:lnTo>
                  <a:lnTo>
                    <a:pt x="2390564" y="656416"/>
                  </a:lnTo>
                  <a:lnTo>
                    <a:pt x="2391379" y="617208"/>
                  </a:lnTo>
                  <a:lnTo>
                    <a:pt x="2392194" y="650513"/>
                  </a:lnTo>
                  <a:lnTo>
                    <a:pt x="2393009" y="688812"/>
                  </a:lnTo>
                  <a:lnTo>
                    <a:pt x="2393823" y="719888"/>
                  </a:lnTo>
                  <a:lnTo>
                    <a:pt x="2394638" y="701330"/>
                  </a:lnTo>
                  <a:lnTo>
                    <a:pt x="2395453" y="671995"/>
                  </a:lnTo>
                  <a:lnTo>
                    <a:pt x="2396268" y="702528"/>
                  </a:lnTo>
                  <a:lnTo>
                    <a:pt x="2397082" y="664532"/>
                  </a:lnTo>
                  <a:lnTo>
                    <a:pt x="2397897" y="633303"/>
                  </a:lnTo>
                  <a:lnTo>
                    <a:pt x="2398712" y="569745"/>
                  </a:lnTo>
                  <a:lnTo>
                    <a:pt x="2399527" y="417960"/>
                  </a:lnTo>
                  <a:lnTo>
                    <a:pt x="2400342" y="294714"/>
                  </a:lnTo>
                  <a:lnTo>
                    <a:pt x="2401156" y="453710"/>
                  </a:lnTo>
                  <a:lnTo>
                    <a:pt x="2401971" y="511419"/>
                  </a:lnTo>
                  <a:lnTo>
                    <a:pt x="2402786" y="565821"/>
                  </a:lnTo>
                  <a:lnTo>
                    <a:pt x="2403601" y="686666"/>
                  </a:lnTo>
                  <a:lnTo>
                    <a:pt x="2404415" y="580957"/>
                  </a:lnTo>
                  <a:lnTo>
                    <a:pt x="2405230" y="734948"/>
                  </a:lnTo>
                  <a:lnTo>
                    <a:pt x="2406045" y="902577"/>
                  </a:lnTo>
                  <a:lnTo>
                    <a:pt x="2406860" y="1015580"/>
                  </a:lnTo>
                  <a:lnTo>
                    <a:pt x="2407675" y="982678"/>
                  </a:lnTo>
                  <a:lnTo>
                    <a:pt x="2408489" y="1030956"/>
                  </a:lnTo>
                  <a:lnTo>
                    <a:pt x="2409304" y="1245227"/>
                  </a:lnTo>
                  <a:lnTo>
                    <a:pt x="2410119" y="1274760"/>
                  </a:lnTo>
                  <a:lnTo>
                    <a:pt x="2410934" y="1236950"/>
                  </a:lnTo>
                  <a:lnTo>
                    <a:pt x="2411748" y="1334029"/>
                  </a:lnTo>
                  <a:lnTo>
                    <a:pt x="2412563" y="1352180"/>
                  </a:lnTo>
                  <a:lnTo>
                    <a:pt x="2413378" y="1295087"/>
                  </a:lnTo>
                  <a:lnTo>
                    <a:pt x="2414193" y="1296780"/>
                  </a:lnTo>
                  <a:lnTo>
                    <a:pt x="2415008" y="1234402"/>
                  </a:lnTo>
                  <a:lnTo>
                    <a:pt x="2415822" y="1269050"/>
                  </a:lnTo>
                  <a:lnTo>
                    <a:pt x="2416637" y="1384556"/>
                  </a:lnTo>
                  <a:lnTo>
                    <a:pt x="2417452" y="1316154"/>
                  </a:lnTo>
                  <a:lnTo>
                    <a:pt x="2418267" y="1203273"/>
                  </a:lnTo>
                  <a:lnTo>
                    <a:pt x="2419081" y="1338679"/>
                  </a:lnTo>
                  <a:lnTo>
                    <a:pt x="2419896" y="1320238"/>
                  </a:lnTo>
                  <a:lnTo>
                    <a:pt x="2420711" y="1277845"/>
                  </a:lnTo>
                  <a:lnTo>
                    <a:pt x="2421526" y="1223671"/>
                  </a:lnTo>
                  <a:lnTo>
                    <a:pt x="2422341" y="1382574"/>
                  </a:lnTo>
                  <a:lnTo>
                    <a:pt x="2423155" y="1381244"/>
                  </a:lnTo>
                  <a:lnTo>
                    <a:pt x="2423970" y="1320029"/>
                  </a:lnTo>
                  <a:lnTo>
                    <a:pt x="2424785" y="1344650"/>
                  </a:lnTo>
                  <a:lnTo>
                    <a:pt x="2425600" y="1431627"/>
                  </a:lnTo>
                  <a:lnTo>
                    <a:pt x="2426414" y="1533034"/>
                  </a:lnTo>
                  <a:lnTo>
                    <a:pt x="2427229" y="1497292"/>
                  </a:lnTo>
                  <a:lnTo>
                    <a:pt x="2428044" y="1499915"/>
                  </a:lnTo>
                  <a:lnTo>
                    <a:pt x="2428859" y="1526663"/>
                  </a:lnTo>
                  <a:lnTo>
                    <a:pt x="2429674" y="1408543"/>
                  </a:lnTo>
                  <a:lnTo>
                    <a:pt x="2430488" y="1399726"/>
                  </a:lnTo>
                  <a:lnTo>
                    <a:pt x="2431303" y="1334684"/>
                  </a:lnTo>
                  <a:lnTo>
                    <a:pt x="2432118" y="1379890"/>
                  </a:lnTo>
                  <a:lnTo>
                    <a:pt x="2432933" y="1334572"/>
                  </a:lnTo>
                  <a:lnTo>
                    <a:pt x="2433748" y="1301395"/>
                  </a:lnTo>
                  <a:lnTo>
                    <a:pt x="2434562" y="1326285"/>
                  </a:lnTo>
                  <a:lnTo>
                    <a:pt x="2435377" y="1340463"/>
                  </a:lnTo>
                  <a:lnTo>
                    <a:pt x="2436192" y="1339143"/>
                  </a:lnTo>
                  <a:lnTo>
                    <a:pt x="2437007" y="1367635"/>
                  </a:lnTo>
                  <a:lnTo>
                    <a:pt x="2437821" y="1313298"/>
                  </a:lnTo>
                  <a:lnTo>
                    <a:pt x="2438636" y="1325782"/>
                  </a:lnTo>
                  <a:lnTo>
                    <a:pt x="2439451" y="1259333"/>
                  </a:lnTo>
                  <a:lnTo>
                    <a:pt x="2440266" y="1204984"/>
                  </a:lnTo>
                  <a:lnTo>
                    <a:pt x="2441081" y="1191500"/>
                  </a:lnTo>
                  <a:lnTo>
                    <a:pt x="2441895" y="1180023"/>
                  </a:lnTo>
                  <a:lnTo>
                    <a:pt x="2442710" y="1139270"/>
                  </a:lnTo>
                  <a:lnTo>
                    <a:pt x="2443525" y="1125233"/>
                  </a:lnTo>
                  <a:lnTo>
                    <a:pt x="2444340" y="1185788"/>
                  </a:lnTo>
                  <a:lnTo>
                    <a:pt x="2445154" y="1152166"/>
                  </a:lnTo>
                  <a:lnTo>
                    <a:pt x="2445969" y="1153522"/>
                  </a:lnTo>
                  <a:lnTo>
                    <a:pt x="2446784" y="1209066"/>
                  </a:lnTo>
                  <a:lnTo>
                    <a:pt x="2447599" y="1176374"/>
                  </a:lnTo>
                  <a:lnTo>
                    <a:pt x="2448414" y="1243502"/>
                  </a:lnTo>
                  <a:lnTo>
                    <a:pt x="2449228" y="1206371"/>
                  </a:lnTo>
                  <a:lnTo>
                    <a:pt x="2450043" y="1238107"/>
                  </a:lnTo>
                  <a:lnTo>
                    <a:pt x="2450858" y="1346931"/>
                  </a:lnTo>
                  <a:lnTo>
                    <a:pt x="2451673" y="1317128"/>
                  </a:lnTo>
                  <a:lnTo>
                    <a:pt x="2452487" y="1393996"/>
                  </a:lnTo>
                  <a:lnTo>
                    <a:pt x="2453302" y="1418575"/>
                  </a:lnTo>
                  <a:lnTo>
                    <a:pt x="2454117" y="1441063"/>
                  </a:lnTo>
                  <a:lnTo>
                    <a:pt x="2454932" y="1566213"/>
                  </a:lnTo>
                  <a:lnTo>
                    <a:pt x="2455747" y="1485238"/>
                  </a:lnTo>
                  <a:lnTo>
                    <a:pt x="2456561" y="1532228"/>
                  </a:lnTo>
                  <a:lnTo>
                    <a:pt x="2457376" y="1550315"/>
                  </a:lnTo>
                  <a:lnTo>
                    <a:pt x="2458191" y="1582707"/>
                  </a:lnTo>
                  <a:lnTo>
                    <a:pt x="2459006" y="1641561"/>
                  </a:lnTo>
                  <a:lnTo>
                    <a:pt x="2459820" y="1614766"/>
                  </a:lnTo>
                  <a:lnTo>
                    <a:pt x="2460635" y="1605457"/>
                  </a:lnTo>
                  <a:lnTo>
                    <a:pt x="2461450" y="1592689"/>
                  </a:lnTo>
                  <a:lnTo>
                    <a:pt x="2462265" y="1494692"/>
                  </a:lnTo>
                  <a:lnTo>
                    <a:pt x="2463080" y="1369732"/>
                  </a:lnTo>
                  <a:lnTo>
                    <a:pt x="2463894" y="1430410"/>
                  </a:lnTo>
                  <a:lnTo>
                    <a:pt x="2464709" y="1463020"/>
                  </a:lnTo>
                  <a:lnTo>
                    <a:pt x="2465524" y="1440678"/>
                  </a:lnTo>
                  <a:lnTo>
                    <a:pt x="2466339" y="1422839"/>
                  </a:lnTo>
                  <a:lnTo>
                    <a:pt x="2467153" y="1495944"/>
                  </a:lnTo>
                  <a:lnTo>
                    <a:pt x="2467968" y="1519968"/>
                  </a:lnTo>
                  <a:lnTo>
                    <a:pt x="2468783" y="1552469"/>
                  </a:lnTo>
                  <a:lnTo>
                    <a:pt x="2469598" y="1455386"/>
                  </a:lnTo>
                  <a:lnTo>
                    <a:pt x="2470413" y="1436907"/>
                  </a:lnTo>
                  <a:lnTo>
                    <a:pt x="2471227" y="1520517"/>
                  </a:lnTo>
                  <a:lnTo>
                    <a:pt x="2472042" y="1540918"/>
                  </a:lnTo>
                  <a:lnTo>
                    <a:pt x="2472857" y="1596872"/>
                  </a:lnTo>
                  <a:lnTo>
                    <a:pt x="2473672" y="1581581"/>
                  </a:lnTo>
                  <a:lnTo>
                    <a:pt x="2474487" y="1615177"/>
                  </a:lnTo>
                  <a:lnTo>
                    <a:pt x="2475301" y="1620949"/>
                  </a:lnTo>
                  <a:lnTo>
                    <a:pt x="2476116" y="1604719"/>
                  </a:lnTo>
                  <a:lnTo>
                    <a:pt x="2476931" y="1598148"/>
                  </a:lnTo>
                  <a:lnTo>
                    <a:pt x="2477746" y="1584128"/>
                  </a:lnTo>
                  <a:lnTo>
                    <a:pt x="2478560" y="1593597"/>
                  </a:lnTo>
                  <a:lnTo>
                    <a:pt x="2479375" y="1499307"/>
                  </a:lnTo>
                  <a:lnTo>
                    <a:pt x="2480190" y="1466791"/>
                  </a:lnTo>
                  <a:lnTo>
                    <a:pt x="2481005" y="1610567"/>
                  </a:lnTo>
                  <a:lnTo>
                    <a:pt x="2481820" y="1646910"/>
                  </a:lnTo>
                  <a:lnTo>
                    <a:pt x="2482634" y="1648013"/>
                  </a:lnTo>
                  <a:lnTo>
                    <a:pt x="2483449" y="1619472"/>
                  </a:lnTo>
                  <a:lnTo>
                    <a:pt x="2484264" y="1643690"/>
                  </a:lnTo>
                  <a:lnTo>
                    <a:pt x="2485079" y="1625127"/>
                  </a:lnTo>
                  <a:lnTo>
                    <a:pt x="2485893" y="1616830"/>
                  </a:lnTo>
                  <a:lnTo>
                    <a:pt x="2486708" y="1590330"/>
                  </a:lnTo>
                  <a:lnTo>
                    <a:pt x="2487523" y="1566294"/>
                  </a:lnTo>
                  <a:lnTo>
                    <a:pt x="2488338" y="1598836"/>
                  </a:lnTo>
                  <a:lnTo>
                    <a:pt x="2489153" y="1627873"/>
                  </a:lnTo>
                  <a:lnTo>
                    <a:pt x="2489967" y="1628056"/>
                  </a:lnTo>
                  <a:lnTo>
                    <a:pt x="2490782" y="1609539"/>
                  </a:lnTo>
                  <a:lnTo>
                    <a:pt x="2491597" y="1633479"/>
                  </a:lnTo>
                  <a:lnTo>
                    <a:pt x="2492412" y="1651039"/>
                  </a:lnTo>
                  <a:lnTo>
                    <a:pt x="2493226" y="1674759"/>
                  </a:lnTo>
                  <a:lnTo>
                    <a:pt x="2494041" y="1679729"/>
                  </a:lnTo>
                  <a:lnTo>
                    <a:pt x="2494856" y="1659300"/>
                  </a:lnTo>
                  <a:lnTo>
                    <a:pt x="2495671" y="1658553"/>
                  </a:lnTo>
                  <a:lnTo>
                    <a:pt x="2496486" y="1623739"/>
                  </a:lnTo>
                  <a:lnTo>
                    <a:pt x="2497300" y="1500078"/>
                  </a:lnTo>
                  <a:lnTo>
                    <a:pt x="2498115" y="1488941"/>
                  </a:lnTo>
                  <a:lnTo>
                    <a:pt x="2498930" y="1477717"/>
                  </a:lnTo>
                  <a:lnTo>
                    <a:pt x="2499745" y="1526728"/>
                  </a:lnTo>
                  <a:lnTo>
                    <a:pt x="2500559" y="1551192"/>
                  </a:lnTo>
                  <a:lnTo>
                    <a:pt x="2501374" y="1569548"/>
                  </a:lnTo>
                  <a:lnTo>
                    <a:pt x="2502189" y="1552115"/>
                  </a:lnTo>
                  <a:lnTo>
                    <a:pt x="2503004" y="1556160"/>
                  </a:lnTo>
                  <a:lnTo>
                    <a:pt x="2503819" y="1518747"/>
                  </a:lnTo>
                  <a:lnTo>
                    <a:pt x="2504633" y="1460491"/>
                  </a:lnTo>
                  <a:lnTo>
                    <a:pt x="2505448" y="1423629"/>
                  </a:lnTo>
                  <a:lnTo>
                    <a:pt x="2506263" y="1455610"/>
                  </a:lnTo>
                  <a:lnTo>
                    <a:pt x="2507078" y="1432031"/>
                  </a:lnTo>
                  <a:lnTo>
                    <a:pt x="2507892" y="1369386"/>
                  </a:lnTo>
                  <a:lnTo>
                    <a:pt x="2508707" y="1314307"/>
                  </a:lnTo>
                  <a:lnTo>
                    <a:pt x="2509522" y="1296742"/>
                  </a:lnTo>
                  <a:lnTo>
                    <a:pt x="2510337" y="1328979"/>
                  </a:lnTo>
                  <a:lnTo>
                    <a:pt x="2511152" y="1357077"/>
                  </a:lnTo>
                  <a:lnTo>
                    <a:pt x="2511966" y="1398849"/>
                  </a:lnTo>
                  <a:lnTo>
                    <a:pt x="2512781" y="1505737"/>
                  </a:lnTo>
                  <a:lnTo>
                    <a:pt x="2513596" y="1536710"/>
                  </a:lnTo>
                  <a:lnTo>
                    <a:pt x="2514411" y="1511134"/>
                  </a:lnTo>
                  <a:lnTo>
                    <a:pt x="2515226" y="1432419"/>
                  </a:lnTo>
                  <a:lnTo>
                    <a:pt x="2516040" y="1471768"/>
                  </a:lnTo>
                  <a:lnTo>
                    <a:pt x="2516855" y="1563225"/>
                  </a:lnTo>
                  <a:lnTo>
                    <a:pt x="2517670" y="1617504"/>
                  </a:lnTo>
                  <a:lnTo>
                    <a:pt x="2518485" y="1583714"/>
                  </a:lnTo>
                  <a:lnTo>
                    <a:pt x="2519299" y="1582369"/>
                  </a:lnTo>
                  <a:lnTo>
                    <a:pt x="2520114" y="1623835"/>
                  </a:lnTo>
                  <a:lnTo>
                    <a:pt x="2520929" y="1621944"/>
                  </a:lnTo>
                  <a:lnTo>
                    <a:pt x="2521744" y="1617012"/>
                  </a:lnTo>
                  <a:lnTo>
                    <a:pt x="2522559" y="1592752"/>
                  </a:lnTo>
                  <a:lnTo>
                    <a:pt x="2523373" y="1634490"/>
                  </a:lnTo>
                  <a:lnTo>
                    <a:pt x="2524188" y="1621486"/>
                  </a:lnTo>
                  <a:lnTo>
                    <a:pt x="2525003" y="1611305"/>
                  </a:lnTo>
                  <a:lnTo>
                    <a:pt x="2525818" y="1565501"/>
                  </a:lnTo>
                  <a:lnTo>
                    <a:pt x="2526632" y="1521077"/>
                  </a:lnTo>
                  <a:lnTo>
                    <a:pt x="2527447" y="1549437"/>
                  </a:lnTo>
                  <a:lnTo>
                    <a:pt x="2528262" y="1509167"/>
                  </a:lnTo>
                  <a:lnTo>
                    <a:pt x="2529077" y="1376825"/>
                  </a:lnTo>
                  <a:lnTo>
                    <a:pt x="2529892" y="1391595"/>
                  </a:lnTo>
                  <a:lnTo>
                    <a:pt x="2530706" y="1392635"/>
                  </a:lnTo>
                  <a:lnTo>
                    <a:pt x="2531521" y="1364437"/>
                  </a:lnTo>
                  <a:lnTo>
                    <a:pt x="2532336" y="1393380"/>
                  </a:lnTo>
                  <a:lnTo>
                    <a:pt x="2533151" y="1372033"/>
                  </a:lnTo>
                  <a:lnTo>
                    <a:pt x="2533965" y="1441945"/>
                  </a:lnTo>
                  <a:lnTo>
                    <a:pt x="2534780" y="1528887"/>
                  </a:lnTo>
                  <a:lnTo>
                    <a:pt x="2535595" y="1550234"/>
                  </a:lnTo>
                  <a:lnTo>
                    <a:pt x="2536410" y="1554459"/>
                  </a:lnTo>
                  <a:lnTo>
                    <a:pt x="2537225" y="1573751"/>
                  </a:lnTo>
                  <a:lnTo>
                    <a:pt x="2538039" y="1633094"/>
                  </a:lnTo>
                  <a:lnTo>
                    <a:pt x="2538854" y="1599957"/>
                  </a:lnTo>
                  <a:lnTo>
                    <a:pt x="2539669" y="1586444"/>
                  </a:lnTo>
                  <a:lnTo>
                    <a:pt x="2540484" y="1562857"/>
                  </a:lnTo>
                  <a:lnTo>
                    <a:pt x="2541298" y="1630225"/>
                  </a:lnTo>
                  <a:lnTo>
                    <a:pt x="2542113" y="1506483"/>
                  </a:lnTo>
                  <a:lnTo>
                    <a:pt x="2542928" y="1465223"/>
                  </a:lnTo>
                  <a:lnTo>
                    <a:pt x="2543743" y="1534542"/>
                  </a:lnTo>
                  <a:lnTo>
                    <a:pt x="2544558" y="1602195"/>
                  </a:lnTo>
                  <a:lnTo>
                    <a:pt x="2545372" y="1666617"/>
                  </a:lnTo>
                  <a:lnTo>
                    <a:pt x="2546187" y="1647101"/>
                  </a:lnTo>
                  <a:lnTo>
                    <a:pt x="2547002" y="1609763"/>
                  </a:lnTo>
                  <a:lnTo>
                    <a:pt x="2547817" y="1614761"/>
                  </a:lnTo>
                  <a:lnTo>
                    <a:pt x="2548631" y="1652363"/>
                  </a:lnTo>
                  <a:lnTo>
                    <a:pt x="2549446" y="1696766"/>
                  </a:lnTo>
                  <a:lnTo>
                    <a:pt x="2550261" y="1683604"/>
                  </a:lnTo>
                  <a:lnTo>
                    <a:pt x="2551076" y="1664346"/>
                  </a:lnTo>
                  <a:lnTo>
                    <a:pt x="2551891" y="1672664"/>
                  </a:lnTo>
                  <a:lnTo>
                    <a:pt x="2552705" y="1654586"/>
                  </a:lnTo>
                  <a:lnTo>
                    <a:pt x="2553520" y="1627481"/>
                  </a:lnTo>
                  <a:lnTo>
                    <a:pt x="2554335" y="1609497"/>
                  </a:lnTo>
                  <a:lnTo>
                    <a:pt x="2555150" y="1581793"/>
                  </a:lnTo>
                  <a:lnTo>
                    <a:pt x="2555965" y="1549882"/>
                  </a:lnTo>
                  <a:lnTo>
                    <a:pt x="2556779" y="1508598"/>
                  </a:lnTo>
                  <a:lnTo>
                    <a:pt x="2557594" y="1391347"/>
                  </a:lnTo>
                  <a:lnTo>
                    <a:pt x="2558409" y="1391905"/>
                  </a:lnTo>
                  <a:lnTo>
                    <a:pt x="2559224" y="1339954"/>
                  </a:lnTo>
                  <a:lnTo>
                    <a:pt x="2560038" y="1297746"/>
                  </a:lnTo>
                  <a:lnTo>
                    <a:pt x="2560853" y="1334994"/>
                  </a:lnTo>
                  <a:lnTo>
                    <a:pt x="2561668" y="1323021"/>
                  </a:lnTo>
                  <a:lnTo>
                    <a:pt x="2562483" y="1386498"/>
                  </a:lnTo>
                  <a:lnTo>
                    <a:pt x="2563298" y="1356857"/>
                  </a:lnTo>
                  <a:lnTo>
                    <a:pt x="2564112" y="1358631"/>
                  </a:lnTo>
                  <a:lnTo>
                    <a:pt x="2564927" y="1396028"/>
                  </a:lnTo>
                  <a:lnTo>
                    <a:pt x="2565742" y="1434796"/>
                  </a:lnTo>
                  <a:lnTo>
                    <a:pt x="2566557" y="1464807"/>
                  </a:lnTo>
                  <a:lnTo>
                    <a:pt x="2567371" y="1430991"/>
                  </a:lnTo>
                  <a:lnTo>
                    <a:pt x="2568186" y="1410416"/>
                  </a:lnTo>
                  <a:lnTo>
                    <a:pt x="2569001" y="1391703"/>
                  </a:lnTo>
                  <a:lnTo>
                    <a:pt x="2569816" y="1368847"/>
                  </a:lnTo>
                  <a:lnTo>
                    <a:pt x="2570631" y="1341813"/>
                  </a:lnTo>
                  <a:lnTo>
                    <a:pt x="2571445" y="1384397"/>
                  </a:lnTo>
                  <a:lnTo>
                    <a:pt x="2572260" y="1441420"/>
                  </a:lnTo>
                  <a:lnTo>
                    <a:pt x="2573075" y="1419828"/>
                  </a:lnTo>
                  <a:lnTo>
                    <a:pt x="2573890" y="1423485"/>
                  </a:lnTo>
                  <a:lnTo>
                    <a:pt x="2574704" y="1396457"/>
                  </a:lnTo>
                  <a:lnTo>
                    <a:pt x="2575519" y="1480556"/>
                  </a:lnTo>
                  <a:lnTo>
                    <a:pt x="2576334" y="1579751"/>
                  </a:lnTo>
                  <a:lnTo>
                    <a:pt x="2577149" y="1544764"/>
                  </a:lnTo>
                  <a:lnTo>
                    <a:pt x="2577964" y="1578082"/>
                  </a:lnTo>
                  <a:lnTo>
                    <a:pt x="2578778" y="1569253"/>
                  </a:lnTo>
                  <a:lnTo>
                    <a:pt x="2579593" y="1574244"/>
                  </a:lnTo>
                  <a:lnTo>
                    <a:pt x="2580408" y="1522939"/>
                  </a:lnTo>
                  <a:lnTo>
                    <a:pt x="2581223" y="1498085"/>
                  </a:lnTo>
                  <a:lnTo>
                    <a:pt x="2582037" y="1583298"/>
                  </a:lnTo>
                  <a:lnTo>
                    <a:pt x="2582852" y="1591898"/>
                  </a:lnTo>
                  <a:lnTo>
                    <a:pt x="2583667" y="1586947"/>
                  </a:lnTo>
                  <a:lnTo>
                    <a:pt x="2584482" y="1466582"/>
                  </a:lnTo>
                  <a:lnTo>
                    <a:pt x="2585297" y="1427429"/>
                  </a:lnTo>
                  <a:lnTo>
                    <a:pt x="2586111" y="1463682"/>
                  </a:lnTo>
                  <a:lnTo>
                    <a:pt x="2586926" y="1562047"/>
                  </a:lnTo>
                  <a:lnTo>
                    <a:pt x="2587741" y="1575800"/>
                  </a:lnTo>
                  <a:lnTo>
                    <a:pt x="2588556" y="1604373"/>
                  </a:lnTo>
                  <a:lnTo>
                    <a:pt x="2589371" y="1616334"/>
                  </a:lnTo>
                  <a:lnTo>
                    <a:pt x="2590185" y="1601508"/>
                  </a:lnTo>
                  <a:lnTo>
                    <a:pt x="2591000" y="1583239"/>
                  </a:lnTo>
                  <a:lnTo>
                    <a:pt x="2591815" y="1460745"/>
                  </a:lnTo>
                  <a:lnTo>
                    <a:pt x="2592630" y="1441376"/>
                  </a:lnTo>
                  <a:lnTo>
                    <a:pt x="2593444" y="1522302"/>
                  </a:lnTo>
                  <a:lnTo>
                    <a:pt x="2594259" y="1502166"/>
                  </a:lnTo>
                  <a:lnTo>
                    <a:pt x="2595074" y="1385380"/>
                  </a:lnTo>
                  <a:lnTo>
                    <a:pt x="2595889" y="1365725"/>
                  </a:lnTo>
                  <a:lnTo>
                    <a:pt x="2596704" y="1428614"/>
                  </a:lnTo>
                  <a:lnTo>
                    <a:pt x="2597518" y="1452473"/>
                  </a:lnTo>
                  <a:lnTo>
                    <a:pt x="2598333" y="1479614"/>
                  </a:lnTo>
                  <a:lnTo>
                    <a:pt x="2599148" y="1493787"/>
                  </a:lnTo>
                  <a:lnTo>
                    <a:pt x="2599963" y="1569667"/>
                  </a:lnTo>
                  <a:lnTo>
                    <a:pt x="2600777" y="1462322"/>
                  </a:lnTo>
                  <a:lnTo>
                    <a:pt x="2601592" y="1429785"/>
                  </a:lnTo>
                  <a:lnTo>
                    <a:pt x="2602407" y="1431796"/>
                  </a:lnTo>
                  <a:lnTo>
                    <a:pt x="2603222" y="1531573"/>
                  </a:lnTo>
                  <a:lnTo>
                    <a:pt x="2604037" y="1572009"/>
                  </a:lnTo>
                  <a:lnTo>
                    <a:pt x="2604851" y="1562070"/>
                  </a:lnTo>
                  <a:lnTo>
                    <a:pt x="2605666" y="1508881"/>
                  </a:lnTo>
                  <a:lnTo>
                    <a:pt x="2606481" y="1484925"/>
                  </a:lnTo>
                  <a:lnTo>
                    <a:pt x="2607296" y="1446007"/>
                  </a:lnTo>
                  <a:lnTo>
                    <a:pt x="2608110" y="1466668"/>
                  </a:lnTo>
                  <a:lnTo>
                    <a:pt x="2608925" y="1493798"/>
                  </a:lnTo>
                  <a:lnTo>
                    <a:pt x="2609740" y="1542722"/>
                  </a:lnTo>
                  <a:lnTo>
                    <a:pt x="2610555" y="1580875"/>
                  </a:lnTo>
                  <a:lnTo>
                    <a:pt x="2611370" y="1555060"/>
                  </a:lnTo>
                  <a:lnTo>
                    <a:pt x="2612184" y="1446964"/>
                  </a:lnTo>
                  <a:lnTo>
                    <a:pt x="2612999" y="1421600"/>
                  </a:lnTo>
                  <a:lnTo>
                    <a:pt x="2613814" y="1415726"/>
                  </a:lnTo>
                  <a:lnTo>
                    <a:pt x="2614629" y="1445518"/>
                  </a:lnTo>
                  <a:lnTo>
                    <a:pt x="2615443" y="1448291"/>
                  </a:lnTo>
                  <a:lnTo>
                    <a:pt x="2616258" y="1449585"/>
                  </a:lnTo>
                  <a:lnTo>
                    <a:pt x="2617073" y="1466352"/>
                  </a:lnTo>
                  <a:lnTo>
                    <a:pt x="2617888" y="1502201"/>
                  </a:lnTo>
                  <a:lnTo>
                    <a:pt x="2618703" y="1569799"/>
                  </a:lnTo>
                  <a:lnTo>
                    <a:pt x="2619517" y="1574298"/>
                  </a:lnTo>
                  <a:lnTo>
                    <a:pt x="2620332" y="1588221"/>
                  </a:lnTo>
                  <a:lnTo>
                    <a:pt x="2621147" y="1585710"/>
                  </a:lnTo>
                  <a:lnTo>
                    <a:pt x="2621962" y="1493758"/>
                  </a:lnTo>
                  <a:lnTo>
                    <a:pt x="2622776" y="1445606"/>
                  </a:lnTo>
                  <a:lnTo>
                    <a:pt x="2623591" y="1437043"/>
                  </a:lnTo>
                  <a:lnTo>
                    <a:pt x="2624406" y="1462769"/>
                  </a:lnTo>
                  <a:lnTo>
                    <a:pt x="2625221" y="1444291"/>
                  </a:lnTo>
                  <a:lnTo>
                    <a:pt x="2626036" y="1415959"/>
                  </a:lnTo>
                  <a:lnTo>
                    <a:pt x="2626850" y="1461500"/>
                  </a:lnTo>
                  <a:lnTo>
                    <a:pt x="2627665" y="1462221"/>
                  </a:lnTo>
                  <a:lnTo>
                    <a:pt x="2628480" y="1471465"/>
                  </a:lnTo>
                  <a:lnTo>
                    <a:pt x="2629295" y="1416037"/>
                  </a:lnTo>
                  <a:lnTo>
                    <a:pt x="2630110" y="1364139"/>
                  </a:lnTo>
                  <a:lnTo>
                    <a:pt x="2630924" y="1342004"/>
                  </a:lnTo>
                  <a:lnTo>
                    <a:pt x="2631739" y="1310090"/>
                  </a:lnTo>
                  <a:lnTo>
                    <a:pt x="2632554" y="1340698"/>
                  </a:lnTo>
                  <a:lnTo>
                    <a:pt x="2633369" y="1375722"/>
                  </a:lnTo>
                  <a:lnTo>
                    <a:pt x="2634183" y="1379066"/>
                  </a:lnTo>
                  <a:lnTo>
                    <a:pt x="2634998" y="1400620"/>
                  </a:lnTo>
                  <a:lnTo>
                    <a:pt x="2635813" y="1407273"/>
                  </a:lnTo>
                  <a:lnTo>
                    <a:pt x="2636628" y="1509877"/>
                  </a:lnTo>
                  <a:lnTo>
                    <a:pt x="2637443" y="1509012"/>
                  </a:lnTo>
                  <a:lnTo>
                    <a:pt x="2638257" y="1397818"/>
                  </a:lnTo>
                  <a:lnTo>
                    <a:pt x="2639072" y="1421302"/>
                  </a:lnTo>
                  <a:lnTo>
                    <a:pt x="2639887" y="1395092"/>
                  </a:lnTo>
                  <a:lnTo>
                    <a:pt x="2640702" y="1426125"/>
                  </a:lnTo>
                  <a:lnTo>
                    <a:pt x="2641516" y="1455865"/>
                  </a:lnTo>
                  <a:lnTo>
                    <a:pt x="2642331" y="1577416"/>
                  </a:lnTo>
                  <a:lnTo>
                    <a:pt x="2643146" y="1617767"/>
                  </a:lnTo>
                  <a:lnTo>
                    <a:pt x="2643961" y="1647108"/>
                  </a:lnTo>
                  <a:lnTo>
                    <a:pt x="2644776" y="1647896"/>
                  </a:lnTo>
                  <a:lnTo>
                    <a:pt x="2645590" y="1690362"/>
                  </a:lnTo>
                  <a:lnTo>
                    <a:pt x="2646405" y="1711318"/>
                  </a:lnTo>
                  <a:lnTo>
                    <a:pt x="2647220" y="1708434"/>
                  </a:lnTo>
                  <a:lnTo>
                    <a:pt x="2648035" y="1693826"/>
                  </a:lnTo>
                  <a:lnTo>
                    <a:pt x="2648849" y="1699877"/>
                  </a:lnTo>
                  <a:lnTo>
                    <a:pt x="2649664" y="1727284"/>
                  </a:lnTo>
                  <a:lnTo>
                    <a:pt x="2650479" y="1712410"/>
                  </a:lnTo>
                  <a:lnTo>
                    <a:pt x="2651294" y="1682071"/>
                  </a:lnTo>
                  <a:lnTo>
                    <a:pt x="2652109" y="1674220"/>
                  </a:lnTo>
                  <a:lnTo>
                    <a:pt x="2652923" y="1640308"/>
                  </a:lnTo>
                  <a:lnTo>
                    <a:pt x="2653738" y="1654348"/>
                  </a:lnTo>
                  <a:lnTo>
                    <a:pt x="2654553" y="1639324"/>
                  </a:lnTo>
                  <a:lnTo>
                    <a:pt x="2655368" y="1605534"/>
                  </a:lnTo>
                  <a:lnTo>
                    <a:pt x="2656182" y="1611851"/>
                  </a:lnTo>
                  <a:lnTo>
                    <a:pt x="2656997" y="1597286"/>
                  </a:lnTo>
                  <a:lnTo>
                    <a:pt x="2657812" y="1565760"/>
                  </a:lnTo>
                  <a:lnTo>
                    <a:pt x="2658627" y="1552071"/>
                  </a:lnTo>
                  <a:lnTo>
                    <a:pt x="2659442" y="1564761"/>
                  </a:lnTo>
                  <a:lnTo>
                    <a:pt x="2660256" y="1484045"/>
                  </a:lnTo>
                  <a:lnTo>
                    <a:pt x="2661071" y="1437358"/>
                  </a:lnTo>
                  <a:lnTo>
                    <a:pt x="2661886" y="1435405"/>
                  </a:lnTo>
                  <a:lnTo>
                    <a:pt x="2662701" y="1475149"/>
                  </a:lnTo>
                  <a:lnTo>
                    <a:pt x="2663515" y="1531304"/>
                  </a:lnTo>
                  <a:lnTo>
                    <a:pt x="2664330" y="1572007"/>
                  </a:lnTo>
                  <a:lnTo>
                    <a:pt x="2665145" y="1590624"/>
                  </a:lnTo>
                  <a:lnTo>
                    <a:pt x="2665960" y="1554062"/>
                  </a:lnTo>
                  <a:lnTo>
                    <a:pt x="2666775" y="1576587"/>
                  </a:lnTo>
                  <a:lnTo>
                    <a:pt x="2667589" y="1587128"/>
                  </a:lnTo>
                  <a:lnTo>
                    <a:pt x="2668404" y="1539955"/>
                  </a:lnTo>
                  <a:lnTo>
                    <a:pt x="2669219" y="1492090"/>
                  </a:lnTo>
                  <a:lnTo>
                    <a:pt x="2670034" y="1548715"/>
                  </a:lnTo>
                  <a:lnTo>
                    <a:pt x="2670849" y="1580694"/>
                  </a:lnTo>
                  <a:lnTo>
                    <a:pt x="2671663" y="1572837"/>
                  </a:lnTo>
                  <a:lnTo>
                    <a:pt x="2672478" y="1499828"/>
                  </a:lnTo>
                  <a:lnTo>
                    <a:pt x="2673293" y="1497496"/>
                  </a:lnTo>
                  <a:lnTo>
                    <a:pt x="2674108" y="1560317"/>
                  </a:lnTo>
                  <a:lnTo>
                    <a:pt x="2674922" y="1608033"/>
                  </a:lnTo>
                  <a:lnTo>
                    <a:pt x="2675737" y="1596824"/>
                  </a:lnTo>
                  <a:lnTo>
                    <a:pt x="2676552" y="1616082"/>
                  </a:lnTo>
                  <a:lnTo>
                    <a:pt x="2677367" y="1610991"/>
                  </a:lnTo>
                  <a:lnTo>
                    <a:pt x="2678182" y="1611550"/>
                  </a:lnTo>
                  <a:lnTo>
                    <a:pt x="2678996" y="1628977"/>
                  </a:lnTo>
                  <a:lnTo>
                    <a:pt x="2679811" y="1629743"/>
                  </a:lnTo>
                  <a:lnTo>
                    <a:pt x="2680626" y="1661081"/>
                  </a:lnTo>
                  <a:lnTo>
                    <a:pt x="2681441" y="1578804"/>
                  </a:lnTo>
                  <a:lnTo>
                    <a:pt x="2682255" y="1610397"/>
                  </a:lnTo>
                  <a:lnTo>
                    <a:pt x="2683070" y="1563598"/>
                  </a:lnTo>
                  <a:lnTo>
                    <a:pt x="2683885" y="1671894"/>
                  </a:lnTo>
                  <a:lnTo>
                    <a:pt x="2684700" y="1688114"/>
                  </a:lnTo>
                  <a:lnTo>
                    <a:pt x="2685515" y="1581192"/>
                  </a:lnTo>
                  <a:lnTo>
                    <a:pt x="2686329" y="1575854"/>
                  </a:lnTo>
                  <a:lnTo>
                    <a:pt x="2687144" y="1633100"/>
                  </a:lnTo>
                  <a:lnTo>
                    <a:pt x="2687959" y="1609065"/>
                  </a:lnTo>
                  <a:lnTo>
                    <a:pt x="2688774" y="1524596"/>
                  </a:lnTo>
                  <a:lnTo>
                    <a:pt x="2689588" y="1442778"/>
                  </a:lnTo>
                  <a:lnTo>
                    <a:pt x="2690403" y="1489376"/>
                  </a:lnTo>
                  <a:lnTo>
                    <a:pt x="2691218" y="1571494"/>
                  </a:lnTo>
                  <a:lnTo>
                    <a:pt x="2692033" y="1568798"/>
                  </a:lnTo>
                  <a:lnTo>
                    <a:pt x="2692848" y="1498214"/>
                  </a:lnTo>
                  <a:lnTo>
                    <a:pt x="2693662" y="1446661"/>
                  </a:lnTo>
                  <a:lnTo>
                    <a:pt x="2694477" y="1490209"/>
                  </a:lnTo>
                  <a:lnTo>
                    <a:pt x="2695292" y="1475055"/>
                  </a:lnTo>
                  <a:lnTo>
                    <a:pt x="2696107" y="1502856"/>
                  </a:lnTo>
                  <a:lnTo>
                    <a:pt x="2696921" y="1488751"/>
                  </a:lnTo>
                  <a:lnTo>
                    <a:pt x="2697736" y="1430718"/>
                  </a:lnTo>
                  <a:lnTo>
                    <a:pt x="2698551" y="1420074"/>
                  </a:lnTo>
                  <a:lnTo>
                    <a:pt x="2699366" y="1396453"/>
                  </a:lnTo>
                  <a:lnTo>
                    <a:pt x="2700181" y="1392633"/>
                  </a:lnTo>
                  <a:lnTo>
                    <a:pt x="2700995" y="1405335"/>
                  </a:lnTo>
                  <a:lnTo>
                    <a:pt x="2701810" y="1373773"/>
                  </a:lnTo>
                  <a:lnTo>
                    <a:pt x="2702625" y="1408147"/>
                  </a:lnTo>
                  <a:lnTo>
                    <a:pt x="2703440" y="1391721"/>
                  </a:lnTo>
                  <a:lnTo>
                    <a:pt x="2704254" y="1433161"/>
                  </a:lnTo>
                  <a:lnTo>
                    <a:pt x="2705069" y="1522795"/>
                  </a:lnTo>
                  <a:lnTo>
                    <a:pt x="2705884" y="1586206"/>
                  </a:lnTo>
                  <a:lnTo>
                    <a:pt x="2706699" y="1624529"/>
                  </a:lnTo>
                  <a:lnTo>
                    <a:pt x="2707514" y="1612135"/>
                  </a:lnTo>
                  <a:lnTo>
                    <a:pt x="2708328" y="1568749"/>
                  </a:lnTo>
                  <a:lnTo>
                    <a:pt x="2709143" y="1551393"/>
                  </a:lnTo>
                  <a:lnTo>
                    <a:pt x="2709958" y="1529166"/>
                  </a:lnTo>
                  <a:lnTo>
                    <a:pt x="2710773" y="1567190"/>
                  </a:lnTo>
                  <a:lnTo>
                    <a:pt x="2711588" y="1514619"/>
                  </a:lnTo>
                  <a:lnTo>
                    <a:pt x="2712402" y="1487578"/>
                  </a:lnTo>
                  <a:lnTo>
                    <a:pt x="2713217" y="1600034"/>
                  </a:lnTo>
                  <a:lnTo>
                    <a:pt x="2714032" y="1637410"/>
                  </a:lnTo>
                  <a:lnTo>
                    <a:pt x="2714847" y="1530071"/>
                  </a:lnTo>
                  <a:lnTo>
                    <a:pt x="2715661" y="1543000"/>
                  </a:lnTo>
                  <a:lnTo>
                    <a:pt x="2716476" y="1573216"/>
                  </a:lnTo>
                  <a:lnTo>
                    <a:pt x="2717291" y="1640400"/>
                  </a:lnTo>
                  <a:lnTo>
                    <a:pt x="2718106" y="1666001"/>
                  </a:lnTo>
                  <a:lnTo>
                    <a:pt x="2718921" y="1670368"/>
                  </a:lnTo>
                  <a:lnTo>
                    <a:pt x="2719735" y="1695521"/>
                  </a:lnTo>
                  <a:lnTo>
                    <a:pt x="2720550" y="1686687"/>
                  </a:lnTo>
                  <a:lnTo>
                    <a:pt x="2721365" y="1691232"/>
                  </a:lnTo>
                  <a:lnTo>
                    <a:pt x="2722180" y="1636944"/>
                  </a:lnTo>
                  <a:lnTo>
                    <a:pt x="2722994" y="1652262"/>
                  </a:lnTo>
                  <a:lnTo>
                    <a:pt x="2723809" y="1661520"/>
                  </a:lnTo>
                  <a:lnTo>
                    <a:pt x="2724624" y="1711031"/>
                  </a:lnTo>
                  <a:lnTo>
                    <a:pt x="2725439" y="1713628"/>
                  </a:lnTo>
                  <a:lnTo>
                    <a:pt x="2726254" y="1691382"/>
                  </a:lnTo>
                  <a:lnTo>
                    <a:pt x="2727068" y="1624961"/>
                  </a:lnTo>
                  <a:lnTo>
                    <a:pt x="2727883" y="1645921"/>
                  </a:lnTo>
                  <a:lnTo>
                    <a:pt x="2728698" y="1646306"/>
                  </a:lnTo>
                  <a:lnTo>
                    <a:pt x="2729513" y="1650680"/>
                  </a:lnTo>
                  <a:lnTo>
                    <a:pt x="2730327" y="1604805"/>
                  </a:lnTo>
                  <a:lnTo>
                    <a:pt x="2731142" y="1621110"/>
                  </a:lnTo>
                  <a:lnTo>
                    <a:pt x="2731957" y="1652343"/>
                  </a:lnTo>
                  <a:lnTo>
                    <a:pt x="2732772" y="1654869"/>
                  </a:lnTo>
                  <a:lnTo>
                    <a:pt x="2733587" y="1589020"/>
                  </a:lnTo>
                  <a:lnTo>
                    <a:pt x="2734401" y="1463717"/>
                  </a:lnTo>
                  <a:lnTo>
                    <a:pt x="2735216" y="1418477"/>
                  </a:lnTo>
                  <a:lnTo>
                    <a:pt x="2736031" y="1383374"/>
                  </a:lnTo>
                  <a:lnTo>
                    <a:pt x="2736846" y="1321196"/>
                  </a:lnTo>
                  <a:lnTo>
                    <a:pt x="2737660" y="1291292"/>
                  </a:lnTo>
                  <a:lnTo>
                    <a:pt x="2738475" y="1332830"/>
                  </a:lnTo>
                  <a:lnTo>
                    <a:pt x="2739290" y="1355557"/>
                  </a:lnTo>
                  <a:lnTo>
                    <a:pt x="2740105" y="1399692"/>
                  </a:lnTo>
                  <a:lnTo>
                    <a:pt x="2740920" y="1412466"/>
                  </a:lnTo>
                  <a:lnTo>
                    <a:pt x="2741734" y="1458667"/>
                  </a:lnTo>
                  <a:lnTo>
                    <a:pt x="2742549" y="1525488"/>
                  </a:lnTo>
                  <a:lnTo>
                    <a:pt x="2743364" y="1522141"/>
                  </a:lnTo>
                  <a:lnTo>
                    <a:pt x="2744179" y="1488738"/>
                  </a:lnTo>
                  <a:lnTo>
                    <a:pt x="2744993" y="1481264"/>
                  </a:lnTo>
                  <a:lnTo>
                    <a:pt x="2745808" y="1513387"/>
                  </a:lnTo>
                  <a:lnTo>
                    <a:pt x="2746623" y="1518654"/>
                  </a:lnTo>
                  <a:lnTo>
                    <a:pt x="2747438" y="1586824"/>
                  </a:lnTo>
                  <a:lnTo>
                    <a:pt x="2748253" y="1645654"/>
                  </a:lnTo>
                  <a:lnTo>
                    <a:pt x="2749067" y="1719892"/>
                  </a:lnTo>
                  <a:lnTo>
                    <a:pt x="2749882" y="1716144"/>
                  </a:lnTo>
                  <a:lnTo>
                    <a:pt x="2750697" y="1705515"/>
                  </a:lnTo>
                  <a:lnTo>
                    <a:pt x="2751512" y="1665408"/>
                  </a:lnTo>
                  <a:lnTo>
                    <a:pt x="2752327" y="1687120"/>
                  </a:lnTo>
                  <a:lnTo>
                    <a:pt x="2753141" y="1707818"/>
                  </a:lnTo>
                  <a:lnTo>
                    <a:pt x="2753956" y="1647167"/>
                  </a:lnTo>
                  <a:lnTo>
                    <a:pt x="2754771" y="1637631"/>
                  </a:lnTo>
                  <a:lnTo>
                    <a:pt x="2755586" y="1641690"/>
                  </a:lnTo>
                  <a:lnTo>
                    <a:pt x="2756400" y="1700262"/>
                  </a:lnTo>
                  <a:lnTo>
                    <a:pt x="2757215" y="1670690"/>
                  </a:lnTo>
                  <a:lnTo>
                    <a:pt x="2758030" y="1637312"/>
                  </a:lnTo>
                  <a:lnTo>
                    <a:pt x="2758845" y="1615691"/>
                  </a:lnTo>
                  <a:lnTo>
                    <a:pt x="2759660" y="1635487"/>
                  </a:lnTo>
                  <a:lnTo>
                    <a:pt x="2760474" y="1658974"/>
                  </a:lnTo>
                  <a:lnTo>
                    <a:pt x="2761289" y="1656004"/>
                  </a:lnTo>
                  <a:lnTo>
                    <a:pt x="2762104" y="1590702"/>
                  </a:lnTo>
                  <a:lnTo>
                    <a:pt x="2762919" y="1595971"/>
                  </a:lnTo>
                  <a:lnTo>
                    <a:pt x="2763733" y="1628405"/>
                  </a:lnTo>
                  <a:lnTo>
                    <a:pt x="2764548" y="1640678"/>
                  </a:lnTo>
                  <a:lnTo>
                    <a:pt x="2765363" y="1614663"/>
                  </a:lnTo>
                  <a:lnTo>
                    <a:pt x="2766178" y="1550152"/>
                  </a:lnTo>
                  <a:lnTo>
                    <a:pt x="2766993" y="1533348"/>
                  </a:lnTo>
                  <a:lnTo>
                    <a:pt x="2767807" y="1558534"/>
                  </a:lnTo>
                  <a:lnTo>
                    <a:pt x="2768622" y="1599780"/>
                  </a:lnTo>
                  <a:lnTo>
                    <a:pt x="2769437" y="1551999"/>
                  </a:lnTo>
                  <a:lnTo>
                    <a:pt x="2770252" y="1536549"/>
                  </a:lnTo>
                  <a:lnTo>
                    <a:pt x="2771066" y="1486483"/>
                  </a:lnTo>
                  <a:lnTo>
                    <a:pt x="2771881" y="1491654"/>
                  </a:lnTo>
                  <a:lnTo>
                    <a:pt x="2772696" y="1492062"/>
                  </a:lnTo>
                  <a:lnTo>
                    <a:pt x="2773511" y="1479402"/>
                  </a:lnTo>
                  <a:lnTo>
                    <a:pt x="2774326" y="1517911"/>
                  </a:lnTo>
                  <a:lnTo>
                    <a:pt x="2775140" y="1554198"/>
                  </a:lnTo>
                  <a:lnTo>
                    <a:pt x="2775955" y="1540566"/>
                  </a:lnTo>
                  <a:lnTo>
                    <a:pt x="2776770" y="1524096"/>
                  </a:lnTo>
                  <a:lnTo>
                    <a:pt x="2777585" y="1481761"/>
                  </a:lnTo>
                  <a:lnTo>
                    <a:pt x="2778399" y="1499789"/>
                  </a:lnTo>
                  <a:lnTo>
                    <a:pt x="2779214" y="1445392"/>
                  </a:lnTo>
                  <a:lnTo>
                    <a:pt x="2780029" y="1507991"/>
                  </a:lnTo>
                  <a:lnTo>
                    <a:pt x="2780844" y="1518146"/>
                  </a:lnTo>
                  <a:lnTo>
                    <a:pt x="2781659" y="1617176"/>
                  </a:lnTo>
                  <a:lnTo>
                    <a:pt x="2782473" y="1638839"/>
                  </a:lnTo>
                  <a:lnTo>
                    <a:pt x="2783288" y="1663792"/>
                  </a:lnTo>
                  <a:lnTo>
                    <a:pt x="2784103" y="1628720"/>
                  </a:lnTo>
                  <a:lnTo>
                    <a:pt x="2784918" y="1655028"/>
                  </a:lnTo>
                  <a:lnTo>
                    <a:pt x="2785732" y="1628232"/>
                  </a:lnTo>
                  <a:lnTo>
                    <a:pt x="2786547" y="1581927"/>
                  </a:lnTo>
                  <a:lnTo>
                    <a:pt x="2787362" y="1607708"/>
                  </a:lnTo>
                  <a:lnTo>
                    <a:pt x="2788177" y="1680293"/>
                  </a:lnTo>
                  <a:lnTo>
                    <a:pt x="2788992" y="1670240"/>
                  </a:lnTo>
                  <a:lnTo>
                    <a:pt x="2789806" y="1631394"/>
                  </a:lnTo>
                  <a:lnTo>
                    <a:pt x="2790621" y="1669140"/>
                  </a:lnTo>
                  <a:lnTo>
                    <a:pt x="2791436" y="1652296"/>
                  </a:lnTo>
                  <a:lnTo>
                    <a:pt x="2792251" y="1614179"/>
                  </a:lnTo>
                  <a:lnTo>
                    <a:pt x="2793066" y="1567011"/>
                  </a:lnTo>
                  <a:lnTo>
                    <a:pt x="2793880" y="1527948"/>
                  </a:lnTo>
                  <a:lnTo>
                    <a:pt x="2794695" y="1548644"/>
                  </a:lnTo>
                  <a:lnTo>
                    <a:pt x="2795510" y="1541113"/>
                  </a:lnTo>
                  <a:lnTo>
                    <a:pt x="2796325" y="1572930"/>
                  </a:lnTo>
                  <a:lnTo>
                    <a:pt x="2797139" y="1527019"/>
                  </a:lnTo>
                  <a:lnTo>
                    <a:pt x="2797954" y="1552806"/>
                  </a:lnTo>
                  <a:lnTo>
                    <a:pt x="2798769" y="1574531"/>
                  </a:lnTo>
                  <a:lnTo>
                    <a:pt x="2799584" y="1572623"/>
                  </a:lnTo>
                  <a:lnTo>
                    <a:pt x="2800399" y="1536096"/>
                  </a:lnTo>
                  <a:lnTo>
                    <a:pt x="2801213" y="1487815"/>
                  </a:lnTo>
                  <a:lnTo>
                    <a:pt x="2802028" y="1540260"/>
                  </a:lnTo>
                  <a:lnTo>
                    <a:pt x="2802843" y="1526991"/>
                  </a:lnTo>
                  <a:lnTo>
                    <a:pt x="2803658" y="1576473"/>
                  </a:lnTo>
                  <a:lnTo>
                    <a:pt x="2804472" y="1598296"/>
                  </a:lnTo>
                  <a:lnTo>
                    <a:pt x="2805287" y="1536897"/>
                  </a:lnTo>
                  <a:lnTo>
                    <a:pt x="2806102" y="1566803"/>
                  </a:lnTo>
                  <a:lnTo>
                    <a:pt x="2806917" y="1517150"/>
                  </a:lnTo>
                  <a:lnTo>
                    <a:pt x="2807732" y="1488197"/>
                  </a:lnTo>
                  <a:lnTo>
                    <a:pt x="2808546" y="1480258"/>
                  </a:lnTo>
                  <a:lnTo>
                    <a:pt x="2809361" y="1471201"/>
                  </a:lnTo>
                  <a:lnTo>
                    <a:pt x="2810176" y="1540831"/>
                  </a:lnTo>
                  <a:lnTo>
                    <a:pt x="2810991" y="1526405"/>
                  </a:lnTo>
                  <a:lnTo>
                    <a:pt x="2811805" y="1501265"/>
                  </a:lnTo>
                  <a:lnTo>
                    <a:pt x="2812620" y="1430582"/>
                  </a:lnTo>
                  <a:lnTo>
                    <a:pt x="2813435" y="1431916"/>
                  </a:lnTo>
                  <a:lnTo>
                    <a:pt x="2814250" y="1464508"/>
                  </a:lnTo>
                  <a:lnTo>
                    <a:pt x="2815065" y="1448439"/>
                  </a:lnTo>
                  <a:lnTo>
                    <a:pt x="2815879" y="1424717"/>
                  </a:lnTo>
                  <a:lnTo>
                    <a:pt x="2816694" y="1443750"/>
                  </a:lnTo>
                  <a:lnTo>
                    <a:pt x="2817509" y="1472054"/>
                  </a:lnTo>
                  <a:lnTo>
                    <a:pt x="2818324" y="1465401"/>
                  </a:lnTo>
                  <a:lnTo>
                    <a:pt x="2819138" y="1444431"/>
                  </a:lnTo>
                  <a:lnTo>
                    <a:pt x="2819953" y="1438839"/>
                  </a:lnTo>
                  <a:lnTo>
                    <a:pt x="2820768" y="1409026"/>
                  </a:lnTo>
                  <a:lnTo>
                    <a:pt x="2821583" y="1426864"/>
                  </a:lnTo>
                  <a:lnTo>
                    <a:pt x="2822398" y="1385728"/>
                  </a:lnTo>
                  <a:lnTo>
                    <a:pt x="2823212" y="1364311"/>
                  </a:lnTo>
                  <a:lnTo>
                    <a:pt x="2824027" y="1338363"/>
                  </a:lnTo>
                  <a:lnTo>
                    <a:pt x="2824842" y="1368806"/>
                  </a:lnTo>
                  <a:lnTo>
                    <a:pt x="2825657" y="1400479"/>
                  </a:lnTo>
                  <a:lnTo>
                    <a:pt x="2826471" y="1412891"/>
                  </a:lnTo>
                  <a:lnTo>
                    <a:pt x="2827286" y="1469755"/>
                  </a:lnTo>
                  <a:lnTo>
                    <a:pt x="2828101" y="1506722"/>
                  </a:lnTo>
                  <a:lnTo>
                    <a:pt x="2828916" y="1550755"/>
                  </a:lnTo>
                  <a:lnTo>
                    <a:pt x="2829731" y="1539148"/>
                  </a:lnTo>
                  <a:lnTo>
                    <a:pt x="2830545" y="1589582"/>
                  </a:lnTo>
                  <a:lnTo>
                    <a:pt x="2831360" y="1589046"/>
                  </a:lnTo>
                  <a:lnTo>
                    <a:pt x="2832175" y="1620019"/>
                  </a:lnTo>
                  <a:lnTo>
                    <a:pt x="2832990" y="1599036"/>
                  </a:lnTo>
                  <a:lnTo>
                    <a:pt x="2833805" y="1565738"/>
                  </a:lnTo>
                  <a:lnTo>
                    <a:pt x="2834619" y="1549195"/>
                  </a:lnTo>
                  <a:lnTo>
                    <a:pt x="2835434" y="1567422"/>
                  </a:lnTo>
                  <a:lnTo>
                    <a:pt x="2836249" y="1621191"/>
                  </a:lnTo>
                  <a:lnTo>
                    <a:pt x="2837064" y="1588486"/>
                  </a:lnTo>
                  <a:lnTo>
                    <a:pt x="2837878" y="1605622"/>
                  </a:lnTo>
                  <a:lnTo>
                    <a:pt x="2838693" y="1602624"/>
                  </a:lnTo>
                  <a:lnTo>
                    <a:pt x="2839508" y="1632505"/>
                  </a:lnTo>
                  <a:lnTo>
                    <a:pt x="2840323" y="1685855"/>
                  </a:lnTo>
                  <a:lnTo>
                    <a:pt x="2841138" y="1686858"/>
                  </a:lnTo>
                  <a:lnTo>
                    <a:pt x="2841952" y="1639231"/>
                  </a:lnTo>
                  <a:lnTo>
                    <a:pt x="2842767" y="1607561"/>
                  </a:lnTo>
                  <a:lnTo>
                    <a:pt x="2843582" y="1630408"/>
                  </a:lnTo>
                  <a:lnTo>
                    <a:pt x="2844397" y="1584971"/>
                  </a:lnTo>
                  <a:lnTo>
                    <a:pt x="2845211" y="1567103"/>
                  </a:lnTo>
                  <a:lnTo>
                    <a:pt x="2846026" y="1546466"/>
                  </a:lnTo>
                  <a:lnTo>
                    <a:pt x="2846841" y="1447621"/>
                  </a:lnTo>
                  <a:lnTo>
                    <a:pt x="2847656" y="1450198"/>
                  </a:lnTo>
                  <a:lnTo>
                    <a:pt x="2848471" y="1426431"/>
                  </a:lnTo>
                  <a:lnTo>
                    <a:pt x="2849285" y="1381735"/>
                  </a:lnTo>
                  <a:lnTo>
                    <a:pt x="2850100" y="1316539"/>
                  </a:lnTo>
                  <a:lnTo>
                    <a:pt x="2850915" y="1301649"/>
                  </a:lnTo>
                  <a:lnTo>
                    <a:pt x="2851730" y="1290134"/>
                  </a:lnTo>
                  <a:lnTo>
                    <a:pt x="2852544" y="1223683"/>
                  </a:lnTo>
                  <a:lnTo>
                    <a:pt x="2853359" y="1253659"/>
                  </a:lnTo>
                  <a:lnTo>
                    <a:pt x="2854174" y="1282094"/>
                  </a:lnTo>
                  <a:lnTo>
                    <a:pt x="2854989" y="1265340"/>
                  </a:lnTo>
                  <a:lnTo>
                    <a:pt x="2855804" y="1285068"/>
                  </a:lnTo>
                  <a:lnTo>
                    <a:pt x="2856618" y="1308367"/>
                  </a:lnTo>
                  <a:lnTo>
                    <a:pt x="2857433" y="1367247"/>
                  </a:lnTo>
                  <a:lnTo>
                    <a:pt x="2858248" y="1367914"/>
                  </a:lnTo>
                  <a:lnTo>
                    <a:pt x="2859063" y="1398991"/>
                  </a:lnTo>
                  <a:lnTo>
                    <a:pt x="2859877" y="1453894"/>
                  </a:lnTo>
                  <a:lnTo>
                    <a:pt x="2860692" y="1475914"/>
                  </a:lnTo>
                  <a:lnTo>
                    <a:pt x="2861507" y="1488403"/>
                  </a:lnTo>
                  <a:lnTo>
                    <a:pt x="2862322" y="1496602"/>
                  </a:lnTo>
                  <a:lnTo>
                    <a:pt x="2863137" y="1485383"/>
                  </a:lnTo>
                  <a:lnTo>
                    <a:pt x="2863951" y="1487108"/>
                  </a:lnTo>
                  <a:lnTo>
                    <a:pt x="2864766" y="1488556"/>
                  </a:lnTo>
                  <a:lnTo>
                    <a:pt x="2865581" y="1448439"/>
                  </a:lnTo>
                  <a:lnTo>
                    <a:pt x="2866396" y="1491077"/>
                  </a:lnTo>
                  <a:lnTo>
                    <a:pt x="2867210" y="1482291"/>
                  </a:lnTo>
                  <a:lnTo>
                    <a:pt x="2868025" y="1460593"/>
                  </a:lnTo>
                  <a:lnTo>
                    <a:pt x="2868840" y="1515493"/>
                  </a:lnTo>
                  <a:lnTo>
                    <a:pt x="2869655" y="1507391"/>
                  </a:lnTo>
                  <a:lnTo>
                    <a:pt x="2870470" y="1475848"/>
                  </a:lnTo>
                  <a:lnTo>
                    <a:pt x="2871284" y="1489036"/>
                  </a:lnTo>
                  <a:lnTo>
                    <a:pt x="2872099" y="1422541"/>
                  </a:lnTo>
                  <a:lnTo>
                    <a:pt x="2872914" y="1480324"/>
                  </a:lnTo>
                  <a:lnTo>
                    <a:pt x="2873729" y="1449623"/>
                  </a:lnTo>
                  <a:lnTo>
                    <a:pt x="2874544" y="1489783"/>
                  </a:lnTo>
                  <a:lnTo>
                    <a:pt x="2875358" y="1486621"/>
                  </a:lnTo>
                  <a:lnTo>
                    <a:pt x="2876173" y="1477516"/>
                  </a:lnTo>
                  <a:lnTo>
                    <a:pt x="2876988" y="1455130"/>
                  </a:lnTo>
                  <a:lnTo>
                    <a:pt x="2877803" y="1422917"/>
                  </a:lnTo>
                  <a:lnTo>
                    <a:pt x="2878617" y="1411150"/>
                  </a:lnTo>
                  <a:lnTo>
                    <a:pt x="2879432" y="1418037"/>
                  </a:lnTo>
                  <a:lnTo>
                    <a:pt x="2880247" y="1437127"/>
                  </a:lnTo>
                  <a:lnTo>
                    <a:pt x="2881062" y="1412690"/>
                  </a:lnTo>
                  <a:lnTo>
                    <a:pt x="2881877" y="1419605"/>
                  </a:lnTo>
                  <a:lnTo>
                    <a:pt x="2882691" y="1430223"/>
                  </a:lnTo>
                  <a:lnTo>
                    <a:pt x="2883506" y="1433053"/>
                  </a:lnTo>
                  <a:lnTo>
                    <a:pt x="2884321" y="1479432"/>
                  </a:lnTo>
                  <a:lnTo>
                    <a:pt x="2885136" y="1423314"/>
                  </a:lnTo>
                  <a:lnTo>
                    <a:pt x="2885950" y="1440327"/>
                  </a:lnTo>
                  <a:lnTo>
                    <a:pt x="2886765" y="1460019"/>
                  </a:lnTo>
                  <a:lnTo>
                    <a:pt x="2887580" y="1418080"/>
                  </a:lnTo>
                  <a:lnTo>
                    <a:pt x="2888395" y="1437611"/>
                  </a:lnTo>
                  <a:lnTo>
                    <a:pt x="2889210" y="1385069"/>
                  </a:lnTo>
                  <a:lnTo>
                    <a:pt x="2890024" y="1394331"/>
                  </a:lnTo>
                  <a:lnTo>
                    <a:pt x="2890839" y="1447418"/>
                  </a:lnTo>
                  <a:lnTo>
                    <a:pt x="2891654" y="1424146"/>
                  </a:lnTo>
                  <a:lnTo>
                    <a:pt x="2892469" y="1475230"/>
                  </a:lnTo>
                  <a:lnTo>
                    <a:pt x="2893283" y="1464424"/>
                  </a:lnTo>
                  <a:lnTo>
                    <a:pt x="2894098" y="1445813"/>
                  </a:lnTo>
                  <a:lnTo>
                    <a:pt x="2894913" y="1419503"/>
                  </a:lnTo>
                  <a:lnTo>
                    <a:pt x="2895728" y="1362772"/>
                  </a:lnTo>
                  <a:lnTo>
                    <a:pt x="2896543" y="1384097"/>
                  </a:lnTo>
                  <a:lnTo>
                    <a:pt x="2897357" y="1410317"/>
                  </a:lnTo>
                  <a:lnTo>
                    <a:pt x="2898172" y="1406746"/>
                  </a:lnTo>
                  <a:lnTo>
                    <a:pt x="2898987" y="1422927"/>
                  </a:lnTo>
                  <a:lnTo>
                    <a:pt x="2899802" y="1498789"/>
                  </a:lnTo>
                  <a:lnTo>
                    <a:pt x="2900616" y="1551910"/>
                  </a:lnTo>
                  <a:lnTo>
                    <a:pt x="2901431" y="1575466"/>
                  </a:lnTo>
                  <a:lnTo>
                    <a:pt x="2902246" y="1576709"/>
                  </a:lnTo>
                  <a:lnTo>
                    <a:pt x="2903061" y="1533363"/>
                  </a:lnTo>
                  <a:lnTo>
                    <a:pt x="2903876" y="1566048"/>
                  </a:lnTo>
                  <a:lnTo>
                    <a:pt x="2904690" y="1619387"/>
                  </a:lnTo>
                  <a:lnTo>
                    <a:pt x="2905505" y="1622762"/>
                  </a:lnTo>
                  <a:lnTo>
                    <a:pt x="2906320" y="1637289"/>
                  </a:lnTo>
                  <a:lnTo>
                    <a:pt x="2907135" y="1648922"/>
                  </a:lnTo>
                  <a:lnTo>
                    <a:pt x="2907950" y="1614770"/>
                  </a:lnTo>
                  <a:lnTo>
                    <a:pt x="2908764" y="1583871"/>
                  </a:lnTo>
                  <a:lnTo>
                    <a:pt x="2909579" y="1502916"/>
                  </a:lnTo>
                  <a:lnTo>
                    <a:pt x="2910394" y="1469081"/>
                  </a:lnTo>
                  <a:lnTo>
                    <a:pt x="2911209" y="1415062"/>
                  </a:lnTo>
                  <a:lnTo>
                    <a:pt x="2912023" y="1378393"/>
                  </a:lnTo>
                  <a:lnTo>
                    <a:pt x="2912838" y="1380820"/>
                  </a:lnTo>
                  <a:lnTo>
                    <a:pt x="2913653" y="1359294"/>
                  </a:lnTo>
                  <a:lnTo>
                    <a:pt x="2914468" y="1337469"/>
                  </a:lnTo>
                  <a:lnTo>
                    <a:pt x="2915283" y="1356860"/>
                  </a:lnTo>
                  <a:lnTo>
                    <a:pt x="2916097" y="1336291"/>
                  </a:lnTo>
                  <a:lnTo>
                    <a:pt x="2916912" y="1372797"/>
                  </a:lnTo>
                  <a:lnTo>
                    <a:pt x="2917727" y="1413637"/>
                  </a:lnTo>
                  <a:lnTo>
                    <a:pt x="2918542" y="1382290"/>
                  </a:lnTo>
                  <a:lnTo>
                    <a:pt x="2919356" y="1417453"/>
                  </a:lnTo>
                  <a:lnTo>
                    <a:pt x="2920171" y="1441430"/>
                  </a:lnTo>
                  <a:lnTo>
                    <a:pt x="2920986" y="1406570"/>
                  </a:lnTo>
                  <a:lnTo>
                    <a:pt x="2921801" y="1529984"/>
                  </a:lnTo>
                  <a:lnTo>
                    <a:pt x="2922616" y="1489063"/>
                  </a:lnTo>
                  <a:lnTo>
                    <a:pt x="2923430" y="1457215"/>
                  </a:lnTo>
                  <a:lnTo>
                    <a:pt x="2924245" y="1475946"/>
                  </a:lnTo>
                  <a:lnTo>
                    <a:pt x="2925060" y="1518873"/>
                  </a:lnTo>
                  <a:lnTo>
                    <a:pt x="2925875" y="1497326"/>
                  </a:lnTo>
                  <a:lnTo>
                    <a:pt x="2926689" y="1445168"/>
                  </a:lnTo>
                  <a:lnTo>
                    <a:pt x="2927504" y="1404109"/>
                  </a:lnTo>
                  <a:lnTo>
                    <a:pt x="2928319" y="1440609"/>
                  </a:lnTo>
                  <a:lnTo>
                    <a:pt x="2929134" y="1439248"/>
                  </a:lnTo>
                  <a:lnTo>
                    <a:pt x="2929949" y="1358490"/>
                  </a:lnTo>
                  <a:lnTo>
                    <a:pt x="2930763" y="1412077"/>
                  </a:lnTo>
                  <a:lnTo>
                    <a:pt x="2931578" y="1447432"/>
                  </a:lnTo>
                  <a:lnTo>
                    <a:pt x="2932393" y="1457738"/>
                  </a:lnTo>
                  <a:lnTo>
                    <a:pt x="2933208" y="1451287"/>
                  </a:lnTo>
                  <a:lnTo>
                    <a:pt x="2934022" y="1390323"/>
                  </a:lnTo>
                  <a:lnTo>
                    <a:pt x="2934837" y="1418061"/>
                  </a:lnTo>
                  <a:lnTo>
                    <a:pt x="2935652" y="1379234"/>
                  </a:lnTo>
                  <a:lnTo>
                    <a:pt x="2936467" y="1433984"/>
                  </a:lnTo>
                  <a:lnTo>
                    <a:pt x="2937282" y="1427922"/>
                  </a:lnTo>
                  <a:lnTo>
                    <a:pt x="2938096" y="1444201"/>
                  </a:lnTo>
                  <a:lnTo>
                    <a:pt x="2938911" y="1479548"/>
                  </a:lnTo>
                  <a:lnTo>
                    <a:pt x="2939726" y="1519133"/>
                  </a:lnTo>
                  <a:lnTo>
                    <a:pt x="2940541" y="1555320"/>
                  </a:lnTo>
                  <a:lnTo>
                    <a:pt x="2941355" y="1546908"/>
                  </a:lnTo>
                  <a:lnTo>
                    <a:pt x="2942170" y="1536041"/>
                  </a:lnTo>
                  <a:lnTo>
                    <a:pt x="2942985" y="1546358"/>
                  </a:lnTo>
                  <a:lnTo>
                    <a:pt x="2943800" y="1556413"/>
                  </a:lnTo>
                  <a:lnTo>
                    <a:pt x="2944615" y="1604556"/>
                  </a:lnTo>
                  <a:lnTo>
                    <a:pt x="2945429" y="1574702"/>
                  </a:lnTo>
                  <a:lnTo>
                    <a:pt x="2946244" y="1568200"/>
                  </a:lnTo>
                  <a:lnTo>
                    <a:pt x="2947059" y="1467415"/>
                  </a:lnTo>
                  <a:lnTo>
                    <a:pt x="2947874" y="1467831"/>
                  </a:lnTo>
                  <a:lnTo>
                    <a:pt x="2948689" y="1420318"/>
                  </a:lnTo>
                  <a:lnTo>
                    <a:pt x="2949503" y="1438385"/>
                  </a:lnTo>
                  <a:lnTo>
                    <a:pt x="2950318" y="1456688"/>
                  </a:lnTo>
                  <a:lnTo>
                    <a:pt x="2951133" y="1514251"/>
                  </a:lnTo>
                  <a:lnTo>
                    <a:pt x="2951948" y="1542133"/>
                  </a:lnTo>
                  <a:lnTo>
                    <a:pt x="2952762" y="1561934"/>
                  </a:lnTo>
                  <a:lnTo>
                    <a:pt x="2953577" y="1573153"/>
                  </a:lnTo>
                  <a:lnTo>
                    <a:pt x="2954392" y="1570882"/>
                  </a:lnTo>
                  <a:lnTo>
                    <a:pt x="2955207" y="1594439"/>
                  </a:lnTo>
                  <a:lnTo>
                    <a:pt x="2956022" y="1647752"/>
                  </a:lnTo>
                  <a:lnTo>
                    <a:pt x="2956836" y="1633228"/>
                  </a:lnTo>
                  <a:lnTo>
                    <a:pt x="2957651" y="1591389"/>
                  </a:lnTo>
                  <a:lnTo>
                    <a:pt x="2958466" y="1651663"/>
                  </a:lnTo>
                  <a:lnTo>
                    <a:pt x="2959281" y="1645873"/>
                  </a:lnTo>
                  <a:lnTo>
                    <a:pt x="2960095" y="1656900"/>
                  </a:lnTo>
                  <a:lnTo>
                    <a:pt x="2960910" y="1629688"/>
                  </a:lnTo>
                  <a:lnTo>
                    <a:pt x="2961725" y="1658010"/>
                  </a:lnTo>
                  <a:lnTo>
                    <a:pt x="2962540" y="1640407"/>
                  </a:lnTo>
                  <a:lnTo>
                    <a:pt x="2963355" y="1659459"/>
                  </a:lnTo>
                  <a:lnTo>
                    <a:pt x="2964169" y="1655551"/>
                  </a:lnTo>
                  <a:lnTo>
                    <a:pt x="2964984" y="1651728"/>
                  </a:lnTo>
                  <a:lnTo>
                    <a:pt x="2965799" y="1628994"/>
                  </a:lnTo>
                  <a:lnTo>
                    <a:pt x="2966614" y="1564149"/>
                  </a:lnTo>
                  <a:lnTo>
                    <a:pt x="2967428" y="1503534"/>
                  </a:lnTo>
                  <a:lnTo>
                    <a:pt x="2968243" y="1480992"/>
                  </a:lnTo>
                  <a:lnTo>
                    <a:pt x="2969058" y="1502720"/>
                  </a:lnTo>
                  <a:lnTo>
                    <a:pt x="2969873" y="1518636"/>
                  </a:lnTo>
                  <a:lnTo>
                    <a:pt x="2970688" y="1452069"/>
                  </a:lnTo>
                  <a:lnTo>
                    <a:pt x="2971502" y="1478589"/>
                  </a:lnTo>
                  <a:lnTo>
                    <a:pt x="2972317" y="1492286"/>
                  </a:lnTo>
                  <a:lnTo>
                    <a:pt x="2973132" y="1479931"/>
                  </a:lnTo>
                  <a:lnTo>
                    <a:pt x="2973947" y="1452804"/>
                  </a:lnTo>
                  <a:lnTo>
                    <a:pt x="2974761" y="1473467"/>
                  </a:lnTo>
                  <a:lnTo>
                    <a:pt x="2975576" y="1507703"/>
                  </a:lnTo>
                  <a:lnTo>
                    <a:pt x="2976391" y="1536014"/>
                  </a:lnTo>
                  <a:lnTo>
                    <a:pt x="2977206" y="1534997"/>
                  </a:lnTo>
                  <a:lnTo>
                    <a:pt x="2978021" y="1510220"/>
                  </a:lnTo>
                  <a:lnTo>
                    <a:pt x="2978835" y="1544290"/>
                  </a:lnTo>
                  <a:lnTo>
                    <a:pt x="2979650" y="1571094"/>
                  </a:lnTo>
                  <a:lnTo>
                    <a:pt x="2980465" y="1559757"/>
                  </a:lnTo>
                  <a:lnTo>
                    <a:pt x="2981280" y="1533263"/>
                  </a:lnTo>
                  <a:lnTo>
                    <a:pt x="2982094" y="1574132"/>
                  </a:lnTo>
                  <a:lnTo>
                    <a:pt x="2982909" y="1576718"/>
                  </a:lnTo>
                  <a:lnTo>
                    <a:pt x="2983724" y="1564473"/>
                  </a:lnTo>
                  <a:lnTo>
                    <a:pt x="2984539" y="1599673"/>
                  </a:lnTo>
                  <a:lnTo>
                    <a:pt x="2985354" y="1624929"/>
                  </a:lnTo>
                  <a:lnTo>
                    <a:pt x="2986168" y="1650402"/>
                  </a:lnTo>
                  <a:lnTo>
                    <a:pt x="2986983" y="1616994"/>
                  </a:lnTo>
                  <a:lnTo>
                    <a:pt x="2987798" y="1585807"/>
                  </a:lnTo>
                  <a:lnTo>
                    <a:pt x="2988613" y="1579805"/>
                  </a:lnTo>
                  <a:lnTo>
                    <a:pt x="2989428" y="1527642"/>
                  </a:lnTo>
                  <a:lnTo>
                    <a:pt x="2990242" y="1560054"/>
                  </a:lnTo>
                  <a:lnTo>
                    <a:pt x="2991057" y="1535342"/>
                  </a:lnTo>
                  <a:lnTo>
                    <a:pt x="2991872" y="1572995"/>
                  </a:lnTo>
                  <a:lnTo>
                    <a:pt x="2992687" y="1561022"/>
                  </a:lnTo>
                  <a:lnTo>
                    <a:pt x="2993501" y="1527874"/>
                  </a:lnTo>
                  <a:lnTo>
                    <a:pt x="2994316" y="1527084"/>
                  </a:lnTo>
                  <a:lnTo>
                    <a:pt x="2995131" y="1558787"/>
                  </a:lnTo>
                  <a:lnTo>
                    <a:pt x="2995946" y="1576922"/>
                  </a:lnTo>
                  <a:lnTo>
                    <a:pt x="2996761" y="1634312"/>
                  </a:lnTo>
                  <a:lnTo>
                    <a:pt x="2997575" y="1646098"/>
                  </a:lnTo>
                  <a:lnTo>
                    <a:pt x="2998390" y="1643399"/>
                  </a:lnTo>
                  <a:lnTo>
                    <a:pt x="2999205" y="1631832"/>
                  </a:lnTo>
                  <a:lnTo>
                    <a:pt x="3000020" y="1656979"/>
                  </a:lnTo>
                  <a:lnTo>
                    <a:pt x="3000834" y="1654804"/>
                  </a:lnTo>
                  <a:lnTo>
                    <a:pt x="3001649" y="1614635"/>
                  </a:lnTo>
                  <a:lnTo>
                    <a:pt x="3002464" y="1549688"/>
                  </a:lnTo>
                  <a:lnTo>
                    <a:pt x="3003279" y="1572794"/>
                  </a:lnTo>
                  <a:lnTo>
                    <a:pt x="3004094" y="1577730"/>
                  </a:lnTo>
                  <a:lnTo>
                    <a:pt x="3004908" y="1572365"/>
                  </a:lnTo>
                  <a:lnTo>
                    <a:pt x="3005723" y="1611382"/>
                  </a:lnTo>
                  <a:lnTo>
                    <a:pt x="3006538" y="1614289"/>
                  </a:lnTo>
                  <a:lnTo>
                    <a:pt x="3007353" y="1617768"/>
                  </a:lnTo>
                  <a:lnTo>
                    <a:pt x="3008167" y="1603995"/>
                  </a:lnTo>
                  <a:lnTo>
                    <a:pt x="3008982" y="1619866"/>
                  </a:lnTo>
                  <a:lnTo>
                    <a:pt x="3009797" y="1726788"/>
                  </a:lnTo>
                  <a:lnTo>
                    <a:pt x="3010612" y="1741016"/>
                  </a:lnTo>
                  <a:lnTo>
                    <a:pt x="3011427" y="1743426"/>
                  </a:lnTo>
                  <a:lnTo>
                    <a:pt x="3012241" y="1713766"/>
                  </a:lnTo>
                  <a:lnTo>
                    <a:pt x="3013056" y="1736088"/>
                  </a:lnTo>
                  <a:lnTo>
                    <a:pt x="3013871" y="1699484"/>
                  </a:lnTo>
                  <a:lnTo>
                    <a:pt x="3014686" y="1717527"/>
                  </a:lnTo>
                  <a:lnTo>
                    <a:pt x="3015500" y="1701075"/>
                  </a:lnTo>
                  <a:lnTo>
                    <a:pt x="3016315" y="1743866"/>
                  </a:lnTo>
                  <a:lnTo>
                    <a:pt x="3017130" y="1726012"/>
                  </a:lnTo>
                  <a:lnTo>
                    <a:pt x="3017945" y="1705813"/>
                  </a:lnTo>
                  <a:lnTo>
                    <a:pt x="3018760" y="1695721"/>
                  </a:lnTo>
                  <a:lnTo>
                    <a:pt x="3019574" y="1707486"/>
                  </a:lnTo>
                  <a:lnTo>
                    <a:pt x="3020389" y="1732471"/>
                  </a:lnTo>
                  <a:lnTo>
                    <a:pt x="3021204" y="1710094"/>
                  </a:lnTo>
                  <a:lnTo>
                    <a:pt x="3022019" y="1739733"/>
                  </a:lnTo>
                  <a:lnTo>
                    <a:pt x="3022833" y="1724451"/>
                  </a:lnTo>
                  <a:lnTo>
                    <a:pt x="3023648" y="1756701"/>
                  </a:lnTo>
                  <a:lnTo>
                    <a:pt x="3024463" y="1756701"/>
                  </a:lnTo>
                  <a:lnTo>
                    <a:pt x="3025278" y="1756701"/>
                  </a:lnTo>
                  <a:lnTo>
                    <a:pt x="3026093" y="1756099"/>
                  </a:lnTo>
                  <a:lnTo>
                    <a:pt x="3026907" y="1746632"/>
                  </a:lnTo>
                  <a:lnTo>
                    <a:pt x="3027722" y="1756701"/>
                  </a:lnTo>
                  <a:lnTo>
                    <a:pt x="3028537" y="1756701"/>
                  </a:lnTo>
                  <a:lnTo>
                    <a:pt x="3029352" y="1755973"/>
                  </a:lnTo>
                  <a:lnTo>
                    <a:pt x="3030167" y="1756701"/>
                  </a:lnTo>
                  <a:lnTo>
                    <a:pt x="3030981" y="1737673"/>
                  </a:lnTo>
                  <a:lnTo>
                    <a:pt x="3031796" y="1708674"/>
                  </a:lnTo>
                  <a:lnTo>
                    <a:pt x="3032611" y="1707483"/>
                  </a:lnTo>
                  <a:lnTo>
                    <a:pt x="3033426" y="1677379"/>
                  </a:lnTo>
                  <a:lnTo>
                    <a:pt x="3034240" y="1676334"/>
                  </a:lnTo>
                  <a:lnTo>
                    <a:pt x="3035055" y="1668918"/>
                  </a:lnTo>
                  <a:lnTo>
                    <a:pt x="3035870" y="1654629"/>
                  </a:lnTo>
                  <a:lnTo>
                    <a:pt x="3036685" y="1643306"/>
                  </a:lnTo>
                  <a:lnTo>
                    <a:pt x="3037500" y="1644755"/>
                  </a:lnTo>
                  <a:lnTo>
                    <a:pt x="3038314" y="1623879"/>
                  </a:lnTo>
                  <a:lnTo>
                    <a:pt x="3039129" y="1638928"/>
                  </a:lnTo>
                  <a:lnTo>
                    <a:pt x="3039944" y="1647129"/>
                  </a:lnTo>
                  <a:lnTo>
                    <a:pt x="3040759" y="1635712"/>
                  </a:lnTo>
                  <a:lnTo>
                    <a:pt x="3041573" y="1625975"/>
                  </a:lnTo>
                  <a:lnTo>
                    <a:pt x="3042388" y="1633665"/>
                  </a:lnTo>
                  <a:lnTo>
                    <a:pt x="3043203" y="1628519"/>
                  </a:lnTo>
                  <a:lnTo>
                    <a:pt x="3044018" y="1628708"/>
                  </a:lnTo>
                  <a:lnTo>
                    <a:pt x="3044833" y="1631558"/>
                  </a:lnTo>
                  <a:lnTo>
                    <a:pt x="3045647" y="1632056"/>
                  </a:lnTo>
                  <a:lnTo>
                    <a:pt x="3046462" y="1639753"/>
                  </a:lnTo>
                  <a:lnTo>
                    <a:pt x="3047277" y="1637507"/>
                  </a:lnTo>
                  <a:lnTo>
                    <a:pt x="3048092" y="1658763"/>
                  </a:lnTo>
                  <a:lnTo>
                    <a:pt x="3048906" y="1692344"/>
                  </a:lnTo>
                  <a:lnTo>
                    <a:pt x="3049721" y="1678584"/>
                  </a:lnTo>
                  <a:lnTo>
                    <a:pt x="3050536" y="1674191"/>
                  </a:lnTo>
                  <a:lnTo>
                    <a:pt x="3051351" y="1726733"/>
                  </a:lnTo>
                  <a:lnTo>
                    <a:pt x="3052166" y="1747432"/>
                  </a:lnTo>
                  <a:lnTo>
                    <a:pt x="3052980" y="1743745"/>
                  </a:lnTo>
                  <a:lnTo>
                    <a:pt x="3053795" y="1724188"/>
                  </a:lnTo>
                  <a:lnTo>
                    <a:pt x="3054610" y="1739288"/>
                  </a:lnTo>
                  <a:lnTo>
                    <a:pt x="3055425" y="1756701"/>
                  </a:lnTo>
                  <a:lnTo>
                    <a:pt x="3056239" y="1756701"/>
                  </a:lnTo>
                  <a:lnTo>
                    <a:pt x="3057054" y="1756701"/>
                  </a:lnTo>
                  <a:lnTo>
                    <a:pt x="3057869" y="1756701"/>
                  </a:lnTo>
                  <a:lnTo>
                    <a:pt x="3058684" y="1756701"/>
                  </a:lnTo>
                  <a:lnTo>
                    <a:pt x="3059499" y="1756701"/>
                  </a:lnTo>
                  <a:lnTo>
                    <a:pt x="3060313" y="1756701"/>
                  </a:lnTo>
                  <a:lnTo>
                    <a:pt x="3061128" y="1756701"/>
                  </a:lnTo>
                  <a:lnTo>
                    <a:pt x="3061943" y="1756701"/>
                  </a:lnTo>
                  <a:lnTo>
                    <a:pt x="3062758" y="1756701"/>
                  </a:lnTo>
                  <a:lnTo>
                    <a:pt x="3063572" y="1756701"/>
                  </a:lnTo>
                  <a:lnTo>
                    <a:pt x="3064387" y="1756701"/>
                  </a:lnTo>
                  <a:lnTo>
                    <a:pt x="3065202" y="1756701"/>
                  </a:lnTo>
                  <a:lnTo>
                    <a:pt x="3066017" y="1756701"/>
                  </a:lnTo>
                  <a:lnTo>
                    <a:pt x="3066832" y="1756701"/>
                  </a:lnTo>
                  <a:lnTo>
                    <a:pt x="3067646" y="1756701"/>
                  </a:lnTo>
                  <a:lnTo>
                    <a:pt x="3068461" y="1756701"/>
                  </a:lnTo>
                  <a:lnTo>
                    <a:pt x="3069276" y="1756701"/>
                  </a:lnTo>
                  <a:lnTo>
                    <a:pt x="3070091" y="1756701"/>
                  </a:lnTo>
                  <a:lnTo>
                    <a:pt x="3070906" y="1756701"/>
                  </a:lnTo>
                  <a:lnTo>
                    <a:pt x="3071720" y="1756701"/>
                  </a:lnTo>
                  <a:lnTo>
                    <a:pt x="3072535" y="1756701"/>
                  </a:lnTo>
                  <a:lnTo>
                    <a:pt x="3073350" y="1734765"/>
                  </a:lnTo>
                  <a:lnTo>
                    <a:pt x="3074165" y="1743763"/>
                  </a:lnTo>
                  <a:lnTo>
                    <a:pt x="3074979" y="1742541"/>
                  </a:lnTo>
                  <a:lnTo>
                    <a:pt x="3075794" y="1726308"/>
                  </a:lnTo>
                  <a:lnTo>
                    <a:pt x="3076609" y="1703200"/>
                  </a:lnTo>
                  <a:lnTo>
                    <a:pt x="3077424" y="1702862"/>
                  </a:lnTo>
                  <a:lnTo>
                    <a:pt x="3078239" y="1686601"/>
                  </a:lnTo>
                  <a:lnTo>
                    <a:pt x="3079053" y="1677388"/>
                  </a:lnTo>
                  <a:lnTo>
                    <a:pt x="3079868" y="1666211"/>
                  </a:lnTo>
                  <a:lnTo>
                    <a:pt x="3080683" y="1666310"/>
                  </a:lnTo>
                  <a:lnTo>
                    <a:pt x="3081498" y="1684839"/>
                  </a:lnTo>
                  <a:lnTo>
                    <a:pt x="3082312" y="1655167"/>
                  </a:lnTo>
                  <a:lnTo>
                    <a:pt x="3083127" y="1729543"/>
                  </a:lnTo>
                  <a:lnTo>
                    <a:pt x="3083942" y="1719749"/>
                  </a:lnTo>
                  <a:lnTo>
                    <a:pt x="3084757" y="1756701"/>
                  </a:lnTo>
                  <a:lnTo>
                    <a:pt x="3085572" y="1756701"/>
                  </a:lnTo>
                  <a:lnTo>
                    <a:pt x="3086386" y="1756701"/>
                  </a:lnTo>
                  <a:lnTo>
                    <a:pt x="3087201" y="1733094"/>
                  </a:lnTo>
                  <a:lnTo>
                    <a:pt x="3088016" y="1730912"/>
                  </a:lnTo>
                  <a:lnTo>
                    <a:pt x="3088831" y="1732844"/>
                  </a:lnTo>
                  <a:lnTo>
                    <a:pt x="3089645" y="1742618"/>
                  </a:lnTo>
                  <a:lnTo>
                    <a:pt x="3090460" y="1747435"/>
                  </a:lnTo>
                  <a:lnTo>
                    <a:pt x="3091275" y="1756701"/>
                  </a:lnTo>
                  <a:lnTo>
                    <a:pt x="3092090" y="1727815"/>
                  </a:lnTo>
                  <a:lnTo>
                    <a:pt x="3092905" y="1727406"/>
                  </a:lnTo>
                  <a:lnTo>
                    <a:pt x="3093719" y="1737186"/>
                  </a:lnTo>
                  <a:lnTo>
                    <a:pt x="3094534" y="1756701"/>
                  </a:lnTo>
                  <a:lnTo>
                    <a:pt x="3095349" y="1756701"/>
                  </a:lnTo>
                  <a:lnTo>
                    <a:pt x="3096164" y="1756701"/>
                  </a:lnTo>
                  <a:lnTo>
                    <a:pt x="3096978" y="1756701"/>
                  </a:lnTo>
                  <a:lnTo>
                    <a:pt x="3097793" y="1748175"/>
                  </a:lnTo>
                  <a:lnTo>
                    <a:pt x="3098608" y="1756701"/>
                  </a:lnTo>
                  <a:lnTo>
                    <a:pt x="3099423" y="1756701"/>
                  </a:lnTo>
                  <a:lnTo>
                    <a:pt x="3100238" y="1756701"/>
                  </a:lnTo>
                  <a:lnTo>
                    <a:pt x="3101052" y="1756701"/>
                  </a:lnTo>
                  <a:lnTo>
                    <a:pt x="3101867" y="1741642"/>
                  </a:lnTo>
                  <a:lnTo>
                    <a:pt x="3102682" y="1746479"/>
                  </a:lnTo>
                  <a:lnTo>
                    <a:pt x="3103497" y="1755148"/>
                  </a:lnTo>
                  <a:lnTo>
                    <a:pt x="3104311" y="1756701"/>
                  </a:lnTo>
                  <a:lnTo>
                    <a:pt x="3105126" y="1756701"/>
                  </a:lnTo>
                  <a:lnTo>
                    <a:pt x="3105941" y="1756701"/>
                  </a:lnTo>
                  <a:lnTo>
                    <a:pt x="3106756" y="1756701"/>
                  </a:lnTo>
                  <a:lnTo>
                    <a:pt x="3107571" y="1756701"/>
                  </a:lnTo>
                  <a:lnTo>
                    <a:pt x="3108385" y="1756701"/>
                  </a:lnTo>
                  <a:lnTo>
                    <a:pt x="3109200" y="1756701"/>
                  </a:lnTo>
                  <a:lnTo>
                    <a:pt x="3110015" y="1756701"/>
                  </a:lnTo>
                  <a:lnTo>
                    <a:pt x="3110830" y="1756701"/>
                  </a:lnTo>
                  <a:lnTo>
                    <a:pt x="3111645" y="1720728"/>
                  </a:lnTo>
                  <a:lnTo>
                    <a:pt x="3112459" y="1680510"/>
                  </a:lnTo>
                  <a:lnTo>
                    <a:pt x="3113274" y="1710040"/>
                  </a:lnTo>
                  <a:lnTo>
                    <a:pt x="3114089" y="1698261"/>
                  </a:lnTo>
                  <a:lnTo>
                    <a:pt x="3114904" y="1680569"/>
                  </a:lnTo>
                  <a:lnTo>
                    <a:pt x="3115718" y="1715444"/>
                  </a:lnTo>
                  <a:lnTo>
                    <a:pt x="3116533" y="1743725"/>
                  </a:lnTo>
                  <a:lnTo>
                    <a:pt x="3117348" y="1756701"/>
                  </a:lnTo>
                  <a:lnTo>
                    <a:pt x="3118163" y="1756701"/>
                  </a:lnTo>
                  <a:lnTo>
                    <a:pt x="3118978" y="1756701"/>
                  </a:lnTo>
                  <a:lnTo>
                    <a:pt x="3119792" y="1756701"/>
                  </a:lnTo>
                  <a:lnTo>
                    <a:pt x="3120607" y="1756701"/>
                  </a:lnTo>
                  <a:lnTo>
                    <a:pt x="3121422" y="1756701"/>
                  </a:lnTo>
                  <a:lnTo>
                    <a:pt x="3122237" y="1749667"/>
                  </a:lnTo>
                  <a:lnTo>
                    <a:pt x="3123051" y="1756701"/>
                  </a:lnTo>
                  <a:lnTo>
                    <a:pt x="3123866" y="1698992"/>
                  </a:lnTo>
                  <a:lnTo>
                    <a:pt x="3124681" y="1651003"/>
                  </a:lnTo>
                  <a:lnTo>
                    <a:pt x="3125496" y="1613776"/>
                  </a:lnTo>
                  <a:lnTo>
                    <a:pt x="3126311" y="1530975"/>
                  </a:lnTo>
                  <a:lnTo>
                    <a:pt x="3127125" y="1629857"/>
                  </a:lnTo>
                  <a:lnTo>
                    <a:pt x="3127940" y="1632571"/>
                  </a:lnTo>
                  <a:lnTo>
                    <a:pt x="3128755" y="1571426"/>
                  </a:lnTo>
                  <a:lnTo>
                    <a:pt x="3129570" y="1668179"/>
                  </a:lnTo>
                  <a:lnTo>
                    <a:pt x="3130384" y="1621820"/>
                  </a:lnTo>
                  <a:lnTo>
                    <a:pt x="3131199" y="1649272"/>
                  </a:lnTo>
                  <a:lnTo>
                    <a:pt x="3132014" y="1716620"/>
                  </a:lnTo>
                  <a:lnTo>
                    <a:pt x="3132829" y="1654697"/>
                  </a:lnTo>
                  <a:lnTo>
                    <a:pt x="3133644" y="1697997"/>
                  </a:lnTo>
                  <a:lnTo>
                    <a:pt x="3134458" y="1700127"/>
                  </a:lnTo>
                  <a:lnTo>
                    <a:pt x="3135273" y="1668150"/>
                  </a:lnTo>
                  <a:lnTo>
                    <a:pt x="3136088" y="1697315"/>
                  </a:lnTo>
                  <a:lnTo>
                    <a:pt x="3136903" y="1684032"/>
                  </a:lnTo>
                  <a:lnTo>
                    <a:pt x="3137717" y="1684607"/>
                  </a:lnTo>
                  <a:lnTo>
                    <a:pt x="3138532" y="1693606"/>
                  </a:lnTo>
                  <a:lnTo>
                    <a:pt x="3139347" y="1673932"/>
                  </a:lnTo>
                  <a:lnTo>
                    <a:pt x="3140162" y="1691814"/>
                  </a:lnTo>
                  <a:lnTo>
                    <a:pt x="3140977" y="1668179"/>
                  </a:lnTo>
                  <a:lnTo>
                    <a:pt x="3141791" y="1648274"/>
                  </a:lnTo>
                  <a:lnTo>
                    <a:pt x="3142606" y="1627968"/>
                  </a:lnTo>
                  <a:lnTo>
                    <a:pt x="3143421" y="1630099"/>
                  </a:lnTo>
                  <a:lnTo>
                    <a:pt x="3144236" y="1579928"/>
                  </a:lnTo>
                  <a:lnTo>
                    <a:pt x="3145050" y="1582961"/>
                  </a:lnTo>
                  <a:lnTo>
                    <a:pt x="3145865" y="1568435"/>
                  </a:lnTo>
                  <a:lnTo>
                    <a:pt x="3146680" y="1531913"/>
                  </a:lnTo>
                  <a:lnTo>
                    <a:pt x="3147495" y="1600566"/>
                  </a:lnTo>
                  <a:lnTo>
                    <a:pt x="3148310" y="1573866"/>
                  </a:lnTo>
                  <a:lnTo>
                    <a:pt x="3149124" y="1565772"/>
                  </a:lnTo>
                  <a:lnTo>
                    <a:pt x="3149939" y="1620659"/>
                  </a:lnTo>
                  <a:lnTo>
                    <a:pt x="3150754" y="1575505"/>
                  </a:lnTo>
                  <a:lnTo>
                    <a:pt x="3151569" y="1614704"/>
                  </a:lnTo>
                  <a:lnTo>
                    <a:pt x="3152384" y="1569678"/>
                  </a:lnTo>
                  <a:lnTo>
                    <a:pt x="3153198" y="1583606"/>
                  </a:lnTo>
                  <a:lnTo>
                    <a:pt x="3154013" y="1654905"/>
                  </a:lnTo>
                  <a:lnTo>
                    <a:pt x="3154828" y="1626037"/>
                  </a:lnTo>
                  <a:lnTo>
                    <a:pt x="3155643" y="1644601"/>
                  </a:lnTo>
                  <a:lnTo>
                    <a:pt x="3156457" y="1608892"/>
                  </a:lnTo>
                  <a:lnTo>
                    <a:pt x="3157272" y="1618551"/>
                  </a:lnTo>
                  <a:lnTo>
                    <a:pt x="3158087" y="1637478"/>
                  </a:lnTo>
                  <a:lnTo>
                    <a:pt x="3158902" y="1598935"/>
                  </a:lnTo>
                  <a:lnTo>
                    <a:pt x="3159717" y="1589130"/>
                  </a:lnTo>
                  <a:lnTo>
                    <a:pt x="3160531" y="1641501"/>
                  </a:lnTo>
                  <a:lnTo>
                    <a:pt x="3161346" y="1644415"/>
                  </a:lnTo>
                  <a:lnTo>
                    <a:pt x="3162161" y="1646319"/>
                  </a:lnTo>
                  <a:lnTo>
                    <a:pt x="3162976" y="1624227"/>
                  </a:lnTo>
                  <a:lnTo>
                    <a:pt x="3163790" y="1594328"/>
                  </a:lnTo>
                  <a:lnTo>
                    <a:pt x="3164605" y="1617691"/>
                  </a:lnTo>
                  <a:lnTo>
                    <a:pt x="3165420" y="1656544"/>
                  </a:lnTo>
                  <a:lnTo>
                    <a:pt x="3166235" y="1671585"/>
                  </a:lnTo>
                  <a:lnTo>
                    <a:pt x="3167050" y="1670654"/>
                  </a:lnTo>
                  <a:lnTo>
                    <a:pt x="3167864" y="1689707"/>
                  </a:lnTo>
                  <a:lnTo>
                    <a:pt x="3168679" y="1685356"/>
                  </a:lnTo>
                  <a:lnTo>
                    <a:pt x="3169494" y="1688406"/>
                  </a:lnTo>
                  <a:lnTo>
                    <a:pt x="3170309" y="1712899"/>
                  </a:lnTo>
                  <a:lnTo>
                    <a:pt x="3171123" y="1756701"/>
                  </a:lnTo>
                  <a:lnTo>
                    <a:pt x="3171938" y="1756701"/>
                  </a:lnTo>
                  <a:lnTo>
                    <a:pt x="3172753" y="1756701"/>
                  </a:lnTo>
                  <a:lnTo>
                    <a:pt x="3173568" y="1721146"/>
                  </a:lnTo>
                  <a:lnTo>
                    <a:pt x="3174383" y="1715361"/>
                  </a:lnTo>
                  <a:lnTo>
                    <a:pt x="3175197" y="1695846"/>
                  </a:lnTo>
                  <a:lnTo>
                    <a:pt x="3176012" y="1709960"/>
                  </a:lnTo>
                  <a:lnTo>
                    <a:pt x="3176827" y="1699315"/>
                  </a:lnTo>
                  <a:lnTo>
                    <a:pt x="3177642" y="1678504"/>
                  </a:lnTo>
                  <a:lnTo>
                    <a:pt x="3178456" y="1702191"/>
                  </a:lnTo>
                  <a:lnTo>
                    <a:pt x="3179271" y="1663831"/>
                  </a:lnTo>
                  <a:lnTo>
                    <a:pt x="3180086" y="1650774"/>
                  </a:lnTo>
                  <a:lnTo>
                    <a:pt x="3180901" y="1640035"/>
                  </a:lnTo>
                  <a:lnTo>
                    <a:pt x="3181716" y="1646072"/>
                  </a:lnTo>
                  <a:lnTo>
                    <a:pt x="3182530" y="1725106"/>
                  </a:lnTo>
                  <a:lnTo>
                    <a:pt x="3183345" y="1752466"/>
                  </a:lnTo>
                  <a:lnTo>
                    <a:pt x="3184160" y="1733326"/>
                  </a:lnTo>
                  <a:lnTo>
                    <a:pt x="3184975" y="1727407"/>
                  </a:lnTo>
                  <a:lnTo>
                    <a:pt x="3185789" y="1756701"/>
                  </a:lnTo>
                  <a:lnTo>
                    <a:pt x="3186604" y="1756701"/>
                  </a:lnTo>
                  <a:lnTo>
                    <a:pt x="3187419" y="1756701"/>
                  </a:lnTo>
                  <a:lnTo>
                    <a:pt x="3188234" y="1756701"/>
                  </a:lnTo>
                  <a:lnTo>
                    <a:pt x="3189049" y="1709444"/>
                  </a:lnTo>
                  <a:lnTo>
                    <a:pt x="3189863" y="1716604"/>
                  </a:lnTo>
                  <a:lnTo>
                    <a:pt x="3190678" y="1737760"/>
                  </a:lnTo>
                  <a:lnTo>
                    <a:pt x="3191493" y="1752603"/>
                  </a:lnTo>
                  <a:lnTo>
                    <a:pt x="3192308" y="1722738"/>
                  </a:lnTo>
                  <a:lnTo>
                    <a:pt x="3193123" y="1662803"/>
                  </a:lnTo>
                  <a:lnTo>
                    <a:pt x="3193937" y="1683320"/>
                  </a:lnTo>
                  <a:lnTo>
                    <a:pt x="3194752" y="1667824"/>
                  </a:lnTo>
                  <a:lnTo>
                    <a:pt x="3195567" y="1654909"/>
                  </a:lnTo>
                  <a:lnTo>
                    <a:pt x="3196382" y="1652811"/>
                  </a:lnTo>
                  <a:lnTo>
                    <a:pt x="3197196" y="1662496"/>
                  </a:lnTo>
                  <a:lnTo>
                    <a:pt x="3198011" y="1639548"/>
                  </a:lnTo>
                  <a:lnTo>
                    <a:pt x="3198826" y="1626826"/>
                  </a:lnTo>
                  <a:lnTo>
                    <a:pt x="3199641" y="1670122"/>
                  </a:lnTo>
                  <a:lnTo>
                    <a:pt x="3200456" y="1676029"/>
                  </a:lnTo>
                  <a:lnTo>
                    <a:pt x="3201270" y="1672773"/>
                  </a:lnTo>
                  <a:lnTo>
                    <a:pt x="3202085" y="1693225"/>
                  </a:lnTo>
                  <a:lnTo>
                    <a:pt x="3202900" y="1657053"/>
                  </a:lnTo>
                  <a:lnTo>
                    <a:pt x="3203715" y="1593717"/>
                  </a:lnTo>
                  <a:lnTo>
                    <a:pt x="3204529" y="1597681"/>
                  </a:lnTo>
                  <a:lnTo>
                    <a:pt x="3205344" y="1571819"/>
                  </a:lnTo>
                  <a:lnTo>
                    <a:pt x="3206159" y="1539362"/>
                  </a:lnTo>
                  <a:lnTo>
                    <a:pt x="3206974" y="1567900"/>
                  </a:lnTo>
                  <a:lnTo>
                    <a:pt x="3207789" y="1575965"/>
                  </a:lnTo>
                  <a:lnTo>
                    <a:pt x="3208603" y="1627614"/>
                  </a:lnTo>
                  <a:lnTo>
                    <a:pt x="3209418" y="1598781"/>
                  </a:lnTo>
                  <a:lnTo>
                    <a:pt x="3210233" y="1558805"/>
                  </a:lnTo>
                  <a:lnTo>
                    <a:pt x="3211048" y="1616927"/>
                  </a:lnTo>
                  <a:lnTo>
                    <a:pt x="3211862" y="1612236"/>
                  </a:lnTo>
                  <a:lnTo>
                    <a:pt x="3212677" y="1618290"/>
                  </a:lnTo>
                  <a:lnTo>
                    <a:pt x="3213492" y="1627842"/>
                  </a:lnTo>
                  <a:lnTo>
                    <a:pt x="3214307" y="1637542"/>
                  </a:lnTo>
                  <a:lnTo>
                    <a:pt x="3215122" y="1650037"/>
                  </a:lnTo>
                  <a:lnTo>
                    <a:pt x="3215936" y="1632118"/>
                  </a:lnTo>
                  <a:lnTo>
                    <a:pt x="3216751" y="1616356"/>
                  </a:lnTo>
                  <a:lnTo>
                    <a:pt x="3217566" y="1577265"/>
                  </a:lnTo>
                  <a:lnTo>
                    <a:pt x="3218381" y="1564285"/>
                  </a:lnTo>
                  <a:lnTo>
                    <a:pt x="3219195" y="1581741"/>
                  </a:lnTo>
                  <a:lnTo>
                    <a:pt x="3220010" y="1609357"/>
                  </a:lnTo>
                  <a:lnTo>
                    <a:pt x="3220825" y="1597066"/>
                  </a:lnTo>
                  <a:lnTo>
                    <a:pt x="3221640" y="1629166"/>
                  </a:lnTo>
                  <a:lnTo>
                    <a:pt x="3222455" y="1641500"/>
                  </a:lnTo>
                  <a:lnTo>
                    <a:pt x="3223269" y="1634761"/>
                  </a:lnTo>
                  <a:lnTo>
                    <a:pt x="3224084" y="1662762"/>
                  </a:lnTo>
                  <a:lnTo>
                    <a:pt x="3224899" y="1646417"/>
                  </a:lnTo>
                  <a:lnTo>
                    <a:pt x="3225714" y="1667439"/>
                  </a:lnTo>
                  <a:lnTo>
                    <a:pt x="3226529" y="1668071"/>
                  </a:lnTo>
                  <a:lnTo>
                    <a:pt x="3227343" y="1672931"/>
                  </a:lnTo>
                  <a:lnTo>
                    <a:pt x="3228158" y="1678546"/>
                  </a:lnTo>
                  <a:lnTo>
                    <a:pt x="3228973" y="1687873"/>
                  </a:lnTo>
                  <a:lnTo>
                    <a:pt x="3229788" y="1659940"/>
                  </a:lnTo>
                  <a:lnTo>
                    <a:pt x="3230602" y="1615181"/>
                  </a:lnTo>
                  <a:lnTo>
                    <a:pt x="3231417" y="1597981"/>
                  </a:lnTo>
                  <a:lnTo>
                    <a:pt x="3232232" y="1577467"/>
                  </a:lnTo>
                  <a:lnTo>
                    <a:pt x="3233047" y="1599318"/>
                  </a:lnTo>
                  <a:lnTo>
                    <a:pt x="3233862" y="1507410"/>
                  </a:lnTo>
                  <a:lnTo>
                    <a:pt x="3234676" y="1445603"/>
                  </a:lnTo>
                  <a:lnTo>
                    <a:pt x="3235491" y="1489706"/>
                  </a:lnTo>
                  <a:lnTo>
                    <a:pt x="3236306" y="1563782"/>
                  </a:lnTo>
                  <a:lnTo>
                    <a:pt x="3237121" y="1520262"/>
                  </a:lnTo>
                  <a:lnTo>
                    <a:pt x="3237935" y="1490482"/>
                  </a:lnTo>
                  <a:lnTo>
                    <a:pt x="3238750" y="1501727"/>
                  </a:lnTo>
                  <a:lnTo>
                    <a:pt x="3239565" y="1597339"/>
                  </a:lnTo>
                  <a:lnTo>
                    <a:pt x="3240380" y="1601511"/>
                  </a:lnTo>
                  <a:lnTo>
                    <a:pt x="3241195" y="1566799"/>
                  </a:lnTo>
                  <a:lnTo>
                    <a:pt x="3242009" y="1525325"/>
                  </a:lnTo>
                  <a:lnTo>
                    <a:pt x="3242824" y="1584810"/>
                  </a:lnTo>
                  <a:lnTo>
                    <a:pt x="3243639" y="1617103"/>
                  </a:lnTo>
                  <a:lnTo>
                    <a:pt x="3244454" y="1570968"/>
                  </a:lnTo>
                  <a:lnTo>
                    <a:pt x="3245268" y="1513213"/>
                  </a:lnTo>
                  <a:lnTo>
                    <a:pt x="3246083" y="1535965"/>
                  </a:lnTo>
                  <a:lnTo>
                    <a:pt x="3246898" y="1567990"/>
                  </a:lnTo>
                  <a:lnTo>
                    <a:pt x="3247713" y="1585214"/>
                  </a:lnTo>
                  <a:lnTo>
                    <a:pt x="3248528" y="1560465"/>
                  </a:lnTo>
                  <a:lnTo>
                    <a:pt x="3249342" y="1566294"/>
                  </a:lnTo>
                  <a:lnTo>
                    <a:pt x="3250157" y="1605723"/>
                  </a:lnTo>
                  <a:lnTo>
                    <a:pt x="3250972" y="1622815"/>
                  </a:lnTo>
                  <a:lnTo>
                    <a:pt x="3251787" y="1623932"/>
                  </a:lnTo>
                  <a:lnTo>
                    <a:pt x="3252601" y="1634314"/>
                  </a:lnTo>
                  <a:lnTo>
                    <a:pt x="3253416" y="1618142"/>
                  </a:lnTo>
                  <a:lnTo>
                    <a:pt x="3254231" y="1639809"/>
                  </a:lnTo>
                  <a:lnTo>
                    <a:pt x="3255046" y="1633135"/>
                  </a:lnTo>
                  <a:lnTo>
                    <a:pt x="3255861" y="1639642"/>
                  </a:lnTo>
                  <a:lnTo>
                    <a:pt x="3256675" y="1631886"/>
                  </a:lnTo>
                  <a:lnTo>
                    <a:pt x="3257490" y="1651186"/>
                  </a:lnTo>
                  <a:lnTo>
                    <a:pt x="3258305" y="1619933"/>
                  </a:lnTo>
                  <a:lnTo>
                    <a:pt x="3259120" y="1624642"/>
                  </a:lnTo>
                  <a:lnTo>
                    <a:pt x="3259934" y="1617858"/>
                  </a:lnTo>
                  <a:lnTo>
                    <a:pt x="3260749" y="1571538"/>
                  </a:lnTo>
                  <a:lnTo>
                    <a:pt x="3261564" y="1632736"/>
                  </a:lnTo>
                  <a:lnTo>
                    <a:pt x="3262379" y="1637239"/>
                  </a:lnTo>
                  <a:lnTo>
                    <a:pt x="3263194" y="1584910"/>
                  </a:lnTo>
                  <a:lnTo>
                    <a:pt x="3264008" y="1607870"/>
                  </a:lnTo>
                  <a:lnTo>
                    <a:pt x="3264823" y="1644361"/>
                  </a:lnTo>
                  <a:lnTo>
                    <a:pt x="3265638" y="1671353"/>
                  </a:lnTo>
                  <a:lnTo>
                    <a:pt x="3266453" y="1729542"/>
                  </a:lnTo>
                  <a:lnTo>
                    <a:pt x="3267268" y="1721619"/>
                  </a:lnTo>
                  <a:lnTo>
                    <a:pt x="3268082" y="1756701"/>
                  </a:lnTo>
                  <a:lnTo>
                    <a:pt x="3268897" y="1722081"/>
                  </a:lnTo>
                  <a:lnTo>
                    <a:pt x="3269712" y="1727913"/>
                  </a:lnTo>
                  <a:lnTo>
                    <a:pt x="3270527" y="1745633"/>
                  </a:lnTo>
                  <a:lnTo>
                    <a:pt x="3271341" y="1756701"/>
                  </a:lnTo>
                  <a:lnTo>
                    <a:pt x="3272156" y="1712833"/>
                  </a:lnTo>
                  <a:lnTo>
                    <a:pt x="3272971" y="1657196"/>
                  </a:lnTo>
                  <a:lnTo>
                    <a:pt x="3273786" y="1672857"/>
                  </a:lnTo>
                  <a:lnTo>
                    <a:pt x="3274601" y="1661646"/>
                  </a:lnTo>
                  <a:lnTo>
                    <a:pt x="3275415" y="1678656"/>
                  </a:lnTo>
                  <a:lnTo>
                    <a:pt x="3276230" y="1661142"/>
                  </a:lnTo>
                  <a:lnTo>
                    <a:pt x="3277045" y="1669243"/>
                  </a:lnTo>
                  <a:lnTo>
                    <a:pt x="3277860" y="1692603"/>
                  </a:lnTo>
                  <a:lnTo>
                    <a:pt x="3278674" y="1715011"/>
                  </a:lnTo>
                  <a:lnTo>
                    <a:pt x="3279489" y="1698278"/>
                  </a:lnTo>
                  <a:lnTo>
                    <a:pt x="3280304" y="1684251"/>
                  </a:lnTo>
                  <a:lnTo>
                    <a:pt x="3281119" y="1702372"/>
                  </a:lnTo>
                  <a:lnTo>
                    <a:pt x="3281934" y="1723522"/>
                  </a:lnTo>
                  <a:lnTo>
                    <a:pt x="3282748" y="1711985"/>
                  </a:lnTo>
                  <a:lnTo>
                    <a:pt x="3283563" y="1694306"/>
                  </a:lnTo>
                  <a:lnTo>
                    <a:pt x="3284378" y="1698584"/>
                  </a:lnTo>
                  <a:lnTo>
                    <a:pt x="3285193" y="1734051"/>
                  </a:lnTo>
                  <a:lnTo>
                    <a:pt x="3286007" y="1756701"/>
                  </a:lnTo>
                  <a:lnTo>
                    <a:pt x="3286822" y="1756701"/>
                  </a:lnTo>
                  <a:lnTo>
                    <a:pt x="3287637" y="1756701"/>
                  </a:lnTo>
                  <a:lnTo>
                    <a:pt x="3288452" y="1756215"/>
                  </a:lnTo>
                  <a:lnTo>
                    <a:pt x="3289267" y="1756701"/>
                  </a:lnTo>
                  <a:lnTo>
                    <a:pt x="3290081" y="1756701"/>
                  </a:lnTo>
                  <a:lnTo>
                    <a:pt x="3290896" y="1652802"/>
                  </a:lnTo>
                  <a:lnTo>
                    <a:pt x="3291711" y="1596644"/>
                  </a:lnTo>
                  <a:lnTo>
                    <a:pt x="3292526" y="1559845"/>
                  </a:lnTo>
                  <a:lnTo>
                    <a:pt x="3293340" y="1584032"/>
                  </a:lnTo>
                  <a:lnTo>
                    <a:pt x="3294155" y="1549270"/>
                  </a:lnTo>
                  <a:lnTo>
                    <a:pt x="3294970" y="1594918"/>
                  </a:lnTo>
                  <a:lnTo>
                    <a:pt x="3295785" y="1534837"/>
                  </a:lnTo>
                  <a:lnTo>
                    <a:pt x="3296600" y="1526145"/>
                  </a:lnTo>
                  <a:lnTo>
                    <a:pt x="3297414" y="1608599"/>
                  </a:lnTo>
                  <a:lnTo>
                    <a:pt x="3298229" y="1583583"/>
                  </a:lnTo>
                  <a:lnTo>
                    <a:pt x="3299044" y="1551887"/>
                  </a:lnTo>
                  <a:lnTo>
                    <a:pt x="3299859" y="1603518"/>
                  </a:lnTo>
                  <a:lnTo>
                    <a:pt x="3300673" y="1551088"/>
                  </a:lnTo>
                  <a:lnTo>
                    <a:pt x="3301488" y="1581211"/>
                  </a:lnTo>
                  <a:lnTo>
                    <a:pt x="3302303" y="1579902"/>
                  </a:lnTo>
                  <a:lnTo>
                    <a:pt x="3303118" y="1614523"/>
                  </a:lnTo>
                  <a:lnTo>
                    <a:pt x="3303933" y="1665436"/>
                  </a:lnTo>
                  <a:lnTo>
                    <a:pt x="3304747" y="1648204"/>
                  </a:lnTo>
                  <a:lnTo>
                    <a:pt x="3305562" y="1644485"/>
                  </a:lnTo>
                  <a:lnTo>
                    <a:pt x="3306377" y="1636693"/>
                  </a:lnTo>
                  <a:lnTo>
                    <a:pt x="3307192" y="1585791"/>
                  </a:lnTo>
                  <a:lnTo>
                    <a:pt x="3308007" y="1611612"/>
                  </a:lnTo>
                  <a:lnTo>
                    <a:pt x="3308821" y="1563250"/>
                  </a:lnTo>
                  <a:lnTo>
                    <a:pt x="3309636" y="1581526"/>
                  </a:lnTo>
                  <a:lnTo>
                    <a:pt x="3310451" y="1626720"/>
                  </a:lnTo>
                  <a:lnTo>
                    <a:pt x="3311266" y="1560790"/>
                  </a:lnTo>
                  <a:lnTo>
                    <a:pt x="3312080" y="1559508"/>
                  </a:lnTo>
                  <a:lnTo>
                    <a:pt x="3312895" y="1544365"/>
                  </a:lnTo>
                  <a:lnTo>
                    <a:pt x="3313710" y="1582863"/>
                  </a:lnTo>
                  <a:lnTo>
                    <a:pt x="3314525" y="1561113"/>
                  </a:lnTo>
                  <a:lnTo>
                    <a:pt x="3315340" y="1631176"/>
                  </a:lnTo>
                  <a:lnTo>
                    <a:pt x="3316154" y="1703838"/>
                  </a:lnTo>
                  <a:lnTo>
                    <a:pt x="3316969" y="1706301"/>
                  </a:lnTo>
                  <a:lnTo>
                    <a:pt x="3317784" y="1756701"/>
                  </a:lnTo>
                  <a:lnTo>
                    <a:pt x="3318599" y="1709505"/>
                  </a:lnTo>
                  <a:lnTo>
                    <a:pt x="3319413" y="1747824"/>
                  </a:lnTo>
                  <a:lnTo>
                    <a:pt x="3320228" y="1731336"/>
                  </a:lnTo>
                  <a:lnTo>
                    <a:pt x="3321043" y="1742635"/>
                  </a:lnTo>
                  <a:lnTo>
                    <a:pt x="3321858" y="1735995"/>
                  </a:lnTo>
                  <a:lnTo>
                    <a:pt x="3322673" y="1714409"/>
                  </a:lnTo>
                  <a:lnTo>
                    <a:pt x="3323487" y="1712181"/>
                  </a:lnTo>
                  <a:lnTo>
                    <a:pt x="3324302" y="1689428"/>
                  </a:lnTo>
                  <a:lnTo>
                    <a:pt x="3325117" y="1669965"/>
                  </a:lnTo>
                  <a:lnTo>
                    <a:pt x="3325932" y="1620239"/>
                  </a:lnTo>
                  <a:lnTo>
                    <a:pt x="3326746" y="1560369"/>
                  </a:lnTo>
                  <a:lnTo>
                    <a:pt x="3327561" y="1602849"/>
                  </a:lnTo>
                  <a:lnTo>
                    <a:pt x="3328376" y="1667532"/>
                  </a:lnTo>
                  <a:lnTo>
                    <a:pt x="3329191" y="1664800"/>
                  </a:lnTo>
                  <a:lnTo>
                    <a:pt x="3330006" y="1679714"/>
                  </a:lnTo>
                  <a:lnTo>
                    <a:pt x="3330820" y="1683376"/>
                  </a:lnTo>
                  <a:lnTo>
                    <a:pt x="3331635" y="1746029"/>
                  </a:lnTo>
                  <a:lnTo>
                    <a:pt x="3332450" y="1751902"/>
                  </a:lnTo>
                  <a:lnTo>
                    <a:pt x="3333265" y="1700473"/>
                  </a:lnTo>
                  <a:lnTo>
                    <a:pt x="3334079" y="1705373"/>
                  </a:lnTo>
                  <a:lnTo>
                    <a:pt x="3334894" y="1730527"/>
                  </a:lnTo>
                  <a:lnTo>
                    <a:pt x="3335709" y="1737301"/>
                  </a:lnTo>
                  <a:lnTo>
                    <a:pt x="3336524" y="1755960"/>
                  </a:lnTo>
                  <a:lnTo>
                    <a:pt x="3337339" y="1685083"/>
                  </a:lnTo>
                  <a:lnTo>
                    <a:pt x="3338153" y="1677958"/>
                  </a:lnTo>
                  <a:lnTo>
                    <a:pt x="3338968" y="1673946"/>
                  </a:lnTo>
                  <a:lnTo>
                    <a:pt x="3339783" y="1708845"/>
                  </a:lnTo>
                  <a:lnTo>
                    <a:pt x="3340598" y="1637253"/>
                  </a:lnTo>
                  <a:lnTo>
                    <a:pt x="3341412" y="1588618"/>
                  </a:lnTo>
                  <a:lnTo>
                    <a:pt x="3342227" y="1622678"/>
                  </a:lnTo>
                  <a:lnTo>
                    <a:pt x="3343042" y="1563408"/>
                  </a:lnTo>
                  <a:lnTo>
                    <a:pt x="3343857" y="1576727"/>
                  </a:lnTo>
                  <a:lnTo>
                    <a:pt x="3344672" y="1539194"/>
                  </a:lnTo>
                  <a:lnTo>
                    <a:pt x="3345486" y="1566364"/>
                  </a:lnTo>
                  <a:lnTo>
                    <a:pt x="3346301" y="1577901"/>
                  </a:lnTo>
                  <a:lnTo>
                    <a:pt x="3347116" y="1462810"/>
                  </a:lnTo>
                  <a:lnTo>
                    <a:pt x="3347931" y="1433894"/>
                  </a:lnTo>
                  <a:lnTo>
                    <a:pt x="3348746" y="1461144"/>
                  </a:lnTo>
                  <a:lnTo>
                    <a:pt x="3349560" y="1438084"/>
                  </a:lnTo>
                  <a:lnTo>
                    <a:pt x="3350375" y="1430949"/>
                  </a:lnTo>
                  <a:lnTo>
                    <a:pt x="3351190" y="1475872"/>
                  </a:lnTo>
                  <a:lnTo>
                    <a:pt x="3352005" y="1552346"/>
                  </a:lnTo>
                  <a:lnTo>
                    <a:pt x="3352819" y="1577541"/>
                  </a:lnTo>
                  <a:lnTo>
                    <a:pt x="3353634" y="1557976"/>
                  </a:lnTo>
                  <a:lnTo>
                    <a:pt x="3354449" y="1595551"/>
                  </a:lnTo>
                  <a:lnTo>
                    <a:pt x="3355264" y="1618340"/>
                  </a:lnTo>
                  <a:lnTo>
                    <a:pt x="3356079" y="1588811"/>
                  </a:lnTo>
                  <a:lnTo>
                    <a:pt x="3356893" y="1554986"/>
                  </a:lnTo>
                  <a:lnTo>
                    <a:pt x="3357708" y="1541628"/>
                  </a:lnTo>
                  <a:lnTo>
                    <a:pt x="3358523" y="1533086"/>
                  </a:lnTo>
                  <a:lnTo>
                    <a:pt x="3359338" y="1595077"/>
                  </a:lnTo>
                  <a:lnTo>
                    <a:pt x="3360152" y="1618193"/>
                  </a:lnTo>
                  <a:lnTo>
                    <a:pt x="3360967" y="1613734"/>
                  </a:lnTo>
                  <a:lnTo>
                    <a:pt x="3361782" y="1637809"/>
                  </a:lnTo>
                  <a:lnTo>
                    <a:pt x="3362597" y="1644165"/>
                  </a:lnTo>
                  <a:lnTo>
                    <a:pt x="3363412" y="1625104"/>
                  </a:lnTo>
                  <a:lnTo>
                    <a:pt x="3364226" y="1611711"/>
                  </a:lnTo>
                  <a:lnTo>
                    <a:pt x="3365041" y="1573891"/>
                  </a:lnTo>
                  <a:lnTo>
                    <a:pt x="3365856" y="1589916"/>
                  </a:lnTo>
                  <a:lnTo>
                    <a:pt x="3366671" y="1629109"/>
                  </a:lnTo>
                  <a:lnTo>
                    <a:pt x="3367485" y="1672286"/>
                  </a:lnTo>
                  <a:lnTo>
                    <a:pt x="3368300" y="1683035"/>
                  </a:lnTo>
                  <a:lnTo>
                    <a:pt x="3369115" y="1697443"/>
                  </a:lnTo>
                  <a:lnTo>
                    <a:pt x="3369930" y="1710380"/>
                  </a:lnTo>
                  <a:lnTo>
                    <a:pt x="3370745" y="1686561"/>
                  </a:lnTo>
                  <a:lnTo>
                    <a:pt x="3371559" y="1679352"/>
                  </a:lnTo>
                  <a:lnTo>
                    <a:pt x="3372374" y="1705130"/>
                  </a:lnTo>
                  <a:lnTo>
                    <a:pt x="3373189" y="1663747"/>
                  </a:lnTo>
                  <a:lnTo>
                    <a:pt x="3374004" y="1700029"/>
                  </a:lnTo>
                  <a:lnTo>
                    <a:pt x="3374818" y="1683780"/>
                  </a:lnTo>
                  <a:lnTo>
                    <a:pt x="3375633" y="1700966"/>
                  </a:lnTo>
                  <a:lnTo>
                    <a:pt x="3376448" y="1672764"/>
                  </a:lnTo>
                  <a:lnTo>
                    <a:pt x="3377263" y="1634973"/>
                  </a:lnTo>
                  <a:lnTo>
                    <a:pt x="3378078" y="1618463"/>
                  </a:lnTo>
                  <a:lnTo>
                    <a:pt x="3378892" y="1656375"/>
                  </a:lnTo>
                  <a:lnTo>
                    <a:pt x="3379707" y="1666223"/>
                  </a:lnTo>
                  <a:lnTo>
                    <a:pt x="3380522" y="1686574"/>
                  </a:lnTo>
                  <a:lnTo>
                    <a:pt x="3381337" y="1625754"/>
                  </a:lnTo>
                  <a:lnTo>
                    <a:pt x="3382151" y="1643235"/>
                  </a:lnTo>
                  <a:lnTo>
                    <a:pt x="3382966" y="1635968"/>
                  </a:lnTo>
                  <a:lnTo>
                    <a:pt x="3383781" y="1616998"/>
                  </a:lnTo>
                  <a:lnTo>
                    <a:pt x="3384596" y="1520732"/>
                  </a:lnTo>
                  <a:lnTo>
                    <a:pt x="3385411" y="1546635"/>
                  </a:lnTo>
                  <a:lnTo>
                    <a:pt x="3386225" y="1594588"/>
                  </a:lnTo>
                  <a:lnTo>
                    <a:pt x="3387040" y="1577782"/>
                  </a:lnTo>
                  <a:lnTo>
                    <a:pt x="3387855" y="1614504"/>
                  </a:lnTo>
                  <a:lnTo>
                    <a:pt x="3388670" y="1589273"/>
                  </a:lnTo>
                  <a:lnTo>
                    <a:pt x="3389485" y="1614046"/>
                  </a:lnTo>
                  <a:lnTo>
                    <a:pt x="3390299" y="1621904"/>
                  </a:lnTo>
                  <a:lnTo>
                    <a:pt x="3391114" y="1642162"/>
                  </a:lnTo>
                  <a:lnTo>
                    <a:pt x="3391929" y="1664430"/>
                  </a:lnTo>
                  <a:lnTo>
                    <a:pt x="3392744" y="1637634"/>
                  </a:lnTo>
                  <a:lnTo>
                    <a:pt x="3393558" y="1641804"/>
                  </a:lnTo>
                  <a:lnTo>
                    <a:pt x="3394373" y="1633854"/>
                  </a:lnTo>
                  <a:lnTo>
                    <a:pt x="3395188" y="1662954"/>
                  </a:lnTo>
                  <a:lnTo>
                    <a:pt x="3396003" y="1647429"/>
                  </a:lnTo>
                  <a:lnTo>
                    <a:pt x="3396818" y="1633894"/>
                  </a:lnTo>
                  <a:lnTo>
                    <a:pt x="3397632" y="1664153"/>
                  </a:lnTo>
                  <a:lnTo>
                    <a:pt x="3398447" y="1674820"/>
                  </a:lnTo>
                  <a:lnTo>
                    <a:pt x="3399262" y="1682351"/>
                  </a:lnTo>
                  <a:lnTo>
                    <a:pt x="3400077" y="1654754"/>
                  </a:lnTo>
                  <a:lnTo>
                    <a:pt x="3400891" y="1661608"/>
                  </a:lnTo>
                  <a:lnTo>
                    <a:pt x="3401706" y="1557738"/>
                  </a:lnTo>
                  <a:lnTo>
                    <a:pt x="3402521" y="1556101"/>
                  </a:lnTo>
                  <a:lnTo>
                    <a:pt x="3403336" y="1420365"/>
                  </a:lnTo>
                  <a:lnTo>
                    <a:pt x="3404151" y="1377528"/>
                  </a:lnTo>
                  <a:lnTo>
                    <a:pt x="3404965" y="1305527"/>
                  </a:lnTo>
                  <a:lnTo>
                    <a:pt x="3405780" y="1197938"/>
                  </a:lnTo>
                  <a:lnTo>
                    <a:pt x="3406595" y="1312423"/>
                  </a:lnTo>
                  <a:lnTo>
                    <a:pt x="3407410" y="1271736"/>
                  </a:lnTo>
                  <a:lnTo>
                    <a:pt x="3408224" y="1405542"/>
                  </a:lnTo>
                  <a:lnTo>
                    <a:pt x="3409039" y="1446986"/>
                  </a:lnTo>
                  <a:lnTo>
                    <a:pt x="3409854" y="1352890"/>
                  </a:lnTo>
                  <a:lnTo>
                    <a:pt x="3410669" y="1372884"/>
                  </a:lnTo>
                  <a:lnTo>
                    <a:pt x="3411484" y="1457013"/>
                  </a:lnTo>
                  <a:lnTo>
                    <a:pt x="3412298" y="1458416"/>
                  </a:lnTo>
                  <a:lnTo>
                    <a:pt x="3413113" y="1533819"/>
                  </a:lnTo>
                  <a:lnTo>
                    <a:pt x="3413928" y="1497063"/>
                  </a:lnTo>
                  <a:lnTo>
                    <a:pt x="3414743" y="1443632"/>
                  </a:lnTo>
                  <a:lnTo>
                    <a:pt x="3415557" y="1304179"/>
                  </a:lnTo>
                  <a:lnTo>
                    <a:pt x="3416372" y="1347469"/>
                  </a:lnTo>
                  <a:lnTo>
                    <a:pt x="3417187" y="1453376"/>
                  </a:lnTo>
                  <a:lnTo>
                    <a:pt x="3418002" y="1455702"/>
                  </a:lnTo>
                  <a:lnTo>
                    <a:pt x="3418817" y="1366562"/>
                  </a:lnTo>
                  <a:lnTo>
                    <a:pt x="3419631" y="1380616"/>
                  </a:lnTo>
                  <a:lnTo>
                    <a:pt x="3420446" y="1230593"/>
                  </a:lnTo>
                  <a:lnTo>
                    <a:pt x="3421261" y="1179251"/>
                  </a:lnTo>
                  <a:lnTo>
                    <a:pt x="3422076" y="1188590"/>
                  </a:lnTo>
                  <a:lnTo>
                    <a:pt x="3422890" y="1166304"/>
                  </a:lnTo>
                  <a:lnTo>
                    <a:pt x="3423705" y="1223363"/>
                  </a:lnTo>
                  <a:lnTo>
                    <a:pt x="3424520" y="1325849"/>
                  </a:lnTo>
                  <a:lnTo>
                    <a:pt x="3425335" y="1371373"/>
                  </a:lnTo>
                  <a:lnTo>
                    <a:pt x="3426150" y="1180910"/>
                  </a:lnTo>
                  <a:lnTo>
                    <a:pt x="3426964" y="1146046"/>
                  </a:lnTo>
                  <a:lnTo>
                    <a:pt x="3427779" y="1069694"/>
                  </a:lnTo>
                  <a:lnTo>
                    <a:pt x="3428594" y="1090999"/>
                  </a:lnTo>
                  <a:lnTo>
                    <a:pt x="3429409" y="1156305"/>
                  </a:lnTo>
                  <a:lnTo>
                    <a:pt x="3430224" y="1051875"/>
                  </a:lnTo>
                  <a:lnTo>
                    <a:pt x="3431038" y="1161324"/>
                  </a:lnTo>
                  <a:lnTo>
                    <a:pt x="3431853" y="1195891"/>
                  </a:lnTo>
                  <a:lnTo>
                    <a:pt x="3432668" y="1286687"/>
                  </a:lnTo>
                  <a:lnTo>
                    <a:pt x="3433483" y="1307621"/>
                  </a:lnTo>
                  <a:lnTo>
                    <a:pt x="3434297" y="1241681"/>
                  </a:lnTo>
                  <a:lnTo>
                    <a:pt x="3435112" y="1409062"/>
                  </a:lnTo>
                  <a:lnTo>
                    <a:pt x="3435927" y="1384593"/>
                  </a:lnTo>
                  <a:lnTo>
                    <a:pt x="3436742" y="1252023"/>
                  </a:lnTo>
                  <a:lnTo>
                    <a:pt x="3437557" y="1398878"/>
                  </a:lnTo>
                  <a:lnTo>
                    <a:pt x="3438371" y="1440359"/>
                  </a:lnTo>
                  <a:lnTo>
                    <a:pt x="3439186" y="1600241"/>
                  </a:lnTo>
                  <a:lnTo>
                    <a:pt x="3440001" y="1605945"/>
                  </a:lnTo>
                  <a:lnTo>
                    <a:pt x="3440816" y="1633612"/>
                  </a:lnTo>
                  <a:lnTo>
                    <a:pt x="3441630" y="1572688"/>
                  </a:lnTo>
                  <a:lnTo>
                    <a:pt x="3442445" y="1500450"/>
                  </a:lnTo>
                  <a:lnTo>
                    <a:pt x="3443260" y="1387869"/>
                  </a:lnTo>
                  <a:lnTo>
                    <a:pt x="3444075" y="1358609"/>
                  </a:lnTo>
                  <a:lnTo>
                    <a:pt x="3444890" y="1444062"/>
                  </a:lnTo>
                  <a:lnTo>
                    <a:pt x="3445704" y="1474511"/>
                  </a:lnTo>
                  <a:lnTo>
                    <a:pt x="3446519" y="1346005"/>
                  </a:lnTo>
                  <a:lnTo>
                    <a:pt x="3447334" y="1295522"/>
                  </a:lnTo>
                  <a:lnTo>
                    <a:pt x="3448149" y="1303146"/>
                  </a:lnTo>
                  <a:lnTo>
                    <a:pt x="3448963" y="1390549"/>
                  </a:lnTo>
                  <a:lnTo>
                    <a:pt x="3449778" y="1462161"/>
                  </a:lnTo>
                  <a:lnTo>
                    <a:pt x="3450593" y="1486910"/>
                  </a:lnTo>
                  <a:lnTo>
                    <a:pt x="3451408" y="1452177"/>
                  </a:lnTo>
                  <a:lnTo>
                    <a:pt x="3452223" y="1461626"/>
                  </a:lnTo>
                  <a:lnTo>
                    <a:pt x="3453037" y="1422551"/>
                  </a:lnTo>
                  <a:lnTo>
                    <a:pt x="3453852" y="1489733"/>
                  </a:lnTo>
                  <a:lnTo>
                    <a:pt x="3454667" y="1446067"/>
                  </a:lnTo>
                  <a:lnTo>
                    <a:pt x="3455482" y="1329572"/>
                  </a:lnTo>
                  <a:lnTo>
                    <a:pt x="3456296" y="1420387"/>
                  </a:lnTo>
                  <a:lnTo>
                    <a:pt x="3457111" y="1557270"/>
                  </a:lnTo>
                  <a:lnTo>
                    <a:pt x="3457926" y="1590963"/>
                  </a:lnTo>
                  <a:lnTo>
                    <a:pt x="3458741" y="1585712"/>
                  </a:lnTo>
                  <a:lnTo>
                    <a:pt x="3459556" y="1616156"/>
                  </a:lnTo>
                  <a:lnTo>
                    <a:pt x="3460370" y="1644614"/>
                  </a:lnTo>
                  <a:lnTo>
                    <a:pt x="3461185" y="1636207"/>
                  </a:lnTo>
                  <a:lnTo>
                    <a:pt x="3462000" y="1578568"/>
                  </a:lnTo>
                  <a:lnTo>
                    <a:pt x="3462815" y="1527016"/>
                  </a:lnTo>
                  <a:lnTo>
                    <a:pt x="3463629" y="1497061"/>
                  </a:lnTo>
                  <a:lnTo>
                    <a:pt x="3464444" y="1601922"/>
                  </a:lnTo>
                  <a:lnTo>
                    <a:pt x="3465259" y="1522507"/>
                  </a:lnTo>
                  <a:lnTo>
                    <a:pt x="3466074" y="1537485"/>
                  </a:lnTo>
                  <a:lnTo>
                    <a:pt x="3466889" y="1490792"/>
                  </a:lnTo>
                  <a:lnTo>
                    <a:pt x="3467703" y="1348699"/>
                  </a:lnTo>
                  <a:lnTo>
                    <a:pt x="3468518" y="1314909"/>
                  </a:lnTo>
                  <a:lnTo>
                    <a:pt x="3469333" y="1341400"/>
                  </a:lnTo>
                  <a:lnTo>
                    <a:pt x="3470148" y="1326594"/>
                  </a:lnTo>
                  <a:lnTo>
                    <a:pt x="3470963" y="1390372"/>
                  </a:lnTo>
                  <a:lnTo>
                    <a:pt x="3471777" y="1324579"/>
                  </a:lnTo>
                  <a:lnTo>
                    <a:pt x="3472592" y="1361608"/>
                  </a:lnTo>
                  <a:lnTo>
                    <a:pt x="3473407" y="1260709"/>
                  </a:lnTo>
                  <a:lnTo>
                    <a:pt x="3474222" y="1359308"/>
                  </a:lnTo>
                  <a:lnTo>
                    <a:pt x="3475036" y="1369247"/>
                  </a:lnTo>
                  <a:lnTo>
                    <a:pt x="3475851" y="1470585"/>
                  </a:lnTo>
                  <a:lnTo>
                    <a:pt x="3476666" y="1517004"/>
                  </a:lnTo>
                  <a:lnTo>
                    <a:pt x="3477481" y="1406952"/>
                  </a:lnTo>
                  <a:lnTo>
                    <a:pt x="3478296" y="1470033"/>
                  </a:lnTo>
                  <a:lnTo>
                    <a:pt x="3479110" y="1445925"/>
                  </a:lnTo>
                  <a:lnTo>
                    <a:pt x="3479925" y="1480559"/>
                  </a:lnTo>
                  <a:lnTo>
                    <a:pt x="3480740" y="1576652"/>
                  </a:lnTo>
                  <a:lnTo>
                    <a:pt x="3481555" y="1575900"/>
                  </a:lnTo>
                  <a:lnTo>
                    <a:pt x="3482369" y="1582117"/>
                  </a:lnTo>
                  <a:lnTo>
                    <a:pt x="3483184" y="1631172"/>
                  </a:lnTo>
                  <a:lnTo>
                    <a:pt x="3483999" y="1592917"/>
                  </a:lnTo>
                  <a:lnTo>
                    <a:pt x="3484814" y="1663784"/>
                  </a:lnTo>
                  <a:lnTo>
                    <a:pt x="3485629" y="1599497"/>
                  </a:lnTo>
                  <a:lnTo>
                    <a:pt x="3486443" y="1597131"/>
                  </a:lnTo>
                  <a:lnTo>
                    <a:pt x="3487258" y="1565352"/>
                  </a:lnTo>
                  <a:lnTo>
                    <a:pt x="3488073" y="1637633"/>
                  </a:lnTo>
                  <a:lnTo>
                    <a:pt x="3488888" y="1694790"/>
                  </a:lnTo>
                  <a:lnTo>
                    <a:pt x="3489702" y="1655812"/>
                  </a:lnTo>
                  <a:lnTo>
                    <a:pt x="3490517" y="1619837"/>
                  </a:lnTo>
                  <a:lnTo>
                    <a:pt x="3491332" y="1664702"/>
                  </a:lnTo>
                  <a:lnTo>
                    <a:pt x="3492147" y="1647692"/>
                  </a:lnTo>
                  <a:lnTo>
                    <a:pt x="3492962" y="1614650"/>
                  </a:lnTo>
                  <a:lnTo>
                    <a:pt x="3493776" y="1525745"/>
                  </a:lnTo>
                  <a:lnTo>
                    <a:pt x="3494591" y="1464323"/>
                  </a:lnTo>
                  <a:lnTo>
                    <a:pt x="3495406" y="1491463"/>
                  </a:lnTo>
                  <a:lnTo>
                    <a:pt x="3496221" y="1526664"/>
                  </a:lnTo>
                  <a:lnTo>
                    <a:pt x="3497035" y="1537239"/>
                  </a:lnTo>
                  <a:lnTo>
                    <a:pt x="3497850" y="1576429"/>
                  </a:lnTo>
                  <a:lnTo>
                    <a:pt x="3498665" y="1545074"/>
                  </a:lnTo>
                  <a:lnTo>
                    <a:pt x="3499480" y="1645748"/>
                  </a:lnTo>
                  <a:lnTo>
                    <a:pt x="3500295" y="1595552"/>
                  </a:lnTo>
                  <a:lnTo>
                    <a:pt x="3501109" y="1513982"/>
                  </a:lnTo>
                  <a:lnTo>
                    <a:pt x="3501924" y="1483775"/>
                  </a:lnTo>
                  <a:lnTo>
                    <a:pt x="3502739" y="1481162"/>
                  </a:lnTo>
                  <a:lnTo>
                    <a:pt x="3503554" y="1532773"/>
                  </a:lnTo>
                  <a:lnTo>
                    <a:pt x="3504368" y="1589575"/>
                  </a:lnTo>
                  <a:lnTo>
                    <a:pt x="3505183" y="1597282"/>
                  </a:lnTo>
                  <a:lnTo>
                    <a:pt x="3505998" y="1594966"/>
                  </a:lnTo>
                  <a:lnTo>
                    <a:pt x="3506813" y="1560851"/>
                  </a:lnTo>
                  <a:lnTo>
                    <a:pt x="3507628" y="1498971"/>
                  </a:lnTo>
                  <a:lnTo>
                    <a:pt x="3508442" y="1561420"/>
                  </a:lnTo>
                  <a:lnTo>
                    <a:pt x="3509257" y="1635736"/>
                  </a:lnTo>
                  <a:lnTo>
                    <a:pt x="3510072" y="1642123"/>
                  </a:lnTo>
                  <a:lnTo>
                    <a:pt x="3510887" y="1692316"/>
                  </a:lnTo>
                  <a:lnTo>
                    <a:pt x="3511702" y="1652788"/>
                  </a:lnTo>
                  <a:lnTo>
                    <a:pt x="3512516" y="1635913"/>
                  </a:lnTo>
                  <a:lnTo>
                    <a:pt x="3513331" y="1564588"/>
                  </a:lnTo>
                  <a:lnTo>
                    <a:pt x="3514146" y="1593744"/>
                  </a:lnTo>
                  <a:lnTo>
                    <a:pt x="3514961" y="1544966"/>
                  </a:lnTo>
                  <a:lnTo>
                    <a:pt x="3515775" y="1481957"/>
                  </a:lnTo>
                  <a:lnTo>
                    <a:pt x="3516590" y="1498730"/>
                  </a:lnTo>
                  <a:lnTo>
                    <a:pt x="3517405" y="1529952"/>
                  </a:lnTo>
                  <a:lnTo>
                    <a:pt x="3518220" y="1479058"/>
                  </a:lnTo>
                  <a:lnTo>
                    <a:pt x="3519035" y="1461019"/>
                  </a:lnTo>
                  <a:lnTo>
                    <a:pt x="3519849" y="1334744"/>
                  </a:lnTo>
                  <a:lnTo>
                    <a:pt x="3520664" y="1280306"/>
                  </a:lnTo>
                  <a:lnTo>
                    <a:pt x="3521479" y="1279134"/>
                  </a:lnTo>
                  <a:lnTo>
                    <a:pt x="3522294" y="1178444"/>
                  </a:lnTo>
                  <a:lnTo>
                    <a:pt x="3523108" y="1176480"/>
                  </a:lnTo>
                  <a:lnTo>
                    <a:pt x="3523923" y="1109251"/>
                  </a:lnTo>
                  <a:lnTo>
                    <a:pt x="3524738" y="1108023"/>
                  </a:lnTo>
                  <a:lnTo>
                    <a:pt x="3525553" y="1141330"/>
                  </a:lnTo>
                  <a:lnTo>
                    <a:pt x="3526368" y="1188035"/>
                  </a:lnTo>
                  <a:lnTo>
                    <a:pt x="3527182" y="1178852"/>
                  </a:lnTo>
                  <a:lnTo>
                    <a:pt x="3527997" y="1178114"/>
                  </a:lnTo>
                  <a:lnTo>
                    <a:pt x="3528812" y="1151801"/>
                  </a:lnTo>
                  <a:lnTo>
                    <a:pt x="3529627" y="1158450"/>
                  </a:lnTo>
                  <a:lnTo>
                    <a:pt x="3530441" y="1220712"/>
                  </a:lnTo>
                  <a:lnTo>
                    <a:pt x="3531256" y="1240582"/>
                  </a:lnTo>
                  <a:lnTo>
                    <a:pt x="3532071" y="1294601"/>
                  </a:lnTo>
                  <a:lnTo>
                    <a:pt x="3532886" y="1246338"/>
                  </a:lnTo>
                  <a:lnTo>
                    <a:pt x="3533701" y="1251508"/>
                  </a:lnTo>
                  <a:lnTo>
                    <a:pt x="3534515" y="1293549"/>
                  </a:lnTo>
                  <a:lnTo>
                    <a:pt x="3535330" y="1246889"/>
                  </a:lnTo>
                  <a:lnTo>
                    <a:pt x="3536145" y="1373931"/>
                  </a:lnTo>
                  <a:lnTo>
                    <a:pt x="3536960" y="1450088"/>
                  </a:lnTo>
                  <a:lnTo>
                    <a:pt x="3537774" y="1519064"/>
                  </a:lnTo>
                  <a:lnTo>
                    <a:pt x="3538589" y="1590040"/>
                  </a:lnTo>
                  <a:lnTo>
                    <a:pt x="3539404" y="1593101"/>
                  </a:lnTo>
                  <a:lnTo>
                    <a:pt x="3540219" y="1608658"/>
                  </a:lnTo>
                  <a:lnTo>
                    <a:pt x="3541034" y="1571428"/>
                  </a:lnTo>
                  <a:lnTo>
                    <a:pt x="3541848" y="1578245"/>
                  </a:lnTo>
                  <a:lnTo>
                    <a:pt x="3542663" y="1602053"/>
                  </a:lnTo>
                  <a:lnTo>
                    <a:pt x="3543478" y="1609551"/>
                  </a:lnTo>
                  <a:lnTo>
                    <a:pt x="3544293" y="1633751"/>
                  </a:lnTo>
                  <a:lnTo>
                    <a:pt x="3545108" y="1645635"/>
                  </a:lnTo>
                  <a:lnTo>
                    <a:pt x="3545922" y="1678444"/>
                  </a:lnTo>
                  <a:lnTo>
                    <a:pt x="3546737" y="1692755"/>
                  </a:lnTo>
                  <a:lnTo>
                    <a:pt x="3547552" y="1673982"/>
                  </a:lnTo>
                  <a:lnTo>
                    <a:pt x="3548367" y="1652556"/>
                  </a:lnTo>
                  <a:lnTo>
                    <a:pt x="3549181" y="1640457"/>
                  </a:lnTo>
                  <a:lnTo>
                    <a:pt x="3549996" y="1585361"/>
                  </a:lnTo>
                  <a:lnTo>
                    <a:pt x="3550811" y="1595439"/>
                  </a:lnTo>
                  <a:lnTo>
                    <a:pt x="3551626" y="1625295"/>
                  </a:lnTo>
                  <a:lnTo>
                    <a:pt x="3552441" y="1634751"/>
                  </a:lnTo>
                  <a:lnTo>
                    <a:pt x="3553255" y="1643195"/>
                  </a:lnTo>
                  <a:lnTo>
                    <a:pt x="3554070" y="1636843"/>
                  </a:lnTo>
                  <a:lnTo>
                    <a:pt x="3554885" y="1597492"/>
                  </a:lnTo>
                  <a:lnTo>
                    <a:pt x="3555700" y="1606092"/>
                  </a:lnTo>
                  <a:lnTo>
                    <a:pt x="3556514" y="1574803"/>
                  </a:lnTo>
                  <a:lnTo>
                    <a:pt x="3557329" y="1579696"/>
                  </a:lnTo>
                  <a:lnTo>
                    <a:pt x="3558144" y="1523341"/>
                  </a:lnTo>
                  <a:lnTo>
                    <a:pt x="3558959" y="1496521"/>
                  </a:lnTo>
                  <a:lnTo>
                    <a:pt x="3559774" y="1425945"/>
                  </a:lnTo>
                  <a:lnTo>
                    <a:pt x="3560588" y="1481542"/>
                  </a:lnTo>
                  <a:lnTo>
                    <a:pt x="3561403" y="1521534"/>
                  </a:lnTo>
                  <a:lnTo>
                    <a:pt x="3562218" y="1550236"/>
                  </a:lnTo>
                  <a:lnTo>
                    <a:pt x="3563033" y="1543946"/>
                  </a:lnTo>
                  <a:lnTo>
                    <a:pt x="3563847" y="1593323"/>
                  </a:lnTo>
                  <a:lnTo>
                    <a:pt x="3564662" y="1614068"/>
                  </a:lnTo>
                  <a:lnTo>
                    <a:pt x="3565477" y="1598492"/>
                  </a:lnTo>
                  <a:lnTo>
                    <a:pt x="3566292" y="1587374"/>
                  </a:lnTo>
                  <a:lnTo>
                    <a:pt x="3567107" y="1509167"/>
                  </a:lnTo>
                  <a:lnTo>
                    <a:pt x="3567921" y="1550497"/>
                  </a:lnTo>
                  <a:lnTo>
                    <a:pt x="3568736" y="1550325"/>
                  </a:lnTo>
                  <a:lnTo>
                    <a:pt x="3569551" y="1519468"/>
                  </a:lnTo>
                  <a:lnTo>
                    <a:pt x="3570366" y="1448037"/>
                  </a:lnTo>
                  <a:lnTo>
                    <a:pt x="3571180" y="1496112"/>
                  </a:lnTo>
                  <a:lnTo>
                    <a:pt x="3571995" y="1428423"/>
                  </a:lnTo>
                  <a:lnTo>
                    <a:pt x="3572810" y="1419928"/>
                  </a:lnTo>
                  <a:lnTo>
                    <a:pt x="3573625" y="1369707"/>
                  </a:lnTo>
                  <a:lnTo>
                    <a:pt x="3574440" y="1449620"/>
                  </a:lnTo>
                  <a:lnTo>
                    <a:pt x="3575254" y="1524924"/>
                  </a:lnTo>
                  <a:lnTo>
                    <a:pt x="3576069" y="1521426"/>
                  </a:lnTo>
                  <a:lnTo>
                    <a:pt x="3576884" y="1535552"/>
                  </a:lnTo>
                  <a:lnTo>
                    <a:pt x="3577699" y="1564644"/>
                  </a:lnTo>
                  <a:lnTo>
                    <a:pt x="3578513" y="1587213"/>
                  </a:lnTo>
                  <a:lnTo>
                    <a:pt x="3579328" y="1609547"/>
                  </a:lnTo>
                  <a:lnTo>
                    <a:pt x="3580143" y="1558485"/>
                  </a:lnTo>
                  <a:lnTo>
                    <a:pt x="3580958" y="1592614"/>
                  </a:lnTo>
                  <a:lnTo>
                    <a:pt x="3581773" y="1615385"/>
                  </a:lnTo>
                  <a:lnTo>
                    <a:pt x="3582587" y="1612327"/>
                  </a:lnTo>
                  <a:lnTo>
                    <a:pt x="3583402" y="1628700"/>
                  </a:lnTo>
                  <a:lnTo>
                    <a:pt x="3584217" y="1605508"/>
                  </a:lnTo>
                  <a:lnTo>
                    <a:pt x="3585032" y="1598833"/>
                  </a:lnTo>
                  <a:lnTo>
                    <a:pt x="3585847" y="1599746"/>
                  </a:lnTo>
                  <a:lnTo>
                    <a:pt x="3586661" y="1524043"/>
                  </a:lnTo>
                  <a:lnTo>
                    <a:pt x="3587476" y="1467741"/>
                  </a:lnTo>
                  <a:lnTo>
                    <a:pt x="3588291" y="1380130"/>
                  </a:lnTo>
                  <a:lnTo>
                    <a:pt x="3589106" y="1326560"/>
                  </a:lnTo>
                  <a:lnTo>
                    <a:pt x="3589920" y="1274732"/>
                  </a:lnTo>
                  <a:lnTo>
                    <a:pt x="3590735" y="1203237"/>
                  </a:lnTo>
                  <a:lnTo>
                    <a:pt x="3591550" y="1241350"/>
                  </a:lnTo>
                  <a:lnTo>
                    <a:pt x="3592365" y="1215614"/>
                  </a:lnTo>
                  <a:lnTo>
                    <a:pt x="3593180" y="1227784"/>
                  </a:lnTo>
                  <a:lnTo>
                    <a:pt x="3593994" y="1202734"/>
                  </a:lnTo>
                  <a:lnTo>
                    <a:pt x="3594809" y="1131912"/>
                  </a:lnTo>
                  <a:lnTo>
                    <a:pt x="3595624" y="1201417"/>
                  </a:lnTo>
                  <a:lnTo>
                    <a:pt x="3596439" y="1249861"/>
                  </a:lnTo>
                  <a:lnTo>
                    <a:pt x="3597253" y="1285682"/>
                  </a:lnTo>
                  <a:lnTo>
                    <a:pt x="3598068" y="1352862"/>
                  </a:lnTo>
                  <a:lnTo>
                    <a:pt x="3598883" y="1400254"/>
                  </a:lnTo>
                  <a:lnTo>
                    <a:pt x="3599698" y="1530926"/>
                  </a:lnTo>
                  <a:lnTo>
                    <a:pt x="3600513" y="1552041"/>
                  </a:lnTo>
                  <a:lnTo>
                    <a:pt x="3601327" y="1490840"/>
                  </a:lnTo>
                  <a:lnTo>
                    <a:pt x="3602142" y="1513594"/>
                  </a:lnTo>
                  <a:lnTo>
                    <a:pt x="3602957" y="1569011"/>
                  </a:lnTo>
                  <a:lnTo>
                    <a:pt x="3603772" y="1564368"/>
                  </a:lnTo>
                  <a:lnTo>
                    <a:pt x="3604586" y="1523510"/>
                  </a:lnTo>
                  <a:lnTo>
                    <a:pt x="3605401" y="1349343"/>
                  </a:lnTo>
                  <a:lnTo>
                    <a:pt x="3606216" y="1342420"/>
                  </a:lnTo>
                  <a:lnTo>
                    <a:pt x="3607031" y="1274033"/>
                  </a:lnTo>
                  <a:lnTo>
                    <a:pt x="3607846" y="1288261"/>
                  </a:lnTo>
                  <a:lnTo>
                    <a:pt x="3608660" y="1232031"/>
                  </a:lnTo>
                  <a:lnTo>
                    <a:pt x="3609475" y="1243544"/>
                  </a:lnTo>
                  <a:lnTo>
                    <a:pt x="3610290" y="1336902"/>
                  </a:lnTo>
                  <a:lnTo>
                    <a:pt x="3611105" y="1189556"/>
                  </a:lnTo>
                  <a:lnTo>
                    <a:pt x="3611919" y="1177252"/>
                  </a:lnTo>
                  <a:lnTo>
                    <a:pt x="3612734" y="1079515"/>
                  </a:lnTo>
                  <a:lnTo>
                    <a:pt x="3613549" y="1045409"/>
                  </a:lnTo>
                  <a:lnTo>
                    <a:pt x="3614364" y="1056001"/>
                  </a:lnTo>
                  <a:lnTo>
                    <a:pt x="3615179" y="1007089"/>
                  </a:lnTo>
                  <a:lnTo>
                    <a:pt x="3615993" y="1080564"/>
                  </a:lnTo>
                  <a:lnTo>
                    <a:pt x="3616808" y="1140195"/>
                  </a:lnTo>
                  <a:lnTo>
                    <a:pt x="3617623" y="1120125"/>
                  </a:lnTo>
                  <a:lnTo>
                    <a:pt x="3618438" y="1165596"/>
                  </a:lnTo>
                  <a:lnTo>
                    <a:pt x="3619252" y="1189663"/>
                  </a:lnTo>
                  <a:lnTo>
                    <a:pt x="3620067" y="1265209"/>
                  </a:lnTo>
                  <a:lnTo>
                    <a:pt x="3620882" y="1369531"/>
                  </a:lnTo>
                  <a:lnTo>
                    <a:pt x="3621697" y="1354192"/>
                  </a:lnTo>
                  <a:lnTo>
                    <a:pt x="3622512" y="1424981"/>
                  </a:lnTo>
                  <a:lnTo>
                    <a:pt x="3623326" y="1408263"/>
                  </a:lnTo>
                  <a:lnTo>
                    <a:pt x="3624141" y="1365758"/>
                  </a:lnTo>
                  <a:lnTo>
                    <a:pt x="3624956" y="1308972"/>
                  </a:lnTo>
                  <a:lnTo>
                    <a:pt x="3625771" y="1298167"/>
                  </a:lnTo>
                  <a:lnTo>
                    <a:pt x="3626586" y="1359461"/>
                  </a:lnTo>
                  <a:lnTo>
                    <a:pt x="3627400" y="1275261"/>
                  </a:lnTo>
                  <a:lnTo>
                    <a:pt x="3628215" y="1171808"/>
                  </a:lnTo>
                  <a:lnTo>
                    <a:pt x="3629030" y="1189640"/>
                  </a:lnTo>
                  <a:lnTo>
                    <a:pt x="3629845" y="1340689"/>
                  </a:lnTo>
                  <a:lnTo>
                    <a:pt x="3630659" y="1322063"/>
                  </a:lnTo>
                  <a:lnTo>
                    <a:pt x="3631474" y="1376746"/>
                  </a:lnTo>
                  <a:lnTo>
                    <a:pt x="3632289" y="1363836"/>
                  </a:lnTo>
                  <a:lnTo>
                    <a:pt x="3633104" y="1300050"/>
                  </a:lnTo>
                  <a:lnTo>
                    <a:pt x="3633919" y="1316504"/>
                  </a:lnTo>
                  <a:lnTo>
                    <a:pt x="3634733" y="1360494"/>
                  </a:lnTo>
                  <a:lnTo>
                    <a:pt x="3635548" y="1229255"/>
                  </a:lnTo>
                  <a:lnTo>
                    <a:pt x="3636363" y="1301488"/>
                  </a:lnTo>
                  <a:lnTo>
                    <a:pt x="3637178" y="1306371"/>
                  </a:lnTo>
                  <a:lnTo>
                    <a:pt x="3637992" y="1180530"/>
                  </a:lnTo>
                  <a:lnTo>
                    <a:pt x="3638807" y="1247592"/>
                  </a:lnTo>
                  <a:lnTo>
                    <a:pt x="3639622" y="1200688"/>
                  </a:lnTo>
                  <a:lnTo>
                    <a:pt x="3640437" y="1186921"/>
                  </a:lnTo>
                  <a:lnTo>
                    <a:pt x="3641252" y="1146426"/>
                  </a:lnTo>
                  <a:lnTo>
                    <a:pt x="3642066" y="1146588"/>
                  </a:lnTo>
                  <a:lnTo>
                    <a:pt x="3642881" y="1130678"/>
                  </a:lnTo>
                  <a:lnTo>
                    <a:pt x="3643696" y="1203367"/>
                  </a:lnTo>
                  <a:lnTo>
                    <a:pt x="3644511" y="1371600"/>
                  </a:lnTo>
                  <a:lnTo>
                    <a:pt x="3645325" y="1406897"/>
                  </a:lnTo>
                  <a:lnTo>
                    <a:pt x="3646140" y="1499226"/>
                  </a:lnTo>
                  <a:lnTo>
                    <a:pt x="3646955" y="1437570"/>
                  </a:lnTo>
                  <a:lnTo>
                    <a:pt x="3647770" y="1411391"/>
                  </a:lnTo>
                  <a:lnTo>
                    <a:pt x="3648585" y="1452759"/>
                  </a:lnTo>
                  <a:lnTo>
                    <a:pt x="3649399" y="1537588"/>
                  </a:lnTo>
                  <a:lnTo>
                    <a:pt x="3650214" y="1478686"/>
                  </a:lnTo>
                  <a:lnTo>
                    <a:pt x="3651029" y="1376008"/>
                  </a:lnTo>
                  <a:lnTo>
                    <a:pt x="3651844" y="1386725"/>
                  </a:lnTo>
                  <a:lnTo>
                    <a:pt x="3652658" y="1421828"/>
                  </a:lnTo>
                  <a:lnTo>
                    <a:pt x="3653473" y="1454344"/>
                  </a:lnTo>
                  <a:lnTo>
                    <a:pt x="3654288" y="1437221"/>
                  </a:lnTo>
                  <a:lnTo>
                    <a:pt x="3655103" y="1101694"/>
                  </a:lnTo>
                  <a:lnTo>
                    <a:pt x="3655918" y="1112314"/>
                  </a:lnTo>
                  <a:lnTo>
                    <a:pt x="3656732" y="1150334"/>
                  </a:lnTo>
                  <a:lnTo>
                    <a:pt x="3657547" y="1198209"/>
                  </a:lnTo>
                  <a:lnTo>
                    <a:pt x="3658362" y="1163092"/>
                  </a:lnTo>
                  <a:lnTo>
                    <a:pt x="3659177" y="1079860"/>
                  </a:lnTo>
                  <a:lnTo>
                    <a:pt x="3659991" y="1029219"/>
                  </a:lnTo>
                  <a:lnTo>
                    <a:pt x="3660806" y="926011"/>
                  </a:lnTo>
                  <a:lnTo>
                    <a:pt x="3661621" y="912246"/>
                  </a:lnTo>
                  <a:lnTo>
                    <a:pt x="3662436" y="908584"/>
                  </a:lnTo>
                  <a:lnTo>
                    <a:pt x="3663251" y="920776"/>
                  </a:lnTo>
                  <a:lnTo>
                    <a:pt x="3664065" y="959785"/>
                  </a:lnTo>
                  <a:lnTo>
                    <a:pt x="3664880" y="1040255"/>
                  </a:lnTo>
                  <a:lnTo>
                    <a:pt x="3665695" y="955918"/>
                  </a:lnTo>
                  <a:lnTo>
                    <a:pt x="3666510" y="841561"/>
                  </a:lnTo>
                  <a:lnTo>
                    <a:pt x="3667325" y="784183"/>
                  </a:lnTo>
                  <a:lnTo>
                    <a:pt x="3668139" y="687704"/>
                  </a:lnTo>
                  <a:lnTo>
                    <a:pt x="3668954" y="748110"/>
                  </a:lnTo>
                  <a:lnTo>
                    <a:pt x="3669769" y="676779"/>
                  </a:lnTo>
                  <a:lnTo>
                    <a:pt x="3670584" y="697700"/>
                  </a:lnTo>
                  <a:lnTo>
                    <a:pt x="3671398" y="622061"/>
                  </a:lnTo>
                  <a:lnTo>
                    <a:pt x="3672213" y="675503"/>
                  </a:lnTo>
                  <a:lnTo>
                    <a:pt x="3673028" y="497772"/>
                  </a:lnTo>
                  <a:lnTo>
                    <a:pt x="3673843" y="551529"/>
                  </a:lnTo>
                  <a:lnTo>
                    <a:pt x="3674658" y="420318"/>
                  </a:lnTo>
                  <a:lnTo>
                    <a:pt x="3675472" y="338875"/>
                  </a:lnTo>
                  <a:lnTo>
                    <a:pt x="3676287" y="391185"/>
                  </a:lnTo>
                  <a:lnTo>
                    <a:pt x="3677102" y="464384"/>
                  </a:lnTo>
                  <a:lnTo>
                    <a:pt x="3677917" y="545455"/>
                  </a:lnTo>
                  <a:lnTo>
                    <a:pt x="3678731" y="369271"/>
                  </a:lnTo>
                  <a:lnTo>
                    <a:pt x="3679546" y="469817"/>
                  </a:lnTo>
                  <a:lnTo>
                    <a:pt x="3680361" y="424060"/>
                  </a:lnTo>
                  <a:lnTo>
                    <a:pt x="3681176" y="469740"/>
                  </a:lnTo>
                  <a:lnTo>
                    <a:pt x="3681991" y="530297"/>
                  </a:lnTo>
                  <a:lnTo>
                    <a:pt x="3682805" y="577704"/>
                  </a:lnTo>
                  <a:lnTo>
                    <a:pt x="3683620" y="463824"/>
                  </a:lnTo>
                  <a:lnTo>
                    <a:pt x="3684435" y="469221"/>
                  </a:lnTo>
                  <a:lnTo>
                    <a:pt x="3685250" y="597170"/>
                  </a:lnTo>
                  <a:lnTo>
                    <a:pt x="3686064" y="545815"/>
                  </a:lnTo>
                  <a:lnTo>
                    <a:pt x="3686879" y="648875"/>
                  </a:lnTo>
                  <a:lnTo>
                    <a:pt x="3687694" y="743525"/>
                  </a:lnTo>
                  <a:lnTo>
                    <a:pt x="3688509" y="831924"/>
                  </a:lnTo>
                  <a:lnTo>
                    <a:pt x="3689324" y="841255"/>
                  </a:lnTo>
                  <a:lnTo>
                    <a:pt x="3690138" y="939076"/>
                  </a:lnTo>
                  <a:lnTo>
                    <a:pt x="3690953" y="949772"/>
                  </a:lnTo>
                  <a:lnTo>
                    <a:pt x="3691768" y="891843"/>
                  </a:lnTo>
                  <a:lnTo>
                    <a:pt x="3692583" y="920837"/>
                  </a:lnTo>
                  <a:lnTo>
                    <a:pt x="3693397" y="1036773"/>
                  </a:lnTo>
                  <a:lnTo>
                    <a:pt x="3694212" y="1068506"/>
                  </a:lnTo>
                  <a:lnTo>
                    <a:pt x="3695027" y="1045919"/>
                  </a:lnTo>
                  <a:lnTo>
                    <a:pt x="3695842" y="896990"/>
                  </a:lnTo>
                  <a:lnTo>
                    <a:pt x="3696657" y="981096"/>
                  </a:lnTo>
                  <a:lnTo>
                    <a:pt x="3697471" y="983508"/>
                  </a:lnTo>
                  <a:lnTo>
                    <a:pt x="3698286" y="1020184"/>
                  </a:lnTo>
                  <a:lnTo>
                    <a:pt x="3699101" y="979866"/>
                  </a:lnTo>
                  <a:lnTo>
                    <a:pt x="3699916" y="1008325"/>
                  </a:lnTo>
                  <a:lnTo>
                    <a:pt x="3700730" y="976049"/>
                  </a:lnTo>
                  <a:lnTo>
                    <a:pt x="3701545" y="909152"/>
                  </a:lnTo>
                  <a:lnTo>
                    <a:pt x="3702360" y="947911"/>
                  </a:lnTo>
                  <a:lnTo>
                    <a:pt x="3703175" y="1028024"/>
                  </a:lnTo>
                  <a:lnTo>
                    <a:pt x="3703990" y="1115854"/>
                  </a:lnTo>
                  <a:lnTo>
                    <a:pt x="3704804" y="1133980"/>
                  </a:lnTo>
                  <a:lnTo>
                    <a:pt x="3705619" y="1140636"/>
                  </a:lnTo>
                  <a:lnTo>
                    <a:pt x="3706434" y="1290836"/>
                  </a:lnTo>
                  <a:lnTo>
                    <a:pt x="3707249" y="1172200"/>
                  </a:lnTo>
                  <a:lnTo>
                    <a:pt x="3708064" y="1091625"/>
                  </a:lnTo>
                  <a:lnTo>
                    <a:pt x="3708878" y="1194996"/>
                  </a:lnTo>
                  <a:lnTo>
                    <a:pt x="3709693" y="1219556"/>
                  </a:lnTo>
                  <a:lnTo>
                    <a:pt x="3710508" y="1189524"/>
                  </a:lnTo>
                  <a:lnTo>
                    <a:pt x="3711323" y="1327437"/>
                  </a:lnTo>
                  <a:lnTo>
                    <a:pt x="3712137" y="1415388"/>
                  </a:lnTo>
                  <a:lnTo>
                    <a:pt x="3712952" y="1432079"/>
                  </a:lnTo>
                  <a:lnTo>
                    <a:pt x="3713767" y="1362221"/>
                  </a:lnTo>
                  <a:lnTo>
                    <a:pt x="3714582" y="1251031"/>
                  </a:lnTo>
                  <a:lnTo>
                    <a:pt x="3715397" y="1268906"/>
                  </a:lnTo>
                  <a:lnTo>
                    <a:pt x="3716211" y="1240844"/>
                  </a:lnTo>
                  <a:lnTo>
                    <a:pt x="3717026" y="1286852"/>
                  </a:lnTo>
                  <a:lnTo>
                    <a:pt x="3717841" y="1231379"/>
                  </a:lnTo>
                  <a:lnTo>
                    <a:pt x="3718656" y="1303740"/>
                  </a:lnTo>
                  <a:lnTo>
                    <a:pt x="3719470" y="1398018"/>
                  </a:lnTo>
                  <a:lnTo>
                    <a:pt x="3720285" y="1376182"/>
                  </a:lnTo>
                  <a:lnTo>
                    <a:pt x="3721100" y="1258518"/>
                  </a:lnTo>
                  <a:lnTo>
                    <a:pt x="3721915" y="1255398"/>
                  </a:lnTo>
                  <a:lnTo>
                    <a:pt x="3722730" y="1231667"/>
                  </a:lnTo>
                  <a:lnTo>
                    <a:pt x="3723544" y="1292420"/>
                  </a:lnTo>
                  <a:lnTo>
                    <a:pt x="3724359" y="1219635"/>
                  </a:lnTo>
                  <a:lnTo>
                    <a:pt x="3725174" y="1204525"/>
                  </a:lnTo>
                  <a:lnTo>
                    <a:pt x="3725989" y="1248310"/>
                  </a:lnTo>
                  <a:lnTo>
                    <a:pt x="3726803" y="1308337"/>
                  </a:lnTo>
                  <a:lnTo>
                    <a:pt x="3727618" y="1311578"/>
                  </a:lnTo>
                  <a:lnTo>
                    <a:pt x="3728433" y="1214828"/>
                  </a:lnTo>
                  <a:lnTo>
                    <a:pt x="3729248" y="1154183"/>
                  </a:lnTo>
                  <a:lnTo>
                    <a:pt x="3730063" y="1226430"/>
                  </a:lnTo>
                  <a:lnTo>
                    <a:pt x="3730877" y="1128468"/>
                  </a:lnTo>
                  <a:lnTo>
                    <a:pt x="3731692" y="1095056"/>
                  </a:lnTo>
                  <a:lnTo>
                    <a:pt x="3732507" y="1093659"/>
                  </a:lnTo>
                  <a:lnTo>
                    <a:pt x="3733322" y="1040717"/>
                  </a:lnTo>
                  <a:lnTo>
                    <a:pt x="3734136" y="1081784"/>
                  </a:lnTo>
                  <a:lnTo>
                    <a:pt x="3734951" y="1061665"/>
                  </a:lnTo>
                  <a:lnTo>
                    <a:pt x="3735766" y="984982"/>
                  </a:lnTo>
                  <a:lnTo>
                    <a:pt x="3736581" y="1122175"/>
                  </a:lnTo>
                  <a:lnTo>
                    <a:pt x="3737396" y="1169714"/>
                  </a:lnTo>
                  <a:lnTo>
                    <a:pt x="3738210" y="1067674"/>
                  </a:lnTo>
                  <a:lnTo>
                    <a:pt x="3739025" y="1102062"/>
                  </a:lnTo>
                  <a:lnTo>
                    <a:pt x="3739840" y="1074210"/>
                  </a:lnTo>
                  <a:lnTo>
                    <a:pt x="3740655" y="1199249"/>
                  </a:lnTo>
                  <a:lnTo>
                    <a:pt x="3741469" y="1144305"/>
                  </a:lnTo>
                  <a:lnTo>
                    <a:pt x="3742284" y="1186849"/>
                  </a:lnTo>
                  <a:lnTo>
                    <a:pt x="3743099" y="1285705"/>
                  </a:lnTo>
                  <a:lnTo>
                    <a:pt x="3743914" y="1412312"/>
                  </a:lnTo>
                  <a:lnTo>
                    <a:pt x="3744729" y="1463936"/>
                  </a:lnTo>
                  <a:lnTo>
                    <a:pt x="3745543" y="1421462"/>
                  </a:lnTo>
                  <a:lnTo>
                    <a:pt x="3746358" y="1474833"/>
                  </a:lnTo>
                  <a:lnTo>
                    <a:pt x="3747173" y="1475768"/>
                  </a:lnTo>
                  <a:lnTo>
                    <a:pt x="3747988" y="1329406"/>
                  </a:lnTo>
                  <a:lnTo>
                    <a:pt x="3748803" y="1355946"/>
                  </a:lnTo>
                  <a:lnTo>
                    <a:pt x="3749617" y="1375198"/>
                  </a:lnTo>
                  <a:lnTo>
                    <a:pt x="3750432" y="1439466"/>
                  </a:lnTo>
                  <a:lnTo>
                    <a:pt x="3751247" y="1433764"/>
                  </a:lnTo>
                  <a:lnTo>
                    <a:pt x="3752062" y="1455464"/>
                  </a:lnTo>
                  <a:lnTo>
                    <a:pt x="3752876" y="1348166"/>
                  </a:lnTo>
                  <a:lnTo>
                    <a:pt x="3753691" y="1271319"/>
                  </a:lnTo>
                  <a:lnTo>
                    <a:pt x="3754506" y="1238395"/>
                  </a:lnTo>
                  <a:lnTo>
                    <a:pt x="3755321" y="1226160"/>
                  </a:lnTo>
                  <a:lnTo>
                    <a:pt x="3756136" y="1260586"/>
                  </a:lnTo>
                  <a:lnTo>
                    <a:pt x="3756950" y="1420569"/>
                  </a:lnTo>
                  <a:lnTo>
                    <a:pt x="3757765" y="1432311"/>
                  </a:lnTo>
                  <a:lnTo>
                    <a:pt x="3758580" y="1462137"/>
                  </a:lnTo>
                  <a:lnTo>
                    <a:pt x="3759395" y="1426872"/>
                  </a:lnTo>
                  <a:lnTo>
                    <a:pt x="3760209" y="1331318"/>
                  </a:lnTo>
                  <a:lnTo>
                    <a:pt x="3761024" y="1265087"/>
                  </a:lnTo>
                  <a:lnTo>
                    <a:pt x="3761839" y="1310797"/>
                  </a:lnTo>
                  <a:lnTo>
                    <a:pt x="3762654" y="1421967"/>
                  </a:lnTo>
                  <a:lnTo>
                    <a:pt x="3763469" y="1406381"/>
                  </a:lnTo>
                  <a:lnTo>
                    <a:pt x="3764283" y="1421663"/>
                  </a:lnTo>
                  <a:lnTo>
                    <a:pt x="3765098" y="1496226"/>
                  </a:lnTo>
                  <a:lnTo>
                    <a:pt x="3765913" y="1452021"/>
                  </a:lnTo>
                  <a:lnTo>
                    <a:pt x="3766728" y="1513586"/>
                  </a:lnTo>
                  <a:lnTo>
                    <a:pt x="3767542" y="1522426"/>
                  </a:lnTo>
                  <a:lnTo>
                    <a:pt x="3768357" y="1590154"/>
                  </a:lnTo>
                  <a:lnTo>
                    <a:pt x="3769172" y="1615987"/>
                  </a:lnTo>
                  <a:lnTo>
                    <a:pt x="3769987" y="1499044"/>
                  </a:lnTo>
                  <a:lnTo>
                    <a:pt x="3770802" y="1539190"/>
                  </a:lnTo>
                  <a:lnTo>
                    <a:pt x="3771616" y="1466037"/>
                  </a:lnTo>
                  <a:lnTo>
                    <a:pt x="3772431" y="1580621"/>
                  </a:lnTo>
                  <a:lnTo>
                    <a:pt x="3773246" y="1612737"/>
                  </a:lnTo>
                  <a:lnTo>
                    <a:pt x="3774061" y="1517987"/>
                  </a:lnTo>
                  <a:lnTo>
                    <a:pt x="3774875" y="1453575"/>
                  </a:lnTo>
                  <a:lnTo>
                    <a:pt x="3775690" y="1477580"/>
                  </a:lnTo>
                  <a:lnTo>
                    <a:pt x="3776505" y="1493854"/>
                  </a:lnTo>
                  <a:lnTo>
                    <a:pt x="3777320" y="1501026"/>
                  </a:lnTo>
                  <a:lnTo>
                    <a:pt x="3778135" y="1365657"/>
                  </a:lnTo>
                  <a:lnTo>
                    <a:pt x="3778949" y="1383830"/>
                  </a:lnTo>
                  <a:lnTo>
                    <a:pt x="3779764" y="1416838"/>
                  </a:lnTo>
                  <a:lnTo>
                    <a:pt x="3780579" y="1505061"/>
                  </a:lnTo>
                  <a:lnTo>
                    <a:pt x="3781394" y="1504593"/>
                  </a:lnTo>
                  <a:lnTo>
                    <a:pt x="3782208" y="1517097"/>
                  </a:lnTo>
                  <a:lnTo>
                    <a:pt x="3783023" y="1532015"/>
                  </a:lnTo>
                  <a:lnTo>
                    <a:pt x="3783838" y="1601946"/>
                  </a:lnTo>
                  <a:lnTo>
                    <a:pt x="3784653" y="1624680"/>
                  </a:lnTo>
                  <a:lnTo>
                    <a:pt x="3785468" y="1608968"/>
                  </a:lnTo>
                  <a:lnTo>
                    <a:pt x="3786282" y="1580554"/>
                  </a:lnTo>
                  <a:lnTo>
                    <a:pt x="3787097" y="1529358"/>
                  </a:lnTo>
                  <a:lnTo>
                    <a:pt x="3787912" y="1442382"/>
                  </a:lnTo>
                  <a:lnTo>
                    <a:pt x="3788727" y="1359875"/>
                  </a:lnTo>
                  <a:lnTo>
                    <a:pt x="3789542" y="1321418"/>
                  </a:lnTo>
                  <a:lnTo>
                    <a:pt x="3790356" y="1336157"/>
                  </a:lnTo>
                  <a:lnTo>
                    <a:pt x="3791171" y="1283519"/>
                  </a:lnTo>
                  <a:lnTo>
                    <a:pt x="3791986" y="1393162"/>
                  </a:lnTo>
                  <a:lnTo>
                    <a:pt x="3792801" y="1438359"/>
                  </a:lnTo>
                  <a:lnTo>
                    <a:pt x="3793615" y="1528671"/>
                  </a:lnTo>
                  <a:lnTo>
                    <a:pt x="3794430" y="1507276"/>
                  </a:lnTo>
                  <a:lnTo>
                    <a:pt x="3795245" y="1507203"/>
                  </a:lnTo>
                  <a:lnTo>
                    <a:pt x="3796060" y="1535933"/>
                  </a:lnTo>
                  <a:lnTo>
                    <a:pt x="3796875" y="1527681"/>
                  </a:lnTo>
                  <a:lnTo>
                    <a:pt x="3797689" y="1594407"/>
                  </a:lnTo>
                  <a:lnTo>
                    <a:pt x="3798504" y="1602794"/>
                  </a:lnTo>
                  <a:lnTo>
                    <a:pt x="3799319" y="1603202"/>
                  </a:lnTo>
                  <a:lnTo>
                    <a:pt x="3800134" y="1578322"/>
                  </a:lnTo>
                  <a:lnTo>
                    <a:pt x="3800948" y="1567025"/>
                  </a:lnTo>
                  <a:lnTo>
                    <a:pt x="3801763" y="1590616"/>
                  </a:lnTo>
                  <a:lnTo>
                    <a:pt x="3802578" y="1602525"/>
                  </a:lnTo>
                  <a:lnTo>
                    <a:pt x="3803393" y="1594334"/>
                  </a:lnTo>
                  <a:lnTo>
                    <a:pt x="3804208" y="1576362"/>
                  </a:lnTo>
                  <a:lnTo>
                    <a:pt x="3805022" y="1533958"/>
                  </a:lnTo>
                  <a:lnTo>
                    <a:pt x="3805837" y="1481843"/>
                  </a:lnTo>
                  <a:lnTo>
                    <a:pt x="3806652" y="1515710"/>
                  </a:lnTo>
                  <a:lnTo>
                    <a:pt x="3807467" y="1548529"/>
                  </a:lnTo>
                  <a:lnTo>
                    <a:pt x="3808281" y="1521592"/>
                  </a:lnTo>
                  <a:lnTo>
                    <a:pt x="3809096" y="1513062"/>
                  </a:lnTo>
                  <a:lnTo>
                    <a:pt x="3809911" y="1482964"/>
                  </a:lnTo>
                  <a:lnTo>
                    <a:pt x="3810726" y="1459032"/>
                  </a:lnTo>
                  <a:lnTo>
                    <a:pt x="3811541" y="1454513"/>
                  </a:lnTo>
                  <a:lnTo>
                    <a:pt x="3812355" y="1454076"/>
                  </a:lnTo>
                  <a:lnTo>
                    <a:pt x="3813170" y="1416449"/>
                  </a:lnTo>
                  <a:lnTo>
                    <a:pt x="3813985" y="1383584"/>
                  </a:lnTo>
                  <a:lnTo>
                    <a:pt x="3814800" y="1338215"/>
                  </a:lnTo>
                  <a:lnTo>
                    <a:pt x="3815614" y="1389599"/>
                  </a:lnTo>
                  <a:lnTo>
                    <a:pt x="3816429" y="1365357"/>
                  </a:lnTo>
                  <a:lnTo>
                    <a:pt x="3817244" y="1377665"/>
                  </a:lnTo>
                  <a:lnTo>
                    <a:pt x="3818059" y="1491115"/>
                  </a:lnTo>
                  <a:lnTo>
                    <a:pt x="3818874" y="1479832"/>
                  </a:lnTo>
                  <a:lnTo>
                    <a:pt x="3819688" y="1478777"/>
                  </a:lnTo>
                  <a:lnTo>
                    <a:pt x="3820503" y="1497722"/>
                  </a:lnTo>
                  <a:lnTo>
                    <a:pt x="3821318" y="1453780"/>
                  </a:lnTo>
                  <a:lnTo>
                    <a:pt x="3822133" y="1312498"/>
                  </a:lnTo>
                  <a:lnTo>
                    <a:pt x="3822947" y="1221630"/>
                  </a:lnTo>
                  <a:lnTo>
                    <a:pt x="3823762" y="1231017"/>
                  </a:lnTo>
                  <a:lnTo>
                    <a:pt x="3824577" y="1235705"/>
                  </a:lnTo>
                  <a:lnTo>
                    <a:pt x="3825392" y="1183006"/>
                  </a:lnTo>
                  <a:lnTo>
                    <a:pt x="3826207" y="1199356"/>
                  </a:lnTo>
                  <a:lnTo>
                    <a:pt x="3827021" y="1237395"/>
                  </a:lnTo>
                  <a:lnTo>
                    <a:pt x="3827836" y="1210780"/>
                  </a:lnTo>
                  <a:lnTo>
                    <a:pt x="3828651" y="1329714"/>
                  </a:lnTo>
                  <a:lnTo>
                    <a:pt x="3829466" y="1422271"/>
                  </a:lnTo>
                  <a:lnTo>
                    <a:pt x="3830281" y="1482547"/>
                  </a:lnTo>
                  <a:lnTo>
                    <a:pt x="3831095" y="1536062"/>
                  </a:lnTo>
                  <a:lnTo>
                    <a:pt x="3831910" y="1547949"/>
                  </a:lnTo>
                  <a:lnTo>
                    <a:pt x="3832725" y="1546953"/>
                  </a:lnTo>
                  <a:lnTo>
                    <a:pt x="3833540" y="1562520"/>
                  </a:lnTo>
                  <a:lnTo>
                    <a:pt x="3834354" y="1588846"/>
                  </a:lnTo>
                  <a:lnTo>
                    <a:pt x="3835169" y="1581874"/>
                  </a:lnTo>
                  <a:lnTo>
                    <a:pt x="3835984" y="1545265"/>
                  </a:lnTo>
                  <a:lnTo>
                    <a:pt x="3836799" y="1643682"/>
                  </a:lnTo>
                  <a:lnTo>
                    <a:pt x="3837614" y="1685927"/>
                  </a:lnTo>
                  <a:lnTo>
                    <a:pt x="3838428" y="1737983"/>
                  </a:lnTo>
                  <a:lnTo>
                    <a:pt x="3839243" y="1703118"/>
                  </a:lnTo>
                  <a:lnTo>
                    <a:pt x="3840058" y="1730539"/>
                  </a:lnTo>
                  <a:lnTo>
                    <a:pt x="3840873" y="1721503"/>
                  </a:lnTo>
                  <a:lnTo>
                    <a:pt x="3841687" y="1705699"/>
                  </a:lnTo>
                  <a:lnTo>
                    <a:pt x="3842502" y="1713988"/>
                  </a:lnTo>
                  <a:lnTo>
                    <a:pt x="3843317" y="1704558"/>
                  </a:lnTo>
                  <a:lnTo>
                    <a:pt x="3844132" y="1676888"/>
                  </a:lnTo>
                  <a:lnTo>
                    <a:pt x="3844947" y="1674528"/>
                  </a:lnTo>
                  <a:lnTo>
                    <a:pt x="3845761" y="1655986"/>
                  </a:lnTo>
                  <a:lnTo>
                    <a:pt x="3846576" y="1709073"/>
                  </a:lnTo>
                  <a:lnTo>
                    <a:pt x="3847391" y="1724905"/>
                  </a:lnTo>
                  <a:lnTo>
                    <a:pt x="3848206" y="1699513"/>
                  </a:lnTo>
                  <a:lnTo>
                    <a:pt x="3849020" y="1703690"/>
                  </a:lnTo>
                  <a:lnTo>
                    <a:pt x="3849835" y="1696744"/>
                  </a:lnTo>
                  <a:lnTo>
                    <a:pt x="3850650" y="1679124"/>
                  </a:lnTo>
                  <a:lnTo>
                    <a:pt x="3851465" y="1689304"/>
                  </a:lnTo>
                  <a:lnTo>
                    <a:pt x="3852280" y="1668563"/>
                  </a:lnTo>
                  <a:lnTo>
                    <a:pt x="3853094" y="1674262"/>
                  </a:lnTo>
                  <a:lnTo>
                    <a:pt x="3853909" y="1640313"/>
                  </a:lnTo>
                  <a:lnTo>
                    <a:pt x="3854724" y="1640257"/>
                  </a:lnTo>
                  <a:lnTo>
                    <a:pt x="3855539" y="1634375"/>
                  </a:lnTo>
                  <a:lnTo>
                    <a:pt x="3856353" y="1626850"/>
                  </a:lnTo>
                  <a:lnTo>
                    <a:pt x="3857168" y="1611486"/>
                  </a:lnTo>
                  <a:lnTo>
                    <a:pt x="3857983" y="1568160"/>
                  </a:lnTo>
                  <a:lnTo>
                    <a:pt x="3858798" y="1619084"/>
                  </a:lnTo>
                  <a:lnTo>
                    <a:pt x="3859613" y="1610069"/>
                  </a:lnTo>
                  <a:lnTo>
                    <a:pt x="3860427" y="1609459"/>
                  </a:lnTo>
                  <a:lnTo>
                    <a:pt x="3861242" y="1604654"/>
                  </a:lnTo>
                  <a:lnTo>
                    <a:pt x="3862057" y="1597707"/>
                  </a:lnTo>
                  <a:lnTo>
                    <a:pt x="3862872" y="1583658"/>
                  </a:lnTo>
                  <a:lnTo>
                    <a:pt x="3863686" y="1568688"/>
                  </a:lnTo>
                  <a:lnTo>
                    <a:pt x="3864501" y="1529224"/>
                  </a:lnTo>
                  <a:lnTo>
                    <a:pt x="3865316" y="1507225"/>
                  </a:lnTo>
                  <a:lnTo>
                    <a:pt x="3866131" y="1544651"/>
                  </a:lnTo>
                  <a:lnTo>
                    <a:pt x="3866946" y="1482419"/>
                  </a:lnTo>
                  <a:lnTo>
                    <a:pt x="3867760" y="1462900"/>
                  </a:lnTo>
                  <a:lnTo>
                    <a:pt x="3868575" y="1422519"/>
                  </a:lnTo>
                  <a:lnTo>
                    <a:pt x="3869390" y="1402361"/>
                  </a:lnTo>
                  <a:lnTo>
                    <a:pt x="3870205" y="1372084"/>
                  </a:lnTo>
                  <a:lnTo>
                    <a:pt x="3871020" y="1329206"/>
                  </a:lnTo>
                  <a:lnTo>
                    <a:pt x="3871834" y="1367080"/>
                  </a:lnTo>
                  <a:lnTo>
                    <a:pt x="3872649" y="1326577"/>
                  </a:lnTo>
                  <a:lnTo>
                    <a:pt x="3873464" y="1402974"/>
                  </a:lnTo>
                  <a:lnTo>
                    <a:pt x="3874279" y="1472871"/>
                  </a:lnTo>
                  <a:lnTo>
                    <a:pt x="3875093" y="1544592"/>
                  </a:lnTo>
                  <a:lnTo>
                    <a:pt x="3875908" y="1564788"/>
                  </a:lnTo>
                  <a:lnTo>
                    <a:pt x="3876723" y="1574859"/>
                  </a:lnTo>
                  <a:lnTo>
                    <a:pt x="3877538" y="1614725"/>
                  </a:lnTo>
                  <a:lnTo>
                    <a:pt x="3878353" y="1594690"/>
                  </a:lnTo>
                  <a:lnTo>
                    <a:pt x="3879167" y="1485144"/>
                  </a:lnTo>
                  <a:lnTo>
                    <a:pt x="3879982" y="1459798"/>
                  </a:lnTo>
                  <a:lnTo>
                    <a:pt x="3880797" y="1558445"/>
                  </a:lnTo>
                  <a:lnTo>
                    <a:pt x="3881612" y="1600680"/>
                  </a:lnTo>
                  <a:lnTo>
                    <a:pt x="3882426" y="1576381"/>
                  </a:lnTo>
                  <a:lnTo>
                    <a:pt x="3883241" y="1571038"/>
                  </a:lnTo>
                  <a:lnTo>
                    <a:pt x="3884056" y="1576132"/>
                  </a:lnTo>
                  <a:lnTo>
                    <a:pt x="3884871" y="1572589"/>
                  </a:lnTo>
                  <a:lnTo>
                    <a:pt x="3885686" y="1596818"/>
                  </a:lnTo>
                  <a:lnTo>
                    <a:pt x="3886500" y="1551473"/>
                  </a:lnTo>
                  <a:lnTo>
                    <a:pt x="3887315" y="1511495"/>
                  </a:lnTo>
                  <a:lnTo>
                    <a:pt x="3888130" y="1593548"/>
                  </a:lnTo>
                  <a:lnTo>
                    <a:pt x="3888945" y="1609602"/>
                  </a:lnTo>
                  <a:lnTo>
                    <a:pt x="3889759" y="1661920"/>
                  </a:lnTo>
                  <a:lnTo>
                    <a:pt x="3890574" y="1650448"/>
                  </a:lnTo>
                  <a:lnTo>
                    <a:pt x="3891389" y="1679527"/>
                  </a:lnTo>
                  <a:lnTo>
                    <a:pt x="3892204" y="1723754"/>
                  </a:lnTo>
                  <a:lnTo>
                    <a:pt x="3893019" y="1685830"/>
                  </a:lnTo>
                  <a:lnTo>
                    <a:pt x="3893833" y="1723002"/>
                  </a:lnTo>
                  <a:lnTo>
                    <a:pt x="3894648" y="1696226"/>
                  </a:lnTo>
                  <a:lnTo>
                    <a:pt x="3895463" y="1663049"/>
                  </a:lnTo>
                  <a:lnTo>
                    <a:pt x="3896278" y="1668669"/>
                  </a:lnTo>
                  <a:lnTo>
                    <a:pt x="3897092" y="1679384"/>
                  </a:lnTo>
                  <a:lnTo>
                    <a:pt x="3897907" y="1688153"/>
                  </a:lnTo>
                  <a:lnTo>
                    <a:pt x="3898722" y="1668842"/>
                  </a:lnTo>
                  <a:lnTo>
                    <a:pt x="3899537" y="1624805"/>
                  </a:lnTo>
                  <a:lnTo>
                    <a:pt x="3900352" y="1660149"/>
                  </a:lnTo>
                  <a:lnTo>
                    <a:pt x="3901166" y="1707341"/>
                  </a:lnTo>
                  <a:lnTo>
                    <a:pt x="3901981" y="1719924"/>
                  </a:lnTo>
                  <a:lnTo>
                    <a:pt x="3902796" y="1736021"/>
                  </a:lnTo>
                  <a:lnTo>
                    <a:pt x="3903611" y="1719522"/>
                  </a:lnTo>
                  <a:lnTo>
                    <a:pt x="3904426" y="1748163"/>
                  </a:lnTo>
                  <a:lnTo>
                    <a:pt x="3905240" y="1753195"/>
                  </a:lnTo>
                  <a:lnTo>
                    <a:pt x="3906055" y="1738141"/>
                  </a:lnTo>
                  <a:lnTo>
                    <a:pt x="3906870" y="1744732"/>
                  </a:lnTo>
                  <a:lnTo>
                    <a:pt x="3907685" y="1728195"/>
                  </a:lnTo>
                  <a:lnTo>
                    <a:pt x="3908499" y="1743462"/>
                  </a:lnTo>
                  <a:lnTo>
                    <a:pt x="3909314" y="1735382"/>
                  </a:lnTo>
                  <a:lnTo>
                    <a:pt x="3910129" y="1724576"/>
                  </a:lnTo>
                  <a:lnTo>
                    <a:pt x="3910944" y="1720795"/>
                  </a:lnTo>
                  <a:lnTo>
                    <a:pt x="3911759" y="1676087"/>
                  </a:lnTo>
                  <a:lnTo>
                    <a:pt x="3912573" y="1630849"/>
                  </a:lnTo>
                  <a:lnTo>
                    <a:pt x="3913388" y="1665020"/>
                  </a:lnTo>
                  <a:lnTo>
                    <a:pt x="3914203" y="1709626"/>
                  </a:lnTo>
                  <a:lnTo>
                    <a:pt x="3915018" y="1725401"/>
                  </a:lnTo>
                  <a:lnTo>
                    <a:pt x="3915832" y="1734151"/>
                  </a:lnTo>
                  <a:lnTo>
                    <a:pt x="3916647" y="1748546"/>
                  </a:lnTo>
                  <a:lnTo>
                    <a:pt x="3917462" y="1750829"/>
                  </a:lnTo>
                  <a:lnTo>
                    <a:pt x="3918277" y="1748271"/>
                  </a:lnTo>
                  <a:lnTo>
                    <a:pt x="3919092" y="1751820"/>
                  </a:lnTo>
                  <a:lnTo>
                    <a:pt x="3919906" y="1738969"/>
                  </a:lnTo>
                  <a:lnTo>
                    <a:pt x="3920721" y="1756685"/>
                  </a:lnTo>
                  <a:lnTo>
                    <a:pt x="3921536" y="1738992"/>
                  </a:lnTo>
                  <a:lnTo>
                    <a:pt x="3922351" y="1723743"/>
                  </a:lnTo>
                  <a:lnTo>
                    <a:pt x="3923165" y="1723833"/>
                  </a:lnTo>
                  <a:lnTo>
                    <a:pt x="3923980" y="1696567"/>
                  </a:lnTo>
                  <a:lnTo>
                    <a:pt x="3924795" y="1651654"/>
                  </a:lnTo>
                  <a:lnTo>
                    <a:pt x="3925610" y="1653605"/>
                  </a:lnTo>
                  <a:lnTo>
                    <a:pt x="3926425" y="1624530"/>
                  </a:lnTo>
                  <a:lnTo>
                    <a:pt x="3927239" y="1642159"/>
                  </a:lnTo>
                  <a:lnTo>
                    <a:pt x="3928054" y="1605714"/>
                  </a:lnTo>
                  <a:lnTo>
                    <a:pt x="3928869" y="1615071"/>
                  </a:lnTo>
                  <a:lnTo>
                    <a:pt x="3929684" y="1615683"/>
                  </a:lnTo>
                  <a:lnTo>
                    <a:pt x="3930498" y="1628659"/>
                  </a:lnTo>
                  <a:lnTo>
                    <a:pt x="3931313" y="1619006"/>
                  </a:lnTo>
                  <a:lnTo>
                    <a:pt x="3932128" y="1593095"/>
                  </a:lnTo>
                  <a:lnTo>
                    <a:pt x="3932943" y="1610801"/>
                  </a:lnTo>
                  <a:lnTo>
                    <a:pt x="3933758" y="1559115"/>
                  </a:lnTo>
                  <a:lnTo>
                    <a:pt x="3934572" y="1584237"/>
                  </a:lnTo>
                  <a:lnTo>
                    <a:pt x="3935387" y="1509907"/>
                  </a:lnTo>
                  <a:lnTo>
                    <a:pt x="3936202" y="1516933"/>
                  </a:lnTo>
                  <a:lnTo>
                    <a:pt x="3937017" y="1576864"/>
                  </a:lnTo>
                  <a:lnTo>
                    <a:pt x="3937831" y="1555235"/>
                  </a:lnTo>
                  <a:lnTo>
                    <a:pt x="3938646" y="1544169"/>
                  </a:lnTo>
                  <a:lnTo>
                    <a:pt x="3939461" y="1496275"/>
                  </a:lnTo>
                  <a:lnTo>
                    <a:pt x="3940276" y="1480827"/>
                  </a:lnTo>
                  <a:lnTo>
                    <a:pt x="3941091" y="1544515"/>
                  </a:lnTo>
                  <a:lnTo>
                    <a:pt x="3941905" y="1572577"/>
                  </a:lnTo>
                  <a:lnTo>
                    <a:pt x="3942720" y="1572427"/>
                  </a:lnTo>
                  <a:lnTo>
                    <a:pt x="3943535" y="1573197"/>
                  </a:lnTo>
                  <a:lnTo>
                    <a:pt x="3944350" y="1555941"/>
                  </a:lnTo>
                  <a:lnTo>
                    <a:pt x="3945165" y="1548859"/>
                  </a:lnTo>
                  <a:lnTo>
                    <a:pt x="3945979" y="1588557"/>
                  </a:lnTo>
                  <a:lnTo>
                    <a:pt x="3946794" y="1554964"/>
                  </a:lnTo>
                  <a:lnTo>
                    <a:pt x="3947609" y="1547925"/>
                  </a:lnTo>
                  <a:lnTo>
                    <a:pt x="3948424" y="1536485"/>
                  </a:lnTo>
                  <a:lnTo>
                    <a:pt x="3949238" y="1526095"/>
                  </a:lnTo>
                  <a:lnTo>
                    <a:pt x="3950053" y="1523155"/>
                  </a:lnTo>
                  <a:lnTo>
                    <a:pt x="3950868" y="1476350"/>
                  </a:lnTo>
                  <a:lnTo>
                    <a:pt x="3951683" y="1388896"/>
                  </a:lnTo>
                  <a:lnTo>
                    <a:pt x="3952498" y="1364647"/>
                  </a:lnTo>
                  <a:lnTo>
                    <a:pt x="3953312" y="1451552"/>
                  </a:lnTo>
                  <a:lnTo>
                    <a:pt x="3954127" y="1459534"/>
                  </a:lnTo>
                  <a:lnTo>
                    <a:pt x="3954942" y="1441804"/>
                  </a:lnTo>
                  <a:lnTo>
                    <a:pt x="3955757" y="1386705"/>
                  </a:lnTo>
                  <a:lnTo>
                    <a:pt x="3956571" y="1346069"/>
                  </a:lnTo>
                  <a:lnTo>
                    <a:pt x="3957386" y="1327964"/>
                  </a:lnTo>
                  <a:lnTo>
                    <a:pt x="3958201" y="1279251"/>
                  </a:lnTo>
                  <a:lnTo>
                    <a:pt x="3959016" y="1292869"/>
                  </a:lnTo>
                  <a:lnTo>
                    <a:pt x="3959831" y="1414543"/>
                  </a:lnTo>
                  <a:lnTo>
                    <a:pt x="3960645" y="1468859"/>
                  </a:lnTo>
                  <a:lnTo>
                    <a:pt x="3961460" y="1462599"/>
                  </a:lnTo>
                  <a:lnTo>
                    <a:pt x="3962275" y="1416376"/>
                  </a:lnTo>
                  <a:lnTo>
                    <a:pt x="3963090" y="1469419"/>
                  </a:lnTo>
                  <a:lnTo>
                    <a:pt x="3963904" y="1483000"/>
                  </a:lnTo>
                  <a:lnTo>
                    <a:pt x="3964719" y="1425552"/>
                  </a:lnTo>
                  <a:lnTo>
                    <a:pt x="3965534" y="1367194"/>
                  </a:lnTo>
                  <a:lnTo>
                    <a:pt x="3966349" y="1343939"/>
                  </a:lnTo>
                  <a:lnTo>
                    <a:pt x="3967164" y="1364768"/>
                  </a:lnTo>
                  <a:lnTo>
                    <a:pt x="3967978" y="1396439"/>
                  </a:lnTo>
                  <a:lnTo>
                    <a:pt x="3968793" y="1456233"/>
                  </a:lnTo>
                  <a:lnTo>
                    <a:pt x="3969608" y="1408041"/>
                  </a:lnTo>
                  <a:lnTo>
                    <a:pt x="3970423" y="1528500"/>
                  </a:lnTo>
                  <a:lnTo>
                    <a:pt x="3971237" y="1512279"/>
                  </a:lnTo>
                  <a:lnTo>
                    <a:pt x="3972052" y="1476636"/>
                  </a:lnTo>
                  <a:lnTo>
                    <a:pt x="3972867" y="1523690"/>
                  </a:lnTo>
                  <a:lnTo>
                    <a:pt x="3973682" y="1573443"/>
                  </a:lnTo>
                  <a:lnTo>
                    <a:pt x="3974497" y="1653688"/>
                  </a:lnTo>
                  <a:lnTo>
                    <a:pt x="3975311" y="1630874"/>
                  </a:lnTo>
                  <a:lnTo>
                    <a:pt x="3976126" y="1662547"/>
                  </a:lnTo>
                  <a:lnTo>
                    <a:pt x="3976941" y="1650582"/>
                  </a:lnTo>
                  <a:lnTo>
                    <a:pt x="3977756" y="1674438"/>
                  </a:lnTo>
                  <a:lnTo>
                    <a:pt x="3978570" y="1709693"/>
                  </a:lnTo>
                  <a:lnTo>
                    <a:pt x="3979385" y="1681503"/>
                  </a:lnTo>
                  <a:lnTo>
                    <a:pt x="3980200" y="1703885"/>
                  </a:lnTo>
                  <a:lnTo>
                    <a:pt x="3981015" y="1713034"/>
                  </a:lnTo>
                  <a:lnTo>
                    <a:pt x="3981830" y="1704111"/>
                  </a:lnTo>
                  <a:lnTo>
                    <a:pt x="3982644" y="1704710"/>
                  </a:lnTo>
                  <a:lnTo>
                    <a:pt x="3983459" y="1668512"/>
                  </a:lnTo>
                  <a:lnTo>
                    <a:pt x="3984274" y="1677651"/>
                  </a:lnTo>
                  <a:lnTo>
                    <a:pt x="3985089" y="1673630"/>
                  </a:lnTo>
                  <a:lnTo>
                    <a:pt x="3985904" y="1670398"/>
                  </a:lnTo>
                  <a:lnTo>
                    <a:pt x="3986718" y="1657093"/>
                  </a:lnTo>
                  <a:lnTo>
                    <a:pt x="3987533" y="1640606"/>
                  </a:lnTo>
                  <a:lnTo>
                    <a:pt x="3988348" y="1602666"/>
                  </a:lnTo>
                  <a:lnTo>
                    <a:pt x="3989163" y="1555049"/>
                  </a:lnTo>
                  <a:lnTo>
                    <a:pt x="3989977" y="1525430"/>
                  </a:lnTo>
                  <a:lnTo>
                    <a:pt x="3990792" y="1490084"/>
                  </a:lnTo>
                  <a:lnTo>
                    <a:pt x="3991607" y="1452305"/>
                  </a:lnTo>
                  <a:lnTo>
                    <a:pt x="3992422" y="1513824"/>
                  </a:lnTo>
                  <a:lnTo>
                    <a:pt x="3993237" y="1570108"/>
                  </a:lnTo>
                  <a:lnTo>
                    <a:pt x="3994051" y="1585708"/>
                  </a:lnTo>
                  <a:lnTo>
                    <a:pt x="3994866" y="1598874"/>
                  </a:lnTo>
                  <a:lnTo>
                    <a:pt x="3995681" y="1597057"/>
                  </a:lnTo>
                  <a:lnTo>
                    <a:pt x="3996496" y="1610191"/>
                  </a:lnTo>
                  <a:lnTo>
                    <a:pt x="3997310" y="1611616"/>
                  </a:lnTo>
                  <a:lnTo>
                    <a:pt x="3998125" y="1625208"/>
                  </a:lnTo>
                  <a:lnTo>
                    <a:pt x="3998940" y="1501447"/>
                  </a:lnTo>
                  <a:lnTo>
                    <a:pt x="3999755" y="1494325"/>
                  </a:lnTo>
                  <a:lnTo>
                    <a:pt x="4000570" y="1497073"/>
                  </a:lnTo>
                  <a:lnTo>
                    <a:pt x="4001384" y="1492285"/>
                  </a:lnTo>
                  <a:lnTo>
                    <a:pt x="4002199" y="1432855"/>
                  </a:lnTo>
                  <a:lnTo>
                    <a:pt x="4003014" y="1287624"/>
                  </a:lnTo>
                  <a:lnTo>
                    <a:pt x="4003829" y="1309916"/>
                  </a:lnTo>
                  <a:lnTo>
                    <a:pt x="4004643" y="1360750"/>
                  </a:lnTo>
                  <a:lnTo>
                    <a:pt x="4005458" y="1334339"/>
                  </a:lnTo>
                  <a:lnTo>
                    <a:pt x="4006273" y="1414589"/>
                  </a:lnTo>
                  <a:lnTo>
                    <a:pt x="4007088" y="1475876"/>
                  </a:lnTo>
                  <a:lnTo>
                    <a:pt x="4007903" y="1517758"/>
                  </a:lnTo>
                  <a:lnTo>
                    <a:pt x="4008717" y="1603425"/>
                  </a:lnTo>
                  <a:lnTo>
                    <a:pt x="4009532" y="1566992"/>
                  </a:lnTo>
                  <a:lnTo>
                    <a:pt x="4010347" y="1576860"/>
                  </a:lnTo>
                  <a:lnTo>
                    <a:pt x="4011162" y="1560410"/>
                  </a:lnTo>
                  <a:lnTo>
                    <a:pt x="4011976" y="1588148"/>
                  </a:lnTo>
                  <a:lnTo>
                    <a:pt x="4012791" y="1663901"/>
                  </a:lnTo>
                  <a:lnTo>
                    <a:pt x="4013606" y="1608439"/>
                  </a:lnTo>
                  <a:lnTo>
                    <a:pt x="4014421" y="1619533"/>
                  </a:lnTo>
                  <a:lnTo>
                    <a:pt x="4015236" y="1617726"/>
                  </a:lnTo>
                  <a:lnTo>
                    <a:pt x="4016050" y="1554312"/>
                  </a:lnTo>
                  <a:lnTo>
                    <a:pt x="4016865" y="1540851"/>
                  </a:lnTo>
                  <a:lnTo>
                    <a:pt x="4017680" y="1539914"/>
                  </a:lnTo>
                  <a:lnTo>
                    <a:pt x="4018495" y="1547005"/>
                  </a:lnTo>
                  <a:lnTo>
                    <a:pt x="4019309" y="1589482"/>
                  </a:lnTo>
                  <a:lnTo>
                    <a:pt x="4020124" y="1579432"/>
                  </a:lnTo>
                  <a:lnTo>
                    <a:pt x="4020939" y="1563759"/>
                  </a:lnTo>
                  <a:lnTo>
                    <a:pt x="4021754" y="1578778"/>
                  </a:lnTo>
                  <a:lnTo>
                    <a:pt x="4022569" y="1563368"/>
                  </a:lnTo>
                  <a:lnTo>
                    <a:pt x="4023383" y="1564212"/>
                  </a:lnTo>
                  <a:lnTo>
                    <a:pt x="4024198" y="1516557"/>
                  </a:lnTo>
                  <a:lnTo>
                    <a:pt x="4025013" y="1499616"/>
                  </a:lnTo>
                  <a:lnTo>
                    <a:pt x="4025828" y="1584785"/>
                  </a:lnTo>
                  <a:lnTo>
                    <a:pt x="4026643" y="1608013"/>
                  </a:lnTo>
                  <a:lnTo>
                    <a:pt x="4027457" y="1590302"/>
                  </a:lnTo>
                  <a:lnTo>
                    <a:pt x="4028272" y="1608088"/>
                  </a:lnTo>
                  <a:lnTo>
                    <a:pt x="4029087" y="1623029"/>
                  </a:lnTo>
                  <a:lnTo>
                    <a:pt x="4029902" y="1654979"/>
                  </a:lnTo>
                  <a:lnTo>
                    <a:pt x="4030716" y="1618907"/>
                  </a:lnTo>
                  <a:lnTo>
                    <a:pt x="4031531" y="1571172"/>
                  </a:lnTo>
                  <a:lnTo>
                    <a:pt x="4032346" y="1613156"/>
                  </a:lnTo>
                  <a:lnTo>
                    <a:pt x="4033161" y="1659128"/>
                  </a:lnTo>
                  <a:lnTo>
                    <a:pt x="4033976" y="1641694"/>
                  </a:lnTo>
                  <a:lnTo>
                    <a:pt x="4034790" y="1631420"/>
                  </a:lnTo>
                  <a:lnTo>
                    <a:pt x="4035605" y="1618473"/>
                  </a:lnTo>
                  <a:lnTo>
                    <a:pt x="4036420" y="1590523"/>
                  </a:lnTo>
                  <a:lnTo>
                    <a:pt x="4037235" y="1588126"/>
                  </a:lnTo>
                  <a:lnTo>
                    <a:pt x="4038049" y="1543132"/>
                  </a:lnTo>
                  <a:lnTo>
                    <a:pt x="4038864" y="1511893"/>
                  </a:lnTo>
                  <a:lnTo>
                    <a:pt x="4039679" y="1405105"/>
                  </a:lnTo>
                  <a:lnTo>
                    <a:pt x="4040494" y="1367585"/>
                  </a:lnTo>
                  <a:lnTo>
                    <a:pt x="4041309" y="1382390"/>
                  </a:lnTo>
                  <a:lnTo>
                    <a:pt x="4042123" y="1461284"/>
                  </a:lnTo>
                  <a:lnTo>
                    <a:pt x="4042938" y="1442642"/>
                  </a:lnTo>
                  <a:lnTo>
                    <a:pt x="4043753" y="1376323"/>
                  </a:lnTo>
                  <a:lnTo>
                    <a:pt x="4044568" y="1416334"/>
                  </a:lnTo>
                  <a:lnTo>
                    <a:pt x="4045382" y="1470434"/>
                  </a:lnTo>
                  <a:lnTo>
                    <a:pt x="4046197" y="1512297"/>
                  </a:lnTo>
                  <a:lnTo>
                    <a:pt x="4047012" y="1498865"/>
                  </a:lnTo>
                  <a:lnTo>
                    <a:pt x="4047827" y="1512163"/>
                  </a:lnTo>
                  <a:lnTo>
                    <a:pt x="4048642" y="1540514"/>
                  </a:lnTo>
                  <a:lnTo>
                    <a:pt x="4049456" y="1563798"/>
                  </a:lnTo>
                  <a:lnTo>
                    <a:pt x="4050271" y="1554879"/>
                  </a:lnTo>
                  <a:lnTo>
                    <a:pt x="4051086" y="1553386"/>
                  </a:lnTo>
                  <a:lnTo>
                    <a:pt x="4051901" y="1560160"/>
                  </a:lnTo>
                  <a:lnTo>
                    <a:pt x="4052715" y="1586108"/>
                  </a:lnTo>
                  <a:lnTo>
                    <a:pt x="4053530" y="1577981"/>
                  </a:lnTo>
                  <a:lnTo>
                    <a:pt x="4054345" y="1548168"/>
                  </a:lnTo>
                  <a:lnTo>
                    <a:pt x="4055160" y="1540935"/>
                  </a:lnTo>
                  <a:lnTo>
                    <a:pt x="4055975" y="1533685"/>
                  </a:lnTo>
                  <a:lnTo>
                    <a:pt x="4056789" y="1545202"/>
                  </a:lnTo>
                  <a:lnTo>
                    <a:pt x="4057604" y="1444169"/>
                  </a:lnTo>
                  <a:lnTo>
                    <a:pt x="4058419" y="1350339"/>
                  </a:lnTo>
                  <a:lnTo>
                    <a:pt x="4059234" y="1397257"/>
                  </a:lnTo>
                  <a:lnTo>
                    <a:pt x="4060048" y="1417196"/>
                  </a:lnTo>
                  <a:lnTo>
                    <a:pt x="4060863" y="1374901"/>
                  </a:lnTo>
                  <a:lnTo>
                    <a:pt x="4061678" y="1337922"/>
                  </a:lnTo>
                  <a:lnTo>
                    <a:pt x="4062493" y="1361716"/>
                  </a:lnTo>
                  <a:lnTo>
                    <a:pt x="4063308" y="1353962"/>
                  </a:lnTo>
                  <a:lnTo>
                    <a:pt x="4064122" y="1484420"/>
                  </a:lnTo>
                  <a:lnTo>
                    <a:pt x="4064937" y="1459205"/>
                  </a:lnTo>
                  <a:lnTo>
                    <a:pt x="4065752" y="1446809"/>
                  </a:lnTo>
                  <a:lnTo>
                    <a:pt x="4066567" y="1524715"/>
                  </a:lnTo>
                  <a:lnTo>
                    <a:pt x="4067382" y="1582379"/>
                  </a:lnTo>
                  <a:lnTo>
                    <a:pt x="4068196" y="1637230"/>
                  </a:lnTo>
                  <a:lnTo>
                    <a:pt x="4069011" y="1642685"/>
                  </a:lnTo>
                  <a:lnTo>
                    <a:pt x="4069826" y="1647646"/>
                  </a:lnTo>
                  <a:lnTo>
                    <a:pt x="4070641" y="1664426"/>
                  </a:lnTo>
                  <a:lnTo>
                    <a:pt x="4071455" y="1632237"/>
                  </a:lnTo>
                  <a:lnTo>
                    <a:pt x="4072270" y="1610295"/>
                  </a:lnTo>
                  <a:lnTo>
                    <a:pt x="4073085" y="1552745"/>
                  </a:lnTo>
                  <a:lnTo>
                    <a:pt x="4073900" y="1492822"/>
                  </a:lnTo>
                  <a:lnTo>
                    <a:pt x="4074715" y="1556396"/>
                  </a:lnTo>
                  <a:lnTo>
                    <a:pt x="4075529" y="1563769"/>
                  </a:lnTo>
                  <a:lnTo>
                    <a:pt x="4076344" y="1565124"/>
                  </a:lnTo>
                  <a:lnTo>
                    <a:pt x="4077159" y="1599190"/>
                  </a:lnTo>
                  <a:lnTo>
                    <a:pt x="4077974" y="1635636"/>
                  </a:lnTo>
                  <a:lnTo>
                    <a:pt x="4078788" y="1642499"/>
                  </a:lnTo>
                  <a:lnTo>
                    <a:pt x="4079603" y="1608823"/>
                  </a:lnTo>
                  <a:lnTo>
                    <a:pt x="4080418" y="1546912"/>
                  </a:lnTo>
                  <a:lnTo>
                    <a:pt x="4081233" y="1504337"/>
                  </a:lnTo>
                  <a:lnTo>
                    <a:pt x="4082048" y="1534731"/>
                  </a:lnTo>
                  <a:lnTo>
                    <a:pt x="4082862" y="1498053"/>
                  </a:lnTo>
                  <a:lnTo>
                    <a:pt x="4083677" y="1524660"/>
                  </a:lnTo>
                  <a:lnTo>
                    <a:pt x="4084492" y="1423723"/>
                  </a:lnTo>
                  <a:lnTo>
                    <a:pt x="4085307" y="1426978"/>
                  </a:lnTo>
                  <a:lnTo>
                    <a:pt x="4086121" y="1390582"/>
                  </a:lnTo>
                  <a:lnTo>
                    <a:pt x="4086936" y="1370738"/>
                  </a:lnTo>
                  <a:lnTo>
                    <a:pt x="4087751" y="1397547"/>
                  </a:lnTo>
                  <a:lnTo>
                    <a:pt x="4088566" y="1485427"/>
                  </a:lnTo>
                  <a:lnTo>
                    <a:pt x="4089381" y="1535331"/>
                  </a:lnTo>
                  <a:lnTo>
                    <a:pt x="4090195" y="1585471"/>
                  </a:lnTo>
                  <a:lnTo>
                    <a:pt x="4091010" y="1627482"/>
                  </a:lnTo>
                  <a:lnTo>
                    <a:pt x="4091825" y="1639295"/>
                  </a:lnTo>
                  <a:lnTo>
                    <a:pt x="4092640" y="1642314"/>
                  </a:lnTo>
                  <a:lnTo>
                    <a:pt x="4093454" y="1648367"/>
                  </a:lnTo>
                  <a:lnTo>
                    <a:pt x="4094269" y="1668498"/>
                  </a:lnTo>
                  <a:lnTo>
                    <a:pt x="4095084" y="1696288"/>
                  </a:lnTo>
                  <a:lnTo>
                    <a:pt x="4095899" y="1688047"/>
                  </a:lnTo>
                  <a:lnTo>
                    <a:pt x="4096714" y="1669457"/>
                  </a:lnTo>
                  <a:lnTo>
                    <a:pt x="4097528" y="1672615"/>
                  </a:lnTo>
                  <a:lnTo>
                    <a:pt x="4098343" y="1694154"/>
                  </a:lnTo>
                  <a:lnTo>
                    <a:pt x="4099158" y="1684870"/>
                  </a:lnTo>
                  <a:lnTo>
                    <a:pt x="4099973" y="1680572"/>
                  </a:lnTo>
                  <a:lnTo>
                    <a:pt x="4100787" y="1680626"/>
                  </a:lnTo>
                  <a:lnTo>
                    <a:pt x="4101602" y="1659941"/>
                  </a:lnTo>
                  <a:lnTo>
                    <a:pt x="4102417" y="1677092"/>
                  </a:lnTo>
                  <a:lnTo>
                    <a:pt x="4103232" y="1659620"/>
                  </a:lnTo>
                  <a:lnTo>
                    <a:pt x="4104047" y="1667867"/>
                  </a:lnTo>
                  <a:lnTo>
                    <a:pt x="4104861" y="1632915"/>
                  </a:lnTo>
                  <a:lnTo>
                    <a:pt x="4105676" y="1628208"/>
                  </a:lnTo>
                  <a:lnTo>
                    <a:pt x="4106491" y="1647268"/>
                  </a:lnTo>
                  <a:lnTo>
                    <a:pt x="4107306" y="1620819"/>
                  </a:lnTo>
                  <a:lnTo>
                    <a:pt x="4108121" y="1522195"/>
                  </a:lnTo>
                  <a:lnTo>
                    <a:pt x="4108935" y="1488809"/>
                  </a:lnTo>
                  <a:lnTo>
                    <a:pt x="4109750" y="1478289"/>
                  </a:lnTo>
                  <a:lnTo>
                    <a:pt x="4110565" y="1519553"/>
                  </a:lnTo>
                  <a:lnTo>
                    <a:pt x="4111380" y="1495212"/>
                  </a:lnTo>
                  <a:lnTo>
                    <a:pt x="4112194" y="1597174"/>
                  </a:lnTo>
                  <a:lnTo>
                    <a:pt x="4113009" y="1604578"/>
                  </a:lnTo>
                  <a:lnTo>
                    <a:pt x="4113824" y="1631419"/>
                  </a:lnTo>
                  <a:lnTo>
                    <a:pt x="4114639" y="1623351"/>
                  </a:lnTo>
                  <a:lnTo>
                    <a:pt x="4115454" y="1631984"/>
                  </a:lnTo>
                  <a:lnTo>
                    <a:pt x="4116268" y="1647356"/>
                  </a:lnTo>
                  <a:lnTo>
                    <a:pt x="4117083" y="1654803"/>
                  </a:lnTo>
                  <a:lnTo>
                    <a:pt x="4117898" y="1589906"/>
                  </a:lnTo>
                  <a:lnTo>
                    <a:pt x="4118713" y="1526106"/>
                  </a:lnTo>
                  <a:lnTo>
                    <a:pt x="4119527" y="1587588"/>
                  </a:lnTo>
                  <a:lnTo>
                    <a:pt x="4120342" y="1554507"/>
                  </a:lnTo>
                  <a:lnTo>
                    <a:pt x="4121157" y="1522642"/>
                  </a:lnTo>
                  <a:lnTo>
                    <a:pt x="4121972" y="1513719"/>
                  </a:lnTo>
                  <a:lnTo>
                    <a:pt x="4122787" y="1570781"/>
                  </a:lnTo>
                  <a:lnTo>
                    <a:pt x="4123601" y="1561412"/>
                  </a:lnTo>
                  <a:lnTo>
                    <a:pt x="4124416" y="1547317"/>
                  </a:lnTo>
                  <a:lnTo>
                    <a:pt x="4125231" y="1560976"/>
                  </a:lnTo>
                  <a:lnTo>
                    <a:pt x="4126046" y="1516497"/>
                  </a:lnTo>
                  <a:lnTo>
                    <a:pt x="4126860" y="1498032"/>
                  </a:lnTo>
                  <a:lnTo>
                    <a:pt x="4127675" y="1582869"/>
                  </a:lnTo>
                  <a:lnTo>
                    <a:pt x="4128490" y="1592655"/>
                  </a:lnTo>
                  <a:lnTo>
                    <a:pt x="4129305" y="1618725"/>
                  </a:lnTo>
                  <a:lnTo>
                    <a:pt x="4130120" y="1610192"/>
                  </a:lnTo>
                  <a:lnTo>
                    <a:pt x="4130934" y="1586239"/>
                  </a:lnTo>
                  <a:lnTo>
                    <a:pt x="4131749" y="1574349"/>
                  </a:lnTo>
                  <a:lnTo>
                    <a:pt x="4132564" y="1539897"/>
                  </a:lnTo>
                  <a:lnTo>
                    <a:pt x="4133379" y="1514787"/>
                  </a:lnTo>
                  <a:lnTo>
                    <a:pt x="4134193" y="1469213"/>
                  </a:lnTo>
                  <a:lnTo>
                    <a:pt x="4135008" y="1396103"/>
                  </a:lnTo>
                  <a:lnTo>
                    <a:pt x="4135823" y="1278504"/>
                  </a:lnTo>
                  <a:lnTo>
                    <a:pt x="4136638" y="1277534"/>
                  </a:lnTo>
                  <a:lnTo>
                    <a:pt x="4137453" y="1206790"/>
                  </a:lnTo>
                  <a:lnTo>
                    <a:pt x="4138267" y="1211236"/>
                  </a:lnTo>
                  <a:lnTo>
                    <a:pt x="4139082" y="1170143"/>
                  </a:lnTo>
                  <a:lnTo>
                    <a:pt x="4139897" y="1274629"/>
                  </a:lnTo>
                  <a:lnTo>
                    <a:pt x="4140712" y="1317760"/>
                  </a:lnTo>
                  <a:lnTo>
                    <a:pt x="4141526" y="1428912"/>
                  </a:lnTo>
                  <a:lnTo>
                    <a:pt x="4142341" y="1525327"/>
                  </a:lnTo>
                  <a:lnTo>
                    <a:pt x="4143156" y="1461953"/>
                  </a:lnTo>
                  <a:lnTo>
                    <a:pt x="4143971" y="1445179"/>
                  </a:lnTo>
                  <a:lnTo>
                    <a:pt x="4144786" y="1403839"/>
                  </a:lnTo>
                  <a:lnTo>
                    <a:pt x="4145600" y="1369564"/>
                  </a:lnTo>
                  <a:lnTo>
                    <a:pt x="4146415" y="1381570"/>
                  </a:lnTo>
                  <a:lnTo>
                    <a:pt x="4147230" y="1405601"/>
                  </a:lnTo>
                  <a:lnTo>
                    <a:pt x="4148045" y="1493481"/>
                  </a:lnTo>
                  <a:lnTo>
                    <a:pt x="4148860" y="1546400"/>
                  </a:lnTo>
                  <a:lnTo>
                    <a:pt x="4149674" y="1580623"/>
                  </a:lnTo>
                  <a:lnTo>
                    <a:pt x="4150489" y="1589955"/>
                  </a:lnTo>
                  <a:lnTo>
                    <a:pt x="4151304" y="1606113"/>
                  </a:lnTo>
                  <a:lnTo>
                    <a:pt x="4152119" y="1654697"/>
                  </a:lnTo>
                  <a:lnTo>
                    <a:pt x="4152933" y="1648145"/>
                  </a:lnTo>
                  <a:lnTo>
                    <a:pt x="4153748" y="1659476"/>
                  </a:lnTo>
                  <a:lnTo>
                    <a:pt x="4154563" y="1662692"/>
                  </a:lnTo>
                  <a:lnTo>
                    <a:pt x="4155378" y="1640562"/>
                  </a:lnTo>
                  <a:lnTo>
                    <a:pt x="4156193" y="1637439"/>
                  </a:lnTo>
                  <a:lnTo>
                    <a:pt x="4157007" y="1639624"/>
                  </a:lnTo>
                  <a:lnTo>
                    <a:pt x="4157822" y="1630939"/>
                  </a:lnTo>
                  <a:lnTo>
                    <a:pt x="4158637" y="1603073"/>
                  </a:lnTo>
                  <a:lnTo>
                    <a:pt x="4159452" y="1547061"/>
                  </a:lnTo>
                  <a:lnTo>
                    <a:pt x="4160266" y="1582651"/>
                  </a:lnTo>
                  <a:lnTo>
                    <a:pt x="4161081" y="1585942"/>
                  </a:lnTo>
                  <a:lnTo>
                    <a:pt x="4161896" y="1580123"/>
                  </a:lnTo>
                  <a:lnTo>
                    <a:pt x="4162711" y="1581159"/>
                  </a:lnTo>
                  <a:lnTo>
                    <a:pt x="4163526" y="1579530"/>
                  </a:lnTo>
                  <a:lnTo>
                    <a:pt x="4164340" y="1592987"/>
                  </a:lnTo>
                  <a:lnTo>
                    <a:pt x="4165155" y="1563307"/>
                  </a:lnTo>
                  <a:lnTo>
                    <a:pt x="4165970" y="1600460"/>
                  </a:lnTo>
                  <a:lnTo>
                    <a:pt x="4166785" y="1602489"/>
                  </a:lnTo>
                  <a:lnTo>
                    <a:pt x="4167599" y="1625480"/>
                  </a:lnTo>
                  <a:lnTo>
                    <a:pt x="4168414" y="1636900"/>
                  </a:lnTo>
                  <a:lnTo>
                    <a:pt x="4169229" y="1637068"/>
                  </a:lnTo>
                  <a:lnTo>
                    <a:pt x="4170044" y="1651384"/>
                  </a:lnTo>
                  <a:lnTo>
                    <a:pt x="4170859" y="1674049"/>
                  </a:lnTo>
                  <a:lnTo>
                    <a:pt x="4171673" y="1704654"/>
                  </a:lnTo>
                  <a:lnTo>
                    <a:pt x="4172488" y="1709823"/>
                  </a:lnTo>
                  <a:lnTo>
                    <a:pt x="4173303" y="1700786"/>
                  </a:lnTo>
                  <a:lnTo>
                    <a:pt x="4174118" y="1712957"/>
                  </a:lnTo>
                  <a:lnTo>
                    <a:pt x="4174932" y="1690243"/>
                  </a:lnTo>
                  <a:lnTo>
                    <a:pt x="4175747" y="1684473"/>
                  </a:lnTo>
                  <a:lnTo>
                    <a:pt x="4176562" y="1645778"/>
                  </a:lnTo>
                  <a:lnTo>
                    <a:pt x="4177377" y="1614285"/>
                  </a:lnTo>
                  <a:lnTo>
                    <a:pt x="4178192" y="1611927"/>
                  </a:lnTo>
                  <a:lnTo>
                    <a:pt x="4179006" y="1614434"/>
                  </a:lnTo>
                  <a:lnTo>
                    <a:pt x="4179821" y="1598725"/>
                  </a:lnTo>
                  <a:lnTo>
                    <a:pt x="4180636" y="1613871"/>
                  </a:lnTo>
                  <a:lnTo>
                    <a:pt x="4181451" y="1647241"/>
                  </a:lnTo>
                  <a:lnTo>
                    <a:pt x="4182265" y="1598651"/>
                  </a:lnTo>
                  <a:lnTo>
                    <a:pt x="4183080" y="1588894"/>
                  </a:lnTo>
                  <a:lnTo>
                    <a:pt x="4183895" y="1554356"/>
                  </a:lnTo>
                  <a:lnTo>
                    <a:pt x="4184710" y="1515201"/>
                  </a:lnTo>
                  <a:lnTo>
                    <a:pt x="4185525" y="1490337"/>
                  </a:lnTo>
                  <a:lnTo>
                    <a:pt x="4186339" y="1527977"/>
                  </a:lnTo>
                  <a:lnTo>
                    <a:pt x="4187154" y="1532477"/>
                  </a:lnTo>
                  <a:lnTo>
                    <a:pt x="4187969" y="1535770"/>
                  </a:lnTo>
                  <a:lnTo>
                    <a:pt x="4188784" y="1528189"/>
                  </a:lnTo>
                  <a:lnTo>
                    <a:pt x="4189599" y="1548859"/>
                  </a:lnTo>
                  <a:lnTo>
                    <a:pt x="4190413" y="1542691"/>
                  </a:lnTo>
                  <a:lnTo>
                    <a:pt x="4191228" y="1509180"/>
                  </a:lnTo>
                  <a:lnTo>
                    <a:pt x="4192043" y="1544553"/>
                  </a:lnTo>
                  <a:lnTo>
                    <a:pt x="4192858" y="1574260"/>
                  </a:lnTo>
                  <a:lnTo>
                    <a:pt x="4193672" y="1584220"/>
                  </a:lnTo>
                  <a:lnTo>
                    <a:pt x="4194487" y="1626678"/>
                  </a:lnTo>
                  <a:lnTo>
                    <a:pt x="4195302" y="1630659"/>
                  </a:lnTo>
                  <a:lnTo>
                    <a:pt x="4196117" y="1662974"/>
                  </a:lnTo>
                  <a:lnTo>
                    <a:pt x="4196932" y="1675587"/>
                  </a:lnTo>
                  <a:lnTo>
                    <a:pt x="4197746" y="1651256"/>
                  </a:lnTo>
                  <a:lnTo>
                    <a:pt x="4198561" y="1620150"/>
                  </a:lnTo>
                  <a:lnTo>
                    <a:pt x="4199376" y="1567528"/>
                  </a:lnTo>
                  <a:lnTo>
                    <a:pt x="4200191" y="1546988"/>
                  </a:lnTo>
                  <a:lnTo>
                    <a:pt x="4201005" y="1611241"/>
                  </a:lnTo>
                  <a:lnTo>
                    <a:pt x="4201820" y="1615852"/>
                  </a:lnTo>
                  <a:lnTo>
                    <a:pt x="4202635" y="1586782"/>
                  </a:lnTo>
                  <a:lnTo>
                    <a:pt x="4203450" y="1523791"/>
                  </a:lnTo>
                  <a:lnTo>
                    <a:pt x="4204265" y="1509245"/>
                  </a:lnTo>
                  <a:lnTo>
                    <a:pt x="4205079" y="1496154"/>
                  </a:lnTo>
                  <a:lnTo>
                    <a:pt x="4205894" y="1466249"/>
                  </a:lnTo>
                  <a:lnTo>
                    <a:pt x="4206709" y="1379410"/>
                  </a:lnTo>
                  <a:lnTo>
                    <a:pt x="4207524" y="1382776"/>
                  </a:lnTo>
                  <a:lnTo>
                    <a:pt x="4208338" y="1382070"/>
                  </a:lnTo>
                  <a:lnTo>
                    <a:pt x="4209153" y="1429651"/>
                  </a:lnTo>
                  <a:lnTo>
                    <a:pt x="4209968" y="1558192"/>
                  </a:lnTo>
                  <a:lnTo>
                    <a:pt x="4210783" y="1543203"/>
                  </a:lnTo>
                  <a:lnTo>
                    <a:pt x="4211598" y="1521494"/>
                  </a:lnTo>
                  <a:lnTo>
                    <a:pt x="4212412" y="1469179"/>
                  </a:lnTo>
                  <a:lnTo>
                    <a:pt x="4213227" y="1501189"/>
                  </a:lnTo>
                  <a:lnTo>
                    <a:pt x="4214042" y="1521223"/>
                  </a:lnTo>
                  <a:lnTo>
                    <a:pt x="4214857" y="1519195"/>
                  </a:lnTo>
                  <a:lnTo>
                    <a:pt x="4215671" y="1471791"/>
                  </a:lnTo>
                  <a:lnTo>
                    <a:pt x="4216486" y="1435893"/>
                  </a:lnTo>
                  <a:lnTo>
                    <a:pt x="4217301" y="1356613"/>
                  </a:lnTo>
                  <a:lnTo>
                    <a:pt x="4218116" y="1303049"/>
                  </a:lnTo>
                  <a:lnTo>
                    <a:pt x="4218931" y="1286063"/>
                  </a:lnTo>
                  <a:lnTo>
                    <a:pt x="4219745" y="1184211"/>
                  </a:lnTo>
                  <a:lnTo>
                    <a:pt x="4220560" y="1142282"/>
                  </a:lnTo>
                  <a:lnTo>
                    <a:pt x="4221375" y="1123390"/>
                  </a:lnTo>
                  <a:lnTo>
                    <a:pt x="4222190" y="1146978"/>
                  </a:lnTo>
                  <a:lnTo>
                    <a:pt x="4223005" y="1140540"/>
                  </a:lnTo>
                  <a:lnTo>
                    <a:pt x="4223819" y="1159603"/>
                  </a:lnTo>
                  <a:lnTo>
                    <a:pt x="4224634" y="1232388"/>
                  </a:lnTo>
                  <a:lnTo>
                    <a:pt x="4225449" y="1256128"/>
                  </a:lnTo>
                  <a:lnTo>
                    <a:pt x="4226264" y="1214536"/>
                  </a:lnTo>
                  <a:lnTo>
                    <a:pt x="4227078" y="1171564"/>
                  </a:lnTo>
                  <a:lnTo>
                    <a:pt x="4227893" y="1203189"/>
                  </a:lnTo>
                  <a:lnTo>
                    <a:pt x="4228708" y="1239172"/>
                  </a:lnTo>
                  <a:lnTo>
                    <a:pt x="4229523" y="1253028"/>
                  </a:lnTo>
                  <a:lnTo>
                    <a:pt x="4230338" y="1297443"/>
                  </a:lnTo>
                  <a:lnTo>
                    <a:pt x="4231152" y="1352465"/>
                  </a:lnTo>
                  <a:lnTo>
                    <a:pt x="4231967" y="1411465"/>
                  </a:lnTo>
                  <a:lnTo>
                    <a:pt x="4232782" y="1458838"/>
                  </a:lnTo>
                  <a:lnTo>
                    <a:pt x="4233597" y="1499208"/>
                  </a:lnTo>
                  <a:lnTo>
                    <a:pt x="4234411" y="1513683"/>
                  </a:lnTo>
                  <a:lnTo>
                    <a:pt x="4235226" y="1505250"/>
                  </a:lnTo>
                  <a:lnTo>
                    <a:pt x="4236041" y="1375781"/>
                  </a:lnTo>
                  <a:lnTo>
                    <a:pt x="4236856" y="1340955"/>
                  </a:lnTo>
                  <a:lnTo>
                    <a:pt x="4237671" y="1397397"/>
                  </a:lnTo>
                  <a:lnTo>
                    <a:pt x="4238485" y="1339857"/>
                  </a:lnTo>
                  <a:lnTo>
                    <a:pt x="4239300" y="1364995"/>
                  </a:lnTo>
                  <a:lnTo>
                    <a:pt x="4240115" y="1359634"/>
                  </a:lnTo>
                  <a:lnTo>
                    <a:pt x="4240930" y="1435793"/>
                  </a:lnTo>
                  <a:lnTo>
                    <a:pt x="4241744" y="1451651"/>
                  </a:lnTo>
                  <a:lnTo>
                    <a:pt x="4242559" y="1415675"/>
                  </a:lnTo>
                  <a:lnTo>
                    <a:pt x="4243374" y="1359466"/>
                  </a:lnTo>
                  <a:lnTo>
                    <a:pt x="4244189" y="1386849"/>
                  </a:lnTo>
                  <a:lnTo>
                    <a:pt x="4245004" y="1478461"/>
                  </a:lnTo>
                  <a:lnTo>
                    <a:pt x="4245818" y="1490005"/>
                  </a:lnTo>
                  <a:lnTo>
                    <a:pt x="4246633" y="1495163"/>
                  </a:lnTo>
                  <a:lnTo>
                    <a:pt x="4247448" y="1480923"/>
                  </a:lnTo>
                  <a:lnTo>
                    <a:pt x="4248263" y="1486594"/>
                  </a:lnTo>
                  <a:lnTo>
                    <a:pt x="4249077" y="1489276"/>
                  </a:lnTo>
                  <a:lnTo>
                    <a:pt x="4249892" y="1369110"/>
                  </a:lnTo>
                  <a:lnTo>
                    <a:pt x="4250707" y="1294759"/>
                  </a:lnTo>
                  <a:lnTo>
                    <a:pt x="4251522" y="1303493"/>
                  </a:lnTo>
                  <a:lnTo>
                    <a:pt x="4252337" y="1466721"/>
                  </a:lnTo>
                  <a:lnTo>
                    <a:pt x="4253151" y="1470521"/>
                  </a:lnTo>
                  <a:lnTo>
                    <a:pt x="4253966" y="1326185"/>
                  </a:lnTo>
                  <a:lnTo>
                    <a:pt x="4254781" y="1308548"/>
                  </a:lnTo>
                  <a:lnTo>
                    <a:pt x="4255596" y="1377626"/>
                  </a:lnTo>
                  <a:lnTo>
                    <a:pt x="4256410" y="1406585"/>
                  </a:lnTo>
                  <a:lnTo>
                    <a:pt x="4257225" y="1422720"/>
                  </a:lnTo>
                  <a:lnTo>
                    <a:pt x="4258040" y="1350681"/>
                  </a:lnTo>
                  <a:lnTo>
                    <a:pt x="4258855" y="1289733"/>
                  </a:lnTo>
                  <a:lnTo>
                    <a:pt x="4259670" y="1237077"/>
                  </a:lnTo>
                  <a:lnTo>
                    <a:pt x="4260484" y="1214188"/>
                  </a:lnTo>
                  <a:lnTo>
                    <a:pt x="4261299" y="1200656"/>
                  </a:lnTo>
                  <a:lnTo>
                    <a:pt x="4262114" y="1152407"/>
                  </a:lnTo>
                  <a:lnTo>
                    <a:pt x="4262929" y="1186014"/>
                  </a:lnTo>
                  <a:lnTo>
                    <a:pt x="4263744" y="1162823"/>
                  </a:lnTo>
                  <a:lnTo>
                    <a:pt x="4264558" y="1288901"/>
                  </a:lnTo>
                  <a:lnTo>
                    <a:pt x="4265373" y="1293494"/>
                  </a:lnTo>
                  <a:lnTo>
                    <a:pt x="4266188" y="1381604"/>
                  </a:lnTo>
                  <a:lnTo>
                    <a:pt x="4267003" y="1306731"/>
                  </a:lnTo>
                  <a:lnTo>
                    <a:pt x="4267817" y="1255730"/>
                  </a:lnTo>
                  <a:lnTo>
                    <a:pt x="4268632" y="1247144"/>
                  </a:lnTo>
                  <a:lnTo>
                    <a:pt x="4269447" y="1305231"/>
                  </a:lnTo>
                  <a:lnTo>
                    <a:pt x="4270262" y="1331416"/>
                  </a:lnTo>
                  <a:lnTo>
                    <a:pt x="4271077" y="1387255"/>
                  </a:lnTo>
                  <a:lnTo>
                    <a:pt x="4271891" y="1294517"/>
                  </a:lnTo>
                  <a:lnTo>
                    <a:pt x="4272706" y="1205159"/>
                  </a:lnTo>
                  <a:lnTo>
                    <a:pt x="4273521" y="1162879"/>
                  </a:lnTo>
                  <a:lnTo>
                    <a:pt x="4274336" y="1175115"/>
                  </a:lnTo>
                  <a:lnTo>
                    <a:pt x="4275150" y="1184125"/>
                  </a:lnTo>
                  <a:lnTo>
                    <a:pt x="4275965" y="1214652"/>
                  </a:lnTo>
                  <a:lnTo>
                    <a:pt x="4276780" y="1272936"/>
                  </a:lnTo>
                  <a:lnTo>
                    <a:pt x="4277595" y="1279210"/>
                  </a:lnTo>
                  <a:lnTo>
                    <a:pt x="4278410" y="1409578"/>
                  </a:lnTo>
                  <a:lnTo>
                    <a:pt x="4279224" y="1408910"/>
                  </a:lnTo>
                  <a:lnTo>
                    <a:pt x="4280039" y="1367845"/>
                  </a:lnTo>
                  <a:lnTo>
                    <a:pt x="4280854" y="1281866"/>
                  </a:lnTo>
                  <a:lnTo>
                    <a:pt x="4281669" y="1273368"/>
                  </a:lnTo>
                  <a:lnTo>
                    <a:pt x="4282483" y="1348553"/>
                  </a:lnTo>
                  <a:lnTo>
                    <a:pt x="4283298" y="1407999"/>
                  </a:lnTo>
                  <a:lnTo>
                    <a:pt x="4284113" y="1280893"/>
                  </a:lnTo>
                  <a:lnTo>
                    <a:pt x="4284928" y="1374094"/>
                  </a:lnTo>
                  <a:lnTo>
                    <a:pt x="4285743" y="1385192"/>
                  </a:lnTo>
                  <a:lnTo>
                    <a:pt x="4286557" y="1552071"/>
                  </a:lnTo>
                  <a:lnTo>
                    <a:pt x="4287372" y="1608029"/>
                  </a:lnTo>
                  <a:lnTo>
                    <a:pt x="4288187" y="1465429"/>
                  </a:lnTo>
                  <a:lnTo>
                    <a:pt x="4289002" y="1464714"/>
                  </a:lnTo>
                  <a:lnTo>
                    <a:pt x="4289816" y="1534851"/>
                  </a:lnTo>
                  <a:lnTo>
                    <a:pt x="4290631" y="1578478"/>
                  </a:lnTo>
                  <a:lnTo>
                    <a:pt x="4291446" y="1569873"/>
                  </a:lnTo>
                  <a:lnTo>
                    <a:pt x="4292261" y="1578384"/>
                  </a:lnTo>
                  <a:lnTo>
                    <a:pt x="4293076" y="1551973"/>
                  </a:lnTo>
                  <a:lnTo>
                    <a:pt x="4293890" y="1535486"/>
                  </a:lnTo>
                  <a:lnTo>
                    <a:pt x="4294705" y="1542055"/>
                  </a:lnTo>
                  <a:lnTo>
                    <a:pt x="4295520" y="1467461"/>
                  </a:lnTo>
                  <a:lnTo>
                    <a:pt x="4296335" y="1393493"/>
                  </a:lnTo>
                  <a:lnTo>
                    <a:pt x="4297149" y="1341200"/>
                  </a:lnTo>
                  <a:lnTo>
                    <a:pt x="4297964" y="1440998"/>
                  </a:lnTo>
                  <a:lnTo>
                    <a:pt x="4298779" y="1454010"/>
                  </a:lnTo>
                  <a:lnTo>
                    <a:pt x="4299594" y="1390219"/>
                  </a:lnTo>
                  <a:lnTo>
                    <a:pt x="4300409" y="1276817"/>
                  </a:lnTo>
                  <a:lnTo>
                    <a:pt x="4301223" y="1189488"/>
                  </a:lnTo>
                  <a:lnTo>
                    <a:pt x="4302038" y="1186356"/>
                  </a:lnTo>
                  <a:lnTo>
                    <a:pt x="4302853" y="1193891"/>
                  </a:lnTo>
                  <a:lnTo>
                    <a:pt x="4303668" y="1173619"/>
                  </a:lnTo>
                  <a:lnTo>
                    <a:pt x="4304483" y="1301342"/>
                  </a:lnTo>
                  <a:lnTo>
                    <a:pt x="4305297" y="1325144"/>
                  </a:lnTo>
                  <a:lnTo>
                    <a:pt x="4306112" y="1317514"/>
                  </a:lnTo>
                  <a:lnTo>
                    <a:pt x="4306927" y="1296382"/>
                  </a:lnTo>
                  <a:lnTo>
                    <a:pt x="4307742" y="1283143"/>
                  </a:lnTo>
                  <a:lnTo>
                    <a:pt x="4308556" y="1251291"/>
                  </a:lnTo>
                  <a:lnTo>
                    <a:pt x="4309371" y="1200138"/>
                  </a:lnTo>
                  <a:lnTo>
                    <a:pt x="4310186" y="1185818"/>
                  </a:lnTo>
                  <a:lnTo>
                    <a:pt x="4311001" y="1208782"/>
                  </a:lnTo>
                  <a:lnTo>
                    <a:pt x="4311816" y="1228868"/>
                  </a:lnTo>
                  <a:lnTo>
                    <a:pt x="4312630" y="1207304"/>
                  </a:lnTo>
                  <a:lnTo>
                    <a:pt x="4313445" y="1295232"/>
                  </a:lnTo>
                  <a:lnTo>
                    <a:pt x="4314260" y="1284139"/>
                  </a:lnTo>
                  <a:lnTo>
                    <a:pt x="4315075" y="1347144"/>
                  </a:lnTo>
                  <a:lnTo>
                    <a:pt x="4315889" y="1430969"/>
                  </a:lnTo>
                  <a:lnTo>
                    <a:pt x="4316704" y="1345952"/>
                  </a:lnTo>
                  <a:lnTo>
                    <a:pt x="4317519" y="1326026"/>
                  </a:lnTo>
                  <a:lnTo>
                    <a:pt x="4318334" y="1343522"/>
                  </a:lnTo>
                  <a:lnTo>
                    <a:pt x="4319149" y="1458643"/>
                  </a:lnTo>
                  <a:lnTo>
                    <a:pt x="4319963" y="1517738"/>
                  </a:lnTo>
                  <a:lnTo>
                    <a:pt x="4320778" y="1403771"/>
                  </a:lnTo>
                  <a:lnTo>
                    <a:pt x="4321593" y="1360857"/>
                  </a:lnTo>
                  <a:lnTo>
                    <a:pt x="4322408" y="1448502"/>
                  </a:lnTo>
                  <a:lnTo>
                    <a:pt x="4323222" y="1494201"/>
                  </a:lnTo>
                  <a:lnTo>
                    <a:pt x="4324037" y="1495849"/>
                  </a:lnTo>
                  <a:lnTo>
                    <a:pt x="4324852" y="1426943"/>
                  </a:lnTo>
                  <a:lnTo>
                    <a:pt x="4325667" y="1396365"/>
                  </a:lnTo>
                  <a:lnTo>
                    <a:pt x="4326482" y="1427587"/>
                  </a:lnTo>
                  <a:lnTo>
                    <a:pt x="4327296" y="1559976"/>
                  </a:lnTo>
                  <a:lnTo>
                    <a:pt x="4328111" y="1563526"/>
                  </a:lnTo>
                  <a:lnTo>
                    <a:pt x="4328926" y="1562514"/>
                  </a:lnTo>
                  <a:lnTo>
                    <a:pt x="4329741" y="1561028"/>
                  </a:lnTo>
                  <a:lnTo>
                    <a:pt x="4330555" y="1568681"/>
                  </a:lnTo>
                  <a:lnTo>
                    <a:pt x="4331370" y="1531378"/>
                  </a:lnTo>
                  <a:lnTo>
                    <a:pt x="4332185" y="1503446"/>
                  </a:lnTo>
                  <a:lnTo>
                    <a:pt x="4333000" y="1367690"/>
                  </a:lnTo>
                  <a:lnTo>
                    <a:pt x="4333815" y="1345034"/>
                  </a:lnTo>
                  <a:lnTo>
                    <a:pt x="4334629" y="1370900"/>
                  </a:lnTo>
                  <a:lnTo>
                    <a:pt x="4335444" y="1338926"/>
                  </a:lnTo>
                  <a:lnTo>
                    <a:pt x="4336259" y="1272416"/>
                  </a:lnTo>
                  <a:lnTo>
                    <a:pt x="4337074" y="1189826"/>
                  </a:lnTo>
                  <a:lnTo>
                    <a:pt x="4337888" y="1242790"/>
                  </a:lnTo>
                  <a:lnTo>
                    <a:pt x="4338703" y="1232638"/>
                  </a:lnTo>
                  <a:lnTo>
                    <a:pt x="4339518" y="1298036"/>
                  </a:lnTo>
                  <a:lnTo>
                    <a:pt x="4340333" y="1364007"/>
                  </a:lnTo>
                  <a:lnTo>
                    <a:pt x="4341148" y="1285344"/>
                  </a:lnTo>
                  <a:lnTo>
                    <a:pt x="4341962" y="1249957"/>
                  </a:lnTo>
                  <a:lnTo>
                    <a:pt x="4342777" y="1250957"/>
                  </a:lnTo>
                  <a:lnTo>
                    <a:pt x="4343592" y="1249656"/>
                  </a:lnTo>
                  <a:lnTo>
                    <a:pt x="4344407" y="1238488"/>
                  </a:lnTo>
                  <a:lnTo>
                    <a:pt x="4345222" y="1244959"/>
                  </a:lnTo>
                  <a:lnTo>
                    <a:pt x="4346036" y="1289132"/>
                  </a:lnTo>
                  <a:lnTo>
                    <a:pt x="4346851" y="1358034"/>
                  </a:lnTo>
                  <a:lnTo>
                    <a:pt x="4347666" y="1492188"/>
                  </a:lnTo>
                  <a:lnTo>
                    <a:pt x="4348481" y="1503736"/>
                  </a:lnTo>
                  <a:lnTo>
                    <a:pt x="4349295" y="1491572"/>
                  </a:lnTo>
                  <a:lnTo>
                    <a:pt x="4350110" y="1475783"/>
                  </a:lnTo>
                  <a:lnTo>
                    <a:pt x="4350925" y="1426309"/>
                  </a:lnTo>
                  <a:lnTo>
                    <a:pt x="4351740" y="1407592"/>
                  </a:lnTo>
                  <a:lnTo>
                    <a:pt x="4352555" y="1337953"/>
                  </a:lnTo>
                  <a:lnTo>
                    <a:pt x="4353369" y="1303464"/>
                  </a:lnTo>
                  <a:lnTo>
                    <a:pt x="4354184" y="1326705"/>
                  </a:lnTo>
                  <a:lnTo>
                    <a:pt x="4354999" y="1396454"/>
                  </a:lnTo>
                  <a:lnTo>
                    <a:pt x="4355814" y="1404046"/>
                  </a:lnTo>
                  <a:lnTo>
                    <a:pt x="4356628" y="1386508"/>
                  </a:lnTo>
                  <a:lnTo>
                    <a:pt x="4357443" y="1299986"/>
                  </a:lnTo>
                  <a:lnTo>
                    <a:pt x="4358258" y="1278359"/>
                  </a:lnTo>
                  <a:lnTo>
                    <a:pt x="4359073" y="1224636"/>
                  </a:lnTo>
                  <a:lnTo>
                    <a:pt x="4359888" y="1252768"/>
                  </a:lnTo>
                  <a:lnTo>
                    <a:pt x="4360702" y="1326090"/>
                  </a:lnTo>
                  <a:lnTo>
                    <a:pt x="4361517" y="1361837"/>
                  </a:lnTo>
                  <a:lnTo>
                    <a:pt x="4362332" y="1426307"/>
                  </a:lnTo>
                  <a:lnTo>
                    <a:pt x="4363147" y="1471180"/>
                  </a:lnTo>
                  <a:lnTo>
                    <a:pt x="4363961" y="1419616"/>
                  </a:lnTo>
                  <a:lnTo>
                    <a:pt x="4364776" y="1439961"/>
                  </a:lnTo>
                  <a:lnTo>
                    <a:pt x="4365591" y="1384333"/>
                  </a:lnTo>
                  <a:lnTo>
                    <a:pt x="4366406" y="1350066"/>
                  </a:lnTo>
                  <a:lnTo>
                    <a:pt x="4367221" y="1302463"/>
                  </a:lnTo>
                  <a:lnTo>
                    <a:pt x="4368035" y="1339770"/>
                  </a:lnTo>
                  <a:lnTo>
                    <a:pt x="4368850" y="1319982"/>
                  </a:lnTo>
                  <a:lnTo>
                    <a:pt x="4369665" y="1309085"/>
                  </a:lnTo>
                  <a:lnTo>
                    <a:pt x="4370480" y="1112164"/>
                  </a:lnTo>
                  <a:lnTo>
                    <a:pt x="4371294" y="1111061"/>
                  </a:lnTo>
                  <a:lnTo>
                    <a:pt x="4372109" y="1158888"/>
                  </a:lnTo>
                  <a:lnTo>
                    <a:pt x="4372924" y="1137175"/>
                  </a:lnTo>
                  <a:lnTo>
                    <a:pt x="4373739" y="1187202"/>
                  </a:lnTo>
                  <a:lnTo>
                    <a:pt x="4374554" y="1190275"/>
                  </a:lnTo>
                  <a:lnTo>
                    <a:pt x="4375368" y="1145651"/>
                  </a:lnTo>
                  <a:lnTo>
                    <a:pt x="4376183" y="1239217"/>
                  </a:lnTo>
                  <a:lnTo>
                    <a:pt x="4376998" y="1190913"/>
                  </a:lnTo>
                  <a:lnTo>
                    <a:pt x="4377813" y="1215789"/>
                  </a:lnTo>
                  <a:lnTo>
                    <a:pt x="4378627" y="1235874"/>
                  </a:lnTo>
                  <a:lnTo>
                    <a:pt x="4379442" y="1343483"/>
                  </a:lnTo>
                  <a:lnTo>
                    <a:pt x="4380257" y="1362474"/>
                  </a:lnTo>
                  <a:lnTo>
                    <a:pt x="4381072" y="1305857"/>
                  </a:lnTo>
                  <a:lnTo>
                    <a:pt x="4381887" y="1336403"/>
                  </a:lnTo>
                  <a:lnTo>
                    <a:pt x="4382701" y="1411533"/>
                  </a:lnTo>
                  <a:lnTo>
                    <a:pt x="4383516" y="1479490"/>
                  </a:lnTo>
                  <a:lnTo>
                    <a:pt x="4384331" y="1517851"/>
                  </a:lnTo>
                  <a:lnTo>
                    <a:pt x="4385146" y="1505465"/>
                  </a:lnTo>
                  <a:lnTo>
                    <a:pt x="4385961" y="1494740"/>
                  </a:lnTo>
                  <a:lnTo>
                    <a:pt x="4386775" y="1510230"/>
                  </a:lnTo>
                  <a:lnTo>
                    <a:pt x="4387590" y="1469186"/>
                  </a:lnTo>
                  <a:lnTo>
                    <a:pt x="4388405" y="1432671"/>
                  </a:lnTo>
                  <a:lnTo>
                    <a:pt x="4389220" y="1535536"/>
                  </a:lnTo>
                  <a:lnTo>
                    <a:pt x="4390034" y="1552154"/>
                  </a:lnTo>
                  <a:lnTo>
                    <a:pt x="4390849" y="1567211"/>
                  </a:lnTo>
                  <a:lnTo>
                    <a:pt x="4391664" y="1574730"/>
                  </a:lnTo>
                  <a:lnTo>
                    <a:pt x="4392479" y="1549851"/>
                  </a:lnTo>
                  <a:lnTo>
                    <a:pt x="4393294" y="1540681"/>
                  </a:lnTo>
                  <a:lnTo>
                    <a:pt x="4394108" y="1509828"/>
                  </a:lnTo>
                  <a:lnTo>
                    <a:pt x="4394923" y="1497411"/>
                  </a:lnTo>
                  <a:lnTo>
                    <a:pt x="4395738" y="1529569"/>
                  </a:lnTo>
                  <a:lnTo>
                    <a:pt x="4396553" y="1499698"/>
                  </a:lnTo>
                  <a:lnTo>
                    <a:pt x="4397367" y="1497050"/>
                  </a:lnTo>
                  <a:lnTo>
                    <a:pt x="4398182" y="1484953"/>
                  </a:lnTo>
                  <a:lnTo>
                    <a:pt x="4398997" y="1532472"/>
                  </a:lnTo>
                  <a:lnTo>
                    <a:pt x="4399812" y="1591012"/>
                  </a:lnTo>
                  <a:lnTo>
                    <a:pt x="4400627" y="1561305"/>
                  </a:lnTo>
                  <a:lnTo>
                    <a:pt x="4401441" y="1556086"/>
                  </a:lnTo>
                  <a:lnTo>
                    <a:pt x="4402256" y="1579485"/>
                  </a:lnTo>
                  <a:lnTo>
                    <a:pt x="4403071" y="1617623"/>
                  </a:lnTo>
                  <a:lnTo>
                    <a:pt x="4403886" y="1614585"/>
                  </a:lnTo>
                  <a:lnTo>
                    <a:pt x="4404700" y="1603066"/>
                  </a:lnTo>
                  <a:lnTo>
                    <a:pt x="4405515" y="1600108"/>
                  </a:lnTo>
                  <a:lnTo>
                    <a:pt x="4406330" y="1593378"/>
                  </a:lnTo>
                  <a:lnTo>
                    <a:pt x="4407145" y="1539781"/>
                  </a:lnTo>
                  <a:lnTo>
                    <a:pt x="4407960" y="1471961"/>
                  </a:lnTo>
                  <a:lnTo>
                    <a:pt x="4408774" y="1525128"/>
                  </a:lnTo>
                  <a:lnTo>
                    <a:pt x="4409589" y="1552461"/>
                  </a:lnTo>
                  <a:lnTo>
                    <a:pt x="4410404" y="1580500"/>
                  </a:lnTo>
                  <a:lnTo>
                    <a:pt x="4411219" y="1573159"/>
                  </a:lnTo>
                  <a:lnTo>
                    <a:pt x="4412033" y="1581103"/>
                  </a:lnTo>
                  <a:lnTo>
                    <a:pt x="4412848" y="1591591"/>
                  </a:lnTo>
                  <a:lnTo>
                    <a:pt x="4413663" y="1631875"/>
                  </a:lnTo>
                  <a:lnTo>
                    <a:pt x="4414478" y="1651031"/>
                  </a:lnTo>
                  <a:lnTo>
                    <a:pt x="4415293" y="1604457"/>
                  </a:lnTo>
                  <a:lnTo>
                    <a:pt x="4416107" y="1597266"/>
                  </a:lnTo>
                  <a:lnTo>
                    <a:pt x="4416922" y="1643071"/>
                  </a:lnTo>
                  <a:lnTo>
                    <a:pt x="4417737" y="1657760"/>
                  </a:lnTo>
                  <a:lnTo>
                    <a:pt x="4418552" y="1619464"/>
                  </a:lnTo>
                  <a:lnTo>
                    <a:pt x="4419366" y="1534825"/>
                  </a:lnTo>
                  <a:lnTo>
                    <a:pt x="4420181" y="1629678"/>
                  </a:lnTo>
                  <a:lnTo>
                    <a:pt x="4420996" y="1658981"/>
                  </a:lnTo>
                  <a:lnTo>
                    <a:pt x="4421811" y="1662936"/>
                  </a:lnTo>
                  <a:lnTo>
                    <a:pt x="4422626" y="1629545"/>
                  </a:lnTo>
                  <a:lnTo>
                    <a:pt x="4423440" y="1682088"/>
                  </a:lnTo>
                  <a:lnTo>
                    <a:pt x="4424255" y="1666828"/>
                  </a:lnTo>
                  <a:lnTo>
                    <a:pt x="4425070" y="1681074"/>
                  </a:lnTo>
                  <a:lnTo>
                    <a:pt x="4425885" y="1679065"/>
                  </a:lnTo>
                  <a:lnTo>
                    <a:pt x="4426700" y="1674416"/>
                  </a:lnTo>
                  <a:lnTo>
                    <a:pt x="4427514" y="1650737"/>
                  </a:lnTo>
                  <a:lnTo>
                    <a:pt x="4428329" y="1625181"/>
                  </a:lnTo>
                  <a:lnTo>
                    <a:pt x="4429144" y="1604591"/>
                  </a:lnTo>
                  <a:lnTo>
                    <a:pt x="4429959" y="1562945"/>
                  </a:lnTo>
                  <a:lnTo>
                    <a:pt x="4430773" y="1572047"/>
                  </a:lnTo>
                  <a:lnTo>
                    <a:pt x="4431588" y="1589564"/>
                  </a:lnTo>
                  <a:lnTo>
                    <a:pt x="4432403" y="1578889"/>
                  </a:lnTo>
                  <a:lnTo>
                    <a:pt x="4433218" y="1582626"/>
                  </a:lnTo>
                  <a:lnTo>
                    <a:pt x="4434033" y="1547518"/>
                  </a:lnTo>
                  <a:lnTo>
                    <a:pt x="4434847" y="1427780"/>
                  </a:lnTo>
                  <a:lnTo>
                    <a:pt x="4435662" y="1381836"/>
                  </a:lnTo>
                  <a:lnTo>
                    <a:pt x="4436477" y="1470271"/>
                  </a:lnTo>
                  <a:lnTo>
                    <a:pt x="4437292" y="1470882"/>
                  </a:lnTo>
                  <a:lnTo>
                    <a:pt x="4438106" y="1448012"/>
                  </a:lnTo>
                  <a:lnTo>
                    <a:pt x="4438921" y="1479335"/>
                  </a:lnTo>
                  <a:lnTo>
                    <a:pt x="4439736" y="1484986"/>
                  </a:lnTo>
                  <a:lnTo>
                    <a:pt x="4440551" y="1498897"/>
                  </a:lnTo>
                  <a:lnTo>
                    <a:pt x="4441366" y="1484022"/>
                  </a:lnTo>
                  <a:lnTo>
                    <a:pt x="4442180" y="1506551"/>
                  </a:lnTo>
                  <a:lnTo>
                    <a:pt x="4442995" y="1529533"/>
                  </a:lnTo>
                  <a:lnTo>
                    <a:pt x="4443810" y="1533758"/>
                  </a:lnTo>
                  <a:lnTo>
                    <a:pt x="4444625" y="1568809"/>
                  </a:lnTo>
                  <a:lnTo>
                    <a:pt x="4445439" y="1565713"/>
                  </a:lnTo>
                  <a:lnTo>
                    <a:pt x="4446254" y="1557911"/>
                  </a:lnTo>
                  <a:lnTo>
                    <a:pt x="4447069" y="1565054"/>
                  </a:lnTo>
                  <a:lnTo>
                    <a:pt x="4447884" y="1508024"/>
                  </a:lnTo>
                  <a:lnTo>
                    <a:pt x="4448699" y="1482730"/>
                  </a:lnTo>
                  <a:lnTo>
                    <a:pt x="4449513" y="1462901"/>
                  </a:lnTo>
                  <a:lnTo>
                    <a:pt x="4450328" y="1442286"/>
                  </a:lnTo>
                  <a:lnTo>
                    <a:pt x="4451143" y="1392673"/>
                  </a:lnTo>
                  <a:lnTo>
                    <a:pt x="4451958" y="1440320"/>
                  </a:lnTo>
                  <a:lnTo>
                    <a:pt x="4452772" y="1517330"/>
                  </a:lnTo>
                  <a:lnTo>
                    <a:pt x="4453587" y="1514128"/>
                  </a:lnTo>
                  <a:lnTo>
                    <a:pt x="4454402" y="1534249"/>
                  </a:lnTo>
                  <a:lnTo>
                    <a:pt x="4455217" y="1509486"/>
                  </a:lnTo>
                  <a:lnTo>
                    <a:pt x="4456032" y="1504482"/>
                  </a:lnTo>
                  <a:lnTo>
                    <a:pt x="4456846" y="1456386"/>
                  </a:lnTo>
                  <a:lnTo>
                    <a:pt x="4457661" y="1428993"/>
                  </a:lnTo>
                  <a:lnTo>
                    <a:pt x="4458476" y="1481346"/>
                  </a:lnTo>
                  <a:lnTo>
                    <a:pt x="4459291" y="1554263"/>
                  </a:lnTo>
                  <a:lnTo>
                    <a:pt x="4460105" y="1643771"/>
                  </a:lnTo>
                  <a:lnTo>
                    <a:pt x="4460920" y="1617773"/>
                  </a:lnTo>
                  <a:lnTo>
                    <a:pt x="4461735" y="1609232"/>
                  </a:lnTo>
                  <a:lnTo>
                    <a:pt x="4462550" y="1645676"/>
                  </a:lnTo>
                  <a:lnTo>
                    <a:pt x="4463365" y="1586757"/>
                  </a:lnTo>
                  <a:lnTo>
                    <a:pt x="4464179" y="1616798"/>
                  </a:lnTo>
                  <a:lnTo>
                    <a:pt x="4464994" y="1566719"/>
                  </a:lnTo>
                  <a:lnTo>
                    <a:pt x="4465809" y="1472231"/>
                  </a:lnTo>
                  <a:lnTo>
                    <a:pt x="4466624" y="1455563"/>
                  </a:lnTo>
                  <a:lnTo>
                    <a:pt x="4467439" y="1380104"/>
                  </a:lnTo>
                  <a:lnTo>
                    <a:pt x="4468253" y="1509115"/>
                  </a:lnTo>
                  <a:lnTo>
                    <a:pt x="4469068" y="1495556"/>
                  </a:lnTo>
                  <a:lnTo>
                    <a:pt x="4469883" y="1537862"/>
                  </a:lnTo>
                  <a:lnTo>
                    <a:pt x="4470698" y="1593009"/>
                  </a:lnTo>
                  <a:lnTo>
                    <a:pt x="4471512" y="1604496"/>
                  </a:lnTo>
                  <a:lnTo>
                    <a:pt x="4472327" y="1681398"/>
                  </a:lnTo>
                  <a:lnTo>
                    <a:pt x="4473142" y="1677069"/>
                  </a:lnTo>
                  <a:lnTo>
                    <a:pt x="4473957" y="1653835"/>
                  </a:lnTo>
                  <a:lnTo>
                    <a:pt x="4474772" y="1607725"/>
                  </a:lnTo>
                  <a:lnTo>
                    <a:pt x="4475586" y="1596966"/>
                  </a:lnTo>
                  <a:lnTo>
                    <a:pt x="4476401" y="1609188"/>
                  </a:lnTo>
                  <a:lnTo>
                    <a:pt x="4477216" y="1494805"/>
                  </a:lnTo>
                  <a:lnTo>
                    <a:pt x="4478031" y="1430168"/>
                  </a:lnTo>
                  <a:lnTo>
                    <a:pt x="4478845" y="1432626"/>
                  </a:lnTo>
                  <a:lnTo>
                    <a:pt x="4479660" y="1541696"/>
                  </a:lnTo>
                  <a:lnTo>
                    <a:pt x="4480475" y="1539967"/>
                  </a:lnTo>
                  <a:lnTo>
                    <a:pt x="4481290" y="1538596"/>
                  </a:lnTo>
                  <a:lnTo>
                    <a:pt x="4482105" y="1505585"/>
                  </a:lnTo>
                  <a:lnTo>
                    <a:pt x="4482919" y="1447481"/>
                  </a:lnTo>
                  <a:lnTo>
                    <a:pt x="4483734" y="1404227"/>
                  </a:lnTo>
                  <a:lnTo>
                    <a:pt x="4484549" y="1415047"/>
                  </a:lnTo>
                  <a:lnTo>
                    <a:pt x="4485364" y="1452376"/>
                  </a:lnTo>
                  <a:lnTo>
                    <a:pt x="4486178" y="1466869"/>
                  </a:lnTo>
                  <a:lnTo>
                    <a:pt x="4486993" y="1558658"/>
                  </a:lnTo>
                  <a:lnTo>
                    <a:pt x="4487808" y="1490994"/>
                  </a:lnTo>
                  <a:lnTo>
                    <a:pt x="4488623" y="1538799"/>
                  </a:lnTo>
                  <a:lnTo>
                    <a:pt x="4489438" y="1516422"/>
                  </a:lnTo>
                  <a:lnTo>
                    <a:pt x="4490252" y="1584269"/>
                  </a:lnTo>
                  <a:lnTo>
                    <a:pt x="4491067" y="1609314"/>
                  </a:lnTo>
                  <a:lnTo>
                    <a:pt x="4491882" y="1635492"/>
                  </a:lnTo>
                  <a:lnTo>
                    <a:pt x="4492697" y="1669759"/>
                  </a:lnTo>
                  <a:lnTo>
                    <a:pt x="4493511" y="1676977"/>
                  </a:lnTo>
                  <a:lnTo>
                    <a:pt x="4494326" y="1682851"/>
                  </a:lnTo>
                  <a:lnTo>
                    <a:pt x="4495141" y="1686471"/>
                  </a:lnTo>
                  <a:lnTo>
                    <a:pt x="4495956" y="1671492"/>
                  </a:lnTo>
                  <a:lnTo>
                    <a:pt x="4496771" y="1702819"/>
                  </a:lnTo>
                  <a:lnTo>
                    <a:pt x="4497585" y="1702209"/>
                  </a:lnTo>
                  <a:lnTo>
                    <a:pt x="4498400" y="1729120"/>
                  </a:lnTo>
                  <a:lnTo>
                    <a:pt x="4499215" y="1697468"/>
                  </a:lnTo>
                  <a:lnTo>
                    <a:pt x="4500030" y="1710838"/>
                  </a:lnTo>
                  <a:lnTo>
                    <a:pt x="4500844" y="1686057"/>
                  </a:lnTo>
                  <a:lnTo>
                    <a:pt x="4501659" y="1673615"/>
                  </a:lnTo>
                  <a:lnTo>
                    <a:pt x="4502474" y="1688966"/>
                  </a:lnTo>
                  <a:lnTo>
                    <a:pt x="4503289" y="1705507"/>
                  </a:lnTo>
                  <a:lnTo>
                    <a:pt x="4504104" y="1730507"/>
                  </a:lnTo>
                  <a:lnTo>
                    <a:pt x="4504918" y="1755125"/>
                  </a:lnTo>
                  <a:lnTo>
                    <a:pt x="4505733" y="1747955"/>
                  </a:lnTo>
                  <a:lnTo>
                    <a:pt x="4506548" y="1753605"/>
                  </a:lnTo>
                  <a:lnTo>
                    <a:pt x="4507363" y="1756701"/>
                  </a:lnTo>
                  <a:lnTo>
                    <a:pt x="4508178" y="1756701"/>
                  </a:lnTo>
                  <a:lnTo>
                    <a:pt x="4508992" y="1756701"/>
                  </a:lnTo>
                  <a:lnTo>
                    <a:pt x="4509807" y="1756701"/>
                  </a:lnTo>
                  <a:lnTo>
                    <a:pt x="4510622" y="1756701"/>
                  </a:lnTo>
                  <a:lnTo>
                    <a:pt x="4511437" y="1756701"/>
                  </a:lnTo>
                  <a:lnTo>
                    <a:pt x="4512251" y="1752910"/>
                  </a:lnTo>
                  <a:lnTo>
                    <a:pt x="4513066" y="1731699"/>
                  </a:lnTo>
                  <a:lnTo>
                    <a:pt x="4513881" y="1698844"/>
                  </a:lnTo>
                  <a:lnTo>
                    <a:pt x="4514696" y="1698118"/>
                  </a:lnTo>
                  <a:lnTo>
                    <a:pt x="4515511" y="1665431"/>
                  </a:lnTo>
                  <a:lnTo>
                    <a:pt x="4516325" y="1644363"/>
                  </a:lnTo>
                  <a:lnTo>
                    <a:pt x="4517140" y="1614325"/>
                  </a:lnTo>
                  <a:lnTo>
                    <a:pt x="4517955" y="1574804"/>
                  </a:lnTo>
                  <a:lnTo>
                    <a:pt x="4518770" y="1509556"/>
                  </a:lnTo>
                  <a:lnTo>
                    <a:pt x="4519584" y="1461148"/>
                  </a:lnTo>
                  <a:lnTo>
                    <a:pt x="4520399" y="1542837"/>
                  </a:lnTo>
                  <a:lnTo>
                    <a:pt x="4521214" y="1568391"/>
                  </a:lnTo>
                  <a:lnTo>
                    <a:pt x="4522029" y="1646098"/>
                  </a:lnTo>
                  <a:lnTo>
                    <a:pt x="4522844" y="1623500"/>
                  </a:lnTo>
                  <a:lnTo>
                    <a:pt x="4523658" y="1494638"/>
                  </a:lnTo>
                  <a:lnTo>
                    <a:pt x="4524473" y="1608172"/>
                  </a:lnTo>
                  <a:lnTo>
                    <a:pt x="4525288" y="1626673"/>
                  </a:lnTo>
                  <a:lnTo>
                    <a:pt x="4526103" y="1704120"/>
                  </a:lnTo>
                  <a:lnTo>
                    <a:pt x="4526917" y="1669742"/>
                  </a:lnTo>
                  <a:lnTo>
                    <a:pt x="4527732" y="1655392"/>
                  </a:lnTo>
                  <a:lnTo>
                    <a:pt x="4528547" y="1687227"/>
                  </a:lnTo>
                  <a:lnTo>
                    <a:pt x="4529362" y="1629711"/>
                  </a:lnTo>
                  <a:lnTo>
                    <a:pt x="4530177" y="1657848"/>
                  </a:lnTo>
                  <a:lnTo>
                    <a:pt x="4530991" y="1662274"/>
                  </a:lnTo>
                  <a:lnTo>
                    <a:pt x="4531806" y="1613363"/>
                  </a:lnTo>
                  <a:lnTo>
                    <a:pt x="4532621" y="1559883"/>
                  </a:lnTo>
                  <a:lnTo>
                    <a:pt x="4533436" y="1615237"/>
                  </a:lnTo>
                  <a:lnTo>
                    <a:pt x="4534250" y="1651481"/>
                  </a:lnTo>
                  <a:lnTo>
                    <a:pt x="4535065" y="1645512"/>
                  </a:lnTo>
                  <a:lnTo>
                    <a:pt x="4535880" y="1612184"/>
                  </a:lnTo>
                  <a:lnTo>
                    <a:pt x="4536695" y="1565740"/>
                  </a:lnTo>
                  <a:lnTo>
                    <a:pt x="4537510" y="1564655"/>
                  </a:lnTo>
                  <a:lnTo>
                    <a:pt x="4538324" y="1578093"/>
                  </a:lnTo>
                  <a:lnTo>
                    <a:pt x="4539139" y="1512067"/>
                  </a:lnTo>
                  <a:lnTo>
                    <a:pt x="4539954" y="1489422"/>
                  </a:lnTo>
                  <a:lnTo>
                    <a:pt x="4540769" y="1511273"/>
                  </a:lnTo>
                  <a:lnTo>
                    <a:pt x="4541584" y="1599711"/>
                  </a:lnTo>
                  <a:lnTo>
                    <a:pt x="4542398" y="1616687"/>
                  </a:lnTo>
                  <a:lnTo>
                    <a:pt x="4543213" y="1559958"/>
                  </a:lnTo>
                  <a:lnTo>
                    <a:pt x="4544028" y="1469539"/>
                  </a:lnTo>
                  <a:lnTo>
                    <a:pt x="4544843" y="1382602"/>
                  </a:lnTo>
                  <a:lnTo>
                    <a:pt x="4545657" y="1369028"/>
                  </a:lnTo>
                  <a:lnTo>
                    <a:pt x="4546472" y="1363152"/>
                  </a:lnTo>
                  <a:lnTo>
                    <a:pt x="4547287" y="1333761"/>
                  </a:lnTo>
                  <a:lnTo>
                    <a:pt x="4548102" y="1421744"/>
                  </a:lnTo>
                  <a:lnTo>
                    <a:pt x="4548917" y="1389356"/>
                  </a:lnTo>
                  <a:lnTo>
                    <a:pt x="4549731" y="1492579"/>
                  </a:lnTo>
                  <a:lnTo>
                    <a:pt x="4550546" y="1538711"/>
                  </a:lnTo>
                  <a:lnTo>
                    <a:pt x="4551361" y="1544692"/>
                  </a:lnTo>
                  <a:lnTo>
                    <a:pt x="4552176" y="1538679"/>
                  </a:lnTo>
                  <a:lnTo>
                    <a:pt x="4552990" y="1522390"/>
                  </a:lnTo>
                  <a:lnTo>
                    <a:pt x="4553805" y="1492465"/>
                  </a:lnTo>
                  <a:lnTo>
                    <a:pt x="4554620" y="1530914"/>
                  </a:lnTo>
                  <a:lnTo>
                    <a:pt x="4555435" y="1521535"/>
                  </a:lnTo>
                  <a:lnTo>
                    <a:pt x="4556250" y="1549391"/>
                  </a:lnTo>
                  <a:lnTo>
                    <a:pt x="4557064" y="1569167"/>
                  </a:lnTo>
                  <a:lnTo>
                    <a:pt x="4557879" y="1570257"/>
                  </a:lnTo>
                  <a:lnTo>
                    <a:pt x="4558694" y="1545556"/>
                  </a:lnTo>
                  <a:lnTo>
                    <a:pt x="4559509" y="1531117"/>
                  </a:lnTo>
                  <a:lnTo>
                    <a:pt x="4560323" y="1424727"/>
                  </a:lnTo>
                  <a:lnTo>
                    <a:pt x="4561138" y="1414995"/>
                  </a:lnTo>
                  <a:lnTo>
                    <a:pt x="4561953" y="1371321"/>
                  </a:lnTo>
                  <a:lnTo>
                    <a:pt x="4562768" y="1385210"/>
                  </a:lnTo>
                  <a:lnTo>
                    <a:pt x="4563583" y="1491349"/>
                  </a:lnTo>
                  <a:lnTo>
                    <a:pt x="4564397" y="1458818"/>
                  </a:lnTo>
                  <a:lnTo>
                    <a:pt x="4565212" y="1365806"/>
                  </a:lnTo>
                  <a:lnTo>
                    <a:pt x="4566027" y="1369294"/>
                  </a:lnTo>
                  <a:lnTo>
                    <a:pt x="4566842" y="1426214"/>
                  </a:lnTo>
                  <a:lnTo>
                    <a:pt x="4567656" y="1463029"/>
                  </a:lnTo>
                  <a:lnTo>
                    <a:pt x="4568471" y="1507286"/>
                  </a:lnTo>
                  <a:lnTo>
                    <a:pt x="4569286" y="1512700"/>
                  </a:lnTo>
                  <a:lnTo>
                    <a:pt x="4570101" y="1502666"/>
                  </a:lnTo>
                  <a:lnTo>
                    <a:pt x="4570916" y="1439237"/>
                  </a:lnTo>
                  <a:lnTo>
                    <a:pt x="4571730" y="1414857"/>
                  </a:lnTo>
                  <a:lnTo>
                    <a:pt x="4572545" y="1426942"/>
                  </a:lnTo>
                  <a:lnTo>
                    <a:pt x="4573360" y="1391186"/>
                  </a:lnTo>
                  <a:lnTo>
                    <a:pt x="4574175" y="1411106"/>
                  </a:lnTo>
                  <a:lnTo>
                    <a:pt x="4574989" y="1524967"/>
                  </a:lnTo>
                  <a:lnTo>
                    <a:pt x="4575804" y="1535165"/>
                  </a:lnTo>
                  <a:lnTo>
                    <a:pt x="4576619" y="1489091"/>
                  </a:lnTo>
                  <a:lnTo>
                    <a:pt x="4577434" y="1462912"/>
                  </a:lnTo>
                  <a:lnTo>
                    <a:pt x="4578249" y="1463866"/>
                  </a:lnTo>
                  <a:lnTo>
                    <a:pt x="4579063" y="1529903"/>
                  </a:lnTo>
                  <a:lnTo>
                    <a:pt x="4579878" y="1525983"/>
                  </a:lnTo>
                  <a:lnTo>
                    <a:pt x="4580693" y="1572140"/>
                  </a:lnTo>
                  <a:lnTo>
                    <a:pt x="4581508" y="1627572"/>
                  </a:lnTo>
                  <a:lnTo>
                    <a:pt x="4582323" y="1639423"/>
                  </a:lnTo>
                  <a:lnTo>
                    <a:pt x="4583137" y="1625380"/>
                  </a:lnTo>
                  <a:lnTo>
                    <a:pt x="4583952" y="1640302"/>
                  </a:lnTo>
                  <a:lnTo>
                    <a:pt x="4584767" y="1629587"/>
                  </a:lnTo>
                  <a:lnTo>
                    <a:pt x="4585582" y="1623213"/>
                  </a:lnTo>
                  <a:lnTo>
                    <a:pt x="4586396" y="1653142"/>
                  </a:lnTo>
                  <a:lnTo>
                    <a:pt x="4587211" y="1656395"/>
                  </a:lnTo>
                  <a:lnTo>
                    <a:pt x="4588026" y="1662581"/>
                  </a:lnTo>
                  <a:lnTo>
                    <a:pt x="4588841" y="1674093"/>
                  </a:lnTo>
                  <a:lnTo>
                    <a:pt x="4589656" y="1697698"/>
                  </a:lnTo>
                  <a:lnTo>
                    <a:pt x="4590470" y="1709666"/>
                  </a:lnTo>
                  <a:lnTo>
                    <a:pt x="4591285" y="1725184"/>
                  </a:lnTo>
                  <a:lnTo>
                    <a:pt x="4592100" y="1728354"/>
                  </a:lnTo>
                  <a:lnTo>
                    <a:pt x="4592915" y="1727684"/>
                  </a:lnTo>
                  <a:lnTo>
                    <a:pt x="4593729" y="1711428"/>
                  </a:lnTo>
                  <a:lnTo>
                    <a:pt x="4594544" y="1712182"/>
                  </a:lnTo>
                  <a:lnTo>
                    <a:pt x="4595359" y="1701856"/>
                  </a:lnTo>
                  <a:lnTo>
                    <a:pt x="4596174" y="1702104"/>
                  </a:lnTo>
                  <a:lnTo>
                    <a:pt x="4596989" y="1688177"/>
                  </a:lnTo>
                  <a:lnTo>
                    <a:pt x="4597803" y="1673665"/>
                  </a:lnTo>
                  <a:lnTo>
                    <a:pt x="4598618" y="1657742"/>
                  </a:lnTo>
                  <a:lnTo>
                    <a:pt x="4599433" y="1640414"/>
                  </a:lnTo>
                  <a:lnTo>
                    <a:pt x="4600248" y="1663004"/>
                  </a:lnTo>
                  <a:lnTo>
                    <a:pt x="4601062" y="1683919"/>
                  </a:lnTo>
                  <a:lnTo>
                    <a:pt x="4601877" y="1687294"/>
                  </a:lnTo>
                  <a:lnTo>
                    <a:pt x="4602692" y="1664767"/>
                  </a:lnTo>
                  <a:lnTo>
                    <a:pt x="4603507" y="1624593"/>
                  </a:lnTo>
                  <a:lnTo>
                    <a:pt x="4604322" y="1583357"/>
                  </a:lnTo>
                  <a:lnTo>
                    <a:pt x="4605136" y="1528151"/>
                  </a:lnTo>
                  <a:lnTo>
                    <a:pt x="4605951" y="1450027"/>
                  </a:lnTo>
                  <a:lnTo>
                    <a:pt x="4606766" y="1414855"/>
                  </a:lnTo>
                  <a:lnTo>
                    <a:pt x="4607581" y="1343103"/>
                  </a:lnTo>
                  <a:lnTo>
                    <a:pt x="4608395" y="1348771"/>
                  </a:lnTo>
                  <a:lnTo>
                    <a:pt x="4609210" y="1417342"/>
                  </a:lnTo>
                  <a:lnTo>
                    <a:pt x="4610025" y="1377367"/>
                  </a:lnTo>
                  <a:lnTo>
                    <a:pt x="4610840" y="1351312"/>
                  </a:lnTo>
                  <a:lnTo>
                    <a:pt x="4611655" y="1280003"/>
                  </a:lnTo>
                  <a:lnTo>
                    <a:pt x="4612469" y="1296054"/>
                  </a:lnTo>
                  <a:lnTo>
                    <a:pt x="4613284" y="1386990"/>
                  </a:lnTo>
                  <a:lnTo>
                    <a:pt x="4614099" y="1428612"/>
                  </a:lnTo>
                  <a:lnTo>
                    <a:pt x="4614914" y="1497553"/>
                  </a:lnTo>
                  <a:lnTo>
                    <a:pt x="4615728" y="1474766"/>
                  </a:lnTo>
                  <a:lnTo>
                    <a:pt x="4616543" y="1431763"/>
                  </a:lnTo>
                  <a:lnTo>
                    <a:pt x="4617358" y="1452680"/>
                  </a:lnTo>
                  <a:lnTo>
                    <a:pt x="4618173" y="1417738"/>
                  </a:lnTo>
                  <a:lnTo>
                    <a:pt x="4618988" y="1351067"/>
                  </a:lnTo>
                  <a:lnTo>
                    <a:pt x="4619802" y="1436427"/>
                  </a:lnTo>
                  <a:lnTo>
                    <a:pt x="4620617" y="1518339"/>
                  </a:lnTo>
                  <a:lnTo>
                    <a:pt x="4621432" y="1562399"/>
                  </a:lnTo>
                  <a:lnTo>
                    <a:pt x="4622247" y="1562043"/>
                  </a:lnTo>
                  <a:lnTo>
                    <a:pt x="4623062" y="1460518"/>
                  </a:lnTo>
                  <a:lnTo>
                    <a:pt x="4623876" y="1463426"/>
                  </a:lnTo>
                  <a:lnTo>
                    <a:pt x="4624691" y="1402064"/>
                  </a:lnTo>
                  <a:lnTo>
                    <a:pt x="4625506" y="1480508"/>
                  </a:lnTo>
                  <a:lnTo>
                    <a:pt x="4626321" y="1494397"/>
                  </a:lnTo>
                  <a:lnTo>
                    <a:pt x="4627135" y="1475821"/>
                  </a:lnTo>
                  <a:lnTo>
                    <a:pt x="4627950" y="1487601"/>
                  </a:lnTo>
                  <a:lnTo>
                    <a:pt x="4628765" y="1472654"/>
                  </a:lnTo>
                  <a:lnTo>
                    <a:pt x="4629580" y="1517455"/>
                  </a:lnTo>
                  <a:lnTo>
                    <a:pt x="4630395" y="1456253"/>
                  </a:lnTo>
                  <a:lnTo>
                    <a:pt x="4631209" y="1497096"/>
                  </a:lnTo>
                  <a:lnTo>
                    <a:pt x="4632024" y="1371879"/>
                  </a:lnTo>
                  <a:lnTo>
                    <a:pt x="4632839" y="1274415"/>
                  </a:lnTo>
                  <a:lnTo>
                    <a:pt x="4633654" y="1373473"/>
                  </a:lnTo>
                  <a:lnTo>
                    <a:pt x="4634468" y="1353548"/>
                  </a:lnTo>
                  <a:lnTo>
                    <a:pt x="4635283" y="1382001"/>
                  </a:lnTo>
                  <a:lnTo>
                    <a:pt x="4636098" y="1419460"/>
                  </a:lnTo>
                  <a:lnTo>
                    <a:pt x="4636913" y="1499930"/>
                  </a:lnTo>
                  <a:lnTo>
                    <a:pt x="4637728" y="1556780"/>
                  </a:lnTo>
                  <a:lnTo>
                    <a:pt x="4638542" y="1574441"/>
                  </a:lnTo>
                  <a:lnTo>
                    <a:pt x="4639357" y="1552992"/>
                  </a:lnTo>
                  <a:lnTo>
                    <a:pt x="4640172" y="1629929"/>
                  </a:lnTo>
                  <a:lnTo>
                    <a:pt x="4640987" y="1658595"/>
                  </a:lnTo>
                  <a:lnTo>
                    <a:pt x="4641801" y="1668984"/>
                  </a:lnTo>
                  <a:lnTo>
                    <a:pt x="4642616" y="1647555"/>
                  </a:lnTo>
                  <a:lnTo>
                    <a:pt x="4643431" y="1636800"/>
                  </a:lnTo>
                  <a:lnTo>
                    <a:pt x="4644246" y="1566846"/>
                  </a:lnTo>
                  <a:lnTo>
                    <a:pt x="4645061" y="1471900"/>
                  </a:lnTo>
                  <a:lnTo>
                    <a:pt x="4645875" y="1478823"/>
                  </a:lnTo>
                  <a:lnTo>
                    <a:pt x="4646690" y="1570381"/>
                  </a:lnTo>
                  <a:lnTo>
                    <a:pt x="4647505" y="1584612"/>
                  </a:lnTo>
                  <a:lnTo>
                    <a:pt x="4648320" y="1588946"/>
                  </a:lnTo>
                  <a:lnTo>
                    <a:pt x="4649134" y="1558369"/>
                  </a:lnTo>
                  <a:lnTo>
                    <a:pt x="4649949" y="1565169"/>
                  </a:lnTo>
                  <a:lnTo>
                    <a:pt x="4650764" y="1558350"/>
                  </a:lnTo>
                  <a:lnTo>
                    <a:pt x="4651579" y="1541768"/>
                  </a:lnTo>
                  <a:lnTo>
                    <a:pt x="4652394" y="1499175"/>
                  </a:lnTo>
                  <a:lnTo>
                    <a:pt x="4653208" y="1520873"/>
                  </a:lnTo>
                  <a:lnTo>
                    <a:pt x="4654023" y="1549718"/>
                  </a:lnTo>
                  <a:lnTo>
                    <a:pt x="4654838" y="1554754"/>
                  </a:lnTo>
                  <a:lnTo>
                    <a:pt x="4655653" y="1609295"/>
                  </a:lnTo>
                  <a:lnTo>
                    <a:pt x="4656467" y="1568176"/>
                  </a:lnTo>
                  <a:lnTo>
                    <a:pt x="4657282" y="1548022"/>
                  </a:lnTo>
                  <a:lnTo>
                    <a:pt x="4658097" y="1533045"/>
                  </a:lnTo>
                  <a:lnTo>
                    <a:pt x="4658912" y="1645134"/>
                  </a:lnTo>
                  <a:lnTo>
                    <a:pt x="4659727" y="1649992"/>
                  </a:lnTo>
                  <a:lnTo>
                    <a:pt x="4660541" y="1639764"/>
                  </a:lnTo>
                  <a:lnTo>
                    <a:pt x="4661356" y="1666224"/>
                  </a:lnTo>
                  <a:lnTo>
                    <a:pt x="4662171" y="1671940"/>
                  </a:lnTo>
                  <a:lnTo>
                    <a:pt x="4662986" y="1682753"/>
                  </a:lnTo>
                  <a:lnTo>
                    <a:pt x="4663801" y="1670403"/>
                  </a:lnTo>
                  <a:lnTo>
                    <a:pt x="4664615" y="1655686"/>
                  </a:lnTo>
                  <a:lnTo>
                    <a:pt x="4665430" y="1610725"/>
                  </a:lnTo>
                  <a:lnTo>
                    <a:pt x="4666245" y="1486928"/>
                  </a:lnTo>
                  <a:lnTo>
                    <a:pt x="4667060" y="1502433"/>
                  </a:lnTo>
                  <a:lnTo>
                    <a:pt x="4667874" y="1412456"/>
                  </a:lnTo>
                  <a:lnTo>
                    <a:pt x="4668689" y="1429763"/>
                  </a:lnTo>
                  <a:lnTo>
                    <a:pt x="4669504" y="1435026"/>
                  </a:lnTo>
                  <a:lnTo>
                    <a:pt x="4670319" y="1567814"/>
                  </a:lnTo>
                  <a:lnTo>
                    <a:pt x="4671134" y="1569106"/>
                  </a:lnTo>
                  <a:lnTo>
                    <a:pt x="4671948" y="1584642"/>
                  </a:lnTo>
                  <a:lnTo>
                    <a:pt x="4672763" y="1619329"/>
                  </a:lnTo>
                  <a:lnTo>
                    <a:pt x="4673578" y="1625441"/>
                  </a:lnTo>
                  <a:lnTo>
                    <a:pt x="4674393" y="1621475"/>
                  </a:lnTo>
                  <a:lnTo>
                    <a:pt x="4675207" y="1598506"/>
                  </a:lnTo>
                  <a:lnTo>
                    <a:pt x="4676022" y="1589037"/>
                  </a:lnTo>
                  <a:lnTo>
                    <a:pt x="4676837" y="1606546"/>
                  </a:lnTo>
                  <a:lnTo>
                    <a:pt x="4677652" y="1655656"/>
                  </a:lnTo>
                  <a:lnTo>
                    <a:pt x="4678467" y="1669589"/>
                  </a:lnTo>
                  <a:lnTo>
                    <a:pt x="4679281" y="1666438"/>
                  </a:lnTo>
                  <a:lnTo>
                    <a:pt x="4680096" y="1667284"/>
                  </a:lnTo>
                  <a:lnTo>
                    <a:pt x="4680911" y="1682298"/>
                  </a:lnTo>
                  <a:lnTo>
                    <a:pt x="4681726" y="1658956"/>
                  </a:lnTo>
                  <a:lnTo>
                    <a:pt x="4682540" y="1631342"/>
                  </a:lnTo>
                  <a:lnTo>
                    <a:pt x="4683355" y="1645324"/>
                  </a:lnTo>
                  <a:lnTo>
                    <a:pt x="4684170" y="1640917"/>
                  </a:lnTo>
                  <a:lnTo>
                    <a:pt x="4684985" y="1669649"/>
                  </a:lnTo>
                  <a:lnTo>
                    <a:pt x="4685800" y="1669829"/>
                  </a:lnTo>
                  <a:lnTo>
                    <a:pt x="4686614" y="1609568"/>
                  </a:lnTo>
                  <a:lnTo>
                    <a:pt x="4687429" y="1518201"/>
                  </a:lnTo>
                  <a:lnTo>
                    <a:pt x="4688244" y="1513558"/>
                  </a:lnTo>
                  <a:lnTo>
                    <a:pt x="4689059" y="1594303"/>
                  </a:lnTo>
                  <a:lnTo>
                    <a:pt x="4689873" y="1573403"/>
                  </a:lnTo>
                  <a:lnTo>
                    <a:pt x="4690688" y="1596247"/>
                  </a:lnTo>
                  <a:lnTo>
                    <a:pt x="4691503" y="1589547"/>
                  </a:lnTo>
                  <a:lnTo>
                    <a:pt x="4692318" y="1592572"/>
                  </a:lnTo>
                  <a:lnTo>
                    <a:pt x="4693133" y="1588905"/>
                  </a:lnTo>
                  <a:lnTo>
                    <a:pt x="4693947" y="1598561"/>
                  </a:lnTo>
                  <a:lnTo>
                    <a:pt x="4694762" y="1590464"/>
                  </a:lnTo>
                  <a:lnTo>
                    <a:pt x="4695577" y="1553403"/>
                  </a:lnTo>
                  <a:lnTo>
                    <a:pt x="4696392" y="1583245"/>
                  </a:lnTo>
                  <a:lnTo>
                    <a:pt x="4697206" y="1656054"/>
                  </a:lnTo>
                  <a:lnTo>
                    <a:pt x="4698021" y="1678319"/>
                  </a:lnTo>
                  <a:lnTo>
                    <a:pt x="4698836" y="1693337"/>
                  </a:lnTo>
                  <a:lnTo>
                    <a:pt x="4699651" y="1636656"/>
                  </a:lnTo>
                  <a:lnTo>
                    <a:pt x="4700466" y="1611595"/>
                  </a:lnTo>
                  <a:lnTo>
                    <a:pt x="4701280" y="1668725"/>
                  </a:lnTo>
                  <a:lnTo>
                    <a:pt x="4702095" y="1702989"/>
                  </a:lnTo>
                  <a:lnTo>
                    <a:pt x="4702910" y="1726647"/>
                  </a:lnTo>
                  <a:lnTo>
                    <a:pt x="4703725" y="1686254"/>
                  </a:lnTo>
                  <a:lnTo>
                    <a:pt x="4704540" y="1705836"/>
                  </a:lnTo>
                  <a:lnTo>
                    <a:pt x="4705354" y="1715958"/>
                  </a:lnTo>
                  <a:lnTo>
                    <a:pt x="4706169" y="1725279"/>
                  </a:lnTo>
                  <a:lnTo>
                    <a:pt x="4706984" y="1698669"/>
                  </a:lnTo>
                  <a:lnTo>
                    <a:pt x="4707799" y="1651313"/>
                  </a:lnTo>
                  <a:lnTo>
                    <a:pt x="4708613" y="1641618"/>
                  </a:lnTo>
                  <a:lnTo>
                    <a:pt x="4709428" y="1673213"/>
                  </a:lnTo>
                  <a:lnTo>
                    <a:pt x="4710243" y="1677118"/>
                  </a:lnTo>
                  <a:lnTo>
                    <a:pt x="4711058" y="1690428"/>
                  </a:lnTo>
                  <a:lnTo>
                    <a:pt x="4711873" y="1715945"/>
                  </a:lnTo>
                  <a:lnTo>
                    <a:pt x="4712687" y="1694457"/>
                  </a:lnTo>
                  <a:lnTo>
                    <a:pt x="4713502" y="1732677"/>
                  </a:lnTo>
                  <a:lnTo>
                    <a:pt x="4714317" y="1732667"/>
                  </a:lnTo>
                  <a:lnTo>
                    <a:pt x="4715132" y="1748429"/>
                  </a:lnTo>
                  <a:lnTo>
                    <a:pt x="4715946" y="1755946"/>
                  </a:lnTo>
                  <a:lnTo>
                    <a:pt x="4716761" y="1755149"/>
                  </a:lnTo>
                  <a:lnTo>
                    <a:pt x="4717576" y="1756701"/>
                  </a:lnTo>
                  <a:lnTo>
                    <a:pt x="4718391" y="1752016"/>
                  </a:lnTo>
                  <a:lnTo>
                    <a:pt x="4719206" y="1754679"/>
                  </a:lnTo>
                  <a:lnTo>
                    <a:pt x="4720020" y="1742738"/>
                  </a:lnTo>
                  <a:lnTo>
                    <a:pt x="4720835" y="1747330"/>
                  </a:lnTo>
                  <a:lnTo>
                    <a:pt x="4721650" y="1746186"/>
                  </a:lnTo>
                  <a:lnTo>
                    <a:pt x="4722465" y="1734502"/>
                  </a:lnTo>
                  <a:lnTo>
                    <a:pt x="4723279" y="1730864"/>
                  </a:lnTo>
                  <a:lnTo>
                    <a:pt x="4724094" y="1746435"/>
                  </a:lnTo>
                  <a:lnTo>
                    <a:pt x="4724909" y="1723581"/>
                  </a:lnTo>
                  <a:lnTo>
                    <a:pt x="4725724" y="1740752"/>
                  </a:lnTo>
                  <a:lnTo>
                    <a:pt x="4726539" y="1715112"/>
                  </a:lnTo>
                  <a:lnTo>
                    <a:pt x="4727353" y="1706643"/>
                  </a:lnTo>
                  <a:lnTo>
                    <a:pt x="4728168" y="1724209"/>
                  </a:lnTo>
                  <a:lnTo>
                    <a:pt x="4728983" y="1661391"/>
                  </a:lnTo>
                  <a:lnTo>
                    <a:pt x="4729798" y="1608926"/>
                  </a:lnTo>
                  <a:lnTo>
                    <a:pt x="4730612" y="1627364"/>
                  </a:lnTo>
                  <a:lnTo>
                    <a:pt x="4731427" y="1677389"/>
                  </a:lnTo>
                  <a:lnTo>
                    <a:pt x="4732242" y="1693679"/>
                  </a:lnTo>
                  <a:lnTo>
                    <a:pt x="4733057" y="1612612"/>
                  </a:lnTo>
                  <a:lnTo>
                    <a:pt x="4733872" y="1623850"/>
                  </a:lnTo>
                  <a:lnTo>
                    <a:pt x="4734686" y="1616165"/>
                  </a:lnTo>
                  <a:lnTo>
                    <a:pt x="4735501" y="1648435"/>
                  </a:lnTo>
                  <a:lnTo>
                    <a:pt x="4736316" y="1704115"/>
                  </a:lnTo>
                  <a:lnTo>
                    <a:pt x="4737131" y="1645570"/>
                  </a:lnTo>
                  <a:lnTo>
                    <a:pt x="4737945" y="1699937"/>
                  </a:lnTo>
                  <a:lnTo>
                    <a:pt x="4738760" y="1737076"/>
                  </a:lnTo>
                  <a:lnTo>
                    <a:pt x="4739575" y="1726862"/>
                  </a:lnTo>
                  <a:lnTo>
                    <a:pt x="4740390" y="1731206"/>
                  </a:lnTo>
                  <a:lnTo>
                    <a:pt x="4741205" y="1731278"/>
                  </a:lnTo>
                  <a:lnTo>
                    <a:pt x="4742019" y="1726137"/>
                  </a:lnTo>
                  <a:lnTo>
                    <a:pt x="4742834" y="1722656"/>
                  </a:lnTo>
                  <a:lnTo>
                    <a:pt x="4743649" y="1727443"/>
                  </a:lnTo>
                  <a:lnTo>
                    <a:pt x="4744464" y="1714316"/>
                  </a:lnTo>
                  <a:lnTo>
                    <a:pt x="4745279" y="1712209"/>
                  </a:lnTo>
                  <a:lnTo>
                    <a:pt x="4746093" y="1734481"/>
                  </a:lnTo>
                  <a:lnTo>
                    <a:pt x="4746908" y="1711398"/>
                  </a:lnTo>
                  <a:lnTo>
                    <a:pt x="4747723" y="1715212"/>
                  </a:lnTo>
                  <a:lnTo>
                    <a:pt x="4748538" y="1709661"/>
                  </a:lnTo>
                  <a:lnTo>
                    <a:pt x="4749352" y="1663854"/>
                  </a:lnTo>
                  <a:lnTo>
                    <a:pt x="4750167" y="1639074"/>
                  </a:lnTo>
                  <a:lnTo>
                    <a:pt x="4750982" y="1635112"/>
                  </a:lnTo>
                  <a:lnTo>
                    <a:pt x="4751797" y="1693129"/>
                  </a:lnTo>
                  <a:lnTo>
                    <a:pt x="4752612" y="1683972"/>
                  </a:lnTo>
                  <a:lnTo>
                    <a:pt x="4753426" y="1671545"/>
                  </a:lnTo>
                  <a:lnTo>
                    <a:pt x="4754241" y="1676493"/>
                  </a:lnTo>
                  <a:lnTo>
                    <a:pt x="4755056" y="1641487"/>
                  </a:lnTo>
                  <a:lnTo>
                    <a:pt x="4755871" y="1637526"/>
                  </a:lnTo>
                  <a:lnTo>
                    <a:pt x="4756685" y="1645786"/>
                  </a:lnTo>
                  <a:lnTo>
                    <a:pt x="4757500" y="1627505"/>
                  </a:lnTo>
                  <a:lnTo>
                    <a:pt x="4758315" y="1651196"/>
                  </a:lnTo>
                  <a:lnTo>
                    <a:pt x="4759130" y="1656952"/>
                  </a:lnTo>
                  <a:lnTo>
                    <a:pt x="4759945" y="1648969"/>
                  </a:lnTo>
                  <a:lnTo>
                    <a:pt x="4760759" y="1641615"/>
                  </a:lnTo>
                  <a:lnTo>
                    <a:pt x="4761574" y="1645729"/>
                  </a:lnTo>
                  <a:lnTo>
                    <a:pt x="4762389" y="1628744"/>
                  </a:lnTo>
                  <a:lnTo>
                    <a:pt x="4763204" y="1638493"/>
                  </a:lnTo>
                  <a:lnTo>
                    <a:pt x="4764018" y="1662676"/>
                  </a:lnTo>
                  <a:lnTo>
                    <a:pt x="4764833" y="1705415"/>
                  </a:lnTo>
                  <a:lnTo>
                    <a:pt x="4765648" y="1727643"/>
                  </a:lnTo>
                  <a:lnTo>
                    <a:pt x="4766463" y="1719356"/>
                  </a:lnTo>
                  <a:lnTo>
                    <a:pt x="4767278" y="1737179"/>
                  </a:lnTo>
                  <a:lnTo>
                    <a:pt x="4768092" y="1715251"/>
                  </a:lnTo>
                  <a:lnTo>
                    <a:pt x="4768907" y="1693396"/>
                  </a:lnTo>
                  <a:lnTo>
                    <a:pt x="4769722" y="1712799"/>
                  </a:lnTo>
                  <a:lnTo>
                    <a:pt x="4770537" y="1715606"/>
                  </a:lnTo>
                  <a:lnTo>
                    <a:pt x="4771351" y="1709602"/>
                  </a:lnTo>
                  <a:lnTo>
                    <a:pt x="4772166" y="1720985"/>
                  </a:lnTo>
                  <a:lnTo>
                    <a:pt x="4772981" y="1717619"/>
                  </a:lnTo>
                  <a:lnTo>
                    <a:pt x="4773796" y="1752103"/>
                  </a:lnTo>
                  <a:lnTo>
                    <a:pt x="4774611" y="1756701"/>
                  </a:lnTo>
                  <a:lnTo>
                    <a:pt x="4775425" y="1722344"/>
                  </a:lnTo>
                  <a:lnTo>
                    <a:pt x="4776240" y="1723581"/>
                  </a:lnTo>
                  <a:lnTo>
                    <a:pt x="4777055" y="1693463"/>
                  </a:lnTo>
                  <a:lnTo>
                    <a:pt x="4777870" y="1697459"/>
                  </a:lnTo>
                  <a:lnTo>
                    <a:pt x="4778684" y="1681000"/>
                  </a:lnTo>
                  <a:lnTo>
                    <a:pt x="4779499" y="1637697"/>
                  </a:lnTo>
                  <a:lnTo>
                    <a:pt x="4780314" y="1627452"/>
                  </a:lnTo>
                  <a:lnTo>
                    <a:pt x="4781129" y="1612528"/>
                  </a:lnTo>
                  <a:lnTo>
                    <a:pt x="4781944" y="1668659"/>
                  </a:lnTo>
                  <a:lnTo>
                    <a:pt x="4782758" y="1637584"/>
                  </a:lnTo>
                  <a:lnTo>
                    <a:pt x="4783573" y="1575751"/>
                  </a:lnTo>
                  <a:lnTo>
                    <a:pt x="4784388" y="1461650"/>
                  </a:lnTo>
                  <a:lnTo>
                    <a:pt x="4785203" y="1417526"/>
                  </a:lnTo>
                  <a:lnTo>
                    <a:pt x="4786018" y="1473072"/>
                  </a:lnTo>
                  <a:lnTo>
                    <a:pt x="4786832" y="1525854"/>
                  </a:lnTo>
                  <a:lnTo>
                    <a:pt x="4787647" y="1547511"/>
                  </a:lnTo>
                  <a:lnTo>
                    <a:pt x="4788462" y="1569156"/>
                  </a:lnTo>
                  <a:lnTo>
                    <a:pt x="4789277" y="1536292"/>
                  </a:lnTo>
                  <a:lnTo>
                    <a:pt x="4790091" y="1540830"/>
                  </a:lnTo>
                  <a:lnTo>
                    <a:pt x="4790906" y="1536611"/>
                  </a:lnTo>
                  <a:lnTo>
                    <a:pt x="4791721" y="1508564"/>
                  </a:lnTo>
                  <a:lnTo>
                    <a:pt x="4792536" y="1509299"/>
                  </a:lnTo>
                  <a:lnTo>
                    <a:pt x="4793351" y="1510785"/>
                  </a:lnTo>
                  <a:lnTo>
                    <a:pt x="4794165" y="1505793"/>
                  </a:lnTo>
                  <a:lnTo>
                    <a:pt x="4794980" y="1486642"/>
                  </a:lnTo>
                  <a:lnTo>
                    <a:pt x="4795795" y="1400297"/>
                  </a:lnTo>
                  <a:lnTo>
                    <a:pt x="4796610" y="1355074"/>
                  </a:lnTo>
                  <a:lnTo>
                    <a:pt x="4797424" y="1317931"/>
                  </a:lnTo>
                  <a:lnTo>
                    <a:pt x="4798239" y="1388405"/>
                  </a:lnTo>
                  <a:lnTo>
                    <a:pt x="4799054" y="1358665"/>
                  </a:lnTo>
                  <a:lnTo>
                    <a:pt x="4799869" y="1351842"/>
                  </a:lnTo>
                  <a:lnTo>
                    <a:pt x="4800684" y="1392095"/>
                  </a:lnTo>
                  <a:lnTo>
                    <a:pt x="4801498" y="1460030"/>
                  </a:lnTo>
                  <a:lnTo>
                    <a:pt x="4802313" y="1474908"/>
                  </a:lnTo>
                  <a:lnTo>
                    <a:pt x="4803128" y="1444065"/>
                  </a:lnTo>
                  <a:lnTo>
                    <a:pt x="4803943" y="1411617"/>
                  </a:lnTo>
                  <a:lnTo>
                    <a:pt x="4804757" y="1481038"/>
                  </a:lnTo>
                  <a:lnTo>
                    <a:pt x="4805572" y="1455666"/>
                  </a:lnTo>
                  <a:lnTo>
                    <a:pt x="4806387" y="1452841"/>
                  </a:lnTo>
                  <a:lnTo>
                    <a:pt x="4807202" y="1575483"/>
                  </a:lnTo>
                  <a:lnTo>
                    <a:pt x="4808017" y="1646266"/>
                  </a:lnTo>
                  <a:lnTo>
                    <a:pt x="4808831" y="1629739"/>
                  </a:lnTo>
                  <a:lnTo>
                    <a:pt x="4809646" y="1547639"/>
                  </a:lnTo>
                  <a:lnTo>
                    <a:pt x="4810461" y="1575680"/>
                  </a:lnTo>
                  <a:lnTo>
                    <a:pt x="4811276" y="1622941"/>
                  </a:lnTo>
                  <a:lnTo>
                    <a:pt x="4812090" y="1629115"/>
                  </a:lnTo>
                  <a:lnTo>
                    <a:pt x="4812905" y="1579143"/>
                  </a:lnTo>
                  <a:lnTo>
                    <a:pt x="4813720" y="1579099"/>
                  </a:lnTo>
                  <a:lnTo>
                    <a:pt x="4814535" y="1503601"/>
                  </a:lnTo>
                  <a:lnTo>
                    <a:pt x="4815350" y="1477040"/>
                  </a:lnTo>
                  <a:lnTo>
                    <a:pt x="4816164" y="1493963"/>
                  </a:lnTo>
                  <a:lnTo>
                    <a:pt x="4816979" y="1509366"/>
                  </a:lnTo>
                  <a:lnTo>
                    <a:pt x="4817794" y="1579656"/>
                  </a:lnTo>
                  <a:lnTo>
                    <a:pt x="4818609" y="1586134"/>
                  </a:lnTo>
                  <a:lnTo>
                    <a:pt x="4819423" y="1570950"/>
                  </a:lnTo>
                  <a:lnTo>
                    <a:pt x="4820238" y="1558975"/>
                  </a:lnTo>
                  <a:lnTo>
                    <a:pt x="4821053" y="1593002"/>
                  </a:lnTo>
                  <a:lnTo>
                    <a:pt x="4821868" y="1610107"/>
                  </a:lnTo>
                  <a:lnTo>
                    <a:pt x="4822683" y="1623874"/>
                  </a:lnTo>
                  <a:lnTo>
                    <a:pt x="4823497" y="1591403"/>
                  </a:lnTo>
                  <a:lnTo>
                    <a:pt x="4824312" y="1580157"/>
                  </a:lnTo>
                  <a:lnTo>
                    <a:pt x="4825127" y="1588859"/>
                  </a:lnTo>
                  <a:lnTo>
                    <a:pt x="4825942" y="1542871"/>
                  </a:lnTo>
                  <a:lnTo>
                    <a:pt x="4826757" y="1520674"/>
                  </a:lnTo>
                  <a:lnTo>
                    <a:pt x="4827571" y="1573551"/>
                  </a:lnTo>
                  <a:lnTo>
                    <a:pt x="4828386" y="1612269"/>
                  </a:lnTo>
                  <a:lnTo>
                    <a:pt x="4829201" y="1579664"/>
                  </a:lnTo>
                  <a:lnTo>
                    <a:pt x="4830016" y="1581542"/>
                  </a:lnTo>
                  <a:lnTo>
                    <a:pt x="4830830" y="1578369"/>
                  </a:lnTo>
                  <a:lnTo>
                    <a:pt x="4831645" y="1555155"/>
                  </a:lnTo>
                  <a:lnTo>
                    <a:pt x="4832460" y="1546325"/>
                  </a:lnTo>
                  <a:lnTo>
                    <a:pt x="4833275" y="1435110"/>
                  </a:lnTo>
                  <a:lnTo>
                    <a:pt x="4834090" y="1368774"/>
                  </a:lnTo>
                  <a:lnTo>
                    <a:pt x="4834904" y="1318838"/>
                  </a:lnTo>
                  <a:lnTo>
                    <a:pt x="4835719" y="1371343"/>
                  </a:lnTo>
                  <a:lnTo>
                    <a:pt x="4836534" y="1326944"/>
                  </a:lnTo>
                  <a:lnTo>
                    <a:pt x="4837349" y="1262901"/>
                  </a:lnTo>
                  <a:lnTo>
                    <a:pt x="4838163" y="1334772"/>
                  </a:lnTo>
                  <a:lnTo>
                    <a:pt x="4838978" y="1418718"/>
                  </a:lnTo>
                  <a:lnTo>
                    <a:pt x="4839793" y="1504879"/>
                  </a:lnTo>
                  <a:lnTo>
                    <a:pt x="4840608" y="1543149"/>
                  </a:lnTo>
                  <a:lnTo>
                    <a:pt x="4841423" y="1547605"/>
                  </a:lnTo>
                  <a:lnTo>
                    <a:pt x="4842237" y="1556449"/>
                  </a:lnTo>
                  <a:lnTo>
                    <a:pt x="4843052" y="1531439"/>
                  </a:lnTo>
                  <a:lnTo>
                    <a:pt x="4843867" y="1443885"/>
                  </a:lnTo>
                  <a:lnTo>
                    <a:pt x="4844682" y="1513893"/>
                  </a:lnTo>
                  <a:lnTo>
                    <a:pt x="4845496" y="1552852"/>
                  </a:lnTo>
                  <a:lnTo>
                    <a:pt x="4846311" y="1567015"/>
                  </a:lnTo>
                  <a:lnTo>
                    <a:pt x="4847126" y="1543609"/>
                  </a:lnTo>
                  <a:lnTo>
                    <a:pt x="4847941" y="1562533"/>
                  </a:lnTo>
                  <a:lnTo>
                    <a:pt x="4848756" y="1552352"/>
                  </a:lnTo>
                  <a:lnTo>
                    <a:pt x="4849570" y="1573789"/>
                  </a:lnTo>
                  <a:lnTo>
                    <a:pt x="4850385" y="1567314"/>
                  </a:lnTo>
                  <a:lnTo>
                    <a:pt x="4851200" y="1536407"/>
                  </a:lnTo>
                  <a:lnTo>
                    <a:pt x="4852015" y="1552973"/>
                  </a:lnTo>
                  <a:lnTo>
                    <a:pt x="4852829" y="1584595"/>
                  </a:lnTo>
                  <a:lnTo>
                    <a:pt x="4853644" y="1580442"/>
                  </a:lnTo>
                  <a:lnTo>
                    <a:pt x="4854459" y="1571199"/>
                  </a:lnTo>
                  <a:lnTo>
                    <a:pt x="4855274" y="1575560"/>
                  </a:lnTo>
                  <a:lnTo>
                    <a:pt x="4856089" y="1580708"/>
                  </a:lnTo>
                  <a:lnTo>
                    <a:pt x="4856903" y="1582538"/>
                  </a:lnTo>
                  <a:lnTo>
                    <a:pt x="4857718" y="1646631"/>
                  </a:lnTo>
                  <a:lnTo>
                    <a:pt x="4858533" y="1653706"/>
                  </a:lnTo>
                  <a:lnTo>
                    <a:pt x="4859348" y="1653098"/>
                  </a:lnTo>
                  <a:lnTo>
                    <a:pt x="4860163" y="1652774"/>
                  </a:lnTo>
                  <a:lnTo>
                    <a:pt x="4860977" y="1647370"/>
                  </a:lnTo>
                  <a:lnTo>
                    <a:pt x="4861792" y="1682719"/>
                  </a:lnTo>
                  <a:lnTo>
                    <a:pt x="4862607" y="1709414"/>
                  </a:lnTo>
                  <a:lnTo>
                    <a:pt x="4863422" y="1703126"/>
                  </a:lnTo>
                  <a:lnTo>
                    <a:pt x="4864236" y="1682263"/>
                  </a:lnTo>
                  <a:lnTo>
                    <a:pt x="4865051" y="1694545"/>
                  </a:lnTo>
                  <a:lnTo>
                    <a:pt x="4865866" y="1708156"/>
                  </a:lnTo>
                  <a:lnTo>
                    <a:pt x="4866681" y="1724448"/>
                  </a:lnTo>
                  <a:lnTo>
                    <a:pt x="4867496" y="1686734"/>
                  </a:lnTo>
                  <a:lnTo>
                    <a:pt x="4868310" y="1686750"/>
                  </a:lnTo>
                  <a:lnTo>
                    <a:pt x="4869125" y="1662550"/>
                  </a:lnTo>
                  <a:lnTo>
                    <a:pt x="4869940" y="1643132"/>
                  </a:lnTo>
                  <a:lnTo>
                    <a:pt x="4870755" y="1605406"/>
                  </a:lnTo>
                  <a:lnTo>
                    <a:pt x="4871569" y="1522851"/>
                  </a:lnTo>
                  <a:lnTo>
                    <a:pt x="4872384" y="1397906"/>
                  </a:lnTo>
                  <a:lnTo>
                    <a:pt x="4873199" y="1464036"/>
                  </a:lnTo>
                  <a:lnTo>
                    <a:pt x="4874014" y="1347082"/>
                  </a:lnTo>
                  <a:lnTo>
                    <a:pt x="4874829" y="1324277"/>
                  </a:lnTo>
                  <a:lnTo>
                    <a:pt x="4875643" y="1206311"/>
                  </a:lnTo>
                  <a:lnTo>
                    <a:pt x="4876458" y="1300489"/>
                  </a:lnTo>
                  <a:lnTo>
                    <a:pt x="4877273" y="1301291"/>
                  </a:lnTo>
                  <a:lnTo>
                    <a:pt x="4878088" y="1216934"/>
                  </a:lnTo>
                  <a:lnTo>
                    <a:pt x="4878902" y="1216496"/>
                  </a:lnTo>
                  <a:lnTo>
                    <a:pt x="4879717" y="1309081"/>
                  </a:lnTo>
                  <a:lnTo>
                    <a:pt x="4880532" y="1435362"/>
                  </a:lnTo>
                  <a:lnTo>
                    <a:pt x="4881347" y="1488829"/>
                  </a:lnTo>
                  <a:lnTo>
                    <a:pt x="4882162" y="1471973"/>
                  </a:lnTo>
                  <a:lnTo>
                    <a:pt x="4882976" y="1499739"/>
                  </a:lnTo>
                  <a:lnTo>
                    <a:pt x="4883791" y="1544726"/>
                  </a:lnTo>
                  <a:lnTo>
                    <a:pt x="4884606" y="1550462"/>
                  </a:lnTo>
                  <a:lnTo>
                    <a:pt x="4885421" y="1558863"/>
                  </a:lnTo>
                  <a:lnTo>
                    <a:pt x="4886235" y="1566696"/>
                  </a:lnTo>
                  <a:lnTo>
                    <a:pt x="4887050" y="1614619"/>
                  </a:lnTo>
                  <a:lnTo>
                    <a:pt x="4887865" y="1595392"/>
                  </a:lnTo>
                  <a:lnTo>
                    <a:pt x="4888680" y="1469802"/>
                  </a:lnTo>
                  <a:lnTo>
                    <a:pt x="4889495" y="1434797"/>
                  </a:lnTo>
                  <a:lnTo>
                    <a:pt x="4890309" y="1343146"/>
                  </a:lnTo>
                  <a:lnTo>
                    <a:pt x="4891124" y="1444640"/>
                  </a:lnTo>
                  <a:lnTo>
                    <a:pt x="4891939" y="1411278"/>
                  </a:lnTo>
                  <a:lnTo>
                    <a:pt x="4892754" y="1377336"/>
                  </a:lnTo>
                  <a:lnTo>
                    <a:pt x="4893568" y="1463684"/>
                  </a:lnTo>
                  <a:lnTo>
                    <a:pt x="4894383" y="1484532"/>
                  </a:lnTo>
                  <a:lnTo>
                    <a:pt x="4895198" y="1555779"/>
                  </a:lnTo>
                  <a:lnTo>
                    <a:pt x="4896013" y="1503486"/>
                  </a:lnTo>
                  <a:lnTo>
                    <a:pt x="4896828" y="1576063"/>
                  </a:lnTo>
                  <a:lnTo>
                    <a:pt x="4897642" y="1587773"/>
                  </a:lnTo>
                  <a:lnTo>
                    <a:pt x="4898457" y="1638209"/>
                  </a:lnTo>
                  <a:lnTo>
                    <a:pt x="4899272" y="1599067"/>
                  </a:lnTo>
                  <a:lnTo>
                    <a:pt x="4900087" y="1593491"/>
                  </a:lnTo>
                  <a:lnTo>
                    <a:pt x="4900902" y="1486972"/>
                  </a:lnTo>
                  <a:lnTo>
                    <a:pt x="4901716" y="1432048"/>
                  </a:lnTo>
                  <a:lnTo>
                    <a:pt x="4902531" y="1415864"/>
                  </a:lnTo>
                  <a:lnTo>
                    <a:pt x="4903346" y="1443189"/>
                  </a:lnTo>
                  <a:lnTo>
                    <a:pt x="4904161" y="1496681"/>
                  </a:lnTo>
                  <a:lnTo>
                    <a:pt x="4904975" y="1538043"/>
                  </a:lnTo>
                  <a:lnTo>
                    <a:pt x="4905790" y="1534167"/>
                  </a:lnTo>
                  <a:lnTo>
                    <a:pt x="4906605" y="1491562"/>
                  </a:lnTo>
                  <a:lnTo>
                    <a:pt x="4907420" y="1438596"/>
                  </a:lnTo>
                  <a:lnTo>
                    <a:pt x="4908235" y="1446753"/>
                  </a:lnTo>
                  <a:lnTo>
                    <a:pt x="4909049" y="1561234"/>
                  </a:lnTo>
                  <a:lnTo>
                    <a:pt x="4909864" y="1589207"/>
                  </a:lnTo>
                  <a:lnTo>
                    <a:pt x="4910679" y="1622999"/>
                  </a:lnTo>
                  <a:lnTo>
                    <a:pt x="4911494" y="1688854"/>
                  </a:lnTo>
                  <a:lnTo>
                    <a:pt x="4912308" y="1656518"/>
                  </a:lnTo>
                  <a:lnTo>
                    <a:pt x="4913123" y="1640200"/>
                  </a:lnTo>
                  <a:lnTo>
                    <a:pt x="4913938" y="1658547"/>
                  </a:lnTo>
                  <a:lnTo>
                    <a:pt x="4914753" y="1647818"/>
                  </a:lnTo>
                  <a:lnTo>
                    <a:pt x="4915568" y="1641542"/>
                  </a:lnTo>
                  <a:lnTo>
                    <a:pt x="4916382" y="1673947"/>
                  </a:lnTo>
                  <a:lnTo>
                    <a:pt x="4917197" y="1686996"/>
                  </a:lnTo>
                  <a:lnTo>
                    <a:pt x="4918012" y="1749663"/>
                  </a:lnTo>
                  <a:lnTo>
                    <a:pt x="4918827" y="1738801"/>
                  </a:lnTo>
                  <a:lnTo>
                    <a:pt x="4919641" y="1748103"/>
                  </a:lnTo>
                  <a:lnTo>
                    <a:pt x="4920456" y="1737107"/>
                  </a:lnTo>
                  <a:lnTo>
                    <a:pt x="4921271" y="1731472"/>
                  </a:lnTo>
                  <a:lnTo>
                    <a:pt x="4922086" y="1749936"/>
                  </a:lnTo>
                  <a:lnTo>
                    <a:pt x="4922901" y="1735762"/>
                  </a:lnTo>
                  <a:lnTo>
                    <a:pt x="4923715" y="1746834"/>
                  </a:lnTo>
                  <a:lnTo>
                    <a:pt x="4924530" y="1735724"/>
                  </a:lnTo>
                  <a:lnTo>
                    <a:pt x="4925345" y="1731847"/>
                  </a:lnTo>
                  <a:lnTo>
                    <a:pt x="4926160" y="1705765"/>
                  </a:lnTo>
                  <a:lnTo>
                    <a:pt x="4926974" y="1731366"/>
                  </a:lnTo>
                  <a:lnTo>
                    <a:pt x="4927789" y="1741515"/>
                  </a:lnTo>
                  <a:lnTo>
                    <a:pt x="4928604" y="1696159"/>
                  </a:lnTo>
                  <a:lnTo>
                    <a:pt x="4929419" y="1671466"/>
                  </a:lnTo>
                  <a:lnTo>
                    <a:pt x="4930234" y="1665968"/>
                  </a:lnTo>
                  <a:lnTo>
                    <a:pt x="4931048" y="1629459"/>
                  </a:lnTo>
                  <a:lnTo>
                    <a:pt x="4931863" y="1590258"/>
                  </a:lnTo>
                  <a:lnTo>
                    <a:pt x="4932678" y="1602875"/>
                  </a:lnTo>
                  <a:lnTo>
                    <a:pt x="4933493" y="1569808"/>
                  </a:lnTo>
                  <a:lnTo>
                    <a:pt x="4934307" y="1586973"/>
                  </a:lnTo>
                  <a:lnTo>
                    <a:pt x="4935122" y="1515225"/>
                  </a:lnTo>
                  <a:lnTo>
                    <a:pt x="4935937" y="1499070"/>
                  </a:lnTo>
                  <a:lnTo>
                    <a:pt x="4936752" y="1511560"/>
                  </a:lnTo>
                  <a:lnTo>
                    <a:pt x="4937567" y="1518244"/>
                  </a:lnTo>
                  <a:lnTo>
                    <a:pt x="4938381" y="1529293"/>
                  </a:lnTo>
                  <a:lnTo>
                    <a:pt x="4939196" y="1532338"/>
                  </a:lnTo>
                  <a:lnTo>
                    <a:pt x="4940011" y="1549067"/>
                  </a:lnTo>
                  <a:lnTo>
                    <a:pt x="4940826" y="1556058"/>
                  </a:lnTo>
                  <a:lnTo>
                    <a:pt x="4941641" y="1546116"/>
                  </a:lnTo>
                  <a:lnTo>
                    <a:pt x="4942455" y="1546375"/>
                  </a:lnTo>
                  <a:lnTo>
                    <a:pt x="4943270" y="1515032"/>
                  </a:lnTo>
                  <a:lnTo>
                    <a:pt x="4944085" y="1444265"/>
                  </a:lnTo>
                  <a:lnTo>
                    <a:pt x="4944900" y="1404118"/>
                  </a:lnTo>
                  <a:lnTo>
                    <a:pt x="4945714" y="1457787"/>
                  </a:lnTo>
                  <a:lnTo>
                    <a:pt x="4946529" y="1513954"/>
                  </a:lnTo>
                  <a:lnTo>
                    <a:pt x="4947344" y="1519576"/>
                  </a:lnTo>
                  <a:lnTo>
                    <a:pt x="4948159" y="1585327"/>
                  </a:lnTo>
                  <a:lnTo>
                    <a:pt x="4948974" y="1577185"/>
                  </a:lnTo>
                  <a:lnTo>
                    <a:pt x="4949788" y="1617777"/>
                  </a:lnTo>
                  <a:lnTo>
                    <a:pt x="4950603" y="1607353"/>
                  </a:lnTo>
                  <a:lnTo>
                    <a:pt x="4951418" y="1595084"/>
                  </a:lnTo>
                  <a:lnTo>
                    <a:pt x="4952233" y="1572485"/>
                  </a:lnTo>
                  <a:lnTo>
                    <a:pt x="4953047" y="1630000"/>
                  </a:lnTo>
                  <a:lnTo>
                    <a:pt x="4953862" y="1693709"/>
                  </a:lnTo>
                  <a:lnTo>
                    <a:pt x="4954677" y="1687308"/>
                  </a:lnTo>
                  <a:lnTo>
                    <a:pt x="4955492" y="1671287"/>
                  </a:lnTo>
                  <a:lnTo>
                    <a:pt x="4956307" y="1660885"/>
                  </a:lnTo>
                  <a:lnTo>
                    <a:pt x="4957121" y="1661543"/>
                  </a:lnTo>
                  <a:lnTo>
                    <a:pt x="4957936" y="1635850"/>
                  </a:lnTo>
                  <a:lnTo>
                    <a:pt x="4958751" y="1607686"/>
                  </a:lnTo>
                  <a:lnTo>
                    <a:pt x="4959566" y="1557022"/>
                  </a:lnTo>
                  <a:lnTo>
                    <a:pt x="4960380" y="1540932"/>
                  </a:lnTo>
                  <a:lnTo>
                    <a:pt x="4961195" y="1487992"/>
                  </a:lnTo>
                  <a:lnTo>
                    <a:pt x="4962010" y="1435715"/>
                  </a:lnTo>
                  <a:lnTo>
                    <a:pt x="4962825" y="1383095"/>
                  </a:lnTo>
                  <a:lnTo>
                    <a:pt x="4963640" y="1325526"/>
                  </a:lnTo>
                  <a:lnTo>
                    <a:pt x="4964454" y="1353049"/>
                  </a:lnTo>
                  <a:lnTo>
                    <a:pt x="4965269" y="1381567"/>
                  </a:lnTo>
                  <a:lnTo>
                    <a:pt x="4966084" y="1344465"/>
                  </a:lnTo>
                  <a:lnTo>
                    <a:pt x="4966899" y="1346377"/>
                  </a:lnTo>
                  <a:lnTo>
                    <a:pt x="4967713" y="1420438"/>
                  </a:lnTo>
                  <a:lnTo>
                    <a:pt x="4968528" y="1490626"/>
                  </a:lnTo>
                  <a:lnTo>
                    <a:pt x="4969343" y="1541381"/>
                  </a:lnTo>
                  <a:lnTo>
                    <a:pt x="4970158" y="1559327"/>
                  </a:lnTo>
                  <a:lnTo>
                    <a:pt x="4970973" y="1626300"/>
                  </a:lnTo>
                  <a:lnTo>
                    <a:pt x="4971787" y="1655812"/>
                  </a:lnTo>
                  <a:lnTo>
                    <a:pt x="4972602" y="1644304"/>
                  </a:lnTo>
                  <a:lnTo>
                    <a:pt x="4973417" y="1642210"/>
                  </a:lnTo>
                  <a:lnTo>
                    <a:pt x="4974232" y="1585564"/>
                  </a:lnTo>
                  <a:lnTo>
                    <a:pt x="4975046" y="1534103"/>
                  </a:lnTo>
                  <a:lnTo>
                    <a:pt x="4975861" y="1599179"/>
                  </a:lnTo>
                  <a:lnTo>
                    <a:pt x="4976676" y="1609075"/>
                  </a:lnTo>
                  <a:lnTo>
                    <a:pt x="4977491" y="1652695"/>
                  </a:lnTo>
                  <a:lnTo>
                    <a:pt x="4978306" y="1643781"/>
                  </a:lnTo>
                  <a:lnTo>
                    <a:pt x="4979120" y="1702129"/>
                  </a:lnTo>
                  <a:lnTo>
                    <a:pt x="4979935" y="1698964"/>
                  </a:lnTo>
                  <a:lnTo>
                    <a:pt x="4980750" y="1718070"/>
                  </a:lnTo>
                  <a:lnTo>
                    <a:pt x="4981565" y="1710534"/>
                  </a:lnTo>
                  <a:lnTo>
                    <a:pt x="4982380" y="1688479"/>
                  </a:lnTo>
                  <a:lnTo>
                    <a:pt x="4983194" y="1708261"/>
                  </a:lnTo>
                  <a:lnTo>
                    <a:pt x="4984009" y="1714987"/>
                  </a:lnTo>
                  <a:lnTo>
                    <a:pt x="4984824" y="1704092"/>
                  </a:lnTo>
                  <a:lnTo>
                    <a:pt x="4985639" y="1699587"/>
                  </a:lnTo>
                  <a:lnTo>
                    <a:pt x="4986453" y="1685979"/>
                  </a:lnTo>
                  <a:lnTo>
                    <a:pt x="4987268" y="1665036"/>
                  </a:lnTo>
                  <a:lnTo>
                    <a:pt x="4988083" y="1670519"/>
                  </a:lnTo>
                  <a:lnTo>
                    <a:pt x="4988898" y="1662129"/>
                  </a:lnTo>
                  <a:lnTo>
                    <a:pt x="4989713" y="1611021"/>
                  </a:lnTo>
                  <a:lnTo>
                    <a:pt x="4990527" y="1634682"/>
                  </a:lnTo>
                  <a:lnTo>
                    <a:pt x="4991342" y="1625294"/>
                  </a:lnTo>
                  <a:lnTo>
                    <a:pt x="4992157" y="1644600"/>
                  </a:lnTo>
                  <a:lnTo>
                    <a:pt x="4992972" y="1649677"/>
                  </a:lnTo>
                  <a:lnTo>
                    <a:pt x="4993786" y="1652750"/>
                  </a:lnTo>
                  <a:lnTo>
                    <a:pt x="4994601" y="1632298"/>
                  </a:lnTo>
                  <a:lnTo>
                    <a:pt x="4995416" y="1589220"/>
                  </a:lnTo>
                  <a:lnTo>
                    <a:pt x="4996231" y="1578826"/>
                  </a:lnTo>
                  <a:lnTo>
                    <a:pt x="4997046" y="1566386"/>
                  </a:lnTo>
                  <a:lnTo>
                    <a:pt x="4997860" y="1601052"/>
                  </a:lnTo>
                  <a:lnTo>
                    <a:pt x="4998675" y="1632066"/>
                  </a:lnTo>
                  <a:lnTo>
                    <a:pt x="4999490" y="1639031"/>
                  </a:lnTo>
                  <a:lnTo>
                    <a:pt x="5000305" y="1656632"/>
                  </a:lnTo>
                  <a:lnTo>
                    <a:pt x="5001119" y="1655635"/>
                  </a:lnTo>
                  <a:lnTo>
                    <a:pt x="5001934" y="1623916"/>
                  </a:lnTo>
                  <a:lnTo>
                    <a:pt x="5002749" y="1620675"/>
                  </a:lnTo>
                  <a:lnTo>
                    <a:pt x="5003564" y="1622681"/>
                  </a:lnTo>
                  <a:lnTo>
                    <a:pt x="5004379" y="1587301"/>
                  </a:lnTo>
                  <a:lnTo>
                    <a:pt x="5005193" y="1604900"/>
                  </a:lnTo>
                  <a:lnTo>
                    <a:pt x="5006008" y="1643466"/>
                  </a:lnTo>
                  <a:lnTo>
                    <a:pt x="5006823" y="1643593"/>
                  </a:lnTo>
                  <a:lnTo>
                    <a:pt x="5007638" y="1636119"/>
                  </a:lnTo>
                  <a:lnTo>
                    <a:pt x="5008452" y="1599016"/>
                  </a:lnTo>
                  <a:lnTo>
                    <a:pt x="5009267" y="1562825"/>
                  </a:lnTo>
                  <a:lnTo>
                    <a:pt x="5010082" y="1536890"/>
                  </a:lnTo>
                  <a:lnTo>
                    <a:pt x="5010897" y="1575124"/>
                  </a:lnTo>
                  <a:lnTo>
                    <a:pt x="5011712" y="1509483"/>
                  </a:lnTo>
                  <a:lnTo>
                    <a:pt x="5012526" y="1484743"/>
                  </a:lnTo>
                  <a:lnTo>
                    <a:pt x="5013341" y="1495388"/>
                  </a:lnTo>
                  <a:lnTo>
                    <a:pt x="5014156" y="1638885"/>
                  </a:lnTo>
                  <a:lnTo>
                    <a:pt x="5014971" y="1544077"/>
                  </a:lnTo>
                  <a:lnTo>
                    <a:pt x="5015785" y="1558570"/>
                  </a:lnTo>
                  <a:lnTo>
                    <a:pt x="5016600" y="1519304"/>
                  </a:lnTo>
                  <a:lnTo>
                    <a:pt x="5017415" y="1577238"/>
                  </a:lnTo>
                  <a:lnTo>
                    <a:pt x="5018230" y="1540110"/>
                  </a:lnTo>
                  <a:lnTo>
                    <a:pt x="5019045" y="1552530"/>
                  </a:lnTo>
                  <a:lnTo>
                    <a:pt x="5019859" y="1573221"/>
                  </a:lnTo>
                  <a:lnTo>
                    <a:pt x="5020674" y="1576825"/>
                  </a:lnTo>
                  <a:lnTo>
                    <a:pt x="5021489" y="1577107"/>
                  </a:lnTo>
                  <a:lnTo>
                    <a:pt x="5022304" y="1631661"/>
                  </a:lnTo>
                  <a:lnTo>
                    <a:pt x="5023119" y="1642946"/>
                  </a:lnTo>
                  <a:lnTo>
                    <a:pt x="5023933" y="1639075"/>
                  </a:lnTo>
                  <a:lnTo>
                    <a:pt x="5024748" y="1623786"/>
                  </a:lnTo>
                  <a:lnTo>
                    <a:pt x="5025563" y="1552216"/>
                  </a:lnTo>
                  <a:lnTo>
                    <a:pt x="5026378" y="1532171"/>
                  </a:lnTo>
                  <a:lnTo>
                    <a:pt x="5027192" y="1534848"/>
                  </a:lnTo>
                  <a:lnTo>
                    <a:pt x="5028007" y="1622061"/>
                  </a:lnTo>
                  <a:lnTo>
                    <a:pt x="5028822" y="1687417"/>
                  </a:lnTo>
                  <a:lnTo>
                    <a:pt x="5029637" y="1669325"/>
                  </a:lnTo>
                  <a:lnTo>
                    <a:pt x="5030452" y="1693003"/>
                  </a:lnTo>
                  <a:lnTo>
                    <a:pt x="5031266" y="1683022"/>
                  </a:lnTo>
                  <a:lnTo>
                    <a:pt x="5032081" y="1698572"/>
                  </a:lnTo>
                  <a:lnTo>
                    <a:pt x="5032896" y="1683945"/>
                  </a:lnTo>
                  <a:lnTo>
                    <a:pt x="5033711" y="1685740"/>
                  </a:lnTo>
                  <a:lnTo>
                    <a:pt x="5034525" y="1683128"/>
                  </a:lnTo>
                  <a:lnTo>
                    <a:pt x="5035340" y="1696283"/>
                  </a:lnTo>
                  <a:lnTo>
                    <a:pt x="5036155" y="1682242"/>
                  </a:lnTo>
                  <a:lnTo>
                    <a:pt x="5036970" y="1679681"/>
                  </a:lnTo>
                  <a:lnTo>
                    <a:pt x="5037785" y="1670615"/>
                  </a:lnTo>
                  <a:lnTo>
                    <a:pt x="5038599" y="1662743"/>
                  </a:lnTo>
                  <a:lnTo>
                    <a:pt x="5039414" y="1647462"/>
                  </a:lnTo>
                  <a:lnTo>
                    <a:pt x="5040229" y="1648690"/>
                  </a:lnTo>
                  <a:lnTo>
                    <a:pt x="5041044" y="1611491"/>
                  </a:lnTo>
                  <a:lnTo>
                    <a:pt x="5041858" y="1529184"/>
                  </a:lnTo>
                  <a:lnTo>
                    <a:pt x="5042673" y="1523452"/>
                  </a:lnTo>
                  <a:lnTo>
                    <a:pt x="5043488" y="1595995"/>
                  </a:lnTo>
                  <a:lnTo>
                    <a:pt x="5044303" y="1577862"/>
                  </a:lnTo>
                  <a:lnTo>
                    <a:pt x="5045118" y="1546131"/>
                  </a:lnTo>
                  <a:lnTo>
                    <a:pt x="5045932" y="1528651"/>
                  </a:lnTo>
                  <a:lnTo>
                    <a:pt x="5046747" y="1473943"/>
                  </a:lnTo>
                  <a:lnTo>
                    <a:pt x="5047562" y="1484773"/>
                  </a:lnTo>
                  <a:lnTo>
                    <a:pt x="5048377" y="1480089"/>
                  </a:lnTo>
                  <a:lnTo>
                    <a:pt x="5049191" y="1440015"/>
                  </a:lnTo>
                  <a:lnTo>
                    <a:pt x="5050006" y="1528409"/>
                  </a:lnTo>
                  <a:lnTo>
                    <a:pt x="5050821" y="1622093"/>
                  </a:lnTo>
                  <a:lnTo>
                    <a:pt x="5051636" y="1650682"/>
                  </a:lnTo>
                  <a:lnTo>
                    <a:pt x="5052451" y="1658778"/>
                  </a:lnTo>
                  <a:lnTo>
                    <a:pt x="5053265" y="1652851"/>
                  </a:lnTo>
                  <a:lnTo>
                    <a:pt x="5054080" y="1662984"/>
                  </a:lnTo>
                  <a:lnTo>
                    <a:pt x="5054895" y="1698419"/>
                  </a:lnTo>
                  <a:lnTo>
                    <a:pt x="5055710" y="1677788"/>
                  </a:lnTo>
                  <a:lnTo>
                    <a:pt x="5056524" y="1648335"/>
                  </a:lnTo>
                  <a:lnTo>
                    <a:pt x="5057339" y="1652050"/>
                  </a:lnTo>
                  <a:lnTo>
                    <a:pt x="5058154" y="1658095"/>
                  </a:lnTo>
                  <a:lnTo>
                    <a:pt x="5058969" y="1628361"/>
                  </a:lnTo>
                  <a:lnTo>
                    <a:pt x="5059784" y="1618064"/>
                  </a:lnTo>
                  <a:lnTo>
                    <a:pt x="5060598" y="1569151"/>
                  </a:lnTo>
                  <a:lnTo>
                    <a:pt x="5061413" y="1548419"/>
                  </a:lnTo>
                  <a:lnTo>
                    <a:pt x="5062228" y="1587322"/>
                  </a:lnTo>
                  <a:lnTo>
                    <a:pt x="5063043" y="1609942"/>
                  </a:lnTo>
                  <a:lnTo>
                    <a:pt x="5063858" y="1605175"/>
                  </a:lnTo>
                  <a:lnTo>
                    <a:pt x="5064672" y="1599356"/>
                  </a:lnTo>
                  <a:lnTo>
                    <a:pt x="5065487" y="1570335"/>
                  </a:lnTo>
                  <a:lnTo>
                    <a:pt x="5066302" y="1534047"/>
                  </a:lnTo>
                  <a:lnTo>
                    <a:pt x="5067117" y="1543133"/>
                  </a:lnTo>
                  <a:lnTo>
                    <a:pt x="5067931" y="1546635"/>
                  </a:lnTo>
                  <a:lnTo>
                    <a:pt x="5068746" y="1539890"/>
                  </a:lnTo>
                  <a:lnTo>
                    <a:pt x="5069561" y="1522920"/>
                  </a:lnTo>
                  <a:lnTo>
                    <a:pt x="5070376" y="1548721"/>
                  </a:lnTo>
                  <a:lnTo>
                    <a:pt x="5071191" y="1545535"/>
                  </a:lnTo>
                  <a:lnTo>
                    <a:pt x="5072005" y="1439137"/>
                  </a:lnTo>
                  <a:lnTo>
                    <a:pt x="5072820" y="1390949"/>
                  </a:lnTo>
                  <a:lnTo>
                    <a:pt x="5073635" y="1480271"/>
                  </a:lnTo>
                  <a:lnTo>
                    <a:pt x="5074450" y="1556512"/>
                  </a:lnTo>
                  <a:lnTo>
                    <a:pt x="5075264" y="1597487"/>
                  </a:lnTo>
                  <a:lnTo>
                    <a:pt x="5076079" y="1628386"/>
                  </a:lnTo>
                  <a:lnTo>
                    <a:pt x="5076894" y="1681936"/>
                  </a:lnTo>
                  <a:lnTo>
                    <a:pt x="5077709" y="1727795"/>
                  </a:lnTo>
                  <a:lnTo>
                    <a:pt x="5078524" y="1742415"/>
                  </a:lnTo>
                  <a:lnTo>
                    <a:pt x="5079338" y="1683684"/>
                  </a:lnTo>
                  <a:lnTo>
                    <a:pt x="5080153" y="1704137"/>
                  </a:lnTo>
                  <a:lnTo>
                    <a:pt x="5080968" y="1710930"/>
                  </a:lnTo>
                  <a:lnTo>
                    <a:pt x="5081783" y="1668994"/>
                  </a:lnTo>
                  <a:lnTo>
                    <a:pt x="5082597" y="1586785"/>
                  </a:lnTo>
                  <a:lnTo>
                    <a:pt x="5083412" y="1616482"/>
                  </a:lnTo>
                  <a:lnTo>
                    <a:pt x="5084227" y="1667135"/>
                  </a:lnTo>
                  <a:lnTo>
                    <a:pt x="5085042" y="1684540"/>
                  </a:lnTo>
                  <a:lnTo>
                    <a:pt x="5085857" y="1672187"/>
                  </a:lnTo>
                  <a:lnTo>
                    <a:pt x="5086671" y="1690014"/>
                  </a:lnTo>
                  <a:lnTo>
                    <a:pt x="5087486" y="1619710"/>
                  </a:lnTo>
                  <a:lnTo>
                    <a:pt x="5088301" y="1647799"/>
                  </a:lnTo>
                  <a:lnTo>
                    <a:pt x="5089116" y="1555826"/>
                  </a:lnTo>
                  <a:lnTo>
                    <a:pt x="5089930" y="1536216"/>
                  </a:lnTo>
                  <a:lnTo>
                    <a:pt x="5090745" y="1520156"/>
                  </a:lnTo>
                  <a:lnTo>
                    <a:pt x="5091560" y="1590557"/>
                  </a:lnTo>
                  <a:lnTo>
                    <a:pt x="5092375" y="1636794"/>
                  </a:lnTo>
                  <a:lnTo>
                    <a:pt x="5093190" y="1622354"/>
                  </a:lnTo>
                  <a:lnTo>
                    <a:pt x="5094004" y="1641323"/>
                  </a:lnTo>
                  <a:lnTo>
                    <a:pt x="5094819" y="1609316"/>
                  </a:lnTo>
                  <a:lnTo>
                    <a:pt x="5095634" y="1588124"/>
                  </a:lnTo>
                  <a:lnTo>
                    <a:pt x="5096449" y="1611735"/>
                  </a:lnTo>
                  <a:lnTo>
                    <a:pt x="5097263" y="1581967"/>
                  </a:lnTo>
                  <a:lnTo>
                    <a:pt x="5098078" y="1643815"/>
                  </a:lnTo>
                  <a:lnTo>
                    <a:pt x="5098893" y="1603681"/>
                  </a:lnTo>
                  <a:lnTo>
                    <a:pt x="5099708" y="1624926"/>
                  </a:lnTo>
                  <a:lnTo>
                    <a:pt x="5100523" y="1590294"/>
                  </a:lnTo>
                  <a:lnTo>
                    <a:pt x="5101337" y="1520439"/>
                  </a:lnTo>
                  <a:lnTo>
                    <a:pt x="5102152" y="1551932"/>
                  </a:lnTo>
                  <a:lnTo>
                    <a:pt x="5102967" y="1391327"/>
                  </a:lnTo>
                  <a:lnTo>
                    <a:pt x="5103782" y="1427862"/>
                  </a:lnTo>
                  <a:lnTo>
                    <a:pt x="5104597" y="1513123"/>
                  </a:lnTo>
                  <a:lnTo>
                    <a:pt x="5105411" y="1487990"/>
                  </a:lnTo>
                  <a:lnTo>
                    <a:pt x="5106226" y="1587638"/>
                  </a:lnTo>
                  <a:lnTo>
                    <a:pt x="5107041" y="1602948"/>
                  </a:lnTo>
                  <a:lnTo>
                    <a:pt x="5107856" y="1624049"/>
                  </a:lnTo>
                  <a:lnTo>
                    <a:pt x="5108670" y="1634645"/>
                  </a:lnTo>
                  <a:lnTo>
                    <a:pt x="5109485" y="1561482"/>
                  </a:lnTo>
                  <a:lnTo>
                    <a:pt x="5110300" y="1588747"/>
                  </a:lnTo>
                  <a:lnTo>
                    <a:pt x="5111115" y="1513573"/>
                  </a:lnTo>
                  <a:lnTo>
                    <a:pt x="5111930" y="1509316"/>
                  </a:lnTo>
                  <a:lnTo>
                    <a:pt x="5112744" y="1484477"/>
                  </a:lnTo>
                  <a:lnTo>
                    <a:pt x="5113559" y="1485786"/>
                  </a:lnTo>
                  <a:lnTo>
                    <a:pt x="5114374" y="1509889"/>
                  </a:lnTo>
                  <a:lnTo>
                    <a:pt x="5115189" y="1481660"/>
                  </a:lnTo>
                  <a:lnTo>
                    <a:pt x="5116003" y="1436440"/>
                  </a:lnTo>
                  <a:lnTo>
                    <a:pt x="5116818" y="1443496"/>
                  </a:lnTo>
                  <a:lnTo>
                    <a:pt x="5117633" y="1361089"/>
                  </a:lnTo>
                  <a:lnTo>
                    <a:pt x="5118448" y="1335930"/>
                  </a:lnTo>
                  <a:lnTo>
                    <a:pt x="5119263" y="1289449"/>
                  </a:lnTo>
                  <a:lnTo>
                    <a:pt x="5120077" y="1325828"/>
                  </a:lnTo>
                  <a:lnTo>
                    <a:pt x="5120892" y="1343615"/>
                  </a:lnTo>
                  <a:lnTo>
                    <a:pt x="5121707" y="1250814"/>
                  </a:lnTo>
                  <a:lnTo>
                    <a:pt x="5122522" y="1334496"/>
                  </a:lnTo>
                  <a:lnTo>
                    <a:pt x="5123336" y="1283622"/>
                  </a:lnTo>
                  <a:lnTo>
                    <a:pt x="5124151" y="1263487"/>
                  </a:lnTo>
                  <a:lnTo>
                    <a:pt x="5124966" y="1156894"/>
                  </a:lnTo>
                  <a:lnTo>
                    <a:pt x="5125781" y="1195242"/>
                  </a:lnTo>
                  <a:lnTo>
                    <a:pt x="5126596" y="1175642"/>
                  </a:lnTo>
                  <a:lnTo>
                    <a:pt x="5127410" y="1152600"/>
                  </a:lnTo>
                  <a:lnTo>
                    <a:pt x="5128225" y="1133800"/>
                  </a:lnTo>
                  <a:lnTo>
                    <a:pt x="5129040" y="1094622"/>
                  </a:lnTo>
                  <a:lnTo>
                    <a:pt x="5129855" y="988321"/>
                  </a:lnTo>
                  <a:lnTo>
                    <a:pt x="5130669" y="935309"/>
                  </a:lnTo>
                  <a:lnTo>
                    <a:pt x="5131484" y="948202"/>
                  </a:lnTo>
                  <a:lnTo>
                    <a:pt x="5132299" y="891679"/>
                  </a:lnTo>
                  <a:lnTo>
                    <a:pt x="5133114" y="746812"/>
                  </a:lnTo>
                  <a:lnTo>
                    <a:pt x="5133929" y="761483"/>
                  </a:lnTo>
                  <a:lnTo>
                    <a:pt x="5134743" y="768517"/>
                  </a:lnTo>
                  <a:lnTo>
                    <a:pt x="5135558" y="772152"/>
                  </a:lnTo>
                  <a:lnTo>
                    <a:pt x="5136373" y="820827"/>
                  </a:lnTo>
                  <a:lnTo>
                    <a:pt x="5137188" y="855781"/>
                  </a:lnTo>
                  <a:lnTo>
                    <a:pt x="5138002" y="1004690"/>
                  </a:lnTo>
                  <a:lnTo>
                    <a:pt x="5138817" y="1025521"/>
                  </a:lnTo>
                  <a:lnTo>
                    <a:pt x="5139632" y="897999"/>
                  </a:lnTo>
                  <a:lnTo>
                    <a:pt x="5140447" y="1066333"/>
                  </a:lnTo>
                  <a:lnTo>
                    <a:pt x="5141262" y="1190621"/>
                  </a:lnTo>
                  <a:lnTo>
                    <a:pt x="5142076" y="1121657"/>
                  </a:lnTo>
                  <a:lnTo>
                    <a:pt x="5142891" y="1100665"/>
                  </a:lnTo>
                  <a:lnTo>
                    <a:pt x="5143706" y="1173680"/>
                  </a:lnTo>
                  <a:lnTo>
                    <a:pt x="5144521" y="1291236"/>
                  </a:lnTo>
                  <a:lnTo>
                    <a:pt x="5145336" y="1317306"/>
                  </a:lnTo>
                  <a:lnTo>
                    <a:pt x="5146150" y="1204000"/>
                  </a:lnTo>
                  <a:lnTo>
                    <a:pt x="5146965" y="1343808"/>
                  </a:lnTo>
                  <a:lnTo>
                    <a:pt x="5147780" y="1292025"/>
                  </a:lnTo>
                  <a:lnTo>
                    <a:pt x="5148595" y="1314257"/>
                  </a:lnTo>
                  <a:lnTo>
                    <a:pt x="5149409" y="1318585"/>
                  </a:lnTo>
                  <a:lnTo>
                    <a:pt x="5150224" y="1196276"/>
                  </a:lnTo>
                  <a:lnTo>
                    <a:pt x="5151039" y="1177760"/>
                  </a:lnTo>
                  <a:lnTo>
                    <a:pt x="5151854" y="1133638"/>
                  </a:lnTo>
                  <a:lnTo>
                    <a:pt x="5152669" y="1100489"/>
                  </a:lnTo>
                  <a:lnTo>
                    <a:pt x="5153483" y="1026627"/>
                  </a:lnTo>
                  <a:lnTo>
                    <a:pt x="5154298" y="1009023"/>
                  </a:lnTo>
                  <a:lnTo>
                    <a:pt x="5155113" y="1088366"/>
                  </a:lnTo>
                  <a:lnTo>
                    <a:pt x="5155928" y="1119052"/>
                  </a:lnTo>
                  <a:lnTo>
                    <a:pt x="5156742" y="1086754"/>
                  </a:lnTo>
                  <a:lnTo>
                    <a:pt x="5157557" y="1046485"/>
                  </a:lnTo>
                  <a:lnTo>
                    <a:pt x="5158372" y="1005459"/>
                  </a:lnTo>
                  <a:lnTo>
                    <a:pt x="5159187" y="1045052"/>
                  </a:lnTo>
                  <a:lnTo>
                    <a:pt x="5160002" y="1084345"/>
                  </a:lnTo>
                  <a:lnTo>
                    <a:pt x="5160816" y="1023499"/>
                  </a:lnTo>
                  <a:lnTo>
                    <a:pt x="5161631" y="1093779"/>
                  </a:lnTo>
                  <a:lnTo>
                    <a:pt x="5162446" y="1095952"/>
                  </a:lnTo>
                  <a:lnTo>
                    <a:pt x="5163261" y="1024284"/>
                  </a:lnTo>
                  <a:lnTo>
                    <a:pt x="5164075" y="1021518"/>
                  </a:lnTo>
                  <a:lnTo>
                    <a:pt x="5164890" y="1062509"/>
                  </a:lnTo>
                  <a:lnTo>
                    <a:pt x="5165705" y="1166759"/>
                  </a:lnTo>
                  <a:lnTo>
                    <a:pt x="5166520" y="1232417"/>
                  </a:lnTo>
                  <a:lnTo>
                    <a:pt x="5167335" y="1230339"/>
                  </a:lnTo>
                  <a:lnTo>
                    <a:pt x="5168149" y="1344027"/>
                  </a:lnTo>
                  <a:lnTo>
                    <a:pt x="5168964" y="1435219"/>
                  </a:lnTo>
                  <a:lnTo>
                    <a:pt x="5169779" y="1387126"/>
                  </a:lnTo>
                  <a:lnTo>
                    <a:pt x="5170594" y="1302075"/>
                  </a:lnTo>
                  <a:lnTo>
                    <a:pt x="5171408" y="1272003"/>
                  </a:lnTo>
                  <a:lnTo>
                    <a:pt x="5172223" y="1385651"/>
                  </a:lnTo>
                  <a:lnTo>
                    <a:pt x="5173038" y="1435369"/>
                  </a:lnTo>
                  <a:lnTo>
                    <a:pt x="5173853" y="1353762"/>
                  </a:lnTo>
                  <a:lnTo>
                    <a:pt x="5174668" y="1281093"/>
                  </a:lnTo>
                  <a:lnTo>
                    <a:pt x="5175482" y="1250561"/>
                  </a:lnTo>
                  <a:lnTo>
                    <a:pt x="5176297" y="1244765"/>
                  </a:lnTo>
                  <a:lnTo>
                    <a:pt x="5177112" y="1203648"/>
                  </a:lnTo>
                  <a:lnTo>
                    <a:pt x="5177927" y="1214727"/>
                  </a:lnTo>
                  <a:lnTo>
                    <a:pt x="5178742" y="1227250"/>
                  </a:lnTo>
                  <a:lnTo>
                    <a:pt x="5179556" y="1314420"/>
                  </a:lnTo>
                  <a:lnTo>
                    <a:pt x="5180371" y="1463336"/>
                  </a:lnTo>
                  <a:lnTo>
                    <a:pt x="5181186" y="1452816"/>
                  </a:lnTo>
                  <a:lnTo>
                    <a:pt x="5182001" y="1489694"/>
                  </a:lnTo>
                  <a:lnTo>
                    <a:pt x="5182815" y="1483211"/>
                  </a:lnTo>
                  <a:lnTo>
                    <a:pt x="5183630" y="1468999"/>
                  </a:lnTo>
                  <a:lnTo>
                    <a:pt x="5184445" y="1513100"/>
                  </a:lnTo>
                  <a:lnTo>
                    <a:pt x="5185260" y="1494404"/>
                  </a:lnTo>
                  <a:lnTo>
                    <a:pt x="5186075" y="1372429"/>
                  </a:lnTo>
                  <a:lnTo>
                    <a:pt x="5186889" y="1364801"/>
                  </a:lnTo>
                  <a:lnTo>
                    <a:pt x="5187704" y="1499092"/>
                  </a:lnTo>
                  <a:lnTo>
                    <a:pt x="5188519" y="1511000"/>
                  </a:lnTo>
                  <a:lnTo>
                    <a:pt x="5189334" y="1501918"/>
                  </a:lnTo>
                  <a:lnTo>
                    <a:pt x="5190148" y="1499523"/>
                  </a:lnTo>
                  <a:lnTo>
                    <a:pt x="5190963" y="1501783"/>
                  </a:lnTo>
                  <a:lnTo>
                    <a:pt x="5191778" y="1475511"/>
                  </a:lnTo>
                  <a:lnTo>
                    <a:pt x="5192593" y="1380360"/>
                  </a:lnTo>
                  <a:lnTo>
                    <a:pt x="5193408" y="1365348"/>
                  </a:lnTo>
                  <a:lnTo>
                    <a:pt x="5194222" y="1338594"/>
                  </a:lnTo>
                  <a:lnTo>
                    <a:pt x="5195037" y="1348136"/>
                  </a:lnTo>
                  <a:lnTo>
                    <a:pt x="5195852" y="1335295"/>
                  </a:lnTo>
                  <a:lnTo>
                    <a:pt x="5196667" y="1236255"/>
                  </a:lnTo>
                  <a:lnTo>
                    <a:pt x="5197481" y="1220413"/>
                  </a:lnTo>
                  <a:lnTo>
                    <a:pt x="5198296" y="1332308"/>
                  </a:lnTo>
                  <a:lnTo>
                    <a:pt x="5199111" y="1398739"/>
                  </a:lnTo>
                  <a:lnTo>
                    <a:pt x="5199926" y="1467454"/>
                  </a:lnTo>
                  <a:lnTo>
                    <a:pt x="5200741" y="1514756"/>
                  </a:lnTo>
                  <a:lnTo>
                    <a:pt x="5201555" y="1491518"/>
                  </a:lnTo>
                  <a:lnTo>
                    <a:pt x="5202370" y="1489143"/>
                  </a:lnTo>
                  <a:lnTo>
                    <a:pt x="5203185" y="1446720"/>
                  </a:lnTo>
                  <a:lnTo>
                    <a:pt x="5204000" y="1389119"/>
                  </a:lnTo>
                  <a:lnTo>
                    <a:pt x="5204814" y="1341910"/>
                  </a:lnTo>
                  <a:lnTo>
                    <a:pt x="5205629" y="1314483"/>
                  </a:lnTo>
                  <a:lnTo>
                    <a:pt x="5206444" y="1339672"/>
                  </a:lnTo>
                  <a:lnTo>
                    <a:pt x="5207259" y="1211655"/>
                  </a:lnTo>
                  <a:lnTo>
                    <a:pt x="5208074" y="1255610"/>
                  </a:lnTo>
                  <a:lnTo>
                    <a:pt x="5208888" y="1273771"/>
                  </a:lnTo>
                  <a:lnTo>
                    <a:pt x="5209703" y="1265078"/>
                  </a:lnTo>
                  <a:lnTo>
                    <a:pt x="5210518" y="1327822"/>
                  </a:lnTo>
                  <a:lnTo>
                    <a:pt x="5211333" y="1317383"/>
                  </a:lnTo>
                  <a:lnTo>
                    <a:pt x="5212147" y="1334062"/>
                  </a:lnTo>
                  <a:lnTo>
                    <a:pt x="5212962" y="1353493"/>
                  </a:lnTo>
                  <a:lnTo>
                    <a:pt x="5213777" y="1341623"/>
                  </a:lnTo>
                  <a:lnTo>
                    <a:pt x="5214592" y="1426268"/>
                  </a:lnTo>
                  <a:lnTo>
                    <a:pt x="5215407" y="1487400"/>
                  </a:lnTo>
                  <a:lnTo>
                    <a:pt x="5216221" y="1528591"/>
                  </a:lnTo>
                  <a:lnTo>
                    <a:pt x="5217036" y="1620047"/>
                  </a:lnTo>
                  <a:lnTo>
                    <a:pt x="5217851" y="1601694"/>
                  </a:lnTo>
                  <a:lnTo>
                    <a:pt x="5218666" y="1613905"/>
                  </a:lnTo>
                  <a:lnTo>
                    <a:pt x="5219481" y="1629302"/>
                  </a:lnTo>
                  <a:lnTo>
                    <a:pt x="5220295" y="1635372"/>
                  </a:lnTo>
                  <a:lnTo>
                    <a:pt x="5221110" y="1633939"/>
                  </a:lnTo>
                  <a:lnTo>
                    <a:pt x="5221925" y="1582670"/>
                  </a:lnTo>
                  <a:lnTo>
                    <a:pt x="5222740" y="1460614"/>
                  </a:lnTo>
                  <a:lnTo>
                    <a:pt x="5223554" y="1472829"/>
                  </a:lnTo>
                  <a:lnTo>
                    <a:pt x="5224369" y="1555603"/>
                  </a:lnTo>
                  <a:lnTo>
                    <a:pt x="5225184" y="1556428"/>
                  </a:lnTo>
                  <a:lnTo>
                    <a:pt x="5225999" y="1510725"/>
                  </a:lnTo>
                  <a:lnTo>
                    <a:pt x="5226814" y="1547017"/>
                  </a:lnTo>
                  <a:lnTo>
                    <a:pt x="5227628" y="1475031"/>
                  </a:lnTo>
                  <a:lnTo>
                    <a:pt x="5228443" y="1398768"/>
                  </a:lnTo>
                  <a:lnTo>
                    <a:pt x="5229258" y="1365801"/>
                  </a:lnTo>
                  <a:lnTo>
                    <a:pt x="5230073" y="1279062"/>
                  </a:lnTo>
                  <a:lnTo>
                    <a:pt x="5230887" y="1317401"/>
                  </a:lnTo>
                  <a:lnTo>
                    <a:pt x="5231702" y="1300361"/>
                  </a:lnTo>
                  <a:lnTo>
                    <a:pt x="5232517" y="1328735"/>
                  </a:lnTo>
                  <a:lnTo>
                    <a:pt x="5233332" y="1363206"/>
                  </a:lnTo>
                  <a:lnTo>
                    <a:pt x="5234147" y="1367871"/>
                  </a:lnTo>
                  <a:lnTo>
                    <a:pt x="5234961" y="1457120"/>
                  </a:lnTo>
                  <a:lnTo>
                    <a:pt x="5235776" y="1487077"/>
                  </a:lnTo>
                  <a:lnTo>
                    <a:pt x="5236591" y="1469046"/>
                  </a:lnTo>
                  <a:lnTo>
                    <a:pt x="5237406" y="1512373"/>
                  </a:lnTo>
                  <a:lnTo>
                    <a:pt x="5238220" y="1529892"/>
                  </a:lnTo>
                  <a:lnTo>
                    <a:pt x="5239035" y="1510444"/>
                  </a:lnTo>
                  <a:lnTo>
                    <a:pt x="5239850" y="1527965"/>
                  </a:lnTo>
                  <a:lnTo>
                    <a:pt x="5240665" y="1582731"/>
                  </a:lnTo>
                  <a:lnTo>
                    <a:pt x="5241480" y="1611625"/>
                  </a:lnTo>
                  <a:lnTo>
                    <a:pt x="5242294" y="1621877"/>
                  </a:lnTo>
                  <a:lnTo>
                    <a:pt x="5243109" y="1676927"/>
                  </a:lnTo>
                  <a:lnTo>
                    <a:pt x="5243924" y="1683938"/>
                  </a:lnTo>
                  <a:lnTo>
                    <a:pt x="5244739" y="1679322"/>
                  </a:lnTo>
                  <a:lnTo>
                    <a:pt x="5245553" y="1701564"/>
                  </a:lnTo>
                  <a:lnTo>
                    <a:pt x="5246368" y="1706487"/>
                  </a:lnTo>
                  <a:lnTo>
                    <a:pt x="5247183" y="1687404"/>
                  </a:lnTo>
                  <a:lnTo>
                    <a:pt x="5247998" y="1699611"/>
                  </a:lnTo>
                  <a:lnTo>
                    <a:pt x="5248813" y="1650351"/>
                  </a:lnTo>
                  <a:lnTo>
                    <a:pt x="5249627" y="1633460"/>
                  </a:lnTo>
                  <a:lnTo>
                    <a:pt x="5250442" y="1634068"/>
                  </a:lnTo>
                  <a:lnTo>
                    <a:pt x="5251257" y="1639899"/>
                  </a:lnTo>
                  <a:lnTo>
                    <a:pt x="5252072" y="1648236"/>
                  </a:lnTo>
                  <a:lnTo>
                    <a:pt x="5252886" y="1587673"/>
                  </a:lnTo>
                  <a:lnTo>
                    <a:pt x="5253701" y="1580421"/>
                  </a:lnTo>
                  <a:lnTo>
                    <a:pt x="5254516" y="1618990"/>
                  </a:lnTo>
                  <a:lnTo>
                    <a:pt x="5255331" y="1692799"/>
                  </a:lnTo>
                  <a:lnTo>
                    <a:pt x="5256146" y="1697464"/>
                  </a:lnTo>
                  <a:lnTo>
                    <a:pt x="5256960" y="1672500"/>
                  </a:lnTo>
                  <a:lnTo>
                    <a:pt x="5257775" y="1700301"/>
                  </a:lnTo>
                  <a:lnTo>
                    <a:pt x="5258590" y="1742344"/>
                  </a:lnTo>
                  <a:lnTo>
                    <a:pt x="5259405" y="1716980"/>
                  </a:lnTo>
                  <a:lnTo>
                    <a:pt x="5260220" y="1725739"/>
                  </a:lnTo>
                  <a:lnTo>
                    <a:pt x="5261034" y="1756701"/>
                  </a:lnTo>
                  <a:lnTo>
                    <a:pt x="5261849" y="1756701"/>
                  </a:lnTo>
                  <a:lnTo>
                    <a:pt x="5262664" y="1756701"/>
                  </a:lnTo>
                  <a:lnTo>
                    <a:pt x="5263479" y="1756701"/>
                  </a:lnTo>
                  <a:lnTo>
                    <a:pt x="5264293" y="1756701"/>
                  </a:lnTo>
                  <a:lnTo>
                    <a:pt x="5265108" y="1756701"/>
                  </a:lnTo>
                  <a:lnTo>
                    <a:pt x="5265923" y="1756701"/>
                  </a:lnTo>
                  <a:lnTo>
                    <a:pt x="5266738" y="1756701"/>
                  </a:lnTo>
                  <a:lnTo>
                    <a:pt x="5267553" y="1756701"/>
                  </a:lnTo>
                  <a:lnTo>
                    <a:pt x="5268367" y="1756701"/>
                  </a:lnTo>
                  <a:lnTo>
                    <a:pt x="5269182" y="1725791"/>
                  </a:lnTo>
                  <a:lnTo>
                    <a:pt x="5269997" y="1699014"/>
                  </a:lnTo>
                  <a:lnTo>
                    <a:pt x="5270812" y="1705352"/>
                  </a:lnTo>
                  <a:lnTo>
                    <a:pt x="5271626" y="1689648"/>
                  </a:lnTo>
                  <a:lnTo>
                    <a:pt x="5272441" y="1687720"/>
                  </a:lnTo>
                  <a:lnTo>
                    <a:pt x="5273256" y="1658624"/>
                  </a:lnTo>
                  <a:lnTo>
                    <a:pt x="5274071" y="1572723"/>
                  </a:lnTo>
                  <a:lnTo>
                    <a:pt x="5274886" y="1515340"/>
                  </a:lnTo>
                  <a:lnTo>
                    <a:pt x="5275700" y="1484217"/>
                  </a:lnTo>
                  <a:lnTo>
                    <a:pt x="5276515" y="1461464"/>
                  </a:lnTo>
                  <a:lnTo>
                    <a:pt x="5277330" y="1456529"/>
                  </a:lnTo>
                  <a:lnTo>
                    <a:pt x="5278145" y="1547294"/>
                  </a:lnTo>
                  <a:lnTo>
                    <a:pt x="5278959" y="1553591"/>
                  </a:lnTo>
                  <a:lnTo>
                    <a:pt x="5279774" y="1590007"/>
                  </a:lnTo>
                  <a:lnTo>
                    <a:pt x="5280589" y="1583548"/>
                  </a:lnTo>
                  <a:lnTo>
                    <a:pt x="5281404" y="1609952"/>
                  </a:lnTo>
                  <a:lnTo>
                    <a:pt x="5282219" y="1606903"/>
                  </a:lnTo>
                  <a:lnTo>
                    <a:pt x="5283033" y="1643556"/>
                  </a:lnTo>
                  <a:lnTo>
                    <a:pt x="5283848" y="1677733"/>
                  </a:lnTo>
                  <a:lnTo>
                    <a:pt x="5284663" y="1627832"/>
                  </a:lnTo>
                  <a:lnTo>
                    <a:pt x="5285478" y="1637112"/>
                  </a:lnTo>
                  <a:lnTo>
                    <a:pt x="5286292" y="1620768"/>
                  </a:lnTo>
                  <a:lnTo>
                    <a:pt x="5287107" y="1613674"/>
                  </a:lnTo>
                  <a:lnTo>
                    <a:pt x="5287922" y="1585242"/>
                  </a:lnTo>
                  <a:lnTo>
                    <a:pt x="5288737" y="1531359"/>
                  </a:lnTo>
                  <a:lnTo>
                    <a:pt x="5289552" y="1433760"/>
                  </a:lnTo>
                  <a:lnTo>
                    <a:pt x="5290366" y="1443202"/>
                  </a:lnTo>
                  <a:lnTo>
                    <a:pt x="5291181" y="1419020"/>
                  </a:lnTo>
                  <a:lnTo>
                    <a:pt x="5291996" y="1472928"/>
                  </a:lnTo>
                  <a:lnTo>
                    <a:pt x="5292811" y="1447354"/>
                  </a:lnTo>
                  <a:lnTo>
                    <a:pt x="5293625" y="1531893"/>
                  </a:lnTo>
                  <a:lnTo>
                    <a:pt x="5294440" y="1611581"/>
                  </a:lnTo>
                  <a:lnTo>
                    <a:pt x="5295255" y="1585337"/>
                  </a:lnTo>
                  <a:lnTo>
                    <a:pt x="5296070" y="1534854"/>
                  </a:lnTo>
                  <a:lnTo>
                    <a:pt x="5296885" y="1511024"/>
                  </a:lnTo>
                  <a:lnTo>
                    <a:pt x="5297699" y="1523666"/>
                  </a:lnTo>
                  <a:lnTo>
                    <a:pt x="5298514" y="1552008"/>
                  </a:lnTo>
                  <a:lnTo>
                    <a:pt x="5299329" y="1422594"/>
                  </a:lnTo>
                  <a:lnTo>
                    <a:pt x="5300144" y="1461298"/>
                  </a:lnTo>
                  <a:lnTo>
                    <a:pt x="5300959" y="1479284"/>
                  </a:lnTo>
                  <a:lnTo>
                    <a:pt x="5301773" y="1572836"/>
                  </a:lnTo>
                  <a:lnTo>
                    <a:pt x="5302588" y="1634338"/>
                  </a:lnTo>
                  <a:lnTo>
                    <a:pt x="5303403" y="1668246"/>
                  </a:lnTo>
                  <a:lnTo>
                    <a:pt x="5304218" y="1689946"/>
                  </a:lnTo>
                  <a:lnTo>
                    <a:pt x="5305032" y="1713039"/>
                  </a:lnTo>
                  <a:lnTo>
                    <a:pt x="5305847" y="1705526"/>
                  </a:lnTo>
                  <a:lnTo>
                    <a:pt x="5306662" y="1680175"/>
                  </a:lnTo>
                  <a:lnTo>
                    <a:pt x="5307477" y="1728864"/>
                  </a:lnTo>
                  <a:lnTo>
                    <a:pt x="5308292" y="1614889"/>
                  </a:lnTo>
                  <a:lnTo>
                    <a:pt x="5309106" y="1591601"/>
                  </a:lnTo>
                  <a:lnTo>
                    <a:pt x="5309921" y="1553069"/>
                  </a:lnTo>
                  <a:lnTo>
                    <a:pt x="5310736" y="1591580"/>
                  </a:lnTo>
                  <a:lnTo>
                    <a:pt x="5311551" y="1517836"/>
                  </a:lnTo>
                  <a:lnTo>
                    <a:pt x="5312365" y="1549881"/>
                  </a:lnTo>
                  <a:lnTo>
                    <a:pt x="5313180" y="1619799"/>
                  </a:lnTo>
                  <a:lnTo>
                    <a:pt x="5313995" y="1630805"/>
                  </a:lnTo>
                  <a:lnTo>
                    <a:pt x="5314810" y="1645621"/>
                  </a:lnTo>
                  <a:lnTo>
                    <a:pt x="5315625" y="1621329"/>
                  </a:lnTo>
                  <a:lnTo>
                    <a:pt x="5316439" y="1622003"/>
                  </a:lnTo>
                  <a:lnTo>
                    <a:pt x="5317254" y="1621597"/>
                  </a:lnTo>
                  <a:lnTo>
                    <a:pt x="5318069" y="1643091"/>
                  </a:lnTo>
                  <a:lnTo>
                    <a:pt x="5318884" y="1661138"/>
                  </a:lnTo>
                  <a:lnTo>
                    <a:pt x="5319698" y="1694624"/>
                  </a:lnTo>
                  <a:lnTo>
                    <a:pt x="5320513" y="1737056"/>
                  </a:lnTo>
                  <a:lnTo>
                    <a:pt x="5321328" y="1743541"/>
                  </a:lnTo>
                  <a:lnTo>
                    <a:pt x="5322143" y="1748104"/>
                  </a:lnTo>
                  <a:lnTo>
                    <a:pt x="5322958" y="1741632"/>
                  </a:lnTo>
                  <a:lnTo>
                    <a:pt x="5323772" y="1741444"/>
                  </a:lnTo>
                  <a:lnTo>
                    <a:pt x="5324587" y="1740217"/>
                  </a:lnTo>
                  <a:lnTo>
                    <a:pt x="5325402" y="1737297"/>
                  </a:lnTo>
                  <a:lnTo>
                    <a:pt x="5326217" y="1746839"/>
                  </a:lnTo>
                  <a:lnTo>
                    <a:pt x="5327031" y="1733582"/>
                  </a:lnTo>
                  <a:lnTo>
                    <a:pt x="5327846" y="1699991"/>
                  </a:lnTo>
                  <a:lnTo>
                    <a:pt x="5328661" y="1674951"/>
                  </a:lnTo>
                  <a:lnTo>
                    <a:pt x="5329476" y="1640820"/>
                  </a:lnTo>
                  <a:lnTo>
                    <a:pt x="5330291" y="1652380"/>
                  </a:lnTo>
                  <a:lnTo>
                    <a:pt x="5331105" y="1609666"/>
                  </a:lnTo>
                  <a:lnTo>
                    <a:pt x="5331920" y="1660964"/>
                  </a:lnTo>
                  <a:lnTo>
                    <a:pt x="5332735" y="1669778"/>
                  </a:lnTo>
                  <a:lnTo>
                    <a:pt x="5333550" y="1639323"/>
                  </a:lnTo>
                  <a:lnTo>
                    <a:pt x="5334364" y="1671733"/>
                  </a:lnTo>
                  <a:lnTo>
                    <a:pt x="5335179" y="1638527"/>
                  </a:lnTo>
                  <a:lnTo>
                    <a:pt x="5335994" y="1627674"/>
                  </a:lnTo>
                  <a:lnTo>
                    <a:pt x="5336809" y="1615746"/>
                  </a:lnTo>
                  <a:lnTo>
                    <a:pt x="5337624" y="1582291"/>
                  </a:lnTo>
                  <a:lnTo>
                    <a:pt x="5338438" y="1613792"/>
                  </a:lnTo>
                  <a:lnTo>
                    <a:pt x="5339253" y="1586651"/>
                  </a:lnTo>
                  <a:lnTo>
                    <a:pt x="5340068" y="1610148"/>
                  </a:lnTo>
                  <a:lnTo>
                    <a:pt x="5340883" y="1591287"/>
                  </a:lnTo>
                  <a:lnTo>
                    <a:pt x="5341698" y="1563630"/>
                  </a:lnTo>
                  <a:lnTo>
                    <a:pt x="5342512" y="1548385"/>
                  </a:lnTo>
                  <a:lnTo>
                    <a:pt x="5343327" y="1551876"/>
                  </a:lnTo>
                  <a:lnTo>
                    <a:pt x="5344142" y="1546544"/>
                  </a:lnTo>
                  <a:lnTo>
                    <a:pt x="5344957" y="1532448"/>
                  </a:lnTo>
                  <a:lnTo>
                    <a:pt x="5345771" y="1570012"/>
                  </a:lnTo>
                  <a:lnTo>
                    <a:pt x="5346586" y="1600679"/>
                  </a:lnTo>
                  <a:lnTo>
                    <a:pt x="5347401" y="1597854"/>
                  </a:lnTo>
                  <a:lnTo>
                    <a:pt x="5348216" y="1537120"/>
                  </a:lnTo>
                  <a:lnTo>
                    <a:pt x="5349031" y="1579267"/>
                  </a:lnTo>
                  <a:lnTo>
                    <a:pt x="5349845" y="1442285"/>
                  </a:lnTo>
                  <a:lnTo>
                    <a:pt x="5350660" y="1447386"/>
                  </a:lnTo>
                  <a:lnTo>
                    <a:pt x="5351475" y="1424715"/>
                  </a:lnTo>
                  <a:lnTo>
                    <a:pt x="5352290" y="1403281"/>
                  </a:lnTo>
                  <a:lnTo>
                    <a:pt x="5353104" y="1458457"/>
                  </a:lnTo>
                  <a:lnTo>
                    <a:pt x="5353919" y="1522748"/>
                  </a:lnTo>
                  <a:lnTo>
                    <a:pt x="5354734" y="1572489"/>
                  </a:lnTo>
                  <a:lnTo>
                    <a:pt x="5355549" y="1565816"/>
                  </a:lnTo>
                  <a:lnTo>
                    <a:pt x="5356364" y="1571420"/>
                  </a:lnTo>
                  <a:lnTo>
                    <a:pt x="5357178" y="1614103"/>
                  </a:lnTo>
                  <a:lnTo>
                    <a:pt x="5357993" y="1601882"/>
                  </a:lnTo>
                  <a:lnTo>
                    <a:pt x="5358808" y="1580351"/>
                  </a:lnTo>
                  <a:lnTo>
                    <a:pt x="5359623" y="1588491"/>
                  </a:lnTo>
                  <a:lnTo>
                    <a:pt x="5360437" y="1574802"/>
                  </a:lnTo>
                  <a:lnTo>
                    <a:pt x="5361252" y="1547310"/>
                  </a:lnTo>
                  <a:lnTo>
                    <a:pt x="5362067" y="1426057"/>
                  </a:lnTo>
                  <a:lnTo>
                    <a:pt x="5362882" y="1411258"/>
                  </a:lnTo>
                  <a:lnTo>
                    <a:pt x="5363697" y="1467759"/>
                  </a:lnTo>
                  <a:lnTo>
                    <a:pt x="5364511" y="1573056"/>
                  </a:lnTo>
                  <a:lnTo>
                    <a:pt x="5365326" y="1619413"/>
                  </a:lnTo>
                  <a:lnTo>
                    <a:pt x="5366141" y="1616334"/>
                  </a:lnTo>
                  <a:lnTo>
                    <a:pt x="5366956" y="1594014"/>
                  </a:lnTo>
                  <a:lnTo>
                    <a:pt x="5367770" y="1620494"/>
                  </a:lnTo>
                  <a:lnTo>
                    <a:pt x="5368585" y="1576221"/>
                  </a:lnTo>
                  <a:lnTo>
                    <a:pt x="5369400" y="1477729"/>
                  </a:lnTo>
                  <a:lnTo>
                    <a:pt x="5370215" y="1391455"/>
                  </a:lnTo>
                  <a:lnTo>
                    <a:pt x="5371030" y="1350050"/>
                  </a:lnTo>
                  <a:lnTo>
                    <a:pt x="5371844" y="1380814"/>
                  </a:lnTo>
                  <a:lnTo>
                    <a:pt x="5372659" y="1352306"/>
                  </a:lnTo>
                  <a:lnTo>
                    <a:pt x="5373474" y="1326890"/>
                  </a:lnTo>
                  <a:lnTo>
                    <a:pt x="5374289" y="1371476"/>
                  </a:lnTo>
                  <a:lnTo>
                    <a:pt x="5375103" y="1359675"/>
                  </a:lnTo>
                  <a:lnTo>
                    <a:pt x="5375918" y="1382924"/>
                  </a:lnTo>
                  <a:lnTo>
                    <a:pt x="5376733" y="1438429"/>
                  </a:lnTo>
                  <a:lnTo>
                    <a:pt x="5377548" y="1524443"/>
                  </a:lnTo>
                  <a:lnTo>
                    <a:pt x="5378363" y="1540477"/>
                  </a:lnTo>
                  <a:lnTo>
                    <a:pt x="5379177" y="1510131"/>
                  </a:lnTo>
                  <a:lnTo>
                    <a:pt x="5379992" y="1530206"/>
                  </a:lnTo>
                  <a:lnTo>
                    <a:pt x="5380807" y="1518355"/>
                  </a:lnTo>
                  <a:lnTo>
                    <a:pt x="5381622" y="1503974"/>
                  </a:lnTo>
                  <a:lnTo>
                    <a:pt x="5382437" y="1513667"/>
                  </a:lnTo>
                  <a:lnTo>
                    <a:pt x="5383251" y="1429439"/>
                  </a:lnTo>
                  <a:lnTo>
                    <a:pt x="5384066" y="1367108"/>
                  </a:lnTo>
                  <a:lnTo>
                    <a:pt x="5384881" y="1290127"/>
                  </a:lnTo>
                  <a:lnTo>
                    <a:pt x="5385696" y="1285189"/>
                  </a:lnTo>
                  <a:lnTo>
                    <a:pt x="5386510" y="1314506"/>
                  </a:lnTo>
                  <a:lnTo>
                    <a:pt x="5387325" y="1239780"/>
                  </a:lnTo>
                  <a:lnTo>
                    <a:pt x="5388140" y="1294029"/>
                  </a:lnTo>
                  <a:lnTo>
                    <a:pt x="5388955" y="1323153"/>
                  </a:lnTo>
                  <a:lnTo>
                    <a:pt x="5389770" y="1411568"/>
                  </a:lnTo>
                  <a:lnTo>
                    <a:pt x="5390584" y="1466698"/>
                  </a:lnTo>
                  <a:lnTo>
                    <a:pt x="5391399" y="1513045"/>
                  </a:lnTo>
                  <a:lnTo>
                    <a:pt x="5392214" y="1561830"/>
                  </a:lnTo>
                  <a:lnTo>
                    <a:pt x="5393029" y="1605740"/>
                  </a:lnTo>
                  <a:lnTo>
                    <a:pt x="5393843" y="1598851"/>
                  </a:lnTo>
                  <a:lnTo>
                    <a:pt x="5394658" y="1610017"/>
                  </a:lnTo>
                  <a:lnTo>
                    <a:pt x="5395473" y="1638854"/>
                  </a:lnTo>
                  <a:lnTo>
                    <a:pt x="5396288" y="1661020"/>
                  </a:lnTo>
                  <a:lnTo>
                    <a:pt x="5397103" y="1651958"/>
                  </a:lnTo>
                  <a:lnTo>
                    <a:pt x="5397917" y="1636768"/>
                  </a:lnTo>
                  <a:lnTo>
                    <a:pt x="5398732" y="1694240"/>
                  </a:lnTo>
                  <a:lnTo>
                    <a:pt x="5399547" y="1678670"/>
                  </a:lnTo>
                  <a:lnTo>
                    <a:pt x="5400362" y="1628858"/>
                  </a:lnTo>
                  <a:lnTo>
                    <a:pt x="5401176" y="1531311"/>
                  </a:lnTo>
                  <a:lnTo>
                    <a:pt x="5401991" y="1595911"/>
                  </a:lnTo>
                  <a:lnTo>
                    <a:pt x="5402806" y="1648847"/>
                  </a:lnTo>
                  <a:lnTo>
                    <a:pt x="5403621" y="1622706"/>
                  </a:lnTo>
                  <a:lnTo>
                    <a:pt x="5404436" y="1531315"/>
                  </a:lnTo>
                  <a:lnTo>
                    <a:pt x="5405250" y="1536272"/>
                  </a:lnTo>
                  <a:lnTo>
                    <a:pt x="5406065" y="1520079"/>
                  </a:lnTo>
                  <a:lnTo>
                    <a:pt x="5406880" y="1512103"/>
                  </a:lnTo>
                  <a:lnTo>
                    <a:pt x="5407695" y="1471809"/>
                  </a:lnTo>
                  <a:lnTo>
                    <a:pt x="5408509" y="1513989"/>
                  </a:lnTo>
                  <a:lnTo>
                    <a:pt x="5409324" y="1594708"/>
                  </a:lnTo>
                  <a:lnTo>
                    <a:pt x="5410139" y="1561842"/>
                  </a:lnTo>
                  <a:lnTo>
                    <a:pt x="5410954" y="1556156"/>
                  </a:lnTo>
                  <a:lnTo>
                    <a:pt x="5411769" y="1550394"/>
                  </a:lnTo>
                  <a:lnTo>
                    <a:pt x="5412583" y="1479234"/>
                  </a:lnTo>
                  <a:lnTo>
                    <a:pt x="5413398" y="1592662"/>
                  </a:lnTo>
                  <a:lnTo>
                    <a:pt x="5414213" y="1570427"/>
                  </a:lnTo>
                  <a:lnTo>
                    <a:pt x="5415028" y="1606036"/>
                  </a:lnTo>
                  <a:lnTo>
                    <a:pt x="5415842" y="1606410"/>
                  </a:lnTo>
                  <a:lnTo>
                    <a:pt x="5416657" y="1612975"/>
                  </a:lnTo>
                  <a:lnTo>
                    <a:pt x="5417472" y="1612232"/>
                  </a:lnTo>
                  <a:lnTo>
                    <a:pt x="5418287" y="1587620"/>
                  </a:lnTo>
                  <a:lnTo>
                    <a:pt x="5419102" y="1573286"/>
                  </a:lnTo>
                  <a:lnTo>
                    <a:pt x="5419916" y="1528612"/>
                  </a:lnTo>
                  <a:lnTo>
                    <a:pt x="5420731" y="1595030"/>
                  </a:lnTo>
                  <a:lnTo>
                    <a:pt x="5421546" y="1613963"/>
                  </a:lnTo>
                  <a:lnTo>
                    <a:pt x="5422361" y="1622101"/>
                  </a:lnTo>
                  <a:lnTo>
                    <a:pt x="5423176" y="1570906"/>
                  </a:lnTo>
                  <a:lnTo>
                    <a:pt x="5423990" y="1602672"/>
                  </a:lnTo>
                  <a:lnTo>
                    <a:pt x="5424805" y="1618271"/>
                  </a:lnTo>
                  <a:lnTo>
                    <a:pt x="5425620" y="1607473"/>
                  </a:lnTo>
                  <a:lnTo>
                    <a:pt x="5426435" y="1614927"/>
                  </a:lnTo>
                  <a:lnTo>
                    <a:pt x="5427249" y="1615076"/>
                  </a:lnTo>
                  <a:lnTo>
                    <a:pt x="5428064" y="1665913"/>
                  </a:lnTo>
                  <a:lnTo>
                    <a:pt x="5428879" y="1669165"/>
                  </a:lnTo>
                  <a:lnTo>
                    <a:pt x="5429694" y="1665153"/>
                  </a:lnTo>
                  <a:lnTo>
                    <a:pt x="5430509" y="1684907"/>
                  </a:lnTo>
                  <a:lnTo>
                    <a:pt x="5431323" y="1739577"/>
                  </a:lnTo>
                  <a:lnTo>
                    <a:pt x="5432138" y="1756701"/>
                  </a:lnTo>
                  <a:lnTo>
                    <a:pt x="5432953" y="1756701"/>
                  </a:lnTo>
                  <a:lnTo>
                    <a:pt x="5433768" y="1735861"/>
                  </a:lnTo>
                  <a:lnTo>
                    <a:pt x="5434582" y="1752251"/>
                  </a:lnTo>
                  <a:lnTo>
                    <a:pt x="5435397" y="1722559"/>
                  </a:lnTo>
                  <a:lnTo>
                    <a:pt x="5436212" y="1651069"/>
                  </a:lnTo>
                  <a:lnTo>
                    <a:pt x="5437027" y="1640780"/>
                  </a:lnTo>
                  <a:lnTo>
                    <a:pt x="5437842" y="1663011"/>
                  </a:lnTo>
                  <a:lnTo>
                    <a:pt x="5438656" y="1663218"/>
                  </a:lnTo>
                  <a:lnTo>
                    <a:pt x="5439471" y="1668494"/>
                  </a:lnTo>
                  <a:lnTo>
                    <a:pt x="5440286" y="1650350"/>
                  </a:lnTo>
                  <a:lnTo>
                    <a:pt x="5441101" y="1575771"/>
                  </a:lnTo>
                  <a:lnTo>
                    <a:pt x="5441915" y="1565094"/>
                  </a:lnTo>
                  <a:lnTo>
                    <a:pt x="5442730" y="1613154"/>
                  </a:lnTo>
                  <a:lnTo>
                    <a:pt x="5443545" y="1607671"/>
                  </a:lnTo>
                  <a:lnTo>
                    <a:pt x="5444360" y="1631457"/>
                  </a:lnTo>
                  <a:lnTo>
                    <a:pt x="5445175" y="1677561"/>
                  </a:lnTo>
                  <a:lnTo>
                    <a:pt x="5445989" y="1694382"/>
                  </a:lnTo>
                  <a:lnTo>
                    <a:pt x="5446804" y="1717286"/>
                  </a:lnTo>
                  <a:lnTo>
                    <a:pt x="5447619" y="1717962"/>
                  </a:lnTo>
                  <a:lnTo>
                    <a:pt x="5448434" y="1718761"/>
                  </a:lnTo>
                  <a:lnTo>
                    <a:pt x="5449248" y="1737693"/>
                  </a:lnTo>
                  <a:lnTo>
                    <a:pt x="5450063" y="1730327"/>
                  </a:lnTo>
                  <a:lnTo>
                    <a:pt x="5450878" y="1734460"/>
                  </a:lnTo>
                  <a:lnTo>
                    <a:pt x="5451693" y="1720572"/>
                  </a:lnTo>
                  <a:lnTo>
                    <a:pt x="5452508" y="1728365"/>
                  </a:lnTo>
                  <a:lnTo>
                    <a:pt x="5453322" y="1720964"/>
                  </a:lnTo>
                  <a:lnTo>
                    <a:pt x="5454137" y="1754500"/>
                  </a:lnTo>
                  <a:lnTo>
                    <a:pt x="5454952" y="1756701"/>
                  </a:lnTo>
                  <a:lnTo>
                    <a:pt x="5455767" y="1746263"/>
                  </a:lnTo>
                  <a:lnTo>
                    <a:pt x="5456581" y="1745368"/>
                  </a:lnTo>
                  <a:lnTo>
                    <a:pt x="5457396" y="1742919"/>
                  </a:lnTo>
                  <a:lnTo>
                    <a:pt x="5458211" y="1680087"/>
                  </a:lnTo>
                  <a:lnTo>
                    <a:pt x="5459026" y="1653697"/>
                  </a:lnTo>
                  <a:lnTo>
                    <a:pt x="5459841" y="1653883"/>
                  </a:lnTo>
                  <a:lnTo>
                    <a:pt x="5460655" y="1649686"/>
                  </a:lnTo>
                  <a:lnTo>
                    <a:pt x="5461470" y="1647422"/>
                  </a:lnTo>
                  <a:lnTo>
                    <a:pt x="5462285" y="1632982"/>
                  </a:lnTo>
                  <a:lnTo>
                    <a:pt x="5463100" y="1626647"/>
                  </a:lnTo>
                  <a:lnTo>
                    <a:pt x="5463915" y="1600194"/>
                  </a:lnTo>
                  <a:lnTo>
                    <a:pt x="5464729" y="1610454"/>
                  </a:lnTo>
                  <a:lnTo>
                    <a:pt x="5465544" y="1506803"/>
                  </a:lnTo>
                  <a:lnTo>
                    <a:pt x="5466359" y="1549485"/>
                  </a:lnTo>
                  <a:lnTo>
                    <a:pt x="5467174" y="1546649"/>
                  </a:lnTo>
                  <a:lnTo>
                    <a:pt x="5467988" y="1526747"/>
                  </a:lnTo>
                  <a:lnTo>
                    <a:pt x="5468803" y="1530605"/>
                  </a:lnTo>
                  <a:lnTo>
                    <a:pt x="5469618" y="1578996"/>
                  </a:lnTo>
                  <a:lnTo>
                    <a:pt x="5470433" y="1609032"/>
                  </a:lnTo>
                  <a:lnTo>
                    <a:pt x="5471248" y="1577499"/>
                  </a:lnTo>
                  <a:lnTo>
                    <a:pt x="5472062" y="1517036"/>
                  </a:lnTo>
                  <a:lnTo>
                    <a:pt x="5472877" y="1462394"/>
                  </a:lnTo>
                  <a:lnTo>
                    <a:pt x="5473692" y="1485168"/>
                  </a:lnTo>
                  <a:lnTo>
                    <a:pt x="5474507" y="1549096"/>
                  </a:lnTo>
                  <a:lnTo>
                    <a:pt x="5475321" y="1609549"/>
                  </a:lnTo>
                  <a:lnTo>
                    <a:pt x="5476136" y="1659207"/>
                  </a:lnTo>
                  <a:lnTo>
                    <a:pt x="5476951" y="1724850"/>
                  </a:lnTo>
                  <a:lnTo>
                    <a:pt x="5477766" y="1740847"/>
                  </a:lnTo>
                  <a:lnTo>
                    <a:pt x="5478581" y="1701703"/>
                  </a:lnTo>
                  <a:lnTo>
                    <a:pt x="5479395" y="1701300"/>
                  </a:lnTo>
                  <a:lnTo>
                    <a:pt x="5480210" y="1672085"/>
                  </a:lnTo>
                  <a:lnTo>
                    <a:pt x="5481025" y="1621498"/>
                  </a:lnTo>
                  <a:lnTo>
                    <a:pt x="5481840" y="1609861"/>
                  </a:lnTo>
                  <a:lnTo>
                    <a:pt x="5482654" y="1613123"/>
                  </a:lnTo>
                  <a:lnTo>
                    <a:pt x="5483469" y="1610209"/>
                  </a:lnTo>
                  <a:lnTo>
                    <a:pt x="5484284" y="1615114"/>
                  </a:lnTo>
                  <a:lnTo>
                    <a:pt x="5485099" y="1665030"/>
                  </a:lnTo>
                  <a:lnTo>
                    <a:pt x="5485914" y="1658073"/>
                  </a:lnTo>
                  <a:lnTo>
                    <a:pt x="5486728" y="1664823"/>
                  </a:lnTo>
                  <a:lnTo>
                    <a:pt x="5487543" y="1671167"/>
                  </a:lnTo>
                  <a:lnTo>
                    <a:pt x="5488358" y="1626934"/>
                  </a:lnTo>
                  <a:lnTo>
                    <a:pt x="5489173" y="1611901"/>
                  </a:lnTo>
                  <a:lnTo>
                    <a:pt x="5489987" y="1549245"/>
                  </a:lnTo>
                  <a:lnTo>
                    <a:pt x="5490802" y="1441910"/>
                  </a:lnTo>
                  <a:lnTo>
                    <a:pt x="5491617" y="1413339"/>
                  </a:lnTo>
                  <a:lnTo>
                    <a:pt x="5492432" y="1416158"/>
                  </a:lnTo>
                  <a:lnTo>
                    <a:pt x="5493247" y="1494588"/>
                  </a:lnTo>
                  <a:lnTo>
                    <a:pt x="5494061" y="1510703"/>
                  </a:lnTo>
                  <a:lnTo>
                    <a:pt x="5494876" y="1550032"/>
                  </a:lnTo>
                  <a:lnTo>
                    <a:pt x="5495691" y="1539281"/>
                  </a:lnTo>
                  <a:lnTo>
                    <a:pt x="5496506" y="1536173"/>
                  </a:lnTo>
                  <a:lnTo>
                    <a:pt x="5497321" y="1545467"/>
                  </a:lnTo>
                  <a:lnTo>
                    <a:pt x="5498135" y="1538689"/>
                  </a:lnTo>
                  <a:lnTo>
                    <a:pt x="5498950" y="1543376"/>
                  </a:lnTo>
                  <a:lnTo>
                    <a:pt x="5499765" y="1549237"/>
                  </a:lnTo>
                  <a:lnTo>
                    <a:pt x="5500580" y="1572881"/>
                  </a:lnTo>
                  <a:lnTo>
                    <a:pt x="5501394" y="1625751"/>
                  </a:lnTo>
                  <a:lnTo>
                    <a:pt x="5502209" y="1611184"/>
                  </a:lnTo>
                  <a:lnTo>
                    <a:pt x="5503024" y="1587575"/>
                  </a:lnTo>
                  <a:lnTo>
                    <a:pt x="5503839" y="1568235"/>
                  </a:lnTo>
                  <a:lnTo>
                    <a:pt x="5504654" y="1584938"/>
                  </a:lnTo>
                  <a:lnTo>
                    <a:pt x="5505468" y="1549866"/>
                  </a:lnTo>
                  <a:lnTo>
                    <a:pt x="5506283" y="1520603"/>
                  </a:lnTo>
                  <a:lnTo>
                    <a:pt x="5507098" y="1566836"/>
                  </a:lnTo>
                  <a:lnTo>
                    <a:pt x="5507913" y="1576719"/>
                  </a:lnTo>
                  <a:lnTo>
                    <a:pt x="5508727" y="1478468"/>
                  </a:lnTo>
                  <a:lnTo>
                    <a:pt x="5509542" y="1463279"/>
                  </a:lnTo>
                  <a:lnTo>
                    <a:pt x="5510357" y="1486067"/>
                  </a:lnTo>
                  <a:lnTo>
                    <a:pt x="5511172" y="1535019"/>
                  </a:lnTo>
                  <a:lnTo>
                    <a:pt x="5511987" y="1571369"/>
                  </a:lnTo>
                  <a:lnTo>
                    <a:pt x="5512801" y="1567779"/>
                  </a:lnTo>
                  <a:lnTo>
                    <a:pt x="5513616" y="1546671"/>
                  </a:lnTo>
                  <a:lnTo>
                    <a:pt x="5514431" y="1488409"/>
                  </a:lnTo>
                  <a:lnTo>
                    <a:pt x="5515246" y="1508183"/>
                  </a:lnTo>
                  <a:lnTo>
                    <a:pt x="5516060" y="1544131"/>
                  </a:lnTo>
                  <a:lnTo>
                    <a:pt x="5516875" y="1557381"/>
                  </a:lnTo>
                  <a:lnTo>
                    <a:pt x="5517690" y="1537501"/>
                  </a:lnTo>
                  <a:lnTo>
                    <a:pt x="5518505" y="1609471"/>
                  </a:lnTo>
                  <a:lnTo>
                    <a:pt x="5519320" y="1613656"/>
                  </a:lnTo>
                  <a:lnTo>
                    <a:pt x="5520134" y="1600554"/>
                  </a:lnTo>
                  <a:lnTo>
                    <a:pt x="5520949" y="1582660"/>
                  </a:lnTo>
                  <a:lnTo>
                    <a:pt x="5521764" y="1616027"/>
                  </a:lnTo>
                  <a:lnTo>
                    <a:pt x="5522579" y="1696251"/>
                  </a:lnTo>
                  <a:lnTo>
                    <a:pt x="5523393" y="1617970"/>
                  </a:lnTo>
                  <a:lnTo>
                    <a:pt x="5524208" y="1548848"/>
                  </a:lnTo>
                  <a:lnTo>
                    <a:pt x="5525023" y="1560810"/>
                  </a:lnTo>
                  <a:lnTo>
                    <a:pt x="5525838" y="1615948"/>
                  </a:lnTo>
                  <a:lnTo>
                    <a:pt x="5526653" y="1628294"/>
                  </a:lnTo>
                  <a:lnTo>
                    <a:pt x="5527467" y="1620051"/>
                  </a:lnTo>
                  <a:lnTo>
                    <a:pt x="5528282" y="1592039"/>
                  </a:lnTo>
                  <a:lnTo>
                    <a:pt x="5529097" y="1608089"/>
                  </a:lnTo>
                  <a:lnTo>
                    <a:pt x="5529912" y="1587621"/>
                  </a:lnTo>
                  <a:lnTo>
                    <a:pt x="5530726" y="1580282"/>
                  </a:lnTo>
                  <a:lnTo>
                    <a:pt x="5531541" y="1601795"/>
                  </a:lnTo>
                  <a:lnTo>
                    <a:pt x="5532356" y="1619617"/>
                  </a:lnTo>
                  <a:lnTo>
                    <a:pt x="5533171" y="1641709"/>
                  </a:lnTo>
                  <a:lnTo>
                    <a:pt x="5533986" y="1672935"/>
                  </a:lnTo>
                  <a:lnTo>
                    <a:pt x="5534800" y="1675944"/>
                  </a:lnTo>
                  <a:lnTo>
                    <a:pt x="5535615" y="1656079"/>
                  </a:lnTo>
                  <a:lnTo>
                    <a:pt x="5536430" y="1639466"/>
                  </a:lnTo>
                  <a:lnTo>
                    <a:pt x="5537245" y="1626615"/>
                  </a:lnTo>
                  <a:lnTo>
                    <a:pt x="5538060" y="1609104"/>
                  </a:lnTo>
                  <a:lnTo>
                    <a:pt x="5538874" y="1613359"/>
                  </a:lnTo>
                  <a:lnTo>
                    <a:pt x="5539689" y="1589340"/>
                  </a:lnTo>
                  <a:lnTo>
                    <a:pt x="5540504" y="1639597"/>
                  </a:lnTo>
                  <a:lnTo>
                    <a:pt x="5541319" y="1674376"/>
                  </a:lnTo>
                  <a:lnTo>
                    <a:pt x="5542133" y="1673647"/>
                  </a:lnTo>
                  <a:lnTo>
                    <a:pt x="5542948" y="1684749"/>
                  </a:lnTo>
                  <a:lnTo>
                    <a:pt x="5543763" y="1679222"/>
                  </a:lnTo>
                  <a:lnTo>
                    <a:pt x="5544578" y="1664642"/>
                  </a:lnTo>
                  <a:lnTo>
                    <a:pt x="5545393" y="1646817"/>
                  </a:lnTo>
                  <a:lnTo>
                    <a:pt x="5546207" y="1593298"/>
                  </a:lnTo>
                  <a:lnTo>
                    <a:pt x="5547022" y="1519287"/>
                  </a:lnTo>
                  <a:lnTo>
                    <a:pt x="5547837" y="1463336"/>
                  </a:lnTo>
                  <a:lnTo>
                    <a:pt x="5548652" y="1451913"/>
                  </a:lnTo>
                  <a:lnTo>
                    <a:pt x="5549466" y="1432940"/>
                  </a:lnTo>
                  <a:lnTo>
                    <a:pt x="5550281" y="1482393"/>
                  </a:lnTo>
                  <a:lnTo>
                    <a:pt x="5551096" y="1560951"/>
                  </a:lnTo>
                  <a:lnTo>
                    <a:pt x="5551911" y="1562960"/>
                  </a:lnTo>
                  <a:lnTo>
                    <a:pt x="5552726" y="1596906"/>
                  </a:lnTo>
                  <a:lnTo>
                    <a:pt x="5553540" y="1590862"/>
                  </a:lnTo>
                  <a:lnTo>
                    <a:pt x="5554355" y="1600163"/>
                  </a:lnTo>
                  <a:lnTo>
                    <a:pt x="5555170" y="1638061"/>
                  </a:lnTo>
                  <a:lnTo>
                    <a:pt x="5555985" y="1657569"/>
                  </a:lnTo>
                  <a:lnTo>
                    <a:pt x="5556799" y="1698035"/>
                  </a:lnTo>
                  <a:lnTo>
                    <a:pt x="5557614" y="1712531"/>
                  </a:lnTo>
                  <a:lnTo>
                    <a:pt x="5558429" y="1690864"/>
                  </a:lnTo>
                  <a:lnTo>
                    <a:pt x="5559244" y="1685897"/>
                  </a:lnTo>
                  <a:lnTo>
                    <a:pt x="5560059" y="1707166"/>
                  </a:lnTo>
                  <a:lnTo>
                    <a:pt x="5560873" y="1735061"/>
                  </a:lnTo>
                  <a:lnTo>
                    <a:pt x="5561688" y="1756701"/>
                  </a:lnTo>
                  <a:lnTo>
                    <a:pt x="5562503" y="1729379"/>
                  </a:lnTo>
                  <a:lnTo>
                    <a:pt x="5563318" y="1740890"/>
                  </a:lnTo>
                  <a:lnTo>
                    <a:pt x="5564132" y="1746926"/>
                  </a:lnTo>
                  <a:lnTo>
                    <a:pt x="5564947" y="1747775"/>
                  </a:lnTo>
                  <a:lnTo>
                    <a:pt x="5565762" y="1738919"/>
                  </a:lnTo>
                  <a:lnTo>
                    <a:pt x="5566577" y="1752405"/>
                  </a:lnTo>
                  <a:lnTo>
                    <a:pt x="5567392" y="1754424"/>
                  </a:lnTo>
                  <a:lnTo>
                    <a:pt x="5568206" y="1741638"/>
                  </a:lnTo>
                  <a:lnTo>
                    <a:pt x="5569021" y="1731015"/>
                  </a:lnTo>
                  <a:lnTo>
                    <a:pt x="5569836" y="1714506"/>
                  </a:lnTo>
                  <a:lnTo>
                    <a:pt x="5570651" y="1702272"/>
                  </a:lnTo>
                  <a:lnTo>
                    <a:pt x="5571465" y="1715959"/>
                  </a:lnTo>
                  <a:lnTo>
                    <a:pt x="5572280" y="1714352"/>
                  </a:lnTo>
                  <a:lnTo>
                    <a:pt x="5573095" y="1721084"/>
                  </a:lnTo>
                  <a:lnTo>
                    <a:pt x="5573910" y="1713017"/>
                  </a:lnTo>
                  <a:lnTo>
                    <a:pt x="5574725" y="1723822"/>
                  </a:lnTo>
                  <a:lnTo>
                    <a:pt x="5575539" y="1701513"/>
                  </a:lnTo>
                  <a:lnTo>
                    <a:pt x="5576354" y="1688863"/>
                  </a:lnTo>
                  <a:lnTo>
                    <a:pt x="5577169" y="1660029"/>
                  </a:lnTo>
                  <a:lnTo>
                    <a:pt x="5577984" y="1634514"/>
                  </a:lnTo>
                  <a:lnTo>
                    <a:pt x="5578799" y="1637181"/>
                  </a:lnTo>
                  <a:lnTo>
                    <a:pt x="5579613" y="1646532"/>
                  </a:lnTo>
                  <a:lnTo>
                    <a:pt x="5580428" y="1667381"/>
                  </a:lnTo>
                  <a:lnTo>
                    <a:pt x="5581243" y="1681188"/>
                  </a:lnTo>
                  <a:lnTo>
                    <a:pt x="5582058" y="1650263"/>
                  </a:lnTo>
                  <a:lnTo>
                    <a:pt x="5582872" y="1662995"/>
                  </a:lnTo>
                  <a:lnTo>
                    <a:pt x="5583687" y="1649507"/>
                  </a:lnTo>
                  <a:lnTo>
                    <a:pt x="5584502" y="1594374"/>
                  </a:lnTo>
                  <a:lnTo>
                    <a:pt x="5585317" y="1571556"/>
                  </a:lnTo>
                  <a:lnTo>
                    <a:pt x="5586132" y="1584027"/>
                  </a:lnTo>
                  <a:lnTo>
                    <a:pt x="5586946" y="1633733"/>
                  </a:lnTo>
                  <a:lnTo>
                    <a:pt x="5587761" y="1667338"/>
                  </a:lnTo>
                  <a:lnTo>
                    <a:pt x="5588576" y="1659250"/>
                  </a:lnTo>
                  <a:lnTo>
                    <a:pt x="5589391" y="1704803"/>
                  </a:lnTo>
                  <a:lnTo>
                    <a:pt x="5590205" y="1693200"/>
                  </a:lnTo>
                  <a:lnTo>
                    <a:pt x="5591020" y="1703259"/>
                  </a:lnTo>
                  <a:lnTo>
                    <a:pt x="5591835" y="1699119"/>
                  </a:lnTo>
                  <a:lnTo>
                    <a:pt x="5592650" y="1713729"/>
                  </a:lnTo>
                  <a:lnTo>
                    <a:pt x="5593465" y="1718555"/>
                  </a:lnTo>
                  <a:lnTo>
                    <a:pt x="5594279" y="1708982"/>
                  </a:lnTo>
                  <a:lnTo>
                    <a:pt x="5595094" y="1685324"/>
                  </a:lnTo>
                  <a:lnTo>
                    <a:pt x="5595909" y="1670817"/>
                  </a:lnTo>
                  <a:lnTo>
                    <a:pt x="5596724" y="1705875"/>
                  </a:lnTo>
                  <a:lnTo>
                    <a:pt x="5597538" y="1742984"/>
                  </a:lnTo>
                  <a:lnTo>
                    <a:pt x="5598353" y="1709222"/>
                  </a:lnTo>
                  <a:lnTo>
                    <a:pt x="5599168" y="1720879"/>
                  </a:lnTo>
                  <a:lnTo>
                    <a:pt x="5599983" y="1717061"/>
                  </a:lnTo>
                  <a:lnTo>
                    <a:pt x="5600798" y="1724030"/>
                  </a:lnTo>
                  <a:lnTo>
                    <a:pt x="5601612" y="1732537"/>
                  </a:lnTo>
                  <a:lnTo>
                    <a:pt x="5602427" y="1703911"/>
                  </a:lnTo>
                  <a:lnTo>
                    <a:pt x="5603242" y="1724115"/>
                  </a:lnTo>
                  <a:lnTo>
                    <a:pt x="5604057" y="1701582"/>
                  </a:lnTo>
                  <a:lnTo>
                    <a:pt x="5604871" y="1709581"/>
                  </a:lnTo>
                  <a:lnTo>
                    <a:pt x="5605686" y="1682397"/>
                  </a:lnTo>
                  <a:lnTo>
                    <a:pt x="5606501" y="1659171"/>
                  </a:lnTo>
                  <a:lnTo>
                    <a:pt x="5607316" y="1618502"/>
                  </a:lnTo>
                  <a:lnTo>
                    <a:pt x="5608131" y="1566387"/>
                  </a:lnTo>
                  <a:lnTo>
                    <a:pt x="5608945" y="1529812"/>
                  </a:lnTo>
                  <a:lnTo>
                    <a:pt x="5609760" y="1431070"/>
                  </a:lnTo>
                  <a:lnTo>
                    <a:pt x="5610575" y="1365988"/>
                  </a:lnTo>
                  <a:lnTo>
                    <a:pt x="5611390" y="1375628"/>
                  </a:lnTo>
                  <a:lnTo>
                    <a:pt x="5612204" y="1431265"/>
                  </a:lnTo>
                  <a:lnTo>
                    <a:pt x="5613019" y="1407557"/>
                  </a:lnTo>
                  <a:lnTo>
                    <a:pt x="5613834" y="1380140"/>
                  </a:lnTo>
                  <a:lnTo>
                    <a:pt x="5614649" y="1394413"/>
                  </a:lnTo>
                  <a:lnTo>
                    <a:pt x="5615464" y="1457863"/>
                  </a:lnTo>
                  <a:lnTo>
                    <a:pt x="5616278" y="1410238"/>
                  </a:lnTo>
                  <a:lnTo>
                    <a:pt x="5617093" y="1355525"/>
                  </a:lnTo>
                  <a:lnTo>
                    <a:pt x="5617908" y="1364428"/>
                  </a:lnTo>
                  <a:lnTo>
                    <a:pt x="5618723" y="1439473"/>
                  </a:lnTo>
                  <a:lnTo>
                    <a:pt x="5619538" y="1499976"/>
                  </a:lnTo>
                  <a:lnTo>
                    <a:pt x="5620352" y="1547634"/>
                  </a:lnTo>
                  <a:lnTo>
                    <a:pt x="5621167" y="1583863"/>
                  </a:lnTo>
                  <a:lnTo>
                    <a:pt x="5621982" y="1640515"/>
                  </a:lnTo>
                  <a:lnTo>
                    <a:pt x="5622797" y="1669343"/>
                  </a:lnTo>
                  <a:lnTo>
                    <a:pt x="5623611" y="1647651"/>
                  </a:lnTo>
                  <a:lnTo>
                    <a:pt x="5624426" y="1660415"/>
                  </a:lnTo>
                  <a:lnTo>
                    <a:pt x="5625241" y="1633023"/>
                  </a:lnTo>
                  <a:lnTo>
                    <a:pt x="5626056" y="1649052"/>
                  </a:lnTo>
                  <a:lnTo>
                    <a:pt x="5626871" y="1685979"/>
                  </a:lnTo>
                  <a:lnTo>
                    <a:pt x="5627685" y="1706822"/>
                  </a:lnTo>
                  <a:lnTo>
                    <a:pt x="5628500" y="1729171"/>
                  </a:lnTo>
                  <a:lnTo>
                    <a:pt x="5629315" y="1726372"/>
                  </a:lnTo>
                  <a:lnTo>
                    <a:pt x="5630130" y="1746639"/>
                  </a:lnTo>
                  <a:lnTo>
                    <a:pt x="5630944" y="1741521"/>
                  </a:lnTo>
                  <a:lnTo>
                    <a:pt x="5631759" y="1703326"/>
                  </a:lnTo>
                  <a:lnTo>
                    <a:pt x="5632574" y="1697801"/>
                  </a:lnTo>
                  <a:lnTo>
                    <a:pt x="5633389" y="1718840"/>
                  </a:lnTo>
                  <a:lnTo>
                    <a:pt x="5634204" y="1720395"/>
                  </a:lnTo>
                  <a:lnTo>
                    <a:pt x="5635018" y="1703079"/>
                  </a:lnTo>
                  <a:lnTo>
                    <a:pt x="5635833" y="1671616"/>
                  </a:lnTo>
                  <a:lnTo>
                    <a:pt x="5636648" y="1660289"/>
                  </a:lnTo>
                  <a:lnTo>
                    <a:pt x="5637463" y="1630623"/>
                  </a:lnTo>
                  <a:lnTo>
                    <a:pt x="5638277" y="1613186"/>
                  </a:lnTo>
                  <a:lnTo>
                    <a:pt x="5639092" y="1615709"/>
                  </a:lnTo>
                  <a:lnTo>
                    <a:pt x="5639907" y="1597707"/>
                  </a:lnTo>
                  <a:lnTo>
                    <a:pt x="5640722" y="1553163"/>
                  </a:lnTo>
                  <a:lnTo>
                    <a:pt x="5641537" y="1534957"/>
                  </a:lnTo>
                  <a:lnTo>
                    <a:pt x="5642351" y="1442285"/>
                  </a:lnTo>
                  <a:lnTo>
                    <a:pt x="5643166" y="1440012"/>
                  </a:lnTo>
                  <a:lnTo>
                    <a:pt x="5643981" y="1344790"/>
                  </a:lnTo>
                  <a:lnTo>
                    <a:pt x="5644796" y="1346972"/>
                  </a:lnTo>
                  <a:lnTo>
                    <a:pt x="5645610" y="1329812"/>
                  </a:lnTo>
                  <a:lnTo>
                    <a:pt x="5646425" y="1361373"/>
                  </a:lnTo>
                  <a:lnTo>
                    <a:pt x="5647240" y="1373296"/>
                  </a:lnTo>
                  <a:lnTo>
                    <a:pt x="5648055" y="1348881"/>
                  </a:lnTo>
                  <a:lnTo>
                    <a:pt x="5648870" y="1429428"/>
                  </a:lnTo>
                  <a:lnTo>
                    <a:pt x="5649684" y="1499143"/>
                  </a:lnTo>
                  <a:lnTo>
                    <a:pt x="5650499" y="1545493"/>
                  </a:lnTo>
                  <a:lnTo>
                    <a:pt x="5651314" y="1569536"/>
                  </a:lnTo>
                  <a:lnTo>
                    <a:pt x="5652129" y="1546445"/>
                  </a:lnTo>
                  <a:lnTo>
                    <a:pt x="5652943" y="1526585"/>
                  </a:lnTo>
                  <a:lnTo>
                    <a:pt x="5653758" y="1594783"/>
                  </a:lnTo>
                  <a:lnTo>
                    <a:pt x="5654573" y="1603634"/>
                  </a:lnTo>
                  <a:lnTo>
                    <a:pt x="5655388" y="1607157"/>
                  </a:lnTo>
                  <a:lnTo>
                    <a:pt x="5656203" y="1570483"/>
                  </a:lnTo>
                  <a:lnTo>
                    <a:pt x="5657017" y="1560362"/>
                  </a:lnTo>
                  <a:lnTo>
                    <a:pt x="5657832" y="1445626"/>
                  </a:lnTo>
                  <a:lnTo>
                    <a:pt x="5658647" y="1467194"/>
                  </a:lnTo>
                  <a:lnTo>
                    <a:pt x="5659462" y="1483170"/>
                  </a:lnTo>
                  <a:lnTo>
                    <a:pt x="5660277" y="1490607"/>
                  </a:lnTo>
                  <a:lnTo>
                    <a:pt x="5661091" y="1555497"/>
                  </a:lnTo>
                  <a:lnTo>
                    <a:pt x="5661906" y="1460921"/>
                  </a:lnTo>
                  <a:lnTo>
                    <a:pt x="5662721" y="1411855"/>
                  </a:lnTo>
                  <a:lnTo>
                    <a:pt x="5663536" y="1423064"/>
                  </a:lnTo>
                  <a:lnTo>
                    <a:pt x="5664350" y="1461338"/>
                  </a:lnTo>
                  <a:lnTo>
                    <a:pt x="5665165" y="1499590"/>
                  </a:lnTo>
                  <a:lnTo>
                    <a:pt x="5665980" y="1477520"/>
                  </a:lnTo>
                  <a:lnTo>
                    <a:pt x="5666795" y="1464839"/>
                  </a:lnTo>
                  <a:lnTo>
                    <a:pt x="5667610" y="1502622"/>
                  </a:lnTo>
                  <a:lnTo>
                    <a:pt x="5668424" y="1560350"/>
                  </a:lnTo>
                  <a:lnTo>
                    <a:pt x="5669239" y="1572932"/>
                  </a:lnTo>
                  <a:lnTo>
                    <a:pt x="5670054" y="1539155"/>
                  </a:lnTo>
                  <a:lnTo>
                    <a:pt x="5670869" y="1498354"/>
                  </a:lnTo>
                  <a:lnTo>
                    <a:pt x="5671683" y="1540415"/>
                  </a:lnTo>
                  <a:lnTo>
                    <a:pt x="5672498" y="1586079"/>
                  </a:lnTo>
                  <a:lnTo>
                    <a:pt x="5673313" y="1542726"/>
                  </a:lnTo>
                  <a:lnTo>
                    <a:pt x="5674128" y="1538944"/>
                  </a:lnTo>
                  <a:lnTo>
                    <a:pt x="5674943" y="1590749"/>
                  </a:lnTo>
                  <a:lnTo>
                    <a:pt x="5675757" y="1546217"/>
                  </a:lnTo>
                  <a:lnTo>
                    <a:pt x="5676572" y="1432180"/>
                  </a:lnTo>
                  <a:lnTo>
                    <a:pt x="5677387" y="1373090"/>
                  </a:lnTo>
                  <a:lnTo>
                    <a:pt x="5678202" y="1404721"/>
                  </a:lnTo>
                  <a:lnTo>
                    <a:pt x="5679016" y="1488927"/>
                  </a:lnTo>
                  <a:lnTo>
                    <a:pt x="5679831" y="1510735"/>
                  </a:lnTo>
                  <a:lnTo>
                    <a:pt x="5680646" y="1484506"/>
                  </a:lnTo>
                  <a:lnTo>
                    <a:pt x="5681461" y="1470919"/>
                  </a:lnTo>
                  <a:lnTo>
                    <a:pt x="5682276" y="1455133"/>
                  </a:lnTo>
                  <a:lnTo>
                    <a:pt x="5683090" y="1531147"/>
                  </a:lnTo>
                  <a:lnTo>
                    <a:pt x="5683905" y="1555039"/>
                  </a:lnTo>
                  <a:lnTo>
                    <a:pt x="5684720" y="1578243"/>
                  </a:lnTo>
                  <a:lnTo>
                    <a:pt x="5685535" y="1557631"/>
                  </a:lnTo>
                  <a:lnTo>
                    <a:pt x="5686349" y="1593634"/>
                  </a:lnTo>
                  <a:lnTo>
                    <a:pt x="5687164" y="1630922"/>
                  </a:lnTo>
                  <a:lnTo>
                    <a:pt x="5687979" y="1622041"/>
                  </a:lnTo>
                  <a:lnTo>
                    <a:pt x="5688794" y="1615676"/>
                  </a:lnTo>
                  <a:lnTo>
                    <a:pt x="5689609" y="1610897"/>
                  </a:lnTo>
                  <a:lnTo>
                    <a:pt x="5690423" y="1598220"/>
                  </a:lnTo>
                  <a:lnTo>
                    <a:pt x="5691238" y="1590095"/>
                  </a:lnTo>
                  <a:lnTo>
                    <a:pt x="5692053" y="1486696"/>
                  </a:lnTo>
                  <a:lnTo>
                    <a:pt x="5692868" y="1485007"/>
                  </a:lnTo>
                  <a:lnTo>
                    <a:pt x="5693682" y="1521597"/>
                  </a:lnTo>
                  <a:lnTo>
                    <a:pt x="5694497" y="1581846"/>
                  </a:lnTo>
                  <a:lnTo>
                    <a:pt x="5695312" y="1557507"/>
                  </a:lnTo>
                  <a:lnTo>
                    <a:pt x="5696127" y="1560320"/>
                  </a:lnTo>
                  <a:lnTo>
                    <a:pt x="5696942" y="1485482"/>
                  </a:lnTo>
                  <a:lnTo>
                    <a:pt x="5697756" y="1469427"/>
                  </a:lnTo>
                  <a:lnTo>
                    <a:pt x="5698571" y="1501390"/>
                  </a:lnTo>
                  <a:lnTo>
                    <a:pt x="5699386" y="1568922"/>
                  </a:lnTo>
                  <a:lnTo>
                    <a:pt x="5700201" y="1580462"/>
                  </a:lnTo>
                  <a:lnTo>
                    <a:pt x="5701016" y="1530869"/>
                  </a:lnTo>
                  <a:lnTo>
                    <a:pt x="5701830" y="1521401"/>
                  </a:lnTo>
                  <a:lnTo>
                    <a:pt x="5702645" y="1542402"/>
                  </a:lnTo>
                  <a:lnTo>
                    <a:pt x="5703460" y="1572197"/>
                  </a:lnTo>
                  <a:lnTo>
                    <a:pt x="5704275" y="1578227"/>
                  </a:lnTo>
                  <a:lnTo>
                    <a:pt x="5705089" y="1591806"/>
                  </a:lnTo>
                  <a:lnTo>
                    <a:pt x="5705904" y="1576457"/>
                  </a:lnTo>
                  <a:lnTo>
                    <a:pt x="5706719" y="1563332"/>
                  </a:lnTo>
                  <a:lnTo>
                    <a:pt x="5707534" y="1528358"/>
                  </a:lnTo>
                  <a:lnTo>
                    <a:pt x="5708349" y="1478136"/>
                  </a:lnTo>
                  <a:lnTo>
                    <a:pt x="5709163" y="1441078"/>
                  </a:lnTo>
                  <a:lnTo>
                    <a:pt x="5709978" y="1428801"/>
                  </a:lnTo>
                  <a:lnTo>
                    <a:pt x="5710793" y="1395573"/>
                  </a:lnTo>
                  <a:lnTo>
                    <a:pt x="5711608" y="1436211"/>
                  </a:lnTo>
                  <a:lnTo>
                    <a:pt x="5712422" y="1516551"/>
                  </a:lnTo>
                  <a:lnTo>
                    <a:pt x="5713237" y="1512894"/>
                  </a:lnTo>
                  <a:lnTo>
                    <a:pt x="5714052" y="1496351"/>
                  </a:lnTo>
                  <a:lnTo>
                    <a:pt x="5714867" y="1418036"/>
                  </a:lnTo>
                  <a:lnTo>
                    <a:pt x="5715682" y="1346006"/>
                  </a:lnTo>
                  <a:lnTo>
                    <a:pt x="5716496" y="1315785"/>
                  </a:lnTo>
                  <a:lnTo>
                    <a:pt x="5717311" y="1288955"/>
                  </a:lnTo>
                  <a:lnTo>
                    <a:pt x="5718126" y="1308046"/>
                  </a:lnTo>
                  <a:lnTo>
                    <a:pt x="5718941" y="1312755"/>
                  </a:lnTo>
                  <a:lnTo>
                    <a:pt x="5719755" y="1313999"/>
                  </a:lnTo>
                  <a:lnTo>
                    <a:pt x="5720570" y="1407419"/>
                  </a:lnTo>
                  <a:lnTo>
                    <a:pt x="5721385" y="1497219"/>
                  </a:lnTo>
                  <a:lnTo>
                    <a:pt x="5722200" y="1575697"/>
                  </a:lnTo>
                  <a:lnTo>
                    <a:pt x="5723015" y="1595962"/>
                  </a:lnTo>
                  <a:lnTo>
                    <a:pt x="5723829" y="1634792"/>
                  </a:lnTo>
                  <a:lnTo>
                    <a:pt x="5724644" y="1674022"/>
                  </a:lnTo>
                  <a:lnTo>
                    <a:pt x="5725459" y="1709216"/>
                  </a:lnTo>
                  <a:lnTo>
                    <a:pt x="5726274" y="1732266"/>
                  </a:lnTo>
                  <a:lnTo>
                    <a:pt x="5727088" y="1756701"/>
                  </a:lnTo>
                  <a:lnTo>
                    <a:pt x="5727903" y="1756701"/>
                  </a:lnTo>
                  <a:lnTo>
                    <a:pt x="5728718" y="1756701"/>
                  </a:lnTo>
                  <a:lnTo>
                    <a:pt x="5729533" y="1756701"/>
                  </a:lnTo>
                  <a:lnTo>
                    <a:pt x="5730348" y="1756701"/>
                  </a:lnTo>
                  <a:lnTo>
                    <a:pt x="5731162" y="1756701"/>
                  </a:lnTo>
                  <a:lnTo>
                    <a:pt x="5731977" y="1756701"/>
                  </a:lnTo>
                  <a:lnTo>
                    <a:pt x="5732792" y="1756701"/>
                  </a:lnTo>
                  <a:lnTo>
                    <a:pt x="5733607" y="1746198"/>
                  </a:lnTo>
                  <a:lnTo>
                    <a:pt x="5734421" y="1739536"/>
                  </a:lnTo>
                  <a:lnTo>
                    <a:pt x="5735236" y="1701344"/>
                  </a:lnTo>
                  <a:lnTo>
                    <a:pt x="5736051" y="1694707"/>
                  </a:lnTo>
                  <a:lnTo>
                    <a:pt x="5736866" y="1667756"/>
                  </a:lnTo>
                  <a:lnTo>
                    <a:pt x="5737681" y="1672281"/>
                  </a:lnTo>
                  <a:lnTo>
                    <a:pt x="5738495" y="1660459"/>
                  </a:lnTo>
                  <a:lnTo>
                    <a:pt x="5739310" y="1617696"/>
                  </a:lnTo>
                  <a:lnTo>
                    <a:pt x="5740125" y="1624467"/>
                  </a:lnTo>
                  <a:lnTo>
                    <a:pt x="5740940" y="1648771"/>
                  </a:lnTo>
                  <a:lnTo>
                    <a:pt x="5741755" y="1624329"/>
                  </a:lnTo>
                  <a:lnTo>
                    <a:pt x="5742569" y="1589722"/>
                  </a:lnTo>
                  <a:lnTo>
                    <a:pt x="5743384" y="1616513"/>
                  </a:lnTo>
                  <a:lnTo>
                    <a:pt x="5744199" y="1643816"/>
                  </a:lnTo>
                  <a:lnTo>
                    <a:pt x="5745014" y="1628366"/>
                  </a:lnTo>
                  <a:lnTo>
                    <a:pt x="5745828" y="1622757"/>
                  </a:lnTo>
                  <a:lnTo>
                    <a:pt x="5746643" y="1672671"/>
                  </a:lnTo>
                  <a:lnTo>
                    <a:pt x="5747458" y="1661692"/>
                  </a:lnTo>
                  <a:lnTo>
                    <a:pt x="5748273" y="1659890"/>
                  </a:lnTo>
                  <a:lnTo>
                    <a:pt x="5749088" y="1626028"/>
                  </a:lnTo>
                  <a:lnTo>
                    <a:pt x="5749902" y="1586542"/>
                  </a:lnTo>
                  <a:lnTo>
                    <a:pt x="5750717" y="1535968"/>
                  </a:lnTo>
                  <a:lnTo>
                    <a:pt x="5751532" y="1623461"/>
                  </a:lnTo>
                  <a:lnTo>
                    <a:pt x="5752347" y="1605315"/>
                  </a:lnTo>
                  <a:lnTo>
                    <a:pt x="5753161" y="1625511"/>
                  </a:lnTo>
                  <a:lnTo>
                    <a:pt x="5753976" y="1602545"/>
                  </a:lnTo>
                  <a:lnTo>
                    <a:pt x="5754791" y="1604430"/>
                  </a:lnTo>
                  <a:lnTo>
                    <a:pt x="5755606" y="1620785"/>
                  </a:lnTo>
                  <a:lnTo>
                    <a:pt x="5756421" y="1590342"/>
                  </a:lnTo>
                  <a:lnTo>
                    <a:pt x="5757235" y="1564834"/>
                  </a:lnTo>
                  <a:lnTo>
                    <a:pt x="5758050" y="1570171"/>
                  </a:lnTo>
                  <a:lnTo>
                    <a:pt x="5758865" y="1520604"/>
                  </a:lnTo>
                  <a:lnTo>
                    <a:pt x="5759680" y="1533418"/>
                  </a:lnTo>
                  <a:lnTo>
                    <a:pt x="5760494" y="1476804"/>
                  </a:lnTo>
                  <a:lnTo>
                    <a:pt x="5761309" y="1486932"/>
                  </a:lnTo>
                  <a:lnTo>
                    <a:pt x="5762124" y="1507065"/>
                  </a:lnTo>
                  <a:lnTo>
                    <a:pt x="5762939" y="1480483"/>
                  </a:lnTo>
                  <a:lnTo>
                    <a:pt x="5763754" y="1379420"/>
                  </a:lnTo>
                  <a:lnTo>
                    <a:pt x="5764568" y="1291045"/>
                  </a:lnTo>
                  <a:lnTo>
                    <a:pt x="5765383" y="1354911"/>
                  </a:lnTo>
                  <a:lnTo>
                    <a:pt x="5766198" y="1360422"/>
                  </a:lnTo>
                  <a:lnTo>
                    <a:pt x="5767013" y="1294773"/>
                  </a:lnTo>
                  <a:lnTo>
                    <a:pt x="5767827" y="1253988"/>
                  </a:lnTo>
                  <a:lnTo>
                    <a:pt x="5768642" y="1283352"/>
                  </a:lnTo>
                  <a:lnTo>
                    <a:pt x="5769457" y="1415662"/>
                  </a:lnTo>
                  <a:lnTo>
                    <a:pt x="5770272" y="1427236"/>
                  </a:lnTo>
                  <a:lnTo>
                    <a:pt x="5771087" y="1462245"/>
                  </a:lnTo>
                  <a:lnTo>
                    <a:pt x="5771901" y="1500254"/>
                  </a:lnTo>
                  <a:lnTo>
                    <a:pt x="5772716" y="1533617"/>
                  </a:lnTo>
                  <a:lnTo>
                    <a:pt x="5773531" y="1568196"/>
                  </a:lnTo>
                  <a:lnTo>
                    <a:pt x="5774346" y="1599228"/>
                  </a:lnTo>
                  <a:lnTo>
                    <a:pt x="5775160" y="1612563"/>
                  </a:lnTo>
                  <a:lnTo>
                    <a:pt x="5775975" y="1644927"/>
                  </a:lnTo>
                  <a:lnTo>
                    <a:pt x="5776790" y="1658103"/>
                  </a:lnTo>
                  <a:lnTo>
                    <a:pt x="5777605" y="1654720"/>
                  </a:lnTo>
                  <a:lnTo>
                    <a:pt x="5778420" y="1632072"/>
                  </a:lnTo>
                  <a:lnTo>
                    <a:pt x="5779234" y="1647257"/>
                  </a:lnTo>
                  <a:lnTo>
                    <a:pt x="5780049" y="1653606"/>
                  </a:lnTo>
                  <a:lnTo>
                    <a:pt x="5780864" y="1651378"/>
                  </a:lnTo>
                  <a:lnTo>
                    <a:pt x="5781679" y="1627545"/>
                  </a:lnTo>
                  <a:lnTo>
                    <a:pt x="5782494" y="1600340"/>
                  </a:lnTo>
                  <a:lnTo>
                    <a:pt x="5783308" y="1517869"/>
                  </a:lnTo>
                  <a:lnTo>
                    <a:pt x="5784123" y="1544773"/>
                  </a:lnTo>
                  <a:lnTo>
                    <a:pt x="5784938" y="1599354"/>
                  </a:lnTo>
                  <a:lnTo>
                    <a:pt x="5785753" y="1626651"/>
                  </a:lnTo>
                  <a:lnTo>
                    <a:pt x="5786567" y="1647368"/>
                  </a:lnTo>
                  <a:lnTo>
                    <a:pt x="5787382" y="1678669"/>
                  </a:lnTo>
                  <a:lnTo>
                    <a:pt x="5788197" y="1683459"/>
                  </a:lnTo>
                  <a:lnTo>
                    <a:pt x="5789012" y="1685429"/>
                  </a:lnTo>
                  <a:lnTo>
                    <a:pt x="5789827" y="1663715"/>
                  </a:lnTo>
                  <a:lnTo>
                    <a:pt x="5790641" y="1680389"/>
                  </a:lnTo>
                  <a:lnTo>
                    <a:pt x="5791456" y="1674127"/>
                  </a:lnTo>
                  <a:lnTo>
                    <a:pt x="5792271" y="1655987"/>
                  </a:lnTo>
                  <a:lnTo>
                    <a:pt x="5793086" y="1645407"/>
                  </a:lnTo>
                  <a:lnTo>
                    <a:pt x="5793900" y="1625819"/>
                  </a:lnTo>
                  <a:lnTo>
                    <a:pt x="5794715" y="1693190"/>
                  </a:lnTo>
                  <a:lnTo>
                    <a:pt x="5795530" y="1689746"/>
                  </a:lnTo>
                  <a:lnTo>
                    <a:pt x="5796345" y="1683709"/>
                  </a:lnTo>
                  <a:lnTo>
                    <a:pt x="5797160" y="1674244"/>
                  </a:lnTo>
                  <a:lnTo>
                    <a:pt x="5797974" y="1626500"/>
                  </a:lnTo>
                  <a:lnTo>
                    <a:pt x="5798789" y="1613823"/>
                  </a:lnTo>
                  <a:lnTo>
                    <a:pt x="5799604" y="1603455"/>
                  </a:lnTo>
                  <a:lnTo>
                    <a:pt x="5800419" y="1599629"/>
                  </a:lnTo>
                  <a:lnTo>
                    <a:pt x="5801233" y="1507767"/>
                  </a:lnTo>
                  <a:lnTo>
                    <a:pt x="5802048" y="1556414"/>
                  </a:lnTo>
                  <a:lnTo>
                    <a:pt x="5802863" y="1525009"/>
                  </a:lnTo>
                  <a:lnTo>
                    <a:pt x="5803678" y="1527744"/>
                  </a:lnTo>
                  <a:lnTo>
                    <a:pt x="5804493" y="1582158"/>
                  </a:lnTo>
                  <a:lnTo>
                    <a:pt x="5805307" y="1605303"/>
                  </a:lnTo>
                  <a:lnTo>
                    <a:pt x="5806122" y="1652253"/>
                  </a:lnTo>
                  <a:lnTo>
                    <a:pt x="5806937" y="1628674"/>
                  </a:lnTo>
                  <a:lnTo>
                    <a:pt x="5807752" y="1659942"/>
                  </a:lnTo>
                  <a:lnTo>
                    <a:pt x="5808566" y="1666527"/>
                  </a:lnTo>
                  <a:lnTo>
                    <a:pt x="5809381" y="1669876"/>
                  </a:lnTo>
                  <a:lnTo>
                    <a:pt x="5810196" y="1674849"/>
                  </a:lnTo>
                  <a:lnTo>
                    <a:pt x="5811011" y="1619442"/>
                  </a:lnTo>
                  <a:lnTo>
                    <a:pt x="5811826" y="1594335"/>
                  </a:lnTo>
                  <a:lnTo>
                    <a:pt x="5812640" y="1537282"/>
                  </a:lnTo>
                  <a:lnTo>
                    <a:pt x="5813455" y="1497223"/>
                  </a:lnTo>
                  <a:lnTo>
                    <a:pt x="5814270" y="1507060"/>
                  </a:lnTo>
                  <a:lnTo>
                    <a:pt x="5815085" y="1444933"/>
                  </a:lnTo>
                  <a:lnTo>
                    <a:pt x="5815900" y="1406930"/>
                  </a:lnTo>
                  <a:lnTo>
                    <a:pt x="5816714" y="1519584"/>
                  </a:lnTo>
                  <a:lnTo>
                    <a:pt x="5817529" y="1488593"/>
                  </a:lnTo>
                  <a:lnTo>
                    <a:pt x="5818344" y="1458164"/>
                  </a:lnTo>
                  <a:lnTo>
                    <a:pt x="5819159" y="1389364"/>
                  </a:lnTo>
                  <a:lnTo>
                    <a:pt x="5819973" y="1386806"/>
                  </a:lnTo>
                  <a:lnTo>
                    <a:pt x="5820788" y="1412677"/>
                  </a:lnTo>
                  <a:lnTo>
                    <a:pt x="5821603" y="1441058"/>
                  </a:lnTo>
                  <a:lnTo>
                    <a:pt x="5822418" y="1520607"/>
                  </a:lnTo>
                  <a:lnTo>
                    <a:pt x="5823233" y="1534164"/>
                  </a:lnTo>
                  <a:lnTo>
                    <a:pt x="5824047" y="1526258"/>
                  </a:lnTo>
                  <a:lnTo>
                    <a:pt x="5824862" y="1428086"/>
                  </a:lnTo>
                  <a:lnTo>
                    <a:pt x="5825677" y="1398705"/>
                  </a:lnTo>
                  <a:lnTo>
                    <a:pt x="5826492" y="1393892"/>
                  </a:lnTo>
                  <a:lnTo>
                    <a:pt x="5827306" y="1419803"/>
                  </a:lnTo>
                  <a:lnTo>
                    <a:pt x="5828121" y="1449414"/>
                  </a:lnTo>
                  <a:lnTo>
                    <a:pt x="5828936" y="1434673"/>
                  </a:lnTo>
                  <a:lnTo>
                    <a:pt x="5829751" y="1399959"/>
                  </a:lnTo>
                  <a:lnTo>
                    <a:pt x="5830566" y="1441440"/>
                  </a:lnTo>
                  <a:lnTo>
                    <a:pt x="5831380" y="1548070"/>
                  </a:lnTo>
                  <a:lnTo>
                    <a:pt x="5832195" y="1525179"/>
                  </a:lnTo>
                  <a:lnTo>
                    <a:pt x="5833010" y="1585667"/>
                  </a:lnTo>
                  <a:lnTo>
                    <a:pt x="5833825" y="1623613"/>
                  </a:lnTo>
                  <a:lnTo>
                    <a:pt x="5834639" y="1664275"/>
                  </a:lnTo>
                  <a:lnTo>
                    <a:pt x="5835454" y="1668087"/>
                  </a:lnTo>
                  <a:lnTo>
                    <a:pt x="5836269" y="1669259"/>
                  </a:lnTo>
                  <a:lnTo>
                    <a:pt x="5837084" y="1695892"/>
                  </a:lnTo>
                  <a:lnTo>
                    <a:pt x="5837899" y="1680219"/>
                  </a:lnTo>
                  <a:lnTo>
                    <a:pt x="5838713" y="1680640"/>
                  </a:lnTo>
                  <a:lnTo>
                    <a:pt x="5839528" y="1667518"/>
                  </a:lnTo>
                  <a:lnTo>
                    <a:pt x="5840343" y="1694707"/>
                  </a:lnTo>
                  <a:lnTo>
                    <a:pt x="5841158" y="1748116"/>
                  </a:lnTo>
                  <a:lnTo>
                    <a:pt x="5841972" y="1747762"/>
                  </a:lnTo>
                  <a:lnTo>
                    <a:pt x="5842787" y="1756701"/>
                  </a:lnTo>
                  <a:lnTo>
                    <a:pt x="5843602" y="1745208"/>
                  </a:lnTo>
                  <a:lnTo>
                    <a:pt x="5844417" y="1750600"/>
                  </a:lnTo>
                  <a:lnTo>
                    <a:pt x="5845232" y="1747897"/>
                  </a:lnTo>
                  <a:lnTo>
                    <a:pt x="5846046" y="1735490"/>
                  </a:lnTo>
                  <a:lnTo>
                    <a:pt x="5846861" y="1749885"/>
                  </a:lnTo>
                  <a:lnTo>
                    <a:pt x="5847676" y="1748399"/>
                  </a:lnTo>
                  <a:lnTo>
                    <a:pt x="5848491" y="1727854"/>
                  </a:lnTo>
                  <a:lnTo>
                    <a:pt x="5849305" y="1728710"/>
                  </a:lnTo>
                  <a:lnTo>
                    <a:pt x="5850120" y="1717750"/>
                  </a:lnTo>
                  <a:lnTo>
                    <a:pt x="5850935" y="1706822"/>
                  </a:lnTo>
                  <a:lnTo>
                    <a:pt x="5851750" y="1701317"/>
                  </a:lnTo>
                  <a:lnTo>
                    <a:pt x="5852565" y="1729305"/>
                  </a:lnTo>
                  <a:lnTo>
                    <a:pt x="5853379" y="1705167"/>
                  </a:lnTo>
                  <a:lnTo>
                    <a:pt x="5854194" y="1718581"/>
                  </a:lnTo>
                  <a:lnTo>
                    <a:pt x="5855009" y="1675434"/>
                  </a:lnTo>
                  <a:lnTo>
                    <a:pt x="5855824" y="1639950"/>
                  </a:lnTo>
                  <a:lnTo>
                    <a:pt x="5856639" y="1651435"/>
                  </a:lnTo>
                  <a:lnTo>
                    <a:pt x="5857453" y="1606404"/>
                  </a:lnTo>
                  <a:lnTo>
                    <a:pt x="5858268" y="1602217"/>
                  </a:lnTo>
                  <a:lnTo>
                    <a:pt x="5859083" y="1550037"/>
                  </a:lnTo>
                  <a:lnTo>
                    <a:pt x="5859898" y="1501536"/>
                  </a:lnTo>
                  <a:lnTo>
                    <a:pt x="5860712" y="1514964"/>
                  </a:lnTo>
                  <a:lnTo>
                    <a:pt x="5861527" y="1475441"/>
                  </a:lnTo>
                  <a:lnTo>
                    <a:pt x="5862342" y="1412662"/>
                  </a:lnTo>
                  <a:lnTo>
                    <a:pt x="5863157" y="1419455"/>
                  </a:lnTo>
                  <a:lnTo>
                    <a:pt x="5863972" y="1539668"/>
                  </a:lnTo>
                  <a:lnTo>
                    <a:pt x="5864786" y="1529738"/>
                  </a:lnTo>
                  <a:lnTo>
                    <a:pt x="5865601" y="1567095"/>
                  </a:lnTo>
                  <a:lnTo>
                    <a:pt x="5866416" y="1546611"/>
                  </a:lnTo>
                  <a:lnTo>
                    <a:pt x="5867231" y="1514502"/>
                  </a:lnTo>
                  <a:lnTo>
                    <a:pt x="5868045" y="1528150"/>
                  </a:lnTo>
                  <a:lnTo>
                    <a:pt x="5868860" y="1468036"/>
                  </a:lnTo>
                  <a:lnTo>
                    <a:pt x="5869675" y="1439470"/>
                  </a:lnTo>
                  <a:lnTo>
                    <a:pt x="5870490" y="1469547"/>
                  </a:lnTo>
                  <a:lnTo>
                    <a:pt x="5871305" y="1501500"/>
                  </a:lnTo>
                  <a:lnTo>
                    <a:pt x="5872119" y="1469903"/>
                  </a:lnTo>
                  <a:lnTo>
                    <a:pt x="5872934" y="1456954"/>
                  </a:lnTo>
                  <a:lnTo>
                    <a:pt x="5873749" y="1487776"/>
                  </a:lnTo>
                  <a:lnTo>
                    <a:pt x="5874564" y="1521914"/>
                  </a:lnTo>
                  <a:lnTo>
                    <a:pt x="5875378" y="1511431"/>
                  </a:lnTo>
                  <a:lnTo>
                    <a:pt x="5876193" y="1527219"/>
                  </a:lnTo>
                  <a:lnTo>
                    <a:pt x="5877008" y="1560090"/>
                  </a:lnTo>
                  <a:lnTo>
                    <a:pt x="5877823" y="1493963"/>
                  </a:lnTo>
                  <a:lnTo>
                    <a:pt x="5878638" y="1454969"/>
                  </a:lnTo>
                  <a:lnTo>
                    <a:pt x="5879452" y="1464095"/>
                  </a:lnTo>
                  <a:lnTo>
                    <a:pt x="5880267" y="1526046"/>
                  </a:lnTo>
                  <a:lnTo>
                    <a:pt x="5881082" y="1570803"/>
                  </a:lnTo>
                  <a:lnTo>
                    <a:pt x="5881897" y="1533860"/>
                  </a:lnTo>
                  <a:lnTo>
                    <a:pt x="5882711" y="1557767"/>
                  </a:lnTo>
                  <a:lnTo>
                    <a:pt x="5883526" y="1564299"/>
                  </a:lnTo>
                  <a:lnTo>
                    <a:pt x="5884341" y="1535804"/>
                  </a:lnTo>
                  <a:lnTo>
                    <a:pt x="5885156" y="1558711"/>
                  </a:lnTo>
                  <a:lnTo>
                    <a:pt x="5885971" y="1489168"/>
                  </a:lnTo>
                  <a:lnTo>
                    <a:pt x="5886785" y="1553309"/>
                  </a:lnTo>
                  <a:lnTo>
                    <a:pt x="5887600" y="1552788"/>
                  </a:lnTo>
                  <a:lnTo>
                    <a:pt x="5888415" y="1612748"/>
                  </a:lnTo>
                  <a:lnTo>
                    <a:pt x="5889230" y="1587541"/>
                  </a:lnTo>
                  <a:lnTo>
                    <a:pt x="5890044" y="1493985"/>
                  </a:lnTo>
                  <a:lnTo>
                    <a:pt x="5890859" y="1466546"/>
                  </a:lnTo>
                  <a:lnTo>
                    <a:pt x="5891674" y="1571124"/>
                  </a:lnTo>
                  <a:lnTo>
                    <a:pt x="5892489" y="1602297"/>
                  </a:lnTo>
                  <a:lnTo>
                    <a:pt x="5893304" y="1563595"/>
                  </a:lnTo>
                  <a:lnTo>
                    <a:pt x="5894118" y="1525104"/>
                  </a:lnTo>
                  <a:lnTo>
                    <a:pt x="5894933" y="1401790"/>
                  </a:lnTo>
                  <a:lnTo>
                    <a:pt x="5895748" y="1356902"/>
                  </a:lnTo>
                  <a:lnTo>
                    <a:pt x="5896563" y="1402447"/>
                  </a:lnTo>
                  <a:lnTo>
                    <a:pt x="5897378" y="1398927"/>
                  </a:lnTo>
                  <a:lnTo>
                    <a:pt x="5898192" y="1422464"/>
                  </a:lnTo>
                  <a:lnTo>
                    <a:pt x="5899007" y="1452207"/>
                  </a:lnTo>
                  <a:lnTo>
                    <a:pt x="5899822" y="1424639"/>
                  </a:lnTo>
                  <a:lnTo>
                    <a:pt x="5900637" y="1381767"/>
                  </a:lnTo>
                  <a:lnTo>
                    <a:pt x="5901451" y="1331824"/>
                  </a:lnTo>
                  <a:lnTo>
                    <a:pt x="5902266" y="1250532"/>
                  </a:lnTo>
                  <a:lnTo>
                    <a:pt x="5903081" y="1260586"/>
                  </a:lnTo>
                  <a:lnTo>
                    <a:pt x="5903896" y="1271367"/>
                  </a:lnTo>
                  <a:lnTo>
                    <a:pt x="5904711" y="1402391"/>
                  </a:lnTo>
                  <a:lnTo>
                    <a:pt x="5905525" y="1534907"/>
                  </a:lnTo>
                  <a:lnTo>
                    <a:pt x="5906340" y="1578831"/>
                  </a:lnTo>
                  <a:lnTo>
                    <a:pt x="5907155" y="1591373"/>
                  </a:lnTo>
                  <a:lnTo>
                    <a:pt x="5907970" y="1547962"/>
                  </a:lnTo>
                  <a:lnTo>
                    <a:pt x="5908784" y="1551019"/>
                  </a:lnTo>
                  <a:lnTo>
                    <a:pt x="5909599" y="1571453"/>
                  </a:lnTo>
                  <a:lnTo>
                    <a:pt x="5910414" y="1620829"/>
                  </a:lnTo>
                  <a:lnTo>
                    <a:pt x="5911229" y="1632804"/>
                  </a:lnTo>
                  <a:lnTo>
                    <a:pt x="5912044" y="1652863"/>
                  </a:lnTo>
                  <a:lnTo>
                    <a:pt x="5912858" y="1650272"/>
                  </a:lnTo>
                  <a:lnTo>
                    <a:pt x="5913673" y="1621327"/>
                  </a:lnTo>
                  <a:lnTo>
                    <a:pt x="5914488" y="1603164"/>
                  </a:lnTo>
                  <a:lnTo>
                    <a:pt x="5915303" y="1533626"/>
                  </a:lnTo>
                  <a:lnTo>
                    <a:pt x="5916117" y="1400854"/>
                  </a:lnTo>
                  <a:lnTo>
                    <a:pt x="5916932" y="1284881"/>
                  </a:lnTo>
                  <a:lnTo>
                    <a:pt x="5917747" y="1335533"/>
                  </a:lnTo>
                  <a:lnTo>
                    <a:pt x="5918562" y="1369250"/>
                  </a:lnTo>
                  <a:lnTo>
                    <a:pt x="5919377" y="1372299"/>
                  </a:lnTo>
                  <a:lnTo>
                    <a:pt x="5920191" y="1479586"/>
                  </a:lnTo>
                  <a:lnTo>
                    <a:pt x="5921006" y="1404417"/>
                  </a:lnTo>
                  <a:lnTo>
                    <a:pt x="5921821" y="1448962"/>
                  </a:lnTo>
                  <a:lnTo>
                    <a:pt x="5922636" y="1474892"/>
                  </a:lnTo>
                  <a:lnTo>
                    <a:pt x="5923450" y="1478079"/>
                  </a:lnTo>
                  <a:lnTo>
                    <a:pt x="5924265" y="1391093"/>
                  </a:lnTo>
                  <a:lnTo>
                    <a:pt x="5925080" y="1384334"/>
                  </a:lnTo>
                  <a:lnTo>
                    <a:pt x="5925895" y="1384462"/>
                  </a:lnTo>
                  <a:lnTo>
                    <a:pt x="5926710" y="1460037"/>
                  </a:lnTo>
                  <a:lnTo>
                    <a:pt x="5927524" y="1506553"/>
                  </a:lnTo>
                  <a:lnTo>
                    <a:pt x="5928339" y="1589294"/>
                  </a:lnTo>
                  <a:lnTo>
                    <a:pt x="5929154" y="1642749"/>
                  </a:lnTo>
                  <a:lnTo>
                    <a:pt x="5929969" y="1625093"/>
                  </a:lnTo>
                  <a:lnTo>
                    <a:pt x="5930783" y="1647572"/>
                  </a:lnTo>
                  <a:lnTo>
                    <a:pt x="5931598" y="1582100"/>
                  </a:lnTo>
                  <a:lnTo>
                    <a:pt x="5932413" y="1558002"/>
                  </a:lnTo>
                  <a:lnTo>
                    <a:pt x="5933228" y="1603439"/>
                  </a:lnTo>
                  <a:lnTo>
                    <a:pt x="5934043" y="1573753"/>
                  </a:lnTo>
                  <a:lnTo>
                    <a:pt x="5934857" y="1585613"/>
                  </a:lnTo>
                  <a:lnTo>
                    <a:pt x="5935672" y="1536035"/>
                  </a:lnTo>
                  <a:lnTo>
                    <a:pt x="5936487" y="1484908"/>
                  </a:lnTo>
                  <a:lnTo>
                    <a:pt x="5937302" y="1455953"/>
                  </a:lnTo>
                  <a:lnTo>
                    <a:pt x="5938117" y="1514261"/>
                  </a:lnTo>
                  <a:lnTo>
                    <a:pt x="5938931" y="1540310"/>
                  </a:lnTo>
                  <a:lnTo>
                    <a:pt x="5939746" y="1521323"/>
                  </a:lnTo>
                  <a:lnTo>
                    <a:pt x="5940561" y="1504208"/>
                  </a:lnTo>
                  <a:lnTo>
                    <a:pt x="5941376" y="1427484"/>
                  </a:lnTo>
                  <a:lnTo>
                    <a:pt x="5942190" y="1389660"/>
                  </a:lnTo>
                  <a:lnTo>
                    <a:pt x="5943005" y="1412234"/>
                  </a:lnTo>
                  <a:lnTo>
                    <a:pt x="5943820" y="1480085"/>
                  </a:lnTo>
                  <a:lnTo>
                    <a:pt x="5944635" y="1482877"/>
                  </a:lnTo>
                  <a:lnTo>
                    <a:pt x="5945450" y="1508675"/>
                  </a:lnTo>
                  <a:lnTo>
                    <a:pt x="5946264" y="1452800"/>
                  </a:lnTo>
                  <a:lnTo>
                    <a:pt x="5947079" y="1425004"/>
                  </a:lnTo>
                  <a:lnTo>
                    <a:pt x="5947894" y="1452323"/>
                  </a:lnTo>
                  <a:lnTo>
                    <a:pt x="5948709" y="1498637"/>
                  </a:lnTo>
                  <a:lnTo>
                    <a:pt x="5949523" y="1568873"/>
                  </a:lnTo>
                  <a:lnTo>
                    <a:pt x="5950338" y="1580679"/>
                  </a:lnTo>
                  <a:lnTo>
                    <a:pt x="5951153" y="1641585"/>
                  </a:lnTo>
                  <a:lnTo>
                    <a:pt x="5951968" y="1643045"/>
                  </a:lnTo>
                  <a:lnTo>
                    <a:pt x="5952783" y="1637906"/>
                  </a:lnTo>
                  <a:lnTo>
                    <a:pt x="5953597" y="1607597"/>
                  </a:lnTo>
                  <a:lnTo>
                    <a:pt x="5954412" y="1610556"/>
                  </a:lnTo>
                  <a:lnTo>
                    <a:pt x="5955227" y="1621095"/>
                  </a:lnTo>
                  <a:lnTo>
                    <a:pt x="5956042" y="1629191"/>
                  </a:lnTo>
                  <a:lnTo>
                    <a:pt x="5956856" y="1587757"/>
                  </a:lnTo>
                  <a:lnTo>
                    <a:pt x="5957671" y="1596307"/>
                  </a:lnTo>
                  <a:lnTo>
                    <a:pt x="5958486" y="1600597"/>
                  </a:lnTo>
                  <a:lnTo>
                    <a:pt x="5959301" y="1605609"/>
                  </a:lnTo>
                  <a:lnTo>
                    <a:pt x="5960116" y="1578749"/>
                  </a:lnTo>
                  <a:lnTo>
                    <a:pt x="5960930" y="1558903"/>
                  </a:lnTo>
                  <a:lnTo>
                    <a:pt x="5961745" y="1620579"/>
                  </a:lnTo>
                  <a:lnTo>
                    <a:pt x="5962560" y="1597763"/>
                  </a:lnTo>
                  <a:lnTo>
                    <a:pt x="5963375" y="1530304"/>
                  </a:lnTo>
                  <a:lnTo>
                    <a:pt x="5964189" y="1478425"/>
                  </a:lnTo>
                  <a:lnTo>
                    <a:pt x="5965004" y="1502837"/>
                  </a:lnTo>
                  <a:lnTo>
                    <a:pt x="5965819" y="1603416"/>
                  </a:lnTo>
                  <a:lnTo>
                    <a:pt x="5966634" y="1578284"/>
                  </a:lnTo>
                  <a:lnTo>
                    <a:pt x="5967449" y="1612463"/>
                  </a:lnTo>
                  <a:lnTo>
                    <a:pt x="5968263" y="1541400"/>
                  </a:lnTo>
                  <a:lnTo>
                    <a:pt x="5969078" y="1503081"/>
                  </a:lnTo>
                  <a:lnTo>
                    <a:pt x="5969893" y="1526926"/>
                  </a:lnTo>
                  <a:lnTo>
                    <a:pt x="5970708" y="1567757"/>
                  </a:lnTo>
                  <a:lnTo>
                    <a:pt x="5971522" y="1583825"/>
                  </a:lnTo>
                  <a:lnTo>
                    <a:pt x="5972337" y="1572997"/>
                  </a:lnTo>
                  <a:lnTo>
                    <a:pt x="5973152" y="1588567"/>
                  </a:lnTo>
                  <a:lnTo>
                    <a:pt x="5973967" y="1553488"/>
                  </a:lnTo>
                  <a:lnTo>
                    <a:pt x="5974782" y="1542181"/>
                  </a:lnTo>
                  <a:lnTo>
                    <a:pt x="5975596" y="1485399"/>
                  </a:lnTo>
                  <a:lnTo>
                    <a:pt x="5976411" y="1485859"/>
                  </a:lnTo>
                  <a:lnTo>
                    <a:pt x="5977226" y="1497574"/>
                  </a:lnTo>
                  <a:lnTo>
                    <a:pt x="5978041" y="1486019"/>
                  </a:lnTo>
                  <a:lnTo>
                    <a:pt x="5978856" y="1497935"/>
                  </a:lnTo>
                  <a:lnTo>
                    <a:pt x="5979670" y="1493962"/>
                  </a:lnTo>
                  <a:lnTo>
                    <a:pt x="5980485" y="1479698"/>
                  </a:lnTo>
                  <a:lnTo>
                    <a:pt x="5981300" y="1365593"/>
                  </a:lnTo>
                  <a:lnTo>
                    <a:pt x="5982115" y="1304471"/>
                  </a:lnTo>
                  <a:lnTo>
                    <a:pt x="5982929" y="1341622"/>
                  </a:lnTo>
                  <a:lnTo>
                    <a:pt x="5983744" y="1304214"/>
                  </a:lnTo>
                  <a:lnTo>
                    <a:pt x="5984559" y="1405880"/>
                  </a:lnTo>
                  <a:lnTo>
                    <a:pt x="5985374" y="1449563"/>
                  </a:lnTo>
                  <a:lnTo>
                    <a:pt x="5986189" y="1472871"/>
                  </a:lnTo>
                  <a:lnTo>
                    <a:pt x="5987003" y="1486006"/>
                  </a:lnTo>
                  <a:lnTo>
                    <a:pt x="5987818" y="1467667"/>
                  </a:lnTo>
                  <a:lnTo>
                    <a:pt x="5988633" y="1446085"/>
                  </a:lnTo>
                  <a:lnTo>
                    <a:pt x="5989448" y="1348031"/>
                  </a:lnTo>
                  <a:lnTo>
                    <a:pt x="5990262" y="1226780"/>
                  </a:lnTo>
                  <a:lnTo>
                    <a:pt x="5991077" y="1158908"/>
                  </a:lnTo>
                  <a:lnTo>
                    <a:pt x="5991892" y="1171908"/>
                  </a:lnTo>
                  <a:lnTo>
                    <a:pt x="5992707" y="1132157"/>
                  </a:lnTo>
                  <a:lnTo>
                    <a:pt x="5993522" y="1100571"/>
                  </a:lnTo>
                  <a:lnTo>
                    <a:pt x="5994336" y="1148983"/>
                  </a:lnTo>
                  <a:lnTo>
                    <a:pt x="5995151" y="1141881"/>
                  </a:lnTo>
                  <a:lnTo>
                    <a:pt x="5995966" y="1179921"/>
                  </a:lnTo>
                  <a:lnTo>
                    <a:pt x="5996781" y="1257390"/>
                  </a:lnTo>
                  <a:lnTo>
                    <a:pt x="5997595" y="1355461"/>
                  </a:lnTo>
                  <a:lnTo>
                    <a:pt x="5998410" y="1424405"/>
                  </a:lnTo>
                  <a:lnTo>
                    <a:pt x="5999225" y="1456451"/>
                  </a:lnTo>
                  <a:lnTo>
                    <a:pt x="6000040" y="1461037"/>
                  </a:lnTo>
                  <a:lnTo>
                    <a:pt x="6000855" y="1427917"/>
                  </a:lnTo>
                  <a:lnTo>
                    <a:pt x="6001669" y="1363426"/>
                  </a:lnTo>
                  <a:lnTo>
                    <a:pt x="6002484" y="1386228"/>
                  </a:lnTo>
                  <a:lnTo>
                    <a:pt x="6003299" y="1356308"/>
                  </a:lnTo>
                  <a:lnTo>
                    <a:pt x="6004114" y="1331257"/>
                  </a:lnTo>
                  <a:lnTo>
                    <a:pt x="6004928" y="1209646"/>
                  </a:lnTo>
                  <a:lnTo>
                    <a:pt x="6005743" y="1260067"/>
                  </a:lnTo>
                  <a:lnTo>
                    <a:pt x="6006558" y="1252590"/>
                  </a:lnTo>
                  <a:lnTo>
                    <a:pt x="6007373" y="1341457"/>
                  </a:lnTo>
                  <a:lnTo>
                    <a:pt x="6008188" y="1434893"/>
                  </a:lnTo>
                  <a:lnTo>
                    <a:pt x="6009002" y="1463926"/>
                  </a:lnTo>
                  <a:lnTo>
                    <a:pt x="6009817" y="1525455"/>
                  </a:lnTo>
                  <a:lnTo>
                    <a:pt x="6010632" y="1565926"/>
                  </a:lnTo>
                  <a:lnTo>
                    <a:pt x="6011447" y="1583596"/>
                  </a:lnTo>
                  <a:lnTo>
                    <a:pt x="6012261" y="1586683"/>
                  </a:lnTo>
                  <a:lnTo>
                    <a:pt x="6013076" y="1604608"/>
                  </a:lnTo>
                  <a:lnTo>
                    <a:pt x="6013891" y="1612122"/>
                  </a:lnTo>
                  <a:lnTo>
                    <a:pt x="6014706" y="1617057"/>
                  </a:lnTo>
                  <a:lnTo>
                    <a:pt x="6015521" y="1604483"/>
                  </a:lnTo>
                  <a:lnTo>
                    <a:pt x="6016335" y="1612174"/>
                  </a:lnTo>
                  <a:lnTo>
                    <a:pt x="6017150" y="1533393"/>
                  </a:lnTo>
                  <a:lnTo>
                    <a:pt x="6017965" y="1459290"/>
                  </a:lnTo>
                  <a:lnTo>
                    <a:pt x="6018780" y="1425980"/>
                  </a:lnTo>
                  <a:lnTo>
                    <a:pt x="6019595" y="1385024"/>
                  </a:lnTo>
                  <a:lnTo>
                    <a:pt x="6020409" y="1311410"/>
                  </a:lnTo>
                  <a:lnTo>
                    <a:pt x="6021224" y="1254026"/>
                  </a:lnTo>
                  <a:lnTo>
                    <a:pt x="6022039" y="1244660"/>
                  </a:lnTo>
                  <a:lnTo>
                    <a:pt x="6022854" y="1159578"/>
                  </a:lnTo>
                  <a:lnTo>
                    <a:pt x="6023668" y="1173337"/>
                  </a:lnTo>
                  <a:lnTo>
                    <a:pt x="6024483" y="1215515"/>
                  </a:lnTo>
                  <a:lnTo>
                    <a:pt x="6025298" y="1142668"/>
                  </a:lnTo>
                  <a:lnTo>
                    <a:pt x="6026113" y="1178183"/>
                  </a:lnTo>
                  <a:lnTo>
                    <a:pt x="6026928" y="1170387"/>
                  </a:lnTo>
                  <a:lnTo>
                    <a:pt x="6027742" y="1211213"/>
                  </a:lnTo>
                  <a:lnTo>
                    <a:pt x="6028557" y="1287124"/>
                  </a:lnTo>
                  <a:lnTo>
                    <a:pt x="6029372" y="1260575"/>
                  </a:lnTo>
                  <a:lnTo>
                    <a:pt x="6030187" y="1298657"/>
                  </a:lnTo>
                  <a:lnTo>
                    <a:pt x="6031001" y="1369340"/>
                  </a:lnTo>
                  <a:lnTo>
                    <a:pt x="6031816" y="1457260"/>
                  </a:lnTo>
                  <a:lnTo>
                    <a:pt x="6032631" y="1522826"/>
                  </a:lnTo>
                  <a:lnTo>
                    <a:pt x="6033446" y="1597086"/>
                  </a:lnTo>
                  <a:lnTo>
                    <a:pt x="6034261" y="1603334"/>
                  </a:lnTo>
                  <a:lnTo>
                    <a:pt x="6035075" y="1602867"/>
                  </a:lnTo>
                  <a:lnTo>
                    <a:pt x="6035890" y="1571617"/>
                  </a:lnTo>
                  <a:lnTo>
                    <a:pt x="6036705" y="1590589"/>
                  </a:lnTo>
                  <a:lnTo>
                    <a:pt x="6037520" y="1596292"/>
                  </a:lnTo>
                  <a:lnTo>
                    <a:pt x="6038334" y="1544995"/>
                  </a:lnTo>
                  <a:lnTo>
                    <a:pt x="6039149" y="1567685"/>
                  </a:lnTo>
                  <a:lnTo>
                    <a:pt x="6039964" y="1567112"/>
                  </a:lnTo>
                  <a:lnTo>
                    <a:pt x="6040779" y="1565808"/>
                  </a:lnTo>
                  <a:lnTo>
                    <a:pt x="6041594" y="1422398"/>
                  </a:lnTo>
                  <a:lnTo>
                    <a:pt x="6042408" y="1341789"/>
                  </a:lnTo>
                  <a:lnTo>
                    <a:pt x="6043223" y="1385582"/>
                  </a:lnTo>
                  <a:lnTo>
                    <a:pt x="6044038" y="1531069"/>
                  </a:lnTo>
                  <a:lnTo>
                    <a:pt x="6044853" y="1503914"/>
                  </a:lnTo>
                  <a:lnTo>
                    <a:pt x="6045667" y="1563808"/>
                  </a:lnTo>
                  <a:lnTo>
                    <a:pt x="6046482" y="1572350"/>
                  </a:lnTo>
                  <a:lnTo>
                    <a:pt x="6047297" y="1549036"/>
                  </a:lnTo>
                  <a:lnTo>
                    <a:pt x="6048112" y="1466703"/>
                  </a:lnTo>
                  <a:lnTo>
                    <a:pt x="6048927" y="1374859"/>
                  </a:lnTo>
                  <a:lnTo>
                    <a:pt x="6049741" y="1342620"/>
                  </a:lnTo>
                  <a:lnTo>
                    <a:pt x="6050556" y="1390005"/>
                  </a:lnTo>
                  <a:lnTo>
                    <a:pt x="6051371" y="1494635"/>
                  </a:lnTo>
                  <a:lnTo>
                    <a:pt x="6052186" y="1466031"/>
                  </a:lnTo>
                  <a:lnTo>
                    <a:pt x="6053000" y="1362181"/>
                  </a:lnTo>
                  <a:lnTo>
                    <a:pt x="6053815" y="1407252"/>
                  </a:lnTo>
                  <a:lnTo>
                    <a:pt x="6054630" y="1512466"/>
                  </a:lnTo>
                  <a:lnTo>
                    <a:pt x="6055445" y="1558409"/>
                  </a:lnTo>
                  <a:lnTo>
                    <a:pt x="6056260" y="1534300"/>
                  </a:lnTo>
                  <a:lnTo>
                    <a:pt x="6057074" y="1475639"/>
                  </a:lnTo>
                  <a:lnTo>
                    <a:pt x="6057889" y="1469693"/>
                  </a:lnTo>
                  <a:lnTo>
                    <a:pt x="6058704" y="1515682"/>
                  </a:lnTo>
                  <a:lnTo>
                    <a:pt x="6059519" y="1449592"/>
                  </a:lnTo>
                  <a:lnTo>
                    <a:pt x="6060334" y="1383185"/>
                  </a:lnTo>
                  <a:lnTo>
                    <a:pt x="6061148" y="1373287"/>
                  </a:lnTo>
                  <a:lnTo>
                    <a:pt x="6061963" y="1422274"/>
                  </a:lnTo>
                  <a:lnTo>
                    <a:pt x="6062778" y="1449387"/>
                  </a:lnTo>
                  <a:lnTo>
                    <a:pt x="6063593" y="1441820"/>
                  </a:lnTo>
                  <a:lnTo>
                    <a:pt x="6064407" y="1548480"/>
                  </a:lnTo>
                  <a:lnTo>
                    <a:pt x="6065222" y="1565508"/>
                  </a:lnTo>
                  <a:lnTo>
                    <a:pt x="6066037" y="1587580"/>
                  </a:lnTo>
                  <a:lnTo>
                    <a:pt x="6066852" y="1573387"/>
                  </a:lnTo>
                  <a:lnTo>
                    <a:pt x="6067667" y="1522142"/>
                  </a:lnTo>
                  <a:lnTo>
                    <a:pt x="6068481" y="1592179"/>
                  </a:lnTo>
                  <a:lnTo>
                    <a:pt x="6069296" y="1583309"/>
                  </a:lnTo>
                  <a:lnTo>
                    <a:pt x="6070111" y="1643363"/>
                  </a:lnTo>
                  <a:lnTo>
                    <a:pt x="6070926" y="1588128"/>
                  </a:lnTo>
                  <a:lnTo>
                    <a:pt x="6071740" y="1636934"/>
                  </a:lnTo>
                  <a:lnTo>
                    <a:pt x="6072555" y="1649520"/>
                  </a:lnTo>
                  <a:lnTo>
                    <a:pt x="6073370" y="1635785"/>
                  </a:lnTo>
                  <a:lnTo>
                    <a:pt x="6074185" y="1670357"/>
                  </a:lnTo>
                  <a:lnTo>
                    <a:pt x="6075000" y="1642834"/>
                  </a:lnTo>
                  <a:lnTo>
                    <a:pt x="6075814" y="1617734"/>
                  </a:lnTo>
                  <a:lnTo>
                    <a:pt x="6076629" y="1594014"/>
                  </a:lnTo>
                  <a:lnTo>
                    <a:pt x="6077444" y="1579347"/>
                  </a:lnTo>
                  <a:lnTo>
                    <a:pt x="6078259" y="1592438"/>
                  </a:lnTo>
                  <a:lnTo>
                    <a:pt x="6079073" y="1595664"/>
                  </a:lnTo>
                  <a:lnTo>
                    <a:pt x="6079888" y="1609203"/>
                  </a:lnTo>
                  <a:lnTo>
                    <a:pt x="6080703" y="1580700"/>
                  </a:lnTo>
                  <a:lnTo>
                    <a:pt x="6081518" y="1472078"/>
                  </a:lnTo>
                  <a:lnTo>
                    <a:pt x="6082333" y="1409570"/>
                  </a:lnTo>
                  <a:lnTo>
                    <a:pt x="6083147" y="1502957"/>
                  </a:lnTo>
                  <a:lnTo>
                    <a:pt x="6083962" y="1473254"/>
                  </a:lnTo>
                  <a:lnTo>
                    <a:pt x="6084777" y="1487898"/>
                  </a:lnTo>
                  <a:lnTo>
                    <a:pt x="6085592" y="1496413"/>
                  </a:lnTo>
                  <a:lnTo>
                    <a:pt x="6086406" y="1431708"/>
                  </a:lnTo>
                  <a:lnTo>
                    <a:pt x="6087221" y="1466068"/>
                  </a:lnTo>
                  <a:lnTo>
                    <a:pt x="6088036" y="1467140"/>
                  </a:lnTo>
                  <a:lnTo>
                    <a:pt x="6088851" y="1528183"/>
                  </a:lnTo>
                  <a:lnTo>
                    <a:pt x="6089666" y="1535348"/>
                  </a:lnTo>
                  <a:lnTo>
                    <a:pt x="6090480" y="1505691"/>
                  </a:lnTo>
                  <a:lnTo>
                    <a:pt x="6091295" y="1493738"/>
                  </a:lnTo>
                  <a:lnTo>
                    <a:pt x="6092110" y="1548754"/>
                  </a:lnTo>
                  <a:lnTo>
                    <a:pt x="6092925" y="1577297"/>
                  </a:lnTo>
                  <a:lnTo>
                    <a:pt x="6093739" y="1561041"/>
                  </a:lnTo>
                  <a:lnTo>
                    <a:pt x="6094554" y="1575085"/>
                  </a:lnTo>
                  <a:lnTo>
                    <a:pt x="6095369" y="1583321"/>
                  </a:lnTo>
                  <a:lnTo>
                    <a:pt x="6096184" y="1588045"/>
                  </a:lnTo>
                  <a:lnTo>
                    <a:pt x="6096999" y="1562514"/>
                  </a:lnTo>
                  <a:lnTo>
                    <a:pt x="6097813" y="1552959"/>
                  </a:lnTo>
                  <a:lnTo>
                    <a:pt x="6098628" y="1432302"/>
                  </a:lnTo>
                  <a:lnTo>
                    <a:pt x="6099443" y="1346690"/>
                  </a:lnTo>
                  <a:lnTo>
                    <a:pt x="6100258" y="1345667"/>
                  </a:lnTo>
                  <a:lnTo>
                    <a:pt x="6101073" y="1300609"/>
                  </a:lnTo>
                  <a:lnTo>
                    <a:pt x="6101887" y="1366637"/>
                  </a:lnTo>
                  <a:lnTo>
                    <a:pt x="6102702" y="1345195"/>
                  </a:lnTo>
                  <a:lnTo>
                    <a:pt x="6103517" y="1344111"/>
                  </a:lnTo>
                  <a:lnTo>
                    <a:pt x="6104332" y="1277974"/>
                  </a:lnTo>
                  <a:lnTo>
                    <a:pt x="6105146" y="1322054"/>
                  </a:lnTo>
                  <a:lnTo>
                    <a:pt x="6105961" y="1245807"/>
                  </a:lnTo>
                  <a:lnTo>
                    <a:pt x="6106776" y="1232311"/>
                  </a:lnTo>
                  <a:lnTo>
                    <a:pt x="6107591" y="1201407"/>
                  </a:lnTo>
                  <a:lnTo>
                    <a:pt x="6108406" y="1216076"/>
                  </a:lnTo>
                  <a:lnTo>
                    <a:pt x="6109220" y="1302146"/>
                  </a:lnTo>
                  <a:lnTo>
                    <a:pt x="6110035" y="1273454"/>
                  </a:lnTo>
                  <a:lnTo>
                    <a:pt x="6110850" y="1321986"/>
                  </a:lnTo>
                  <a:lnTo>
                    <a:pt x="6111665" y="1383523"/>
                  </a:lnTo>
                  <a:lnTo>
                    <a:pt x="6112479" y="1445304"/>
                  </a:lnTo>
                  <a:lnTo>
                    <a:pt x="6113294" y="1481285"/>
                  </a:lnTo>
                  <a:lnTo>
                    <a:pt x="6114109" y="1456936"/>
                  </a:lnTo>
                  <a:lnTo>
                    <a:pt x="6114924" y="1438539"/>
                  </a:lnTo>
                  <a:lnTo>
                    <a:pt x="6115739" y="1482314"/>
                  </a:lnTo>
                  <a:lnTo>
                    <a:pt x="6116553" y="1350930"/>
                  </a:lnTo>
                  <a:lnTo>
                    <a:pt x="6117368" y="1336235"/>
                  </a:lnTo>
                  <a:lnTo>
                    <a:pt x="6118183" y="1339577"/>
                  </a:lnTo>
                  <a:lnTo>
                    <a:pt x="6118998" y="1333717"/>
                  </a:lnTo>
                  <a:lnTo>
                    <a:pt x="6119812" y="1278527"/>
                  </a:lnTo>
                  <a:lnTo>
                    <a:pt x="6120627" y="1376432"/>
                  </a:lnTo>
                  <a:lnTo>
                    <a:pt x="6121442" y="1514915"/>
                  </a:lnTo>
                  <a:lnTo>
                    <a:pt x="6122257" y="1527344"/>
                  </a:lnTo>
                  <a:lnTo>
                    <a:pt x="6123072" y="1516636"/>
                  </a:lnTo>
                  <a:lnTo>
                    <a:pt x="6123886" y="1364021"/>
                  </a:lnTo>
                  <a:lnTo>
                    <a:pt x="6124701" y="1362044"/>
                  </a:lnTo>
                  <a:lnTo>
                    <a:pt x="6125516" y="1351144"/>
                  </a:lnTo>
                  <a:lnTo>
                    <a:pt x="6126331" y="1319157"/>
                  </a:lnTo>
                  <a:lnTo>
                    <a:pt x="6127145" y="1260309"/>
                  </a:lnTo>
                  <a:lnTo>
                    <a:pt x="6127960" y="1257034"/>
                  </a:lnTo>
                  <a:lnTo>
                    <a:pt x="6128775" y="1315098"/>
                  </a:lnTo>
                  <a:lnTo>
                    <a:pt x="6129590" y="1266233"/>
                  </a:lnTo>
                  <a:lnTo>
                    <a:pt x="6130405" y="1299388"/>
                  </a:lnTo>
                  <a:lnTo>
                    <a:pt x="6131219" y="1255751"/>
                  </a:lnTo>
                  <a:lnTo>
                    <a:pt x="6132034" y="1212376"/>
                  </a:lnTo>
                  <a:lnTo>
                    <a:pt x="6132849" y="1239531"/>
                  </a:lnTo>
                  <a:lnTo>
                    <a:pt x="6133664" y="1293645"/>
                  </a:lnTo>
                  <a:lnTo>
                    <a:pt x="6134479" y="1321758"/>
                  </a:lnTo>
                  <a:lnTo>
                    <a:pt x="6135293" y="1298731"/>
                  </a:lnTo>
                  <a:lnTo>
                    <a:pt x="6136108" y="1227963"/>
                  </a:lnTo>
                  <a:lnTo>
                    <a:pt x="6136923" y="1310475"/>
                  </a:lnTo>
                  <a:lnTo>
                    <a:pt x="6137738" y="1352402"/>
                  </a:lnTo>
                  <a:lnTo>
                    <a:pt x="6138552" y="1412442"/>
                  </a:lnTo>
                  <a:lnTo>
                    <a:pt x="6139367" y="1499639"/>
                  </a:lnTo>
                  <a:lnTo>
                    <a:pt x="6140182" y="1485607"/>
                  </a:lnTo>
                  <a:lnTo>
                    <a:pt x="6140997" y="1506152"/>
                  </a:lnTo>
                  <a:lnTo>
                    <a:pt x="6141812" y="1507065"/>
                  </a:lnTo>
                  <a:lnTo>
                    <a:pt x="6142626" y="1500292"/>
                  </a:lnTo>
                  <a:lnTo>
                    <a:pt x="6143441" y="1493952"/>
                  </a:lnTo>
                  <a:lnTo>
                    <a:pt x="6144256" y="1588942"/>
                  </a:lnTo>
                  <a:lnTo>
                    <a:pt x="6145071" y="1546366"/>
                  </a:lnTo>
                  <a:lnTo>
                    <a:pt x="6145885" y="1476622"/>
                  </a:lnTo>
                  <a:lnTo>
                    <a:pt x="6146700" y="1534753"/>
                  </a:lnTo>
                  <a:lnTo>
                    <a:pt x="6147515" y="1635213"/>
                  </a:lnTo>
                  <a:lnTo>
                    <a:pt x="6148330" y="1655756"/>
                  </a:lnTo>
                  <a:lnTo>
                    <a:pt x="6149145" y="1625607"/>
                  </a:lnTo>
                  <a:lnTo>
                    <a:pt x="6149959" y="1634170"/>
                  </a:lnTo>
                  <a:lnTo>
                    <a:pt x="6150774" y="1651464"/>
                  </a:lnTo>
                  <a:lnTo>
                    <a:pt x="6151589" y="1653323"/>
                  </a:lnTo>
                  <a:lnTo>
                    <a:pt x="6152404" y="1628163"/>
                  </a:lnTo>
                  <a:lnTo>
                    <a:pt x="6153218" y="1561470"/>
                  </a:lnTo>
                  <a:lnTo>
                    <a:pt x="6154033" y="1605136"/>
                  </a:lnTo>
                  <a:lnTo>
                    <a:pt x="6154848" y="1672923"/>
                  </a:lnTo>
                  <a:lnTo>
                    <a:pt x="6155663" y="1666818"/>
                  </a:lnTo>
                  <a:lnTo>
                    <a:pt x="6156478" y="1606143"/>
                  </a:lnTo>
                  <a:lnTo>
                    <a:pt x="6157292" y="1561690"/>
                  </a:lnTo>
                  <a:lnTo>
                    <a:pt x="6158107" y="1450662"/>
                  </a:lnTo>
                  <a:lnTo>
                    <a:pt x="6158922" y="1380601"/>
                  </a:lnTo>
                  <a:lnTo>
                    <a:pt x="6159737" y="1359466"/>
                  </a:lnTo>
                  <a:lnTo>
                    <a:pt x="6160551" y="1375129"/>
                  </a:lnTo>
                  <a:lnTo>
                    <a:pt x="6161366" y="1457606"/>
                  </a:lnTo>
                  <a:lnTo>
                    <a:pt x="6162181" y="1452135"/>
                  </a:lnTo>
                  <a:lnTo>
                    <a:pt x="6162996" y="1360869"/>
                  </a:lnTo>
                  <a:lnTo>
                    <a:pt x="6163811" y="1376332"/>
                  </a:lnTo>
                  <a:lnTo>
                    <a:pt x="6164625" y="1391042"/>
                  </a:lnTo>
                  <a:lnTo>
                    <a:pt x="6165440" y="1304128"/>
                  </a:lnTo>
                  <a:lnTo>
                    <a:pt x="6166255" y="1297233"/>
                  </a:lnTo>
                  <a:lnTo>
                    <a:pt x="6167070" y="1298811"/>
                  </a:lnTo>
                  <a:lnTo>
                    <a:pt x="6167884" y="1267986"/>
                  </a:lnTo>
                  <a:lnTo>
                    <a:pt x="6168699" y="1326890"/>
                  </a:lnTo>
                  <a:lnTo>
                    <a:pt x="6169514" y="1243854"/>
                  </a:lnTo>
                  <a:lnTo>
                    <a:pt x="6170329" y="1266416"/>
                  </a:lnTo>
                  <a:lnTo>
                    <a:pt x="6171144" y="1343505"/>
                  </a:lnTo>
                  <a:lnTo>
                    <a:pt x="6171958" y="1425456"/>
                  </a:lnTo>
                  <a:lnTo>
                    <a:pt x="6172773" y="1527651"/>
                  </a:lnTo>
                  <a:lnTo>
                    <a:pt x="6173588" y="1510502"/>
                  </a:lnTo>
                  <a:lnTo>
                    <a:pt x="6174403" y="1490663"/>
                  </a:lnTo>
                  <a:lnTo>
                    <a:pt x="6175218" y="1440309"/>
                  </a:lnTo>
                  <a:lnTo>
                    <a:pt x="6176032" y="1389922"/>
                  </a:lnTo>
                  <a:lnTo>
                    <a:pt x="6176847" y="1439151"/>
                  </a:lnTo>
                  <a:lnTo>
                    <a:pt x="6177662" y="1418844"/>
                  </a:lnTo>
                  <a:lnTo>
                    <a:pt x="6178477" y="1361964"/>
                  </a:lnTo>
                  <a:lnTo>
                    <a:pt x="6179291" y="1416534"/>
                  </a:lnTo>
                  <a:lnTo>
                    <a:pt x="6180106" y="1492337"/>
                  </a:lnTo>
                  <a:lnTo>
                    <a:pt x="6180921" y="1548227"/>
                  </a:lnTo>
                  <a:lnTo>
                    <a:pt x="6181736" y="1561073"/>
                  </a:lnTo>
                  <a:lnTo>
                    <a:pt x="6182551" y="1570960"/>
                  </a:lnTo>
                  <a:lnTo>
                    <a:pt x="6183365" y="1556469"/>
                  </a:lnTo>
                  <a:lnTo>
                    <a:pt x="6184180" y="1551325"/>
                  </a:lnTo>
                  <a:lnTo>
                    <a:pt x="6184995" y="1553809"/>
                  </a:lnTo>
                  <a:lnTo>
                    <a:pt x="6185810" y="1573130"/>
                  </a:lnTo>
                  <a:lnTo>
                    <a:pt x="6186624" y="1547034"/>
                  </a:lnTo>
                  <a:lnTo>
                    <a:pt x="6187439" y="1538555"/>
                  </a:lnTo>
                  <a:lnTo>
                    <a:pt x="6188254" y="1540554"/>
                  </a:lnTo>
                  <a:lnTo>
                    <a:pt x="6189069" y="1543883"/>
                  </a:lnTo>
                  <a:lnTo>
                    <a:pt x="6189884" y="1550062"/>
                  </a:lnTo>
                  <a:lnTo>
                    <a:pt x="6190698" y="1448532"/>
                  </a:lnTo>
                  <a:lnTo>
                    <a:pt x="6191513" y="1471219"/>
                  </a:lnTo>
                  <a:lnTo>
                    <a:pt x="6192328" y="1552677"/>
                  </a:lnTo>
                  <a:lnTo>
                    <a:pt x="6193143" y="1595475"/>
                  </a:lnTo>
                  <a:lnTo>
                    <a:pt x="6193957" y="1591205"/>
                  </a:lnTo>
                  <a:lnTo>
                    <a:pt x="6194772" y="1602451"/>
                  </a:lnTo>
                  <a:lnTo>
                    <a:pt x="6195587" y="1616261"/>
                  </a:lnTo>
                  <a:lnTo>
                    <a:pt x="6196402" y="1621402"/>
                  </a:lnTo>
                  <a:lnTo>
                    <a:pt x="6197217" y="1616755"/>
                  </a:lnTo>
                  <a:lnTo>
                    <a:pt x="6198031" y="1605411"/>
                  </a:lnTo>
                  <a:lnTo>
                    <a:pt x="6198846" y="1582606"/>
                  </a:lnTo>
                  <a:lnTo>
                    <a:pt x="6199661" y="1660670"/>
                  </a:lnTo>
                  <a:lnTo>
                    <a:pt x="6200476" y="1678028"/>
                  </a:lnTo>
                  <a:lnTo>
                    <a:pt x="6201290" y="1630650"/>
                  </a:lnTo>
                  <a:lnTo>
                    <a:pt x="6202105" y="1658498"/>
                  </a:lnTo>
                  <a:lnTo>
                    <a:pt x="6202920" y="1660565"/>
                  </a:lnTo>
                  <a:lnTo>
                    <a:pt x="6203735" y="1681170"/>
                  </a:lnTo>
                  <a:lnTo>
                    <a:pt x="6204550" y="1624728"/>
                  </a:lnTo>
                  <a:lnTo>
                    <a:pt x="6205364" y="1611720"/>
                  </a:lnTo>
                  <a:lnTo>
                    <a:pt x="6206179" y="1524203"/>
                  </a:lnTo>
                  <a:lnTo>
                    <a:pt x="6206994" y="1537834"/>
                  </a:lnTo>
                  <a:lnTo>
                    <a:pt x="6207809" y="1633068"/>
                  </a:lnTo>
                  <a:lnTo>
                    <a:pt x="6208623" y="1654627"/>
                  </a:lnTo>
                  <a:lnTo>
                    <a:pt x="6209438" y="1663288"/>
                  </a:lnTo>
                  <a:lnTo>
                    <a:pt x="6210253" y="1721492"/>
                  </a:lnTo>
                  <a:lnTo>
                    <a:pt x="6211068" y="1738516"/>
                  </a:lnTo>
                  <a:lnTo>
                    <a:pt x="6211883" y="1756701"/>
                  </a:lnTo>
                  <a:lnTo>
                    <a:pt x="6212697" y="1753554"/>
                  </a:lnTo>
                  <a:lnTo>
                    <a:pt x="6213512" y="1756701"/>
                  </a:lnTo>
                  <a:lnTo>
                    <a:pt x="6214327" y="1756701"/>
                  </a:lnTo>
                  <a:lnTo>
                    <a:pt x="6215142" y="1756701"/>
                  </a:lnTo>
                  <a:lnTo>
                    <a:pt x="6215957" y="1756701"/>
                  </a:lnTo>
                  <a:lnTo>
                    <a:pt x="6216771" y="1756701"/>
                  </a:lnTo>
                  <a:lnTo>
                    <a:pt x="6217586" y="1735971"/>
                  </a:lnTo>
                  <a:lnTo>
                    <a:pt x="6218401" y="1709248"/>
                  </a:lnTo>
                  <a:lnTo>
                    <a:pt x="6219216" y="1684758"/>
                  </a:lnTo>
                  <a:lnTo>
                    <a:pt x="6220030" y="1648561"/>
                  </a:lnTo>
                  <a:lnTo>
                    <a:pt x="6220845" y="1630298"/>
                  </a:lnTo>
                  <a:lnTo>
                    <a:pt x="6221660" y="1606341"/>
                  </a:lnTo>
                  <a:lnTo>
                    <a:pt x="6222475" y="1631053"/>
                  </a:lnTo>
                  <a:lnTo>
                    <a:pt x="6223290" y="1608348"/>
                  </a:lnTo>
                  <a:lnTo>
                    <a:pt x="6224104" y="1599280"/>
                  </a:lnTo>
                  <a:lnTo>
                    <a:pt x="6224919" y="1615350"/>
                  </a:lnTo>
                  <a:lnTo>
                    <a:pt x="6225734" y="1646774"/>
                  </a:lnTo>
                  <a:lnTo>
                    <a:pt x="6226549" y="1676093"/>
                  </a:lnTo>
                  <a:lnTo>
                    <a:pt x="6227363" y="1647032"/>
                  </a:lnTo>
                  <a:lnTo>
                    <a:pt x="6228178" y="1617714"/>
                  </a:lnTo>
                  <a:lnTo>
                    <a:pt x="6228993" y="1629479"/>
                  </a:lnTo>
                  <a:lnTo>
                    <a:pt x="6229808" y="1526888"/>
                  </a:lnTo>
                  <a:lnTo>
                    <a:pt x="6230623" y="1438929"/>
                  </a:lnTo>
                  <a:lnTo>
                    <a:pt x="6231437" y="1407402"/>
                  </a:lnTo>
                  <a:lnTo>
                    <a:pt x="6232252" y="1413603"/>
                  </a:lnTo>
                  <a:lnTo>
                    <a:pt x="6233067" y="1571903"/>
                  </a:lnTo>
                  <a:lnTo>
                    <a:pt x="6233882" y="1530545"/>
                  </a:lnTo>
                  <a:lnTo>
                    <a:pt x="6234696" y="1492562"/>
                  </a:lnTo>
                  <a:lnTo>
                    <a:pt x="6235511" y="1451488"/>
                  </a:lnTo>
                  <a:lnTo>
                    <a:pt x="6236326" y="1551241"/>
                  </a:lnTo>
                  <a:lnTo>
                    <a:pt x="6237141" y="1540615"/>
                  </a:lnTo>
                  <a:lnTo>
                    <a:pt x="6237956" y="1421836"/>
                  </a:lnTo>
                  <a:lnTo>
                    <a:pt x="6238770" y="1400378"/>
                  </a:lnTo>
                  <a:lnTo>
                    <a:pt x="6239585" y="1509402"/>
                  </a:lnTo>
                  <a:lnTo>
                    <a:pt x="6240400" y="1552271"/>
                  </a:lnTo>
                  <a:lnTo>
                    <a:pt x="6241215" y="1453034"/>
                  </a:lnTo>
                  <a:lnTo>
                    <a:pt x="6242029" y="1445667"/>
                  </a:lnTo>
                  <a:lnTo>
                    <a:pt x="6242844" y="1452142"/>
                  </a:lnTo>
                  <a:lnTo>
                    <a:pt x="6243659" y="1565251"/>
                  </a:lnTo>
                  <a:lnTo>
                    <a:pt x="6244474" y="1549428"/>
                  </a:lnTo>
                  <a:lnTo>
                    <a:pt x="6245289" y="1527306"/>
                  </a:lnTo>
                  <a:lnTo>
                    <a:pt x="6246103" y="1590663"/>
                  </a:lnTo>
                  <a:lnTo>
                    <a:pt x="6246918" y="1605475"/>
                  </a:lnTo>
                  <a:lnTo>
                    <a:pt x="6247733" y="1637671"/>
                  </a:lnTo>
                  <a:lnTo>
                    <a:pt x="6248548" y="1645076"/>
                  </a:lnTo>
                  <a:lnTo>
                    <a:pt x="6249362" y="1663618"/>
                  </a:lnTo>
                  <a:lnTo>
                    <a:pt x="6250177" y="1705881"/>
                  </a:lnTo>
                  <a:lnTo>
                    <a:pt x="6250992" y="1719062"/>
                  </a:lnTo>
                  <a:lnTo>
                    <a:pt x="6251807" y="1729984"/>
                  </a:lnTo>
                  <a:lnTo>
                    <a:pt x="6252622" y="1699767"/>
                  </a:lnTo>
                  <a:lnTo>
                    <a:pt x="6253436" y="1679983"/>
                  </a:lnTo>
                  <a:lnTo>
                    <a:pt x="6254251" y="1619512"/>
                  </a:lnTo>
                  <a:lnTo>
                    <a:pt x="6255066" y="1600993"/>
                  </a:lnTo>
                  <a:lnTo>
                    <a:pt x="6255881" y="1667111"/>
                  </a:lnTo>
                  <a:lnTo>
                    <a:pt x="6256696" y="1714279"/>
                  </a:lnTo>
                  <a:lnTo>
                    <a:pt x="6257510" y="1697505"/>
                  </a:lnTo>
                  <a:lnTo>
                    <a:pt x="6258325" y="1736285"/>
                  </a:lnTo>
                  <a:lnTo>
                    <a:pt x="6259140" y="1754947"/>
                  </a:lnTo>
                  <a:lnTo>
                    <a:pt x="6259955" y="1748242"/>
                  </a:lnTo>
                  <a:lnTo>
                    <a:pt x="6260769" y="1744810"/>
                  </a:lnTo>
                  <a:lnTo>
                    <a:pt x="6261584" y="1742840"/>
                  </a:lnTo>
                  <a:lnTo>
                    <a:pt x="6262399" y="1756701"/>
                  </a:lnTo>
                  <a:lnTo>
                    <a:pt x="6263214" y="1738879"/>
                  </a:lnTo>
                  <a:lnTo>
                    <a:pt x="6264029" y="1715407"/>
                  </a:lnTo>
                  <a:lnTo>
                    <a:pt x="6264843" y="1678059"/>
                  </a:lnTo>
                  <a:lnTo>
                    <a:pt x="6265658" y="1666070"/>
                  </a:lnTo>
                  <a:lnTo>
                    <a:pt x="6266473" y="1688879"/>
                  </a:lnTo>
                  <a:lnTo>
                    <a:pt x="6267288" y="1659239"/>
                  </a:lnTo>
                  <a:lnTo>
                    <a:pt x="6268102" y="1639514"/>
                  </a:lnTo>
                  <a:lnTo>
                    <a:pt x="6268917" y="1701491"/>
                  </a:lnTo>
                  <a:lnTo>
                    <a:pt x="6269732" y="1682645"/>
                  </a:lnTo>
                  <a:lnTo>
                    <a:pt x="6270547" y="1717802"/>
                  </a:lnTo>
                  <a:lnTo>
                    <a:pt x="6271362" y="1665601"/>
                  </a:lnTo>
                  <a:lnTo>
                    <a:pt x="6272176" y="1645006"/>
                  </a:lnTo>
                  <a:lnTo>
                    <a:pt x="6272991" y="1544856"/>
                  </a:lnTo>
                  <a:lnTo>
                    <a:pt x="6273806" y="1544870"/>
                  </a:lnTo>
                  <a:lnTo>
                    <a:pt x="6274621" y="1570948"/>
                  </a:lnTo>
                  <a:lnTo>
                    <a:pt x="6275435" y="1562475"/>
                  </a:lnTo>
                  <a:lnTo>
                    <a:pt x="6276250" y="1591641"/>
                  </a:lnTo>
                  <a:lnTo>
                    <a:pt x="6277065" y="1612722"/>
                  </a:lnTo>
                  <a:lnTo>
                    <a:pt x="6277880" y="1575122"/>
                  </a:lnTo>
                  <a:lnTo>
                    <a:pt x="6278695" y="1579089"/>
                  </a:lnTo>
                  <a:lnTo>
                    <a:pt x="6279509" y="1596706"/>
                  </a:lnTo>
                  <a:lnTo>
                    <a:pt x="6280324" y="1688060"/>
                  </a:lnTo>
                  <a:lnTo>
                    <a:pt x="6281139" y="1662709"/>
                  </a:lnTo>
                  <a:lnTo>
                    <a:pt x="6281954" y="1672649"/>
                  </a:lnTo>
                  <a:lnTo>
                    <a:pt x="6282768" y="1665215"/>
                  </a:lnTo>
                  <a:lnTo>
                    <a:pt x="6283583" y="1638998"/>
                  </a:lnTo>
                  <a:lnTo>
                    <a:pt x="6284398" y="1626836"/>
                  </a:lnTo>
                  <a:lnTo>
                    <a:pt x="6285213" y="1585516"/>
                  </a:lnTo>
                  <a:lnTo>
                    <a:pt x="6286028" y="1585591"/>
                  </a:lnTo>
                  <a:lnTo>
                    <a:pt x="6286842" y="1552275"/>
                  </a:lnTo>
                  <a:lnTo>
                    <a:pt x="6287657" y="1557869"/>
                  </a:lnTo>
                  <a:lnTo>
                    <a:pt x="6288472" y="1594168"/>
                  </a:lnTo>
                  <a:lnTo>
                    <a:pt x="6289287" y="1561245"/>
                  </a:lnTo>
                  <a:lnTo>
                    <a:pt x="6290101" y="1570261"/>
                  </a:lnTo>
                  <a:lnTo>
                    <a:pt x="6290916" y="1533524"/>
                  </a:lnTo>
                  <a:lnTo>
                    <a:pt x="6291731" y="1516178"/>
                  </a:lnTo>
                  <a:lnTo>
                    <a:pt x="6292546" y="1570914"/>
                  </a:lnTo>
                  <a:lnTo>
                    <a:pt x="6293361" y="1528054"/>
                  </a:lnTo>
                  <a:lnTo>
                    <a:pt x="6294175" y="1584974"/>
                  </a:lnTo>
                  <a:lnTo>
                    <a:pt x="6294990" y="1589651"/>
                  </a:lnTo>
                  <a:lnTo>
                    <a:pt x="6295805" y="1606379"/>
                  </a:lnTo>
                  <a:lnTo>
                    <a:pt x="6296620" y="1604928"/>
                  </a:lnTo>
                  <a:lnTo>
                    <a:pt x="6297435" y="1559712"/>
                  </a:lnTo>
                  <a:lnTo>
                    <a:pt x="6298249" y="1466159"/>
                  </a:lnTo>
                  <a:lnTo>
                    <a:pt x="6299064" y="1409653"/>
                  </a:lnTo>
                  <a:lnTo>
                    <a:pt x="6299879" y="1434101"/>
                  </a:lnTo>
                  <a:lnTo>
                    <a:pt x="6300694" y="1460359"/>
                  </a:lnTo>
                  <a:lnTo>
                    <a:pt x="6301508" y="1346017"/>
                  </a:lnTo>
                  <a:lnTo>
                    <a:pt x="6302323" y="1410533"/>
                  </a:lnTo>
                  <a:lnTo>
                    <a:pt x="6303138" y="1449465"/>
                  </a:lnTo>
                  <a:lnTo>
                    <a:pt x="6303953" y="1461091"/>
                  </a:lnTo>
                  <a:lnTo>
                    <a:pt x="6304768" y="1533339"/>
                  </a:lnTo>
                  <a:lnTo>
                    <a:pt x="6305582" y="1511985"/>
                  </a:lnTo>
                  <a:lnTo>
                    <a:pt x="6306397" y="1524557"/>
                  </a:lnTo>
                  <a:lnTo>
                    <a:pt x="6307212" y="1532096"/>
                  </a:lnTo>
                  <a:lnTo>
                    <a:pt x="6308027" y="1552425"/>
                  </a:lnTo>
                  <a:lnTo>
                    <a:pt x="6308841" y="1477672"/>
                  </a:lnTo>
                  <a:lnTo>
                    <a:pt x="6309656" y="1460433"/>
                  </a:lnTo>
                  <a:lnTo>
                    <a:pt x="6310471" y="1487338"/>
                  </a:lnTo>
                  <a:lnTo>
                    <a:pt x="6311286" y="1599372"/>
                  </a:lnTo>
                  <a:lnTo>
                    <a:pt x="6312101" y="1596810"/>
                  </a:lnTo>
                  <a:lnTo>
                    <a:pt x="6312915" y="1608821"/>
                  </a:lnTo>
                  <a:lnTo>
                    <a:pt x="6313730" y="1657685"/>
                  </a:lnTo>
                  <a:lnTo>
                    <a:pt x="6314545" y="1623000"/>
                  </a:lnTo>
                  <a:lnTo>
                    <a:pt x="6315360" y="1642045"/>
                  </a:lnTo>
                  <a:lnTo>
                    <a:pt x="6316174" y="1576073"/>
                  </a:lnTo>
                  <a:lnTo>
                    <a:pt x="6316989" y="1535228"/>
                  </a:lnTo>
                  <a:lnTo>
                    <a:pt x="6317804" y="1410959"/>
                  </a:lnTo>
                  <a:lnTo>
                    <a:pt x="6318619" y="1301397"/>
                  </a:lnTo>
                  <a:lnTo>
                    <a:pt x="6319434" y="1331886"/>
                  </a:lnTo>
                  <a:lnTo>
                    <a:pt x="6320248" y="1289319"/>
                  </a:lnTo>
                  <a:lnTo>
                    <a:pt x="6321063" y="1260731"/>
                  </a:lnTo>
                  <a:lnTo>
                    <a:pt x="6321878" y="1236992"/>
                  </a:lnTo>
                  <a:lnTo>
                    <a:pt x="6322693" y="1249906"/>
                  </a:lnTo>
                  <a:lnTo>
                    <a:pt x="6323507" y="1333959"/>
                  </a:lnTo>
                  <a:lnTo>
                    <a:pt x="6324322" y="1279163"/>
                  </a:lnTo>
                  <a:lnTo>
                    <a:pt x="6325137" y="1276266"/>
                  </a:lnTo>
                  <a:lnTo>
                    <a:pt x="6325952" y="1367613"/>
                  </a:lnTo>
                  <a:lnTo>
                    <a:pt x="6326767" y="1460608"/>
                  </a:lnTo>
                  <a:lnTo>
                    <a:pt x="6327581" y="1378698"/>
                  </a:lnTo>
                  <a:lnTo>
                    <a:pt x="6328396" y="1371106"/>
                  </a:lnTo>
                  <a:lnTo>
                    <a:pt x="6329211" y="1311311"/>
                  </a:lnTo>
                  <a:lnTo>
                    <a:pt x="6330026" y="1412733"/>
                  </a:lnTo>
                  <a:lnTo>
                    <a:pt x="6330840" y="1427234"/>
                  </a:lnTo>
                  <a:lnTo>
                    <a:pt x="6331655" y="1388786"/>
                  </a:lnTo>
                  <a:lnTo>
                    <a:pt x="6332470" y="1285635"/>
                  </a:lnTo>
                  <a:lnTo>
                    <a:pt x="6333285" y="1175777"/>
                  </a:lnTo>
                  <a:lnTo>
                    <a:pt x="6334100" y="1206659"/>
                  </a:lnTo>
                  <a:lnTo>
                    <a:pt x="6334914" y="1189229"/>
                  </a:lnTo>
                  <a:lnTo>
                    <a:pt x="6335729" y="1238946"/>
                  </a:lnTo>
                  <a:lnTo>
                    <a:pt x="6336544" y="1356844"/>
                  </a:lnTo>
                  <a:lnTo>
                    <a:pt x="6337359" y="1432490"/>
                  </a:lnTo>
                  <a:lnTo>
                    <a:pt x="6338174" y="1473766"/>
                  </a:lnTo>
                  <a:lnTo>
                    <a:pt x="6338988" y="1477935"/>
                  </a:lnTo>
                  <a:lnTo>
                    <a:pt x="6339803" y="1433606"/>
                  </a:lnTo>
                  <a:lnTo>
                    <a:pt x="6340618" y="1424802"/>
                  </a:lnTo>
                  <a:lnTo>
                    <a:pt x="6341433" y="1451934"/>
                  </a:lnTo>
                  <a:lnTo>
                    <a:pt x="6342247" y="1413488"/>
                  </a:lnTo>
                  <a:lnTo>
                    <a:pt x="6343062" y="1373975"/>
                  </a:lnTo>
                  <a:lnTo>
                    <a:pt x="6343877" y="1295879"/>
                  </a:lnTo>
                  <a:lnTo>
                    <a:pt x="6344692" y="1361182"/>
                  </a:lnTo>
                  <a:lnTo>
                    <a:pt x="6345507" y="1380586"/>
                  </a:lnTo>
                  <a:lnTo>
                    <a:pt x="6346321" y="1401782"/>
                  </a:lnTo>
                  <a:lnTo>
                    <a:pt x="6347136" y="1419477"/>
                  </a:lnTo>
                  <a:lnTo>
                    <a:pt x="6347951" y="1445848"/>
                  </a:lnTo>
                  <a:lnTo>
                    <a:pt x="6348766" y="1472756"/>
                  </a:lnTo>
                  <a:lnTo>
                    <a:pt x="6349580" y="1481875"/>
                  </a:lnTo>
                  <a:lnTo>
                    <a:pt x="6350395" y="1497306"/>
                  </a:lnTo>
                  <a:lnTo>
                    <a:pt x="6351210" y="1555045"/>
                  </a:lnTo>
                  <a:lnTo>
                    <a:pt x="6352025" y="1501963"/>
                  </a:lnTo>
                  <a:lnTo>
                    <a:pt x="6352840" y="1506761"/>
                  </a:lnTo>
                  <a:lnTo>
                    <a:pt x="6353654" y="1497724"/>
                  </a:lnTo>
                  <a:lnTo>
                    <a:pt x="6354469" y="1505720"/>
                  </a:lnTo>
                  <a:lnTo>
                    <a:pt x="6355284" y="1399155"/>
                  </a:lnTo>
                  <a:lnTo>
                    <a:pt x="6356099" y="1335169"/>
                  </a:lnTo>
                  <a:lnTo>
                    <a:pt x="6356913" y="1357553"/>
                  </a:lnTo>
                  <a:lnTo>
                    <a:pt x="6357728" y="1395197"/>
                  </a:lnTo>
                  <a:lnTo>
                    <a:pt x="6358543" y="1465225"/>
                  </a:lnTo>
                  <a:lnTo>
                    <a:pt x="6359358" y="1447436"/>
                  </a:lnTo>
                  <a:lnTo>
                    <a:pt x="6360173" y="1425793"/>
                  </a:lnTo>
                  <a:lnTo>
                    <a:pt x="6360987" y="1520624"/>
                  </a:lnTo>
                  <a:lnTo>
                    <a:pt x="6361802" y="1510944"/>
                  </a:lnTo>
                  <a:lnTo>
                    <a:pt x="6362617" y="1547049"/>
                  </a:lnTo>
                  <a:lnTo>
                    <a:pt x="6363432" y="1593045"/>
                  </a:lnTo>
                  <a:lnTo>
                    <a:pt x="6364246" y="1620086"/>
                  </a:lnTo>
                  <a:lnTo>
                    <a:pt x="6365061" y="1649614"/>
                  </a:lnTo>
                  <a:lnTo>
                    <a:pt x="6365876" y="1638645"/>
                  </a:lnTo>
                  <a:lnTo>
                    <a:pt x="6366691" y="1646660"/>
                  </a:lnTo>
                  <a:lnTo>
                    <a:pt x="6367506" y="1632501"/>
                  </a:lnTo>
                  <a:lnTo>
                    <a:pt x="6368320" y="1619814"/>
                  </a:lnTo>
                  <a:lnTo>
                    <a:pt x="6369135" y="1570770"/>
                  </a:lnTo>
                  <a:lnTo>
                    <a:pt x="6369950" y="1543276"/>
                  </a:lnTo>
                  <a:lnTo>
                    <a:pt x="6370765" y="1529069"/>
                  </a:lnTo>
                  <a:lnTo>
                    <a:pt x="6371579" y="1486365"/>
                  </a:lnTo>
                  <a:lnTo>
                    <a:pt x="6372394" y="1515355"/>
                  </a:lnTo>
                  <a:lnTo>
                    <a:pt x="6373209" y="1515215"/>
                  </a:lnTo>
                  <a:lnTo>
                    <a:pt x="6374024" y="1492824"/>
                  </a:lnTo>
                  <a:lnTo>
                    <a:pt x="6374839" y="1441345"/>
                  </a:lnTo>
                  <a:lnTo>
                    <a:pt x="6375653" y="1450994"/>
                  </a:lnTo>
                  <a:lnTo>
                    <a:pt x="6376468" y="1569104"/>
                  </a:lnTo>
                  <a:lnTo>
                    <a:pt x="6377283" y="1609542"/>
                  </a:lnTo>
                  <a:lnTo>
                    <a:pt x="6378098" y="1683873"/>
                  </a:lnTo>
                  <a:lnTo>
                    <a:pt x="6378913" y="1632535"/>
                  </a:lnTo>
                  <a:lnTo>
                    <a:pt x="6379727" y="1636012"/>
                  </a:lnTo>
                  <a:lnTo>
                    <a:pt x="6380542" y="1639507"/>
                  </a:lnTo>
                  <a:lnTo>
                    <a:pt x="6381357" y="1620726"/>
                  </a:lnTo>
                  <a:lnTo>
                    <a:pt x="6382172" y="1667545"/>
                  </a:lnTo>
                  <a:lnTo>
                    <a:pt x="6382986" y="1672132"/>
                  </a:lnTo>
                  <a:lnTo>
                    <a:pt x="6383801" y="1688981"/>
                  </a:lnTo>
                  <a:lnTo>
                    <a:pt x="6384616" y="1707964"/>
                  </a:lnTo>
                  <a:lnTo>
                    <a:pt x="6385431" y="1695133"/>
                  </a:lnTo>
                  <a:lnTo>
                    <a:pt x="6386246" y="1649382"/>
                  </a:lnTo>
                  <a:lnTo>
                    <a:pt x="6387060" y="1631693"/>
                  </a:lnTo>
                  <a:lnTo>
                    <a:pt x="6387875" y="1565329"/>
                  </a:lnTo>
                  <a:lnTo>
                    <a:pt x="6388690" y="1531224"/>
                  </a:lnTo>
                  <a:lnTo>
                    <a:pt x="6389505" y="1610687"/>
                  </a:lnTo>
                  <a:lnTo>
                    <a:pt x="6390319" y="1592744"/>
                  </a:lnTo>
                  <a:lnTo>
                    <a:pt x="6391134" y="1611468"/>
                  </a:lnTo>
                  <a:lnTo>
                    <a:pt x="6391949" y="1505379"/>
                  </a:lnTo>
                  <a:lnTo>
                    <a:pt x="6392764" y="1520154"/>
                  </a:lnTo>
                  <a:lnTo>
                    <a:pt x="6393579" y="1517486"/>
                  </a:lnTo>
                  <a:lnTo>
                    <a:pt x="6394393" y="1554362"/>
                  </a:lnTo>
                  <a:lnTo>
                    <a:pt x="6395208" y="1610752"/>
                  </a:lnTo>
                  <a:lnTo>
                    <a:pt x="6396023" y="1624362"/>
                  </a:lnTo>
                  <a:lnTo>
                    <a:pt x="6396838" y="1657128"/>
                  </a:lnTo>
                  <a:lnTo>
                    <a:pt x="6397652" y="1690734"/>
                  </a:lnTo>
                  <a:lnTo>
                    <a:pt x="6398467" y="1672783"/>
                  </a:lnTo>
                  <a:lnTo>
                    <a:pt x="6399282" y="1676577"/>
                  </a:lnTo>
                  <a:lnTo>
                    <a:pt x="6400097" y="1673437"/>
                  </a:lnTo>
                  <a:lnTo>
                    <a:pt x="6400912" y="1650870"/>
                  </a:lnTo>
                  <a:lnTo>
                    <a:pt x="6401726" y="1634266"/>
                  </a:lnTo>
                  <a:lnTo>
                    <a:pt x="6402541" y="1604778"/>
                  </a:lnTo>
                  <a:lnTo>
                    <a:pt x="6403356" y="1605649"/>
                  </a:lnTo>
                  <a:lnTo>
                    <a:pt x="6404171" y="1584049"/>
                  </a:lnTo>
                  <a:lnTo>
                    <a:pt x="6404985" y="1494462"/>
                  </a:lnTo>
                  <a:lnTo>
                    <a:pt x="6405800" y="1473334"/>
                  </a:lnTo>
                  <a:lnTo>
                    <a:pt x="6406615" y="1545021"/>
                  </a:lnTo>
                  <a:lnTo>
                    <a:pt x="6407430" y="1571889"/>
                  </a:lnTo>
                  <a:lnTo>
                    <a:pt x="6408245" y="1553607"/>
                  </a:lnTo>
                  <a:lnTo>
                    <a:pt x="6409059" y="1526614"/>
                  </a:lnTo>
                  <a:lnTo>
                    <a:pt x="6409874" y="1577553"/>
                  </a:lnTo>
                  <a:lnTo>
                    <a:pt x="6410689" y="1590321"/>
                  </a:lnTo>
                  <a:lnTo>
                    <a:pt x="6411504" y="1574917"/>
                  </a:lnTo>
                  <a:lnTo>
                    <a:pt x="6412318" y="1517143"/>
                  </a:lnTo>
                  <a:lnTo>
                    <a:pt x="6413133" y="1493273"/>
                  </a:lnTo>
                  <a:lnTo>
                    <a:pt x="6413948" y="1482948"/>
                  </a:lnTo>
                  <a:lnTo>
                    <a:pt x="6414763" y="1447761"/>
                  </a:lnTo>
                  <a:lnTo>
                    <a:pt x="6415578" y="1334558"/>
                  </a:lnTo>
                  <a:lnTo>
                    <a:pt x="6416392" y="1430640"/>
                  </a:lnTo>
                  <a:lnTo>
                    <a:pt x="6417207" y="1504642"/>
                  </a:lnTo>
                  <a:lnTo>
                    <a:pt x="6418022" y="1524972"/>
                  </a:lnTo>
                  <a:lnTo>
                    <a:pt x="6418837" y="1609661"/>
                  </a:lnTo>
                  <a:lnTo>
                    <a:pt x="6419652" y="1576391"/>
                  </a:lnTo>
                  <a:lnTo>
                    <a:pt x="6420466" y="1593660"/>
                  </a:lnTo>
                  <a:lnTo>
                    <a:pt x="6421281" y="1618210"/>
                  </a:lnTo>
                  <a:lnTo>
                    <a:pt x="6422096" y="1557427"/>
                  </a:lnTo>
                  <a:lnTo>
                    <a:pt x="6422911" y="1576556"/>
                  </a:lnTo>
                  <a:lnTo>
                    <a:pt x="6423725" y="1592554"/>
                  </a:lnTo>
                  <a:lnTo>
                    <a:pt x="6424540" y="1610212"/>
                  </a:lnTo>
                  <a:lnTo>
                    <a:pt x="6425355" y="1655412"/>
                  </a:lnTo>
                  <a:lnTo>
                    <a:pt x="6426170" y="1538516"/>
                  </a:lnTo>
                  <a:lnTo>
                    <a:pt x="6426985" y="1499947"/>
                  </a:lnTo>
                  <a:lnTo>
                    <a:pt x="6427799" y="1496189"/>
                  </a:lnTo>
                  <a:lnTo>
                    <a:pt x="6428614" y="1531907"/>
                  </a:lnTo>
                  <a:lnTo>
                    <a:pt x="6429429" y="1591049"/>
                  </a:lnTo>
                  <a:lnTo>
                    <a:pt x="6430244" y="1524030"/>
                  </a:lnTo>
                  <a:lnTo>
                    <a:pt x="6431058" y="1489240"/>
                  </a:lnTo>
                  <a:lnTo>
                    <a:pt x="6431873" y="1428445"/>
                  </a:lnTo>
                  <a:lnTo>
                    <a:pt x="6432688" y="1426216"/>
                  </a:lnTo>
                  <a:lnTo>
                    <a:pt x="6433503" y="1424543"/>
                  </a:lnTo>
                  <a:lnTo>
                    <a:pt x="6434318" y="1451138"/>
                  </a:lnTo>
                  <a:lnTo>
                    <a:pt x="6435132" y="1499733"/>
                  </a:lnTo>
                  <a:lnTo>
                    <a:pt x="6435947" y="1443396"/>
                  </a:lnTo>
                  <a:lnTo>
                    <a:pt x="6436762" y="1386400"/>
                  </a:lnTo>
                  <a:lnTo>
                    <a:pt x="6437577" y="1374705"/>
                  </a:lnTo>
                  <a:lnTo>
                    <a:pt x="6438391" y="1471068"/>
                  </a:lnTo>
                  <a:lnTo>
                    <a:pt x="6439206" y="1486841"/>
                  </a:lnTo>
                  <a:lnTo>
                    <a:pt x="6440021" y="1481241"/>
                  </a:lnTo>
                  <a:lnTo>
                    <a:pt x="6440836" y="1387756"/>
                  </a:lnTo>
                  <a:lnTo>
                    <a:pt x="6441651" y="1400164"/>
                  </a:lnTo>
                  <a:lnTo>
                    <a:pt x="6442465" y="1429650"/>
                  </a:lnTo>
                  <a:lnTo>
                    <a:pt x="6443280" y="1544102"/>
                  </a:lnTo>
                  <a:lnTo>
                    <a:pt x="6444095" y="1515917"/>
                  </a:lnTo>
                  <a:lnTo>
                    <a:pt x="6444910" y="1510911"/>
                  </a:lnTo>
                  <a:lnTo>
                    <a:pt x="6445724" y="1548645"/>
                  </a:lnTo>
                  <a:lnTo>
                    <a:pt x="6446539" y="1622832"/>
                  </a:lnTo>
                  <a:lnTo>
                    <a:pt x="6447354" y="1657253"/>
                  </a:lnTo>
                  <a:lnTo>
                    <a:pt x="6448169" y="1666259"/>
                  </a:lnTo>
                  <a:lnTo>
                    <a:pt x="6448984" y="1702005"/>
                  </a:lnTo>
                  <a:lnTo>
                    <a:pt x="6449798" y="1727750"/>
                  </a:lnTo>
                  <a:lnTo>
                    <a:pt x="6450613" y="1743148"/>
                  </a:lnTo>
                  <a:lnTo>
                    <a:pt x="6451428" y="1748303"/>
                  </a:lnTo>
                  <a:lnTo>
                    <a:pt x="6452243" y="1747679"/>
                  </a:lnTo>
                  <a:lnTo>
                    <a:pt x="6453058" y="1749449"/>
                  </a:lnTo>
                  <a:lnTo>
                    <a:pt x="6453872" y="1755006"/>
                  </a:lnTo>
                  <a:lnTo>
                    <a:pt x="6454687" y="1756701"/>
                  </a:lnTo>
                  <a:lnTo>
                    <a:pt x="6455502" y="1751315"/>
                  </a:lnTo>
                  <a:lnTo>
                    <a:pt x="6456317" y="1752284"/>
                  </a:lnTo>
                  <a:lnTo>
                    <a:pt x="6457131" y="1745742"/>
                  </a:lnTo>
                  <a:lnTo>
                    <a:pt x="6457946" y="1739974"/>
                  </a:lnTo>
                  <a:lnTo>
                    <a:pt x="6458761" y="1751709"/>
                  </a:lnTo>
                  <a:lnTo>
                    <a:pt x="6459576" y="1723230"/>
                  </a:lnTo>
                  <a:lnTo>
                    <a:pt x="6460391" y="1738659"/>
                  </a:lnTo>
                  <a:lnTo>
                    <a:pt x="6461205" y="1717610"/>
                  </a:lnTo>
                  <a:lnTo>
                    <a:pt x="6462020" y="1693611"/>
                  </a:lnTo>
                  <a:lnTo>
                    <a:pt x="6462835" y="1679840"/>
                  </a:lnTo>
                  <a:lnTo>
                    <a:pt x="6463650" y="1653317"/>
                  </a:lnTo>
                  <a:lnTo>
                    <a:pt x="6464464" y="1719388"/>
                  </a:lnTo>
                  <a:lnTo>
                    <a:pt x="6465279" y="1712034"/>
                  </a:lnTo>
                  <a:lnTo>
                    <a:pt x="6466094" y="1710262"/>
                  </a:lnTo>
                  <a:lnTo>
                    <a:pt x="6466909" y="1711845"/>
                  </a:lnTo>
                  <a:lnTo>
                    <a:pt x="6467724" y="1683988"/>
                  </a:lnTo>
                  <a:lnTo>
                    <a:pt x="6468538" y="1685618"/>
                  </a:lnTo>
                  <a:lnTo>
                    <a:pt x="6469353" y="1682104"/>
                  </a:lnTo>
                  <a:lnTo>
                    <a:pt x="6470168" y="1696900"/>
                  </a:lnTo>
                  <a:lnTo>
                    <a:pt x="6470983" y="1752033"/>
                  </a:lnTo>
                  <a:lnTo>
                    <a:pt x="6471797" y="1717703"/>
                  </a:lnTo>
                  <a:lnTo>
                    <a:pt x="6472612" y="1714930"/>
                  </a:lnTo>
                  <a:lnTo>
                    <a:pt x="6473427" y="1720172"/>
                  </a:lnTo>
                  <a:lnTo>
                    <a:pt x="6474242" y="1685983"/>
                  </a:lnTo>
                  <a:lnTo>
                    <a:pt x="6475057" y="1688628"/>
                  </a:lnTo>
                  <a:lnTo>
                    <a:pt x="6475871" y="1639765"/>
                  </a:lnTo>
                  <a:lnTo>
                    <a:pt x="6476686" y="1584499"/>
                  </a:lnTo>
                  <a:lnTo>
                    <a:pt x="6477501" y="1535585"/>
                  </a:lnTo>
                  <a:lnTo>
                    <a:pt x="6478316" y="1596122"/>
                  </a:lnTo>
                  <a:lnTo>
                    <a:pt x="6479130" y="1648692"/>
                  </a:lnTo>
                  <a:lnTo>
                    <a:pt x="6479945" y="1627930"/>
                  </a:lnTo>
                  <a:lnTo>
                    <a:pt x="6480760" y="1584384"/>
                  </a:lnTo>
                  <a:lnTo>
                    <a:pt x="6481575" y="1579753"/>
                  </a:lnTo>
                  <a:lnTo>
                    <a:pt x="6482390" y="1567676"/>
                  </a:lnTo>
                  <a:lnTo>
                    <a:pt x="6483204" y="1544071"/>
                  </a:lnTo>
                  <a:lnTo>
                    <a:pt x="6484019" y="1486588"/>
                  </a:lnTo>
                  <a:lnTo>
                    <a:pt x="6484834" y="1437525"/>
                  </a:lnTo>
                  <a:lnTo>
                    <a:pt x="6485649" y="1445204"/>
                  </a:lnTo>
                  <a:lnTo>
                    <a:pt x="6486463" y="1481503"/>
                  </a:lnTo>
                  <a:lnTo>
                    <a:pt x="6487278" y="1494279"/>
                  </a:lnTo>
                  <a:lnTo>
                    <a:pt x="6488093" y="1373407"/>
                  </a:lnTo>
                  <a:lnTo>
                    <a:pt x="6488908" y="1378658"/>
                  </a:lnTo>
                  <a:lnTo>
                    <a:pt x="6489723" y="1412528"/>
                  </a:lnTo>
                  <a:lnTo>
                    <a:pt x="6490537" y="1531280"/>
                  </a:lnTo>
                  <a:lnTo>
                    <a:pt x="6491352" y="1507010"/>
                  </a:lnTo>
                  <a:lnTo>
                    <a:pt x="6492167" y="1462587"/>
                  </a:lnTo>
                  <a:lnTo>
                    <a:pt x="6492982" y="1497102"/>
                  </a:lnTo>
                  <a:lnTo>
                    <a:pt x="6493797" y="1528838"/>
                  </a:lnTo>
                  <a:lnTo>
                    <a:pt x="6494611" y="1497360"/>
                  </a:lnTo>
                  <a:lnTo>
                    <a:pt x="6495426" y="1408734"/>
                  </a:lnTo>
                  <a:lnTo>
                    <a:pt x="6496241" y="1336714"/>
                  </a:lnTo>
                  <a:lnTo>
                    <a:pt x="6497056" y="1334148"/>
                  </a:lnTo>
                  <a:lnTo>
                    <a:pt x="6497870" y="1348166"/>
                  </a:lnTo>
                  <a:lnTo>
                    <a:pt x="6498685" y="1317937"/>
                  </a:lnTo>
                  <a:lnTo>
                    <a:pt x="6499500" y="1329905"/>
                  </a:lnTo>
                  <a:lnTo>
                    <a:pt x="6500315" y="1294716"/>
                  </a:lnTo>
                  <a:lnTo>
                    <a:pt x="6501130" y="1339701"/>
                  </a:lnTo>
                  <a:lnTo>
                    <a:pt x="6501944" y="1386836"/>
                  </a:lnTo>
                  <a:lnTo>
                    <a:pt x="6502759" y="1489179"/>
                  </a:lnTo>
                  <a:lnTo>
                    <a:pt x="6503574" y="1535692"/>
                  </a:lnTo>
                  <a:lnTo>
                    <a:pt x="6504389" y="1570589"/>
                  </a:lnTo>
                  <a:lnTo>
                    <a:pt x="6505203" y="1620976"/>
                  </a:lnTo>
                  <a:lnTo>
                    <a:pt x="6506018" y="1644187"/>
                  </a:lnTo>
                  <a:lnTo>
                    <a:pt x="6506833" y="1651835"/>
                  </a:lnTo>
                  <a:lnTo>
                    <a:pt x="6507648" y="1673144"/>
                  </a:lnTo>
                  <a:lnTo>
                    <a:pt x="6508463" y="1639393"/>
                  </a:lnTo>
                  <a:lnTo>
                    <a:pt x="6509277" y="1653008"/>
                  </a:lnTo>
                  <a:lnTo>
                    <a:pt x="6510092" y="1599388"/>
                  </a:lnTo>
                  <a:lnTo>
                    <a:pt x="6510907" y="1660309"/>
                  </a:lnTo>
                  <a:lnTo>
                    <a:pt x="6511722" y="1693613"/>
                  </a:lnTo>
                  <a:lnTo>
                    <a:pt x="6512536" y="1671314"/>
                  </a:lnTo>
                  <a:lnTo>
                    <a:pt x="6513351" y="1664318"/>
                  </a:lnTo>
                  <a:lnTo>
                    <a:pt x="6514166" y="1689760"/>
                  </a:lnTo>
                  <a:lnTo>
                    <a:pt x="6514981" y="1677573"/>
                  </a:lnTo>
                  <a:lnTo>
                    <a:pt x="6515796" y="1673740"/>
                  </a:lnTo>
                  <a:lnTo>
                    <a:pt x="6516610" y="1667385"/>
                  </a:lnTo>
                  <a:lnTo>
                    <a:pt x="6517425" y="1682388"/>
                  </a:lnTo>
                  <a:lnTo>
                    <a:pt x="6518240" y="1671488"/>
                  </a:lnTo>
                  <a:lnTo>
                    <a:pt x="6519055" y="1665635"/>
                  </a:lnTo>
                  <a:lnTo>
                    <a:pt x="6519869" y="1639036"/>
                  </a:lnTo>
                  <a:lnTo>
                    <a:pt x="6520684" y="1588372"/>
                  </a:lnTo>
                  <a:lnTo>
                    <a:pt x="6521499" y="1565379"/>
                  </a:lnTo>
                  <a:lnTo>
                    <a:pt x="6522314" y="1507329"/>
                  </a:lnTo>
                  <a:lnTo>
                    <a:pt x="6523129" y="1512581"/>
                  </a:lnTo>
                  <a:lnTo>
                    <a:pt x="6523943" y="1621150"/>
                  </a:lnTo>
                  <a:lnTo>
                    <a:pt x="6524758" y="1668995"/>
                  </a:lnTo>
                  <a:lnTo>
                    <a:pt x="6525573" y="1649693"/>
                  </a:lnTo>
                  <a:lnTo>
                    <a:pt x="6526388" y="1670691"/>
                  </a:lnTo>
                  <a:lnTo>
                    <a:pt x="6527202" y="1672895"/>
                  </a:lnTo>
                  <a:lnTo>
                    <a:pt x="6528017" y="1660464"/>
                  </a:lnTo>
                  <a:lnTo>
                    <a:pt x="6528832" y="1652873"/>
                  </a:lnTo>
                  <a:lnTo>
                    <a:pt x="6529647" y="1647426"/>
                  </a:lnTo>
                  <a:lnTo>
                    <a:pt x="6530462" y="1556163"/>
                  </a:lnTo>
                  <a:lnTo>
                    <a:pt x="6531276" y="1529560"/>
                  </a:lnTo>
                  <a:lnTo>
                    <a:pt x="6532091" y="1497580"/>
                  </a:lnTo>
                  <a:lnTo>
                    <a:pt x="6532906" y="1480463"/>
                  </a:lnTo>
                  <a:lnTo>
                    <a:pt x="6533721" y="1517729"/>
                  </a:lnTo>
                  <a:lnTo>
                    <a:pt x="6534536" y="1475482"/>
                  </a:lnTo>
                  <a:lnTo>
                    <a:pt x="6535350" y="1511806"/>
                  </a:lnTo>
                  <a:lnTo>
                    <a:pt x="6536165" y="1468203"/>
                  </a:lnTo>
                  <a:lnTo>
                    <a:pt x="6536980" y="1510503"/>
                  </a:lnTo>
                  <a:lnTo>
                    <a:pt x="6537795" y="1544460"/>
                  </a:lnTo>
                  <a:lnTo>
                    <a:pt x="6538609" y="1529343"/>
                  </a:lnTo>
                  <a:lnTo>
                    <a:pt x="6539424" y="1500943"/>
                  </a:lnTo>
                  <a:lnTo>
                    <a:pt x="6540239" y="1526247"/>
                  </a:lnTo>
                  <a:lnTo>
                    <a:pt x="6541054" y="1558794"/>
                  </a:lnTo>
                  <a:lnTo>
                    <a:pt x="6541869" y="1577973"/>
                  </a:lnTo>
                  <a:lnTo>
                    <a:pt x="6542683" y="1601426"/>
                  </a:lnTo>
                  <a:lnTo>
                    <a:pt x="6543498" y="1626334"/>
                  </a:lnTo>
                  <a:lnTo>
                    <a:pt x="6544313" y="1632424"/>
                  </a:lnTo>
                  <a:lnTo>
                    <a:pt x="6545128" y="1592944"/>
                  </a:lnTo>
                  <a:lnTo>
                    <a:pt x="6545942" y="1577016"/>
                  </a:lnTo>
                  <a:lnTo>
                    <a:pt x="6546757" y="1625850"/>
                  </a:lnTo>
                  <a:lnTo>
                    <a:pt x="6547572" y="1656351"/>
                  </a:lnTo>
                  <a:lnTo>
                    <a:pt x="6548387" y="1660407"/>
                  </a:lnTo>
                  <a:lnTo>
                    <a:pt x="6549202" y="1625073"/>
                  </a:lnTo>
                  <a:lnTo>
                    <a:pt x="6550016" y="1634906"/>
                  </a:lnTo>
                  <a:lnTo>
                    <a:pt x="6550831" y="1635443"/>
                  </a:lnTo>
                  <a:lnTo>
                    <a:pt x="6551646" y="1645635"/>
                  </a:lnTo>
                  <a:lnTo>
                    <a:pt x="6552461" y="1625637"/>
                  </a:lnTo>
                  <a:lnTo>
                    <a:pt x="6553275" y="1615999"/>
                  </a:lnTo>
                  <a:lnTo>
                    <a:pt x="6554090" y="1626657"/>
                  </a:lnTo>
                  <a:lnTo>
                    <a:pt x="6554905" y="1615192"/>
                  </a:lnTo>
                  <a:lnTo>
                    <a:pt x="6555720" y="1621784"/>
                  </a:lnTo>
                  <a:lnTo>
                    <a:pt x="6556535" y="1591957"/>
                  </a:lnTo>
                  <a:lnTo>
                    <a:pt x="6557349" y="1586236"/>
                  </a:lnTo>
                  <a:lnTo>
                    <a:pt x="6558164" y="1603137"/>
                  </a:lnTo>
                  <a:lnTo>
                    <a:pt x="6558979" y="1600875"/>
                  </a:lnTo>
                  <a:lnTo>
                    <a:pt x="6559794" y="1614864"/>
                  </a:lnTo>
                  <a:lnTo>
                    <a:pt x="6560608" y="1608631"/>
                  </a:lnTo>
                  <a:lnTo>
                    <a:pt x="6561423" y="1598735"/>
                  </a:lnTo>
                  <a:lnTo>
                    <a:pt x="6562238" y="1595520"/>
                  </a:lnTo>
                  <a:lnTo>
                    <a:pt x="6563053" y="1575232"/>
                  </a:lnTo>
                  <a:lnTo>
                    <a:pt x="6563868" y="1554080"/>
                  </a:lnTo>
                  <a:lnTo>
                    <a:pt x="6564682" y="1542433"/>
                  </a:lnTo>
                  <a:lnTo>
                    <a:pt x="6565497" y="1528314"/>
                  </a:lnTo>
                  <a:lnTo>
                    <a:pt x="6566312" y="1535777"/>
                  </a:lnTo>
                  <a:lnTo>
                    <a:pt x="6567127" y="1539545"/>
                  </a:lnTo>
                  <a:lnTo>
                    <a:pt x="6567941" y="1542253"/>
                  </a:lnTo>
                  <a:lnTo>
                    <a:pt x="6568756" y="1526372"/>
                  </a:lnTo>
                  <a:lnTo>
                    <a:pt x="6569571" y="1513358"/>
                  </a:lnTo>
                  <a:lnTo>
                    <a:pt x="6570386" y="1479755"/>
                  </a:lnTo>
                  <a:lnTo>
                    <a:pt x="6571201" y="1479775"/>
                  </a:lnTo>
                  <a:lnTo>
                    <a:pt x="6572015" y="1455280"/>
                  </a:lnTo>
                  <a:lnTo>
                    <a:pt x="6572830" y="1442148"/>
                  </a:lnTo>
                  <a:lnTo>
                    <a:pt x="6573645" y="1446529"/>
                  </a:lnTo>
                  <a:lnTo>
                    <a:pt x="6574460" y="1506657"/>
                  </a:lnTo>
                  <a:lnTo>
                    <a:pt x="6575275" y="1523882"/>
                  </a:lnTo>
                  <a:lnTo>
                    <a:pt x="6576089" y="1513163"/>
                  </a:lnTo>
                  <a:lnTo>
                    <a:pt x="6576904" y="1509378"/>
                  </a:lnTo>
                  <a:lnTo>
                    <a:pt x="6577719" y="1508627"/>
                  </a:lnTo>
                  <a:lnTo>
                    <a:pt x="6578534" y="1529260"/>
                  </a:lnTo>
                  <a:lnTo>
                    <a:pt x="6579348" y="1519795"/>
                  </a:lnTo>
                  <a:lnTo>
                    <a:pt x="6580163" y="1483012"/>
                  </a:lnTo>
                  <a:lnTo>
                    <a:pt x="6580978" y="1481257"/>
                  </a:lnTo>
                  <a:lnTo>
                    <a:pt x="6581793" y="1474047"/>
                  </a:lnTo>
                  <a:lnTo>
                    <a:pt x="6582608" y="1535109"/>
                  </a:lnTo>
                  <a:lnTo>
                    <a:pt x="6583422" y="1501579"/>
                  </a:lnTo>
                  <a:lnTo>
                    <a:pt x="6584237" y="1484617"/>
                  </a:lnTo>
                  <a:lnTo>
                    <a:pt x="6585052" y="1514433"/>
                  </a:lnTo>
                  <a:lnTo>
                    <a:pt x="6585867" y="1532771"/>
                  </a:lnTo>
                  <a:lnTo>
                    <a:pt x="6586681" y="1497312"/>
                  </a:lnTo>
                  <a:lnTo>
                    <a:pt x="6587496" y="1453992"/>
                  </a:lnTo>
                  <a:lnTo>
                    <a:pt x="6588311" y="1491528"/>
                  </a:lnTo>
                  <a:lnTo>
                    <a:pt x="6589126" y="1490861"/>
                  </a:lnTo>
                  <a:lnTo>
                    <a:pt x="6589941" y="1488579"/>
                  </a:lnTo>
                  <a:lnTo>
                    <a:pt x="6590755" y="1473587"/>
                  </a:lnTo>
                  <a:lnTo>
                    <a:pt x="6591570" y="1475450"/>
                  </a:lnTo>
                  <a:lnTo>
                    <a:pt x="6592385" y="1511966"/>
                  </a:lnTo>
                  <a:lnTo>
                    <a:pt x="6593200" y="1478898"/>
                  </a:lnTo>
                  <a:lnTo>
                    <a:pt x="6594014" y="1498462"/>
                  </a:lnTo>
                  <a:lnTo>
                    <a:pt x="6594829" y="1458405"/>
                  </a:lnTo>
                  <a:lnTo>
                    <a:pt x="6595644" y="1439163"/>
                  </a:lnTo>
                  <a:lnTo>
                    <a:pt x="6596459" y="1454106"/>
                  </a:lnTo>
                  <a:lnTo>
                    <a:pt x="6597274" y="1452895"/>
                  </a:lnTo>
                  <a:lnTo>
                    <a:pt x="6598088" y="1499617"/>
                  </a:lnTo>
                  <a:lnTo>
                    <a:pt x="6598903" y="1491819"/>
                  </a:lnTo>
                  <a:lnTo>
                    <a:pt x="6599718" y="1537204"/>
                  </a:lnTo>
                  <a:lnTo>
                    <a:pt x="6600533" y="1600289"/>
                  </a:lnTo>
                  <a:lnTo>
                    <a:pt x="6601347" y="1558018"/>
                  </a:lnTo>
                  <a:lnTo>
                    <a:pt x="6602162" y="1598699"/>
                  </a:lnTo>
                  <a:lnTo>
                    <a:pt x="6602977" y="1601285"/>
                  </a:lnTo>
                  <a:lnTo>
                    <a:pt x="6603792" y="1603928"/>
                  </a:lnTo>
                  <a:lnTo>
                    <a:pt x="6604607" y="1583465"/>
                  </a:lnTo>
                  <a:lnTo>
                    <a:pt x="6605421" y="1567260"/>
                  </a:lnTo>
                  <a:lnTo>
                    <a:pt x="6606236" y="1569409"/>
                  </a:lnTo>
                  <a:lnTo>
                    <a:pt x="6607051" y="1534476"/>
                  </a:lnTo>
                  <a:lnTo>
                    <a:pt x="6607866" y="1546117"/>
                  </a:lnTo>
                  <a:lnTo>
                    <a:pt x="6608680" y="1575075"/>
                  </a:lnTo>
                  <a:lnTo>
                    <a:pt x="6609495" y="1603286"/>
                  </a:lnTo>
                  <a:lnTo>
                    <a:pt x="6610310" y="1562500"/>
                  </a:lnTo>
                  <a:lnTo>
                    <a:pt x="6611125" y="1561327"/>
                  </a:lnTo>
                  <a:lnTo>
                    <a:pt x="6611940" y="1608440"/>
                  </a:lnTo>
                  <a:lnTo>
                    <a:pt x="6612754" y="1641731"/>
                  </a:lnTo>
                  <a:lnTo>
                    <a:pt x="6613569" y="1660021"/>
                  </a:lnTo>
                  <a:lnTo>
                    <a:pt x="6614384" y="1690004"/>
                  </a:lnTo>
                  <a:lnTo>
                    <a:pt x="6615199" y="1705273"/>
                  </a:lnTo>
                  <a:lnTo>
                    <a:pt x="6616014" y="1708855"/>
                  </a:lnTo>
                  <a:lnTo>
                    <a:pt x="6616828" y="1710110"/>
                  </a:lnTo>
                  <a:lnTo>
                    <a:pt x="6617643" y="1684827"/>
                  </a:lnTo>
                  <a:lnTo>
                    <a:pt x="6618458" y="1684905"/>
                  </a:lnTo>
                  <a:lnTo>
                    <a:pt x="6619273" y="1666498"/>
                  </a:lnTo>
                  <a:lnTo>
                    <a:pt x="6620087" y="1641525"/>
                  </a:lnTo>
                  <a:lnTo>
                    <a:pt x="6620902" y="1674575"/>
                  </a:lnTo>
                  <a:lnTo>
                    <a:pt x="6621717" y="1677090"/>
                  </a:lnTo>
                  <a:lnTo>
                    <a:pt x="6622532" y="1685291"/>
                  </a:lnTo>
                  <a:lnTo>
                    <a:pt x="6623347" y="1648962"/>
                  </a:lnTo>
                  <a:lnTo>
                    <a:pt x="6624161" y="1733208"/>
                  </a:lnTo>
                  <a:lnTo>
                    <a:pt x="6624976" y="1756701"/>
                  </a:lnTo>
                  <a:lnTo>
                    <a:pt x="6625791" y="1756701"/>
                  </a:lnTo>
                  <a:lnTo>
                    <a:pt x="6626606" y="1737095"/>
                  </a:lnTo>
                  <a:lnTo>
                    <a:pt x="6627420" y="1756701"/>
                  </a:lnTo>
                  <a:lnTo>
                    <a:pt x="6628235" y="1756701"/>
                  </a:lnTo>
                  <a:lnTo>
                    <a:pt x="6629050" y="1756701"/>
                  </a:lnTo>
                  <a:lnTo>
                    <a:pt x="6629865" y="1716337"/>
                  </a:lnTo>
                  <a:lnTo>
                    <a:pt x="6630680" y="1668288"/>
                  </a:lnTo>
                  <a:lnTo>
                    <a:pt x="6631494" y="1592845"/>
                  </a:lnTo>
                  <a:lnTo>
                    <a:pt x="6632309" y="1602481"/>
                  </a:lnTo>
                  <a:lnTo>
                    <a:pt x="6633124" y="1602075"/>
                  </a:lnTo>
                  <a:lnTo>
                    <a:pt x="6633939" y="1582215"/>
                  </a:lnTo>
                  <a:lnTo>
                    <a:pt x="6634753" y="1566484"/>
                  </a:lnTo>
                  <a:lnTo>
                    <a:pt x="6635568" y="1548543"/>
                  </a:lnTo>
                  <a:lnTo>
                    <a:pt x="6636383" y="1593381"/>
                  </a:lnTo>
                  <a:lnTo>
                    <a:pt x="6637198" y="1567941"/>
                  </a:lnTo>
                  <a:lnTo>
                    <a:pt x="6638013" y="1545469"/>
                  </a:lnTo>
                  <a:lnTo>
                    <a:pt x="6638827" y="1459229"/>
                  </a:lnTo>
                  <a:lnTo>
                    <a:pt x="6639642" y="1423524"/>
                  </a:lnTo>
                  <a:lnTo>
                    <a:pt x="6640457" y="1438608"/>
                  </a:lnTo>
                  <a:lnTo>
                    <a:pt x="6641272" y="1434233"/>
                  </a:lnTo>
                  <a:lnTo>
                    <a:pt x="6642086" y="1417209"/>
                  </a:lnTo>
                  <a:lnTo>
                    <a:pt x="6642901" y="1428456"/>
                  </a:lnTo>
                  <a:lnTo>
                    <a:pt x="6643716" y="1429930"/>
                  </a:lnTo>
                  <a:lnTo>
                    <a:pt x="6644531" y="1467956"/>
                  </a:lnTo>
                  <a:lnTo>
                    <a:pt x="6645346" y="1468969"/>
                  </a:lnTo>
                  <a:lnTo>
                    <a:pt x="6646160" y="1477844"/>
                  </a:lnTo>
                  <a:lnTo>
                    <a:pt x="6646975" y="1440120"/>
                  </a:lnTo>
                  <a:lnTo>
                    <a:pt x="6647790" y="1515835"/>
                  </a:lnTo>
                  <a:lnTo>
                    <a:pt x="6648605" y="1530279"/>
                  </a:lnTo>
                  <a:lnTo>
                    <a:pt x="6649419" y="1537310"/>
                  </a:lnTo>
                  <a:lnTo>
                    <a:pt x="6650234" y="1545682"/>
                  </a:lnTo>
                  <a:lnTo>
                    <a:pt x="6651049" y="1525373"/>
                  </a:lnTo>
                  <a:lnTo>
                    <a:pt x="6651864" y="1559717"/>
                  </a:lnTo>
                  <a:lnTo>
                    <a:pt x="6652679" y="1538806"/>
                  </a:lnTo>
                  <a:lnTo>
                    <a:pt x="6653493" y="1517674"/>
                  </a:lnTo>
                  <a:lnTo>
                    <a:pt x="6654308" y="1508878"/>
                  </a:lnTo>
                  <a:lnTo>
                    <a:pt x="6655123" y="1508676"/>
                  </a:lnTo>
                  <a:lnTo>
                    <a:pt x="6655938" y="1539274"/>
                  </a:lnTo>
                  <a:lnTo>
                    <a:pt x="6656753" y="1545701"/>
                  </a:lnTo>
                  <a:lnTo>
                    <a:pt x="6657567" y="1532228"/>
                  </a:lnTo>
                  <a:lnTo>
                    <a:pt x="6658382" y="1548240"/>
                  </a:lnTo>
                  <a:lnTo>
                    <a:pt x="6659197" y="1626924"/>
                  </a:lnTo>
                  <a:lnTo>
                    <a:pt x="6660012" y="1635539"/>
                  </a:lnTo>
                  <a:lnTo>
                    <a:pt x="6660826" y="1637290"/>
                  </a:lnTo>
                  <a:lnTo>
                    <a:pt x="6661641" y="1636406"/>
                  </a:lnTo>
                  <a:lnTo>
                    <a:pt x="6662456" y="1643453"/>
                  </a:lnTo>
                  <a:lnTo>
                    <a:pt x="6663271" y="1634244"/>
                  </a:lnTo>
                  <a:lnTo>
                    <a:pt x="6664086" y="1601444"/>
                  </a:lnTo>
                  <a:lnTo>
                    <a:pt x="6664900" y="1549103"/>
                  </a:lnTo>
                  <a:lnTo>
                    <a:pt x="6665715" y="1484670"/>
                  </a:lnTo>
                  <a:lnTo>
                    <a:pt x="6666530" y="1490843"/>
                  </a:lnTo>
                  <a:lnTo>
                    <a:pt x="6667345" y="1525324"/>
                  </a:lnTo>
                  <a:lnTo>
                    <a:pt x="6668159" y="1519396"/>
                  </a:lnTo>
                  <a:lnTo>
                    <a:pt x="6668974" y="1481947"/>
                  </a:lnTo>
                  <a:lnTo>
                    <a:pt x="6669789" y="1498457"/>
                  </a:lnTo>
                  <a:lnTo>
                    <a:pt x="6670604" y="1522575"/>
                  </a:lnTo>
                  <a:lnTo>
                    <a:pt x="6671419" y="1549742"/>
                  </a:lnTo>
                  <a:lnTo>
                    <a:pt x="6672233" y="1522444"/>
                  </a:lnTo>
                  <a:lnTo>
                    <a:pt x="6673048" y="1500000"/>
                  </a:lnTo>
                  <a:lnTo>
                    <a:pt x="6673863" y="1547103"/>
                  </a:lnTo>
                  <a:lnTo>
                    <a:pt x="6674678" y="1576557"/>
                  </a:lnTo>
                  <a:lnTo>
                    <a:pt x="6675492" y="1610562"/>
                  </a:lnTo>
                  <a:lnTo>
                    <a:pt x="6676307" y="1632512"/>
                  </a:lnTo>
                  <a:lnTo>
                    <a:pt x="6677122" y="1647557"/>
                  </a:lnTo>
                  <a:lnTo>
                    <a:pt x="6677937" y="1726906"/>
                  </a:lnTo>
                  <a:lnTo>
                    <a:pt x="6678752" y="1728150"/>
                  </a:lnTo>
                  <a:lnTo>
                    <a:pt x="6679566" y="1696414"/>
                  </a:lnTo>
                  <a:lnTo>
                    <a:pt x="6680381" y="1727692"/>
                  </a:lnTo>
                  <a:lnTo>
                    <a:pt x="6681196" y="1722953"/>
                  </a:lnTo>
                  <a:lnTo>
                    <a:pt x="6682011" y="1727869"/>
                  </a:lnTo>
                  <a:lnTo>
                    <a:pt x="6682825" y="1731785"/>
                  </a:lnTo>
                  <a:lnTo>
                    <a:pt x="6683640" y="1719491"/>
                  </a:lnTo>
                  <a:lnTo>
                    <a:pt x="6684455" y="1697176"/>
                  </a:lnTo>
                  <a:lnTo>
                    <a:pt x="6685270" y="1672695"/>
                  </a:lnTo>
                  <a:lnTo>
                    <a:pt x="6686085" y="1653882"/>
                  </a:lnTo>
                  <a:lnTo>
                    <a:pt x="6686899" y="1634704"/>
                  </a:lnTo>
                  <a:lnTo>
                    <a:pt x="6687714" y="1623113"/>
                  </a:lnTo>
                  <a:lnTo>
                    <a:pt x="6688529" y="1619335"/>
                  </a:lnTo>
                  <a:lnTo>
                    <a:pt x="6689344" y="1604516"/>
                  </a:lnTo>
                  <a:lnTo>
                    <a:pt x="6690158" y="1629675"/>
                  </a:lnTo>
                  <a:lnTo>
                    <a:pt x="6690973" y="1635796"/>
                  </a:lnTo>
                  <a:lnTo>
                    <a:pt x="6691788" y="1595053"/>
                  </a:lnTo>
                  <a:lnTo>
                    <a:pt x="6692603" y="1606947"/>
                  </a:lnTo>
                  <a:lnTo>
                    <a:pt x="6693418" y="1667028"/>
                  </a:lnTo>
                  <a:lnTo>
                    <a:pt x="6694232" y="1694251"/>
                  </a:lnTo>
                  <a:lnTo>
                    <a:pt x="6695047" y="1667394"/>
                  </a:lnTo>
                  <a:lnTo>
                    <a:pt x="6695862" y="1685249"/>
                  </a:lnTo>
                  <a:lnTo>
                    <a:pt x="6696677" y="1714247"/>
                  </a:lnTo>
                  <a:lnTo>
                    <a:pt x="6697492" y="1700584"/>
                  </a:lnTo>
                  <a:lnTo>
                    <a:pt x="6698306" y="1677650"/>
                  </a:lnTo>
                  <a:lnTo>
                    <a:pt x="6699121" y="1643928"/>
                  </a:lnTo>
                  <a:lnTo>
                    <a:pt x="6699936" y="1655976"/>
                  </a:lnTo>
                  <a:lnTo>
                    <a:pt x="6700751" y="1691722"/>
                  </a:lnTo>
                  <a:lnTo>
                    <a:pt x="6701565" y="1670220"/>
                  </a:lnTo>
                  <a:lnTo>
                    <a:pt x="6702380" y="1651665"/>
                  </a:lnTo>
                  <a:lnTo>
                    <a:pt x="6703195" y="1636346"/>
                  </a:lnTo>
                  <a:lnTo>
                    <a:pt x="6704010" y="1652505"/>
                  </a:lnTo>
                  <a:lnTo>
                    <a:pt x="6704825" y="1663854"/>
                  </a:lnTo>
                  <a:lnTo>
                    <a:pt x="6705639" y="1638061"/>
                  </a:lnTo>
                  <a:lnTo>
                    <a:pt x="6706454" y="1623258"/>
                  </a:lnTo>
                  <a:lnTo>
                    <a:pt x="6707269" y="1605878"/>
                  </a:lnTo>
                  <a:lnTo>
                    <a:pt x="6708084" y="1615791"/>
                  </a:lnTo>
                  <a:lnTo>
                    <a:pt x="6708898" y="1587338"/>
                  </a:lnTo>
                  <a:lnTo>
                    <a:pt x="6709713" y="1539312"/>
                  </a:lnTo>
                  <a:lnTo>
                    <a:pt x="6710528" y="1531136"/>
                  </a:lnTo>
                  <a:lnTo>
                    <a:pt x="6711343" y="1548789"/>
                  </a:lnTo>
                  <a:lnTo>
                    <a:pt x="6712158" y="1577260"/>
                  </a:lnTo>
                  <a:lnTo>
                    <a:pt x="6712972" y="1577631"/>
                  </a:lnTo>
                  <a:lnTo>
                    <a:pt x="6713787" y="1625466"/>
                  </a:lnTo>
                  <a:lnTo>
                    <a:pt x="6714602" y="1648853"/>
                  </a:lnTo>
                  <a:lnTo>
                    <a:pt x="6715417" y="1641009"/>
                  </a:lnTo>
                  <a:lnTo>
                    <a:pt x="6716231" y="1677428"/>
                  </a:lnTo>
                  <a:lnTo>
                    <a:pt x="6717046" y="1666255"/>
                  </a:lnTo>
                  <a:lnTo>
                    <a:pt x="6717861" y="1667659"/>
                  </a:lnTo>
                  <a:lnTo>
                    <a:pt x="6718676" y="1644450"/>
                  </a:lnTo>
                  <a:lnTo>
                    <a:pt x="6719491" y="1628573"/>
                  </a:lnTo>
                  <a:lnTo>
                    <a:pt x="6720305" y="1646324"/>
                  </a:lnTo>
                  <a:lnTo>
                    <a:pt x="6721120" y="1658718"/>
                  </a:lnTo>
                  <a:lnTo>
                    <a:pt x="6721935" y="1643540"/>
                  </a:lnTo>
                  <a:lnTo>
                    <a:pt x="6722750" y="1623727"/>
                  </a:lnTo>
                  <a:lnTo>
                    <a:pt x="6723564" y="1661620"/>
                  </a:lnTo>
                  <a:lnTo>
                    <a:pt x="6724379" y="1649346"/>
                  </a:lnTo>
                  <a:lnTo>
                    <a:pt x="6725194" y="1697548"/>
                  </a:lnTo>
                  <a:lnTo>
                    <a:pt x="6726009" y="1689083"/>
                  </a:lnTo>
                  <a:lnTo>
                    <a:pt x="6726824" y="1678754"/>
                  </a:lnTo>
                  <a:lnTo>
                    <a:pt x="6727638" y="1687269"/>
                  </a:lnTo>
                  <a:lnTo>
                    <a:pt x="6728453" y="1681384"/>
                  </a:lnTo>
                  <a:lnTo>
                    <a:pt x="6729268" y="1695172"/>
                  </a:lnTo>
                  <a:lnTo>
                    <a:pt x="6730083" y="1696703"/>
                  </a:lnTo>
                  <a:lnTo>
                    <a:pt x="6730897" y="1685286"/>
                  </a:lnTo>
                  <a:lnTo>
                    <a:pt x="6731712" y="1674580"/>
                  </a:lnTo>
                  <a:lnTo>
                    <a:pt x="6732527" y="1685625"/>
                  </a:lnTo>
                  <a:lnTo>
                    <a:pt x="6733342" y="1689753"/>
                  </a:lnTo>
                  <a:lnTo>
                    <a:pt x="6734157" y="1699322"/>
                  </a:lnTo>
                  <a:lnTo>
                    <a:pt x="6734971" y="1687196"/>
                  </a:lnTo>
                  <a:lnTo>
                    <a:pt x="6735786" y="1689635"/>
                  </a:lnTo>
                  <a:lnTo>
                    <a:pt x="6736601" y="1686903"/>
                  </a:lnTo>
                  <a:lnTo>
                    <a:pt x="6737416" y="1686159"/>
                  </a:lnTo>
                  <a:lnTo>
                    <a:pt x="6738231" y="1714404"/>
                  </a:lnTo>
                  <a:lnTo>
                    <a:pt x="6739045" y="1709397"/>
                  </a:lnTo>
                  <a:lnTo>
                    <a:pt x="6739860" y="1700768"/>
                  </a:lnTo>
                  <a:lnTo>
                    <a:pt x="6740675" y="1687408"/>
                  </a:lnTo>
                  <a:lnTo>
                    <a:pt x="6741490" y="1684798"/>
                  </a:lnTo>
                  <a:lnTo>
                    <a:pt x="6742304" y="1687652"/>
                  </a:lnTo>
                  <a:lnTo>
                    <a:pt x="6743119" y="1679108"/>
                  </a:lnTo>
                  <a:lnTo>
                    <a:pt x="6743934" y="1695293"/>
                  </a:lnTo>
                  <a:lnTo>
                    <a:pt x="6744749" y="1713201"/>
                  </a:lnTo>
                  <a:lnTo>
                    <a:pt x="6745564" y="1709931"/>
                  </a:lnTo>
                  <a:lnTo>
                    <a:pt x="6746378" y="1709128"/>
                  </a:lnTo>
                  <a:lnTo>
                    <a:pt x="6747193" y="1743830"/>
                  </a:lnTo>
                  <a:lnTo>
                    <a:pt x="6748008" y="1756701"/>
                  </a:lnTo>
                  <a:lnTo>
                    <a:pt x="6748823" y="1753639"/>
                  </a:lnTo>
                  <a:lnTo>
                    <a:pt x="6749637" y="1735183"/>
                  </a:lnTo>
                  <a:lnTo>
                    <a:pt x="6750452" y="1727738"/>
                  </a:lnTo>
                  <a:lnTo>
                    <a:pt x="6751267" y="1701306"/>
                  </a:lnTo>
                  <a:lnTo>
                    <a:pt x="6752082" y="1691110"/>
                  </a:lnTo>
                  <a:lnTo>
                    <a:pt x="6752897" y="1686254"/>
                  </a:lnTo>
                  <a:lnTo>
                    <a:pt x="6753711" y="1682583"/>
                  </a:lnTo>
                  <a:lnTo>
                    <a:pt x="6754526" y="1668929"/>
                  </a:lnTo>
                  <a:lnTo>
                    <a:pt x="6755341" y="1612735"/>
                  </a:lnTo>
                  <a:lnTo>
                    <a:pt x="6756156" y="1588354"/>
                  </a:lnTo>
                  <a:lnTo>
                    <a:pt x="6756970" y="1643646"/>
                  </a:lnTo>
                  <a:lnTo>
                    <a:pt x="6757785" y="1670547"/>
                  </a:lnTo>
                  <a:lnTo>
                    <a:pt x="6758600" y="1705102"/>
                  </a:lnTo>
                  <a:lnTo>
                    <a:pt x="6759415" y="1707491"/>
                  </a:lnTo>
                  <a:lnTo>
                    <a:pt x="6760230" y="1723806"/>
                  </a:lnTo>
                  <a:lnTo>
                    <a:pt x="6761044" y="1740418"/>
                  </a:lnTo>
                  <a:lnTo>
                    <a:pt x="6761859" y="1710185"/>
                  </a:lnTo>
                  <a:lnTo>
                    <a:pt x="6762674" y="1713126"/>
                  </a:lnTo>
                  <a:lnTo>
                    <a:pt x="6763489" y="1681954"/>
                  </a:lnTo>
                  <a:lnTo>
                    <a:pt x="6764303" y="1677285"/>
                  </a:lnTo>
                  <a:lnTo>
                    <a:pt x="6765118" y="1657434"/>
                  </a:lnTo>
                  <a:lnTo>
                    <a:pt x="6765933" y="1659105"/>
                  </a:lnTo>
                  <a:lnTo>
                    <a:pt x="6766748" y="1656638"/>
                  </a:lnTo>
                  <a:lnTo>
                    <a:pt x="6767563" y="1623500"/>
                  </a:lnTo>
                  <a:lnTo>
                    <a:pt x="6768377" y="1646216"/>
                  </a:lnTo>
                  <a:lnTo>
                    <a:pt x="6769192" y="1687060"/>
                  </a:lnTo>
                  <a:lnTo>
                    <a:pt x="6770007" y="1706827"/>
                  </a:lnTo>
                  <a:lnTo>
                    <a:pt x="6770822" y="1740845"/>
                  </a:lnTo>
                  <a:lnTo>
                    <a:pt x="6771637" y="1733654"/>
                  </a:lnTo>
                  <a:lnTo>
                    <a:pt x="6772451" y="1744558"/>
                  </a:lnTo>
                  <a:lnTo>
                    <a:pt x="6773266" y="1749431"/>
                  </a:lnTo>
                  <a:lnTo>
                    <a:pt x="6774081" y="1756701"/>
                  </a:lnTo>
                  <a:lnTo>
                    <a:pt x="6774896" y="1756701"/>
                  </a:lnTo>
                  <a:lnTo>
                    <a:pt x="6775710" y="1756701"/>
                  </a:lnTo>
                  <a:lnTo>
                    <a:pt x="6776525" y="1756701"/>
                  </a:lnTo>
                  <a:lnTo>
                    <a:pt x="6777340" y="1756701"/>
                  </a:lnTo>
                  <a:lnTo>
                    <a:pt x="6778155" y="1749053"/>
                  </a:lnTo>
                  <a:lnTo>
                    <a:pt x="6778970" y="1741015"/>
                  </a:lnTo>
                  <a:lnTo>
                    <a:pt x="6779784" y="1721533"/>
                  </a:lnTo>
                  <a:lnTo>
                    <a:pt x="6780599" y="1710300"/>
                  </a:lnTo>
                  <a:lnTo>
                    <a:pt x="6781414" y="1690301"/>
                  </a:lnTo>
                  <a:lnTo>
                    <a:pt x="6782229" y="1670017"/>
                  </a:lnTo>
                  <a:lnTo>
                    <a:pt x="6783043" y="1643058"/>
                  </a:lnTo>
                  <a:lnTo>
                    <a:pt x="6783858" y="1647493"/>
                  </a:lnTo>
                  <a:lnTo>
                    <a:pt x="6784673" y="1611293"/>
                  </a:lnTo>
                  <a:lnTo>
                    <a:pt x="6785488" y="1593473"/>
                  </a:lnTo>
                  <a:lnTo>
                    <a:pt x="6786303" y="1613849"/>
                  </a:lnTo>
                  <a:lnTo>
                    <a:pt x="6787117" y="1593851"/>
                  </a:lnTo>
                  <a:lnTo>
                    <a:pt x="6787932" y="1576674"/>
                  </a:lnTo>
                  <a:lnTo>
                    <a:pt x="6788747" y="1552978"/>
                  </a:lnTo>
                  <a:lnTo>
                    <a:pt x="6789562" y="1605543"/>
                  </a:lnTo>
                  <a:lnTo>
                    <a:pt x="6790376" y="1679456"/>
                  </a:lnTo>
                  <a:lnTo>
                    <a:pt x="6791191" y="1621465"/>
                  </a:lnTo>
                  <a:lnTo>
                    <a:pt x="6792006" y="1604837"/>
                  </a:lnTo>
                  <a:lnTo>
                    <a:pt x="6792821" y="1629373"/>
                  </a:lnTo>
                  <a:lnTo>
                    <a:pt x="6793636" y="1654073"/>
                  </a:lnTo>
                  <a:lnTo>
                    <a:pt x="6794450" y="1664640"/>
                  </a:lnTo>
                  <a:lnTo>
                    <a:pt x="6795265" y="1592202"/>
                  </a:lnTo>
                  <a:lnTo>
                    <a:pt x="6796080" y="1617030"/>
                  </a:lnTo>
                  <a:lnTo>
                    <a:pt x="6796895" y="1639075"/>
                  </a:lnTo>
                  <a:lnTo>
                    <a:pt x="6797709" y="1648472"/>
                  </a:lnTo>
                  <a:lnTo>
                    <a:pt x="6798524" y="1650317"/>
                  </a:lnTo>
                  <a:lnTo>
                    <a:pt x="6799339" y="1613592"/>
                  </a:lnTo>
                  <a:lnTo>
                    <a:pt x="6800154" y="1638200"/>
                  </a:lnTo>
                  <a:lnTo>
                    <a:pt x="6800969" y="1629359"/>
                  </a:lnTo>
                  <a:lnTo>
                    <a:pt x="6801783" y="1646115"/>
                  </a:lnTo>
                  <a:lnTo>
                    <a:pt x="6802598" y="1693957"/>
                  </a:lnTo>
                  <a:lnTo>
                    <a:pt x="6803413" y="1660096"/>
                  </a:lnTo>
                  <a:lnTo>
                    <a:pt x="6804228" y="1651271"/>
                  </a:lnTo>
                  <a:lnTo>
                    <a:pt x="6805042" y="1610677"/>
                  </a:lnTo>
                  <a:lnTo>
                    <a:pt x="6805857" y="1631221"/>
                  </a:lnTo>
                  <a:lnTo>
                    <a:pt x="6806672" y="1614916"/>
                  </a:lnTo>
                  <a:lnTo>
                    <a:pt x="6807487" y="1606176"/>
                  </a:lnTo>
                  <a:lnTo>
                    <a:pt x="6808302" y="1683551"/>
                  </a:lnTo>
                  <a:lnTo>
                    <a:pt x="6809116" y="1664716"/>
                  </a:lnTo>
                  <a:lnTo>
                    <a:pt x="6809931" y="1656367"/>
                  </a:lnTo>
                  <a:lnTo>
                    <a:pt x="6810746" y="1632133"/>
                  </a:lnTo>
                  <a:lnTo>
                    <a:pt x="6811561" y="1626598"/>
                  </a:lnTo>
                  <a:lnTo>
                    <a:pt x="6812376" y="1658676"/>
                  </a:lnTo>
                  <a:lnTo>
                    <a:pt x="6813190" y="1656700"/>
                  </a:lnTo>
                  <a:lnTo>
                    <a:pt x="6814005" y="1640838"/>
                  </a:lnTo>
                  <a:lnTo>
                    <a:pt x="6814820" y="1605652"/>
                  </a:lnTo>
                  <a:lnTo>
                    <a:pt x="6815635" y="1568490"/>
                  </a:lnTo>
                  <a:lnTo>
                    <a:pt x="6816449" y="1581613"/>
                  </a:lnTo>
                  <a:lnTo>
                    <a:pt x="6817264" y="1591918"/>
                  </a:lnTo>
                  <a:lnTo>
                    <a:pt x="6818079" y="1603278"/>
                  </a:lnTo>
                  <a:lnTo>
                    <a:pt x="6818894" y="1676138"/>
                  </a:lnTo>
                  <a:lnTo>
                    <a:pt x="6819709" y="1685485"/>
                  </a:lnTo>
                  <a:lnTo>
                    <a:pt x="6820523" y="1720634"/>
                  </a:lnTo>
                  <a:lnTo>
                    <a:pt x="6821338" y="1711746"/>
                  </a:lnTo>
                  <a:lnTo>
                    <a:pt x="6822153" y="1715306"/>
                  </a:lnTo>
                  <a:lnTo>
                    <a:pt x="6822968" y="1722076"/>
                  </a:lnTo>
                  <a:lnTo>
                    <a:pt x="6823782" y="1720722"/>
                  </a:lnTo>
                  <a:lnTo>
                    <a:pt x="6824597" y="1744049"/>
                  </a:lnTo>
                  <a:lnTo>
                    <a:pt x="6825412" y="1756041"/>
                  </a:lnTo>
                  <a:lnTo>
                    <a:pt x="6826227" y="1756701"/>
                  </a:lnTo>
                  <a:lnTo>
                    <a:pt x="6827042" y="1743026"/>
                  </a:lnTo>
                  <a:lnTo>
                    <a:pt x="6827856" y="1754705"/>
                  </a:lnTo>
                  <a:lnTo>
                    <a:pt x="6828671" y="1739316"/>
                  </a:lnTo>
                  <a:lnTo>
                    <a:pt x="6829486" y="1736323"/>
                  </a:lnTo>
                  <a:lnTo>
                    <a:pt x="6830301" y="1725027"/>
                  </a:lnTo>
                  <a:lnTo>
                    <a:pt x="6831115" y="1721730"/>
                  </a:lnTo>
                  <a:lnTo>
                    <a:pt x="6831930" y="1731493"/>
                  </a:lnTo>
                  <a:lnTo>
                    <a:pt x="6832745" y="1710932"/>
                  </a:lnTo>
                  <a:lnTo>
                    <a:pt x="6833560" y="1695754"/>
                  </a:lnTo>
                  <a:lnTo>
                    <a:pt x="6834375" y="1682434"/>
                  </a:lnTo>
                  <a:lnTo>
                    <a:pt x="6835189" y="1665593"/>
                  </a:lnTo>
                  <a:lnTo>
                    <a:pt x="6836004" y="1651162"/>
                  </a:lnTo>
                  <a:lnTo>
                    <a:pt x="6836819" y="1625595"/>
                  </a:lnTo>
                  <a:lnTo>
                    <a:pt x="6837634" y="1617066"/>
                  </a:lnTo>
                  <a:lnTo>
                    <a:pt x="6838448" y="1637309"/>
                  </a:lnTo>
                  <a:lnTo>
                    <a:pt x="6839263" y="1627292"/>
                  </a:lnTo>
                  <a:lnTo>
                    <a:pt x="6840078" y="1659377"/>
                  </a:lnTo>
                  <a:lnTo>
                    <a:pt x="6840893" y="1585938"/>
                  </a:lnTo>
                  <a:lnTo>
                    <a:pt x="6841708" y="1563837"/>
                  </a:lnTo>
                  <a:lnTo>
                    <a:pt x="6842522" y="1571340"/>
                  </a:lnTo>
                  <a:lnTo>
                    <a:pt x="6843337" y="1547937"/>
                  </a:lnTo>
                  <a:lnTo>
                    <a:pt x="6844152" y="1545801"/>
                  </a:lnTo>
                  <a:lnTo>
                    <a:pt x="6844967" y="1559107"/>
                  </a:lnTo>
                  <a:lnTo>
                    <a:pt x="6845781" y="1575661"/>
                  </a:lnTo>
                  <a:lnTo>
                    <a:pt x="6846596" y="1603271"/>
                  </a:lnTo>
                  <a:lnTo>
                    <a:pt x="6847411" y="1573227"/>
                  </a:lnTo>
                  <a:lnTo>
                    <a:pt x="6848226" y="1551253"/>
                  </a:lnTo>
                  <a:lnTo>
                    <a:pt x="6849041" y="1535200"/>
                  </a:lnTo>
                  <a:lnTo>
                    <a:pt x="6849855" y="1530668"/>
                  </a:lnTo>
                  <a:lnTo>
                    <a:pt x="6850670" y="1527837"/>
                  </a:lnTo>
                  <a:lnTo>
                    <a:pt x="6851485" y="1515235"/>
                  </a:lnTo>
                  <a:lnTo>
                    <a:pt x="6852300" y="1523919"/>
                  </a:lnTo>
                  <a:lnTo>
                    <a:pt x="6853115" y="1498547"/>
                  </a:lnTo>
                  <a:lnTo>
                    <a:pt x="6853929" y="1485346"/>
                  </a:lnTo>
                  <a:lnTo>
                    <a:pt x="6854744" y="1554680"/>
                  </a:lnTo>
                  <a:lnTo>
                    <a:pt x="6855559" y="1553281"/>
                  </a:lnTo>
                  <a:lnTo>
                    <a:pt x="6856374" y="1548409"/>
                  </a:lnTo>
                  <a:lnTo>
                    <a:pt x="6857188" y="1571156"/>
                  </a:lnTo>
                  <a:lnTo>
                    <a:pt x="6858003" y="1590479"/>
                  </a:lnTo>
                  <a:lnTo>
                    <a:pt x="6858818" y="1614487"/>
                  </a:lnTo>
                  <a:lnTo>
                    <a:pt x="6859633" y="1587831"/>
                  </a:lnTo>
                  <a:lnTo>
                    <a:pt x="6860448" y="1560485"/>
                  </a:lnTo>
                  <a:lnTo>
                    <a:pt x="6861262" y="1563319"/>
                  </a:lnTo>
                  <a:lnTo>
                    <a:pt x="6862077" y="1594078"/>
                  </a:lnTo>
                  <a:lnTo>
                    <a:pt x="6862892" y="1574537"/>
                  </a:lnTo>
                  <a:lnTo>
                    <a:pt x="6863707" y="1550012"/>
                  </a:lnTo>
                  <a:lnTo>
                    <a:pt x="6864521" y="1546506"/>
                  </a:lnTo>
                  <a:lnTo>
                    <a:pt x="6865336" y="1527356"/>
                  </a:lnTo>
                  <a:lnTo>
                    <a:pt x="6866151" y="1526873"/>
                  </a:lnTo>
                  <a:lnTo>
                    <a:pt x="6866966" y="1544306"/>
                  </a:lnTo>
                  <a:lnTo>
                    <a:pt x="6867781" y="1565834"/>
                  </a:lnTo>
                  <a:lnTo>
                    <a:pt x="6868595" y="1579588"/>
                  </a:lnTo>
                  <a:lnTo>
                    <a:pt x="6869410" y="1576023"/>
                  </a:lnTo>
                  <a:lnTo>
                    <a:pt x="6870225" y="1566870"/>
                  </a:lnTo>
                  <a:lnTo>
                    <a:pt x="6871040" y="1563759"/>
                  </a:lnTo>
                  <a:lnTo>
                    <a:pt x="6871854" y="1585105"/>
                  </a:lnTo>
                  <a:lnTo>
                    <a:pt x="6872669" y="1579198"/>
                  </a:lnTo>
                  <a:lnTo>
                    <a:pt x="6873484" y="1572730"/>
                  </a:lnTo>
                  <a:lnTo>
                    <a:pt x="6874299" y="1585612"/>
                  </a:lnTo>
                  <a:lnTo>
                    <a:pt x="6875114" y="1601866"/>
                  </a:lnTo>
                  <a:lnTo>
                    <a:pt x="6875928" y="1599570"/>
                  </a:lnTo>
                  <a:lnTo>
                    <a:pt x="6876743" y="1581305"/>
                  </a:lnTo>
                  <a:lnTo>
                    <a:pt x="6877558" y="1582814"/>
                  </a:lnTo>
                  <a:lnTo>
                    <a:pt x="6878373" y="1597947"/>
                  </a:lnTo>
                  <a:lnTo>
                    <a:pt x="6879187" y="1602171"/>
                  </a:lnTo>
                  <a:lnTo>
                    <a:pt x="6880002" y="1606257"/>
                  </a:lnTo>
                  <a:lnTo>
                    <a:pt x="6880817" y="1561251"/>
                  </a:lnTo>
                  <a:lnTo>
                    <a:pt x="6881632" y="1567829"/>
                  </a:lnTo>
                  <a:lnTo>
                    <a:pt x="6882447" y="1628929"/>
                  </a:lnTo>
                  <a:lnTo>
                    <a:pt x="6883261" y="1681375"/>
                  </a:lnTo>
                  <a:lnTo>
                    <a:pt x="6884076" y="1677506"/>
                  </a:lnTo>
                  <a:lnTo>
                    <a:pt x="6884891" y="1674989"/>
                  </a:lnTo>
                  <a:lnTo>
                    <a:pt x="6885706" y="1674372"/>
                  </a:lnTo>
                  <a:lnTo>
                    <a:pt x="6886520" y="1669884"/>
                  </a:lnTo>
                  <a:lnTo>
                    <a:pt x="6887335" y="1669074"/>
                  </a:lnTo>
                  <a:lnTo>
                    <a:pt x="6888150" y="1656031"/>
                  </a:lnTo>
                  <a:lnTo>
                    <a:pt x="6888965" y="1655146"/>
                  </a:lnTo>
                  <a:lnTo>
                    <a:pt x="6889780" y="1686233"/>
                  </a:lnTo>
                  <a:lnTo>
                    <a:pt x="6890594" y="1666749"/>
                  </a:lnTo>
                  <a:lnTo>
                    <a:pt x="6891409" y="1682546"/>
                  </a:lnTo>
                  <a:lnTo>
                    <a:pt x="6892224" y="1688070"/>
                  </a:lnTo>
                  <a:lnTo>
                    <a:pt x="6893039" y="1708981"/>
                  </a:lnTo>
                  <a:lnTo>
                    <a:pt x="6893854" y="1701674"/>
                  </a:lnTo>
                  <a:lnTo>
                    <a:pt x="6894668" y="1660750"/>
                  </a:lnTo>
                  <a:lnTo>
                    <a:pt x="6895483" y="1673228"/>
                  </a:lnTo>
                  <a:lnTo>
                    <a:pt x="6896298" y="1658906"/>
                  </a:lnTo>
                  <a:lnTo>
                    <a:pt x="6897113" y="1651854"/>
                  </a:lnTo>
                  <a:lnTo>
                    <a:pt x="6897927" y="1649735"/>
                  </a:lnTo>
                  <a:lnTo>
                    <a:pt x="6898742" y="1679550"/>
                  </a:lnTo>
                  <a:lnTo>
                    <a:pt x="6899557" y="1707903"/>
                  </a:lnTo>
                  <a:lnTo>
                    <a:pt x="6900372" y="1713840"/>
                  </a:lnTo>
                  <a:lnTo>
                    <a:pt x="6901187" y="1711238"/>
                  </a:lnTo>
                  <a:lnTo>
                    <a:pt x="6902001" y="1685736"/>
                  </a:lnTo>
                  <a:lnTo>
                    <a:pt x="6902816" y="1688094"/>
                  </a:lnTo>
                  <a:lnTo>
                    <a:pt x="6903631" y="1660611"/>
                  </a:lnTo>
                  <a:lnTo>
                    <a:pt x="6904446" y="1646980"/>
                  </a:lnTo>
                  <a:lnTo>
                    <a:pt x="6905260" y="1617110"/>
                  </a:lnTo>
                  <a:lnTo>
                    <a:pt x="6906075" y="1633302"/>
                  </a:lnTo>
                  <a:lnTo>
                    <a:pt x="6906890" y="1638980"/>
                  </a:lnTo>
                  <a:lnTo>
                    <a:pt x="6907705" y="1643297"/>
                  </a:lnTo>
                  <a:lnTo>
                    <a:pt x="6908520" y="1619007"/>
                  </a:lnTo>
                  <a:lnTo>
                    <a:pt x="6909334" y="1643375"/>
                  </a:lnTo>
                  <a:lnTo>
                    <a:pt x="6910149" y="1644707"/>
                  </a:lnTo>
                  <a:lnTo>
                    <a:pt x="6910964" y="1636237"/>
                  </a:lnTo>
                  <a:lnTo>
                    <a:pt x="6911779" y="1630944"/>
                  </a:lnTo>
                  <a:lnTo>
                    <a:pt x="6912593" y="1646669"/>
                  </a:lnTo>
                  <a:lnTo>
                    <a:pt x="6913408" y="1657418"/>
                  </a:lnTo>
                  <a:lnTo>
                    <a:pt x="6914223" y="1674309"/>
                  </a:lnTo>
                  <a:lnTo>
                    <a:pt x="6915038" y="1674948"/>
                  </a:lnTo>
                  <a:lnTo>
                    <a:pt x="6915853" y="1716764"/>
                  </a:lnTo>
                  <a:lnTo>
                    <a:pt x="6916667" y="1686611"/>
                  </a:lnTo>
                  <a:lnTo>
                    <a:pt x="6917482" y="1683276"/>
                  </a:lnTo>
                  <a:lnTo>
                    <a:pt x="6918297" y="1691480"/>
                  </a:lnTo>
                  <a:lnTo>
                    <a:pt x="6919112" y="1664022"/>
                  </a:lnTo>
                  <a:lnTo>
                    <a:pt x="6919926" y="1648713"/>
                  </a:lnTo>
                  <a:lnTo>
                    <a:pt x="6920741" y="1649277"/>
                  </a:lnTo>
                  <a:lnTo>
                    <a:pt x="6921556" y="1657589"/>
                  </a:lnTo>
                  <a:lnTo>
                    <a:pt x="6922371" y="1672252"/>
                  </a:lnTo>
                  <a:lnTo>
                    <a:pt x="6923186" y="1652735"/>
                  </a:lnTo>
                  <a:lnTo>
                    <a:pt x="6924000" y="1611690"/>
                  </a:lnTo>
                  <a:lnTo>
                    <a:pt x="6924815" y="1603355"/>
                  </a:lnTo>
                  <a:lnTo>
                    <a:pt x="6925630" y="1610273"/>
                  </a:lnTo>
                  <a:lnTo>
                    <a:pt x="6926445" y="1666153"/>
                  </a:lnTo>
                  <a:lnTo>
                    <a:pt x="6927259" y="1683248"/>
                  </a:lnTo>
                  <a:lnTo>
                    <a:pt x="6928074" y="1703773"/>
                  </a:lnTo>
                  <a:lnTo>
                    <a:pt x="6928889" y="1724337"/>
                  </a:lnTo>
                  <a:lnTo>
                    <a:pt x="6929704" y="1716757"/>
                  </a:lnTo>
                  <a:lnTo>
                    <a:pt x="6930519" y="1722876"/>
                  </a:lnTo>
                  <a:lnTo>
                    <a:pt x="6931333" y="1697406"/>
                  </a:lnTo>
                  <a:lnTo>
                    <a:pt x="6932148" y="1702399"/>
                  </a:lnTo>
                  <a:lnTo>
                    <a:pt x="6932963" y="1681700"/>
                  </a:lnTo>
                  <a:lnTo>
                    <a:pt x="6933778" y="1686500"/>
                  </a:lnTo>
                  <a:lnTo>
                    <a:pt x="6934593" y="1686449"/>
                  </a:lnTo>
                  <a:lnTo>
                    <a:pt x="6935407" y="1654924"/>
                  </a:lnTo>
                  <a:lnTo>
                    <a:pt x="6936222" y="1645038"/>
                  </a:lnTo>
                  <a:lnTo>
                    <a:pt x="6937037" y="1598340"/>
                  </a:lnTo>
                  <a:lnTo>
                    <a:pt x="6937852" y="1588580"/>
                  </a:lnTo>
                  <a:lnTo>
                    <a:pt x="6938666" y="1575977"/>
                  </a:lnTo>
                  <a:lnTo>
                    <a:pt x="6939481" y="1550255"/>
                  </a:lnTo>
                  <a:lnTo>
                    <a:pt x="6940296" y="1542089"/>
                  </a:lnTo>
                  <a:lnTo>
                    <a:pt x="6941111" y="1495349"/>
                  </a:lnTo>
                  <a:lnTo>
                    <a:pt x="6941926" y="1499142"/>
                  </a:lnTo>
                  <a:lnTo>
                    <a:pt x="6942740" y="1518013"/>
                  </a:lnTo>
                  <a:lnTo>
                    <a:pt x="6943555" y="1501303"/>
                  </a:lnTo>
                  <a:lnTo>
                    <a:pt x="6944370" y="1530029"/>
                  </a:lnTo>
                  <a:lnTo>
                    <a:pt x="6945185" y="1543413"/>
                  </a:lnTo>
                  <a:lnTo>
                    <a:pt x="6945999" y="1573038"/>
                  </a:lnTo>
                  <a:lnTo>
                    <a:pt x="6946814" y="1610390"/>
                  </a:lnTo>
                  <a:lnTo>
                    <a:pt x="6947629" y="1653302"/>
                  </a:lnTo>
                  <a:lnTo>
                    <a:pt x="6948444" y="1669090"/>
                  </a:lnTo>
                  <a:lnTo>
                    <a:pt x="6949259" y="1673938"/>
                  </a:lnTo>
                  <a:lnTo>
                    <a:pt x="6950073" y="1676740"/>
                  </a:lnTo>
                  <a:lnTo>
                    <a:pt x="6950888" y="1674791"/>
                  </a:lnTo>
                  <a:lnTo>
                    <a:pt x="6951703" y="1655691"/>
                  </a:lnTo>
                  <a:lnTo>
                    <a:pt x="6952518" y="1670187"/>
                  </a:lnTo>
                  <a:lnTo>
                    <a:pt x="6953332" y="1630899"/>
                  </a:lnTo>
                  <a:lnTo>
                    <a:pt x="6954147" y="1581672"/>
                  </a:lnTo>
                  <a:lnTo>
                    <a:pt x="6954962" y="1556220"/>
                  </a:lnTo>
                  <a:lnTo>
                    <a:pt x="6955777" y="1518602"/>
                  </a:lnTo>
                  <a:lnTo>
                    <a:pt x="6956592" y="1539059"/>
                  </a:lnTo>
                  <a:lnTo>
                    <a:pt x="6957406" y="1526023"/>
                  </a:lnTo>
                  <a:lnTo>
                    <a:pt x="6958221" y="1584342"/>
                  </a:lnTo>
                  <a:lnTo>
                    <a:pt x="6959036" y="1583369"/>
                  </a:lnTo>
                  <a:lnTo>
                    <a:pt x="6959851" y="1572084"/>
                  </a:lnTo>
                  <a:lnTo>
                    <a:pt x="6960665" y="1589828"/>
                  </a:lnTo>
                  <a:lnTo>
                    <a:pt x="6961480" y="1606358"/>
                  </a:lnTo>
                  <a:lnTo>
                    <a:pt x="6962295" y="1593407"/>
                  </a:lnTo>
                  <a:lnTo>
                    <a:pt x="6963110" y="1580527"/>
                  </a:lnTo>
                  <a:lnTo>
                    <a:pt x="6963925" y="1613680"/>
                  </a:lnTo>
                  <a:lnTo>
                    <a:pt x="6964739" y="1601261"/>
                  </a:lnTo>
                  <a:lnTo>
                    <a:pt x="6965554" y="1569270"/>
                  </a:lnTo>
                  <a:lnTo>
                    <a:pt x="6966369" y="1556624"/>
                  </a:lnTo>
                  <a:lnTo>
                    <a:pt x="6967184" y="1569268"/>
                  </a:lnTo>
                  <a:lnTo>
                    <a:pt x="6967998" y="1601830"/>
                  </a:lnTo>
                  <a:lnTo>
                    <a:pt x="6968813" y="1567728"/>
                  </a:lnTo>
                  <a:lnTo>
                    <a:pt x="6969628" y="1596349"/>
                  </a:lnTo>
                  <a:lnTo>
                    <a:pt x="6970443" y="1593770"/>
                  </a:lnTo>
                  <a:lnTo>
                    <a:pt x="6971258" y="1613219"/>
                  </a:lnTo>
                  <a:lnTo>
                    <a:pt x="6972072" y="1630617"/>
                  </a:lnTo>
                  <a:lnTo>
                    <a:pt x="6972887" y="1591908"/>
                  </a:lnTo>
                  <a:lnTo>
                    <a:pt x="6973702" y="1564197"/>
                  </a:lnTo>
                  <a:lnTo>
                    <a:pt x="6974517" y="1559341"/>
                  </a:lnTo>
                  <a:lnTo>
                    <a:pt x="6975332" y="1581027"/>
                  </a:lnTo>
                  <a:lnTo>
                    <a:pt x="6976146" y="1642891"/>
                  </a:lnTo>
                  <a:lnTo>
                    <a:pt x="6976961" y="1626912"/>
                  </a:lnTo>
                  <a:lnTo>
                    <a:pt x="6977776" y="1651510"/>
                  </a:lnTo>
                  <a:lnTo>
                    <a:pt x="6978591" y="1627854"/>
                  </a:lnTo>
                  <a:lnTo>
                    <a:pt x="6979405" y="1636209"/>
                  </a:lnTo>
                  <a:lnTo>
                    <a:pt x="6980220" y="1670558"/>
                  </a:lnTo>
                  <a:lnTo>
                    <a:pt x="6981035" y="1650279"/>
                  </a:lnTo>
                  <a:lnTo>
                    <a:pt x="6981850" y="1652340"/>
                  </a:lnTo>
                  <a:lnTo>
                    <a:pt x="6982665" y="1658579"/>
                  </a:lnTo>
                  <a:lnTo>
                    <a:pt x="6983479" y="1623492"/>
                  </a:lnTo>
                  <a:lnTo>
                    <a:pt x="6984294" y="1617576"/>
                  </a:lnTo>
                  <a:lnTo>
                    <a:pt x="6985109" y="1639185"/>
                  </a:lnTo>
                  <a:lnTo>
                    <a:pt x="6985924" y="1644684"/>
                  </a:lnTo>
                  <a:lnTo>
                    <a:pt x="6986738" y="1641863"/>
                  </a:lnTo>
                  <a:lnTo>
                    <a:pt x="6987553" y="1620386"/>
                  </a:lnTo>
                  <a:lnTo>
                    <a:pt x="6988368" y="1610578"/>
                  </a:lnTo>
                  <a:lnTo>
                    <a:pt x="6989183" y="1527422"/>
                  </a:lnTo>
                  <a:lnTo>
                    <a:pt x="6989998" y="1545575"/>
                  </a:lnTo>
                  <a:lnTo>
                    <a:pt x="6990812" y="1527479"/>
                  </a:lnTo>
                  <a:lnTo>
                    <a:pt x="6991627" y="1491627"/>
                  </a:lnTo>
                  <a:lnTo>
                    <a:pt x="6992442" y="1482393"/>
                  </a:lnTo>
                  <a:lnTo>
                    <a:pt x="6993257" y="1516975"/>
                  </a:lnTo>
                  <a:lnTo>
                    <a:pt x="6994071" y="1563931"/>
                  </a:lnTo>
                  <a:lnTo>
                    <a:pt x="6994886" y="1586276"/>
                  </a:lnTo>
                  <a:lnTo>
                    <a:pt x="6995701" y="1576836"/>
                  </a:lnTo>
                  <a:lnTo>
                    <a:pt x="6996516" y="1538086"/>
                  </a:lnTo>
                  <a:lnTo>
                    <a:pt x="6997331" y="1550277"/>
                  </a:lnTo>
                  <a:lnTo>
                    <a:pt x="6998145" y="1577584"/>
                  </a:lnTo>
                  <a:lnTo>
                    <a:pt x="6998960" y="1572960"/>
                  </a:lnTo>
                  <a:lnTo>
                    <a:pt x="6999775" y="1569109"/>
                  </a:lnTo>
                  <a:lnTo>
                    <a:pt x="7000590" y="1591798"/>
                  </a:lnTo>
                  <a:lnTo>
                    <a:pt x="7001404" y="1578232"/>
                  </a:lnTo>
                  <a:lnTo>
                    <a:pt x="7002219" y="1568600"/>
                  </a:lnTo>
                  <a:lnTo>
                    <a:pt x="7003034" y="1578687"/>
                  </a:lnTo>
                  <a:lnTo>
                    <a:pt x="7003849" y="1577521"/>
                  </a:lnTo>
                  <a:lnTo>
                    <a:pt x="7004664" y="1568663"/>
                  </a:lnTo>
                  <a:lnTo>
                    <a:pt x="7005478" y="1599318"/>
                  </a:lnTo>
                  <a:lnTo>
                    <a:pt x="7006293" y="1539479"/>
                  </a:lnTo>
                  <a:lnTo>
                    <a:pt x="7007108" y="1585577"/>
                  </a:lnTo>
                  <a:lnTo>
                    <a:pt x="7007923" y="1552750"/>
                  </a:lnTo>
                  <a:lnTo>
                    <a:pt x="7008737" y="1518013"/>
                  </a:lnTo>
                  <a:lnTo>
                    <a:pt x="7009552" y="1514871"/>
                  </a:lnTo>
                  <a:lnTo>
                    <a:pt x="7010367" y="1504467"/>
                  </a:lnTo>
                  <a:lnTo>
                    <a:pt x="7011182" y="1570639"/>
                  </a:lnTo>
                  <a:lnTo>
                    <a:pt x="7011997" y="1584934"/>
                  </a:lnTo>
                  <a:lnTo>
                    <a:pt x="7012811" y="1568341"/>
                  </a:lnTo>
                  <a:lnTo>
                    <a:pt x="7013626" y="1580999"/>
                  </a:lnTo>
                  <a:lnTo>
                    <a:pt x="7014441" y="1605010"/>
                  </a:lnTo>
                  <a:lnTo>
                    <a:pt x="7015256" y="1649406"/>
                  </a:lnTo>
                  <a:lnTo>
                    <a:pt x="7016071" y="1642074"/>
                  </a:lnTo>
                  <a:lnTo>
                    <a:pt x="7016885" y="1621019"/>
                  </a:lnTo>
                  <a:lnTo>
                    <a:pt x="7017700" y="1634939"/>
                  </a:lnTo>
                  <a:lnTo>
                    <a:pt x="7018515" y="1603790"/>
                  </a:lnTo>
                  <a:lnTo>
                    <a:pt x="7019330" y="1588570"/>
                  </a:lnTo>
                  <a:lnTo>
                    <a:pt x="7020144" y="1571379"/>
                  </a:lnTo>
                  <a:lnTo>
                    <a:pt x="7020959" y="1583921"/>
                  </a:lnTo>
                  <a:lnTo>
                    <a:pt x="7021774" y="1630071"/>
                  </a:lnTo>
                  <a:lnTo>
                    <a:pt x="7022589" y="1605411"/>
                  </a:lnTo>
                  <a:lnTo>
                    <a:pt x="7023404" y="1597488"/>
                  </a:lnTo>
                  <a:lnTo>
                    <a:pt x="7024218" y="1565557"/>
                  </a:lnTo>
                  <a:lnTo>
                    <a:pt x="7025033" y="1555999"/>
                  </a:lnTo>
                  <a:lnTo>
                    <a:pt x="7025848" y="1579862"/>
                  </a:lnTo>
                  <a:lnTo>
                    <a:pt x="7026663" y="1570696"/>
                  </a:lnTo>
                  <a:lnTo>
                    <a:pt x="7027477" y="1565456"/>
                  </a:lnTo>
                  <a:lnTo>
                    <a:pt x="7028292" y="1594265"/>
                  </a:lnTo>
                  <a:lnTo>
                    <a:pt x="7029107" y="1626832"/>
                  </a:lnTo>
                  <a:lnTo>
                    <a:pt x="7029922" y="1668044"/>
                  </a:lnTo>
                  <a:lnTo>
                    <a:pt x="7030737" y="1653614"/>
                  </a:lnTo>
                  <a:lnTo>
                    <a:pt x="7031551" y="1625177"/>
                  </a:lnTo>
                  <a:lnTo>
                    <a:pt x="7032366" y="1611156"/>
                  </a:lnTo>
                  <a:lnTo>
                    <a:pt x="7033181" y="1650389"/>
                  </a:lnTo>
                  <a:lnTo>
                    <a:pt x="7033996" y="1657844"/>
                  </a:lnTo>
                  <a:lnTo>
                    <a:pt x="7034810" y="1638255"/>
                  </a:lnTo>
                  <a:lnTo>
                    <a:pt x="7035625" y="1598612"/>
                  </a:lnTo>
                  <a:lnTo>
                    <a:pt x="7036440" y="1612981"/>
                  </a:lnTo>
                  <a:lnTo>
                    <a:pt x="7037255" y="1588449"/>
                  </a:lnTo>
                  <a:lnTo>
                    <a:pt x="7038070" y="1583892"/>
                  </a:lnTo>
                  <a:lnTo>
                    <a:pt x="7038884" y="1543188"/>
                  </a:lnTo>
                  <a:lnTo>
                    <a:pt x="7039699" y="1557030"/>
                  </a:lnTo>
                  <a:lnTo>
                    <a:pt x="7040514" y="1588731"/>
                  </a:lnTo>
                  <a:lnTo>
                    <a:pt x="7041329" y="1554323"/>
                  </a:lnTo>
                  <a:lnTo>
                    <a:pt x="7042143" y="1554911"/>
                  </a:lnTo>
                  <a:lnTo>
                    <a:pt x="7042958" y="1559364"/>
                  </a:lnTo>
                  <a:lnTo>
                    <a:pt x="7043773" y="1562299"/>
                  </a:lnTo>
                  <a:lnTo>
                    <a:pt x="7044588" y="1524038"/>
                  </a:lnTo>
                  <a:lnTo>
                    <a:pt x="7045403" y="1520235"/>
                  </a:lnTo>
                  <a:lnTo>
                    <a:pt x="7046217" y="1500239"/>
                  </a:lnTo>
                  <a:lnTo>
                    <a:pt x="7047032" y="1488060"/>
                  </a:lnTo>
                  <a:lnTo>
                    <a:pt x="7047847" y="1524423"/>
                  </a:lnTo>
                  <a:lnTo>
                    <a:pt x="7048662" y="1531192"/>
                  </a:lnTo>
                  <a:lnTo>
                    <a:pt x="7049476" y="1535196"/>
                  </a:lnTo>
                  <a:lnTo>
                    <a:pt x="7050291" y="1491971"/>
                  </a:lnTo>
                  <a:lnTo>
                    <a:pt x="7051106" y="1505208"/>
                  </a:lnTo>
                  <a:lnTo>
                    <a:pt x="7051921" y="1523530"/>
                  </a:lnTo>
                  <a:lnTo>
                    <a:pt x="7052736" y="1582361"/>
                  </a:lnTo>
                  <a:lnTo>
                    <a:pt x="7053550" y="1582071"/>
                  </a:lnTo>
                  <a:lnTo>
                    <a:pt x="7054365" y="1601544"/>
                  </a:lnTo>
                  <a:lnTo>
                    <a:pt x="7055180" y="1601853"/>
                  </a:lnTo>
                  <a:lnTo>
                    <a:pt x="7055995" y="1677101"/>
                  </a:lnTo>
                  <a:lnTo>
                    <a:pt x="7056810" y="1702502"/>
                  </a:lnTo>
                  <a:lnTo>
                    <a:pt x="7057624" y="1704718"/>
                  </a:lnTo>
                  <a:lnTo>
                    <a:pt x="7058439" y="1682650"/>
                  </a:lnTo>
                  <a:lnTo>
                    <a:pt x="7059254" y="1664327"/>
                  </a:lnTo>
                  <a:lnTo>
                    <a:pt x="7060069" y="1674460"/>
                  </a:lnTo>
                  <a:lnTo>
                    <a:pt x="7060883" y="1670050"/>
                  </a:lnTo>
                  <a:lnTo>
                    <a:pt x="7061698" y="1644946"/>
                  </a:lnTo>
                  <a:lnTo>
                    <a:pt x="7062513" y="1648898"/>
                  </a:lnTo>
                  <a:lnTo>
                    <a:pt x="7063328" y="1646805"/>
                  </a:lnTo>
                  <a:lnTo>
                    <a:pt x="7064143" y="1631966"/>
                  </a:lnTo>
                  <a:lnTo>
                    <a:pt x="7064957" y="1625914"/>
                  </a:lnTo>
                  <a:lnTo>
                    <a:pt x="7065772" y="1603595"/>
                  </a:lnTo>
                  <a:lnTo>
                    <a:pt x="7066587" y="1595516"/>
                  </a:lnTo>
                  <a:lnTo>
                    <a:pt x="7067402" y="1596718"/>
                  </a:lnTo>
                  <a:lnTo>
                    <a:pt x="7068216" y="1604722"/>
                  </a:lnTo>
                  <a:lnTo>
                    <a:pt x="7069031" y="1574876"/>
                  </a:lnTo>
                  <a:lnTo>
                    <a:pt x="7069846" y="1578840"/>
                  </a:lnTo>
                  <a:lnTo>
                    <a:pt x="7070661" y="1553607"/>
                  </a:lnTo>
                  <a:lnTo>
                    <a:pt x="7071476" y="1564956"/>
                  </a:lnTo>
                  <a:lnTo>
                    <a:pt x="7072290" y="1594828"/>
                  </a:lnTo>
                  <a:lnTo>
                    <a:pt x="7073105" y="1575870"/>
                  </a:lnTo>
                  <a:lnTo>
                    <a:pt x="7073920" y="1610351"/>
                  </a:lnTo>
                  <a:lnTo>
                    <a:pt x="7074735" y="1625160"/>
                  </a:lnTo>
                  <a:lnTo>
                    <a:pt x="7075549" y="1660972"/>
                  </a:lnTo>
                  <a:lnTo>
                    <a:pt x="7076364" y="1691298"/>
                  </a:lnTo>
                  <a:lnTo>
                    <a:pt x="7077179" y="1665020"/>
                  </a:lnTo>
                  <a:lnTo>
                    <a:pt x="7077994" y="1686134"/>
                  </a:lnTo>
                  <a:lnTo>
                    <a:pt x="7078809" y="1671741"/>
                  </a:lnTo>
                  <a:lnTo>
                    <a:pt x="7079623" y="1659877"/>
                  </a:lnTo>
                  <a:lnTo>
                    <a:pt x="7080438" y="1628042"/>
                  </a:lnTo>
                  <a:lnTo>
                    <a:pt x="7081253" y="1596105"/>
                  </a:lnTo>
                  <a:lnTo>
                    <a:pt x="7082068" y="1579557"/>
                  </a:lnTo>
                  <a:lnTo>
                    <a:pt x="7082882" y="1608296"/>
                  </a:lnTo>
                  <a:lnTo>
                    <a:pt x="7083697" y="1635950"/>
                  </a:lnTo>
                  <a:lnTo>
                    <a:pt x="7084512" y="1626563"/>
                  </a:lnTo>
                  <a:lnTo>
                    <a:pt x="7085327" y="1663710"/>
                  </a:lnTo>
                  <a:lnTo>
                    <a:pt x="7086142" y="1597224"/>
                  </a:lnTo>
                  <a:lnTo>
                    <a:pt x="7086956" y="1543294"/>
                  </a:lnTo>
                  <a:lnTo>
                    <a:pt x="7087771" y="1605172"/>
                  </a:lnTo>
                  <a:lnTo>
                    <a:pt x="7088586" y="1615685"/>
                  </a:lnTo>
                  <a:lnTo>
                    <a:pt x="7089401" y="1638305"/>
                  </a:lnTo>
                  <a:lnTo>
                    <a:pt x="7090216" y="1626988"/>
                  </a:lnTo>
                  <a:lnTo>
                    <a:pt x="7091030" y="1621920"/>
                  </a:lnTo>
                  <a:lnTo>
                    <a:pt x="7091845" y="1650837"/>
                  </a:lnTo>
                  <a:lnTo>
                    <a:pt x="7092660" y="1595970"/>
                  </a:lnTo>
                  <a:lnTo>
                    <a:pt x="7093475" y="1598161"/>
                  </a:lnTo>
                  <a:lnTo>
                    <a:pt x="7094289" y="1581502"/>
                  </a:lnTo>
                  <a:lnTo>
                    <a:pt x="7095104" y="1600726"/>
                  </a:lnTo>
                  <a:lnTo>
                    <a:pt x="7095919" y="1630979"/>
                  </a:lnTo>
                  <a:lnTo>
                    <a:pt x="7096734" y="1654373"/>
                  </a:lnTo>
                  <a:lnTo>
                    <a:pt x="7097549" y="1692823"/>
                  </a:lnTo>
                  <a:lnTo>
                    <a:pt x="7098363" y="1703587"/>
                  </a:lnTo>
                  <a:lnTo>
                    <a:pt x="7099178" y="1720813"/>
                  </a:lnTo>
                  <a:lnTo>
                    <a:pt x="7099993" y="1713471"/>
                  </a:lnTo>
                  <a:lnTo>
                    <a:pt x="7100808" y="1710138"/>
                  </a:lnTo>
                  <a:lnTo>
                    <a:pt x="7101622" y="1686083"/>
                  </a:lnTo>
                  <a:lnTo>
                    <a:pt x="7102437" y="1675589"/>
                  </a:lnTo>
                  <a:lnTo>
                    <a:pt x="7103252" y="1643896"/>
                  </a:lnTo>
                  <a:lnTo>
                    <a:pt x="7104067" y="1645780"/>
                  </a:lnTo>
                  <a:lnTo>
                    <a:pt x="7104882" y="1690610"/>
                  </a:lnTo>
                  <a:lnTo>
                    <a:pt x="7105696" y="1670478"/>
                  </a:lnTo>
                  <a:lnTo>
                    <a:pt x="7106511" y="1679256"/>
                  </a:lnTo>
                  <a:lnTo>
                    <a:pt x="7107326" y="1670841"/>
                  </a:lnTo>
                  <a:lnTo>
                    <a:pt x="7108141" y="1618457"/>
                  </a:lnTo>
                  <a:lnTo>
                    <a:pt x="7108955" y="1613604"/>
                  </a:lnTo>
                  <a:lnTo>
                    <a:pt x="7109770" y="1642335"/>
                  </a:lnTo>
                  <a:lnTo>
                    <a:pt x="7110585" y="1695532"/>
                  </a:lnTo>
                  <a:lnTo>
                    <a:pt x="7111400" y="1679653"/>
                  </a:lnTo>
                  <a:lnTo>
                    <a:pt x="7112215" y="1700338"/>
                  </a:lnTo>
                  <a:lnTo>
                    <a:pt x="7113029" y="1722361"/>
                  </a:lnTo>
                  <a:lnTo>
                    <a:pt x="7113844" y="1715687"/>
                  </a:lnTo>
                  <a:lnTo>
                    <a:pt x="7114659" y="1737714"/>
                  </a:lnTo>
                  <a:lnTo>
                    <a:pt x="7115474" y="1693345"/>
                  </a:lnTo>
                  <a:lnTo>
                    <a:pt x="7116288" y="1697118"/>
                  </a:lnTo>
                  <a:lnTo>
                    <a:pt x="7117103" y="1688912"/>
                  </a:lnTo>
                  <a:lnTo>
                    <a:pt x="7117918" y="1673189"/>
                  </a:lnTo>
                  <a:lnTo>
                    <a:pt x="7118733" y="1637885"/>
                  </a:lnTo>
                  <a:lnTo>
                    <a:pt x="7119548" y="1619397"/>
                  </a:lnTo>
                  <a:lnTo>
                    <a:pt x="7120362" y="1639490"/>
                  </a:lnTo>
                  <a:lnTo>
                    <a:pt x="7121177" y="1632985"/>
                  </a:lnTo>
                  <a:lnTo>
                    <a:pt x="7121992" y="1624173"/>
                  </a:lnTo>
                  <a:lnTo>
                    <a:pt x="7122807" y="1603155"/>
                  </a:lnTo>
                  <a:lnTo>
                    <a:pt x="7123621" y="1612676"/>
                  </a:lnTo>
                  <a:lnTo>
                    <a:pt x="7124436" y="1569530"/>
                  </a:lnTo>
                  <a:lnTo>
                    <a:pt x="7125251" y="1571955"/>
                  </a:lnTo>
                  <a:lnTo>
                    <a:pt x="7126066" y="1617341"/>
                  </a:lnTo>
                  <a:lnTo>
                    <a:pt x="7126881" y="1604437"/>
                  </a:lnTo>
                  <a:lnTo>
                    <a:pt x="7127695" y="1626226"/>
                  </a:lnTo>
                  <a:lnTo>
                    <a:pt x="7128510" y="1610443"/>
                  </a:lnTo>
                  <a:lnTo>
                    <a:pt x="7129325" y="1676106"/>
                  </a:lnTo>
                  <a:lnTo>
                    <a:pt x="7130140" y="1680679"/>
                  </a:lnTo>
                  <a:lnTo>
                    <a:pt x="7130955" y="1677184"/>
                  </a:lnTo>
                  <a:lnTo>
                    <a:pt x="7131769" y="1675373"/>
                  </a:lnTo>
                  <a:lnTo>
                    <a:pt x="7132584" y="1674780"/>
                  </a:lnTo>
                  <a:lnTo>
                    <a:pt x="7133399" y="1716920"/>
                  </a:lnTo>
                  <a:lnTo>
                    <a:pt x="7134214" y="1706666"/>
                  </a:lnTo>
                  <a:lnTo>
                    <a:pt x="7135028" y="1684850"/>
                  </a:lnTo>
                  <a:lnTo>
                    <a:pt x="7135843" y="1690221"/>
                  </a:lnTo>
                  <a:lnTo>
                    <a:pt x="7136658" y="1641796"/>
                  </a:lnTo>
                  <a:lnTo>
                    <a:pt x="7137473" y="1621743"/>
                  </a:lnTo>
                  <a:lnTo>
                    <a:pt x="7138288" y="1620934"/>
                  </a:lnTo>
                  <a:lnTo>
                    <a:pt x="7139102" y="1617492"/>
                  </a:lnTo>
                  <a:lnTo>
                    <a:pt x="7139917" y="1624718"/>
                  </a:lnTo>
                  <a:lnTo>
                    <a:pt x="7140732" y="1619884"/>
                  </a:lnTo>
                  <a:lnTo>
                    <a:pt x="7141547" y="1656578"/>
                  </a:lnTo>
                  <a:lnTo>
                    <a:pt x="7142361" y="1676968"/>
                  </a:lnTo>
                  <a:lnTo>
                    <a:pt x="7143176" y="1672798"/>
                  </a:lnTo>
                  <a:lnTo>
                    <a:pt x="7143991" y="1669494"/>
                  </a:lnTo>
                  <a:lnTo>
                    <a:pt x="7144806" y="1607664"/>
                  </a:lnTo>
                  <a:lnTo>
                    <a:pt x="7145621" y="1556908"/>
                  </a:lnTo>
                  <a:lnTo>
                    <a:pt x="7146435" y="1525018"/>
                  </a:lnTo>
                  <a:lnTo>
                    <a:pt x="7147250" y="1554519"/>
                  </a:lnTo>
                  <a:lnTo>
                    <a:pt x="7148065" y="1601890"/>
                  </a:lnTo>
                  <a:lnTo>
                    <a:pt x="7148880" y="1559489"/>
                  </a:lnTo>
                  <a:lnTo>
                    <a:pt x="7149694" y="1612454"/>
                  </a:lnTo>
                  <a:lnTo>
                    <a:pt x="7150509" y="1558209"/>
                  </a:lnTo>
                  <a:lnTo>
                    <a:pt x="7151324" y="1552036"/>
                  </a:lnTo>
                  <a:lnTo>
                    <a:pt x="7152139" y="1565999"/>
                  </a:lnTo>
                  <a:lnTo>
                    <a:pt x="7152954" y="1550839"/>
                  </a:lnTo>
                  <a:lnTo>
                    <a:pt x="7153768" y="1567654"/>
                  </a:lnTo>
                  <a:lnTo>
                    <a:pt x="7154583" y="1573642"/>
                  </a:lnTo>
                  <a:lnTo>
                    <a:pt x="7155398" y="1640561"/>
                  </a:lnTo>
                  <a:lnTo>
                    <a:pt x="7156213" y="1650209"/>
                  </a:lnTo>
                  <a:lnTo>
                    <a:pt x="7157027" y="1604086"/>
                  </a:lnTo>
                  <a:lnTo>
                    <a:pt x="7157842" y="1595516"/>
                  </a:lnTo>
                  <a:lnTo>
                    <a:pt x="7158657" y="1574827"/>
                  </a:lnTo>
                  <a:lnTo>
                    <a:pt x="7159472" y="1609504"/>
                  </a:lnTo>
                  <a:lnTo>
                    <a:pt x="7160287" y="1588078"/>
                  </a:lnTo>
                  <a:lnTo>
                    <a:pt x="7161101" y="1493452"/>
                  </a:lnTo>
                  <a:lnTo>
                    <a:pt x="7161916" y="1477809"/>
                  </a:lnTo>
                  <a:lnTo>
                    <a:pt x="7162731" y="1508597"/>
                  </a:lnTo>
                  <a:lnTo>
                    <a:pt x="7163546" y="1513961"/>
                  </a:lnTo>
                  <a:lnTo>
                    <a:pt x="7164360" y="1485670"/>
                  </a:lnTo>
                  <a:lnTo>
                    <a:pt x="7165175" y="1444691"/>
                  </a:lnTo>
                  <a:lnTo>
                    <a:pt x="7165990" y="1489194"/>
                  </a:lnTo>
                  <a:lnTo>
                    <a:pt x="7166805" y="1508740"/>
                  </a:lnTo>
                  <a:lnTo>
                    <a:pt x="7167620" y="1533627"/>
                  </a:lnTo>
                  <a:lnTo>
                    <a:pt x="7168434" y="1495726"/>
                  </a:lnTo>
                  <a:lnTo>
                    <a:pt x="7169249" y="1505069"/>
                  </a:lnTo>
                  <a:lnTo>
                    <a:pt x="7170064" y="1512195"/>
                  </a:lnTo>
                  <a:lnTo>
                    <a:pt x="7170879" y="1538853"/>
                  </a:lnTo>
                  <a:lnTo>
                    <a:pt x="7171694" y="1495825"/>
                  </a:lnTo>
                  <a:lnTo>
                    <a:pt x="7172508" y="1496456"/>
                  </a:lnTo>
                  <a:lnTo>
                    <a:pt x="7173323" y="1521752"/>
                  </a:lnTo>
                  <a:lnTo>
                    <a:pt x="7174138" y="1557095"/>
                  </a:lnTo>
                  <a:lnTo>
                    <a:pt x="7174953" y="1547703"/>
                  </a:lnTo>
                  <a:lnTo>
                    <a:pt x="7175767" y="1545966"/>
                  </a:lnTo>
                  <a:lnTo>
                    <a:pt x="7176582" y="1550722"/>
                  </a:lnTo>
                  <a:lnTo>
                    <a:pt x="7177397" y="1567463"/>
                  </a:lnTo>
                  <a:lnTo>
                    <a:pt x="7178212" y="1593595"/>
                  </a:lnTo>
                  <a:lnTo>
                    <a:pt x="7179027" y="1587788"/>
                  </a:lnTo>
                  <a:lnTo>
                    <a:pt x="7179841" y="1601916"/>
                  </a:lnTo>
                  <a:lnTo>
                    <a:pt x="7180656" y="1586578"/>
                  </a:lnTo>
                  <a:lnTo>
                    <a:pt x="7181471" y="1611470"/>
                  </a:lnTo>
                  <a:lnTo>
                    <a:pt x="7182286" y="1596853"/>
                  </a:lnTo>
                  <a:lnTo>
                    <a:pt x="7183100" y="1622787"/>
                  </a:lnTo>
                  <a:lnTo>
                    <a:pt x="7183915" y="1630709"/>
                  </a:lnTo>
                  <a:lnTo>
                    <a:pt x="7184730" y="1625208"/>
                  </a:lnTo>
                  <a:lnTo>
                    <a:pt x="7185545" y="1619684"/>
                  </a:lnTo>
                  <a:lnTo>
                    <a:pt x="7186360" y="1625346"/>
                  </a:lnTo>
                  <a:lnTo>
                    <a:pt x="7187174" y="1611785"/>
                  </a:lnTo>
                  <a:lnTo>
                    <a:pt x="7187989" y="1576147"/>
                  </a:lnTo>
                  <a:lnTo>
                    <a:pt x="7188804" y="1623447"/>
                  </a:lnTo>
                  <a:lnTo>
                    <a:pt x="7189619" y="1603480"/>
                  </a:lnTo>
                  <a:lnTo>
                    <a:pt x="7190433" y="1594337"/>
                  </a:lnTo>
                  <a:lnTo>
                    <a:pt x="7191248" y="1578727"/>
                  </a:lnTo>
                  <a:lnTo>
                    <a:pt x="7192063" y="1632858"/>
                  </a:lnTo>
                  <a:lnTo>
                    <a:pt x="7192878" y="1670192"/>
                  </a:lnTo>
                  <a:lnTo>
                    <a:pt x="7193693" y="1667923"/>
                  </a:lnTo>
                  <a:lnTo>
                    <a:pt x="7194507" y="1680804"/>
                  </a:lnTo>
                  <a:lnTo>
                    <a:pt x="7195322" y="1665287"/>
                  </a:lnTo>
                  <a:lnTo>
                    <a:pt x="7196137" y="1645899"/>
                  </a:lnTo>
                  <a:lnTo>
                    <a:pt x="7196952" y="1669006"/>
                  </a:lnTo>
                  <a:lnTo>
                    <a:pt x="7197766" y="1688607"/>
                  </a:lnTo>
                  <a:lnTo>
                    <a:pt x="7198581" y="1733365"/>
                  </a:lnTo>
                  <a:lnTo>
                    <a:pt x="7199396" y="1744296"/>
                  </a:lnTo>
                  <a:lnTo>
                    <a:pt x="7200211" y="1741445"/>
                  </a:lnTo>
                  <a:lnTo>
                    <a:pt x="7201026" y="1750039"/>
                  </a:lnTo>
                  <a:lnTo>
                    <a:pt x="7201840" y="1756701"/>
                  </a:lnTo>
                  <a:lnTo>
                    <a:pt x="7202655" y="1756701"/>
                  </a:lnTo>
                  <a:lnTo>
                    <a:pt x="7203470" y="1756701"/>
                  </a:lnTo>
                  <a:lnTo>
                    <a:pt x="7204285" y="1752272"/>
                  </a:lnTo>
                  <a:lnTo>
                    <a:pt x="7205099" y="1756701"/>
                  </a:lnTo>
                  <a:lnTo>
                    <a:pt x="7205914" y="1740432"/>
                  </a:lnTo>
                  <a:lnTo>
                    <a:pt x="7206729" y="1731645"/>
                  </a:lnTo>
                  <a:lnTo>
                    <a:pt x="7207544" y="1720445"/>
                  </a:lnTo>
                  <a:lnTo>
                    <a:pt x="7208359" y="1704629"/>
                  </a:lnTo>
                  <a:lnTo>
                    <a:pt x="7209173" y="1678876"/>
                  </a:lnTo>
                  <a:lnTo>
                    <a:pt x="7209988" y="1664651"/>
                  </a:lnTo>
                  <a:lnTo>
                    <a:pt x="7210803" y="1685994"/>
                  </a:lnTo>
                  <a:lnTo>
                    <a:pt x="7211618" y="1694357"/>
                  </a:lnTo>
                  <a:lnTo>
                    <a:pt x="7212433" y="1701417"/>
                  </a:lnTo>
                  <a:lnTo>
                    <a:pt x="7213247" y="1706537"/>
                  </a:lnTo>
                  <a:lnTo>
                    <a:pt x="7214062" y="1706289"/>
                  </a:lnTo>
                  <a:lnTo>
                    <a:pt x="7214877" y="1699997"/>
                  </a:lnTo>
                  <a:lnTo>
                    <a:pt x="7215692" y="1648002"/>
                  </a:lnTo>
                  <a:lnTo>
                    <a:pt x="7216506" y="1626504"/>
                  </a:lnTo>
                  <a:lnTo>
                    <a:pt x="7217321" y="1602466"/>
                  </a:lnTo>
                  <a:lnTo>
                    <a:pt x="7218136" y="1568369"/>
                  </a:lnTo>
                  <a:lnTo>
                    <a:pt x="7218951" y="1595763"/>
                  </a:lnTo>
                  <a:lnTo>
                    <a:pt x="7219766" y="1568071"/>
                  </a:lnTo>
                  <a:lnTo>
                    <a:pt x="7220580" y="1547109"/>
                  </a:lnTo>
                  <a:lnTo>
                    <a:pt x="7221395" y="1569958"/>
                  </a:lnTo>
                  <a:lnTo>
                    <a:pt x="7222210" y="1500333"/>
                  </a:lnTo>
                  <a:lnTo>
                    <a:pt x="7223025" y="1468103"/>
                  </a:lnTo>
                  <a:lnTo>
                    <a:pt x="7223839" y="1416295"/>
                  </a:lnTo>
                  <a:lnTo>
                    <a:pt x="7224654" y="1419923"/>
                  </a:lnTo>
                  <a:lnTo>
                    <a:pt x="7225469" y="1451034"/>
                  </a:lnTo>
                  <a:lnTo>
                    <a:pt x="7226284" y="1461374"/>
                  </a:lnTo>
                  <a:lnTo>
                    <a:pt x="7227099" y="1489391"/>
                  </a:lnTo>
                  <a:lnTo>
                    <a:pt x="7227913" y="1485165"/>
                  </a:lnTo>
                  <a:lnTo>
                    <a:pt x="7228728" y="1445687"/>
                  </a:lnTo>
                  <a:lnTo>
                    <a:pt x="7229543" y="1476951"/>
                  </a:lnTo>
                  <a:lnTo>
                    <a:pt x="7230358" y="1452402"/>
                  </a:lnTo>
                  <a:lnTo>
                    <a:pt x="7231172" y="1445059"/>
                  </a:lnTo>
                  <a:lnTo>
                    <a:pt x="7231987" y="1482721"/>
                  </a:lnTo>
                  <a:lnTo>
                    <a:pt x="7232802" y="1476318"/>
                  </a:lnTo>
                  <a:lnTo>
                    <a:pt x="7233617" y="1518374"/>
                  </a:lnTo>
                  <a:lnTo>
                    <a:pt x="7234432" y="1519916"/>
                  </a:lnTo>
                  <a:lnTo>
                    <a:pt x="7235246" y="1492902"/>
                  </a:lnTo>
                  <a:lnTo>
                    <a:pt x="7236061" y="1554113"/>
                  </a:lnTo>
                  <a:lnTo>
                    <a:pt x="7236876" y="1577610"/>
                  </a:lnTo>
                  <a:lnTo>
                    <a:pt x="7237691" y="1631512"/>
                  </a:lnTo>
                  <a:lnTo>
                    <a:pt x="7238505" y="1662414"/>
                  </a:lnTo>
                  <a:lnTo>
                    <a:pt x="7239320" y="1614022"/>
                  </a:lnTo>
                  <a:lnTo>
                    <a:pt x="7240135" y="1624174"/>
                  </a:lnTo>
                  <a:lnTo>
                    <a:pt x="7240950" y="1611541"/>
                  </a:lnTo>
                  <a:lnTo>
                    <a:pt x="7241765" y="1654677"/>
                  </a:lnTo>
                  <a:lnTo>
                    <a:pt x="7242579" y="1650634"/>
                  </a:lnTo>
                  <a:lnTo>
                    <a:pt x="7243394" y="1616564"/>
                  </a:lnTo>
                  <a:lnTo>
                    <a:pt x="7244209" y="1612211"/>
                  </a:lnTo>
                  <a:lnTo>
                    <a:pt x="7245024" y="1612150"/>
                  </a:lnTo>
                  <a:lnTo>
                    <a:pt x="7245838" y="1599747"/>
                  </a:lnTo>
                  <a:lnTo>
                    <a:pt x="7246653" y="1587290"/>
                  </a:lnTo>
                  <a:lnTo>
                    <a:pt x="7247468" y="1597084"/>
                  </a:lnTo>
                  <a:lnTo>
                    <a:pt x="7248283" y="1654033"/>
                  </a:lnTo>
                  <a:lnTo>
                    <a:pt x="7249098" y="1665036"/>
                  </a:lnTo>
                  <a:lnTo>
                    <a:pt x="7249912" y="1700112"/>
                  </a:lnTo>
                  <a:lnTo>
                    <a:pt x="7250727" y="1689880"/>
                  </a:lnTo>
                  <a:lnTo>
                    <a:pt x="7251542" y="1713127"/>
                  </a:lnTo>
                  <a:lnTo>
                    <a:pt x="7252357" y="1706375"/>
                  </a:lnTo>
                  <a:lnTo>
                    <a:pt x="7253172" y="1680547"/>
                  </a:lnTo>
                  <a:lnTo>
                    <a:pt x="7253986" y="1671252"/>
                  </a:lnTo>
                  <a:lnTo>
                    <a:pt x="7254801" y="1626260"/>
                  </a:lnTo>
                  <a:lnTo>
                    <a:pt x="7255616" y="1659954"/>
                  </a:lnTo>
                  <a:lnTo>
                    <a:pt x="7256431" y="1664583"/>
                  </a:lnTo>
                  <a:lnTo>
                    <a:pt x="7257245" y="1680158"/>
                  </a:lnTo>
                  <a:lnTo>
                    <a:pt x="7258060" y="1682677"/>
                  </a:lnTo>
                  <a:lnTo>
                    <a:pt x="7258875" y="1686306"/>
                  </a:lnTo>
                  <a:lnTo>
                    <a:pt x="7259690" y="1655761"/>
                  </a:lnTo>
                  <a:lnTo>
                    <a:pt x="7260505" y="1668979"/>
                  </a:lnTo>
                  <a:lnTo>
                    <a:pt x="7261319" y="1673669"/>
                  </a:lnTo>
                  <a:lnTo>
                    <a:pt x="7262134" y="1707352"/>
                  </a:lnTo>
                  <a:lnTo>
                    <a:pt x="7262949" y="1707031"/>
                  </a:lnTo>
                  <a:lnTo>
                    <a:pt x="7263764" y="1690505"/>
                  </a:lnTo>
                  <a:lnTo>
                    <a:pt x="7264578" y="1673876"/>
                  </a:lnTo>
                  <a:lnTo>
                    <a:pt x="7265393" y="1671654"/>
                  </a:lnTo>
                  <a:lnTo>
                    <a:pt x="7266208" y="1662107"/>
                  </a:lnTo>
                  <a:lnTo>
                    <a:pt x="7267023" y="1670680"/>
                  </a:lnTo>
                  <a:lnTo>
                    <a:pt x="7267838" y="1675883"/>
                  </a:lnTo>
                  <a:lnTo>
                    <a:pt x="7268652" y="1696595"/>
                  </a:lnTo>
                  <a:lnTo>
                    <a:pt x="7269467" y="1702150"/>
                  </a:lnTo>
                  <a:lnTo>
                    <a:pt x="7270282" y="1656135"/>
                  </a:lnTo>
                  <a:lnTo>
                    <a:pt x="7271097" y="1628446"/>
                  </a:lnTo>
                  <a:lnTo>
                    <a:pt x="7271911" y="1606731"/>
                  </a:lnTo>
                  <a:lnTo>
                    <a:pt x="7272726" y="1579599"/>
                  </a:lnTo>
                  <a:lnTo>
                    <a:pt x="7273541" y="1600752"/>
                  </a:lnTo>
                  <a:lnTo>
                    <a:pt x="7274356" y="1596927"/>
                  </a:lnTo>
                  <a:lnTo>
                    <a:pt x="7275171" y="1576044"/>
                  </a:lnTo>
                  <a:lnTo>
                    <a:pt x="7275985" y="1619077"/>
                  </a:lnTo>
                  <a:lnTo>
                    <a:pt x="7276800" y="1595594"/>
                  </a:lnTo>
                  <a:lnTo>
                    <a:pt x="7277615" y="1559897"/>
                  </a:lnTo>
                  <a:lnTo>
                    <a:pt x="7278430" y="1606810"/>
                  </a:lnTo>
                  <a:lnTo>
                    <a:pt x="7279244" y="1630220"/>
                  </a:lnTo>
                  <a:lnTo>
                    <a:pt x="7280059" y="1674430"/>
                  </a:lnTo>
                  <a:lnTo>
                    <a:pt x="7280874" y="1680164"/>
                  </a:lnTo>
                  <a:lnTo>
                    <a:pt x="7281689" y="1724007"/>
                  </a:lnTo>
                  <a:lnTo>
                    <a:pt x="7282504" y="1739332"/>
                  </a:lnTo>
                  <a:lnTo>
                    <a:pt x="7283318" y="1726566"/>
                  </a:lnTo>
                  <a:lnTo>
                    <a:pt x="7284133" y="1698096"/>
                  </a:lnTo>
                  <a:lnTo>
                    <a:pt x="7284948" y="1701214"/>
                  </a:lnTo>
                  <a:lnTo>
                    <a:pt x="7285763" y="1731058"/>
                  </a:lnTo>
                  <a:lnTo>
                    <a:pt x="7286577" y="1729009"/>
                  </a:lnTo>
                  <a:lnTo>
                    <a:pt x="7287392" y="1678278"/>
                  </a:lnTo>
                  <a:lnTo>
                    <a:pt x="7288207" y="1662540"/>
                  </a:lnTo>
                  <a:lnTo>
                    <a:pt x="7289022" y="1640410"/>
                  </a:lnTo>
                  <a:lnTo>
                    <a:pt x="7289837" y="1674939"/>
                  </a:lnTo>
                  <a:lnTo>
                    <a:pt x="7290651" y="1687449"/>
                  </a:lnTo>
                  <a:lnTo>
                    <a:pt x="7291466" y="1610096"/>
                  </a:lnTo>
                  <a:lnTo>
                    <a:pt x="7292281" y="1641250"/>
                  </a:lnTo>
                  <a:lnTo>
                    <a:pt x="7293096" y="1626326"/>
                  </a:lnTo>
                  <a:lnTo>
                    <a:pt x="7293911" y="1623266"/>
                  </a:lnTo>
                  <a:lnTo>
                    <a:pt x="7294725" y="1620542"/>
                  </a:lnTo>
                  <a:lnTo>
                    <a:pt x="7295540" y="1634340"/>
                  </a:lnTo>
                  <a:lnTo>
                    <a:pt x="7296355" y="1641303"/>
                  </a:lnTo>
                  <a:lnTo>
                    <a:pt x="7297170" y="1623435"/>
                  </a:lnTo>
                  <a:lnTo>
                    <a:pt x="7297984" y="1585036"/>
                  </a:lnTo>
                  <a:lnTo>
                    <a:pt x="7298799" y="1561221"/>
                  </a:lnTo>
                  <a:lnTo>
                    <a:pt x="7299614" y="1545078"/>
                  </a:lnTo>
                  <a:lnTo>
                    <a:pt x="7300429" y="1535032"/>
                  </a:lnTo>
                  <a:lnTo>
                    <a:pt x="7301244" y="1518907"/>
                  </a:lnTo>
                  <a:lnTo>
                    <a:pt x="7302058" y="1529538"/>
                  </a:lnTo>
                  <a:lnTo>
                    <a:pt x="7302873" y="1516800"/>
                  </a:lnTo>
                  <a:lnTo>
                    <a:pt x="7303688" y="1521634"/>
                  </a:lnTo>
                  <a:lnTo>
                    <a:pt x="7304503" y="1548261"/>
                  </a:lnTo>
                  <a:lnTo>
                    <a:pt x="7305317" y="1563052"/>
                  </a:lnTo>
                  <a:lnTo>
                    <a:pt x="7306132" y="1573816"/>
                  </a:lnTo>
                  <a:lnTo>
                    <a:pt x="7306947" y="1565335"/>
                  </a:lnTo>
                  <a:lnTo>
                    <a:pt x="7307762" y="1594537"/>
                  </a:lnTo>
                  <a:lnTo>
                    <a:pt x="7308577" y="1623231"/>
                  </a:lnTo>
                  <a:lnTo>
                    <a:pt x="7309391" y="1618662"/>
                  </a:lnTo>
                  <a:lnTo>
                    <a:pt x="7310206" y="1629435"/>
                  </a:lnTo>
                  <a:lnTo>
                    <a:pt x="7311021" y="1641112"/>
                  </a:lnTo>
                  <a:lnTo>
                    <a:pt x="7311836" y="1676825"/>
                  </a:lnTo>
                  <a:lnTo>
                    <a:pt x="7312650" y="1692165"/>
                  </a:lnTo>
                  <a:lnTo>
                    <a:pt x="7313465" y="1665251"/>
                  </a:lnTo>
                  <a:lnTo>
                    <a:pt x="7314280" y="1631535"/>
                  </a:lnTo>
                  <a:lnTo>
                    <a:pt x="7315095" y="1632804"/>
                  </a:lnTo>
                  <a:lnTo>
                    <a:pt x="7315910" y="1672313"/>
                  </a:lnTo>
                  <a:lnTo>
                    <a:pt x="7316724" y="1672807"/>
                  </a:lnTo>
                  <a:lnTo>
                    <a:pt x="7317539" y="1635957"/>
                  </a:lnTo>
                  <a:lnTo>
                    <a:pt x="7318354" y="1644047"/>
                  </a:lnTo>
                  <a:lnTo>
                    <a:pt x="7319169" y="1621856"/>
                  </a:lnTo>
                  <a:lnTo>
                    <a:pt x="7319983" y="1653126"/>
                  </a:lnTo>
                  <a:lnTo>
                    <a:pt x="7320798" y="1615680"/>
                  </a:lnTo>
                  <a:lnTo>
                    <a:pt x="7321613" y="1556818"/>
                  </a:lnTo>
                  <a:lnTo>
                    <a:pt x="7322428" y="1551570"/>
                  </a:lnTo>
                  <a:lnTo>
                    <a:pt x="7323243" y="1595500"/>
                  </a:lnTo>
                  <a:lnTo>
                    <a:pt x="7324057" y="1577429"/>
                  </a:lnTo>
                  <a:lnTo>
                    <a:pt x="7324872" y="1547802"/>
                  </a:lnTo>
                  <a:lnTo>
                    <a:pt x="7325687" y="1574734"/>
                  </a:lnTo>
                  <a:lnTo>
                    <a:pt x="7326502" y="1595671"/>
                  </a:lnTo>
                  <a:lnTo>
                    <a:pt x="7327316" y="1603901"/>
                  </a:lnTo>
                  <a:lnTo>
                    <a:pt x="7328131" y="1557091"/>
                  </a:lnTo>
                  <a:lnTo>
                    <a:pt x="7328946" y="1554907"/>
                  </a:lnTo>
                  <a:lnTo>
                    <a:pt x="7329761" y="1514227"/>
                  </a:lnTo>
                  <a:lnTo>
                    <a:pt x="7330576" y="1540142"/>
                  </a:lnTo>
                  <a:lnTo>
                    <a:pt x="7331390" y="1549275"/>
                  </a:lnTo>
                  <a:lnTo>
                    <a:pt x="7332205" y="1520263"/>
                  </a:lnTo>
                  <a:lnTo>
                    <a:pt x="7333020" y="1566204"/>
                  </a:lnTo>
                  <a:lnTo>
                    <a:pt x="7333835" y="1575607"/>
                  </a:lnTo>
                  <a:lnTo>
                    <a:pt x="7334650" y="1564030"/>
                  </a:lnTo>
                  <a:lnTo>
                    <a:pt x="7335464" y="1477058"/>
                  </a:lnTo>
                  <a:lnTo>
                    <a:pt x="7336279" y="1458060"/>
                  </a:lnTo>
                  <a:lnTo>
                    <a:pt x="7337094" y="1434213"/>
                  </a:lnTo>
                  <a:lnTo>
                    <a:pt x="7337909" y="1451687"/>
                  </a:lnTo>
                  <a:lnTo>
                    <a:pt x="7338723" y="1520793"/>
                  </a:lnTo>
                  <a:lnTo>
                    <a:pt x="7339538" y="1576060"/>
                  </a:lnTo>
                  <a:lnTo>
                    <a:pt x="7340353" y="1638699"/>
                  </a:lnTo>
                  <a:lnTo>
                    <a:pt x="7341168" y="1658228"/>
                  </a:lnTo>
                  <a:lnTo>
                    <a:pt x="7341983" y="1652441"/>
                  </a:lnTo>
                  <a:lnTo>
                    <a:pt x="7342797" y="1675217"/>
                  </a:lnTo>
                  <a:lnTo>
                    <a:pt x="7343612" y="1674586"/>
                  </a:lnTo>
                  <a:lnTo>
                    <a:pt x="7344427" y="1675327"/>
                  </a:lnTo>
                  <a:lnTo>
                    <a:pt x="7345242" y="1668471"/>
                  </a:lnTo>
                  <a:lnTo>
                    <a:pt x="7346056" y="1671213"/>
                  </a:lnTo>
                  <a:lnTo>
                    <a:pt x="7346871" y="1668312"/>
                  </a:lnTo>
                  <a:lnTo>
                    <a:pt x="7347686" y="1612565"/>
                  </a:lnTo>
                  <a:lnTo>
                    <a:pt x="7348501" y="1584989"/>
                  </a:lnTo>
                  <a:lnTo>
                    <a:pt x="7349316" y="1559427"/>
                  </a:lnTo>
                  <a:lnTo>
                    <a:pt x="7350130" y="1547637"/>
                  </a:lnTo>
                  <a:lnTo>
                    <a:pt x="7350945" y="1504618"/>
                  </a:lnTo>
                  <a:lnTo>
                    <a:pt x="7351760" y="1469653"/>
                  </a:lnTo>
                  <a:lnTo>
                    <a:pt x="7352575" y="1525686"/>
                  </a:lnTo>
                  <a:lnTo>
                    <a:pt x="7353389" y="1628833"/>
                  </a:lnTo>
                  <a:lnTo>
                    <a:pt x="7354204" y="1609129"/>
                  </a:lnTo>
                  <a:lnTo>
                    <a:pt x="7355019" y="1614291"/>
                  </a:lnTo>
                  <a:lnTo>
                    <a:pt x="7355834" y="1594346"/>
                  </a:lnTo>
                  <a:lnTo>
                    <a:pt x="7356649" y="1637172"/>
                  </a:lnTo>
                  <a:lnTo>
                    <a:pt x="7357463" y="1663303"/>
                  </a:lnTo>
                  <a:lnTo>
                    <a:pt x="7358278" y="1655152"/>
                  </a:lnTo>
                  <a:lnTo>
                    <a:pt x="7359093" y="1685963"/>
                  </a:lnTo>
                  <a:lnTo>
                    <a:pt x="7359908" y="1690285"/>
                  </a:lnTo>
                  <a:lnTo>
                    <a:pt x="7360722" y="1725235"/>
                  </a:lnTo>
                  <a:lnTo>
                    <a:pt x="7361537" y="1682064"/>
                  </a:lnTo>
                  <a:lnTo>
                    <a:pt x="7362352" y="1657857"/>
                  </a:lnTo>
                  <a:lnTo>
                    <a:pt x="7363167" y="1633765"/>
                  </a:lnTo>
                  <a:lnTo>
                    <a:pt x="7363982" y="1621758"/>
                  </a:lnTo>
                  <a:lnTo>
                    <a:pt x="7364796" y="1610827"/>
                  </a:lnTo>
                  <a:lnTo>
                    <a:pt x="7365611" y="1625329"/>
                  </a:lnTo>
                  <a:lnTo>
                    <a:pt x="7366426" y="1617366"/>
                  </a:lnTo>
                  <a:lnTo>
                    <a:pt x="7367241" y="1628648"/>
                  </a:lnTo>
                  <a:lnTo>
                    <a:pt x="7368055" y="1595356"/>
                  </a:lnTo>
                  <a:lnTo>
                    <a:pt x="7368870" y="1564883"/>
                  </a:lnTo>
                  <a:lnTo>
                    <a:pt x="7369685" y="1541086"/>
                  </a:lnTo>
                  <a:lnTo>
                    <a:pt x="7370500" y="1541089"/>
                  </a:lnTo>
                  <a:lnTo>
                    <a:pt x="7371315" y="1555134"/>
                  </a:lnTo>
                  <a:lnTo>
                    <a:pt x="7372129" y="1585270"/>
                  </a:lnTo>
                  <a:lnTo>
                    <a:pt x="7372944" y="1612508"/>
                  </a:lnTo>
                  <a:lnTo>
                    <a:pt x="7373759" y="1587236"/>
                  </a:lnTo>
                  <a:lnTo>
                    <a:pt x="7374574" y="1549177"/>
                  </a:lnTo>
                  <a:lnTo>
                    <a:pt x="7375389" y="1552250"/>
                  </a:lnTo>
                  <a:lnTo>
                    <a:pt x="7376203" y="1573734"/>
                  </a:lnTo>
                  <a:lnTo>
                    <a:pt x="7377018" y="1578197"/>
                  </a:lnTo>
                  <a:lnTo>
                    <a:pt x="7377833" y="1572380"/>
                  </a:lnTo>
                  <a:lnTo>
                    <a:pt x="7378648" y="1591117"/>
                  </a:lnTo>
                  <a:lnTo>
                    <a:pt x="7379462" y="1629795"/>
                  </a:lnTo>
                  <a:lnTo>
                    <a:pt x="7380277" y="1623115"/>
                  </a:lnTo>
                  <a:lnTo>
                    <a:pt x="7381092" y="1629345"/>
                  </a:lnTo>
                  <a:lnTo>
                    <a:pt x="7381907" y="1610541"/>
                  </a:lnTo>
                  <a:lnTo>
                    <a:pt x="7382722" y="1625967"/>
                  </a:lnTo>
                  <a:lnTo>
                    <a:pt x="7383536" y="1614106"/>
                  </a:lnTo>
                  <a:lnTo>
                    <a:pt x="7384351" y="1567436"/>
                  </a:lnTo>
                  <a:lnTo>
                    <a:pt x="7385166" y="1561754"/>
                  </a:lnTo>
                  <a:lnTo>
                    <a:pt x="7385981" y="1548251"/>
                  </a:lnTo>
                  <a:lnTo>
                    <a:pt x="7386795" y="1529219"/>
                  </a:lnTo>
                  <a:lnTo>
                    <a:pt x="7387610" y="1514549"/>
                  </a:lnTo>
                  <a:lnTo>
                    <a:pt x="7388425" y="1545347"/>
                  </a:lnTo>
                  <a:lnTo>
                    <a:pt x="7389240" y="1572589"/>
                  </a:lnTo>
                  <a:lnTo>
                    <a:pt x="7390055" y="1579527"/>
                  </a:lnTo>
                  <a:lnTo>
                    <a:pt x="7390869" y="1513505"/>
                  </a:lnTo>
                  <a:lnTo>
                    <a:pt x="7391684" y="1494978"/>
                  </a:lnTo>
                  <a:lnTo>
                    <a:pt x="7392499" y="1500591"/>
                  </a:lnTo>
                  <a:lnTo>
                    <a:pt x="7393314" y="1491039"/>
                  </a:lnTo>
                  <a:lnTo>
                    <a:pt x="7394128" y="1518753"/>
                  </a:lnTo>
                  <a:lnTo>
                    <a:pt x="7394943" y="1521534"/>
                  </a:lnTo>
                  <a:lnTo>
                    <a:pt x="7395758" y="1558915"/>
                  </a:lnTo>
                  <a:lnTo>
                    <a:pt x="7396573" y="1573735"/>
                  </a:lnTo>
                  <a:lnTo>
                    <a:pt x="7397388" y="1563735"/>
                  </a:lnTo>
                  <a:lnTo>
                    <a:pt x="7398202" y="1608201"/>
                  </a:lnTo>
                  <a:lnTo>
                    <a:pt x="7399017" y="1562103"/>
                  </a:lnTo>
                  <a:lnTo>
                    <a:pt x="7399832" y="1543334"/>
                  </a:lnTo>
                  <a:lnTo>
                    <a:pt x="7400647" y="1523574"/>
                  </a:lnTo>
                  <a:lnTo>
                    <a:pt x="7401461" y="1590836"/>
                  </a:lnTo>
                  <a:lnTo>
                    <a:pt x="7402276" y="1572816"/>
                  </a:lnTo>
                  <a:lnTo>
                    <a:pt x="7403091" y="1520340"/>
                  </a:lnTo>
                  <a:lnTo>
                    <a:pt x="7403906" y="1499420"/>
                  </a:lnTo>
                  <a:lnTo>
                    <a:pt x="7404721" y="1524017"/>
                  </a:lnTo>
                  <a:lnTo>
                    <a:pt x="7405535" y="1522128"/>
                  </a:lnTo>
                  <a:lnTo>
                    <a:pt x="7406350" y="1495803"/>
                  </a:lnTo>
                  <a:lnTo>
                    <a:pt x="7407165" y="1497772"/>
                  </a:lnTo>
                  <a:lnTo>
                    <a:pt x="7407980" y="1529375"/>
                  </a:lnTo>
                  <a:lnTo>
                    <a:pt x="7408794" y="1560841"/>
                  </a:lnTo>
                  <a:lnTo>
                    <a:pt x="7409609" y="1537940"/>
                  </a:lnTo>
                  <a:lnTo>
                    <a:pt x="7410424" y="1537591"/>
                  </a:lnTo>
                  <a:lnTo>
                    <a:pt x="7411239" y="1581730"/>
                  </a:lnTo>
                  <a:lnTo>
                    <a:pt x="7412054" y="1598954"/>
                  </a:lnTo>
                  <a:lnTo>
                    <a:pt x="7412868" y="1555113"/>
                  </a:lnTo>
                  <a:lnTo>
                    <a:pt x="7413683" y="1545821"/>
                  </a:lnTo>
                  <a:lnTo>
                    <a:pt x="7414498" y="1573137"/>
                  </a:lnTo>
                  <a:lnTo>
                    <a:pt x="7415313" y="1642617"/>
                  </a:lnTo>
                  <a:lnTo>
                    <a:pt x="7416128" y="1683845"/>
                  </a:lnTo>
                  <a:lnTo>
                    <a:pt x="7416942" y="1681740"/>
                  </a:lnTo>
                  <a:lnTo>
                    <a:pt x="7417757" y="1706608"/>
                  </a:lnTo>
                  <a:lnTo>
                    <a:pt x="7418572" y="1695719"/>
                  </a:lnTo>
                  <a:lnTo>
                    <a:pt x="7419387" y="1672692"/>
                  </a:lnTo>
                  <a:lnTo>
                    <a:pt x="7420201" y="1635484"/>
                  </a:lnTo>
                  <a:lnTo>
                    <a:pt x="7421016" y="1561569"/>
                  </a:lnTo>
                  <a:lnTo>
                    <a:pt x="7421831" y="1557687"/>
                  </a:lnTo>
                  <a:lnTo>
                    <a:pt x="7422646" y="1551121"/>
                  </a:lnTo>
                  <a:lnTo>
                    <a:pt x="7423461" y="1559776"/>
                  </a:lnTo>
                  <a:lnTo>
                    <a:pt x="7424275" y="1598073"/>
                  </a:lnTo>
                  <a:lnTo>
                    <a:pt x="7425090" y="1553737"/>
                  </a:lnTo>
                  <a:lnTo>
                    <a:pt x="7425905" y="1595437"/>
                  </a:lnTo>
                  <a:lnTo>
                    <a:pt x="7426720" y="1633753"/>
                  </a:lnTo>
                  <a:lnTo>
                    <a:pt x="7427534" y="1663982"/>
                  </a:lnTo>
                  <a:lnTo>
                    <a:pt x="7428349" y="1643513"/>
                  </a:lnTo>
                  <a:lnTo>
                    <a:pt x="7429164" y="1599125"/>
                  </a:lnTo>
                  <a:lnTo>
                    <a:pt x="7429979" y="1590765"/>
                  </a:lnTo>
                  <a:lnTo>
                    <a:pt x="7430794" y="1542890"/>
                  </a:lnTo>
                  <a:lnTo>
                    <a:pt x="7431608" y="1593749"/>
                  </a:lnTo>
                  <a:lnTo>
                    <a:pt x="7432423" y="1617673"/>
                  </a:lnTo>
                  <a:lnTo>
                    <a:pt x="7433238" y="1594389"/>
                  </a:lnTo>
                  <a:lnTo>
                    <a:pt x="7434053" y="1580678"/>
                  </a:lnTo>
                  <a:lnTo>
                    <a:pt x="7434867" y="1605710"/>
                  </a:lnTo>
                  <a:lnTo>
                    <a:pt x="7435682" y="1616502"/>
                  </a:lnTo>
                  <a:lnTo>
                    <a:pt x="7436497" y="1614589"/>
                  </a:lnTo>
                  <a:lnTo>
                    <a:pt x="7437312" y="1575368"/>
                  </a:lnTo>
                  <a:lnTo>
                    <a:pt x="7438127" y="1574609"/>
                  </a:lnTo>
                  <a:lnTo>
                    <a:pt x="7438941" y="1569627"/>
                  </a:lnTo>
                  <a:lnTo>
                    <a:pt x="7439756" y="1562450"/>
                  </a:lnTo>
                  <a:lnTo>
                    <a:pt x="7440571" y="1540616"/>
                  </a:lnTo>
                  <a:lnTo>
                    <a:pt x="7441386" y="1513922"/>
                  </a:lnTo>
                  <a:lnTo>
                    <a:pt x="7442200" y="1495060"/>
                  </a:lnTo>
                  <a:lnTo>
                    <a:pt x="7443015" y="1496399"/>
                  </a:lnTo>
                  <a:lnTo>
                    <a:pt x="7443830" y="1507422"/>
                  </a:lnTo>
                  <a:lnTo>
                    <a:pt x="7444645" y="1534912"/>
                  </a:lnTo>
                  <a:lnTo>
                    <a:pt x="7445460" y="1578982"/>
                  </a:lnTo>
                  <a:lnTo>
                    <a:pt x="7446274" y="1597354"/>
                  </a:lnTo>
                  <a:lnTo>
                    <a:pt x="7447089" y="1591281"/>
                  </a:lnTo>
                  <a:lnTo>
                    <a:pt x="7447904" y="1557831"/>
                  </a:lnTo>
                  <a:lnTo>
                    <a:pt x="7448719" y="1544587"/>
                  </a:lnTo>
                  <a:lnTo>
                    <a:pt x="7449534" y="1499914"/>
                  </a:lnTo>
                  <a:lnTo>
                    <a:pt x="7450348" y="1480725"/>
                  </a:lnTo>
                  <a:lnTo>
                    <a:pt x="7451163" y="1478568"/>
                  </a:lnTo>
                  <a:lnTo>
                    <a:pt x="7451978" y="1487056"/>
                  </a:lnTo>
                  <a:lnTo>
                    <a:pt x="7452793" y="1514310"/>
                  </a:lnTo>
                  <a:lnTo>
                    <a:pt x="7453607" y="1548663"/>
                  </a:lnTo>
                  <a:lnTo>
                    <a:pt x="7454422" y="1509333"/>
                  </a:lnTo>
                  <a:lnTo>
                    <a:pt x="7455237" y="1576056"/>
                  </a:lnTo>
                  <a:lnTo>
                    <a:pt x="7456052" y="1557645"/>
                  </a:lnTo>
                  <a:lnTo>
                    <a:pt x="7456867" y="1536263"/>
                  </a:lnTo>
                  <a:lnTo>
                    <a:pt x="7457681" y="1541452"/>
                  </a:lnTo>
                  <a:lnTo>
                    <a:pt x="7458496" y="1596032"/>
                  </a:lnTo>
                  <a:lnTo>
                    <a:pt x="7459311" y="1597597"/>
                  </a:lnTo>
                  <a:lnTo>
                    <a:pt x="7460126" y="1570422"/>
                  </a:lnTo>
                  <a:lnTo>
                    <a:pt x="7460940" y="1547014"/>
                  </a:lnTo>
                  <a:lnTo>
                    <a:pt x="7461755" y="1489965"/>
                  </a:lnTo>
                  <a:lnTo>
                    <a:pt x="7462570" y="1452395"/>
                  </a:lnTo>
                  <a:lnTo>
                    <a:pt x="7463385" y="1448709"/>
                  </a:lnTo>
                  <a:lnTo>
                    <a:pt x="7464200" y="1452782"/>
                  </a:lnTo>
                  <a:lnTo>
                    <a:pt x="7465014" y="1456251"/>
                  </a:lnTo>
                  <a:lnTo>
                    <a:pt x="7465829" y="1462710"/>
                  </a:lnTo>
                  <a:lnTo>
                    <a:pt x="7466644" y="1469670"/>
                  </a:lnTo>
                  <a:lnTo>
                    <a:pt x="7467459" y="1480023"/>
                  </a:lnTo>
                  <a:lnTo>
                    <a:pt x="7468273" y="1542035"/>
                  </a:lnTo>
                  <a:lnTo>
                    <a:pt x="7469088" y="1486282"/>
                  </a:lnTo>
                  <a:lnTo>
                    <a:pt x="7469903" y="1481119"/>
                  </a:lnTo>
                  <a:lnTo>
                    <a:pt x="7470718" y="1521576"/>
                  </a:lnTo>
                  <a:lnTo>
                    <a:pt x="7471533" y="1552750"/>
                  </a:lnTo>
                  <a:lnTo>
                    <a:pt x="7472347" y="1571081"/>
                  </a:lnTo>
                  <a:lnTo>
                    <a:pt x="7473162" y="1550045"/>
                  </a:lnTo>
                  <a:lnTo>
                    <a:pt x="7473977" y="1581988"/>
                  </a:lnTo>
                  <a:lnTo>
                    <a:pt x="7474792" y="1565259"/>
                  </a:lnTo>
                  <a:lnTo>
                    <a:pt x="7475606" y="1576790"/>
                  </a:lnTo>
                  <a:lnTo>
                    <a:pt x="7476421" y="1615358"/>
                  </a:lnTo>
                  <a:lnTo>
                    <a:pt x="7477236" y="1626841"/>
                  </a:lnTo>
                  <a:lnTo>
                    <a:pt x="7478051" y="1696298"/>
                  </a:lnTo>
                  <a:lnTo>
                    <a:pt x="7478866" y="1732376"/>
                  </a:lnTo>
                  <a:lnTo>
                    <a:pt x="7479680" y="1702577"/>
                  </a:lnTo>
                  <a:lnTo>
                    <a:pt x="7480495" y="1720900"/>
                  </a:lnTo>
                  <a:lnTo>
                    <a:pt x="7481310" y="1698870"/>
                  </a:lnTo>
                  <a:lnTo>
                    <a:pt x="7482125" y="1731252"/>
                  </a:lnTo>
                  <a:lnTo>
                    <a:pt x="7482939" y="1747145"/>
                  </a:lnTo>
                  <a:lnTo>
                    <a:pt x="7483754" y="1750690"/>
                  </a:lnTo>
                  <a:lnTo>
                    <a:pt x="7484569" y="1756701"/>
                  </a:lnTo>
                  <a:lnTo>
                    <a:pt x="7485384" y="1741273"/>
                  </a:lnTo>
                  <a:lnTo>
                    <a:pt x="7486199" y="1744686"/>
                  </a:lnTo>
                  <a:lnTo>
                    <a:pt x="7487013" y="1738867"/>
                  </a:lnTo>
                  <a:lnTo>
                    <a:pt x="7487828" y="1736599"/>
                  </a:lnTo>
                  <a:lnTo>
                    <a:pt x="7488643" y="1722412"/>
                  </a:lnTo>
                  <a:lnTo>
                    <a:pt x="7489458" y="1719088"/>
                  </a:lnTo>
                  <a:lnTo>
                    <a:pt x="7490273" y="1727317"/>
                  </a:lnTo>
                  <a:lnTo>
                    <a:pt x="7491087" y="1725675"/>
                  </a:lnTo>
                  <a:lnTo>
                    <a:pt x="7491902" y="1714943"/>
                  </a:lnTo>
                  <a:lnTo>
                    <a:pt x="7492717" y="1713073"/>
                  </a:lnTo>
                  <a:lnTo>
                    <a:pt x="7493532" y="1705709"/>
                  </a:lnTo>
                  <a:lnTo>
                    <a:pt x="7494346" y="1687730"/>
                  </a:lnTo>
                  <a:lnTo>
                    <a:pt x="7495161" y="1643696"/>
                  </a:lnTo>
                  <a:lnTo>
                    <a:pt x="7495976" y="1612574"/>
                  </a:lnTo>
                  <a:lnTo>
                    <a:pt x="7496791" y="1580613"/>
                  </a:lnTo>
                  <a:lnTo>
                    <a:pt x="7497606" y="1577323"/>
                  </a:lnTo>
                  <a:lnTo>
                    <a:pt x="7498420" y="1562343"/>
                  </a:lnTo>
                  <a:lnTo>
                    <a:pt x="7499235" y="1486870"/>
                  </a:lnTo>
                  <a:lnTo>
                    <a:pt x="7500050" y="1486328"/>
                  </a:lnTo>
                  <a:lnTo>
                    <a:pt x="7500865" y="1535701"/>
                  </a:lnTo>
                  <a:lnTo>
                    <a:pt x="7501679" y="1544118"/>
                  </a:lnTo>
                  <a:lnTo>
                    <a:pt x="7502494" y="1509576"/>
                  </a:lnTo>
                  <a:lnTo>
                    <a:pt x="7503309" y="1489896"/>
                  </a:lnTo>
                  <a:lnTo>
                    <a:pt x="7504124" y="1499295"/>
                  </a:lnTo>
                  <a:lnTo>
                    <a:pt x="7504939" y="1508803"/>
                  </a:lnTo>
                  <a:lnTo>
                    <a:pt x="7505753" y="1522966"/>
                  </a:lnTo>
                  <a:lnTo>
                    <a:pt x="7506568" y="1506556"/>
                  </a:lnTo>
                  <a:lnTo>
                    <a:pt x="7507383" y="1532529"/>
                  </a:lnTo>
                  <a:lnTo>
                    <a:pt x="7508198" y="1581633"/>
                  </a:lnTo>
                  <a:lnTo>
                    <a:pt x="7509012" y="1566297"/>
                  </a:lnTo>
                  <a:lnTo>
                    <a:pt x="7509827" y="1544169"/>
                  </a:lnTo>
                  <a:lnTo>
                    <a:pt x="7510642" y="1483612"/>
                  </a:lnTo>
                  <a:lnTo>
                    <a:pt x="7511457" y="1469090"/>
                  </a:lnTo>
                  <a:lnTo>
                    <a:pt x="7512272" y="1503113"/>
                  </a:lnTo>
                  <a:lnTo>
                    <a:pt x="7513086" y="1521953"/>
                  </a:lnTo>
                  <a:lnTo>
                    <a:pt x="7513901" y="1527100"/>
                  </a:lnTo>
                  <a:lnTo>
                    <a:pt x="7514716" y="1484517"/>
                  </a:lnTo>
                  <a:lnTo>
                    <a:pt x="7515531" y="1542623"/>
                  </a:lnTo>
                  <a:lnTo>
                    <a:pt x="7516345" y="1559867"/>
                  </a:lnTo>
                  <a:lnTo>
                    <a:pt x="7517160" y="1484629"/>
                  </a:lnTo>
                  <a:lnTo>
                    <a:pt x="7517975" y="1464132"/>
                  </a:lnTo>
                  <a:lnTo>
                    <a:pt x="7518790" y="1512605"/>
                  </a:lnTo>
                  <a:lnTo>
                    <a:pt x="7519605" y="1560131"/>
                  </a:lnTo>
                  <a:lnTo>
                    <a:pt x="7520419" y="1529573"/>
                  </a:lnTo>
                  <a:lnTo>
                    <a:pt x="7521234" y="1459369"/>
                  </a:lnTo>
                  <a:lnTo>
                    <a:pt x="7522049" y="1487929"/>
                  </a:lnTo>
                  <a:lnTo>
                    <a:pt x="7522864" y="1489440"/>
                  </a:lnTo>
                  <a:lnTo>
                    <a:pt x="7523678" y="1494974"/>
                  </a:lnTo>
                  <a:lnTo>
                    <a:pt x="7524493" y="1486126"/>
                  </a:lnTo>
                  <a:lnTo>
                    <a:pt x="7525308" y="1510284"/>
                  </a:lnTo>
                  <a:lnTo>
                    <a:pt x="7526123" y="1542604"/>
                  </a:lnTo>
                  <a:lnTo>
                    <a:pt x="7526938" y="1548152"/>
                  </a:lnTo>
                  <a:lnTo>
                    <a:pt x="7527752" y="1546774"/>
                  </a:lnTo>
                  <a:lnTo>
                    <a:pt x="7528567" y="1649283"/>
                  </a:lnTo>
                  <a:lnTo>
                    <a:pt x="7529382" y="1649181"/>
                  </a:lnTo>
                  <a:lnTo>
                    <a:pt x="7530197" y="1653306"/>
                  </a:lnTo>
                  <a:lnTo>
                    <a:pt x="7531012" y="1655636"/>
                  </a:lnTo>
                  <a:lnTo>
                    <a:pt x="7531826" y="1675375"/>
                  </a:lnTo>
                  <a:lnTo>
                    <a:pt x="7532641" y="1628940"/>
                  </a:lnTo>
                  <a:lnTo>
                    <a:pt x="7533456" y="1619609"/>
                  </a:lnTo>
                  <a:lnTo>
                    <a:pt x="7534271" y="1622456"/>
                  </a:lnTo>
                  <a:lnTo>
                    <a:pt x="7535085" y="1669460"/>
                  </a:lnTo>
                  <a:lnTo>
                    <a:pt x="7535900" y="1670813"/>
                  </a:lnTo>
                  <a:lnTo>
                    <a:pt x="7536715" y="1614427"/>
                  </a:lnTo>
                  <a:lnTo>
                    <a:pt x="7537530" y="1609751"/>
                  </a:lnTo>
                  <a:lnTo>
                    <a:pt x="7538345" y="1610834"/>
                  </a:lnTo>
                  <a:lnTo>
                    <a:pt x="7539159" y="1621809"/>
                  </a:lnTo>
                  <a:lnTo>
                    <a:pt x="7539974" y="1620575"/>
                  </a:lnTo>
                  <a:lnTo>
                    <a:pt x="7540789" y="1584178"/>
                  </a:lnTo>
                  <a:lnTo>
                    <a:pt x="7541604" y="1592736"/>
                  </a:lnTo>
                  <a:lnTo>
                    <a:pt x="7542418" y="1617427"/>
                  </a:lnTo>
                  <a:lnTo>
                    <a:pt x="7543233" y="1681667"/>
                  </a:lnTo>
                  <a:lnTo>
                    <a:pt x="7544048" y="1709481"/>
                  </a:lnTo>
                  <a:lnTo>
                    <a:pt x="7544863" y="1689236"/>
                  </a:lnTo>
                  <a:lnTo>
                    <a:pt x="7545678" y="1729663"/>
                  </a:lnTo>
                  <a:lnTo>
                    <a:pt x="7546492" y="1698734"/>
                  </a:lnTo>
                  <a:lnTo>
                    <a:pt x="7547307" y="1698352"/>
                  </a:lnTo>
                  <a:lnTo>
                    <a:pt x="7548122" y="1699966"/>
                  </a:lnTo>
                  <a:lnTo>
                    <a:pt x="7548937" y="1671514"/>
                  </a:lnTo>
                  <a:lnTo>
                    <a:pt x="7549751" y="1681793"/>
                  </a:lnTo>
                  <a:lnTo>
                    <a:pt x="7550566" y="1699465"/>
                  </a:lnTo>
                  <a:lnTo>
                    <a:pt x="7551381" y="1710169"/>
                  </a:lnTo>
                  <a:lnTo>
                    <a:pt x="7552196" y="1679275"/>
                  </a:lnTo>
                  <a:lnTo>
                    <a:pt x="7553011" y="1599501"/>
                  </a:lnTo>
                  <a:lnTo>
                    <a:pt x="7553825" y="1571787"/>
                  </a:lnTo>
                  <a:lnTo>
                    <a:pt x="7554640" y="1590227"/>
                  </a:lnTo>
                  <a:lnTo>
                    <a:pt x="7555455" y="1595994"/>
                  </a:lnTo>
                  <a:lnTo>
                    <a:pt x="7556270" y="1614572"/>
                  </a:lnTo>
                  <a:lnTo>
                    <a:pt x="7557084" y="1610435"/>
                  </a:lnTo>
                  <a:lnTo>
                    <a:pt x="7557899" y="1603001"/>
                  </a:lnTo>
                  <a:lnTo>
                    <a:pt x="7558714" y="1593528"/>
                  </a:lnTo>
                  <a:lnTo>
                    <a:pt x="7559529" y="1574272"/>
                  </a:lnTo>
                  <a:lnTo>
                    <a:pt x="7560344" y="1532964"/>
                  </a:lnTo>
                  <a:lnTo>
                    <a:pt x="7561158" y="1490995"/>
                  </a:lnTo>
                  <a:lnTo>
                    <a:pt x="7561973" y="1498318"/>
                  </a:lnTo>
                  <a:lnTo>
                    <a:pt x="7562788" y="1507018"/>
                  </a:lnTo>
                  <a:lnTo>
                    <a:pt x="7563603" y="1473763"/>
                  </a:lnTo>
                  <a:lnTo>
                    <a:pt x="7564417" y="1528928"/>
                  </a:lnTo>
                  <a:lnTo>
                    <a:pt x="7565232" y="1478954"/>
                  </a:lnTo>
                  <a:lnTo>
                    <a:pt x="7566047" y="1500692"/>
                  </a:lnTo>
                  <a:lnTo>
                    <a:pt x="7566862" y="1522249"/>
                  </a:lnTo>
                  <a:lnTo>
                    <a:pt x="7567677" y="1530845"/>
                  </a:lnTo>
                  <a:lnTo>
                    <a:pt x="7568491" y="1591410"/>
                  </a:lnTo>
                  <a:lnTo>
                    <a:pt x="7569306" y="1574264"/>
                  </a:lnTo>
                  <a:lnTo>
                    <a:pt x="7570121" y="1579852"/>
                  </a:lnTo>
                  <a:lnTo>
                    <a:pt x="7570936" y="1605235"/>
                  </a:lnTo>
                  <a:lnTo>
                    <a:pt x="7571751" y="1538597"/>
                  </a:lnTo>
                  <a:lnTo>
                    <a:pt x="7572565" y="1519870"/>
                  </a:lnTo>
                  <a:lnTo>
                    <a:pt x="7573380" y="1498056"/>
                  </a:lnTo>
                  <a:lnTo>
                    <a:pt x="7574195" y="1498378"/>
                  </a:lnTo>
                  <a:lnTo>
                    <a:pt x="7575010" y="1533762"/>
                  </a:lnTo>
                  <a:lnTo>
                    <a:pt x="7575824" y="1522555"/>
                  </a:lnTo>
                  <a:lnTo>
                    <a:pt x="7576639" y="1523330"/>
                  </a:lnTo>
                  <a:lnTo>
                    <a:pt x="7577454" y="1516280"/>
                  </a:lnTo>
                  <a:lnTo>
                    <a:pt x="7578269" y="1548272"/>
                  </a:lnTo>
                  <a:lnTo>
                    <a:pt x="7579084" y="1557658"/>
                  </a:lnTo>
                  <a:lnTo>
                    <a:pt x="7579898" y="1500391"/>
                  </a:lnTo>
                  <a:lnTo>
                    <a:pt x="7580713" y="1493011"/>
                  </a:lnTo>
                  <a:lnTo>
                    <a:pt x="7581528" y="1443118"/>
                  </a:lnTo>
                  <a:lnTo>
                    <a:pt x="7582343" y="1437414"/>
                  </a:lnTo>
                  <a:lnTo>
                    <a:pt x="7583157" y="1379091"/>
                  </a:lnTo>
                  <a:lnTo>
                    <a:pt x="7583972" y="1362662"/>
                  </a:lnTo>
                  <a:lnTo>
                    <a:pt x="7584787" y="1379310"/>
                  </a:lnTo>
                  <a:lnTo>
                    <a:pt x="7585602" y="1360101"/>
                  </a:lnTo>
                  <a:lnTo>
                    <a:pt x="7586417" y="1433477"/>
                  </a:lnTo>
                  <a:lnTo>
                    <a:pt x="7587231" y="1457634"/>
                  </a:lnTo>
                  <a:lnTo>
                    <a:pt x="7588046" y="1497446"/>
                  </a:lnTo>
                  <a:lnTo>
                    <a:pt x="7588861" y="1489560"/>
                  </a:lnTo>
                  <a:lnTo>
                    <a:pt x="7589676" y="1483910"/>
                  </a:lnTo>
                  <a:lnTo>
                    <a:pt x="7590490" y="1510316"/>
                  </a:lnTo>
                  <a:lnTo>
                    <a:pt x="7591305" y="1496953"/>
                  </a:lnTo>
                  <a:lnTo>
                    <a:pt x="7592120" y="1487973"/>
                  </a:lnTo>
                  <a:lnTo>
                    <a:pt x="7592935" y="1522198"/>
                  </a:lnTo>
                  <a:lnTo>
                    <a:pt x="7593750" y="1590399"/>
                  </a:lnTo>
                  <a:lnTo>
                    <a:pt x="7594564" y="1645611"/>
                  </a:lnTo>
                  <a:lnTo>
                    <a:pt x="7595379" y="1595088"/>
                  </a:lnTo>
                  <a:lnTo>
                    <a:pt x="7596194" y="1551165"/>
                  </a:lnTo>
                  <a:lnTo>
                    <a:pt x="7597009" y="1514536"/>
                  </a:lnTo>
                  <a:lnTo>
                    <a:pt x="7597823" y="1548462"/>
                  </a:lnTo>
                  <a:lnTo>
                    <a:pt x="7598638" y="1591369"/>
                  </a:lnTo>
                  <a:lnTo>
                    <a:pt x="7599453" y="1552910"/>
                  </a:lnTo>
                  <a:lnTo>
                    <a:pt x="7600268" y="1591912"/>
                  </a:lnTo>
                  <a:lnTo>
                    <a:pt x="7601083" y="1570451"/>
                  </a:lnTo>
                  <a:lnTo>
                    <a:pt x="7601897" y="1565208"/>
                  </a:lnTo>
                  <a:lnTo>
                    <a:pt x="7602712" y="1583283"/>
                  </a:lnTo>
                  <a:lnTo>
                    <a:pt x="7603527" y="1606935"/>
                  </a:lnTo>
                  <a:lnTo>
                    <a:pt x="7604342" y="1638507"/>
                  </a:lnTo>
                  <a:lnTo>
                    <a:pt x="7605156" y="1625992"/>
                  </a:lnTo>
                  <a:lnTo>
                    <a:pt x="7605971" y="1639603"/>
                  </a:lnTo>
                  <a:lnTo>
                    <a:pt x="7606786" y="1629896"/>
                  </a:lnTo>
                  <a:lnTo>
                    <a:pt x="7607601" y="1641256"/>
                  </a:lnTo>
                  <a:lnTo>
                    <a:pt x="7608416" y="1657143"/>
                  </a:lnTo>
                  <a:lnTo>
                    <a:pt x="7609230" y="1635759"/>
                  </a:lnTo>
                  <a:lnTo>
                    <a:pt x="7610045" y="1682147"/>
                  </a:lnTo>
                  <a:lnTo>
                    <a:pt x="7610860" y="1694275"/>
                  </a:lnTo>
                  <a:lnTo>
                    <a:pt x="7611675" y="1669986"/>
                  </a:lnTo>
                  <a:lnTo>
                    <a:pt x="7612490" y="1656846"/>
                  </a:lnTo>
                  <a:lnTo>
                    <a:pt x="7613304" y="1630373"/>
                  </a:lnTo>
                  <a:lnTo>
                    <a:pt x="7614119" y="1647622"/>
                  </a:lnTo>
                  <a:lnTo>
                    <a:pt x="7614934" y="1625124"/>
                  </a:lnTo>
                  <a:lnTo>
                    <a:pt x="7615749" y="1600988"/>
                  </a:lnTo>
                  <a:lnTo>
                    <a:pt x="7616563" y="1575625"/>
                  </a:lnTo>
                  <a:lnTo>
                    <a:pt x="7617378" y="1567879"/>
                  </a:lnTo>
                  <a:lnTo>
                    <a:pt x="7618193" y="1609287"/>
                  </a:lnTo>
                  <a:lnTo>
                    <a:pt x="7619008" y="1606548"/>
                  </a:lnTo>
                  <a:lnTo>
                    <a:pt x="7619823" y="1601157"/>
                  </a:lnTo>
                  <a:lnTo>
                    <a:pt x="7620637" y="1627906"/>
                  </a:lnTo>
                  <a:lnTo>
                    <a:pt x="7621452" y="1703740"/>
                  </a:lnTo>
                  <a:lnTo>
                    <a:pt x="7622267" y="1714694"/>
                  </a:lnTo>
                  <a:lnTo>
                    <a:pt x="7623082" y="1701721"/>
                  </a:lnTo>
                  <a:lnTo>
                    <a:pt x="7623896" y="1679723"/>
                  </a:lnTo>
                  <a:lnTo>
                    <a:pt x="7624711" y="1643234"/>
                  </a:lnTo>
                  <a:lnTo>
                    <a:pt x="7625526" y="1578903"/>
                  </a:lnTo>
                  <a:lnTo>
                    <a:pt x="7626341" y="1536153"/>
                  </a:lnTo>
                  <a:lnTo>
                    <a:pt x="7627156" y="1537499"/>
                  </a:lnTo>
                  <a:lnTo>
                    <a:pt x="7627970" y="1553191"/>
                  </a:lnTo>
                  <a:lnTo>
                    <a:pt x="7628785" y="1585882"/>
                  </a:lnTo>
                  <a:lnTo>
                    <a:pt x="7629600" y="1597000"/>
                  </a:lnTo>
                  <a:lnTo>
                    <a:pt x="7630415" y="1635182"/>
                  </a:lnTo>
                  <a:lnTo>
                    <a:pt x="7631229" y="1671949"/>
                  </a:lnTo>
                  <a:lnTo>
                    <a:pt x="7632044" y="1663565"/>
                  </a:lnTo>
                  <a:lnTo>
                    <a:pt x="7632859" y="1667701"/>
                  </a:lnTo>
                  <a:lnTo>
                    <a:pt x="7633674" y="1662562"/>
                  </a:lnTo>
                  <a:lnTo>
                    <a:pt x="7634489" y="1688332"/>
                  </a:lnTo>
                  <a:lnTo>
                    <a:pt x="7635303" y="1695002"/>
                  </a:lnTo>
                  <a:lnTo>
                    <a:pt x="7636118" y="1697284"/>
                  </a:lnTo>
                  <a:lnTo>
                    <a:pt x="7636933" y="1703406"/>
                  </a:lnTo>
                  <a:lnTo>
                    <a:pt x="7637748" y="1690058"/>
                  </a:lnTo>
                  <a:lnTo>
                    <a:pt x="7638562" y="1689891"/>
                  </a:lnTo>
                  <a:lnTo>
                    <a:pt x="7639377" y="1733687"/>
                  </a:lnTo>
                  <a:lnTo>
                    <a:pt x="7640192" y="1722166"/>
                  </a:lnTo>
                  <a:lnTo>
                    <a:pt x="7641007" y="1711213"/>
                  </a:lnTo>
                  <a:lnTo>
                    <a:pt x="7641822" y="1734403"/>
                  </a:lnTo>
                  <a:lnTo>
                    <a:pt x="7642636" y="1749607"/>
                  </a:lnTo>
                  <a:lnTo>
                    <a:pt x="7643451" y="1728489"/>
                  </a:lnTo>
                  <a:lnTo>
                    <a:pt x="7644266" y="1681509"/>
                  </a:lnTo>
                  <a:lnTo>
                    <a:pt x="7645081" y="1689441"/>
                  </a:lnTo>
                  <a:lnTo>
                    <a:pt x="7645895" y="1696888"/>
                  </a:lnTo>
                  <a:lnTo>
                    <a:pt x="7646710" y="1651543"/>
                  </a:lnTo>
                  <a:lnTo>
                    <a:pt x="7647525" y="1650468"/>
                  </a:lnTo>
                  <a:lnTo>
                    <a:pt x="7648340" y="1649258"/>
                  </a:lnTo>
                  <a:lnTo>
                    <a:pt x="7649155" y="1611001"/>
                  </a:lnTo>
                  <a:lnTo>
                    <a:pt x="7649969" y="1583163"/>
                  </a:lnTo>
                  <a:lnTo>
                    <a:pt x="7650784" y="1547278"/>
                  </a:lnTo>
                  <a:lnTo>
                    <a:pt x="7651599" y="1502281"/>
                  </a:lnTo>
                  <a:lnTo>
                    <a:pt x="7652414" y="1560820"/>
                  </a:lnTo>
                  <a:lnTo>
                    <a:pt x="7653229" y="1571538"/>
                  </a:lnTo>
                  <a:lnTo>
                    <a:pt x="7654043" y="1617528"/>
                  </a:lnTo>
                  <a:lnTo>
                    <a:pt x="7654858" y="1630118"/>
                  </a:lnTo>
                  <a:lnTo>
                    <a:pt x="7655673" y="1641726"/>
                  </a:lnTo>
                  <a:lnTo>
                    <a:pt x="7656488" y="1685075"/>
                  </a:lnTo>
                  <a:lnTo>
                    <a:pt x="7657302" y="1661631"/>
                  </a:lnTo>
                  <a:lnTo>
                    <a:pt x="7658117" y="1655734"/>
                  </a:lnTo>
                  <a:lnTo>
                    <a:pt x="7658932" y="1625238"/>
                  </a:lnTo>
                  <a:lnTo>
                    <a:pt x="7659747" y="1625290"/>
                  </a:lnTo>
                  <a:lnTo>
                    <a:pt x="7660562" y="1640867"/>
                  </a:lnTo>
                  <a:lnTo>
                    <a:pt x="7661376" y="1607652"/>
                  </a:lnTo>
                  <a:lnTo>
                    <a:pt x="7662191" y="1620949"/>
                  </a:lnTo>
                  <a:lnTo>
                    <a:pt x="7663006" y="1608062"/>
                  </a:lnTo>
                  <a:lnTo>
                    <a:pt x="7663821" y="1587218"/>
                  </a:lnTo>
                  <a:lnTo>
                    <a:pt x="7664635" y="1559994"/>
                  </a:lnTo>
                  <a:lnTo>
                    <a:pt x="7665450" y="1561430"/>
                  </a:lnTo>
                  <a:lnTo>
                    <a:pt x="7666265" y="1526815"/>
                  </a:lnTo>
                  <a:lnTo>
                    <a:pt x="7667080" y="1530036"/>
                  </a:lnTo>
                  <a:lnTo>
                    <a:pt x="7667895" y="1556697"/>
                  </a:lnTo>
                  <a:lnTo>
                    <a:pt x="7668709" y="1559368"/>
                  </a:lnTo>
                  <a:lnTo>
                    <a:pt x="7669524" y="1569159"/>
                  </a:lnTo>
                  <a:lnTo>
                    <a:pt x="7670339" y="1528749"/>
                  </a:lnTo>
                  <a:lnTo>
                    <a:pt x="7671154" y="1520768"/>
                  </a:lnTo>
                  <a:lnTo>
                    <a:pt x="7671968" y="1495754"/>
                  </a:lnTo>
                  <a:lnTo>
                    <a:pt x="7672783" y="1525198"/>
                  </a:lnTo>
                  <a:lnTo>
                    <a:pt x="7673598" y="1519121"/>
                  </a:lnTo>
                  <a:lnTo>
                    <a:pt x="7674413" y="1466180"/>
                  </a:lnTo>
                  <a:lnTo>
                    <a:pt x="7675228" y="1456551"/>
                  </a:lnTo>
                  <a:lnTo>
                    <a:pt x="7676042" y="1458512"/>
                  </a:lnTo>
                  <a:lnTo>
                    <a:pt x="7676857" y="1476661"/>
                  </a:lnTo>
                  <a:lnTo>
                    <a:pt x="7677672" y="1496329"/>
                  </a:lnTo>
                  <a:lnTo>
                    <a:pt x="7678487" y="1469631"/>
                  </a:lnTo>
                  <a:lnTo>
                    <a:pt x="7679301" y="1462655"/>
                  </a:lnTo>
                  <a:lnTo>
                    <a:pt x="7680116" y="1505387"/>
                  </a:lnTo>
                  <a:lnTo>
                    <a:pt x="7680931" y="1545078"/>
                  </a:lnTo>
                  <a:lnTo>
                    <a:pt x="7681746" y="1561868"/>
                  </a:lnTo>
                  <a:lnTo>
                    <a:pt x="7682561" y="1560009"/>
                  </a:lnTo>
                  <a:lnTo>
                    <a:pt x="7683375" y="1555063"/>
                  </a:lnTo>
                  <a:lnTo>
                    <a:pt x="7684190" y="1555508"/>
                  </a:lnTo>
                  <a:lnTo>
                    <a:pt x="7685005" y="1603241"/>
                  </a:lnTo>
                  <a:lnTo>
                    <a:pt x="7685820" y="1644091"/>
                  </a:lnTo>
                  <a:lnTo>
                    <a:pt x="7686634" y="1657519"/>
                  </a:lnTo>
                  <a:lnTo>
                    <a:pt x="7687449" y="1679389"/>
                  </a:lnTo>
                  <a:lnTo>
                    <a:pt x="7688264" y="1633006"/>
                  </a:lnTo>
                  <a:lnTo>
                    <a:pt x="7689079" y="1616438"/>
                  </a:lnTo>
                  <a:lnTo>
                    <a:pt x="7689894" y="1591933"/>
                  </a:lnTo>
                  <a:lnTo>
                    <a:pt x="7690708" y="1594268"/>
                  </a:lnTo>
                  <a:lnTo>
                    <a:pt x="7691523" y="1580976"/>
                  </a:lnTo>
                  <a:lnTo>
                    <a:pt x="7692338" y="1582725"/>
                  </a:lnTo>
                  <a:lnTo>
                    <a:pt x="7693153" y="1616341"/>
                  </a:lnTo>
                  <a:lnTo>
                    <a:pt x="7693968" y="1601502"/>
                  </a:lnTo>
                  <a:lnTo>
                    <a:pt x="7694782" y="1591191"/>
                  </a:lnTo>
                  <a:lnTo>
                    <a:pt x="7695597" y="1555941"/>
                  </a:lnTo>
                  <a:lnTo>
                    <a:pt x="7696412" y="1522076"/>
                  </a:lnTo>
                  <a:lnTo>
                    <a:pt x="7697227" y="1561529"/>
                  </a:lnTo>
                  <a:lnTo>
                    <a:pt x="7698041" y="1593806"/>
                  </a:lnTo>
                  <a:lnTo>
                    <a:pt x="7698856" y="1582530"/>
                  </a:lnTo>
                  <a:lnTo>
                    <a:pt x="7699671" y="1616191"/>
                  </a:lnTo>
                  <a:lnTo>
                    <a:pt x="7700486" y="1630979"/>
                  </a:lnTo>
                  <a:lnTo>
                    <a:pt x="7701301" y="1654012"/>
                  </a:lnTo>
                  <a:lnTo>
                    <a:pt x="7702115" y="1652411"/>
                  </a:lnTo>
                  <a:lnTo>
                    <a:pt x="7702930" y="1624540"/>
                  </a:lnTo>
                  <a:lnTo>
                    <a:pt x="7703745" y="1624151"/>
                  </a:lnTo>
                  <a:lnTo>
                    <a:pt x="7704560" y="1614452"/>
                  </a:lnTo>
                  <a:lnTo>
                    <a:pt x="7705374" y="1586014"/>
                  </a:lnTo>
                  <a:lnTo>
                    <a:pt x="7706189" y="1584998"/>
                  </a:lnTo>
                  <a:lnTo>
                    <a:pt x="7707004" y="1545586"/>
                  </a:lnTo>
                  <a:lnTo>
                    <a:pt x="7707819" y="1541270"/>
                  </a:lnTo>
                  <a:lnTo>
                    <a:pt x="7708634" y="1481767"/>
                  </a:lnTo>
                  <a:lnTo>
                    <a:pt x="7709448" y="1492811"/>
                  </a:lnTo>
                  <a:lnTo>
                    <a:pt x="7710263" y="1463253"/>
                  </a:lnTo>
                  <a:lnTo>
                    <a:pt x="7711078" y="1479419"/>
                  </a:lnTo>
                  <a:lnTo>
                    <a:pt x="7711893" y="1489505"/>
                  </a:lnTo>
                  <a:lnTo>
                    <a:pt x="7712707" y="1516557"/>
                  </a:lnTo>
                  <a:lnTo>
                    <a:pt x="7713522" y="1535509"/>
                  </a:lnTo>
                  <a:lnTo>
                    <a:pt x="7714337" y="1556635"/>
                  </a:lnTo>
                  <a:lnTo>
                    <a:pt x="7715152" y="1610827"/>
                  </a:lnTo>
                  <a:lnTo>
                    <a:pt x="7715967" y="1661091"/>
                  </a:lnTo>
                  <a:lnTo>
                    <a:pt x="7716781" y="1646329"/>
                  </a:lnTo>
                  <a:lnTo>
                    <a:pt x="7717596" y="1632336"/>
                  </a:lnTo>
                  <a:lnTo>
                    <a:pt x="7718411" y="1659558"/>
                  </a:lnTo>
                  <a:lnTo>
                    <a:pt x="7719226" y="1682809"/>
                  </a:lnTo>
                  <a:lnTo>
                    <a:pt x="7720040" y="1704044"/>
                  </a:lnTo>
                  <a:lnTo>
                    <a:pt x="7720855" y="1717239"/>
                  </a:lnTo>
                  <a:lnTo>
                    <a:pt x="7721670" y="1710069"/>
                  </a:lnTo>
                  <a:lnTo>
                    <a:pt x="7722485" y="1679042"/>
                  </a:lnTo>
                  <a:lnTo>
                    <a:pt x="7723300" y="1688993"/>
                  </a:lnTo>
                  <a:lnTo>
                    <a:pt x="7724114" y="1626461"/>
                  </a:lnTo>
                  <a:lnTo>
                    <a:pt x="7724929" y="1622424"/>
                  </a:lnTo>
                  <a:lnTo>
                    <a:pt x="7725744" y="1546369"/>
                  </a:lnTo>
                  <a:lnTo>
                    <a:pt x="7726559" y="1541167"/>
                  </a:lnTo>
                  <a:lnTo>
                    <a:pt x="7727373" y="1573523"/>
                  </a:lnTo>
                  <a:lnTo>
                    <a:pt x="7728188" y="1541464"/>
                  </a:lnTo>
                  <a:lnTo>
                    <a:pt x="7729003" y="1522538"/>
                  </a:lnTo>
                  <a:lnTo>
                    <a:pt x="7729818" y="1533996"/>
                  </a:lnTo>
                  <a:lnTo>
                    <a:pt x="7730633" y="1540172"/>
                  </a:lnTo>
                  <a:lnTo>
                    <a:pt x="7731447" y="1550392"/>
                  </a:lnTo>
                  <a:lnTo>
                    <a:pt x="7732262" y="1598076"/>
                  </a:lnTo>
                  <a:lnTo>
                    <a:pt x="7733077" y="1561956"/>
                  </a:lnTo>
                  <a:lnTo>
                    <a:pt x="7733892" y="1543654"/>
                  </a:lnTo>
                  <a:lnTo>
                    <a:pt x="7734707" y="1588806"/>
                  </a:lnTo>
                  <a:lnTo>
                    <a:pt x="7735521" y="1649626"/>
                  </a:lnTo>
                  <a:lnTo>
                    <a:pt x="7736336" y="1616997"/>
                  </a:lnTo>
                  <a:lnTo>
                    <a:pt x="7737151" y="1600147"/>
                  </a:lnTo>
                  <a:lnTo>
                    <a:pt x="7737966" y="1565307"/>
                  </a:lnTo>
                  <a:lnTo>
                    <a:pt x="7738780" y="1538005"/>
                  </a:lnTo>
                  <a:lnTo>
                    <a:pt x="7739595" y="1536058"/>
                  </a:lnTo>
                  <a:lnTo>
                    <a:pt x="7740410" y="1526227"/>
                  </a:lnTo>
                  <a:lnTo>
                    <a:pt x="7741225" y="1462465"/>
                  </a:lnTo>
                  <a:lnTo>
                    <a:pt x="7742040" y="1469518"/>
                  </a:lnTo>
                  <a:lnTo>
                    <a:pt x="7742854" y="1514863"/>
                  </a:lnTo>
                  <a:lnTo>
                    <a:pt x="7743669" y="1503085"/>
                  </a:lnTo>
                  <a:lnTo>
                    <a:pt x="7744484" y="1507779"/>
                  </a:lnTo>
                  <a:lnTo>
                    <a:pt x="7745299" y="1519439"/>
                  </a:lnTo>
                  <a:lnTo>
                    <a:pt x="7746113" y="1499842"/>
                  </a:lnTo>
                  <a:lnTo>
                    <a:pt x="7746928" y="1514442"/>
                  </a:lnTo>
                  <a:lnTo>
                    <a:pt x="7747743" y="1543483"/>
                  </a:lnTo>
                  <a:lnTo>
                    <a:pt x="7748558" y="1543144"/>
                  </a:lnTo>
                  <a:lnTo>
                    <a:pt x="7749373" y="1564286"/>
                  </a:lnTo>
                  <a:lnTo>
                    <a:pt x="7750187" y="1551177"/>
                  </a:lnTo>
                  <a:lnTo>
                    <a:pt x="7751002" y="1641769"/>
                  </a:lnTo>
                  <a:lnTo>
                    <a:pt x="7751817" y="1635645"/>
                  </a:lnTo>
                  <a:lnTo>
                    <a:pt x="7752632" y="1640245"/>
                  </a:lnTo>
                  <a:lnTo>
                    <a:pt x="7753446" y="1649234"/>
                  </a:lnTo>
                  <a:lnTo>
                    <a:pt x="7754261" y="1623764"/>
                  </a:lnTo>
                  <a:lnTo>
                    <a:pt x="7755076" y="1619912"/>
                  </a:lnTo>
                  <a:lnTo>
                    <a:pt x="7755891" y="1682213"/>
                  </a:lnTo>
                  <a:lnTo>
                    <a:pt x="7756706" y="1696024"/>
                  </a:lnTo>
                  <a:lnTo>
                    <a:pt x="7757520" y="1733345"/>
                  </a:lnTo>
                  <a:lnTo>
                    <a:pt x="7758335" y="1703528"/>
                  </a:lnTo>
                  <a:lnTo>
                    <a:pt x="7759150" y="1722936"/>
                  </a:lnTo>
                  <a:lnTo>
                    <a:pt x="7759965" y="1705609"/>
                  </a:lnTo>
                  <a:lnTo>
                    <a:pt x="7760779" y="1669478"/>
                  </a:lnTo>
                  <a:lnTo>
                    <a:pt x="7761594" y="1639038"/>
                  </a:lnTo>
                  <a:lnTo>
                    <a:pt x="7762409" y="1597405"/>
                  </a:lnTo>
                  <a:lnTo>
                    <a:pt x="7763224" y="1593059"/>
                  </a:lnTo>
                  <a:lnTo>
                    <a:pt x="7764039" y="1635880"/>
                  </a:lnTo>
                  <a:lnTo>
                    <a:pt x="7764853" y="1643508"/>
                  </a:lnTo>
                  <a:lnTo>
                    <a:pt x="7765668" y="1705153"/>
                  </a:lnTo>
                  <a:lnTo>
                    <a:pt x="7766483" y="1710773"/>
                  </a:lnTo>
                  <a:lnTo>
                    <a:pt x="7767298" y="1732494"/>
                  </a:lnTo>
                  <a:lnTo>
                    <a:pt x="7768113" y="1736657"/>
                  </a:lnTo>
                  <a:lnTo>
                    <a:pt x="7768927" y="1741652"/>
                  </a:lnTo>
                  <a:lnTo>
                    <a:pt x="7769742" y="1750688"/>
                  </a:lnTo>
                  <a:lnTo>
                    <a:pt x="7770557" y="1745418"/>
                  </a:lnTo>
                  <a:lnTo>
                    <a:pt x="7771372" y="1723561"/>
                  </a:lnTo>
                  <a:lnTo>
                    <a:pt x="7772186" y="1705444"/>
                  </a:lnTo>
                  <a:lnTo>
                    <a:pt x="7773001" y="1712777"/>
                  </a:lnTo>
                  <a:lnTo>
                    <a:pt x="7773816" y="1691894"/>
                  </a:lnTo>
                  <a:lnTo>
                    <a:pt x="7774631" y="1690232"/>
                  </a:lnTo>
                  <a:lnTo>
                    <a:pt x="7775446" y="1656066"/>
                  </a:lnTo>
                  <a:lnTo>
                    <a:pt x="7776260" y="1639105"/>
                  </a:lnTo>
                  <a:lnTo>
                    <a:pt x="7777075" y="1623948"/>
                  </a:lnTo>
                  <a:lnTo>
                    <a:pt x="7777890" y="1585022"/>
                  </a:lnTo>
                  <a:lnTo>
                    <a:pt x="7778705" y="1562873"/>
                  </a:lnTo>
                  <a:lnTo>
                    <a:pt x="7779519" y="1572895"/>
                  </a:lnTo>
                  <a:lnTo>
                    <a:pt x="7780334" y="1627361"/>
                  </a:lnTo>
                  <a:lnTo>
                    <a:pt x="7781149" y="1639548"/>
                  </a:lnTo>
                  <a:lnTo>
                    <a:pt x="7781964" y="1632538"/>
                  </a:lnTo>
                  <a:lnTo>
                    <a:pt x="7782779" y="1634068"/>
                  </a:lnTo>
                  <a:lnTo>
                    <a:pt x="7783593" y="1602996"/>
                  </a:lnTo>
                  <a:lnTo>
                    <a:pt x="7784408" y="1578615"/>
                  </a:lnTo>
                  <a:lnTo>
                    <a:pt x="7785223" y="1556621"/>
                  </a:lnTo>
                  <a:lnTo>
                    <a:pt x="7786038" y="1532288"/>
                  </a:lnTo>
                  <a:lnTo>
                    <a:pt x="7786852" y="1541862"/>
                  </a:lnTo>
                  <a:lnTo>
                    <a:pt x="7787667" y="1546435"/>
                  </a:lnTo>
                  <a:lnTo>
                    <a:pt x="7788482" y="1577610"/>
                  </a:lnTo>
                  <a:lnTo>
                    <a:pt x="7789297" y="1569564"/>
                  </a:lnTo>
                  <a:lnTo>
                    <a:pt x="7790112" y="1580660"/>
                  </a:lnTo>
                  <a:lnTo>
                    <a:pt x="7790926" y="1578738"/>
                  </a:lnTo>
                  <a:lnTo>
                    <a:pt x="7791741" y="1585217"/>
                  </a:lnTo>
                  <a:lnTo>
                    <a:pt x="7792556" y="1648640"/>
                  </a:lnTo>
                  <a:lnTo>
                    <a:pt x="7793371" y="1623070"/>
                  </a:lnTo>
                  <a:lnTo>
                    <a:pt x="7794185" y="1537796"/>
                  </a:lnTo>
                  <a:lnTo>
                    <a:pt x="7795000" y="1533673"/>
                  </a:lnTo>
                  <a:lnTo>
                    <a:pt x="7795815" y="1462302"/>
                  </a:lnTo>
                  <a:lnTo>
                    <a:pt x="7796630" y="1485280"/>
                  </a:lnTo>
                  <a:lnTo>
                    <a:pt x="7797445" y="1453862"/>
                  </a:lnTo>
                  <a:lnTo>
                    <a:pt x="7798259" y="1459013"/>
                  </a:lnTo>
                  <a:lnTo>
                    <a:pt x="7799074" y="1462978"/>
                  </a:lnTo>
                  <a:lnTo>
                    <a:pt x="7799889" y="1452130"/>
                  </a:lnTo>
                  <a:lnTo>
                    <a:pt x="7800704" y="1399807"/>
                  </a:lnTo>
                  <a:lnTo>
                    <a:pt x="7801518" y="1435229"/>
                  </a:lnTo>
                  <a:lnTo>
                    <a:pt x="7802333" y="1479387"/>
                  </a:lnTo>
                  <a:lnTo>
                    <a:pt x="7803148" y="1465812"/>
                  </a:lnTo>
                  <a:lnTo>
                    <a:pt x="7803963" y="1466590"/>
                  </a:lnTo>
                  <a:lnTo>
                    <a:pt x="7804778" y="1463482"/>
                  </a:lnTo>
                  <a:lnTo>
                    <a:pt x="7805592" y="1500916"/>
                  </a:lnTo>
                  <a:lnTo>
                    <a:pt x="7806407" y="1528362"/>
                  </a:lnTo>
                  <a:lnTo>
                    <a:pt x="7807222" y="1534486"/>
                  </a:lnTo>
                  <a:lnTo>
                    <a:pt x="7808037" y="1586166"/>
                  </a:lnTo>
                  <a:lnTo>
                    <a:pt x="7808852" y="1609730"/>
                  </a:lnTo>
                  <a:lnTo>
                    <a:pt x="7809666" y="1613997"/>
                  </a:lnTo>
                  <a:lnTo>
                    <a:pt x="7810481" y="1615838"/>
                  </a:lnTo>
                  <a:lnTo>
                    <a:pt x="7811296" y="1555263"/>
                  </a:lnTo>
                  <a:lnTo>
                    <a:pt x="7812111" y="1506943"/>
                  </a:lnTo>
                  <a:lnTo>
                    <a:pt x="7812925" y="1468290"/>
                  </a:lnTo>
                  <a:lnTo>
                    <a:pt x="7813740" y="1460788"/>
                  </a:lnTo>
                  <a:lnTo>
                    <a:pt x="7814555" y="1468314"/>
                  </a:lnTo>
                  <a:lnTo>
                    <a:pt x="7815370" y="1442294"/>
                  </a:lnTo>
                  <a:lnTo>
                    <a:pt x="7816185" y="1492051"/>
                  </a:lnTo>
                  <a:lnTo>
                    <a:pt x="7816999" y="1467339"/>
                  </a:lnTo>
                  <a:lnTo>
                    <a:pt x="7817814" y="1486406"/>
                  </a:lnTo>
                  <a:lnTo>
                    <a:pt x="7818629" y="1488872"/>
                  </a:lnTo>
                  <a:lnTo>
                    <a:pt x="7819444" y="1481179"/>
                  </a:lnTo>
                  <a:lnTo>
                    <a:pt x="7820258" y="1500038"/>
                  </a:lnTo>
                  <a:lnTo>
                    <a:pt x="7821073" y="1513624"/>
                  </a:lnTo>
                  <a:lnTo>
                    <a:pt x="7821888" y="1527852"/>
                  </a:lnTo>
                  <a:lnTo>
                    <a:pt x="7822703" y="1562146"/>
                  </a:lnTo>
                  <a:lnTo>
                    <a:pt x="7823518" y="1576198"/>
                  </a:lnTo>
                  <a:lnTo>
                    <a:pt x="7824332" y="1636181"/>
                  </a:lnTo>
                  <a:lnTo>
                    <a:pt x="7825147" y="1655582"/>
                  </a:lnTo>
                  <a:lnTo>
                    <a:pt x="7825962" y="1657812"/>
                  </a:lnTo>
                  <a:lnTo>
                    <a:pt x="7826777" y="1710833"/>
                  </a:lnTo>
                  <a:lnTo>
                    <a:pt x="7827591" y="1665690"/>
                  </a:lnTo>
                  <a:lnTo>
                    <a:pt x="7828406" y="1607886"/>
                  </a:lnTo>
                  <a:lnTo>
                    <a:pt x="7829221" y="1585168"/>
                  </a:lnTo>
                  <a:lnTo>
                    <a:pt x="7830036" y="1548681"/>
                  </a:lnTo>
                  <a:lnTo>
                    <a:pt x="7830851" y="1507694"/>
                  </a:lnTo>
                  <a:lnTo>
                    <a:pt x="7831665" y="1476192"/>
                  </a:lnTo>
                  <a:lnTo>
                    <a:pt x="7832480" y="1465846"/>
                  </a:lnTo>
                  <a:lnTo>
                    <a:pt x="7833295" y="1474581"/>
                  </a:lnTo>
                  <a:lnTo>
                    <a:pt x="7834110" y="1524338"/>
                  </a:lnTo>
                  <a:lnTo>
                    <a:pt x="7834924" y="1555115"/>
                  </a:lnTo>
                  <a:lnTo>
                    <a:pt x="7835739" y="1545336"/>
                  </a:lnTo>
                  <a:lnTo>
                    <a:pt x="7836554" y="1499143"/>
                  </a:lnTo>
                  <a:lnTo>
                    <a:pt x="7837369" y="1509393"/>
                  </a:lnTo>
                  <a:lnTo>
                    <a:pt x="7838184" y="1521699"/>
                  </a:lnTo>
                  <a:lnTo>
                    <a:pt x="7838998" y="1474145"/>
                  </a:lnTo>
                  <a:lnTo>
                    <a:pt x="7839813" y="1477309"/>
                  </a:lnTo>
                  <a:lnTo>
                    <a:pt x="7840628" y="1517273"/>
                  </a:lnTo>
                  <a:lnTo>
                    <a:pt x="7841443" y="1581123"/>
                  </a:lnTo>
                  <a:lnTo>
                    <a:pt x="7842257" y="1582214"/>
                  </a:lnTo>
                  <a:lnTo>
                    <a:pt x="7843072" y="1599663"/>
                  </a:lnTo>
                  <a:lnTo>
                    <a:pt x="7843887" y="1589711"/>
                  </a:lnTo>
                  <a:lnTo>
                    <a:pt x="7844702" y="1589746"/>
                  </a:lnTo>
                  <a:lnTo>
                    <a:pt x="7845517" y="1589676"/>
                  </a:lnTo>
                  <a:lnTo>
                    <a:pt x="7846331" y="1594122"/>
                  </a:lnTo>
                  <a:lnTo>
                    <a:pt x="7847146" y="1618023"/>
                  </a:lnTo>
                  <a:lnTo>
                    <a:pt x="7847961" y="1627678"/>
                  </a:lnTo>
                  <a:lnTo>
                    <a:pt x="7848776" y="1618233"/>
                  </a:lnTo>
                  <a:lnTo>
                    <a:pt x="7849591" y="1571909"/>
                  </a:lnTo>
                  <a:lnTo>
                    <a:pt x="7850405" y="1525069"/>
                  </a:lnTo>
                  <a:lnTo>
                    <a:pt x="7851220" y="1537396"/>
                  </a:lnTo>
                  <a:lnTo>
                    <a:pt x="7852035" y="1550919"/>
                  </a:lnTo>
                  <a:lnTo>
                    <a:pt x="7852850" y="1519597"/>
                  </a:lnTo>
                  <a:lnTo>
                    <a:pt x="7853664" y="1562375"/>
                  </a:lnTo>
                  <a:lnTo>
                    <a:pt x="7854479" y="1558756"/>
                  </a:lnTo>
                  <a:lnTo>
                    <a:pt x="7855294" y="1540553"/>
                  </a:lnTo>
                  <a:lnTo>
                    <a:pt x="7856109" y="1529995"/>
                  </a:lnTo>
                  <a:lnTo>
                    <a:pt x="7856924" y="1516147"/>
                  </a:lnTo>
                  <a:lnTo>
                    <a:pt x="7857738" y="1543570"/>
                  </a:lnTo>
                  <a:lnTo>
                    <a:pt x="7858553" y="1525719"/>
                  </a:lnTo>
                  <a:lnTo>
                    <a:pt x="7859368" y="1526365"/>
                  </a:lnTo>
                  <a:lnTo>
                    <a:pt x="7860183" y="1539262"/>
                  </a:lnTo>
                  <a:lnTo>
                    <a:pt x="7860997" y="1522638"/>
                  </a:lnTo>
                  <a:lnTo>
                    <a:pt x="7861812" y="1519168"/>
                  </a:lnTo>
                  <a:lnTo>
                    <a:pt x="7862627" y="1519044"/>
                  </a:lnTo>
                  <a:lnTo>
                    <a:pt x="7863442" y="1508364"/>
                  </a:lnTo>
                  <a:lnTo>
                    <a:pt x="7864257" y="1511810"/>
                  </a:lnTo>
                  <a:lnTo>
                    <a:pt x="7865071" y="1526741"/>
                  </a:lnTo>
                  <a:lnTo>
                    <a:pt x="7865886" y="1524587"/>
                  </a:lnTo>
                  <a:lnTo>
                    <a:pt x="7866701" y="1542923"/>
                  </a:lnTo>
                  <a:lnTo>
                    <a:pt x="7867516" y="1575528"/>
                  </a:lnTo>
                  <a:lnTo>
                    <a:pt x="7868330" y="1622302"/>
                  </a:lnTo>
                  <a:lnTo>
                    <a:pt x="7869145" y="1665877"/>
                  </a:lnTo>
                  <a:lnTo>
                    <a:pt x="7869960" y="1647869"/>
                  </a:lnTo>
                  <a:lnTo>
                    <a:pt x="7870775" y="1657556"/>
                  </a:lnTo>
                  <a:lnTo>
                    <a:pt x="7871590" y="1658279"/>
                  </a:lnTo>
                  <a:lnTo>
                    <a:pt x="7872404" y="1692855"/>
                  </a:lnTo>
                  <a:lnTo>
                    <a:pt x="7873219" y="1730749"/>
                  </a:lnTo>
                  <a:lnTo>
                    <a:pt x="7874034" y="1691220"/>
                  </a:lnTo>
                  <a:lnTo>
                    <a:pt x="7874849" y="1695966"/>
                  </a:lnTo>
                  <a:lnTo>
                    <a:pt x="7875663" y="1707438"/>
                  </a:lnTo>
                  <a:lnTo>
                    <a:pt x="7876478" y="1749075"/>
                  </a:lnTo>
                  <a:lnTo>
                    <a:pt x="7877293" y="1731589"/>
                  </a:lnTo>
                  <a:lnTo>
                    <a:pt x="7878108" y="1726583"/>
                  </a:lnTo>
                  <a:lnTo>
                    <a:pt x="7878923" y="1734554"/>
                  </a:lnTo>
                  <a:lnTo>
                    <a:pt x="7879737" y="1699370"/>
                  </a:lnTo>
                  <a:lnTo>
                    <a:pt x="7880552" y="1668779"/>
                  </a:lnTo>
                  <a:lnTo>
                    <a:pt x="7881367" y="1673221"/>
                  </a:lnTo>
                  <a:lnTo>
                    <a:pt x="7882182" y="1668427"/>
                  </a:lnTo>
                  <a:lnTo>
                    <a:pt x="7882996" y="1687080"/>
                  </a:lnTo>
                  <a:lnTo>
                    <a:pt x="7883811" y="1667859"/>
                  </a:lnTo>
                  <a:lnTo>
                    <a:pt x="7884626" y="1668027"/>
                  </a:lnTo>
                  <a:lnTo>
                    <a:pt x="7885441" y="1644585"/>
                  </a:lnTo>
                  <a:lnTo>
                    <a:pt x="7886256" y="1628722"/>
                  </a:lnTo>
                  <a:lnTo>
                    <a:pt x="7887070" y="1578168"/>
                  </a:lnTo>
                  <a:lnTo>
                    <a:pt x="7887885" y="1535404"/>
                  </a:lnTo>
                  <a:lnTo>
                    <a:pt x="7888700" y="1509267"/>
                  </a:lnTo>
                  <a:lnTo>
                    <a:pt x="7889515" y="1506366"/>
                  </a:lnTo>
                  <a:lnTo>
                    <a:pt x="7890330" y="1519391"/>
                  </a:lnTo>
                  <a:lnTo>
                    <a:pt x="7891144" y="1526610"/>
                  </a:lnTo>
                  <a:lnTo>
                    <a:pt x="7891959" y="1551430"/>
                  </a:lnTo>
                  <a:lnTo>
                    <a:pt x="7892774" y="1582190"/>
                  </a:lnTo>
                  <a:lnTo>
                    <a:pt x="7893589" y="1508588"/>
                  </a:lnTo>
                  <a:lnTo>
                    <a:pt x="7894403" y="1477472"/>
                  </a:lnTo>
                  <a:lnTo>
                    <a:pt x="7895218" y="1464783"/>
                  </a:lnTo>
                  <a:lnTo>
                    <a:pt x="7896033" y="1556705"/>
                  </a:lnTo>
                  <a:lnTo>
                    <a:pt x="7896848" y="1597855"/>
                  </a:lnTo>
                  <a:lnTo>
                    <a:pt x="7897663" y="1590236"/>
                  </a:lnTo>
                  <a:lnTo>
                    <a:pt x="7898477" y="1609521"/>
                  </a:lnTo>
                  <a:lnTo>
                    <a:pt x="7899292" y="1585152"/>
                  </a:lnTo>
                  <a:lnTo>
                    <a:pt x="7900107" y="1602554"/>
                  </a:lnTo>
                  <a:lnTo>
                    <a:pt x="7900922" y="1579684"/>
                  </a:lnTo>
                  <a:lnTo>
                    <a:pt x="7901736" y="1568343"/>
                  </a:lnTo>
                  <a:lnTo>
                    <a:pt x="7902551" y="1569177"/>
                  </a:lnTo>
                  <a:lnTo>
                    <a:pt x="7903366" y="1605062"/>
                  </a:lnTo>
                  <a:lnTo>
                    <a:pt x="7904181" y="1643386"/>
                  </a:lnTo>
                  <a:lnTo>
                    <a:pt x="7904996" y="1671069"/>
                  </a:lnTo>
                  <a:lnTo>
                    <a:pt x="7905810" y="1597747"/>
                  </a:lnTo>
                  <a:lnTo>
                    <a:pt x="7906625" y="1573027"/>
                  </a:lnTo>
                  <a:lnTo>
                    <a:pt x="7907440" y="1594696"/>
                  </a:lnTo>
                  <a:lnTo>
                    <a:pt x="7908255" y="1615432"/>
                  </a:lnTo>
                  <a:lnTo>
                    <a:pt x="7909069" y="1601154"/>
                  </a:lnTo>
                  <a:lnTo>
                    <a:pt x="7909884" y="1530357"/>
                  </a:lnTo>
                  <a:lnTo>
                    <a:pt x="7910699" y="1538546"/>
                  </a:lnTo>
                  <a:lnTo>
                    <a:pt x="7911514" y="1533531"/>
                  </a:lnTo>
                  <a:lnTo>
                    <a:pt x="7912329" y="1526380"/>
                  </a:lnTo>
                  <a:lnTo>
                    <a:pt x="7913143" y="1528742"/>
                  </a:lnTo>
                  <a:lnTo>
                    <a:pt x="7913958" y="1530325"/>
                  </a:lnTo>
                  <a:lnTo>
                    <a:pt x="7914773" y="1524491"/>
                  </a:lnTo>
                  <a:lnTo>
                    <a:pt x="7915588" y="1540493"/>
                  </a:lnTo>
                  <a:lnTo>
                    <a:pt x="7916402" y="1526955"/>
                  </a:lnTo>
                  <a:lnTo>
                    <a:pt x="7917217" y="1520900"/>
                  </a:lnTo>
                  <a:lnTo>
                    <a:pt x="7918032" y="1531258"/>
                  </a:lnTo>
                  <a:lnTo>
                    <a:pt x="7918847" y="1558528"/>
                  </a:lnTo>
                  <a:lnTo>
                    <a:pt x="7919662" y="1560250"/>
                  </a:lnTo>
                  <a:lnTo>
                    <a:pt x="7920476" y="1578824"/>
                  </a:lnTo>
                  <a:lnTo>
                    <a:pt x="7921291" y="1566159"/>
                  </a:lnTo>
                  <a:lnTo>
                    <a:pt x="7922106" y="1562802"/>
                  </a:lnTo>
                  <a:lnTo>
                    <a:pt x="7922921" y="1467349"/>
                  </a:lnTo>
                  <a:lnTo>
                    <a:pt x="7923735" y="1507402"/>
                  </a:lnTo>
                  <a:lnTo>
                    <a:pt x="7924550" y="1506402"/>
                  </a:lnTo>
                  <a:lnTo>
                    <a:pt x="7925365" y="1481402"/>
                  </a:lnTo>
                  <a:lnTo>
                    <a:pt x="7926180" y="1502922"/>
                  </a:lnTo>
                  <a:lnTo>
                    <a:pt x="7926995" y="1527060"/>
                  </a:lnTo>
                  <a:lnTo>
                    <a:pt x="7927809" y="1582251"/>
                  </a:lnTo>
                  <a:lnTo>
                    <a:pt x="7928624" y="1652642"/>
                  </a:lnTo>
                  <a:lnTo>
                    <a:pt x="7929439" y="1637610"/>
                  </a:lnTo>
                  <a:lnTo>
                    <a:pt x="7930254" y="1655926"/>
                  </a:lnTo>
                  <a:lnTo>
                    <a:pt x="7931069" y="1650118"/>
                  </a:lnTo>
                  <a:lnTo>
                    <a:pt x="7931883" y="1639148"/>
                  </a:lnTo>
                  <a:lnTo>
                    <a:pt x="7932698" y="1610150"/>
                  </a:lnTo>
                  <a:lnTo>
                    <a:pt x="7933513" y="1561193"/>
                  </a:lnTo>
                  <a:lnTo>
                    <a:pt x="7934328" y="1504340"/>
                  </a:lnTo>
                  <a:lnTo>
                    <a:pt x="7935142" y="1461953"/>
                  </a:lnTo>
                  <a:lnTo>
                    <a:pt x="7935957" y="1464776"/>
                  </a:lnTo>
                  <a:lnTo>
                    <a:pt x="7936772" y="1470021"/>
                  </a:lnTo>
                  <a:lnTo>
                    <a:pt x="7937587" y="1470114"/>
                  </a:lnTo>
                  <a:lnTo>
                    <a:pt x="7938402" y="1494610"/>
                  </a:lnTo>
                  <a:lnTo>
                    <a:pt x="7939216" y="1515674"/>
                  </a:lnTo>
                  <a:lnTo>
                    <a:pt x="7940031" y="1498526"/>
                  </a:lnTo>
                  <a:lnTo>
                    <a:pt x="7940846" y="1428502"/>
                  </a:lnTo>
                  <a:lnTo>
                    <a:pt x="7941661" y="1417334"/>
                  </a:lnTo>
                  <a:lnTo>
                    <a:pt x="7942475" y="1416861"/>
                  </a:lnTo>
                  <a:lnTo>
                    <a:pt x="7943290" y="1423004"/>
                  </a:lnTo>
                  <a:lnTo>
                    <a:pt x="7944105" y="1452512"/>
                  </a:lnTo>
                  <a:lnTo>
                    <a:pt x="7944920" y="1473050"/>
                  </a:lnTo>
                  <a:lnTo>
                    <a:pt x="7945735" y="1517735"/>
                  </a:lnTo>
                  <a:lnTo>
                    <a:pt x="7946549" y="1570415"/>
                  </a:lnTo>
                  <a:lnTo>
                    <a:pt x="7947364" y="1612090"/>
                  </a:lnTo>
                  <a:lnTo>
                    <a:pt x="7948179" y="1642880"/>
                  </a:lnTo>
                  <a:lnTo>
                    <a:pt x="7948994" y="1652790"/>
                  </a:lnTo>
                  <a:lnTo>
                    <a:pt x="7949808" y="1666194"/>
                  </a:lnTo>
                  <a:lnTo>
                    <a:pt x="7950623" y="1692015"/>
                  </a:lnTo>
                  <a:lnTo>
                    <a:pt x="7951438" y="1708483"/>
                  </a:lnTo>
                  <a:lnTo>
                    <a:pt x="7952253" y="1718128"/>
                  </a:lnTo>
                  <a:lnTo>
                    <a:pt x="7953068" y="1734634"/>
                  </a:lnTo>
                  <a:lnTo>
                    <a:pt x="7953882" y="1743395"/>
                  </a:lnTo>
                  <a:lnTo>
                    <a:pt x="7954697" y="1741349"/>
                  </a:lnTo>
                  <a:lnTo>
                    <a:pt x="7955512" y="1740746"/>
                  </a:lnTo>
                  <a:lnTo>
                    <a:pt x="7956327" y="1736308"/>
                  </a:lnTo>
                  <a:lnTo>
                    <a:pt x="7957141" y="1737484"/>
                  </a:lnTo>
                  <a:lnTo>
                    <a:pt x="7957956" y="1728551"/>
                  </a:lnTo>
                  <a:lnTo>
                    <a:pt x="7958771" y="1713369"/>
                  </a:lnTo>
                  <a:lnTo>
                    <a:pt x="7959586" y="1715415"/>
                  </a:lnTo>
                  <a:lnTo>
                    <a:pt x="7960401" y="1698896"/>
                  </a:lnTo>
                  <a:lnTo>
                    <a:pt x="7961215" y="1719119"/>
                  </a:lnTo>
                  <a:lnTo>
                    <a:pt x="7962030" y="1694624"/>
                  </a:lnTo>
                  <a:lnTo>
                    <a:pt x="7962845" y="1658801"/>
                  </a:lnTo>
                  <a:lnTo>
                    <a:pt x="7963660" y="1641902"/>
                  </a:lnTo>
                  <a:lnTo>
                    <a:pt x="7964474" y="1572699"/>
                  </a:lnTo>
                  <a:lnTo>
                    <a:pt x="7965289" y="1572956"/>
                  </a:lnTo>
                  <a:lnTo>
                    <a:pt x="7966104" y="1501139"/>
                  </a:lnTo>
                  <a:lnTo>
                    <a:pt x="7966919" y="1451870"/>
                  </a:lnTo>
                  <a:lnTo>
                    <a:pt x="7967734" y="1489582"/>
                  </a:lnTo>
                  <a:lnTo>
                    <a:pt x="7968548" y="1462689"/>
                  </a:lnTo>
                  <a:lnTo>
                    <a:pt x="7969363" y="1478484"/>
                  </a:lnTo>
                  <a:lnTo>
                    <a:pt x="7970178" y="1469960"/>
                  </a:lnTo>
                  <a:lnTo>
                    <a:pt x="7970993" y="1468241"/>
                  </a:lnTo>
                  <a:lnTo>
                    <a:pt x="7971808" y="1454491"/>
                  </a:lnTo>
                  <a:lnTo>
                    <a:pt x="7972622" y="1452357"/>
                  </a:lnTo>
                  <a:lnTo>
                    <a:pt x="7973437" y="1468136"/>
                  </a:lnTo>
                  <a:lnTo>
                    <a:pt x="7974252" y="1506182"/>
                  </a:lnTo>
                  <a:lnTo>
                    <a:pt x="7975067" y="1530943"/>
                  </a:lnTo>
                  <a:lnTo>
                    <a:pt x="7975881" y="1529145"/>
                  </a:lnTo>
                  <a:lnTo>
                    <a:pt x="7976696" y="1550792"/>
                  </a:lnTo>
                  <a:lnTo>
                    <a:pt x="7977511" y="1503714"/>
                  </a:lnTo>
                  <a:lnTo>
                    <a:pt x="7978326" y="1486801"/>
                  </a:lnTo>
                  <a:lnTo>
                    <a:pt x="7979141" y="1501759"/>
                  </a:lnTo>
                  <a:lnTo>
                    <a:pt x="7979955" y="1448009"/>
                  </a:lnTo>
                  <a:lnTo>
                    <a:pt x="7980770" y="1470270"/>
                  </a:lnTo>
                  <a:lnTo>
                    <a:pt x="7981585" y="1487528"/>
                  </a:lnTo>
                  <a:lnTo>
                    <a:pt x="7982400" y="1501799"/>
                  </a:lnTo>
                  <a:lnTo>
                    <a:pt x="7983214" y="1526114"/>
                  </a:lnTo>
                  <a:lnTo>
                    <a:pt x="7984029" y="1506605"/>
                  </a:lnTo>
                  <a:lnTo>
                    <a:pt x="7984844" y="1527672"/>
                  </a:lnTo>
                  <a:lnTo>
                    <a:pt x="7985659" y="1550422"/>
                  </a:lnTo>
                  <a:lnTo>
                    <a:pt x="7986474" y="1555545"/>
                  </a:lnTo>
                  <a:lnTo>
                    <a:pt x="7987288" y="1529728"/>
                  </a:lnTo>
                  <a:lnTo>
                    <a:pt x="7988103" y="1535788"/>
                  </a:lnTo>
                  <a:lnTo>
                    <a:pt x="7988918" y="1509844"/>
                  </a:lnTo>
                  <a:lnTo>
                    <a:pt x="7989733" y="1521850"/>
                  </a:lnTo>
                  <a:lnTo>
                    <a:pt x="7990547" y="1516406"/>
                  </a:lnTo>
                  <a:lnTo>
                    <a:pt x="7991362" y="1477348"/>
                  </a:lnTo>
                  <a:lnTo>
                    <a:pt x="7992177" y="1418271"/>
                  </a:lnTo>
                  <a:lnTo>
                    <a:pt x="7992992" y="1399987"/>
                  </a:lnTo>
                  <a:lnTo>
                    <a:pt x="7993807" y="1400540"/>
                  </a:lnTo>
                  <a:lnTo>
                    <a:pt x="7994621" y="1373144"/>
                  </a:lnTo>
                  <a:lnTo>
                    <a:pt x="7995436" y="1337790"/>
                  </a:lnTo>
                  <a:lnTo>
                    <a:pt x="7996251" y="1358182"/>
                  </a:lnTo>
                  <a:lnTo>
                    <a:pt x="7997066" y="1378316"/>
                  </a:lnTo>
                  <a:lnTo>
                    <a:pt x="7997880" y="1380961"/>
                  </a:lnTo>
                  <a:lnTo>
                    <a:pt x="7998695" y="1430280"/>
                  </a:lnTo>
                  <a:lnTo>
                    <a:pt x="7999510" y="1482783"/>
                  </a:lnTo>
                  <a:lnTo>
                    <a:pt x="8000325" y="1547689"/>
                  </a:lnTo>
                  <a:lnTo>
                    <a:pt x="8001140" y="1582690"/>
                  </a:lnTo>
                  <a:lnTo>
                    <a:pt x="8001954" y="1622841"/>
                  </a:lnTo>
                  <a:lnTo>
                    <a:pt x="8002769" y="1627040"/>
                  </a:lnTo>
                  <a:lnTo>
                    <a:pt x="8003584" y="1586706"/>
                  </a:lnTo>
                  <a:lnTo>
                    <a:pt x="8004399" y="1645923"/>
                  </a:lnTo>
                  <a:lnTo>
                    <a:pt x="8005213" y="1650157"/>
                  </a:lnTo>
                  <a:lnTo>
                    <a:pt x="8006028" y="1694326"/>
                  </a:lnTo>
                  <a:lnTo>
                    <a:pt x="8006843" y="1677705"/>
                  </a:lnTo>
                  <a:lnTo>
                    <a:pt x="8007658" y="1601146"/>
                  </a:lnTo>
                  <a:lnTo>
                    <a:pt x="8008473" y="1649847"/>
                  </a:lnTo>
                  <a:lnTo>
                    <a:pt x="8009287" y="1671990"/>
                  </a:lnTo>
                  <a:lnTo>
                    <a:pt x="8010102" y="1696222"/>
                  </a:lnTo>
                  <a:lnTo>
                    <a:pt x="8010917" y="1688957"/>
                  </a:lnTo>
                  <a:lnTo>
                    <a:pt x="8011732" y="1695097"/>
                  </a:lnTo>
                  <a:lnTo>
                    <a:pt x="8012547" y="1656037"/>
                  </a:lnTo>
                  <a:lnTo>
                    <a:pt x="8013361" y="1636599"/>
                  </a:lnTo>
                  <a:lnTo>
                    <a:pt x="8014176" y="1656124"/>
                  </a:lnTo>
                  <a:lnTo>
                    <a:pt x="8014991" y="1655136"/>
                  </a:lnTo>
                  <a:lnTo>
                    <a:pt x="8015806" y="1627710"/>
                  </a:lnTo>
                  <a:lnTo>
                    <a:pt x="8016620" y="1611727"/>
                  </a:lnTo>
                  <a:lnTo>
                    <a:pt x="8017435" y="1595425"/>
                  </a:lnTo>
                  <a:lnTo>
                    <a:pt x="8018250" y="1600093"/>
                  </a:lnTo>
                  <a:lnTo>
                    <a:pt x="8019065" y="1583535"/>
                  </a:lnTo>
                  <a:lnTo>
                    <a:pt x="8019880" y="1552087"/>
                  </a:lnTo>
                  <a:lnTo>
                    <a:pt x="8020694" y="1490559"/>
                  </a:lnTo>
                  <a:lnTo>
                    <a:pt x="8021509" y="1498938"/>
                  </a:lnTo>
                  <a:lnTo>
                    <a:pt x="8022324" y="1498554"/>
                  </a:lnTo>
                  <a:lnTo>
                    <a:pt x="8023139" y="1454273"/>
                  </a:lnTo>
                  <a:lnTo>
                    <a:pt x="8023953" y="1495073"/>
                  </a:lnTo>
                  <a:lnTo>
                    <a:pt x="8024768" y="1521266"/>
                  </a:lnTo>
                  <a:lnTo>
                    <a:pt x="8025583" y="1548266"/>
                  </a:lnTo>
                  <a:lnTo>
                    <a:pt x="8026398" y="1562296"/>
                  </a:lnTo>
                  <a:lnTo>
                    <a:pt x="8027213" y="1542537"/>
                  </a:lnTo>
                  <a:lnTo>
                    <a:pt x="8028027" y="1538818"/>
                  </a:lnTo>
                  <a:lnTo>
                    <a:pt x="8028842" y="1542476"/>
                  </a:lnTo>
                  <a:lnTo>
                    <a:pt x="8029657" y="1522847"/>
                  </a:lnTo>
                  <a:lnTo>
                    <a:pt x="8030472" y="1553987"/>
                  </a:lnTo>
                  <a:lnTo>
                    <a:pt x="8031286" y="1554662"/>
                  </a:lnTo>
                  <a:lnTo>
                    <a:pt x="8032101" y="1637584"/>
                  </a:lnTo>
                  <a:lnTo>
                    <a:pt x="8032916" y="1624932"/>
                  </a:lnTo>
                  <a:lnTo>
                    <a:pt x="8033731" y="1575760"/>
                  </a:lnTo>
                  <a:lnTo>
                    <a:pt x="8034546" y="1584201"/>
                  </a:lnTo>
                  <a:lnTo>
                    <a:pt x="8035360" y="1548273"/>
                  </a:lnTo>
                  <a:lnTo>
                    <a:pt x="8036175" y="1543728"/>
                  </a:lnTo>
                  <a:lnTo>
                    <a:pt x="8036990" y="1526128"/>
                  </a:lnTo>
                  <a:lnTo>
                    <a:pt x="8037805" y="1558836"/>
                  </a:lnTo>
                  <a:lnTo>
                    <a:pt x="8038619" y="1561760"/>
                  </a:lnTo>
                  <a:lnTo>
                    <a:pt x="8039434" y="1537417"/>
                  </a:lnTo>
                  <a:lnTo>
                    <a:pt x="8040249" y="1564443"/>
                  </a:lnTo>
                  <a:lnTo>
                    <a:pt x="8041064" y="1573507"/>
                  </a:lnTo>
                  <a:lnTo>
                    <a:pt x="8041879" y="1611999"/>
                  </a:lnTo>
                  <a:lnTo>
                    <a:pt x="8042693" y="1622990"/>
                  </a:lnTo>
                  <a:lnTo>
                    <a:pt x="8043508" y="1583781"/>
                  </a:lnTo>
                  <a:lnTo>
                    <a:pt x="8044323" y="1564129"/>
                  </a:lnTo>
                  <a:lnTo>
                    <a:pt x="8045138" y="1534855"/>
                  </a:lnTo>
                  <a:lnTo>
                    <a:pt x="8045952" y="1555338"/>
                  </a:lnTo>
                  <a:lnTo>
                    <a:pt x="8046767" y="1568069"/>
                  </a:lnTo>
                  <a:lnTo>
                    <a:pt x="8047582" y="1582327"/>
                  </a:lnTo>
                  <a:lnTo>
                    <a:pt x="8048397" y="1614833"/>
                  </a:lnTo>
                  <a:lnTo>
                    <a:pt x="8049212" y="1608999"/>
                  </a:lnTo>
                  <a:lnTo>
                    <a:pt x="8050026" y="1601356"/>
                  </a:lnTo>
                  <a:lnTo>
                    <a:pt x="8050841" y="1633155"/>
                  </a:lnTo>
                  <a:lnTo>
                    <a:pt x="8051656" y="1621778"/>
                  </a:lnTo>
                  <a:lnTo>
                    <a:pt x="8052471" y="1608764"/>
                  </a:lnTo>
                  <a:lnTo>
                    <a:pt x="8053286" y="1573217"/>
                  </a:lnTo>
                  <a:lnTo>
                    <a:pt x="8054100" y="1588812"/>
                  </a:lnTo>
                  <a:lnTo>
                    <a:pt x="8054915" y="1637132"/>
                  </a:lnTo>
                  <a:lnTo>
                    <a:pt x="8055730" y="1643139"/>
                  </a:lnTo>
                  <a:lnTo>
                    <a:pt x="8056545" y="1634133"/>
                  </a:lnTo>
                  <a:lnTo>
                    <a:pt x="8057359" y="1607037"/>
                  </a:lnTo>
                  <a:lnTo>
                    <a:pt x="8058174" y="1618349"/>
                  </a:lnTo>
                  <a:lnTo>
                    <a:pt x="8058989" y="1619164"/>
                  </a:lnTo>
                  <a:lnTo>
                    <a:pt x="8059804" y="1604313"/>
                  </a:lnTo>
                  <a:lnTo>
                    <a:pt x="8060619" y="1588402"/>
                  </a:lnTo>
                  <a:lnTo>
                    <a:pt x="8061433" y="1613994"/>
                  </a:lnTo>
                  <a:lnTo>
                    <a:pt x="8062248" y="1612404"/>
                  </a:lnTo>
                  <a:lnTo>
                    <a:pt x="8063063" y="1597258"/>
                  </a:lnTo>
                  <a:lnTo>
                    <a:pt x="8063878" y="1591311"/>
                  </a:lnTo>
                  <a:lnTo>
                    <a:pt x="8064692" y="1555799"/>
                  </a:lnTo>
                  <a:lnTo>
                    <a:pt x="8065507" y="1531403"/>
                  </a:lnTo>
                  <a:lnTo>
                    <a:pt x="8066322" y="1538257"/>
                  </a:lnTo>
                  <a:lnTo>
                    <a:pt x="8067137" y="1519135"/>
                  </a:lnTo>
                  <a:lnTo>
                    <a:pt x="8067952" y="1528217"/>
                  </a:lnTo>
                  <a:lnTo>
                    <a:pt x="8068766" y="1533594"/>
                  </a:lnTo>
                  <a:lnTo>
                    <a:pt x="8069581" y="1594534"/>
                  </a:lnTo>
                  <a:lnTo>
                    <a:pt x="8070396" y="1612159"/>
                  </a:lnTo>
                  <a:lnTo>
                    <a:pt x="8071211" y="1629397"/>
                  </a:lnTo>
                  <a:lnTo>
                    <a:pt x="8072025" y="1653224"/>
                  </a:lnTo>
                  <a:lnTo>
                    <a:pt x="8072840" y="1680681"/>
                  </a:lnTo>
                  <a:lnTo>
                    <a:pt x="8073655" y="1703954"/>
                  </a:lnTo>
                  <a:lnTo>
                    <a:pt x="8074470" y="1698277"/>
                  </a:lnTo>
                  <a:lnTo>
                    <a:pt x="8075285" y="1690247"/>
                  </a:lnTo>
                  <a:lnTo>
                    <a:pt x="8076099" y="1672813"/>
                  </a:lnTo>
                  <a:lnTo>
                    <a:pt x="8076914" y="1674838"/>
                  </a:lnTo>
                  <a:lnTo>
                    <a:pt x="8077729" y="1622162"/>
                  </a:lnTo>
                  <a:lnTo>
                    <a:pt x="8078544" y="1595439"/>
                  </a:lnTo>
                  <a:lnTo>
                    <a:pt x="8079358" y="1540014"/>
                  </a:lnTo>
                  <a:lnTo>
                    <a:pt x="8080173" y="1537078"/>
                  </a:lnTo>
                  <a:lnTo>
                    <a:pt x="8080988" y="1482586"/>
                  </a:lnTo>
                  <a:lnTo>
                    <a:pt x="8081803" y="1464739"/>
                  </a:lnTo>
                  <a:lnTo>
                    <a:pt x="8082618" y="1466101"/>
                  </a:lnTo>
                  <a:lnTo>
                    <a:pt x="8083432" y="1473456"/>
                  </a:lnTo>
                  <a:lnTo>
                    <a:pt x="8084247" y="1422398"/>
                  </a:lnTo>
                  <a:lnTo>
                    <a:pt x="8085062" y="1402455"/>
                  </a:lnTo>
                  <a:lnTo>
                    <a:pt x="8085877" y="1450886"/>
                  </a:lnTo>
                  <a:lnTo>
                    <a:pt x="8086692" y="1447974"/>
                  </a:lnTo>
                  <a:lnTo>
                    <a:pt x="8087506" y="1446726"/>
                  </a:lnTo>
                  <a:lnTo>
                    <a:pt x="8088321" y="1490508"/>
                  </a:lnTo>
                  <a:lnTo>
                    <a:pt x="8089136" y="1490555"/>
                  </a:lnTo>
                  <a:lnTo>
                    <a:pt x="8089951" y="1521841"/>
                  </a:lnTo>
                  <a:lnTo>
                    <a:pt x="8090765" y="1547484"/>
                  </a:lnTo>
                  <a:lnTo>
                    <a:pt x="8091580" y="1535816"/>
                  </a:lnTo>
                  <a:lnTo>
                    <a:pt x="8092395" y="1530287"/>
                  </a:lnTo>
                  <a:lnTo>
                    <a:pt x="8093210" y="1525069"/>
                  </a:lnTo>
                  <a:lnTo>
                    <a:pt x="8094025" y="1544920"/>
                  </a:lnTo>
                  <a:lnTo>
                    <a:pt x="8094839" y="1494826"/>
                  </a:lnTo>
                  <a:lnTo>
                    <a:pt x="8095654" y="1483213"/>
                  </a:lnTo>
                  <a:lnTo>
                    <a:pt x="8096469" y="1516667"/>
                  </a:lnTo>
                  <a:lnTo>
                    <a:pt x="8097284" y="1552698"/>
                  </a:lnTo>
                  <a:lnTo>
                    <a:pt x="8098098" y="1580499"/>
                  </a:lnTo>
                  <a:lnTo>
                    <a:pt x="8098913" y="1505527"/>
                  </a:lnTo>
                  <a:lnTo>
                    <a:pt x="8099728" y="1467619"/>
                  </a:lnTo>
                  <a:lnTo>
                    <a:pt x="8100543" y="1454405"/>
                  </a:lnTo>
                  <a:lnTo>
                    <a:pt x="8101358" y="1475161"/>
                  </a:lnTo>
                  <a:lnTo>
                    <a:pt x="8102172" y="1535101"/>
                  </a:lnTo>
                  <a:lnTo>
                    <a:pt x="8102987" y="1498015"/>
                  </a:lnTo>
                  <a:lnTo>
                    <a:pt x="8103802" y="1480330"/>
                  </a:lnTo>
                  <a:lnTo>
                    <a:pt x="8104617" y="1520708"/>
                  </a:lnTo>
                  <a:lnTo>
                    <a:pt x="8105431" y="1553889"/>
                  </a:lnTo>
                  <a:lnTo>
                    <a:pt x="8106246" y="1613839"/>
                  </a:lnTo>
                  <a:lnTo>
                    <a:pt x="8107061" y="1552617"/>
                  </a:lnTo>
                  <a:lnTo>
                    <a:pt x="8107876" y="1548392"/>
                  </a:lnTo>
                  <a:lnTo>
                    <a:pt x="8108691" y="1496939"/>
                  </a:lnTo>
                  <a:lnTo>
                    <a:pt x="8109505" y="1449874"/>
                  </a:lnTo>
                  <a:lnTo>
                    <a:pt x="8110320" y="1493448"/>
                  </a:lnTo>
                  <a:lnTo>
                    <a:pt x="8111135" y="1476950"/>
                  </a:lnTo>
                  <a:lnTo>
                    <a:pt x="8111950" y="1467786"/>
                  </a:lnTo>
                  <a:lnTo>
                    <a:pt x="8112764" y="1494626"/>
                  </a:lnTo>
                  <a:lnTo>
                    <a:pt x="8113579" y="1493054"/>
                  </a:lnTo>
                  <a:lnTo>
                    <a:pt x="8114394" y="1516855"/>
                  </a:lnTo>
                  <a:lnTo>
                    <a:pt x="8115209" y="1565027"/>
                  </a:lnTo>
                  <a:lnTo>
                    <a:pt x="8116024" y="1524605"/>
                  </a:lnTo>
                  <a:lnTo>
                    <a:pt x="8116838" y="1541250"/>
                  </a:lnTo>
                  <a:lnTo>
                    <a:pt x="8117653" y="1550746"/>
                  </a:lnTo>
                  <a:lnTo>
                    <a:pt x="8118468" y="1556861"/>
                  </a:lnTo>
                  <a:lnTo>
                    <a:pt x="8119283" y="1545457"/>
                  </a:lnTo>
                  <a:lnTo>
                    <a:pt x="8120097" y="1574861"/>
                  </a:lnTo>
                  <a:lnTo>
                    <a:pt x="8120912" y="1589200"/>
                  </a:lnTo>
                  <a:lnTo>
                    <a:pt x="8121727" y="1609357"/>
                  </a:lnTo>
                  <a:lnTo>
                    <a:pt x="8122542" y="1561771"/>
                  </a:lnTo>
                  <a:lnTo>
                    <a:pt x="8123357" y="1526730"/>
                  </a:lnTo>
                  <a:lnTo>
                    <a:pt x="8124171" y="1483708"/>
                  </a:lnTo>
                  <a:lnTo>
                    <a:pt x="8124986" y="1450838"/>
                  </a:lnTo>
                  <a:lnTo>
                    <a:pt x="8125801" y="1423188"/>
                  </a:lnTo>
                  <a:lnTo>
                    <a:pt x="8126616" y="1362592"/>
                  </a:lnTo>
                  <a:lnTo>
                    <a:pt x="8127431" y="1311617"/>
                  </a:lnTo>
                  <a:lnTo>
                    <a:pt x="8128245" y="1318918"/>
                  </a:lnTo>
                  <a:lnTo>
                    <a:pt x="8129060" y="1310608"/>
                  </a:lnTo>
                  <a:lnTo>
                    <a:pt x="8129875" y="1350441"/>
                  </a:lnTo>
                  <a:lnTo>
                    <a:pt x="8130690" y="1396597"/>
                  </a:lnTo>
                  <a:lnTo>
                    <a:pt x="8131504" y="1383784"/>
                  </a:lnTo>
                  <a:lnTo>
                    <a:pt x="8132319" y="1424767"/>
                  </a:lnTo>
                  <a:lnTo>
                    <a:pt x="8133134" y="1396098"/>
                  </a:lnTo>
                  <a:lnTo>
                    <a:pt x="8133949" y="1415569"/>
                  </a:lnTo>
                  <a:lnTo>
                    <a:pt x="8134764" y="1464192"/>
                  </a:lnTo>
                  <a:lnTo>
                    <a:pt x="8135578" y="1515171"/>
                  </a:lnTo>
                  <a:lnTo>
                    <a:pt x="8136393" y="1483693"/>
                  </a:lnTo>
                  <a:lnTo>
                    <a:pt x="8137208" y="1481332"/>
                  </a:lnTo>
                  <a:lnTo>
                    <a:pt x="8138023" y="1463493"/>
                  </a:lnTo>
                  <a:lnTo>
                    <a:pt x="8138837" y="1459942"/>
                  </a:lnTo>
                  <a:lnTo>
                    <a:pt x="8139652" y="1420990"/>
                  </a:lnTo>
                  <a:lnTo>
                    <a:pt x="8140467" y="1309251"/>
                  </a:lnTo>
                  <a:lnTo>
                    <a:pt x="8141282" y="1345992"/>
                  </a:lnTo>
                  <a:lnTo>
                    <a:pt x="8142097" y="1312114"/>
                  </a:lnTo>
                  <a:lnTo>
                    <a:pt x="8142911" y="1318282"/>
                  </a:lnTo>
                  <a:lnTo>
                    <a:pt x="8143726" y="1333580"/>
                  </a:lnTo>
                  <a:lnTo>
                    <a:pt x="8144541" y="1310824"/>
                  </a:lnTo>
                  <a:lnTo>
                    <a:pt x="8145356" y="1341232"/>
                  </a:lnTo>
                  <a:lnTo>
                    <a:pt x="8146170" y="1322258"/>
                  </a:lnTo>
                  <a:lnTo>
                    <a:pt x="8146985" y="1320338"/>
                  </a:lnTo>
                  <a:lnTo>
                    <a:pt x="8147800" y="1400860"/>
                  </a:lnTo>
                  <a:lnTo>
                    <a:pt x="8148615" y="1416804"/>
                  </a:lnTo>
                  <a:lnTo>
                    <a:pt x="8149430" y="1447246"/>
                  </a:lnTo>
                  <a:lnTo>
                    <a:pt x="8150244" y="1532885"/>
                  </a:lnTo>
                  <a:lnTo>
                    <a:pt x="8151059" y="1539571"/>
                  </a:lnTo>
                  <a:lnTo>
                    <a:pt x="8151874" y="1479845"/>
                  </a:lnTo>
                  <a:lnTo>
                    <a:pt x="8152689" y="1476593"/>
                  </a:lnTo>
                  <a:lnTo>
                    <a:pt x="8153503" y="1442117"/>
                  </a:lnTo>
                  <a:lnTo>
                    <a:pt x="8154318" y="1526721"/>
                  </a:lnTo>
                  <a:lnTo>
                    <a:pt x="8155133" y="1533363"/>
                  </a:lnTo>
                  <a:lnTo>
                    <a:pt x="8155948" y="1578376"/>
                  </a:lnTo>
                  <a:lnTo>
                    <a:pt x="8156763" y="1602243"/>
                  </a:lnTo>
                  <a:lnTo>
                    <a:pt x="8157577" y="1583600"/>
                  </a:lnTo>
                  <a:lnTo>
                    <a:pt x="8158392" y="1567689"/>
                  </a:lnTo>
                  <a:lnTo>
                    <a:pt x="8159207" y="1508264"/>
                  </a:lnTo>
                  <a:lnTo>
                    <a:pt x="8160022" y="1469266"/>
                  </a:lnTo>
                  <a:lnTo>
                    <a:pt x="8160836" y="1483305"/>
                  </a:lnTo>
                  <a:lnTo>
                    <a:pt x="8161651" y="1482385"/>
                  </a:lnTo>
                  <a:lnTo>
                    <a:pt x="8162466" y="1524478"/>
                  </a:lnTo>
                  <a:lnTo>
                    <a:pt x="8163281" y="1485923"/>
                  </a:lnTo>
                  <a:lnTo>
                    <a:pt x="8164096" y="1518743"/>
                  </a:lnTo>
                  <a:lnTo>
                    <a:pt x="8164910" y="1581417"/>
                  </a:lnTo>
                  <a:lnTo>
                    <a:pt x="8165725" y="1580893"/>
                  </a:lnTo>
                  <a:lnTo>
                    <a:pt x="8166540" y="1559625"/>
                  </a:lnTo>
                  <a:lnTo>
                    <a:pt x="8167355" y="1517257"/>
                  </a:lnTo>
                  <a:lnTo>
                    <a:pt x="8168170" y="1555144"/>
                  </a:lnTo>
                  <a:lnTo>
                    <a:pt x="8168984" y="1612704"/>
                  </a:lnTo>
                  <a:lnTo>
                    <a:pt x="8169799" y="1628162"/>
                  </a:lnTo>
                  <a:lnTo>
                    <a:pt x="8170614" y="1610250"/>
                  </a:lnTo>
                  <a:lnTo>
                    <a:pt x="8171429" y="1600015"/>
                  </a:lnTo>
                  <a:lnTo>
                    <a:pt x="8172243" y="1606775"/>
                  </a:lnTo>
                  <a:lnTo>
                    <a:pt x="8173058" y="1584386"/>
                  </a:lnTo>
                  <a:lnTo>
                    <a:pt x="8173873" y="1575660"/>
                  </a:lnTo>
                  <a:lnTo>
                    <a:pt x="8174688" y="1554182"/>
                  </a:lnTo>
                  <a:lnTo>
                    <a:pt x="8175503" y="1546069"/>
                  </a:lnTo>
                  <a:lnTo>
                    <a:pt x="8176317" y="1568395"/>
                  </a:lnTo>
                  <a:lnTo>
                    <a:pt x="8177132" y="1552669"/>
                  </a:lnTo>
                  <a:lnTo>
                    <a:pt x="8177947" y="1574257"/>
                  </a:lnTo>
                  <a:lnTo>
                    <a:pt x="8178762" y="1565978"/>
                  </a:lnTo>
                  <a:lnTo>
                    <a:pt x="8179576" y="1524496"/>
                  </a:lnTo>
                  <a:lnTo>
                    <a:pt x="8180391" y="1504627"/>
                  </a:lnTo>
                  <a:lnTo>
                    <a:pt x="8181206" y="1496679"/>
                  </a:lnTo>
                  <a:lnTo>
                    <a:pt x="8182021" y="1471736"/>
                  </a:lnTo>
                  <a:lnTo>
                    <a:pt x="8182836" y="1459171"/>
                  </a:lnTo>
                  <a:lnTo>
                    <a:pt x="8183650" y="1452108"/>
                  </a:lnTo>
                  <a:lnTo>
                    <a:pt x="8184465" y="1401181"/>
                  </a:lnTo>
                  <a:lnTo>
                    <a:pt x="8185280" y="1335843"/>
                  </a:lnTo>
                  <a:lnTo>
                    <a:pt x="8186095" y="1296628"/>
                  </a:lnTo>
                  <a:lnTo>
                    <a:pt x="8186909" y="1322881"/>
                  </a:lnTo>
                  <a:lnTo>
                    <a:pt x="8187724" y="1325500"/>
                  </a:lnTo>
                  <a:lnTo>
                    <a:pt x="8188539" y="1354630"/>
                  </a:lnTo>
                  <a:lnTo>
                    <a:pt x="8189354" y="1325160"/>
                  </a:lnTo>
                  <a:lnTo>
                    <a:pt x="8190169" y="1342666"/>
                  </a:lnTo>
                  <a:lnTo>
                    <a:pt x="8190983" y="1477084"/>
                  </a:lnTo>
                  <a:lnTo>
                    <a:pt x="8191798" y="1461205"/>
                  </a:lnTo>
                  <a:lnTo>
                    <a:pt x="8192613" y="1458135"/>
                  </a:lnTo>
                  <a:lnTo>
                    <a:pt x="8193428" y="1406834"/>
                  </a:lnTo>
                  <a:lnTo>
                    <a:pt x="8194242" y="1472252"/>
                  </a:lnTo>
                  <a:lnTo>
                    <a:pt x="8195057" y="1461789"/>
                  </a:lnTo>
                  <a:lnTo>
                    <a:pt x="8195872" y="1403074"/>
                  </a:lnTo>
                  <a:lnTo>
                    <a:pt x="8196687" y="1362113"/>
                  </a:lnTo>
                  <a:lnTo>
                    <a:pt x="8197502" y="1414667"/>
                  </a:lnTo>
                  <a:lnTo>
                    <a:pt x="8198316" y="1433744"/>
                  </a:lnTo>
                  <a:lnTo>
                    <a:pt x="8199131" y="1439646"/>
                  </a:lnTo>
                  <a:lnTo>
                    <a:pt x="8199946" y="1470304"/>
                  </a:lnTo>
                  <a:lnTo>
                    <a:pt x="8200761" y="1443755"/>
                  </a:lnTo>
                  <a:lnTo>
                    <a:pt x="8201575" y="1524551"/>
                  </a:lnTo>
                  <a:lnTo>
                    <a:pt x="8202390" y="1482701"/>
                  </a:lnTo>
                  <a:lnTo>
                    <a:pt x="8203205" y="1456521"/>
                  </a:lnTo>
                  <a:lnTo>
                    <a:pt x="8204020" y="1429590"/>
                  </a:lnTo>
                  <a:lnTo>
                    <a:pt x="8204835" y="1483655"/>
                  </a:lnTo>
                  <a:lnTo>
                    <a:pt x="8205649" y="1532900"/>
                  </a:lnTo>
                  <a:lnTo>
                    <a:pt x="8206464" y="1557740"/>
                  </a:lnTo>
                  <a:lnTo>
                    <a:pt x="8207279" y="1587942"/>
                  </a:lnTo>
                  <a:lnTo>
                    <a:pt x="8208094" y="1562588"/>
                  </a:lnTo>
                  <a:lnTo>
                    <a:pt x="8208909" y="1554516"/>
                  </a:lnTo>
                  <a:lnTo>
                    <a:pt x="8209723" y="1502896"/>
                  </a:lnTo>
                  <a:lnTo>
                    <a:pt x="8210538" y="1481191"/>
                  </a:lnTo>
                  <a:lnTo>
                    <a:pt x="8211353" y="1504609"/>
                  </a:lnTo>
                  <a:lnTo>
                    <a:pt x="8212168" y="1530828"/>
                  </a:lnTo>
                  <a:lnTo>
                    <a:pt x="8212982" y="1510352"/>
                  </a:lnTo>
                  <a:lnTo>
                    <a:pt x="8213797" y="1514930"/>
                  </a:lnTo>
                  <a:lnTo>
                    <a:pt x="8214612" y="1540795"/>
                  </a:lnTo>
                  <a:lnTo>
                    <a:pt x="8215427" y="1541491"/>
                  </a:lnTo>
                  <a:lnTo>
                    <a:pt x="8216242" y="1549457"/>
                  </a:lnTo>
                  <a:lnTo>
                    <a:pt x="8217056" y="1557613"/>
                  </a:lnTo>
                  <a:lnTo>
                    <a:pt x="8217871" y="1601054"/>
                  </a:lnTo>
                  <a:lnTo>
                    <a:pt x="8218686" y="1625070"/>
                  </a:lnTo>
                  <a:lnTo>
                    <a:pt x="8219501" y="1601081"/>
                  </a:lnTo>
                  <a:lnTo>
                    <a:pt x="8220315" y="1605425"/>
                  </a:lnTo>
                  <a:lnTo>
                    <a:pt x="8221130" y="1659798"/>
                  </a:lnTo>
                  <a:lnTo>
                    <a:pt x="8221945" y="1665247"/>
                  </a:lnTo>
                  <a:lnTo>
                    <a:pt x="8222760" y="1665374"/>
                  </a:lnTo>
                  <a:lnTo>
                    <a:pt x="8223575" y="1669562"/>
                  </a:lnTo>
                  <a:lnTo>
                    <a:pt x="8224389" y="1708716"/>
                  </a:lnTo>
                  <a:lnTo>
                    <a:pt x="8225204" y="1697427"/>
                  </a:lnTo>
                  <a:lnTo>
                    <a:pt x="8226019" y="1680477"/>
                  </a:lnTo>
                  <a:lnTo>
                    <a:pt x="8226834" y="1661900"/>
                  </a:lnTo>
                  <a:lnTo>
                    <a:pt x="8227648" y="1653712"/>
                  </a:lnTo>
                  <a:lnTo>
                    <a:pt x="8228463" y="1616672"/>
                  </a:lnTo>
                  <a:lnTo>
                    <a:pt x="8229278" y="1618197"/>
                  </a:lnTo>
                  <a:lnTo>
                    <a:pt x="8230093" y="1570300"/>
                  </a:lnTo>
                  <a:lnTo>
                    <a:pt x="8230908" y="1562882"/>
                  </a:lnTo>
                  <a:lnTo>
                    <a:pt x="8231722" y="1629489"/>
                  </a:lnTo>
                  <a:lnTo>
                    <a:pt x="8232537" y="1564842"/>
                  </a:lnTo>
                  <a:lnTo>
                    <a:pt x="8233352" y="1534138"/>
                  </a:lnTo>
                  <a:lnTo>
                    <a:pt x="8234167" y="1472210"/>
                  </a:lnTo>
                  <a:lnTo>
                    <a:pt x="8234981" y="1481904"/>
                  </a:lnTo>
                  <a:lnTo>
                    <a:pt x="8235796" y="1453144"/>
                  </a:lnTo>
                  <a:lnTo>
                    <a:pt x="8236611" y="1399912"/>
                  </a:lnTo>
                  <a:lnTo>
                    <a:pt x="8237426" y="1463083"/>
                  </a:lnTo>
                  <a:lnTo>
                    <a:pt x="8238241" y="1469163"/>
                  </a:lnTo>
                  <a:lnTo>
                    <a:pt x="8239055" y="1479580"/>
                  </a:lnTo>
                  <a:lnTo>
                    <a:pt x="8239870" y="1454253"/>
                  </a:lnTo>
                  <a:lnTo>
                    <a:pt x="8240685" y="1462779"/>
                  </a:lnTo>
                  <a:lnTo>
                    <a:pt x="8241500" y="1490072"/>
                  </a:lnTo>
                  <a:lnTo>
                    <a:pt x="8242314" y="1502603"/>
                  </a:lnTo>
                  <a:lnTo>
                    <a:pt x="8243129" y="1512269"/>
                  </a:lnTo>
                  <a:lnTo>
                    <a:pt x="8243944" y="1519951"/>
                  </a:lnTo>
                  <a:lnTo>
                    <a:pt x="8244759" y="1514953"/>
                  </a:lnTo>
                  <a:lnTo>
                    <a:pt x="8245574" y="1476439"/>
                  </a:lnTo>
                  <a:lnTo>
                    <a:pt x="8246388" y="1463243"/>
                  </a:lnTo>
                  <a:lnTo>
                    <a:pt x="8247203" y="1510274"/>
                  </a:lnTo>
                  <a:lnTo>
                    <a:pt x="8248018" y="1521056"/>
                  </a:lnTo>
                  <a:lnTo>
                    <a:pt x="8248833" y="1525558"/>
                  </a:lnTo>
                  <a:lnTo>
                    <a:pt x="8249648" y="1501167"/>
                  </a:lnTo>
                  <a:lnTo>
                    <a:pt x="8250462" y="1465821"/>
                  </a:lnTo>
                  <a:lnTo>
                    <a:pt x="8251277" y="1477314"/>
                  </a:lnTo>
                  <a:lnTo>
                    <a:pt x="8252092" y="1524975"/>
                  </a:lnTo>
                  <a:lnTo>
                    <a:pt x="8252907" y="1532826"/>
                  </a:lnTo>
                  <a:lnTo>
                    <a:pt x="8253721" y="1490491"/>
                  </a:lnTo>
                  <a:lnTo>
                    <a:pt x="8254536" y="1500880"/>
                  </a:lnTo>
                  <a:lnTo>
                    <a:pt x="8255351" y="1554109"/>
                  </a:lnTo>
                  <a:lnTo>
                    <a:pt x="8256166" y="1601371"/>
                  </a:lnTo>
                  <a:lnTo>
                    <a:pt x="8256981" y="1642491"/>
                  </a:lnTo>
                  <a:lnTo>
                    <a:pt x="8257795" y="1593082"/>
                  </a:lnTo>
                  <a:lnTo>
                    <a:pt x="8258610" y="1599947"/>
                  </a:lnTo>
                  <a:lnTo>
                    <a:pt x="8259425" y="1546926"/>
                  </a:lnTo>
                  <a:lnTo>
                    <a:pt x="8260240" y="1569624"/>
                  </a:lnTo>
                  <a:lnTo>
                    <a:pt x="8261054" y="1574558"/>
                  </a:lnTo>
                  <a:lnTo>
                    <a:pt x="8261869" y="1560564"/>
                  </a:lnTo>
                  <a:lnTo>
                    <a:pt x="8262684" y="1534150"/>
                  </a:lnTo>
                  <a:lnTo>
                    <a:pt x="8263499" y="1537887"/>
                  </a:lnTo>
                  <a:lnTo>
                    <a:pt x="8264314" y="1576304"/>
                  </a:lnTo>
                  <a:lnTo>
                    <a:pt x="8265128" y="1601713"/>
                  </a:lnTo>
                  <a:lnTo>
                    <a:pt x="8265943" y="1565721"/>
                  </a:lnTo>
                  <a:lnTo>
                    <a:pt x="8266758" y="1580897"/>
                  </a:lnTo>
                  <a:lnTo>
                    <a:pt x="8267573" y="1634231"/>
                  </a:lnTo>
                  <a:lnTo>
                    <a:pt x="8268387" y="1659065"/>
                  </a:lnTo>
                  <a:lnTo>
                    <a:pt x="8269202" y="1670205"/>
                  </a:lnTo>
                  <a:lnTo>
                    <a:pt x="8270017" y="1675600"/>
                  </a:lnTo>
                  <a:lnTo>
                    <a:pt x="8270832" y="1654237"/>
                  </a:lnTo>
                  <a:lnTo>
                    <a:pt x="8271647" y="1691916"/>
                  </a:lnTo>
                  <a:lnTo>
                    <a:pt x="8272461" y="1719929"/>
                  </a:lnTo>
                  <a:lnTo>
                    <a:pt x="8273276" y="1724934"/>
                  </a:lnTo>
                  <a:lnTo>
                    <a:pt x="8274091" y="1736259"/>
                  </a:lnTo>
                  <a:lnTo>
                    <a:pt x="8274906" y="1720458"/>
                  </a:lnTo>
                  <a:lnTo>
                    <a:pt x="8275720" y="1743500"/>
                  </a:lnTo>
                  <a:lnTo>
                    <a:pt x="8276535" y="1730972"/>
                  </a:lnTo>
                  <a:lnTo>
                    <a:pt x="8277350" y="1730592"/>
                  </a:lnTo>
                  <a:lnTo>
                    <a:pt x="8278165" y="1728155"/>
                  </a:lnTo>
                  <a:lnTo>
                    <a:pt x="8278980" y="1711324"/>
                  </a:lnTo>
                  <a:lnTo>
                    <a:pt x="8279794" y="1700131"/>
                  </a:lnTo>
                  <a:lnTo>
                    <a:pt x="8280609" y="1659225"/>
                  </a:lnTo>
                  <a:lnTo>
                    <a:pt x="8281424" y="1642515"/>
                  </a:lnTo>
                  <a:lnTo>
                    <a:pt x="8282239" y="1625069"/>
                  </a:lnTo>
                  <a:lnTo>
                    <a:pt x="8283053" y="1622425"/>
                  </a:lnTo>
                  <a:lnTo>
                    <a:pt x="8283868" y="1644773"/>
                  </a:lnTo>
                  <a:lnTo>
                    <a:pt x="8284683" y="1634220"/>
                  </a:lnTo>
                  <a:lnTo>
                    <a:pt x="8285498" y="1626002"/>
                  </a:lnTo>
                  <a:lnTo>
                    <a:pt x="8286313" y="1620391"/>
                  </a:lnTo>
                  <a:lnTo>
                    <a:pt x="8287127" y="1593303"/>
                  </a:lnTo>
                  <a:lnTo>
                    <a:pt x="8287942" y="1588640"/>
                  </a:lnTo>
                  <a:lnTo>
                    <a:pt x="8288757" y="1573879"/>
                  </a:lnTo>
                  <a:lnTo>
                    <a:pt x="8289572" y="1558430"/>
                  </a:lnTo>
                  <a:lnTo>
                    <a:pt x="8290387" y="1555230"/>
                  </a:lnTo>
                  <a:lnTo>
                    <a:pt x="8291201" y="1475888"/>
                  </a:lnTo>
                  <a:lnTo>
                    <a:pt x="8292016" y="1538954"/>
                  </a:lnTo>
                  <a:lnTo>
                    <a:pt x="8292831" y="1535846"/>
                  </a:lnTo>
                  <a:lnTo>
                    <a:pt x="8293646" y="1506071"/>
                  </a:lnTo>
                  <a:lnTo>
                    <a:pt x="8294460" y="1524017"/>
                  </a:lnTo>
                  <a:lnTo>
                    <a:pt x="8295275" y="1542470"/>
                  </a:lnTo>
                  <a:lnTo>
                    <a:pt x="8296090" y="1580701"/>
                  </a:lnTo>
                  <a:lnTo>
                    <a:pt x="8296905" y="1605273"/>
                  </a:lnTo>
                  <a:lnTo>
                    <a:pt x="8297720" y="1531935"/>
                  </a:lnTo>
                  <a:lnTo>
                    <a:pt x="8298534" y="1501657"/>
                  </a:lnTo>
                  <a:lnTo>
                    <a:pt x="8299349" y="1519396"/>
                  </a:lnTo>
                  <a:lnTo>
                    <a:pt x="8300164" y="1514152"/>
                  </a:lnTo>
                  <a:lnTo>
                    <a:pt x="8300979" y="1500578"/>
                  </a:lnTo>
                  <a:lnTo>
                    <a:pt x="8301793" y="1515969"/>
                  </a:lnTo>
                  <a:lnTo>
                    <a:pt x="8302608" y="1582250"/>
                  </a:lnTo>
                  <a:lnTo>
                    <a:pt x="8303423" y="1634318"/>
                  </a:lnTo>
                  <a:lnTo>
                    <a:pt x="8304238" y="1621907"/>
                  </a:lnTo>
                  <a:lnTo>
                    <a:pt x="8305053" y="1603107"/>
                  </a:lnTo>
                  <a:lnTo>
                    <a:pt x="8305867" y="1636601"/>
                  </a:lnTo>
                  <a:lnTo>
                    <a:pt x="8306682" y="1667727"/>
                  </a:lnTo>
                  <a:lnTo>
                    <a:pt x="8307497" y="1697274"/>
                  </a:lnTo>
                  <a:lnTo>
                    <a:pt x="8308312" y="1666794"/>
                  </a:lnTo>
                  <a:lnTo>
                    <a:pt x="8309126" y="1653947"/>
                  </a:lnTo>
                  <a:lnTo>
                    <a:pt x="8309941" y="1654621"/>
                  </a:lnTo>
                  <a:lnTo>
                    <a:pt x="8310756" y="1653732"/>
                  </a:lnTo>
                  <a:lnTo>
                    <a:pt x="8311571" y="1636466"/>
                  </a:lnTo>
                  <a:lnTo>
                    <a:pt x="8312386" y="1605404"/>
                  </a:lnTo>
                  <a:lnTo>
                    <a:pt x="8313200" y="1587661"/>
                  </a:lnTo>
                  <a:lnTo>
                    <a:pt x="8314015" y="1611579"/>
                  </a:lnTo>
                  <a:lnTo>
                    <a:pt x="8314830" y="1612269"/>
                  </a:lnTo>
                  <a:lnTo>
                    <a:pt x="8315645" y="1569068"/>
                  </a:lnTo>
                  <a:lnTo>
                    <a:pt x="8316459" y="1565613"/>
                  </a:lnTo>
                  <a:lnTo>
                    <a:pt x="8317274" y="1583852"/>
                  </a:lnTo>
                  <a:lnTo>
                    <a:pt x="8318089" y="1612968"/>
                  </a:lnTo>
                  <a:lnTo>
                    <a:pt x="8318904" y="1627560"/>
                  </a:lnTo>
                  <a:lnTo>
                    <a:pt x="8319719" y="1586525"/>
                  </a:lnTo>
                  <a:lnTo>
                    <a:pt x="8320533" y="1559466"/>
                  </a:lnTo>
                  <a:lnTo>
                    <a:pt x="8321348" y="1542057"/>
                  </a:lnTo>
                  <a:lnTo>
                    <a:pt x="8322163" y="1525194"/>
                  </a:lnTo>
                  <a:lnTo>
                    <a:pt x="8322978" y="1533666"/>
                  </a:lnTo>
                  <a:lnTo>
                    <a:pt x="8323792" y="1548348"/>
                  </a:lnTo>
                  <a:lnTo>
                    <a:pt x="8324607" y="1568453"/>
                  </a:lnTo>
                  <a:lnTo>
                    <a:pt x="8325422" y="1560033"/>
                  </a:lnTo>
                  <a:lnTo>
                    <a:pt x="8326237" y="1522088"/>
                  </a:lnTo>
                  <a:lnTo>
                    <a:pt x="8327052" y="1506338"/>
                  </a:lnTo>
                  <a:lnTo>
                    <a:pt x="8327866" y="1513801"/>
                  </a:lnTo>
                  <a:lnTo>
                    <a:pt x="8328681" y="1485141"/>
                  </a:lnTo>
                  <a:lnTo>
                    <a:pt x="8329496" y="1482113"/>
                  </a:lnTo>
                  <a:lnTo>
                    <a:pt x="8330311" y="1493612"/>
                  </a:lnTo>
                  <a:lnTo>
                    <a:pt x="8331126" y="1524093"/>
                  </a:lnTo>
                  <a:lnTo>
                    <a:pt x="8331940" y="1530869"/>
                  </a:lnTo>
                  <a:lnTo>
                    <a:pt x="8332755" y="1503655"/>
                  </a:lnTo>
                  <a:lnTo>
                    <a:pt x="8333570" y="1488609"/>
                  </a:lnTo>
                  <a:lnTo>
                    <a:pt x="8334385" y="1538672"/>
                  </a:lnTo>
                  <a:lnTo>
                    <a:pt x="8335199" y="1518062"/>
                  </a:lnTo>
                  <a:lnTo>
                    <a:pt x="8336014" y="1490038"/>
                  </a:lnTo>
                  <a:lnTo>
                    <a:pt x="8336829" y="1481550"/>
                  </a:lnTo>
                  <a:lnTo>
                    <a:pt x="8337644" y="1474675"/>
                  </a:lnTo>
                  <a:lnTo>
                    <a:pt x="8338459" y="1508308"/>
                  </a:lnTo>
                  <a:lnTo>
                    <a:pt x="8339273" y="1456210"/>
                  </a:lnTo>
                  <a:lnTo>
                    <a:pt x="8340088" y="1462154"/>
                  </a:lnTo>
                  <a:lnTo>
                    <a:pt x="8340903" y="1456580"/>
                  </a:lnTo>
                  <a:lnTo>
                    <a:pt x="8341718" y="1514947"/>
                  </a:lnTo>
                  <a:lnTo>
                    <a:pt x="8342532" y="1521576"/>
                  </a:lnTo>
                  <a:lnTo>
                    <a:pt x="8343347" y="1448281"/>
                  </a:lnTo>
                  <a:lnTo>
                    <a:pt x="8344162" y="1465396"/>
                  </a:lnTo>
                  <a:lnTo>
                    <a:pt x="8344977" y="1504566"/>
                  </a:lnTo>
                  <a:lnTo>
                    <a:pt x="8345792" y="1513176"/>
                  </a:lnTo>
                  <a:lnTo>
                    <a:pt x="8346606" y="1492654"/>
                  </a:lnTo>
                  <a:lnTo>
                    <a:pt x="8347421" y="1489316"/>
                  </a:lnTo>
                  <a:lnTo>
                    <a:pt x="8348236" y="1479710"/>
                  </a:lnTo>
                  <a:lnTo>
                    <a:pt x="8349051" y="1541514"/>
                  </a:lnTo>
                  <a:lnTo>
                    <a:pt x="8349865" y="1461796"/>
                  </a:lnTo>
                  <a:lnTo>
                    <a:pt x="8350680" y="1506945"/>
                  </a:lnTo>
                  <a:lnTo>
                    <a:pt x="8351495" y="1525631"/>
                  </a:lnTo>
                  <a:lnTo>
                    <a:pt x="8352310" y="1562146"/>
                  </a:lnTo>
                  <a:lnTo>
                    <a:pt x="8353125" y="1540640"/>
                  </a:lnTo>
                  <a:lnTo>
                    <a:pt x="8353939" y="1506105"/>
                  </a:lnTo>
                  <a:lnTo>
                    <a:pt x="8354754" y="1517666"/>
                  </a:lnTo>
                  <a:lnTo>
                    <a:pt x="8355569" y="1503214"/>
                  </a:lnTo>
                  <a:lnTo>
                    <a:pt x="8356384" y="1554083"/>
                  </a:lnTo>
                  <a:lnTo>
                    <a:pt x="8357198" y="1528011"/>
                  </a:lnTo>
                  <a:lnTo>
                    <a:pt x="8358013" y="1569714"/>
                  </a:lnTo>
                  <a:lnTo>
                    <a:pt x="8358828" y="1614969"/>
                  </a:lnTo>
                  <a:lnTo>
                    <a:pt x="8359643" y="1661831"/>
                  </a:lnTo>
                  <a:lnTo>
                    <a:pt x="8360458" y="1711443"/>
                  </a:lnTo>
                  <a:lnTo>
                    <a:pt x="8361272" y="1730699"/>
                  </a:lnTo>
                  <a:lnTo>
                    <a:pt x="8362087" y="1748870"/>
                  </a:lnTo>
                  <a:lnTo>
                    <a:pt x="8362902" y="1743616"/>
                  </a:lnTo>
                  <a:lnTo>
                    <a:pt x="8363717" y="1706712"/>
                  </a:lnTo>
                  <a:lnTo>
                    <a:pt x="8364531" y="1719626"/>
                  </a:lnTo>
                  <a:lnTo>
                    <a:pt x="8365346" y="1622062"/>
                  </a:lnTo>
                  <a:lnTo>
                    <a:pt x="8366161" y="1608081"/>
                  </a:lnTo>
                  <a:lnTo>
                    <a:pt x="8366976" y="1666508"/>
                  </a:lnTo>
                  <a:lnTo>
                    <a:pt x="8367791" y="1688115"/>
                  </a:lnTo>
                  <a:lnTo>
                    <a:pt x="8368605" y="1732779"/>
                  </a:lnTo>
                  <a:lnTo>
                    <a:pt x="8369420" y="1707153"/>
                  </a:lnTo>
                  <a:lnTo>
                    <a:pt x="8370235" y="1697476"/>
                  </a:lnTo>
                  <a:lnTo>
                    <a:pt x="8371050" y="1690001"/>
                  </a:lnTo>
                  <a:lnTo>
                    <a:pt x="8371865" y="1672300"/>
                  </a:lnTo>
                  <a:lnTo>
                    <a:pt x="8372679" y="1706854"/>
                  </a:lnTo>
                  <a:lnTo>
                    <a:pt x="8373494" y="1693367"/>
                  </a:lnTo>
                  <a:lnTo>
                    <a:pt x="8374309" y="1734586"/>
                  </a:lnTo>
                  <a:lnTo>
                    <a:pt x="8375124" y="1666778"/>
                  </a:lnTo>
                  <a:lnTo>
                    <a:pt x="8375938" y="1639832"/>
                  </a:lnTo>
                  <a:lnTo>
                    <a:pt x="8376753" y="1666087"/>
                  </a:lnTo>
                  <a:lnTo>
                    <a:pt x="8377568" y="1649046"/>
                  </a:lnTo>
                  <a:lnTo>
                    <a:pt x="8378383" y="1642770"/>
                  </a:lnTo>
                  <a:lnTo>
                    <a:pt x="8379198" y="1658298"/>
                  </a:lnTo>
                  <a:lnTo>
                    <a:pt x="8380012" y="1645129"/>
                  </a:lnTo>
                  <a:lnTo>
                    <a:pt x="8380827" y="1672677"/>
                  </a:lnTo>
                  <a:lnTo>
                    <a:pt x="8381642" y="1662490"/>
                  </a:lnTo>
                  <a:lnTo>
                    <a:pt x="8382457" y="1648988"/>
                  </a:lnTo>
                  <a:lnTo>
                    <a:pt x="8383271" y="1649721"/>
                  </a:lnTo>
                  <a:lnTo>
                    <a:pt x="8384086" y="1615715"/>
                  </a:lnTo>
                  <a:lnTo>
                    <a:pt x="8384901" y="1574122"/>
                  </a:lnTo>
                  <a:lnTo>
                    <a:pt x="8385716" y="1523053"/>
                  </a:lnTo>
                  <a:lnTo>
                    <a:pt x="8386531" y="1467393"/>
                  </a:lnTo>
                  <a:lnTo>
                    <a:pt x="8387345" y="1499417"/>
                  </a:lnTo>
                  <a:lnTo>
                    <a:pt x="8388160" y="1513444"/>
                  </a:lnTo>
                  <a:lnTo>
                    <a:pt x="8388975" y="1560517"/>
                  </a:lnTo>
                  <a:lnTo>
                    <a:pt x="8389790" y="1567580"/>
                  </a:lnTo>
                  <a:lnTo>
                    <a:pt x="8390604" y="1505849"/>
                  </a:lnTo>
                  <a:lnTo>
                    <a:pt x="8391419" y="1484285"/>
                  </a:lnTo>
                  <a:lnTo>
                    <a:pt x="8392234" y="1436562"/>
                  </a:lnTo>
                  <a:lnTo>
                    <a:pt x="8393049" y="1469952"/>
                  </a:lnTo>
                  <a:lnTo>
                    <a:pt x="8393864" y="1454829"/>
                  </a:lnTo>
                  <a:lnTo>
                    <a:pt x="8394678" y="1472576"/>
                  </a:lnTo>
                  <a:lnTo>
                    <a:pt x="8395493" y="1492732"/>
                  </a:lnTo>
                  <a:lnTo>
                    <a:pt x="8396308" y="1507018"/>
                  </a:lnTo>
                  <a:lnTo>
                    <a:pt x="8397123" y="1491036"/>
                  </a:lnTo>
                  <a:lnTo>
                    <a:pt x="8397937" y="1490635"/>
                  </a:lnTo>
                  <a:lnTo>
                    <a:pt x="8398752" y="1442905"/>
                  </a:lnTo>
                  <a:lnTo>
                    <a:pt x="8399567" y="1475202"/>
                  </a:lnTo>
                  <a:lnTo>
                    <a:pt x="8400382" y="1483691"/>
                  </a:lnTo>
                  <a:lnTo>
                    <a:pt x="8401197" y="1449345"/>
                  </a:lnTo>
                  <a:lnTo>
                    <a:pt x="8402011" y="1450054"/>
                  </a:lnTo>
                  <a:lnTo>
                    <a:pt x="8402826" y="1455133"/>
                  </a:lnTo>
                  <a:lnTo>
                    <a:pt x="8403641" y="1507001"/>
                  </a:lnTo>
                  <a:lnTo>
                    <a:pt x="8404456" y="1494047"/>
                  </a:lnTo>
                  <a:lnTo>
                    <a:pt x="8405271" y="1508733"/>
                  </a:lnTo>
                  <a:lnTo>
                    <a:pt x="8406085" y="1537902"/>
                  </a:lnTo>
                  <a:lnTo>
                    <a:pt x="8406900" y="1589445"/>
                  </a:lnTo>
                  <a:lnTo>
                    <a:pt x="8407715" y="1648801"/>
                  </a:lnTo>
                  <a:lnTo>
                    <a:pt x="8408530" y="1680295"/>
                  </a:lnTo>
                  <a:lnTo>
                    <a:pt x="8409344" y="1683952"/>
                  </a:lnTo>
                  <a:lnTo>
                    <a:pt x="8410159" y="1709772"/>
                  </a:lnTo>
                  <a:lnTo>
                    <a:pt x="8410974" y="1691167"/>
                  </a:lnTo>
                  <a:lnTo>
                    <a:pt x="8411789" y="1721427"/>
                  </a:lnTo>
                  <a:lnTo>
                    <a:pt x="8412604" y="1730338"/>
                  </a:lnTo>
                  <a:lnTo>
                    <a:pt x="8413418" y="1737846"/>
                  </a:lnTo>
                  <a:lnTo>
                    <a:pt x="8414233" y="1756701"/>
                  </a:lnTo>
                  <a:lnTo>
                    <a:pt x="8415048" y="1736783"/>
                  </a:lnTo>
                  <a:lnTo>
                    <a:pt x="8415863" y="1730459"/>
                  </a:lnTo>
                  <a:lnTo>
                    <a:pt x="8416677" y="1730464"/>
                  </a:lnTo>
                  <a:lnTo>
                    <a:pt x="8417492" y="1708263"/>
                  </a:lnTo>
                  <a:lnTo>
                    <a:pt x="8418307" y="1716415"/>
                  </a:lnTo>
                  <a:lnTo>
                    <a:pt x="8419122" y="1687943"/>
                  </a:lnTo>
                  <a:lnTo>
                    <a:pt x="8419937" y="1698584"/>
                  </a:lnTo>
                  <a:lnTo>
                    <a:pt x="8420751" y="1702153"/>
                  </a:lnTo>
                  <a:lnTo>
                    <a:pt x="8421566" y="1660692"/>
                  </a:lnTo>
                  <a:lnTo>
                    <a:pt x="8422381" y="1683086"/>
                  </a:lnTo>
                  <a:lnTo>
                    <a:pt x="8423196" y="1634851"/>
                  </a:lnTo>
                  <a:lnTo>
                    <a:pt x="8424010" y="1656610"/>
                  </a:lnTo>
                  <a:lnTo>
                    <a:pt x="8424825" y="1624157"/>
                  </a:lnTo>
                  <a:lnTo>
                    <a:pt x="8425640" y="1595663"/>
                  </a:lnTo>
                  <a:lnTo>
                    <a:pt x="8426455" y="1576899"/>
                  </a:lnTo>
                  <a:lnTo>
                    <a:pt x="8427270" y="1569621"/>
                  </a:lnTo>
                  <a:lnTo>
                    <a:pt x="8428084" y="1575280"/>
                  </a:lnTo>
                  <a:lnTo>
                    <a:pt x="8428899" y="1582722"/>
                  </a:lnTo>
                  <a:lnTo>
                    <a:pt x="8429714" y="1573085"/>
                  </a:lnTo>
                  <a:lnTo>
                    <a:pt x="8430529" y="1556428"/>
                  </a:lnTo>
                  <a:lnTo>
                    <a:pt x="8431343" y="1540201"/>
                  </a:lnTo>
                  <a:lnTo>
                    <a:pt x="8432158" y="1532033"/>
                  </a:lnTo>
                  <a:lnTo>
                    <a:pt x="8432973" y="1504821"/>
                  </a:lnTo>
                  <a:lnTo>
                    <a:pt x="8433788" y="1451495"/>
                  </a:lnTo>
                  <a:lnTo>
                    <a:pt x="8434603" y="1443959"/>
                  </a:lnTo>
                  <a:lnTo>
                    <a:pt x="8435417" y="1464090"/>
                  </a:lnTo>
                  <a:lnTo>
                    <a:pt x="8436232" y="1400594"/>
                  </a:lnTo>
                  <a:lnTo>
                    <a:pt x="8437047" y="1409831"/>
                  </a:lnTo>
                  <a:lnTo>
                    <a:pt x="8437862" y="1363038"/>
                  </a:lnTo>
                  <a:lnTo>
                    <a:pt x="8438676" y="1370233"/>
                  </a:lnTo>
                  <a:lnTo>
                    <a:pt x="8439491" y="1321342"/>
                  </a:lnTo>
                  <a:lnTo>
                    <a:pt x="8440306" y="1261201"/>
                  </a:lnTo>
                  <a:lnTo>
                    <a:pt x="8441121" y="1336669"/>
                  </a:lnTo>
                  <a:lnTo>
                    <a:pt x="8441936" y="1283526"/>
                  </a:lnTo>
                  <a:lnTo>
                    <a:pt x="8442750" y="1336257"/>
                  </a:lnTo>
                  <a:lnTo>
                    <a:pt x="8443565" y="1348093"/>
                  </a:lnTo>
                  <a:lnTo>
                    <a:pt x="8444380" y="1407908"/>
                  </a:lnTo>
                  <a:lnTo>
                    <a:pt x="8445195" y="1455050"/>
                  </a:lnTo>
                  <a:lnTo>
                    <a:pt x="8446010" y="1470352"/>
                  </a:lnTo>
                  <a:lnTo>
                    <a:pt x="8446824" y="1472474"/>
                  </a:lnTo>
                  <a:lnTo>
                    <a:pt x="8447639" y="1423661"/>
                  </a:lnTo>
                  <a:lnTo>
                    <a:pt x="8448454" y="1443513"/>
                  </a:lnTo>
                  <a:lnTo>
                    <a:pt x="8449269" y="1440031"/>
                  </a:lnTo>
                  <a:lnTo>
                    <a:pt x="8450083" y="1421807"/>
                  </a:lnTo>
                  <a:lnTo>
                    <a:pt x="8450898" y="1414690"/>
                  </a:lnTo>
                  <a:lnTo>
                    <a:pt x="8451713" y="1415099"/>
                  </a:lnTo>
                  <a:lnTo>
                    <a:pt x="8452528" y="1475670"/>
                  </a:lnTo>
                  <a:lnTo>
                    <a:pt x="8453343" y="1489729"/>
                  </a:lnTo>
                  <a:lnTo>
                    <a:pt x="8454157" y="1505802"/>
                  </a:lnTo>
                  <a:lnTo>
                    <a:pt x="8454972" y="1513354"/>
                  </a:lnTo>
                  <a:lnTo>
                    <a:pt x="8455787" y="1525934"/>
                  </a:lnTo>
                  <a:lnTo>
                    <a:pt x="8456602" y="1523731"/>
                  </a:lnTo>
                  <a:lnTo>
                    <a:pt x="8457416" y="1539484"/>
                  </a:lnTo>
                  <a:lnTo>
                    <a:pt x="8458231" y="1557299"/>
                  </a:lnTo>
                  <a:lnTo>
                    <a:pt x="8459046" y="1576479"/>
                  </a:lnTo>
                  <a:lnTo>
                    <a:pt x="8459861" y="1613599"/>
                  </a:lnTo>
                  <a:lnTo>
                    <a:pt x="8460676" y="1630074"/>
                  </a:lnTo>
                  <a:lnTo>
                    <a:pt x="8461490" y="1610402"/>
                  </a:lnTo>
                  <a:lnTo>
                    <a:pt x="8462305" y="1567604"/>
                  </a:lnTo>
                  <a:lnTo>
                    <a:pt x="8463120" y="1547165"/>
                  </a:lnTo>
                  <a:lnTo>
                    <a:pt x="8463935" y="1543996"/>
                  </a:lnTo>
                  <a:lnTo>
                    <a:pt x="8464749" y="1584310"/>
                  </a:lnTo>
                  <a:lnTo>
                    <a:pt x="8465564" y="1571850"/>
                  </a:lnTo>
                  <a:lnTo>
                    <a:pt x="8466379" y="1555224"/>
                  </a:lnTo>
                  <a:lnTo>
                    <a:pt x="8467194" y="1539057"/>
                  </a:lnTo>
                  <a:lnTo>
                    <a:pt x="8468009" y="1554540"/>
                  </a:lnTo>
                  <a:lnTo>
                    <a:pt x="8468823" y="1526917"/>
                  </a:lnTo>
                  <a:lnTo>
                    <a:pt x="8469638" y="1552251"/>
                  </a:lnTo>
                  <a:lnTo>
                    <a:pt x="8470453" y="1468967"/>
                  </a:lnTo>
                  <a:lnTo>
                    <a:pt x="8471268" y="1458469"/>
                  </a:lnTo>
                  <a:lnTo>
                    <a:pt x="8472082" y="1443904"/>
                  </a:lnTo>
                  <a:lnTo>
                    <a:pt x="8472897" y="1489618"/>
                  </a:lnTo>
                  <a:lnTo>
                    <a:pt x="8473712" y="1484539"/>
                  </a:lnTo>
                  <a:lnTo>
                    <a:pt x="8474527" y="1477971"/>
                  </a:lnTo>
                  <a:lnTo>
                    <a:pt x="8475342" y="1484309"/>
                  </a:lnTo>
                  <a:lnTo>
                    <a:pt x="8476156" y="1540369"/>
                  </a:lnTo>
                  <a:lnTo>
                    <a:pt x="8476971" y="1546050"/>
                  </a:lnTo>
                  <a:lnTo>
                    <a:pt x="8477786" y="1532504"/>
                  </a:lnTo>
                  <a:lnTo>
                    <a:pt x="8478601" y="1471474"/>
                  </a:lnTo>
                  <a:lnTo>
                    <a:pt x="8479415" y="1497626"/>
                  </a:lnTo>
                  <a:lnTo>
                    <a:pt x="8480230" y="1546287"/>
                  </a:lnTo>
                  <a:lnTo>
                    <a:pt x="8481045" y="1587615"/>
                  </a:lnTo>
                  <a:lnTo>
                    <a:pt x="8481860" y="1587478"/>
                  </a:lnTo>
                  <a:lnTo>
                    <a:pt x="8482675" y="1565723"/>
                  </a:lnTo>
                  <a:lnTo>
                    <a:pt x="8483489" y="1547412"/>
                  </a:lnTo>
                  <a:lnTo>
                    <a:pt x="8484304" y="1535233"/>
                  </a:lnTo>
                  <a:lnTo>
                    <a:pt x="8485119" y="1495611"/>
                  </a:lnTo>
                  <a:lnTo>
                    <a:pt x="8485934" y="1494650"/>
                  </a:lnTo>
                  <a:lnTo>
                    <a:pt x="8486749" y="1499997"/>
                  </a:lnTo>
                  <a:lnTo>
                    <a:pt x="8487563" y="1509575"/>
                  </a:lnTo>
                  <a:lnTo>
                    <a:pt x="8488378" y="1502832"/>
                  </a:lnTo>
                  <a:lnTo>
                    <a:pt x="8489193" y="1553857"/>
                  </a:lnTo>
                  <a:lnTo>
                    <a:pt x="8490008" y="1576462"/>
                  </a:lnTo>
                  <a:lnTo>
                    <a:pt x="8490822" y="1610959"/>
                  </a:lnTo>
                  <a:lnTo>
                    <a:pt x="8491637" y="1655574"/>
                  </a:lnTo>
                  <a:lnTo>
                    <a:pt x="8492452" y="1638977"/>
                  </a:lnTo>
                  <a:lnTo>
                    <a:pt x="8493267" y="1634824"/>
                  </a:lnTo>
                  <a:lnTo>
                    <a:pt x="8494082" y="1621484"/>
                  </a:lnTo>
                  <a:lnTo>
                    <a:pt x="8494896" y="1652485"/>
                  </a:lnTo>
                  <a:lnTo>
                    <a:pt x="8495711" y="1666728"/>
                  </a:lnTo>
                  <a:lnTo>
                    <a:pt x="8496526" y="1651449"/>
                  </a:lnTo>
                  <a:lnTo>
                    <a:pt x="8497341" y="1625610"/>
                  </a:lnTo>
                  <a:lnTo>
                    <a:pt x="8498155" y="1642925"/>
                  </a:lnTo>
                  <a:lnTo>
                    <a:pt x="8498970" y="1576819"/>
                  </a:lnTo>
                  <a:lnTo>
                    <a:pt x="8499785" y="1556800"/>
                  </a:lnTo>
                  <a:lnTo>
                    <a:pt x="8500600" y="1530011"/>
                  </a:lnTo>
                  <a:lnTo>
                    <a:pt x="8501415" y="1561364"/>
                  </a:lnTo>
                  <a:lnTo>
                    <a:pt x="8502229" y="1546777"/>
                  </a:lnTo>
                  <a:lnTo>
                    <a:pt x="8503044" y="1506393"/>
                  </a:lnTo>
                  <a:lnTo>
                    <a:pt x="8503859" y="1437058"/>
                  </a:lnTo>
                  <a:lnTo>
                    <a:pt x="8504674" y="1477949"/>
                  </a:lnTo>
                  <a:lnTo>
                    <a:pt x="8505488" y="1509160"/>
                  </a:lnTo>
                  <a:lnTo>
                    <a:pt x="8506303" y="1484065"/>
                  </a:lnTo>
                  <a:lnTo>
                    <a:pt x="8507118" y="1460178"/>
                  </a:lnTo>
                  <a:lnTo>
                    <a:pt x="8507933" y="1444832"/>
                  </a:lnTo>
                  <a:lnTo>
                    <a:pt x="8508748" y="1483089"/>
                  </a:lnTo>
                  <a:lnTo>
                    <a:pt x="8509562" y="1509588"/>
                  </a:lnTo>
                  <a:lnTo>
                    <a:pt x="8510377" y="1556502"/>
                  </a:lnTo>
                  <a:lnTo>
                    <a:pt x="8511192" y="1627138"/>
                  </a:lnTo>
                  <a:lnTo>
                    <a:pt x="8512007" y="1647850"/>
                  </a:lnTo>
                  <a:lnTo>
                    <a:pt x="8512821" y="1656117"/>
                  </a:lnTo>
                  <a:lnTo>
                    <a:pt x="8513636" y="1655306"/>
                  </a:lnTo>
                  <a:lnTo>
                    <a:pt x="8514451" y="1628446"/>
                  </a:lnTo>
                  <a:lnTo>
                    <a:pt x="8515266" y="1608231"/>
                  </a:lnTo>
                  <a:lnTo>
                    <a:pt x="8516081" y="1594095"/>
                  </a:lnTo>
                  <a:lnTo>
                    <a:pt x="8516895" y="1602208"/>
                  </a:lnTo>
                  <a:lnTo>
                    <a:pt x="8517710" y="1629516"/>
                  </a:lnTo>
                  <a:lnTo>
                    <a:pt x="8518525" y="1609102"/>
                  </a:lnTo>
                  <a:lnTo>
                    <a:pt x="8519340" y="1598980"/>
                  </a:lnTo>
                  <a:lnTo>
                    <a:pt x="8520154" y="1590289"/>
                  </a:lnTo>
                  <a:lnTo>
                    <a:pt x="8520969" y="1544620"/>
                  </a:lnTo>
                  <a:lnTo>
                    <a:pt x="8521784" y="1515070"/>
                  </a:lnTo>
                  <a:lnTo>
                    <a:pt x="8522599" y="1487642"/>
                  </a:lnTo>
                  <a:lnTo>
                    <a:pt x="8523414" y="1458353"/>
                  </a:lnTo>
                  <a:lnTo>
                    <a:pt x="8524228" y="1464150"/>
                  </a:lnTo>
                  <a:lnTo>
                    <a:pt x="8525043" y="1436122"/>
                  </a:lnTo>
                  <a:lnTo>
                    <a:pt x="8525858" y="1489762"/>
                  </a:lnTo>
                  <a:lnTo>
                    <a:pt x="8526673" y="1493361"/>
                  </a:lnTo>
                  <a:lnTo>
                    <a:pt x="8527488" y="1445696"/>
                  </a:lnTo>
                  <a:lnTo>
                    <a:pt x="8528302" y="1469806"/>
                  </a:lnTo>
                  <a:lnTo>
                    <a:pt x="8529117" y="1465100"/>
                  </a:lnTo>
                  <a:lnTo>
                    <a:pt x="8529932" y="1517496"/>
                  </a:lnTo>
                  <a:lnTo>
                    <a:pt x="8530747" y="1508702"/>
                  </a:lnTo>
                  <a:lnTo>
                    <a:pt x="8531561" y="1480522"/>
                  </a:lnTo>
                  <a:lnTo>
                    <a:pt x="8532376" y="1471081"/>
                  </a:lnTo>
                  <a:lnTo>
                    <a:pt x="8533191" y="1478636"/>
                  </a:lnTo>
                  <a:lnTo>
                    <a:pt x="8534006" y="1466896"/>
                  </a:lnTo>
                  <a:lnTo>
                    <a:pt x="8534821" y="1418215"/>
                  </a:lnTo>
                  <a:lnTo>
                    <a:pt x="8535635" y="1414179"/>
                  </a:lnTo>
                  <a:lnTo>
                    <a:pt x="8536450" y="1445042"/>
                  </a:lnTo>
                  <a:lnTo>
                    <a:pt x="8537265" y="1448536"/>
                  </a:lnTo>
                  <a:lnTo>
                    <a:pt x="8538080" y="1415354"/>
                  </a:lnTo>
                  <a:lnTo>
                    <a:pt x="8538894" y="1387658"/>
                  </a:lnTo>
                  <a:lnTo>
                    <a:pt x="8539709" y="1387785"/>
                  </a:lnTo>
                  <a:lnTo>
                    <a:pt x="8540524" y="1349263"/>
                  </a:lnTo>
                  <a:lnTo>
                    <a:pt x="8541339" y="1374539"/>
                  </a:lnTo>
                  <a:lnTo>
                    <a:pt x="8542154" y="1420455"/>
                  </a:lnTo>
                  <a:lnTo>
                    <a:pt x="8542968" y="1425352"/>
                  </a:lnTo>
                  <a:lnTo>
                    <a:pt x="8543783" y="1477814"/>
                  </a:lnTo>
                  <a:lnTo>
                    <a:pt x="8544598" y="1500837"/>
                  </a:lnTo>
                  <a:lnTo>
                    <a:pt x="8545413" y="1496960"/>
                  </a:lnTo>
                  <a:lnTo>
                    <a:pt x="8546227" y="1526213"/>
                  </a:lnTo>
                  <a:lnTo>
                    <a:pt x="8547042" y="1522735"/>
                  </a:lnTo>
                  <a:lnTo>
                    <a:pt x="8547857" y="1506821"/>
                  </a:lnTo>
                  <a:lnTo>
                    <a:pt x="8548672" y="1524429"/>
                  </a:lnTo>
                  <a:lnTo>
                    <a:pt x="8549487" y="1526697"/>
                  </a:lnTo>
                  <a:lnTo>
                    <a:pt x="8550301" y="1514705"/>
                  </a:lnTo>
                  <a:lnTo>
                    <a:pt x="8551116" y="1496857"/>
                  </a:lnTo>
                  <a:lnTo>
                    <a:pt x="8551931" y="1489775"/>
                  </a:lnTo>
                  <a:lnTo>
                    <a:pt x="8552746" y="1543359"/>
                  </a:lnTo>
                  <a:lnTo>
                    <a:pt x="8553560" y="1521382"/>
                  </a:lnTo>
                  <a:lnTo>
                    <a:pt x="8553560" y="1756701"/>
                  </a:lnTo>
                  <a:lnTo>
                    <a:pt x="8552746" y="1756701"/>
                  </a:lnTo>
                  <a:lnTo>
                    <a:pt x="8551931" y="1756701"/>
                  </a:lnTo>
                  <a:lnTo>
                    <a:pt x="8551116" y="1756701"/>
                  </a:lnTo>
                  <a:lnTo>
                    <a:pt x="8550301" y="1756701"/>
                  </a:lnTo>
                  <a:lnTo>
                    <a:pt x="8549487" y="1756701"/>
                  </a:lnTo>
                  <a:lnTo>
                    <a:pt x="8548672" y="1756701"/>
                  </a:lnTo>
                  <a:lnTo>
                    <a:pt x="8547857" y="1756701"/>
                  </a:lnTo>
                  <a:lnTo>
                    <a:pt x="8547042" y="1756701"/>
                  </a:lnTo>
                  <a:lnTo>
                    <a:pt x="8546227" y="1756701"/>
                  </a:lnTo>
                  <a:lnTo>
                    <a:pt x="8545413" y="1756701"/>
                  </a:lnTo>
                  <a:lnTo>
                    <a:pt x="8544598" y="1756701"/>
                  </a:lnTo>
                  <a:lnTo>
                    <a:pt x="8543783" y="1756701"/>
                  </a:lnTo>
                  <a:lnTo>
                    <a:pt x="8542968" y="1756701"/>
                  </a:lnTo>
                  <a:lnTo>
                    <a:pt x="8542154" y="1756701"/>
                  </a:lnTo>
                  <a:lnTo>
                    <a:pt x="8541339" y="1756701"/>
                  </a:lnTo>
                  <a:lnTo>
                    <a:pt x="8540524" y="1756701"/>
                  </a:lnTo>
                  <a:lnTo>
                    <a:pt x="8539709" y="1756701"/>
                  </a:lnTo>
                  <a:lnTo>
                    <a:pt x="8538894" y="1756701"/>
                  </a:lnTo>
                  <a:lnTo>
                    <a:pt x="8538080" y="1756701"/>
                  </a:lnTo>
                  <a:lnTo>
                    <a:pt x="8537265" y="1756701"/>
                  </a:lnTo>
                  <a:lnTo>
                    <a:pt x="8536450" y="1756701"/>
                  </a:lnTo>
                  <a:lnTo>
                    <a:pt x="8535635" y="1756701"/>
                  </a:lnTo>
                  <a:lnTo>
                    <a:pt x="8534821" y="1756701"/>
                  </a:lnTo>
                  <a:lnTo>
                    <a:pt x="8534006" y="1756701"/>
                  </a:lnTo>
                  <a:lnTo>
                    <a:pt x="8533191" y="1756701"/>
                  </a:lnTo>
                  <a:lnTo>
                    <a:pt x="8532376" y="1756701"/>
                  </a:lnTo>
                  <a:lnTo>
                    <a:pt x="8531561" y="1756701"/>
                  </a:lnTo>
                  <a:lnTo>
                    <a:pt x="8530747" y="1756701"/>
                  </a:lnTo>
                  <a:lnTo>
                    <a:pt x="8529932" y="1756701"/>
                  </a:lnTo>
                  <a:lnTo>
                    <a:pt x="8529117" y="1756701"/>
                  </a:lnTo>
                  <a:lnTo>
                    <a:pt x="8528302" y="1756701"/>
                  </a:lnTo>
                  <a:lnTo>
                    <a:pt x="8527488" y="1756701"/>
                  </a:lnTo>
                  <a:lnTo>
                    <a:pt x="8526673" y="1756701"/>
                  </a:lnTo>
                  <a:lnTo>
                    <a:pt x="8525858" y="1756701"/>
                  </a:lnTo>
                  <a:lnTo>
                    <a:pt x="8525043" y="1756701"/>
                  </a:lnTo>
                  <a:lnTo>
                    <a:pt x="8524228" y="1756701"/>
                  </a:lnTo>
                  <a:lnTo>
                    <a:pt x="8523414" y="1756701"/>
                  </a:lnTo>
                  <a:lnTo>
                    <a:pt x="8522599" y="1756701"/>
                  </a:lnTo>
                  <a:lnTo>
                    <a:pt x="8521784" y="1756701"/>
                  </a:lnTo>
                  <a:lnTo>
                    <a:pt x="8520969" y="1756701"/>
                  </a:lnTo>
                  <a:lnTo>
                    <a:pt x="8520154" y="1756701"/>
                  </a:lnTo>
                  <a:lnTo>
                    <a:pt x="8519340" y="1756701"/>
                  </a:lnTo>
                  <a:lnTo>
                    <a:pt x="8518525" y="1756701"/>
                  </a:lnTo>
                  <a:lnTo>
                    <a:pt x="8517710" y="1756701"/>
                  </a:lnTo>
                  <a:lnTo>
                    <a:pt x="8516895" y="1756701"/>
                  </a:lnTo>
                  <a:lnTo>
                    <a:pt x="8516081" y="1756701"/>
                  </a:lnTo>
                  <a:lnTo>
                    <a:pt x="8515266" y="1756701"/>
                  </a:lnTo>
                  <a:lnTo>
                    <a:pt x="8514451" y="1756701"/>
                  </a:lnTo>
                  <a:lnTo>
                    <a:pt x="8513636" y="1756701"/>
                  </a:lnTo>
                  <a:lnTo>
                    <a:pt x="8512821" y="1756701"/>
                  </a:lnTo>
                  <a:lnTo>
                    <a:pt x="8512007" y="1756701"/>
                  </a:lnTo>
                  <a:lnTo>
                    <a:pt x="8511192" y="1756701"/>
                  </a:lnTo>
                  <a:lnTo>
                    <a:pt x="8510377" y="1756701"/>
                  </a:lnTo>
                  <a:lnTo>
                    <a:pt x="8509562" y="1756701"/>
                  </a:lnTo>
                  <a:lnTo>
                    <a:pt x="8508748" y="1756701"/>
                  </a:lnTo>
                  <a:lnTo>
                    <a:pt x="8507933" y="1756701"/>
                  </a:lnTo>
                  <a:lnTo>
                    <a:pt x="8507118" y="1756701"/>
                  </a:lnTo>
                  <a:lnTo>
                    <a:pt x="8506303" y="1756701"/>
                  </a:lnTo>
                  <a:lnTo>
                    <a:pt x="8505488" y="1756701"/>
                  </a:lnTo>
                  <a:lnTo>
                    <a:pt x="8504674" y="1756701"/>
                  </a:lnTo>
                  <a:lnTo>
                    <a:pt x="8503859" y="1756701"/>
                  </a:lnTo>
                  <a:lnTo>
                    <a:pt x="8503044" y="1756701"/>
                  </a:lnTo>
                  <a:lnTo>
                    <a:pt x="8502229" y="1756701"/>
                  </a:lnTo>
                  <a:lnTo>
                    <a:pt x="8501415" y="1756701"/>
                  </a:lnTo>
                  <a:lnTo>
                    <a:pt x="8500600" y="1756701"/>
                  </a:lnTo>
                  <a:lnTo>
                    <a:pt x="8499785" y="1756701"/>
                  </a:lnTo>
                  <a:lnTo>
                    <a:pt x="8498970" y="1756701"/>
                  </a:lnTo>
                  <a:lnTo>
                    <a:pt x="8498155" y="1756701"/>
                  </a:lnTo>
                  <a:lnTo>
                    <a:pt x="8497341" y="1756701"/>
                  </a:lnTo>
                  <a:lnTo>
                    <a:pt x="8496526" y="1756701"/>
                  </a:lnTo>
                  <a:lnTo>
                    <a:pt x="8495711" y="1756701"/>
                  </a:lnTo>
                  <a:lnTo>
                    <a:pt x="8494896" y="1756701"/>
                  </a:lnTo>
                  <a:lnTo>
                    <a:pt x="8494082" y="1756701"/>
                  </a:lnTo>
                  <a:lnTo>
                    <a:pt x="8493267" y="1756701"/>
                  </a:lnTo>
                  <a:lnTo>
                    <a:pt x="8492452" y="1756701"/>
                  </a:lnTo>
                  <a:lnTo>
                    <a:pt x="8491637" y="1756701"/>
                  </a:lnTo>
                  <a:lnTo>
                    <a:pt x="8490822" y="1756701"/>
                  </a:lnTo>
                  <a:lnTo>
                    <a:pt x="8490008" y="1756701"/>
                  </a:lnTo>
                  <a:lnTo>
                    <a:pt x="8489193" y="1756701"/>
                  </a:lnTo>
                  <a:lnTo>
                    <a:pt x="8488378" y="1756701"/>
                  </a:lnTo>
                  <a:lnTo>
                    <a:pt x="8487563" y="1756701"/>
                  </a:lnTo>
                  <a:lnTo>
                    <a:pt x="8486749" y="1756701"/>
                  </a:lnTo>
                  <a:lnTo>
                    <a:pt x="8485934" y="1756701"/>
                  </a:lnTo>
                  <a:lnTo>
                    <a:pt x="8485119" y="1756701"/>
                  </a:lnTo>
                  <a:lnTo>
                    <a:pt x="8484304" y="1756701"/>
                  </a:lnTo>
                  <a:lnTo>
                    <a:pt x="8483489" y="1756701"/>
                  </a:lnTo>
                  <a:lnTo>
                    <a:pt x="8482675" y="1756701"/>
                  </a:lnTo>
                  <a:lnTo>
                    <a:pt x="8481860" y="1756701"/>
                  </a:lnTo>
                  <a:lnTo>
                    <a:pt x="8481045" y="1756701"/>
                  </a:lnTo>
                  <a:lnTo>
                    <a:pt x="8480230" y="1756701"/>
                  </a:lnTo>
                  <a:lnTo>
                    <a:pt x="8479415" y="1756701"/>
                  </a:lnTo>
                  <a:lnTo>
                    <a:pt x="8478601" y="1756701"/>
                  </a:lnTo>
                  <a:lnTo>
                    <a:pt x="8477786" y="1756701"/>
                  </a:lnTo>
                  <a:lnTo>
                    <a:pt x="8476971" y="1756701"/>
                  </a:lnTo>
                  <a:lnTo>
                    <a:pt x="8476156" y="1756701"/>
                  </a:lnTo>
                  <a:lnTo>
                    <a:pt x="8475342" y="1756701"/>
                  </a:lnTo>
                  <a:lnTo>
                    <a:pt x="8474527" y="1756701"/>
                  </a:lnTo>
                  <a:lnTo>
                    <a:pt x="8473712" y="1756701"/>
                  </a:lnTo>
                  <a:lnTo>
                    <a:pt x="8472897" y="1756701"/>
                  </a:lnTo>
                  <a:lnTo>
                    <a:pt x="8472082" y="1756701"/>
                  </a:lnTo>
                  <a:lnTo>
                    <a:pt x="8471268" y="1756701"/>
                  </a:lnTo>
                  <a:lnTo>
                    <a:pt x="8470453" y="1756701"/>
                  </a:lnTo>
                  <a:lnTo>
                    <a:pt x="8469638" y="1756701"/>
                  </a:lnTo>
                  <a:lnTo>
                    <a:pt x="8468823" y="1756701"/>
                  </a:lnTo>
                  <a:lnTo>
                    <a:pt x="8468009" y="1756701"/>
                  </a:lnTo>
                  <a:lnTo>
                    <a:pt x="8467194" y="1756701"/>
                  </a:lnTo>
                  <a:lnTo>
                    <a:pt x="8466379" y="1756701"/>
                  </a:lnTo>
                  <a:lnTo>
                    <a:pt x="8465564" y="1756701"/>
                  </a:lnTo>
                  <a:lnTo>
                    <a:pt x="8464749" y="1756701"/>
                  </a:lnTo>
                  <a:lnTo>
                    <a:pt x="8463935" y="1756701"/>
                  </a:lnTo>
                  <a:lnTo>
                    <a:pt x="8463120" y="1756701"/>
                  </a:lnTo>
                  <a:lnTo>
                    <a:pt x="8462305" y="1756701"/>
                  </a:lnTo>
                  <a:lnTo>
                    <a:pt x="8461490" y="1756701"/>
                  </a:lnTo>
                  <a:lnTo>
                    <a:pt x="8460676" y="1756701"/>
                  </a:lnTo>
                  <a:lnTo>
                    <a:pt x="8459861" y="1756701"/>
                  </a:lnTo>
                  <a:lnTo>
                    <a:pt x="8459046" y="1756701"/>
                  </a:lnTo>
                  <a:lnTo>
                    <a:pt x="8458231" y="1756701"/>
                  </a:lnTo>
                  <a:lnTo>
                    <a:pt x="8457416" y="1756701"/>
                  </a:lnTo>
                  <a:lnTo>
                    <a:pt x="8456602" y="1756701"/>
                  </a:lnTo>
                  <a:lnTo>
                    <a:pt x="8455787" y="1756701"/>
                  </a:lnTo>
                  <a:lnTo>
                    <a:pt x="8454972" y="1756701"/>
                  </a:lnTo>
                  <a:lnTo>
                    <a:pt x="8454157" y="1756701"/>
                  </a:lnTo>
                  <a:lnTo>
                    <a:pt x="8453343" y="1756701"/>
                  </a:lnTo>
                  <a:lnTo>
                    <a:pt x="8452528" y="1756701"/>
                  </a:lnTo>
                  <a:lnTo>
                    <a:pt x="8451713" y="1756701"/>
                  </a:lnTo>
                  <a:lnTo>
                    <a:pt x="8450898" y="1756701"/>
                  </a:lnTo>
                  <a:lnTo>
                    <a:pt x="8450083" y="1756701"/>
                  </a:lnTo>
                  <a:lnTo>
                    <a:pt x="8449269" y="1756701"/>
                  </a:lnTo>
                  <a:lnTo>
                    <a:pt x="8448454" y="1756701"/>
                  </a:lnTo>
                  <a:lnTo>
                    <a:pt x="8447639" y="1756701"/>
                  </a:lnTo>
                  <a:lnTo>
                    <a:pt x="8446824" y="1756701"/>
                  </a:lnTo>
                  <a:lnTo>
                    <a:pt x="8446010" y="1756701"/>
                  </a:lnTo>
                  <a:lnTo>
                    <a:pt x="8445195" y="1756701"/>
                  </a:lnTo>
                  <a:lnTo>
                    <a:pt x="8444380" y="1756701"/>
                  </a:lnTo>
                  <a:lnTo>
                    <a:pt x="8443565" y="1756701"/>
                  </a:lnTo>
                  <a:lnTo>
                    <a:pt x="8442750" y="1756701"/>
                  </a:lnTo>
                  <a:lnTo>
                    <a:pt x="8441936" y="1756701"/>
                  </a:lnTo>
                  <a:lnTo>
                    <a:pt x="8441121" y="1756701"/>
                  </a:lnTo>
                  <a:lnTo>
                    <a:pt x="8440306" y="1756701"/>
                  </a:lnTo>
                  <a:lnTo>
                    <a:pt x="8439491" y="1756701"/>
                  </a:lnTo>
                  <a:lnTo>
                    <a:pt x="8438676" y="1756701"/>
                  </a:lnTo>
                  <a:lnTo>
                    <a:pt x="8437862" y="1756701"/>
                  </a:lnTo>
                  <a:lnTo>
                    <a:pt x="8437047" y="1756701"/>
                  </a:lnTo>
                  <a:lnTo>
                    <a:pt x="8436232" y="1756701"/>
                  </a:lnTo>
                  <a:lnTo>
                    <a:pt x="8435417" y="1756701"/>
                  </a:lnTo>
                  <a:lnTo>
                    <a:pt x="8434603" y="1756701"/>
                  </a:lnTo>
                  <a:lnTo>
                    <a:pt x="8433788" y="1756701"/>
                  </a:lnTo>
                  <a:lnTo>
                    <a:pt x="8432973" y="1756701"/>
                  </a:lnTo>
                  <a:lnTo>
                    <a:pt x="8432158" y="1756701"/>
                  </a:lnTo>
                  <a:lnTo>
                    <a:pt x="8431343" y="1756701"/>
                  </a:lnTo>
                  <a:lnTo>
                    <a:pt x="8430529" y="1756701"/>
                  </a:lnTo>
                  <a:lnTo>
                    <a:pt x="8429714" y="1756701"/>
                  </a:lnTo>
                  <a:lnTo>
                    <a:pt x="8428899" y="1756701"/>
                  </a:lnTo>
                  <a:lnTo>
                    <a:pt x="8428084" y="1756701"/>
                  </a:lnTo>
                  <a:lnTo>
                    <a:pt x="8427270" y="1756701"/>
                  </a:lnTo>
                  <a:lnTo>
                    <a:pt x="8426455" y="1756701"/>
                  </a:lnTo>
                  <a:lnTo>
                    <a:pt x="8425640" y="1756701"/>
                  </a:lnTo>
                  <a:lnTo>
                    <a:pt x="8424825" y="1756701"/>
                  </a:lnTo>
                  <a:lnTo>
                    <a:pt x="8424010" y="1756701"/>
                  </a:lnTo>
                  <a:lnTo>
                    <a:pt x="8423196" y="1756701"/>
                  </a:lnTo>
                  <a:lnTo>
                    <a:pt x="8422381" y="1756701"/>
                  </a:lnTo>
                  <a:lnTo>
                    <a:pt x="8421566" y="1756701"/>
                  </a:lnTo>
                  <a:lnTo>
                    <a:pt x="8420751" y="1756701"/>
                  </a:lnTo>
                  <a:lnTo>
                    <a:pt x="8419937" y="1756701"/>
                  </a:lnTo>
                  <a:lnTo>
                    <a:pt x="8419122" y="1756701"/>
                  </a:lnTo>
                  <a:lnTo>
                    <a:pt x="8418307" y="1756701"/>
                  </a:lnTo>
                  <a:lnTo>
                    <a:pt x="8417492" y="1756701"/>
                  </a:lnTo>
                  <a:lnTo>
                    <a:pt x="8416677" y="1756701"/>
                  </a:lnTo>
                  <a:lnTo>
                    <a:pt x="8415863" y="1756701"/>
                  </a:lnTo>
                  <a:lnTo>
                    <a:pt x="8415048" y="1756701"/>
                  </a:lnTo>
                  <a:lnTo>
                    <a:pt x="8414233" y="1756701"/>
                  </a:lnTo>
                  <a:lnTo>
                    <a:pt x="8413418" y="1756701"/>
                  </a:lnTo>
                  <a:lnTo>
                    <a:pt x="8412604" y="1756701"/>
                  </a:lnTo>
                  <a:lnTo>
                    <a:pt x="8411789" y="1756701"/>
                  </a:lnTo>
                  <a:lnTo>
                    <a:pt x="8410974" y="1756701"/>
                  </a:lnTo>
                  <a:lnTo>
                    <a:pt x="8410159" y="1756701"/>
                  </a:lnTo>
                  <a:lnTo>
                    <a:pt x="8409344" y="1756701"/>
                  </a:lnTo>
                  <a:lnTo>
                    <a:pt x="8408530" y="1756701"/>
                  </a:lnTo>
                  <a:lnTo>
                    <a:pt x="8407715" y="1756701"/>
                  </a:lnTo>
                  <a:lnTo>
                    <a:pt x="8406900" y="1756701"/>
                  </a:lnTo>
                  <a:lnTo>
                    <a:pt x="8406085" y="1756701"/>
                  </a:lnTo>
                  <a:lnTo>
                    <a:pt x="8405271" y="1756701"/>
                  </a:lnTo>
                  <a:lnTo>
                    <a:pt x="8404456" y="1756701"/>
                  </a:lnTo>
                  <a:lnTo>
                    <a:pt x="8403641" y="1756701"/>
                  </a:lnTo>
                  <a:lnTo>
                    <a:pt x="8402826" y="1756701"/>
                  </a:lnTo>
                  <a:lnTo>
                    <a:pt x="8402011" y="1756701"/>
                  </a:lnTo>
                  <a:lnTo>
                    <a:pt x="8401197" y="1756701"/>
                  </a:lnTo>
                  <a:lnTo>
                    <a:pt x="8400382" y="1756701"/>
                  </a:lnTo>
                  <a:lnTo>
                    <a:pt x="8399567" y="1756701"/>
                  </a:lnTo>
                  <a:lnTo>
                    <a:pt x="8398752" y="1756701"/>
                  </a:lnTo>
                  <a:lnTo>
                    <a:pt x="8397937" y="1756701"/>
                  </a:lnTo>
                  <a:lnTo>
                    <a:pt x="8397123" y="1756701"/>
                  </a:lnTo>
                  <a:lnTo>
                    <a:pt x="8396308" y="1756701"/>
                  </a:lnTo>
                  <a:lnTo>
                    <a:pt x="8395493" y="1756701"/>
                  </a:lnTo>
                  <a:lnTo>
                    <a:pt x="8394678" y="1756701"/>
                  </a:lnTo>
                  <a:lnTo>
                    <a:pt x="8393864" y="1756701"/>
                  </a:lnTo>
                  <a:lnTo>
                    <a:pt x="8393049" y="1756701"/>
                  </a:lnTo>
                  <a:lnTo>
                    <a:pt x="8392234" y="1756701"/>
                  </a:lnTo>
                  <a:lnTo>
                    <a:pt x="8391419" y="1756701"/>
                  </a:lnTo>
                  <a:lnTo>
                    <a:pt x="8390604" y="1756701"/>
                  </a:lnTo>
                  <a:lnTo>
                    <a:pt x="8389790" y="1756701"/>
                  </a:lnTo>
                  <a:lnTo>
                    <a:pt x="8388975" y="1756701"/>
                  </a:lnTo>
                  <a:lnTo>
                    <a:pt x="8388160" y="1756701"/>
                  </a:lnTo>
                  <a:lnTo>
                    <a:pt x="8387345" y="1756701"/>
                  </a:lnTo>
                  <a:lnTo>
                    <a:pt x="8386531" y="1756701"/>
                  </a:lnTo>
                  <a:lnTo>
                    <a:pt x="8385716" y="1756701"/>
                  </a:lnTo>
                  <a:lnTo>
                    <a:pt x="8384901" y="1756701"/>
                  </a:lnTo>
                  <a:lnTo>
                    <a:pt x="8384086" y="1756701"/>
                  </a:lnTo>
                  <a:lnTo>
                    <a:pt x="8383271" y="1756701"/>
                  </a:lnTo>
                  <a:lnTo>
                    <a:pt x="8382457" y="1756701"/>
                  </a:lnTo>
                  <a:lnTo>
                    <a:pt x="8381642" y="1756701"/>
                  </a:lnTo>
                  <a:lnTo>
                    <a:pt x="8380827" y="1756701"/>
                  </a:lnTo>
                  <a:lnTo>
                    <a:pt x="8380012" y="1756701"/>
                  </a:lnTo>
                  <a:lnTo>
                    <a:pt x="8379198" y="1756701"/>
                  </a:lnTo>
                  <a:lnTo>
                    <a:pt x="8378383" y="1756701"/>
                  </a:lnTo>
                  <a:lnTo>
                    <a:pt x="8377568" y="1756701"/>
                  </a:lnTo>
                  <a:lnTo>
                    <a:pt x="8376753" y="1756701"/>
                  </a:lnTo>
                  <a:lnTo>
                    <a:pt x="8375938" y="1756701"/>
                  </a:lnTo>
                  <a:lnTo>
                    <a:pt x="8375124" y="1756701"/>
                  </a:lnTo>
                  <a:lnTo>
                    <a:pt x="8374309" y="1756701"/>
                  </a:lnTo>
                  <a:lnTo>
                    <a:pt x="8373494" y="1756701"/>
                  </a:lnTo>
                  <a:lnTo>
                    <a:pt x="8372679" y="1756701"/>
                  </a:lnTo>
                  <a:lnTo>
                    <a:pt x="8371865" y="1756701"/>
                  </a:lnTo>
                  <a:lnTo>
                    <a:pt x="8371050" y="1756701"/>
                  </a:lnTo>
                  <a:lnTo>
                    <a:pt x="8370235" y="1756701"/>
                  </a:lnTo>
                  <a:lnTo>
                    <a:pt x="8369420" y="1756701"/>
                  </a:lnTo>
                  <a:lnTo>
                    <a:pt x="8368605" y="1756701"/>
                  </a:lnTo>
                  <a:lnTo>
                    <a:pt x="8367791" y="1756701"/>
                  </a:lnTo>
                  <a:lnTo>
                    <a:pt x="8366976" y="1756701"/>
                  </a:lnTo>
                  <a:lnTo>
                    <a:pt x="8366161" y="1756701"/>
                  </a:lnTo>
                  <a:lnTo>
                    <a:pt x="8365346" y="1756701"/>
                  </a:lnTo>
                  <a:lnTo>
                    <a:pt x="8364531" y="1756701"/>
                  </a:lnTo>
                  <a:lnTo>
                    <a:pt x="8363717" y="1756701"/>
                  </a:lnTo>
                  <a:lnTo>
                    <a:pt x="8362902" y="1756701"/>
                  </a:lnTo>
                  <a:lnTo>
                    <a:pt x="8362087" y="1756701"/>
                  </a:lnTo>
                  <a:lnTo>
                    <a:pt x="8361272" y="1756701"/>
                  </a:lnTo>
                  <a:lnTo>
                    <a:pt x="8360458" y="1756701"/>
                  </a:lnTo>
                  <a:lnTo>
                    <a:pt x="8359643" y="1756701"/>
                  </a:lnTo>
                  <a:lnTo>
                    <a:pt x="8358828" y="1756701"/>
                  </a:lnTo>
                  <a:lnTo>
                    <a:pt x="8358013" y="1756701"/>
                  </a:lnTo>
                  <a:lnTo>
                    <a:pt x="8357198" y="1756701"/>
                  </a:lnTo>
                  <a:lnTo>
                    <a:pt x="8356384" y="1756701"/>
                  </a:lnTo>
                  <a:lnTo>
                    <a:pt x="8355569" y="1756701"/>
                  </a:lnTo>
                  <a:lnTo>
                    <a:pt x="8354754" y="1756701"/>
                  </a:lnTo>
                  <a:lnTo>
                    <a:pt x="8353939" y="1756701"/>
                  </a:lnTo>
                  <a:lnTo>
                    <a:pt x="8353125" y="1756701"/>
                  </a:lnTo>
                  <a:lnTo>
                    <a:pt x="8352310" y="1756701"/>
                  </a:lnTo>
                  <a:lnTo>
                    <a:pt x="8351495" y="1756701"/>
                  </a:lnTo>
                  <a:lnTo>
                    <a:pt x="8350680" y="1756701"/>
                  </a:lnTo>
                  <a:lnTo>
                    <a:pt x="8349865" y="1756701"/>
                  </a:lnTo>
                  <a:lnTo>
                    <a:pt x="8349051" y="1756701"/>
                  </a:lnTo>
                  <a:lnTo>
                    <a:pt x="8348236" y="1756701"/>
                  </a:lnTo>
                  <a:lnTo>
                    <a:pt x="8347421" y="1756701"/>
                  </a:lnTo>
                  <a:lnTo>
                    <a:pt x="8346606" y="1756701"/>
                  </a:lnTo>
                  <a:lnTo>
                    <a:pt x="8345792" y="1756701"/>
                  </a:lnTo>
                  <a:lnTo>
                    <a:pt x="8344977" y="1756701"/>
                  </a:lnTo>
                  <a:lnTo>
                    <a:pt x="8344162" y="1756701"/>
                  </a:lnTo>
                  <a:lnTo>
                    <a:pt x="8343347" y="1756701"/>
                  </a:lnTo>
                  <a:lnTo>
                    <a:pt x="8342532" y="1756701"/>
                  </a:lnTo>
                  <a:lnTo>
                    <a:pt x="8341718" y="1756701"/>
                  </a:lnTo>
                  <a:lnTo>
                    <a:pt x="8340903" y="1756701"/>
                  </a:lnTo>
                  <a:lnTo>
                    <a:pt x="8340088" y="1756701"/>
                  </a:lnTo>
                  <a:lnTo>
                    <a:pt x="8339273" y="1756701"/>
                  </a:lnTo>
                  <a:lnTo>
                    <a:pt x="8338459" y="1756701"/>
                  </a:lnTo>
                  <a:lnTo>
                    <a:pt x="8337644" y="1756701"/>
                  </a:lnTo>
                  <a:lnTo>
                    <a:pt x="8336829" y="1756701"/>
                  </a:lnTo>
                  <a:lnTo>
                    <a:pt x="8336014" y="1756701"/>
                  </a:lnTo>
                  <a:lnTo>
                    <a:pt x="8335199" y="1756701"/>
                  </a:lnTo>
                  <a:lnTo>
                    <a:pt x="8334385" y="1756701"/>
                  </a:lnTo>
                  <a:lnTo>
                    <a:pt x="8333570" y="1756701"/>
                  </a:lnTo>
                  <a:lnTo>
                    <a:pt x="8332755" y="1756701"/>
                  </a:lnTo>
                  <a:lnTo>
                    <a:pt x="8331940" y="1756701"/>
                  </a:lnTo>
                  <a:lnTo>
                    <a:pt x="8331126" y="1756701"/>
                  </a:lnTo>
                  <a:lnTo>
                    <a:pt x="8330311" y="1756701"/>
                  </a:lnTo>
                  <a:lnTo>
                    <a:pt x="8329496" y="1756701"/>
                  </a:lnTo>
                  <a:lnTo>
                    <a:pt x="8328681" y="1756701"/>
                  </a:lnTo>
                  <a:lnTo>
                    <a:pt x="8327866" y="1756701"/>
                  </a:lnTo>
                  <a:lnTo>
                    <a:pt x="8327052" y="1756701"/>
                  </a:lnTo>
                  <a:lnTo>
                    <a:pt x="8326237" y="1756701"/>
                  </a:lnTo>
                  <a:lnTo>
                    <a:pt x="8325422" y="1756701"/>
                  </a:lnTo>
                  <a:lnTo>
                    <a:pt x="8324607" y="1756701"/>
                  </a:lnTo>
                  <a:lnTo>
                    <a:pt x="8323792" y="1756701"/>
                  </a:lnTo>
                  <a:lnTo>
                    <a:pt x="8322978" y="1756701"/>
                  </a:lnTo>
                  <a:lnTo>
                    <a:pt x="8322163" y="1756701"/>
                  </a:lnTo>
                  <a:lnTo>
                    <a:pt x="8321348" y="1756701"/>
                  </a:lnTo>
                  <a:lnTo>
                    <a:pt x="8320533" y="1756701"/>
                  </a:lnTo>
                  <a:lnTo>
                    <a:pt x="8319719" y="1756701"/>
                  </a:lnTo>
                  <a:lnTo>
                    <a:pt x="8318904" y="1756701"/>
                  </a:lnTo>
                  <a:lnTo>
                    <a:pt x="8318089" y="1756701"/>
                  </a:lnTo>
                  <a:lnTo>
                    <a:pt x="8317274" y="1756701"/>
                  </a:lnTo>
                  <a:lnTo>
                    <a:pt x="8316459" y="1756701"/>
                  </a:lnTo>
                  <a:lnTo>
                    <a:pt x="8315645" y="1756701"/>
                  </a:lnTo>
                  <a:lnTo>
                    <a:pt x="8314830" y="1756701"/>
                  </a:lnTo>
                  <a:lnTo>
                    <a:pt x="8314015" y="1756701"/>
                  </a:lnTo>
                  <a:lnTo>
                    <a:pt x="8313200" y="1756701"/>
                  </a:lnTo>
                  <a:lnTo>
                    <a:pt x="8312386" y="1756701"/>
                  </a:lnTo>
                  <a:lnTo>
                    <a:pt x="8311571" y="1756701"/>
                  </a:lnTo>
                  <a:lnTo>
                    <a:pt x="8310756" y="1756701"/>
                  </a:lnTo>
                  <a:lnTo>
                    <a:pt x="8309941" y="1756701"/>
                  </a:lnTo>
                  <a:lnTo>
                    <a:pt x="8309126" y="1756701"/>
                  </a:lnTo>
                  <a:lnTo>
                    <a:pt x="8308312" y="1756701"/>
                  </a:lnTo>
                  <a:lnTo>
                    <a:pt x="8307497" y="1756701"/>
                  </a:lnTo>
                  <a:lnTo>
                    <a:pt x="8306682" y="1756701"/>
                  </a:lnTo>
                  <a:lnTo>
                    <a:pt x="8305867" y="1756701"/>
                  </a:lnTo>
                  <a:lnTo>
                    <a:pt x="8305053" y="1756701"/>
                  </a:lnTo>
                  <a:lnTo>
                    <a:pt x="8304238" y="1756701"/>
                  </a:lnTo>
                  <a:lnTo>
                    <a:pt x="8303423" y="1756701"/>
                  </a:lnTo>
                  <a:lnTo>
                    <a:pt x="8302608" y="1756701"/>
                  </a:lnTo>
                  <a:lnTo>
                    <a:pt x="8301793" y="1756701"/>
                  </a:lnTo>
                  <a:lnTo>
                    <a:pt x="8300979" y="1756701"/>
                  </a:lnTo>
                  <a:lnTo>
                    <a:pt x="8300164" y="1756701"/>
                  </a:lnTo>
                  <a:lnTo>
                    <a:pt x="8299349" y="1756701"/>
                  </a:lnTo>
                  <a:lnTo>
                    <a:pt x="8298534" y="1756701"/>
                  </a:lnTo>
                  <a:lnTo>
                    <a:pt x="8297720" y="1756701"/>
                  </a:lnTo>
                  <a:lnTo>
                    <a:pt x="8296905" y="1756701"/>
                  </a:lnTo>
                  <a:lnTo>
                    <a:pt x="8296090" y="1756701"/>
                  </a:lnTo>
                  <a:lnTo>
                    <a:pt x="8295275" y="1756701"/>
                  </a:lnTo>
                  <a:lnTo>
                    <a:pt x="8294460" y="1756701"/>
                  </a:lnTo>
                  <a:lnTo>
                    <a:pt x="8293646" y="1756701"/>
                  </a:lnTo>
                  <a:lnTo>
                    <a:pt x="8292831" y="1756701"/>
                  </a:lnTo>
                  <a:lnTo>
                    <a:pt x="8292016" y="1756701"/>
                  </a:lnTo>
                  <a:lnTo>
                    <a:pt x="8291201" y="1756701"/>
                  </a:lnTo>
                  <a:lnTo>
                    <a:pt x="8290387" y="1756701"/>
                  </a:lnTo>
                  <a:lnTo>
                    <a:pt x="8289572" y="1756701"/>
                  </a:lnTo>
                  <a:lnTo>
                    <a:pt x="8288757" y="1756701"/>
                  </a:lnTo>
                  <a:lnTo>
                    <a:pt x="8287942" y="1756701"/>
                  </a:lnTo>
                  <a:lnTo>
                    <a:pt x="8287127" y="1756701"/>
                  </a:lnTo>
                  <a:lnTo>
                    <a:pt x="8286313" y="1756701"/>
                  </a:lnTo>
                  <a:lnTo>
                    <a:pt x="8285498" y="1756701"/>
                  </a:lnTo>
                  <a:lnTo>
                    <a:pt x="8284683" y="1756701"/>
                  </a:lnTo>
                  <a:lnTo>
                    <a:pt x="8283868" y="1756701"/>
                  </a:lnTo>
                  <a:lnTo>
                    <a:pt x="8283053" y="1756701"/>
                  </a:lnTo>
                  <a:lnTo>
                    <a:pt x="8282239" y="1756701"/>
                  </a:lnTo>
                  <a:lnTo>
                    <a:pt x="8281424" y="1756701"/>
                  </a:lnTo>
                  <a:lnTo>
                    <a:pt x="8280609" y="1756701"/>
                  </a:lnTo>
                  <a:lnTo>
                    <a:pt x="8279794" y="1756701"/>
                  </a:lnTo>
                  <a:lnTo>
                    <a:pt x="8278980" y="1756701"/>
                  </a:lnTo>
                  <a:lnTo>
                    <a:pt x="8278165" y="1756701"/>
                  </a:lnTo>
                  <a:lnTo>
                    <a:pt x="8277350" y="1756701"/>
                  </a:lnTo>
                  <a:lnTo>
                    <a:pt x="8276535" y="1756701"/>
                  </a:lnTo>
                  <a:lnTo>
                    <a:pt x="8275720" y="1756701"/>
                  </a:lnTo>
                  <a:lnTo>
                    <a:pt x="8274906" y="1756701"/>
                  </a:lnTo>
                  <a:lnTo>
                    <a:pt x="8274091" y="1756701"/>
                  </a:lnTo>
                  <a:lnTo>
                    <a:pt x="8273276" y="1756701"/>
                  </a:lnTo>
                  <a:lnTo>
                    <a:pt x="8272461" y="1756701"/>
                  </a:lnTo>
                  <a:lnTo>
                    <a:pt x="8271647" y="1756701"/>
                  </a:lnTo>
                  <a:lnTo>
                    <a:pt x="8270832" y="1756701"/>
                  </a:lnTo>
                  <a:lnTo>
                    <a:pt x="8270017" y="1756701"/>
                  </a:lnTo>
                  <a:lnTo>
                    <a:pt x="8269202" y="1756701"/>
                  </a:lnTo>
                  <a:lnTo>
                    <a:pt x="8268387" y="1756701"/>
                  </a:lnTo>
                  <a:lnTo>
                    <a:pt x="8267573" y="1756701"/>
                  </a:lnTo>
                  <a:lnTo>
                    <a:pt x="8266758" y="1756701"/>
                  </a:lnTo>
                  <a:lnTo>
                    <a:pt x="8265943" y="1756701"/>
                  </a:lnTo>
                  <a:lnTo>
                    <a:pt x="8265128" y="1756701"/>
                  </a:lnTo>
                  <a:lnTo>
                    <a:pt x="8264314" y="1756701"/>
                  </a:lnTo>
                  <a:lnTo>
                    <a:pt x="8263499" y="1756701"/>
                  </a:lnTo>
                  <a:lnTo>
                    <a:pt x="8262684" y="1756701"/>
                  </a:lnTo>
                  <a:lnTo>
                    <a:pt x="8261869" y="1756701"/>
                  </a:lnTo>
                  <a:lnTo>
                    <a:pt x="8261054" y="1756701"/>
                  </a:lnTo>
                  <a:lnTo>
                    <a:pt x="8260240" y="1756701"/>
                  </a:lnTo>
                  <a:lnTo>
                    <a:pt x="8259425" y="1756701"/>
                  </a:lnTo>
                  <a:lnTo>
                    <a:pt x="8258610" y="1756701"/>
                  </a:lnTo>
                  <a:lnTo>
                    <a:pt x="8257795" y="1756701"/>
                  </a:lnTo>
                  <a:lnTo>
                    <a:pt x="8256981" y="1756701"/>
                  </a:lnTo>
                  <a:lnTo>
                    <a:pt x="8256166" y="1756701"/>
                  </a:lnTo>
                  <a:lnTo>
                    <a:pt x="8255351" y="1756701"/>
                  </a:lnTo>
                  <a:lnTo>
                    <a:pt x="8254536" y="1756701"/>
                  </a:lnTo>
                  <a:lnTo>
                    <a:pt x="8253721" y="1756701"/>
                  </a:lnTo>
                  <a:lnTo>
                    <a:pt x="8252907" y="1756701"/>
                  </a:lnTo>
                  <a:lnTo>
                    <a:pt x="8252092" y="1756701"/>
                  </a:lnTo>
                  <a:lnTo>
                    <a:pt x="8251277" y="1756701"/>
                  </a:lnTo>
                  <a:lnTo>
                    <a:pt x="8250462" y="1756701"/>
                  </a:lnTo>
                  <a:lnTo>
                    <a:pt x="8249648" y="1756701"/>
                  </a:lnTo>
                  <a:lnTo>
                    <a:pt x="8248833" y="1756701"/>
                  </a:lnTo>
                  <a:lnTo>
                    <a:pt x="8248018" y="1756701"/>
                  </a:lnTo>
                  <a:lnTo>
                    <a:pt x="8247203" y="1756701"/>
                  </a:lnTo>
                  <a:lnTo>
                    <a:pt x="8246388" y="1756701"/>
                  </a:lnTo>
                  <a:lnTo>
                    <a:pt x="8245574" y="1756701"/>
                  </a:lnTo>
                  <a:lnTo>
                    <a:pt x="8244759" y="1756701"/>
                  </a:lnTo>
                  <a:lnTo>
                    <a:pt x="8243944" y="1756701"/>
                  </a:lnTo>
                  <a:lnTo>
                    <a:pt x="8243129" y="1756701"/>
                  </a:lnTo>
                  <a:lnTo>
                    <a:pt x="8242314" y="1756701"/>
                  </a:lnTo>
                  <a:lnTo>
                    <a:pt x="8241500" y="1756701"/>
                  </a:lnTo>
                  <a:lnTo>
                    <a:pt x="8240685" y="1756701"/>
                  </a:lnTo>
                  <a:lnTo>
                    <a:pt x="8239870" y="1756701"/>
                  </a:lnTo>
                  <a:lnTo>
                    <a:pt x="8239055" y="1756701"/>
                  </a:lnTo>
                  <a:lnTo>
                    <a:pt x="8238241" y="1756701"/>
                  </a:lnTo>
                  <a:lnTo>
                    <a:pt x="8237426" y="1756701"/>
                  </a:lnTo>
                  <a:lnTo>
                    <a:pt x="8236611" y="1756701"/>
                  </a:lnTo>
                  <a:lnTo>
                    <a:pt x="8235796" y="1756701"/>
                  </a:lnTo>
                  <a:lnTo>
                    <a:pt x="8234981" y="1756701"/>
                  </a:lnTo>
                  <a:lnTo>
                    <a:pt x="8234167" y="1756701"/>
                  </a:lnTo>
                  <a:lnTo>
                    <a:pt x="8233352" y="1756701"/>
                  </a:lnTo>
                  <a:lnTo>
                    <a:pt x="8232537" y="1756701"/>
                  </a:lnTo>
                  <a:lnTo>
                    <a:pt x="8231722" y="1756701"/>
                  </a:lnTo>
                  <a:lnTo>
                    <a:pt x="8230908" y="1756701"/>
                  </a:lnTo>
                  <a:lnTo>
                    <a:pt x="8230093" y="1756701"/>
                  </a:lnTo>
                  <a:lnTo>
                    <a:pt x="8229278" y="1756701"/>
                  </a:lnTo>
                  <a:lnTo>
                    <a:pt x="8228463" y="1756701"/>
                  </a:lnTo>
                  <a:lnTo>
                    <a:pt x="8227648" y="1756701"/>
                  </a:lnTo>
                  <a:lnTo>
                    <a:pt x="8226834" y="1756701"/>
                  </a:lnTo>
                  <a:lnTo>
                    <a:pt x="8226019" y="1756701"/>
                  </a:lnTo>
                  <a:lnTo>
                    <a:pt x="8225204" y="1756701"/>
                  </a:lnTo>
                  <a:lnTo>
                    <a:pt x="8224389" y="1756701"/>
                  </a:lnTo>
                  <a:lnTo>
                    <a:pt x="8223575" y="1756701"/>
                  </a:lnTo>
                  <a:lnTo>
                    <a:pt x="8222760" y="1756701"/>
                  </a:lnTo>
                  <a:lnTo>
                    <a:pt x="8221945" y="1756701"/>
                  </a:lnTo>
                  <a:lnTo>
                    <a:pt x="8221130" y="1756701"/>
                  </a:lnTo>
                  <a:lnTo>
                    <a:pt x="8220315" y="1756701"/>
                  </a:lnTo>
                  <a:lnTo>
                    <a:pt x="8219501" y="1756701"/>
                  </a:lnTo>
                  <a:lnTo>
                    <a:pt x="8218686" y="1756701"/>
                  </a:lnTo>
                  <a:lnTo>
                    <a:pt x="8217871" y="1756701"/>
                  </a:lnTo>
                  <a:lnTo>
                    <a:pt x="8217056" y="1756701"/>
                  </a:lnTo>
                  <a:lnTo>
                    <a:pt x="8216242" y="1756701"/>
                  </a:lnTo>
                  <a:lnTo>
                    <a:pt x="8215427" y="1756701"/>
                  </a:lnTo>
                  <a:lnTo>
                    <a:pt x="8214612" y="1756701"/>
                  </a:lnTo>
                  <a:lnTo>
                    <a:pt x="8213797" y="1756701"/>
                  </a:lnTo>
                  <a:lnTo>
                    <a:pt x="8212982" y="1756701"/>
                  </a:lnTo>
                  <a:lnTo>
                    <a:pt x="8212168" y="1756701"/>
                  </a:lnTo>
                  <a:lnTo>
                    <a:pt x="8211353" y="1756701"/>
                  </a:lnTo>
                  <a:lnTo>
                    <a:pt x="8210538" y="1756701"/>
                  </a:lnTo>
                  <a:lnTo>
                    <a:pt x="8209723" y="1756701"/>
                  </a:lnTo>
                  <a:lnTo>
                    <a:pt x="8208909" y="1756701"/>
                  </a:lnTo>
                  <a:lnTo>
                    <a:pt x="8208094" y="1756701"/>
                  </a:lnTo>
                  <a:lnTo>
                    <a:pt x="8207279" y="1756701"/>
                  </a:lnTo>
                  <a:lnTo>
                    <a:pt x="8206464" y="1756701"/>
                  </a:lnTo>
                  <a:lnTo>
                    <a:pt x="8205649" y="1756701"/>
                  </a:lnTo>
                  <a:lnTo>
                    <a:pt x="8204835" y="1756701"/>
                  </a:lnTo>
                  <a:lnTo>
                    <a:pt x="8204020" y="1756701"/>
                  </a:lnTo>
                  <a:lnTo>
                    <a:pt x="8203205" y="1756701"/>
                  </a:lnTo>
                  <a:lnTo>
                    <a:pt x="8202390" y="1756701"/>
                  </a:lnTo>
                  <a:lnTo>
                    <a:pt x="8201575" y="1756701"/>
                  </a:lnTo>
                  <a:lnTo>
                    <a:pt x="8200761" y="1756701"/>
                  </a:lnTo>
                  <a:lnTo>
                    <a:pt x="8199946" y="1756701"/>
                  </a:lnTo>
                  <a:lnTo>
                    <a:pt x="8199131" y="1756701"/>
                  </a:lnTo>
                  <a:lnTo>
                    <a:pt x="8198316" y="1756701"/>
                  </a:lnTo>
                  <a:lnTo>
                    <a:pt x="8197502" y="1756701"/>
                  </a:lnTo>
                  <a:lnTo>
                    <a:pt x="8196687" y="1756701"/>
                  </a:lnTo>
                  <a:lnTo>
                    <a:pt x="8195872" y="1756701"/>
                  </a:lnTo>
                  <a:lnTo>
                    <a:pt x="8195057" y="1756701"/>
                  </a:lnTo>
                  <a:lnTo>
                    <a:pt x="8194242" y="1756701"/>
                  </a:lnTo>
                  <a:lnTo>
                    <a:pt x="8193428" y="1756701"/>
                  </a:lnTo>
                  <a:lnTo>
                    <a:pt x="8192613" y="1756701"/>
                  </a:lnTo>
                  <a:lnTo>
                    <a:pt x="8191798" y="1756701"/>
                  </a:lnTo>
                  <a:lnTo>
                    <a:pt x="8190983" y="1756701"/>
                  </a:lnTo>
                  <a:lnTo>
                    <a:pt x="8190169" y="1756701"/>
                  </a:lnTo>
                  <a:lnTo>
                    <a:pt x="8189354" y="1756701"/>
                  </a:lnTo>
                  <a:lnTo>
                    <a:pt x="8188539" y="1756701"/>
                  </a:lnTo>
                  <a:lnTo>
                    <a:pt x="8187724" y="1756701"/>
                  </a:lnTo>
                  <a:lnTo>
                    <a:pt x="8186909" y="1756701"/>
                  </a:lnTo>
                  <a:lnTo>
                    <a:pt x="8186095" y="1756701"/>
                  </a:lnTo>
                  <a:lnTo>
                    <a:pt x="8185280" y="1756701"/>
                  </a:lnTo>
                  <a:lnTo>
                    <a:pt x="8184465" y="1756701"/>
                  </a:lnTo>
                  <a:lnTo>
                    <a:pt x="8183650" y="1756701"/>
                  </a:lnTo>
                  <a:lnTo>
                    <a:pt x="8182836" y="1756701"/>
                  </a:lnTo>
                  <a:lnTo>
                    <a:pt x="8182021" y="1756701"/>
                  </a:lnTo>
                  <a:lnTo>
                    <a:pt x="8181206" y="1756701"/>
                  </a:lnTo>
                  <a:lnTo>
                    <a:pt x="8180391" y="1756701"/>
                  </a:lnTo>
                  <a:lnTo>
                    <a:pt x="8179576" y="1756701"/>
                  </a:lnTo>
                  <a:lnTo>
                    <a:pt x="8178762" y="1756701"/>
                  </a:lnTo>
                  <a:lnTo>
                    <a:pt x="8177947" y="1756701"/>
                  </a:lnTo>
                  <a:lnTo>
                    <a:pt x="8177132" y="1756701"/>
                  </a:lnTo>
                  <a:lnTo>
                    <a:pt x="8176317" y="1756701"/>
                  </a:lnTo>
                  <a:lnTo>
                    <a:pt x="8175503" y="1756701"/>
                  </a:lnTo>
                  <a:lnTo>
                    <a:pt x="8174688" y="1756701"/>
                  </a:lnTo>
                  <a:lnTo>
                    <a:pt x="8173873" y="1756701"/>
                  </a:lnTo>
                  <a:lnTo>
                    <a:pt x="8173058" y="1756701"/>
                  </a:lnTo>
                  <a:lnTo>
                    <a:pt x="8172243" y="1756701"/>
                  </a:lnTo>
                  <a:lnTo>
                    <a:pt x="8171429" y="1756701"/>
                  </a:lnTo>
                  <a:lnTo>
                    <a:pt x="8170614" y="1756701"/>
                  </a:lnTo>
                  <a:lnTo>
                    <a:pt x="8169799" y="1756701"/>
                  </a:lnTo>
                  <a:lnTo>
                    <a:pt x="8168984" y="1756701"/>
                  </a:lnTo>
                  <a:lnTo>
                    <a:pt x="8168170" y="1756701"/>
                  </a:lnTo>
                  <a:lnTo>
                    <a:pt x="8167355" y="1756701"/>
                  </a:lnTo>
                  <a:lnTo>
                    <a:pt x="8166540" y="1756701"/>
                  </a:lnTo>
                  <a:lnTo>
                    <a:pt x="8165725" y="1756701"/>
                  </a:lnTo>
                  <a:lnTo>
                    <a:pt x="8164910" y="1756701"/>
                  </a:lnTo>
                  <a:lnTo>
                    <a:pt x="8164096" y="1756701"/>
                  </a:lnTo>
                  <a:lnTo>
                    <a:pt x="8163281" y="1756701"/>
                  </a:lnTo>
                  <a:lnTo>
                    <a:pt x="8162466" y="1756701"/>
                  </a:lnTo>
                  <a:lnTo>
                    <a:pt x="8161651" y="1756701"/>
                  </a:lnTo>
                  <a:lnTo>
                    <a:pt x="8160836" y="1756701"/>
                  </a:lnTo>
                  <a:lnTo>
                    <a:pt x="8160022" y="1756701"/>
                  </a:lnTo>
                  <a:lnTo>
                    <a:pt x="8159207" y="1756701"/>
                  </a:lnTo>
                  <a:lnTo>
                    <a:pt x="8158392" y="1756701"/>
                  </a:lnTo>
                  <a:lnTo>
                    <a:pt x="8157577" y="1756701"/>
                  </a:lnTo>
                  <a:lnTo>
                    <a:pt x="8156763" y="1756701"/>
                  </a:lnTo>
                  <a:lnTo>
                    <a:pt x="8155948" y="1756701"/>
                  </a:lnTo>
                  <a:lnTo>
                    <a:pt x="8155133" y="1756701"/>
                  </a:lnTo>
                  <a:lnTo>
                    <a:pt x="8154318" y="1756701"/>
                  </a:lnTo>
                  <a:lnTo>
                    <a:pt x="8153503" y="1756701"/>
                  </a:lnTo>
                  <a:lnTo>
                    <a:pt x="8152689" y="1756701"/>
                  </a:lnTo>
                  <a:lnTo>
                    <a:pt x="8151874" y="1756701"/>
                  </a:lnTo>
                  <a:lnTo>
                    <a:pt x="8151059" y="1756701"/>
                  </a:lnTo>
                  <a:lnTo>
                    <a:pt x="8150244" y="1756701"/>
                  </a:lnTo>
                  <a:lnTo>
                    <a:pt x="8149430" y="1756701"/>
                  </a:lnTo>
                  <a:lnTo>
                    <a:pt x="8148615" y="1756701"/>
                  </a:lnTo>
                  <a:lnTo>
                    <a:pt x="8147800" y="1756701"/>
                  </a:lnTo>
                  <a:lnTo>
                    <a:pt x="8146985" y="1756701"/>
                  </a:lnTo>
                  <a:lnTo>
                    <a:pt x="8146170" y="1756701"/>
                  </a:lnTo>
                  <a:lnTo>
                    <a:pt x="8145356" y="1756701"/>
                  </a:lnTo>
                  <a:lnTo>
                    <a:pt x="8144541" y="1756701"/>
                  </a:lnTo>
                  <a:lnTo>
                    <a:pt x="8143726" y="1756701"/>
                  </a:lnTo>
                  <a:lnTo>
                    <a:pt x="8142911" y="1756701"/>
                  </a:lnTo>
                  <a:lnTo>
                    <a:pt x="8142097" y="1756701"/>
                  </a:lnTo>
                  <a:lnTo>
                    <a:pt x="8141282" y="1756701"/>
                  </a:lnTo>
                  <a:lnTo>
                    <a:pt x="8140467" y="1756701"/>
                  </a:lnTo>
                  <a:lnTo>
                    <a:pt x="8139652" y="1756701"/>
                  </a:lnTo>
                  <a:lnTo>
                    <a:pt x="8138837" y="1756701"/>
                  </a:lnTo>
                  <a:lnTo>
                    <a:pt x="8138023" y="1756701"/>
                  </a:lnTo>
                  <a:lnTo>
                    <a:pt x="8137208" y="1756701"/>
                  </a:lnTo>
                  <a:lnTo>
                    <a:pt x="8136393" y="1756701"/>
                  </a:lnTo>
                  <a:lnTo>
                    <a:pt x="8135578" y="1756701"/>
                  </a:lnTo>
                  <a:lnTo>
                    <a:pt x="8134764" y="1756701"/>
                  </a:lnTo>
                  <a:lnTo>
                    <a:pt x="8133949" y="1756701"/>
                  </a:lnTo>
                  <a:lnTo>
                    <a:pt x="8133134" y="1756701"/>
                  </a:lnTo>
                  <a:lnTo>
                    <a:pt x="8132319" y="1756701"/>
                  </a:lnTo>
                  <a:lnTo>
                    <a:pt x="8131504" y="1756701"/>
                  </a:lnTo>
                  <a:lnTo>
                    <a:pt x="8130690" y="1756701"/>
                  </a:lnTo>
                  <a:lnTo>
                    <a:pt x="8129875" y="1756701"/>
                  </a:lnTo>
                  <a:lnTo>
                    <a:pt x="8129060" y="1756701"/>
                  </a:lnTo>
                  <a:lnTo>
                    <a:pt x="8128245" y="1756701"/>
                  </a:lnTo>
                  <a:lnTo>
                    <a:pt x="8127431" y="1756701"/>
                  </a:lnTo>
                  <a:lnTo>
                    <a:pt x="8126616" y="1756701"/>
                  </a:lnTo>
                  <a:lnTo>
                    <a:pt x="8125801" y="1756701"/>
                  </a:lnTo>
                  <a:lnTo>
                    <a:pt x="8124986" y="1756701"/>
                  </a:lnTo>
                  <a:lnTo>
                    <a:pt x="8124171" y="1756701"/>
                  </a:lnTo>
                  <a:lnTo>
                    <a:pt x="8123357" y="1756701"/>
                  </a:lnTo>
                  <a:lnTo>
                    <a:pt x="8122542" y="1756701"/>
                  </a:lnTo>
                  <a:lnTo>
                    <a:pt x="8121727" y="1756701"/>
                  </a:lnTo>
                  <a:lnTo>
                    <a:pt x="8120912" y="1756701"/>
                  </a:lnTo>
                  <a:lnTo>
                    <a:pt x="8120097" y="1756701"/>
                  </a:lnTo>
                  <a:lnTo>
                    <a:pt x="8119283" y="1756701"/>
                  </a:lnTo>
                  <a:lnTo>
                    <a:pt x="8118468" y="1756701"/>
                  </a:lnTo>
                  <a:lnTo>
                    <a:pt x="8117653" y="1756701"/>
                  </a:lnTo>
                  <a:lnTo>
                    <a:pt x="8116838" y="1756701"/>
                  </a:lnTo>
                  <a:lnTo>
                    <a:pt x="8116024" y="1756701"/>
                  </a:lnTo>
                  <a:lnTo>
                    <a:pt x="8115209" y="1756701"/>
                  </a:lnTo>
                  <a:lnTo>
                    <a:pt x="8114394" y="1756701"/>
                  </a:lnTo>
                  <a:lnTo>
                    <a:pt x="8113579" y="1756701"/>
                  </a:lnTo>
                  <a:lnTo>
                    <a:pt x="8112764" y="1756701"/>
                  </a:lnTo>
                  <a:lnTo>
                    <a:pt x="8111950" y="1756701"/>
                  </a:lnTo>
                  <a:lnTo>
                    <a:pt x="8111135" y="1756701"/>
                  </a:lnTo>
                  <a:lnTo>
                    <a:pt x="8110320" y="1756701"/>
                  </a:lnTo>
                  <a:lnTo>
                    <a:pt x="8109505" y="1756701"/>
                  </a:lnTo>
                  <a:lnTo>
                    <a:pt x="8108691" y="1756701"/>
                  </a:lnTo>
                  <a:lnTo>
                    <a:pt x="8107876" y="1756701"/>
                  </a:lnTo>
                  <a:lnTo>
                    <a:pt x="8107061" y="1756701"/>
                  </a:lnTo>
                  <a:lnTo>
                    <a:pt x="8106246" y="1756701"/>
                  </a:lnTo>
                  <a:lnTo>
                    <a:pt x="8105431" y="1756701"/>
                  </a:lnTo>
                  <a:lnTo>
                    <a:pt x="8104617" y="1756701"/>
                  </a:lnTo>
                  <a:lnTo>
                    <a:pt x="8103802" y="1756701"/>
                  </a:lnTo>
                  <a:lnTo>
                    <a:pt x="8102987" y="1756701"/>
                  </a:lnTo>
                  <a:lnTo>
                    <a:pt x="8102172" y="1756701"/>
                  </a:lnTo>
                  <a:lnTo>
                    <a:pt x="8101358" y="1756701"/>
                  </a:lnTo>
                  <a:lnTo>
                    <a:pt x="8100543" y="1756701"/>
                  </a:lnTo>
                  <a:lnTo>
                    <a:pt x="8099728" y="1756701"/>
                  </a:lnTo>
                  <a:lnTo>
                    <a:pt x="8098913" y="1756701"/>
                  </a:lnTo>
                  <a:lnTo>
                    <a:pt x="8098098" y="1756701"/>
                  </a:lnTo>
                  <a:lnTo>
                    <a:pt x="8097284" y="1756701"/>
                  </a:lnTo>
                  <a:lnTo>
                    <a:pt x="8096469" y="1756701"/>
                  </a:lnTo>
                  <a:lnTo>
                    <a:pt x="8095654" y="1756701"/>
                  </a:lnTo>
                  <a:lnTo>
                    <a:pt x="8094839" y="1756701"/>
                  </a:lnTo>
                  <a:lnTo>
                    <a:pt x="8094025" y="1756701"/>
                  </a:lnTo>
                  <a:lnTo>
                    <a:pt x="8093210" y="1756701"/>
                  </a:lnTo>
                  <a:lnTo>
                    <a:pt x="8092395" y="1756701"/>
                  </a:lnTo>
                  <a:lnTo>
                    <a:pt x="8091580" y="1756701"/>
                  </a:lnTo>
                  <a:lnTo>
                    <a:pt x="8090765" y="1756701"/>
                  </a:lnTo>
                  <a:lnTo>
                    <a:pt x="8089951" y="1756701"/>
                  </a:lnTo>
                  <a:lnTo>
                    <a:pt x="8089136" y="1756701"/>
                  </a:lnTo>
                  <a:lnTo>
                    <a:pt x="8088321" y="1756701"/>
                  </a:lnTo>
                  <a:lnTo>
                    <a:pt x="8087506" y="1756701"/>
                  </a:lnTo>
                  <a:lnTo>
                    <a:pt x="8086692" y="1756701"/>
                  </a:lnTo>
                  <a:lnTo>
                    <a:pt x="8085877" y="1756701"/>
                  </a:lnTo>
                  <a:lnTo>
                    <a:pt x="8085062" y="1756701"/>
                  </a:lnTo>
                  <a:lnTo>
                    <a:pt x="8084247" y="1756701"/>
                  </a:lnTo>
                  <a:lnTo>
                    <a:pt x="8083432" y="1756701"/>
                  </a:lnTo>
                  <a:lnTo>
                    <a:pt x="8082618" y="1756701"/>
                  </a:lnTo>
                  <a:lnTo>
                    <a:pt x="8081803" y="1756701"/>
                  </a:lnTo>
                  <a:lnTo>
                    <a:pt x="8080988" y="1756701"/>
                  </a:lnTo>
                  <a:lnTo>
                    <a:pt x="8080173" y="1756701"/>
                  </a:lnTo>
                  <a:lnTo>
                    <a:pt x="8079358" y="1756701"/>
                  </a:lnTo>
                  <a:lnTo>
                    <a:pt x="8078544" y="1756701"/>
                  </a:lnTo>
                  <a:lnTo>
                    <a:pt x="8077729" y="1756701"/>
                  </a:lnTo>
                  <a:lnTo>
                    <a:pt x="8076914" y="1756701"/>
                  </a:lnTo>
                  <a:lnTo>
                    <a:pt x="8076099" y="1756701"/>
                  </a:lnTo>
                  <a:lnTo>
                    <a:pt x="8075285" y="1756701"/>
                  </a:lnTo>
                  <a:lnTo>
                    <a:pt x="8074470" y="1756701"/>
                  </a:lnTo>
                  <a:lnTo>
                    <a:pt x="8073655" y="1756701"/>
                  </a:lnTo>
                  <a:lnTo>
                    <a:pt x="8072840" y="1756701"/>
                  </a:lnTo>
                  <a:lnTo>
                    <a:pt x="8072025" y="1756701"/>
                  </a:lnTo>
                  <a:lnTo>
                    <a:pt x="8071211" y="1756701"/>
                  </a:lnTo>
                  <a:lnTo>
                    <a:pt x="8070396" y="1756701"/>
                  </a:lnTo>
                  <a:lnTo>
                    <a:pt x="8069581" y="1756701"/>
                  </a:lnTo>
                  <a:lnTo>
                    <a:pt x="8068766" y="1756701"/>
                  </a:lnTo>
                  <a:lnTo>
                    <a:pt x="8067952" y="1756701"/>
                  </a:lnTo>
                  <a:lnTo>
                    <a:pt x="8067137" y="1756701"/>
                  </a:lnTo>
                  <a:lnTo>
                    <a:pt x="8066322" y="1756701"/>
                  </a:lnTo>
                  <a:lnTo>
                    <a:pt x="8065507" y="1756701"/>
                  </a:lnTo>
                  <a:lnTo>
                    <a:pt x="8064692" y="1756701"/>
                  </a:lnTo>
                  <a:lnTo>
                    <a:pt x="8063878" y="1756701"/>
                  </a:lnTo>
                  <a:lnTo>
                    <a:pt x="8063063" y="1756701"/>
                  </a:lnTo>
                  <a:lnTo>
                    <a:pt x="8062248" y="1756701"/>
                  </a:lnTo>
                  <a:lnTo>
                    <a:pt x="8061433" y="1756701"/>
                  </a:lnTo>
                  <a:lnTo>
                    <a:pt x="8060619" y="1756701"/>
                  </a:lnTo>
                  <a:lnTo>
                    <a:pt x="8059804" y="1756701"/>
                  </a:lnTo>
                  <a:lnTo>
                    <a:pt x="8058989" y="1756701"/>
                  </a:lnTo>
                  <a:lnTo>
                    <a:pt x="8058174" y="1756701"/>
                  </a:lnTo>
                  <a:lnTo>
                    <a:pt x="8057359" y="1756701"/>
                  </a:lnTo>
                  <a:lnTo>
                    <a:pt x="8056545" y="1756701"/>
                  </a:lnTo>
                  <a:lnTo>
                    <a:pt x="8055730" y="1756701"/>
                  </a:lnTo>
                  <a:lnTo>
                    <a:pt x="8054915" y="1756701"/>
                  </a:lnTo>
                  <a:lnTo>
                    <a:pt x="8054100" y="1756701"/>
                  </a:lnTo>
                  <a:lnTo>
                    <a:pt x="8053286" y="1756701"/>
                  </a:lnTo>
                  <a:lnTo>
                    <a:pt x="8052471" y="1756701"/>
                  </a:lnTo>
                  <a:lnTo>
                    <a:pt x="8051656" y="1756701"/>
                  </a:lnTo>
                  <a:lnTo>
                    <a:pt x="8050841" y="1756701"/>
                  </a:lnTo>
                  <a:lnTo>
                    <a:pt x="8050026" y="1756701"/>
                  </a:lnTo>
                  <a:lnTo>
                    <a:pt x="8049212" y="1756701"/>
                  </a:lnTo>
                  <a:lnTo>
                    <a:pt x="8048397" y="1756701"/>
                  </a:lnTo>
                  <a:lnTo>
                    <a:pt x="8047582" y="1756701"/>
                  </a:lnTo>
                  <a:lnTo>
                    <a:pt x="8046767" y="1756701"/>
                  </a:lnTo>
                  <a:lnTo>
                    <a:pt x="8045952" y="1756701"/>
                  </a:lnTo>
                  <a:lnTo>
                    <a:pt x="8045138" y="1756701"/>
                  </a:lnTo>
                  <a:lnTo>
                    <a:pt x="8044323" y="1756701"/>
                  </a:lnTo>
                  <a:lnTo>
                    <a:pt x="8043508" y="1756701"/>
                  </a:lnTo>
                  <a:lnTo>
                    <a:pt x="8042693" y="1756701"/>
                  </a:lnTo>
                  <a:lnTo>
                    <a:pt x="8041879" y="1756701"/>
                  </a:lnTo>
                  <a:lnTo>
                    <a:pt x="8041064" y="1756701"/>
                  </a:lnTo>
                  <a:lnTo>
                    <a:pt x="8040249" y="1756701"/>
                  </a:lnTo>
                  <a:lnTo>
                    <a:pt x="8039434" y="1756701"/>
                  </a:lnTo>
                  <a:lnTo>
                    <a:pt x="8038619" y="1756701"/>
                  </a:lnTo>
                  <a:lnTo>
                    <a:pt x="8037805" y="1756701"/>
                  </a:lnTo>
                  <a:lnTo>
                    <a:pt x="8036990" y="1756701"/>
                  </a:lnTo>
                  <a:lnTo>
                    <a:pt x="8036175" y="1756701"/>
                  </a:lnTo>
                  <a:lnTo>
                    <a:pt x="8035360" y="1756701"/>
                  </a:lnTo>
                  <a:lnTo>
                    <a:pt x="8034546" y="1756701"/>
                  </a:lnTo>
                  <a:lnTo>
                    <a:pt x="8033731" y="1756701"/>
                  </a:lnTo>
                  <a:lnTo>
                    <a:pt x="8032916" y="1756701"/>
                  </a:lnTo>
                  <a:lnTo>
                    <a:pt x="8032101" y="1756701"/>
                  </a:lnTo>
                  <a:lnTo>
                    <a:pt x="8031286" y="1756701"/>
                  </a:lnTo>
                  <a:lnTo>
                    <a:pt x="8030472" y="1756701"/>
                  </a:lnTo>
                  <a:lnTo>
                    <a:pt x="8029657" y="1756701"/>
                  </a:lnTo>
                  <a:lnTo>
                    <a:pt x="8028842" y="1756701"/>
                  </a:lnTo>
                  <a:lnTo>
                    <a:pt x="8028027" y="1756701"/>
                  </a:lnTo>
                  <a:lnTo>
                    <a:pt x="8027213" y="1756701"/>
                  </a:lnTo>
                  <a:lnTo>
                    <a:pt x="8026398" y="1756701"/>
                  </a:lnTo>
                  <a:lnTo>
                    <a:pt x="8025583" y="1756701"/>
                  </a:lnTo>
                  <a:lnTo>
                    <a:pt x="8024768" y="1756701"/>
                  </a:lnTo>
                  <a:lnTo>
                    <a:pt x="8023953" y="1756701"/>
                  </a:lnTo>
                  <a:lnTo>
                    <a:pt x="8023139" y="1756701"/>
                  </a:lnTo>
                  <a:lnTo>
                    <a:pt x="8022324" y="1756701"/>
                  </a:lnTo>
                  <a:lnTo>
                    <a:pt x="8021509" y="1756701"/>
                  </a:lnTo>
                  <a:lnTo>
                    <a:pt x="8020694" y="1756701"/>
                  </a:lnTo>
                  <a:lnTo>
                    <a:pt x="8019880" y="1756701"/>
                  </a:lnTo>
                  <a:lnTo>
                    <a:pt x="8019065" y="1756701"/>
                  </a:lnTo>
                  <a:lnTo>
                    <a:pt x="8018250" y="1756701"/>
                  </a:lnTo>
                  <a:lnTo>
                    <a:pt x="8017435" y="1756701"/>
                  </a:lnTo>
                  <a:lnTo>
                    <a:pt x="8016620" y="1756701"/>
                  </a:lnTo>
                  <a:lnTo>
                    <a:pt x="8015806" y="1756701"/>
                  </a:lnTo>
                  <a:lnTo>
                    <a:pt x="8014991" y="1756701"/>
                  </a:lnTo>
                  <a:lnTo>
                    <a:pt x="8014176" y="1756701"/>
                  </a:lnTo>
                  <a:lnTo>
                    <a:pt x="8013361" y="1756701"/>
                  </a:lnTo>
                  <a:lnTo>
                    <a:pt x="8012547" y="1756701"/>
                  </a:lnTo>
                  <a:lnTo>
                    <a:pt x="8011732" y="1756701"/>
                  </a:lnTo>
                  <a:lnTo>
                    <a:pt x="8010917" y="1756701"/>
                  </a:lnTo>
                  <a:lnTo>
                    <a:pt x="8010102" y="1756701"/>
                  </a:lnTo>
                  <a:lnTo>
                    <a:pt x="8009287" y="1756701"/>
                  </a:lnTo>
                  <a:lnTo>
                    <a:pt x="8008473" y="1756701"/>
                  </a:lnTo>
                  <a:lnTo>
                    <a:pt x="8007658" y="1756701"/>
                  </a:lnTo>
                  <a:lnTo>
                    <a:pt x="8006843" y="1756701"/>
                  </a:lnTo>
                  <a:lnTo>
                    <a:pt x="8006028" y="1756701"/>
                  </a:lnTo>
                  <a:lnTo>
                    <a:pt x="8005213" y="1756701"/>
                  </a:lnTo>
                  <a:lnTo>
                    <a:pt x="8004399" y="1756701"/>
                  </a:lnTo>
                  <a:lnTo>
                    <a:pt x="8003584" y="1756701"/>
                  </a:lnTo>
                  <a:lnTo>
                    <a:pt x="8002769" y="1756701"/>
                  </a:lnTo>
                  <a:lnTo>
                    <a:pt x="8001954" y="1756701"/>
                  </a:lnTo>
                  <a:lnTo>
                    <a:pt x="8001140" y="1756701"/>
                  </a:lnTo>
                  <a:lnTo>
                    <a:pt x="8000325" y="1756701"/>
                  </a:lnTo>
                  <a:lnTo>
                    <a:pt x="7999510" y="1756701"/>
                  </a:lnTo>
                  <a:lnTo>
                    <a:pt x="7998695" y="1756701"/>
                  </a:lnTo>
                  <a:lnTo>
                    <a:pt x="7997880" y="1756701"/>
                  </a:lnTo>
                  <a:lnTo>
                    <a:pt x="7997066" y="1756701"/>
                  </a:lnTo>
                  <a:lnTo>
                    <a:pt x="7996251" y="1756701"/>
                  </a:lnTo>
                  <a:lnTo>
                    <a:pt x="7995436" y="1756701"/>
                  </a:lnTo>
                  <a:lnTo>
                    <a:pt x="7994621" y="1756701"/>
                  </a:lnTo>
                  <a:lnTo>
                    <a:pt x="7993807" y="1756701"/>
                  </a:lnTo>
                  <a:lnTo>
                    <a:pt x="7992992" y="1756701"/>
                  </a:lnTo>
                  <a:lnTo>
                    <a:pt x="7992177" y="1756701"/>
                  </a:lnTo>
                  <a:lnTo>
                    <a:pt x="7991362" y="1756701"/>
                  </a:lnTo>
                  <a:lnTo>
                    <a:pt x="7990547" y="1756701"/>
                  </a:lnTo>
                  <a:lnTo>
                    <a:pt x="7989733" y="1756701"/>
                  </a:lnTo>
                  <a:lnTo>
                    <a:pt x="7988918" y="1756701"/>
                  </a:lnTo>
                  <a:lnTo>
                    <a:pt x="7988103" y="1756701"/>
                  </a:lnTo>
                  <a:lnTo>
                    <a:pt x="7987288" y="1756701"/>
                  </a:lnTo>
                  <a:lnTo>
                    <a:pt x="7986474" y="1756701"/>
                  </a:lnTo>
                  <a:lnTo>
                    <a:pt x="7985659" y="1756701"/>
                  </a:lnTo>
                  <a:lnTo>
                    <a:pt x="7984844" y="1756701"/>
                  </a:lnTo>
                  <a:lnTo>
                    <a:pt x="7984029" y="1756701"/>
                  </a:lnTo>
                  <a:lnTo>
                    <a:pt x="7983214" y="1756701"/>
                  </a:lnTo>
                  <a:lnTo>
                    <a:pt x="7982400" y="1756701"/>
                  </a:lnTo>
                  <a:lnTo>
                    <a:pt x="7981585" y="1756701"/>
                  </a:lnTo>
                  <a:lnTo>
                    <a:pt x="7980770" y="1756701"/>
                  </a:lnTo>
                  <a:lnTo>
                    <a:pt x="7979955" y="1756701"/>
                  </a:lnTo>
                  <a:lnTo>
                    <a:pt x="7979141" y="1756701"/>
                  </a:lnTo>
                  <a:lnTo>
                    <a:pt x="7978326" y="1756701"/>
                  </a:lnTo>
                  <a:lnTo>
                    <a:pt x="7977511" y="1756701"/>
                  </a:lnTo>
                  <a:lnTo>
                    <a:pt x="7976696" y="1756701"/>
                  </a:lnTo>
                  <a:lnTo>
                    <a:pt x="7975881" y="1756701"/>
                  </a:lnTo>
                  <a:lnTo>
                    <a:pt x="7975067" y="1756701"/>
                  </a:lnTo>
                  <a:lnTo>
                    <a:pt x="7974252" y="1756701"/>
                  </a:lnTo>
                  <a:lnTo>
                    <a:pt x="7973437" y="1756701"/>
                  </a:lnTo>
                  <a:lnTo>
                    <a:pt x="7972622" y="1756701"/>
                  </a:lnTo>
                  <a:lnTo>
                    <a:pt x="7971808" y="1756701"/>
                  </a:lnTo>
                  <a:lnTo>
                    <a:pt x="7970993" y="1756701"/>
                  </a:lnTo>
                  <a:lnTo>
                    <a:pt x="7970178" y="1756701"/>
                  </a:lnTo>
                  <a:lnTo>
                    <a:pt x="7969363" y="1756701"/>
                  </a:lnTo>
                  <a:lnTo>
                    <a:pt x="7968548" y="1756701"/>
                  </a:lnTo>
                  <a:lnTo>
                    <a:pt x="7967734" y="1756701"/>
                  </a:lnTo>
                  <a:lnTo>
                    <a:pt x="7966919" y="1756701"/>
                  </a:lnTo>
                  <a:lnTo>
                    <a:pt x="7966104" y="1756701"/>
                  </a:lnTo>
                  <a:lnTo>
                    <a:pt x="7965289" y="1756701"/>
                  </a:lnTo>
                  <a:lnTo>
                    <a:pt x="7964474" y="1756701"/>
                  </a:lnTo>
                  <a:lnTo>
                    <a:pt x="7963660" y="1756701"/>
                  </a:lnTo>
                  <a:lnTo>
                    <a:pt x="7962845" y="1756701"/>
                  </a:lnTo>
                  <a:lnTo>
                    <a:pt x="7962030" y="1756701"/>
                  </a:lnTo>
                  <a:lnTo>
                    <a:pt x="7961215" y="1756701"/>
                  </a:lnTo>
                  <a:lnTo>
                    <a:pt x="7960401" y="1756701"/>
                  </a:lnTo>
                  <a:lnTo>
                    <a:pt x="7959586" y="1756701"/>
                  </a:lnTo>
                  <a:lnTo>
                    <a:pt x="7958771" y="1756701"/>
                  </a:lnTo>
                  <a:lnTo>
                    <a:pt x="7957956" y="1756701"/>
                  </a:lnTo>
                  <a:lnTo>
                    <a:pt x="7957141" y="1756701"/>
                  </a:lnTo>
                  <a:lnTo>
                    <a:pt x="7956327" y="1756701"/>
                  </a:lnTo>
                  <a:lnTo>
                    <a:pt x="7955512" y="1756701"/>
                  </a:lnTo>
                  <a:lnTo>
                    <a:pt x="7954697" y="1756701"/>
                  </a:lnTo>
                  <a:lnTo>
                    <a:pt x="7953882" y="1756701"/>
                  </a:lnTo>
                  <a:lnTo>
                    <a:pt x="7953068" y="1756701"/>
                  </a:lnTo>
                  <a:lnTo>
                    <a:pt x="7952253" y="1756701"/>
                  </a:lnTo>
                  <a:lnTo>
                    <a:pt x="7951438" y="1756701"/>
                  </a:lnTo>
                  <a:lnTo>
                    <a:pt x="7950623" y="1756701"/>
                  </a:lnTo>
                  <a:lnTo>
                    <a:pt x="7949808" y="1756701"/>
                  </a:lnTo>
                  <a:lnTo>
                    <a:pt x="7948994" y="1756701"/>
                  </a:lnTo>
                  <a:lnTo>
                    <a:pt x="7948179" y="1756701"/>
                  </a:lnTo>
                  <a:lnTo>
                    <a:pt x="7947364" y="1756701"/>
                  </a:lnTo>
                  <a:lnTo>
                    <a:pt x="7946549" y="1756701"/>
                  </a:lnTo>
                  <a:lnTo>
                    <a:pt x="7945735" y="1756701"/>
                  </a:lnTo>
                  <a:lnTo>
                    <a:pt x="7944920" y="1756701"/>
                  </a:lnTo>
                  <a:lnTo>
                    <a:pt x="7944105" y="1756701"/>
                  </a:lnTo>
                  <a:lnTo>
                    <a:pt x="7943290" y="1756701"/>
                  </a:lnTo>
                  <a:lnTo>
                    <a:pt x="7942475" y="1756701"/>
                  </a:lnTo>
                  <a:lnTo>
                    <a:pt x="7941661" y="1756701"/>
                  </a:lnTo>
                  <a:lnTo>
                    <a:pt x="7940846" y="1756701"/>
                  </a:lnTo>
                  <a:lnTo>
                    <a:pt x="7940031" y="1756701"/>
                  </a:lnTo>
                  <a:lnTo>
                    <a:pt x="7939216" y="1756701"/>
                  </a:lnTo>
                  <a:lnTo>
                    <a:pt x="7938402" y="1756701"/>
                  </a:lnTo>
                  <a:lnTo>
                    <a:pt x="7937587" y="1756701"/>
                  </a:lnTo>
                  <a:lnTo>
                    <a:pt x="7936772" y="1756701"/>
                  </a:lnTo>
                  <a:lnTo>
                    <a:pt x="7935957" y="1756701"/>
                  </a:lnTo>
                  <a:lnTo>
                    <a:pt x="7935142" y="1756701"/>
                  </a:lnTo>
                  <a:lnTo>
                    <a:pt x="7934328" y="1756701"/>
                  </a:lnTo>
                  <a:lnTo>
                    <a:pt x="7933513" y="1756701"/>
                  </a:lnTo>
                  <a:lnTo>
                    <a:pt x="7932698" y="1756701"/>
                  </a:lnTo>
                  <a:lnTo>
                    <a:pt x="7931883" y="1756701"/>
                  </a:lnTo>
                  <a:lnTo>
                    <a:pt x="7931069" y="1756701"/>
                  </a:lnTo>
                  <a:lnTo>
                    <a:pt x="7930254" y="1756701"/>
                  </a:lnTo>
                  <a:lnTo>
                    <a:pt x="7929439" y="1756701"/>
                  </a:lnTo>
                  <a:lnTo>
                    <a:pt x="7928624" y="1756701"/>
                  </a:lnTo>
                  <a:lnTo>
                    <a:pt x="7927809" y="1756701"/>
                  </a:lnTo>
                  <a:lnTo>
                    <a:pt x="7926995" y="1756701"/>
                  </a:lnTo>
                  <a:lnTo>
                    <a:pt x="7926180" y="1756701"/>
                  </a:lnTo>
                  <a:lnTo>
                    <a:pt x="7925365" y="1756701"/>
                  </a:lnTo>
                  <a:lnTo>
                    <a:pt x="7924550" y="1756701"/>
                  </a:lnTo>
                  <a:lnTo>
                    <a:pt x="7923735" y="1756701"/>
                  </a:lnTo>
                  <a:lnTo>
                    <a:pt x="7922921" y="1756701"/>
                  </a:lnTo>
                  <a:lnTo>
                    <a:pt x="7922106" y="1756701"/>
                  </a:lnTo>
                  <a:lnTo>
                    <a:pt x="7921291" y="1756701"/>
                  </a:lnTo>
                  <a:lnTo>
                    <a:pt x="7920476" y="1756701"/>
                  </a:lnTo>
                  <a:lnTo>
                    <a:pt x="7919662" y="1756701"/>
                  </a:lnTo>
                  <a:lnTo>
                    <a:pt x="7918847" y="1756701"/>
                  </a:lnTo>
                  <a:lnTo>
                    <a:pt x="7918032" y="1756701"/>
                  </a:lnTo>
                  <a:lnTo>
                    <a:pt x="7917217" y="1756701"/>
                  </a:lnTo>
                  <a:lnTo>
                    <a:pt x="7916402" y="1756701"/>
                  </a:lnTo>
                  <a:lnTo>
                    <a:pt x="7915588" y="1756701"/>
                  </a:lnTo>
                  <a:lnTo>
                    <a:pt x="7914773" y="1756701"/>
                  </a:lnTo>
                  <a:lnTo>
                    <a:pt x="7913958" y="1756701"/>
                  </a:lnTo>
                  <a:lnTo>
                    <a:pt x="7913143" y="1756701"/>
                  </a:lnTo>
                  <a:lnTo>
                    <a:pt x="7912329" y="1756701"/>
                  </a:lnTo>
                  <a:lnTo>
                    <a:pt x="7911514" y="1756701"/>
                  </a:lnTo>
                  <a:lnTo>
                    <a:pt x="7910699" y="1756701"/>
                  </a:lnTo>
                  <a:lnTo>
                    <a:pt x="7909884" y="1756701"/>
                  </a:lnTo>
                  <a:lnTo>
                    <a:pt x="7909069" y="1756701"/>
                  </a:lnTo>
                  <a:lnTo>
                    <a:pt x="7908255" y="1756701"/>
                  </a:lnTo>
                  <a:lnTo>
                    <a:pt x="7907440" y="1756701"/>
                  </a:lnTo>
                  <a:lnTo>
                    <a:pt x="7906625" y="1756701"/>
                  </a:lnTo>
                  <a:lnTo>
                    <a:pt x="7905810" y="1756701"/>
                  </a:lnTo>
                  <a:lnTo>
                    <a:pt x="7904996" y="1756701"/>
                  </a:lnTo>
                  <a:lnTo>
                    <a:pt x="7904181" y="1756701"/>
                  </a:lnTo>
                  <a:lnTo>
                    <a:pt x="7903366" y="1756701"/>
                  </a:lnTo>
                  <a:lnTo>
                    <a:pt x="7902551" y="1756701"/>
                  </a:lnTo>
                  <a:lnTo>
                    <a:pt x="7901736" y="1756701"/>
                  </a:lnTo>
                  <a:lnTo>
                    <a:pt x="7900922" y="1756701"/>
                  </a:lnTo>
                  <a:lnTo>
                    <a:pt x="7900107" y="1756701"/>
                  </a:lnTo>
                  <a:lnTo>
                    <a:pt x="7899292" y="1756701"/>
                  </a:lnTo>
                  <a:lnTo>
                    <a:pt x="7898477" y="1756701"/>
                  </a:lnTo>
                  <a:lnTo>
                    <a:pt x="7897663" y="1756701"/>
                  </a:lnTo>
                  <a:lnTo>
                    <a:pt x="7896848" y="1756701"/>
                  </a:lnTo>
                  <a:lnTo>
                    <a:pt x="7896033" y="1756701"/>
                  </a:lnTo>
                  <a:lnTo>
                    <a:pt x="7895218" y="1756701"/>
                  </a:lnTo>
                  <a:lnTo>
                    <a:pt x="7894403" y="1756701"/>
                  </a:lnTo>
                  <a:lnTo>
                    <a:pt x="7893589" y="1756701"/>
                  </a:lnTo>
                  <a:lnTo>
                    <a:pt x="7892774" y="1756701"/>
                  </a:lnTo>
                  <a:lnTo>
                    <a:pt x="7891959" y="1756701"/>
                  </a:lnTo>
                  <a:lnTo>
                    <a:pt x="7891144" y="1756701"/>
                  </a:lnTo>
                  <a:lnTo>
                    <a:pt x="7890330" y="1756701"/>
                  </a:lnTo>
                  <a:lnTo>
                    <a:pt x="7889515" y="1756701"/>
                  </a:lnTo>
                  <a:lnTo>
                    <a:pt x="7888700" y="1756701"/>
                  </a:lnTo>
                  <a:lnTo>
                    <a:pt x="7887885" y="1756701"/>
                  </a:lnTo>
                  <a:lnTo>
                    <a:pt x="7887070" y="1756701"/>
                  </a:lnTo>
                  <a:lnTo>
                    <a:pt x="7886256" y="1756701"/>
                  </a:lnTo>
                  <a:lnTo>
                    <a:pt x="7885441" y="1756701"/>
                  </a:lnTo>
                  <a:lnTo>
                    <a:pt x="7884626" y="1756701"/>
                  </a:lnTo>
                  <a:lnTo>
                    <a:pt x="7883811" y="1756701"/>
                  </a:lnTo>
                  <a:lnTo>
                    <a:pt x="7882996" y="1756701"/>
                  </a:lnTo>
                  <a:lnTo>
                    <a:pt x="7882182" y="1756701"/>
                  </a:lnTo>
                  <a:lnTo>
                    <a:pt x="7881367" y="1756701"/>
                  </a:lnTo>
                  <a:lnTo>
                    <a:pt x="7880552" y="1756701"/>
                  </a:lnTo>
                  <a:lnTo>
                    <a:pt x="7879737" y="1756701"/>
                  </a:lnTo>
                  <a:lnTo>
                    <a:pt x="7878923" y="1756701"/>
                  </a:lnTo>
                  <a:lnTo>
                    <a:pt x="7878108" y="1756701"/>
                  </a:lnTo>
                  <a:lnTo>
                    <a:pt x="7877293" y="1756701"/>
                  </a:lnTo>
                  <a:lnTo>
                    <a:pt x="7876478" y="1756701"/>
                  </a:lnTo>
                  <a:lnTo>
                    <a:pt x="7875663" y="1756701"/>
                  </a:lnTo>
                  <a:lnTo>
                    <a:pt x="7874849" y="1756701"/>
                  </a:lnTo>
                  <a:lnTo>
                    <a:pt x="7874034" y="1756701"/>
                  </a:lnTo>
                  <a:lnTo>
                    <a:pt x="7873219" y="1756701"/>
                  </a:lnTo>
                  <a:lnTo>
                    <a:pt x="7872404" y="1756701"/>
                  </a:lnTo>
                  <a:lnTo>
                    <a:pt x="7871590" y="1756701"/>
                  </a:lnTo>
                  <a:lnTo>
                    <a:pt x="7870775" y="1756701"/>
                  </a:lnTo>
                  <a:lnTo>
                    <a:pt x="7869960" y="1756701"/>
                  </a:lnTo>
                  <a:lnTo>
                    <a:pt x="7869145" y="1756701"/>
                  </a:lnTo>
                  <a:lnTo>
                    <a:pt x="7868330" y="1756701"/>
                  </a:lnTo>
                  <a:lnTo>
                    <a:pt x="7867516" y="1756701"/>
                  </a:lnTo>
                  <a:lnTo>
                    <a:pt x="7866701" y="1756701"/>
                  </a:lnTo>
                  <a:lnTo>
                    <a:pt x="7865886" y="1756701"/>
                  </a:lnTo>
                  <a:lnTo>
                    <a:pt x="7865071" y="1756701"/>
                  </a:lnTo>
                  <a:lnTo>
                    <a:pt x="7864257" y="1756701"/>
                  </a:lnTo>
                  <a:lnTo>
                    <a:pt x="7863442" y="1756701"/>
                  </a:lnTo>
                  <a:lnTo>
                    <a:pt x="7862627" y="1756701"/>
                  </a:lnTo>
                  <a:lnTo>
                    <a:pt x="7861812" y="1756701"/>
                  </a:lnTo>
                  <a:lnTo>
                    <a:pt x="7860997" y="1756701"/>
                  </a:lnTo>
                  <a:lnTo>
                    <a:pt x="7860183" y="1756701"/>
                  </a:lnTo>
                  <a:lnTo>
                    <a:pt x="7859368" y="1756701"/>
                  </a:lnTo>
                  <a:lnTo>
                    <a:pt x="7858553" y="1756701"/>
                  </a:lnTo>
                  <a:lnTo>
                    <a:pt x="7857738" y="1756701"/>
                  </a:lnTo>
                  <a:lnTo>
                    <a:pt x="7856924" y="1756701"/>
                  </a:lnTo>
                  <a:lnTo>
                    <a:pt x="7856109" y="1756701"/>
                  </a:lnTo>
                  <a:lnTo>
                    <a:pt x="7855294" y="1756701"/>
                  </a:lnTo>
                  <a:lnTo>
                    <a:pt x="7854479" y="1756701"/>
                  </a:lnTo>
                  <a:lnTo>
                    <a:pt x="7853664" y="1756701"/>
                  </a:lnTo>
                  <a:lnTo>
                    <a:pt x="7852850" y="1756701"/>
                  </a:lnTo>
                  <a:lnTo>
                    <a:pt x="7852035" y="1756701"/>
                  </a:lnTo>
                  <a:lnTo>
                    <a:pt x="7851220" y="1756701"/>
                  </a:lnTo>
                  <a:lnTo>
                    <a:pt x="7850405" y="1756701"/>
                  </a:lnTo>
                  <a:lnTo>
                    <a:pt x="7849591" y="1756701"/>
                  </a:lnTo>
                  <a:lnTo>
                    <a:pt x="7848776" y="1756701"/>
                  </a:lnTo>
                  <a:lnTo>
                    <a:pt x="7847961" y="1756701"/>
                  </a:lnTo>
                  <a:lnTo>
                    <a:pt x="7847146" y="1756701"/>
                  </a:lnTo>
                  <a:lnTo>
                    <a:pt x="7846331" y="1756701"/>
                  </a:lnTo>
                  <a:lnTo>
                    <a:pt x="7845517" y="1756701"/>
                  </a:lnTo>
                  <a:lnTo>
                    <a:pt x="7844702" y="1756701"/>
                  </a:lnTo>
                  <a:lnTo>
                    <a:pt x="7843887" y="1756701"/>
                  </a:lnTo>
                  <a:lnTo>
                    <a:pt x="7843072" y="1756701"/>
                  </a:lnTo>
                  <a:lnTo>
                    <a:pt x="7842257" y="1756701"/>
                  </a:lnTo>
                  <a:lnTo>
                    <a:pt x="7841443" y="1756701"/>
                  </a:lnTo>
                  <a:lnTo>
                    <a:pt x="7840628" y="1756701"/>
                  </a:lnTo>
                  <a:lnTo>
                    <a:pt x="7839813" y="1756701"/>
                  </a:lnTo>
                  <a:lnTo>
                    <a:pt x="7838998" y="1756701"/>
                  </a:lnTo>
                  <a:lnTo>
                    <a:pt x="7838184" y="1756701"/>
                  </a:lnTo>
                  <a:lnTo>
                    <a:pt x="7837369" y="1756701"/>
                  </a:lnTo>
                  <a:lnTo>
                    <a:pt x="7836554" y="1756701"/>
                  </a:lnTo>
                  <a:lnTo>
                    <a:pt x="7835739" y="1756701"/>
                  </a:lnTo>
                  <a:lnTo>
                    <a:pt x="7834924" y="1756701"/>
                  </a:lnTo>
                  <a:lnTo>
                    <a:pt x="7834110" y="1756701"/>
                  </a:lnTo>
                  <a:lnTo>
                    <a:pt x="7833295" y="1756701"/>
                  </a:lnTo>
                  <a:lnTo>
                    <a:pt x="7832480" y="1756701"/>
                  </a:lnTo>
                  <a:lnTo>
                    <a:pt x="7831665" y="1756701"/>
                  </a:lnTo>
                  <a:lnTo>
                    <a:pt x="7830851" y="1756701"/>
                  </a:lnTo>
                  <a:lnTo>
                    <a:pt x="7830036" y="1756701"/>
                  </a:lnTo>
                  <a:lnTo>
                    <a:pt x="7829221" y="1756701"/>
                  </a:lnTo>
                  <a:lnTo>
                    <a:pt x="7828406" y="1756701"/>
                  </a:lnTo>
                  <a:lnTo>
                    <a:pt x="7827591" y="1756701"/>
                  </a:lnTo>
                  <a:lnTo>
                    <a:pt x="7826777" y="1756701"/>
                  </a:lnTo>
                  <a:lnTo>
                    <a:pt x="7825962" y="1756701"/>
                  </a:lnTo>
                  <a:lnTo>
                    <a:pt x="7825147" y="1756701"/>
                  </a:lnTo>
                  <a:lnTo>
                    <a:pt x="7824332" y="1756701"/>
                  </a:lnTo>
                  <a:lnTo>
                    <a:pt x="7823518" y="1756701"/>
                  </a:lnTo>
                  <a:lnTo>
                    <a:pt x="7822703" y="1756701"/>
                  </a:lnTo>
                  <a:lnTo>
                    <a:pt x="7821888" y="1756701"/>
                  </a:lnTo>
                  <a:lnTo>
                    <a:pt x="7821073" y="1756701"/>
                  </a:lnTo>
                  <a:lnTo>
                    <a:pt x="7820258" y="1756701"/>
                  </a:lnTo>
                  <a:lnTo>
                    <a:pt x="7819444" y="1756701"/>
                  </a:lnTo>
                  <a:lnTo>
                    <a:pt x="7818629" y="1756701"/>
                  </a:lnTo>
                  <a:lnTo>
                    <a:pt x="7817814" y="1756701"/>
                  </a:lnTo>
                  <a:lnTo>
                    <a:pt x="7816999" y="1756701"/>
                  </a:lnTo>
                  <a:lnTo>
                    <a:pt x="7816185" y="1756701"/>
                  </a:lnTo>
                  <a:lnTo>
                    <a:pt x="7815370" y="1756701"/>
                  </a:lnTo>
                  <a:lnTo>
                    <a:pt x="7814555" y="1756701"/>
                  </a:lnTo>
                  <a:lnTo>
                    <a:pt x="7813740" y="1756701"/>
                  </a:lnTo>
                  <a:lnTo>
                    <a:pt x="7812925" y="1756701"/>
                  </a:lnTo>
                  <a:lnTo>
                    <a:pt x="7812111" y="1756701"/>
                  </a:lnTo>
                  <a:lnTo>
                    <a:pt x="7811296" y="1756701"/>
                  </a:lnTo>
                  <a:lnTo>
                    <a:pt x="7810481" y="1756701"/>
                  </a:lnTo>
                  <a:lnTo>
                    <a:pt x="7809666" y="1756701"/>
                  </a:lnTo>
                  <a:lnTo>
                    <a:pt x="7808852" y="1756701"/>
                  </a:lnTo>
                  <a:lnTo>
                    <a:pt x="7808037" y="1756701"/>
                  </a:lnTo>
                  <a:lnTo>
                    <a:pt x="7807222" y="1756701"/>
                  </a:lnTo>
                  <a:lnTo>
                    <a:pt x="7806407" y="1756701"/>
                  </a:lnTo>
                  <a:lnTo>
                    <a:pt x="7805592" y="1756701"/>
                  </a:lnTo>
                  <a:lnTo>
                    <a:pt x="7804778" y="1756701"/>
                  </a:lnTo>
                  <a:lnTo>
                    <a:pt x="7803963" y="1756701"/>
                  </a:lnTo>
                  <a:lnTo>
                    <a:pt x="7803148" y="1756701"/>
                  </a:lnTo>
                  <a:lnTo>
                    <a:pt x="7802333" y="1756701"/>
                  </a:lnTo>
                  <a:lnTo>
                    <a:pt x="7801518" y="1756701"/>
                  </a:lnTo>
                  <a:lnTo>
                    <a:pt x="7800704" y="1756701"/>
                  </a:lnTo>
                  <a:lnTo>
                    <a:pt x="7799889" y="1756701"/>
                  </a:lnTo>
                  <a:lnTo>
                    <a:pt x="7799074" y="1756701"/>
                  </a:lnTo>
                  <a:lnTo>
                    <a:pt x="7798259" y="1756701"/>
                  </a:lnTo>
                  <a:lnTo>
                    <a:pt x="7797445" y="1756701"/>
                  </a:lnTo>
                  <a:lnTo>
                    <a:pt x="7796630" y="1756701"/>
                  </a:lnTo>
                  <a:lnTo>
                    <a:pt x="7795815" y="1756701"/>
                  </a:lnTo>
                  <a:lnTo>
                    <a:pt x="7795000" y="1756701"/>
                  </a:lnTo>
                  <a:lnTo>
                    <a:pt x="7794185" y="1756701"/>
                  </a:lnTo>
                  <a:lnTo>
                    <a:pt x="7793371" y="1756701"/>
                  </a:lnTo>
                  <a:lnTo>
                    <a:pt x="7792556" y="1756701"/>
                  </a:lnTo>
                  <a:lnTo>
                    <a:pt x="7791741" y="1756701"/>
                  </a:lnTo>
                  <a:lnTo>
                    <a:pt x="7790926" y="1756701"/>
                  </a:lnTo>
                  <a:lnTo>
                    <a:pt x="7790112" y="1756701"/>
                  </a:lnTo>
                  <a:lnTo>
                    <a:pt x="7789297" y="1756701"/>
                  </a:lnTo>
                  <a:lnTo>
                    <a:pt x="7788482" y="1756701"/>
                  </a:lnTo>
                  <a:lnTo>
                    <a:pt x="7787667" y="1756701"/>
                  </a:lnTo>
                  <a:lnTo>
                    <a:pt x="7786852" y="1756701"/>
                  </a:lnTo>
                  <a:lnTo>
                    <a:pt x="7786038" y="1756701"/>
                  </a:lnTo>
                  <a:lnTo>
                    <a:pt x="7785223" y="1756701"/>
                  </a:lnTo>
                  <a:lnTo>
                    <a:pt x="7784408" y="1756701"/>
                  </a:lnTo>
                  <a:lnTo>
                    <a:pt x="7783593" y="1756701"/>
                  </a:lnTo>
                  <a:lnTo>
                    <a:pt x="7782779" y="1756701"/>
                  </a:lnTo>
                  <a:lnTo>
                    <a:pt x="7781964" y="1756701"/>
                  </a:lnTo>
                  <a:lnTo>
                    <a:pt x="7781149" y="1756701"/>
                  </a:lnTo>
                  <a:lnTo>
                    <a:pt x="7780334" y="1756701"/>
                  </a:lnTo>
                  <a:lnTo>
                    <a:pt x="7779519" y="1756701"/>
                  </a:lnTo>
                  <a:lnTo>
                    <a:pt x="7778705" y="1756701"/>
                  </a:lnTo>
                  <a:lnTo>
                    <a:pt x="7777890" y="1756701"/>
                  </a:lnTo>
                  <a:lnTo>
                    <a:pt x="7777075" y="1756701"/>
                  </a:lnTo>
                  <a:lnTo>
                    <a:pt x="7776260" y="1756701"/>
                  </a:lnTo>
                  <a:lnTo>
                    <a:pt x="7775446" y="1756701"/>
                  </a:lnTo>
                  <a:lnTo>
                    <a:pt x="7774631" y="1756701"/>
                  </a:lnTo>
                  <a:lnTo>
                    <a:pt x="7773816" y="1756701"/>
                  </a:lnTo>
                  <a:lnTo>
                    <a:pt x="7773001" y="1756701"/>
                  </a:lnTo>
                  <a:lnTo>
                    <a:pt x="7772186" y="1756701"/>
                  </a:lnTo>
                  <a:lnTo>
                    <a:pt x="7771372" y="1756701"/>
                  </a:lnTo>
                  <a:lnTo>
                    <a:pt x="7770557" y="1756701"/>
                  </a:lnTo>
                  <a:lnTo>
                    <a:pt x="7769742" y="1756701"/>
                  </a:lnTo>
                  <a:lnTo>
                    <a:pt x="7768927" y="1756701"/>
                  </a:lnTo>
                  <a:lnTo>
                    <a:pt x="7768113" y="1756701"/>
                  </a:lnTo>
                  <a:lnTo>
                    <a:pt x="7767298" y="1756701"/>
                  </a:lnTo>
                  <a:lnTo>
                    <a:pt x="7766483" y="1756701"/>
                  </a:lnTo>
                  <a:lnTo>
                    <a:pt x="7765668" y="1756701"/>
                  </a:lnTo>
                  <a:lnTo>
                    <a:pt x="7764853" y="1756701"/>
                  </a:lnTo>
                  <a:lnTo>
                    <a:pt x="7764039" y="1756701"/>
                  </a:lnTo>
                  <a:lnTo>
                    <a:pt x="7763224" y="1756701"/>
                  </a:lnTo>
                  <a:lnTo>
                    <a:pt x="7762409" y="1756701"/>
                  </a:lnTo>
                  <a:lnTo>
                    <a:pt x="7761594" y="1756701"/>
                  </a:lnTo>
                  <a:lnTo>
                    <a:pt x="7760779" y="1756701"/>
                  </a:lnTo>
                  <a:lnTo>
                    <a:pt x="7759965" y="1756701"/>
                  </a:lnTo>
                  <a:lnTo>
                    <a:pt x="7759150" y="1756701"/>
                  </a:lnTo>
                  <a:lnTo>
                    <a:pt x="7758335" y="1756701"/>
                  </a:lnTo>
                  <a:lnTo>
                    <a:pt x="7757520" y="1756701"/>
                  </a:lnTo>
                  <a:lnTo>
                    <a:pt x="7756706" y="1756701"/>
                  </a:lnTo>
                  <a:lnTo>
                    <a:pt x="7755891" y="1756701"/>
                  </a:lnTo>
                  <a:lnTo>
                    <a:pt x="7755076" y="1756701"/>
                  </a:lnTo>
                  <a:lnTo>
                    <a:pt x="7754261" y="1756701"/>
                  </a:lnTo>
                  <a:lnTo>
                    <a:pt x="7753446" y="1756701"/>
                  </a:lnTo>
                  <a:lnTo>
                    <a:pt x="7752632" y="1756701"/>
                  </a:lnTo>
                  <a:lnTo>
                    <a:pt x="7751817" y="1756701"/>
                  </a:lnTo>
                  <a:lnTo>
                    <a:pt x="7751002" y="1756701"/>
                  </a:lnTo>
                  <a:lnTo>
                    <a:pt x="7750187" y="1756701"/>
                  </a:lnTo>
                  <a:lnTo>
                    <a:pt x="7749373" y="1756701"/>
                  </a:lnTo>
                  <a:lnTo>
                    <a:pt x="7748558" y="1756701"/>
                  </a:lnTo>
                  <a:lnTo>
                    <a:pt x="7747743" y="1756701"/>
                  </a:lnTo>
                  <a:lnTo>
                    <a:pt x="7746928" y="1756701"/>
                  </a:lnTo>
                  <a:lnTo>
                    <a:pt x="7746113" y="1756701"/>
                  </a:lnTo>
                  <a:lnTo>
                    <a:pt x="7745299" y="1756701"/>
                  </a:lnTo>
                  <a:lnTo>
                    <a:pt x="7744484" y="1756701"/>
                  </a:lnTo>
                  <a:lnTo>
                    <a:pt x="7743669" y="1756701"/>
                  </a:lnTo>
                  <a:lnTo>
                    <a:pt x="7742854" y="1756701"/>
                  </a:lnTo>
                  <a:lnTo>
                    <a:pt x="7742040" y="1756701"/>
                  </a:lnTo>
                  <a:lnTo>
                    <a:pt x="7741225" y="1756701"/>
                  </a:lnTo>
                  <a:lnTo>
                    <a:pt x="7740410" y="1756701"/>
                  </a:lnTo>
                  <a:lnTo>
                    <a:pt x="7739595" y="1756701"/>
                  </a:lnTo>
                  <a:lnTo>
                    <a:pt x="7738780" y="1756701"/>
                  </a:lnTo>
                  <a:lnTo>
                    <a:pt x="7737966" y="1756701"/>
                  </a:lnTo>
                  <a:lnTo>
                    <a:pt x="7737151" y="1756701"/>
                  </a:lnTo>
                  <a:lnTo>
                    <a:pt x="7736336" y="1756701"/>
                  </a:lnTo>
                  <a:lnTo>
                    <a:pt x="7735521" y="1756701"/>
                  </a:lnTo>
                  <a:lnTo>
                    <a:pt x="7734707" y="1756701"/>
                  </a:lnTo>
                  <a:lnTo>
                    <a:pt x="7733892" y="1756701"/>
                  </a:lnTo>
                  <a:lnTo>
                    <a:pt x="7733077" y="1756701"/>
                  </a:lnTo>
                  <a:lnTo>
                    <a:pt x="7732262" y="1756701"/>
                  </a:lnTo>
                  <a:lnTo>
                    <a:pt x="7731447" y="1756701"/>
                  </a:lnTo>
                  <a:lnTo>
                    <a:pt x="7730633" y="1756701"/>
                  </a:lnTo>
                  <a:lnTo>
                    <a:pt x="7729818" y="1756701"/>
                  </a:lnTo>
                  <a:lnTo>
                    <a:pt x="7729003" y="1756701"/>
                  </a:lnTo>
                  <a:lnTo>
                    <a:pt x="7728188" y="1756701"/>
                  </a:lnTo>
                  <a:lnTo>
                    <a:pt x="7727373" y="1756701"/>
                  </a:lnTo>
                  <a:lnTo>
                    <a:pt x="7726559" y="1756701"/>
                  </a:lnTo>
                  <a:lnTo>
                    <a:pt x="7725744" y="1756701"/>
                  </a:lnTo>
                  <a:lnTo>
                    <a:pt x="7724929" y="1756701"/>
                  </a:lnTo>
                  <a:lnTo>
                    <a:pt x="7724114" y="1756701"/>
                  </a:lnTo>
                  <a:lnTo>
                    <a:pt x="7723300" y="1756701"/>
                  </a:lnTo>
                  <a:lnTo>
                    <a:pt x="7722485" y="1756701"/>
                  </a:lnTo>
                  <a:lnTo>
                    <a:pt x="7721670" y="1756701"/>
                  </a:lnTo>
                  <a:lnTo>
                    <a:pt x="7720855" y="1756701"/>
                  </a:lnTo>
                  <a:lnTo>
                    <a:pt x="7720040" y="1756701"/>
                  </a:lnTo>
                  <a:lnTo>
                    <a:pt x="7719226" y="1756701"/>
                  </a:lnTo>
                  <a:lnTo>
                    <a:pt x="7718411" y="1756701"/>
                  </a:lnTo>
                  <a:lnTo>
                    <a:pt x="7717596" y="1756701"/>
                  </a:lnTo>
                  <a:lnTo>
                    <a:pt x="7716781" y="1756701"/>
                  </a:lnTo>
                  <a:lnTo>
                    <a:pt x="7715967" y="1756701"/>
                  </a:lnTo>
                  <a:lnTo>
                    <a:pt x="7715152" y="1756701"/>
                  </a:lnTo>
                  <a:lnTo>
                    <a:pt x="7714337" y="1756701"/>
                  </a:lnTo>
                  <a:lnTo>
                    <a:pt x="7713522" y="1756701"/>
                  </a:lnTo>
                  <a:lnTo>
                    <a:pt x="7712707" y="1756701"/>
                  </a:lnTo>
                  <a:lnTo>
                    <a:pt x="7711893" y="1756701"/>
                  </a:lnTo>
                  <a:lnTo>
                    <a:pt x="7711078" y="1756701"/>
                  </a:lnTo>
                  <a:lnTo>
                    <a:pt x="7710263" y="1756701"/>
                  </a:lnTo>
                  <a:lnTo>
                    <a:pt x="7709448" y="1756701"/>
                  </a:lnTo>
                  <a:lnTo>
                    <a:pt x="7708634" y="1756701"/>
                  </a:lnTo>
                  <a:lnTo>
                    <a:pt x="7707819" y="1756701"/>
                  </a:lnTo>
                  <a:lnTo>
                    <a:pt x="7707004" y="1756701"/>
                  </a:lnTo>
                  <a:lnTo>
                    <a:pt x="7706189" y="1756701"/>
                  </a:lnTo>
                  <a:lnTo>
                    <a:pt x="7705374" y="1756701"/>
                  </a:lnTo>
                  <a:lnTo>
                    <a:pt x="7704560" y="1756701"/>
                  </a:lnTo>
                  <a:lnTo>
                    <a:pt x="7703745" y="1756701"/>
                  </a:lnTo>
                  <a:lnTo>
                    <a:pt x="7702930" y="1756701"/>
                  </a:lnTo>
                  <a:lnTo>
                    <a:pt x="7702115" y="1756701"/>
                  </a:lnTo>
                  <a:lnTo>
                    <a:pt x="7701301" y="1756701"/>
                  </a:lnTo>
                  <a:lnTo>
                    <a:pt x="7700486" y="1756701"/>
                  </a:lnTo>
                  <a:lnTo>
                    <a:pt x="7699671" y="1756701"/>
                  </a:lnTo>
                  <a:lnTo>
                    <a:pt x="7698856" y="1756701"/>
                  </a:lnTo>
                  <a:lnTo>
                    <a:pt x="7698041" y="1756701"/>
                  </a:lnTo>
                  <a:lnTo>
                    <a:pt x="7697227" y="1756701"/>
                  </a:lnTo>
                  <a:lnTo>
                    <a:pt x="7696412" y="1756701"/>
                  </a:lnTo>
                  <a:lnTo>
                    <a:pt x="7695597" y="1756701"/>
                  </a:lnTo>
                  <a:lnTo>
                    <a:pt x="7694782" y="1756701"/>
                  </a:lnTo>
                  <a:lnTo>
                    <a:pt x="7693968" y="1756701"/>
                  </a:lnTo>
                  <a:lnTo>
                    <a:pt x="7693153" y="1756701"/>
                  </a:lnTo>
                  <a:lnTo>
                    <a:pt x="7692338" y="1756701"/>
                  </a:lnTo>
                  <a:lnTo>
                    <a:pt x="7691523" y="1756701"/>
                  </a:lnTo>
                  <a:lnTo>
                    <a:pt x="7690708" y="1756701"/>
                  </a:lnTo>
                  <a:lnTo>
                    <a:pt x="7689894" y="1756701"/>
                  </a:lnTo>
                  <a:lnTo>
                    <a:pt x="7689079" y="1756701"/>
                  </a:lnTo>
                  <a:lnTo>
                    <a:pt x="7688264" y="1756701"/>
                  </a:lnTo>
                  <a:lnTo>
                    <a:pt x="7687449" y="1756701"/>
                  </a:lnTo>
                  <a:lnTo>
                    <a:pt x="7686634" y="1756701"/>
                  </a:lnTo>
                  <a:lnTo>
                    <a:pt x="7685820" y="1756701"/>
                  </a:lnTo>
                  <a:lnTo>
                    <a:pt x="7685005" y="1756701"/>
                  </a:lnTo>
                  <a:lnTo>
                    <a:pt x="7684190" y="1756701"/>
                  </a:lnTo>
                  <a:lnTo>
                    <a:pt x="7683375" y="1756701"/>
                  </a:lnTo>
                  <a:lnTo>
                    <a:pt x="7682561" y="1756701"/>
                  </a:lnTo>
                  <a:lnTo>
                    <a:pt x="7681746" y="1756701"/>
                  </a:lnTo>
                  <a:lnTo>
                    <a:pt x="7680931" y="1756701"/>
                  </a:lnTo>
                  <a:lnTo>
                    <a:pt x="7680116" y="1756701"/>
                  </a:lnTo>
                  <a:lnTo>
                    <a:pt x="7679301" y="1756701"/>
                  </a:lnTo>
                  <a:lnTo>
                    <a:pt x="7678487" y="1756701"/>
                  </a:lnTo>
                  <a:lnTo>
                    <a:pt x="7677672" y="1756701"/>
                  </a:lnTo>
                  <a:lnTo>
                    <a:pt x="7676857" y="1756701"/>
                  </a:lnTo>
                  <a:lnTo>
                    <a:pt x="7676042" y="1756701"/>
                  </a:lnTo>
                  <a:lnTo>
                    <a:pt x="7675228" y="1756701"/>
                  </a:lnTo>
                  <a:lnTo>
                    <a:pt x="7674413" y="1756701"/>
                  </a:lnTo>
                  <a:lnTo>
                    <a:pt x="7673598" y="1756701"/>
                  </a:lnTo>
                  <a:lnTo>
                    <a:pt x="7672783" y="1756701"/>
                  </a:lnTo>
                  <a:lnTo>
                    <a:pt x="7671968" y="1756701"/>
                  </a:lnTo>
                  <a:lnTo>
                    <a:pt x="7671154" y="1756701"/>
                  </a:lnTo>
                  <a:lnTo>
                    <a:pt x="7670339" y="1756701"/>
                  </a:lnTo>
                  <a:lnTo>
                    <a:pt x="7669524" y="1756701"/>
                  </a:lnTo>
                  <a:lnTo>
                    <a:pt x="7668709" y="1756701"/>
                  </a:lnTo>
                  <a:lnTo>
                    <a:pt x="7667895" y="1756701"/>
                  </a:lnTo>
                  <a:lnTo>
                    <a:pt x="7667080" y="1756701"/>
                  </a:lnTo>
                  <a:lnTo>
                    <a:pt x="7666265" y="1756701"/>
                  </a:lnTo>
                  <a:lnTo>
                    <a:pt x="7665450" y="1756701"/>
                  </a:lnTo>
                  <a:lnTo>
                    <a:pt x="7664635" y="1756701"/>
                  </a:lnTo>
                  <a:lnTo>
                    <a:pt x="7663821" y="1756701"/>
                  </a:lnTo>
                  <a:lnTo>
                    <a:pt x="7663006" y="1756701"/>
                  </a:lnTo>
                  <a:lnTo>
                    <a:pt x="7662191" y="1756701"/>
                  </a:lnTo>
                  <a:lnTo>
                    <a:pt x="7661376" y="1756701"/>
                  </a:lnTo>
                  <a:lnTo>
                    <a:pt x="7660562" y="1756701"/>
                  </a:lnTo>
                  <a:lnTo>
                    <a:pt x="7659747" y="1756701"/>
                  </a:lnTo>
                  <a:lnTo>
                    <a:pt x="7658932" y="1756701"/>
                  </a:lnTo>
                  <a:lnTo>
                    <a:pt x="7658117" y="1756701"/>
                  </a:lnTo>
                  <a:lnTo>
                    <a:pt x="7657302" y="1756701"/>
                  </a:lnTo>
                  <a:lnTo>
                    <a:pt x="7656488" y="1756701"/>
                  </a:lnTo>
                  <a:lnTo>
                    <a:pt x="7655673" y="1756701"/>
                  </a:lnTo>
                  <a:lnTo>
                    <a:pt x="7654858" y="1756701"/>
                  </a:lnTo>
                  <a:lnTo>
                    <a:pt x="7654043" y="1756701"/>
                  </a:lnTo>
                  <a:lnTo>
                    <a:pt x="7653229" y="1756701"/>
                  </a:lnTo>
                  <a:lnTo>
                    <a:pt x="7652414" y="1756701"/>
                  </a:lnTo>
                  <a:lnTo>
                    <a:pt x="7651599" y="1756701"/>
                  </a:lnTo>
                  <a:lnTo>
                    <a:pt x="7650784" y="1756701"/>
                  </a:lnTo>
                  <a:lnTo>
                    <a:pt x="7649969" y="1756701"/>
                  </a:lnTo>
                  <a:lnTo>
                    <a:pt x="7649155" y="1756701"/>
                  </a:lnTo>
                  <a:lnTo>
                    <a:pt x="7648340" y="1756701"/>
                  </a:lnTo>
                  <a:lnTo>
                    <a:pt x="7647525" y="1756701"/>
                  </a:lnTo>
                  <a:lnTo>
                    <a:pt x="7646710" y="1756701"/>
                  </a:lnTo>
                  <a:lnTo>
                    <a:pt x="7645895" y="1756701"/>
                  </a:lnTo>
                  <a:lnTo>
                    <a:pt x="7645081" y="1756701"/>
                  </a:lnTo>
                  <a:lnTo>
                    <a:pt x="7644266" y="1756701"/>
                  </a:lnTo>
                  <a:lnTo>
                    <a:pt x="7643451" y="1756701"/>
                  </a:lnTo>
                  <a:lnTo>
                    <a:pt x="7642636" y="1756701"/>
                  </a:lnTo>
                  <a:lnTo>
                    <a:pt x="7641822" y="1756701"/>
                  </a:lnTo>
                  <a:lnTo>
                    <a:pt x="7641007" y="1756701"/>
                  </a:lnTo>
                  <a:lnTo>
                    <a:pt x="7640192" y="1756701"/>
                  </a:lnTo>
                  <a:lnTo>
                    <a:pt x="7639377" y="1756701"/>
                  </a:lnTo>
                  <a:lnTo>
                    <a:pt x="7638562" y="1756701"/>
                  </a:lnTo>
                  <a:lnTo>
                    <a:pt x="7637748" y="1756701"/>
                  </a:lnTo>
                  <a:lnTo>
                    <a:pt x="7636933" y="1756701"/>
                  </a:lnTo>
                  <a:lnTo>
                    <a:pt x="7636118" y="1756701"/>
                  </a:lnTo>
                  <a:lnTo>
                    <a:pt x="7635303" y="1756701"/>
                  </a:lnTo>
                  <a:lnTo>
                    <a:pt x="7634489" y="1756701"/>
                  </a:lnTo>
                  <a:lnTo>
                    <a:pt x="7633674" y="1756701"/>
                  </a:lnTo>
                  <a:lnTo>
                    <a:pt x="7632859" y="1756701"/>
                  </a:lnTo>
                  <a:lnTo>
                    <a:pt x="7632044" y="1756701"/>
                  </a:lnTo>
                  <a:lnTo>
                    <a:pt x="7631229" y="1756701"/>
                  </a:lnTo>
                  <a:lnTo>
                    <a:pt x="7630415" y="1756701"/>
                  </a:lnTo>
                  <a:lnTo>
                    <a:pt x="7629600" y="1756701"/>
                  </a:lnTo>
                  <a:lnTo>
                    <a:pt x="7628785" y="1756701"/>
                  </a:lnTo>
                  <a:lnTo>
                    <a:pt x="7627970" y="1756701"/>
                  </a:lnTo>
                  <a:lnTo>
                    <a:pt x="7627156" y="1756701"/>
                  </a:lnTo>
                  <a:lnTo>
                    <a:pt x="7626341" y="1756701"/>
                  </a:lnTo>
                  <a:lnTo>
                    <a:pt x="7625526" y="1756701"/>
                  </a:lnTo>
                  <a:lnTo>
                    <a:pt x="7624711" y="1756701"/>
                  </a:lnTo>
                  <a:lnTo>
                    <a:pt x="7623896" y="1756701"/>
                  </a:lnTo>
                  <a:lnTo>
                    <a:pt x="7623082" y="1756701"/>
                  </a:lnTo>
                  <a:lnTo>
                    <a:pt x="7622267" y="1756701"/>
                  </a:lnTo>
                  <a:lnTo>
                    <a:pt x="7621452" y="1756701"/>
                  </a:lnTo>
                  <a:lnTo>
                    <a:pt x="7620637" y="1756701"/>
                  </a:lnTo>
                  <a:lnTo>
                    <a:pt x="7619823" y="1756701"/>
                  </a:lnTo>
                  <a:lnTo>
                    <a:pt x="7619008" y="1756701"/>
                  </a:lnTo>
                  <a:lnTo>
                    <a:pt x="7618193" y="1756701"/>
                  </a:lnTo>
                  <a:lnTo>
                    <a:pt x="7617378" y="1756701"/>
                  </a:lnTo>
                  <a:lnTo>
                    <a:pt x="7616563" y="1756701"/>
                  </a:lnTo>
                  <a:lnTo>
                    <a:pt x="7615749" y="1756701"/>
                  </a:lnTo>
                  <a:lnTo>
                    <a:pt x="7614934" y="1756701"/>
                  </a:lnTo>
                  <a:lnTo>
                    <a:pt x="7614119" y="1756701"/>
                  </a:lnTo>
                  <a:lnTo>
                    <a:pt x="7613304" y="1756701"/>
                  </a:lnTo>
                  <a:lnTo>
                    <a:pt x="7612490" y="1756701"/>
                  </a:lnTo>
                  <a:lnTo>
                    <a:pt x="7611675" y="1756701"/>
                  </a:lnTo>
                  <a:lnTo>
                    <a:pt x="7610860" y="1756701"/>
                  </a:lnTo>
                  <a:lnTo>
                    <a:pt x="7610045" y="1756701"/>
                  </a:lnTo>
                  <a:lnTo>
                    <a:pt x="7609230" y="1756701"/>
                  </a:lnTo>
                  <a:lnTo>
                    <a:pt x="7608416" y="1756701"/>
                  </a:lnTo>
                  <a:lnTo>
                    <a:pt x="7607601" y="1756701"/>
                  </a:lnTo>
                  <a:lnTo>
                    <a:pt x="7606786" y="1756701"/>
                  </a:lnTo>
                  <a:lnTo>
                    <a:pt x="7605971" y="1756701"/>
                  </a:lnTo>
                  <a:lnTo>
                    <a:pt x="7605156" y="1756701"/>
                  </a:lnTo>
                  <a:lnTo>
                    <a:pt x="7604342" y="1756701"/>
                  </a:lnTo>
                  <a:lnTo>
                    <a:pt x="7603527" y="1756701"/>
                  </a:lnTo>
                  <a:lnTo>
                    <a:pt x="7602712" y="1756701"/>
                  </a:lnTo>
                  <a:lnTo>
                    <a:pt x="7601897" y="1756701"/>
                  </a:lnTo>
                  <a:lnTo>
                    <a:pt x="7601083" y="1756701"/>
                  </a:lnTo>
                  <a:lnTo>
                    <a:pt x="7600268" y="1756701"/>
                  </a:lnTo>
                  <a:lnTo>
                    <a:pt x="7599453" y="1756701"/>
                  </a:lnTo>
                  <a:lnTo>
                    <a:pt x="7598638" y="1756701"/>
                  </a:lnTo>
                  <a:lnTo>
                    <a:pt x="7597823" y="1756701"/>
                  </a:lnTo>
                  <a:lnTo>
                    <a:pt x="7597009" y="1756701"/>
                  </a:lnTo>
                  <a:lnTo>
                    <a:pt x="7596194" y="1756701"/>
                  </a:lnTo>
                  <a:lnTo>
                    <a:pt x="7595379" y="1756701"/>
                  </a:lnTo>
                  <a:lnTo>
                    <a:pt x="7594564" y="1756701"/>
                  </a:lnTo>
                  <a:lnTo>
                    <a:pt x="7593750" y="1756701"/>
                  </a:lnTo>
                  <a:lnTo>
                    <a:pt x="7592935" y="1756701"/>
                  </a:lnTo>
                  <a:lnTo>
                    <a:pt x="7592120" y="1756701"/>
                  </a:lnTo>
                  <a:lnTo>
                    <a:pt x="7591305" y="1756701"/>
                  </a:lnTo>
                  <a:lnTo>
                    <a:pt x="7590490" y="1756701"/>
                  </a:lnTo>
                  <a:lnTo>
                    <a:pt x="7589676" y="1756701"/>
                  </a:lnTo>
                  <a:lnTo>
                    <a:pt x="7588861" y="1756701"/>
                  </a:lnTo>
                  <a:lnTo>
                    <a:pt x="7588046" y="1756701"/>
                  </a:lnTo>
                  <a:lnTo>
                    <a:pt x="7587231" y="1756701"/>
                  </a:lnTo>
                  <a:lnTo>
                    <a:pt x="7586417" y="1756701"/>
                  </a:lnTo>
                  <a:lnTo>
                    <a:pt x="7585602" y="1756701"/>
                  </a:lnTo>
                  <a:lnTo>
                    <a:pt x="7584787" y="1756701"/>
                  </a:lnTo>
                  <a:lnTo>
                    <a:pt x="7583972" y="1756701"/>
                  </a:lnTo>
                  <a:lnTo>
                    <a:pt x="7583157" y="1756701"/>
                  </a:lnTo>
                  <a:lnTo>
                    <a:pt x="7582343" y="1756701"/>
                  </a:lnTo>
                  <a:lnTo>
                    <a:pt x="7581528" y="1756701"/>
                  </a:lnTo>
                  <a:lnTo>
                    <a:pt x="7580713" y="1756701"/>
                  </a:lnTo>
                  <a:lnTo>
                    <a:pt x="7579898" y="1756701"/>
                  </a:lnTo>
                  <a:lnTo>
                    <a:pt x="7579084" y="1756701"/>
                  </a:lnTo>
                  <a:lnTo>
                    <a:pt x="7578269" y="1756701"/>
                  </a:lnTo>
                  <a:lnTo>
                    <a:pt x="7577454" y="1756701"/>
                  </a:lnTo>
                  <a:lnTo>
                    <a:pt x="7576639" y="1756701"/>
                  </a:lnTo>
                  <a:lnTo>
                    <a:pt x="7575824" y="1756701"/>
                  </a:lnTo>
                  <a:lnTo>
                    <a:pt x="7575010" y="1756701"/>
                  </a:lnTo>
                  <a:lnTo>
                    <a:pt x="7574195" y="1756701"/>
                  </a:lnTo>
                  <a:lnTo>
                    <a:pt x="7573380" y="1756701"/>
                  </a:lnTo>
                  <a:lnTo>
                    <a:pt x="7572565" y="1756701"/>
                  </a:lnTo>
                  <a:lnTo>
                    <a:pt x="7571751" y="1756701"/>
                  </a:lnTo>
                  <a:lnTo>
                    <a:pt x="7570936" y="1756701"/>
                  </a:lnTo>
                  <a:lnTo>
                    <a:pt x="7570121" y="1756701"/>
                  </a:lnTo>
                  <a:lnTo>
                    <a:pt x="7569306" y="1756701"/>
                  </a:lnTo>
                  <a:lnTo>
                    <a:pt x="7568491" y="1756701"/>
                  </a:lnTo>
                  <a:lnTo>
                    <a:pt x="7567677" y="1756701"/>
                  </a:lnTo>
                  <a:lnTo>
                    <a:pt x="7566862" y="1756701"/>
                  </a:lnTo>
                  <a:lnTo>
                    <a:pt x="7566047" y="1756701"/>
                  </a:lnTo>
                  <a:lnTo>
                    <a:pt x="7565232" y="1756701"/>
                  </a:lnTo>
                  <a:lnTo>
                    <a:pt x="7564417" y="1756701"/>
                  </a:lnTo>
                  <a:lnTo>
                    <a:pt x="7563603" y="1756701"/>
                  </a:lnTo>
                  <a:lnTo>
                    <a:pt x="7562788" y="1756701"/>
                  </a:lnTo>
                  <a:lnTo>
                    <a:pt x="7561973" y="1756701"/>
                  </a:lnTo>
                  <a:lnTo>
                    <a:pt x="7561158" y="1756701"/>
                  </a:lnTo>
                  <a:lnTo>
                    <a:pt x="7560344" y="1756701"/>
                  </a:lnTo>
                  <a:lnTo>
                    <a:pt x="7559529" y="1756701"/>
                  </a:lnTo>
                  <a:lnTo>
                    <a:pt x="7558714" y="1756701"/>
                  </a:lnTo>
                  <a:lnTo>
                    <a:pt x="7557899" y="1756701"/>
                  </a:lnTo>
                  <a:lnTo>
                    <a:pt x="7557084" y="1756701"/>
                  </a:lnTo>
                  <a:lnTo>
                    <a:pt x="7556270" y="1756701"/>
                  </a:lnTo>
                  <a:lnTo>
                    <a:pt x="7555455" y="1756701"/>
                  </a:lnTo>
                  <a:lnTo>
                    <a:pt x="7554640" y="1756701"/>
                  </a:lnTo>
                  <a:lnTo>
                    <a:pt x="7553825" y="1756701"/>
                  </a:lnTo>
                  <a:lnTo>
                    <a:pt x="7553011" y="1756701"/>
                  </a:lnTo>
                  <a:lnTo>
                    <a:pt x="7552196" y="1756701"/>
                  </a:lnTo>
                  <a:lnTo>
                    <a:pt x="7551381" y="1756701"/>
                  </a:lnTo>
                  <a:lnTo>
                    <a:pt x="7550566" y="1756701"/>
                  </a:lnTo>
                  <a:lnTo>
                    <a:pt x="7549751" y="1756701"/>
                  </a:lnTo>
                  <a:lnTo>
                    <a:pt x="7548937" y="1756701"/>
                  </a:lnTo>
                  <a:lnTo>
                    <a:pt x="7548122" y="1756701"/>
                  </a:lnTo>
                  <a:lnTo>
                    <a:pt x="7547307" y="1756701"/>
                  </a:lnTo>
                  <a:lnTo>
                    <a:pt x="7546492" y="1756701"/>
                  </a:lnTo>
                  <a:lnTo>
                    <a:pt x="7545678" y="1756701"/>
                  </a:lnTo>
                  <a:lnTo>
                    <a:pt x="7544863" y="1756701"/>
                  </a:lnTo>
                  <a:lnTo>
                    <a:pt x="7544048" y="1756701"/>
                  </a:lnTo>
                  <a:lnTo>
                    <a:pt x="7543233" y="1756701"/>
                  </a:lnTo>
                  <a:lnTo>
                    <a:pt x="7542418" y="1756701"/>
                  </a:lnTo>
                  <a:lnTo>
                    <a:pt x="7541604" y="1756701"/>
                  </a:lnTo>
                  <a:lnTo>
                    <a:pt x="7540789" y="1756701"/>
                  </a:lnTo>
                  <a:lnTo>
                    <a:pt x="7539974" y="1756701"/>
                  </a:lnTo>
                  <a:lnTo>
                    <a:pt x="7539159" y="1756701"/>
                  </a:lnTo>
                  <a:lnTo>
                    <a:pt x="7538345" y="1756701"/>
                  </a:lnTo>
                  <a:lnTo>
                    <a:pt x="7537530" y="1756701"/>
                  </a:lnTo>
                  <a:lnTo>
                    <a:pt x="7536715" y="1756701"/>
                  </a:lnTo>
                  <a:lnTo>
                    <a:pt x="7535900" y="1756701"/>
                  </a:lnTo>
                  <a:lnTo>
                    <a:pt x="7535085" y="1756701"/>
                  </a:lnTo>
                  <a:lnTo>
                    <a:pt x="7534271" y="1756701"/>
                  </a:lnTo>
                  <a:lnTo>
                    <a:pt x="7533456" y="1756701"/>
                  </a:lnTo>
                  <a:lnTo>
                    <a:pt x="7532641" y="1756701"/>
                  </a:lnTo>
                  <a:lnTo>
                    <a:pt x="7531826" y="1756701"/>
                  </a:lnTo>
                  <a:lnTo>
                    <a:pt x="7531012" y="1756701"/>
                  </a:lnTo>
                  <a:lnTo>
                    <a:pt x="7530197" y="1756701"/>
                  </a:lnTo>
                  <a:lnTo>
                    <a:pt x="7529382" y="1756701"/>
                  </a:lnTo>
                  <a:lnTo>
                    <a:pt x="7528567" y="1756701"/>
                  </a:lnTo>
                  <a:lnTo>
                    <a:pt x="7527752" y="1756701"/>
                  </a:lnTo>
                  <a:lnTo>
                    <a:pt x="7526938" y="1756701"/>
                  </a:lnTo>
                  <a:lnTo>
                    <a:pt x="7526123" y="1756701"/>
                  </a:lnTo>
                  <a:lnTo>
                    <a:pt x="7525308" y="1756701"/>
                  </a:lnTo>
                  <a:lnTo>
                    <a:pt x="7524493" y="1756701"/>
                  </a:lnTo>
                  <a:lnTo>
                    <a:pt x="7523678" y="1756701"/>
                  </a:lnTo>
                  <a:lnTo>
                    <a:pt x="7522864" y="1756701"/>
                  </a:lnTo>
                  <a:lnTo>
                    <a:pt x="7522049" y="1756701"/>
                  </a:lnTo>
                  <a:lnTo>
                    <a:pt x="7521234" y="1756701"/>
                  </a:lnTo>
                  <a:lnTo>
                    <a:pt x="7520419" y="1756701"/>
                  </a:lnTo>
                  <a:lnTo>
                    <a:pt x="7519605" y="1756701"/>
                  </a:lnTo>
                  <a:lnTo>
                    <a:pt x="7518790" y="1756701"/>
                  </a:lnTo>
                  <a:lnTo>
                    <a:pt x="7517975" y="1756701"/>
                  </a:lnTo>
                  <a:lnTo>
                    <a:pt x="7517160" y="1756701"/>
                  </a:lnTo>
                  <a:lnTo>
                    <a:pt x="7516345" y="1756701"/>
                  </a:lnTo>
                  <a:lnTo>
                    <a:pt x="7515531" y="1756701"/>
                  </a:lnTo>
                  <a:lnTo>
                    <a:pt x="7514716" y="1756701"/>
                  </a:lnTo>
                  <a:lnTo>
                    <a:pt x="7513901" y="1756701"/>
                  </a:lnTo>
                  <a:lnTo>
                    <a:pt x="7513086" y="1756701"/>
                  </a:lnTo>
                  <a:lnTo>
                    <a:pt x="7512272" y="1756701"/>
                  </a:lnTo>
                  <a:lnTo>
                    <a:pt x="7511457" y="1756701"/>
                  </a:lnTo>
                  <a:lnTo>
                    <a:pt x="7510642" y="1756701"/>
                  </a:lnTo>
                  <a:lnTo>
                    <a:pt x="7509827" y="1756701"/>
                  </a:lnTo>
                  <a:lnTo>
                    <a:pt x="7509012" y="1756701"/>
                  </a:lnTo>
                  <a:lnTo>
                    <a:pt x="7508198" y="1756701"/>
                  </a:lnTo>
                  <a:lnTo>
                    <a:pt x="7507383" y="1756701"/>
                  </a:lnTo>
                  <a:lnTo>
                    <a:pt x="7506568" y="1756701"/>
                  </a:lnTo>
                  <a:lnTo>
                    <a:pt x="7505753" y="1756701"/>
                  </a:lnTo>
                  <a:lnTo>
                    <a:pt x="7504939" y="1756701"/>
                  </a:lnTo>
                  <a:lnTo>
                    <a:pt x="7504124" y="1756701"/>
                  </a:lnTo>
                  <a:lnTo>
                    <a:pt x="7503309" y="1756701"/>
                  </a:lnTo>
                  <a:lnTo>
                    <a:pt x="7502494" y="1756701"/>
                  </a:lnTo>
                  <a:lnTo>
                    <a:pt x="7501679" y="1756701"/>
                  </a:lnTo>
                  <a:lnTo>
                    <a:pt x="7500865" y="1756701"/>
                  </a:lnTo>
                  <a:lnTo>
                    <a:pt x="7500050" y="1756701"/>
                  </a:lnTo>
                  <a:lnTo>
                    <a:pt x="7499235" y="1756701"/>
                  </a:lnTo>
                  <a:lnTo>
                    <a:pt x="7498420" y="1756701"/>
                  </a:lnTo>
                  <a:lnTo>
                    <a:pt x="7497606" y="1756701"/>
                  </a:lnTo>
                  <a:lnTo>
                    <a:pt x="7496791" y="1756701"/>
                  </a:lnTo>
                  <a:lnTo>
                    <a:pt x="7495976" y="1756701"/>
                  </a:lnTo>
                  <a:lnTo>
                    <a:pt x="7495161" y="1756701"/>
                  </a:lnTo>
                  <a:lnTo>
                    <a:pt x="7494346" y="1756701"/>
                  </a:lnTo>
                  <a:lnTo>
                    <a:pt x="7493532" y="1756701"/>
                  </a:lnTo>
                  <a:lnTo>
                    <a:pt x="7492717" y="1756701"/>
                  </a:lnTo>
                  <a:lnTo>
                    <a:pt x="7491902" y="1756701"/>
                  </a:lnTo>
                  <a:lnTo>
                    <a:pt x="7491087" y="1756701"/>
                  </a:lnTo>
                  <a:lnTo>
                    <a:pt x="7490273" y="1756701"/>
                  </a:lnTo>
                  <a:lnTo>
                    <a:pt x="7489458" y="1756701"/>
                  </a:lnTo>
                  <a:lnTo>
                    <a:pt x="7488643" y="1756701"/>
                  </a:lnTo>
                  <a:lnTo>
                    <a:pt x="7487828" y="1756701"/>
                  </a:lnTo>
                  <a:lnTo>
                    <a:pt x="7487013" y="1756701"/>
                  </a:lnTo>
                  <a:lnTo>
                    <a:pt x="7486199" y="1756701"/>
                  </a:lnTo>
                  <a:lnTo>
                    <a:pt x="7485384" y="1756701"/>
                  </a:lnTo>
                  <a:lnTo>
                    <a:pt x="7484569" y="1756701"/>
                  </a:lnTo>
                  <a:lnTo>
                    <a:pt x="7483754" y="1756701"/>
                  </a:lnTo>
                  <a:lnTo>
                    <a:pt x="7482939" y="1756701"/>
                  </a:lnTo>
                  <a:lnTo>
                    <a:pt x="7482125" y="1756701"/>
                  </a:lnTo>
                  <a:lnTo>
                    <a:pt x="7481310" y="1756701"/>
                  </a:lnTo>
                  <a:lnTo>
                    <a:pt x="7480495" y="1756701"/>
                  </a:lnTo>
                  <a:lnTo>
                    <a:pt x="7479680" y="1756701"/>
                  </a:lnTo>
                  <a:lnTo>
                    <a:pt x="7478866" y="1756701"/>
                  </a:lnTo>
                  <a:lnTo>
                    <a:pt x="7478051" y="1756701"/>
                  </a:lnTo>
                  <a:lnTo>
                    <a:pt x="7477236" y="1756701"/>
                  </a:lnTo>
                  <a:lnTo>
                    <a:pt x="7476421" y="1756701"/>
                  </a:lnTo>
                  <a:lnTo>
                    <a:pt x="7475606" y="1756701"/>
                  </a:lnTo>
                  <a:lnTo>
                    <a:pt x="7474792" y="1756701"/>
                  </a:lnTo>
                  <a:lnTo>
                    <a:pt x="7473977" y="1756701"/>
                  </a:lnTo>
                  <a:lnTo>
                    <a:pt x="7473162" y="1756701"/>
                  </a:lnTo>
                  <a:lnTo>
                    <a:pt x="7472347" y="1756701"/>
                  </a:lnTo>
                  <a:lnTo>
                    <a:pt x="7471533" y="1756701"/>
                  </a:lnTo>
                  <a:lnTo>
                    <a:pt x="7470718" y="1756701"/>
                  </a:lnTo>
                  <a:lnTo>
                    <a:pt x="7469903" y="1756701"/>
                  </a:lnTo>
                  <a:lnTo>
                    <a:pt x="7469088" y="1756701"/>
                  </a:lnTo>
                  <a:lnTo>
                    <a:pt x="7468273" y="1756701"/>
                  </a:lnTo>
                  <a:lnTo>
                    <a:pt x="7467459" y="1756701"/>
                  </a:lnTo>
                  <a:lnTo>
                    <a:pt x="7466644" y="1756701"/>
                  </a:lnTo>
                  <a:lnTo>
                    <a:pt x="7465829" y="1756701"/>
                  </a:lnTo>
                  <a:lnTo>
                    <a:pt x="7465014" y="1756701"/>
                  </a:lnTo>
                  <a:lnTo>
                    <a:pt x="7464200" y="1756701"/>
                  </a:lnTo>
                  <a:lnTo>
                    <a:pt x="7463385" y="1756701"/>
                  </a:lnTo>
                  <a:lnTo>
                    <a:pt x="7462570" y="1756701"/>
                  </a:lnTo>
                  <a:lnTo>
                    <a:pt x="7461755" y="1756701"/>
                  </a:lnTo>
                  <a:lnTo>
                    <a:pt x="7460940" y="1756701"/>
                  </a:lnTo>
                  <a:lnTo>
                    <a:pt x="7460126" y="1756701"/>
                  </a:lnTo>
                  <a:lnTo>
                    <a:pt x="7459311" y="1756701"/>
                  </a:lnTo>
                  <a:lnTo>
                    <a:pt x="7458496" y="1756701"/>
                  </a:lnTo>
                  <a:lnTo>
                    <a:pt x="7457681" y="1756701"/>
                  </a:lnTo>
                  <a:lnTo>
                    <a:pt x="7456867" y="1756701"/>
                  </a:lnTo>
                  <a:lnTo>
                    <a:pt x="7456052" y="1756701"/>
                  </a:lnTo>
                  <a:lnTo>
                    <a:pt x="7455237" y="1756701"/>
                  </a:lnTo>
                  <a:lnTo>
                    <a:pt x="7454422" y="1756701"/>
                  </a:lnTo>
                  <a:lnTo>
                    <a:pt x="7453607" y="1756701"/>
                  </a:lnTo>
                  <a:lnTo>
                    <a:pt x="7452793" y="1756701"/>
                  </a:lnTo>
                  <a:lnTo>
                    <a:pt x="7451978" y="1756701"/>
                  </a:lnTo>
                  <a:lnTo>
                    <a:pt x="7451163" y="1756701"/>
                  </a:lnTo>
                  <a:lnTo>
                    <a:pt x="7450348" y="1756701"/>
                  </a:lnTo>
                  <a:lnTo>
                    <a:pt x="7449534" y="1756701"/>
                  </a:lnTo>
                  <a:lnTo>
                    <a:pt x="7448719" y="1756701"/>
                  </a:lnTo>
                  <a:lnTo>
                    <a:pt x="7447904" y="1756701"/>
                  </a:lnTo>
                  <a:lnTo>
                    <a:pt x="7447089" y="1756701"/>
                  </a:lnTo>
                  <a:lnTo>
                    <a:pt x="7446274" y="1756701"/>
                  </a:lnTo>
                  <a:lnTo>
                    <a:pt x="7445460" y="1756701"/>
                  </a:lnTo>
                  <a:lnTo>
                    <a:pt x="7444645" y="1756701"/>
                  </a:lnTo>
                  <a:lnTo>
                    <a:pt x="7443830" y="1756701"/>
                  </a:lnTo>
                  <a:lnTo>
                    <a:pt x="7443015" y="1756701"/>
                  </a:lnTo>
                  <a:lnTo>
                    <a:pt x="7442200" y="1756701"/>
                  </a:lnTo>
                  <a:lnTo>
                    <a:pt x="7441386" y="1756701"/>
                  </a:lnTo>
                  <a:lnTo>
                    <a:pt x="7440571" y="1756701"/>
                  </a:lnTo>
                  <a:lnTo>
                    <a:pt x="7439756" y="1756701"/>
                  </a:lnTo>
                  <a:lnTo>
                    <a:pt x="7438941" y="1756701"/>
                  </a:lnTo>
                  <a:lnTo>
                    <a:pt x="7438127" y="1756701"/>
                  </a:lnTo>
                  <a:lnTo>
                    <a:pt x="7437312" y="1756701"/>
                  </a:lnTo>
                  <a:lnTo>
                    <a:pt x="7436497" y="1756701"/>
                  </a:lnTo>
                  <a:lnTo>
                    <a:pt x="7435682" y="1756701"/>
                  </a:lnTo>
                  <a:lnTo>
                    <a:pt x="7434867" y="1756701"/>
                  </a:lnTo>
                  <a:lnTo>
                    <a:pt x="7434053" y="1756701"/>
                  </a:lnTo>
                  <a:lnTo>
                    <a:pt x="7433238" y="1756701"/>
                  </a:lnTo>
                  <a:lnTo>
                    <a:pt x="7432423" y="1756701"/>
                  </a:lnTo>
                  <a:lnTo>
                    <a:pt x="7431608" y="1756701"/>
                  </a:lnTo>
                  <a:lnTo>
                    <a:pt x="7430794" y="1756701"/>
                  </a:lnTo>
                  <a:lnTo>
                    <a:pt x="7429979" y="1756701"/>
                  </a:lnTo>
                  <a:lnTo>
                    <a:pt x="7429164" y="1756701"/>
                  </a:lnTo>
                  <a:lnTo>
                    <a:pt x="7428349" y="1756701"/>
                  </a:lnTo>
                  <a:lnTo>
                    <a:pt x="7427534" y="1756701"/>
                  </a:lnTo>
                  <a:lnTo>
                    <a:pt x="7426720" y="1756701"/>
                  </a:lnTo>
                  <a:lnTo>
                    <a:pt x="7425905" y="1756701"/>
                  </a:lnTo>
                  <a:lnTo>
                    <a:pt x="7425090" y="1756701"/>
                  </a:lnTo>
                  <a:lnTo>
                    <a:pt x="7424275" y="1756701"/>
                  </a:lnTo>
                  <a:lnTo>
                    <a:pt x="7423461" y="1756701"/>
                  </a:lnTo>
                  <a:lnTo>
                    <a:pt x="7422646" y="1756701"/>
                  </a:lnTo>
                  <a:lnTo>
                    <a:pt x="7421831" y="1756701"/>
                  </a:lnTo>
                  <a:lnTo>
                    <a:pt x="7421016" y="1756701"/>
                  </a:lnTo>
                  <a:lnTo>
                    <a:pt x="7420201" y="1756701"/>
                  </a:lnTo>
                  <a:lnTo>
                    <a:pt x="7419387" y="1756701"/>
                  </a:lnTo>
                  <a:lnTo>
                    <a:pt x="7418572" y="1756701"/>
                  </a:lnTo>
                  <a:lnTo>
                    <a:pt x="7417757" y="1756701"/>
                  </a:lnTo>
                  <a:lnTo>
                    <a:pt x="7416942" y="1756701"/>
                  </a:lnTo>
                  <a:lnTo>
                    <a:pt x="7416128" y="1756701"/>
                  </a:lnTo>
                  <a:lnTo>
                    <a:pt x="7415313" y="1756701"/>
                  </a:lnTo>
                  <a:lnTo>
                    <a:pt x="7414498" y="1756701"/>
                  </a:lnTo>
                  <a:lnTo>
                    <a:pt x="7413683" y="1756701"/>
                  </a:lnTo>
                  <a:lnTo>
                    <a:pt x="7412868" y="1756701"/>
                  </a:lnTo>
                  <a:lnTo>
                    <a:pt x="7412054" y="1756701"/>
                  </a:lnTo>
                  <a:lnTo>
                    <a:pt x="7411239" y="1756701"/>
                  </a:lnTo>
                  <a:lnTo>
                    <a:pt x="7410424" y="1756701"/>
                  </a:lnTo>
                  <a:lnTo>
                    <a:pt x="7409609" y="1756701"/>
                  </a:lnTo>
                  <a:lnTo>
                    <a:pt x="7408794" y="1756701"/>
                  </a:lnTo>
                  <a:lnTo>
                    <a:pt x="7407980" y="1756701"/>
                  </a:lnTo>
                  <a:lnTo>
                    <a:pt x="7407165" y="1756701"/>
                  </a:lnTo>
                  <a:lnTo>
                    <a:pt x="7406350" y="1756701"/>
                  </a:lnTo>
                  <a:lnTo>
                    <a:pt x="7405535" y="1756701"/>
                  </a:lnTo>
                  <a:lnTo>
                    <a:pt x="7404721" y="1756701"/>
                  </a:lnTo>
                  <a:lnTo>
                    <a:pt x="7403906" y="1756701"/>
                  </a:lnTo>
                  <a:lnTo>
                    <a:pt x="7403091" y="1756701"/>
                  </a:lnTo>
                  <a:lnTo>
                    <a:pt x="7402276" y="1756701"/>
                  </a:lnTo>
                  <a:lnTo>
                    <a:pt x="7401461" y="1756701"/>
                  </a:lnTo>
                  <a:lnTo>
                    <a:pt x="7400647" y="1756701"/>
                  </a:lnTo>
                  <a:lnTo>
                    <a:pt x="7399832" y="1756701"/>
                  </a:lnTo>
                  <a:lnTo>
                    <a:pt x="7399017" y="1756701"/>
                  </a:lnTo>
                  <a:lnTo>
                    <a:pt x="7398202" y="1756701"/>
                  </a:lnTo>
                  <a:lnTo>
                    <a:pt x="7397388" y="1756701"/>
                  </a:lnTo>
                  <a:lnTo>
                    <a:pt x="7396573" y="1756701"/>
                  </a:lnTo>
                  <a:lnTo>
                    <a:pt x="7395758" y="1756701"/>
                  </a:lnTo>
                  <a:lnTo>
                    <a:pt x="7394943" y="1756701"/>
                  </a:lnTo>
                  <a:lnTo>
                    <a:pt x="7394128" y="1756701"/>
                  </a:lnTo>
                  <a:lnTo>
                    <a:pt x="7393314" y="1756701"/>
                  </a:lnTo>
                  <a:lnTo>
                    <a:pt x="7392499" y="1756701"/>
                  </a:lnTo>
                  <a:lnTo>
                    <a:pt x="7391684" y="1756701"/>
                  </a:lnTo>
                  <a:lnTo>
                    <a:pt x="7390869" y="1756701"/>
                  </a:lnTo>
                  <a:lnTo>
                    <a:pt x="7390055" y="1756701"/>
                  </a:lnTo>
                  <a:lnTo>
                    <a:pt x="7389240" y="1756701"/>
                  </a:lnTo>
                  <a:lnTo>
                    <a:pt x="7388425" y="1756701"/>
                  </a:lnTo>
                  <a:lnTo>
                    <a:pt x="7387610" y="1756701"/>
                  </a:lnTo>
                  <a:lnTo>
                    <a:pt x="7386795" y="1756701"/>
                  </a:lnTo>
                  <a:lnTo>
                    <a:pt x="7385981" y="1756701"/>
                  </a:lnTo>
                  <a:lnTo>
                    <a:pt x="7385166" y="1756701"/>
                  </a:lnTo>
                  <a:lnTo>
                    <a:pt x="7384351" y="1756701"/>
                  </a:lnTo>
                  <a:lnTo>
                    <a:pt x="7383536" y="1756701"/>
                  </a:lnTo>
                  <a:lnTo>
                    <a:pt x="7382722" y="1756701"/>
                  </a:lnTo>
                  <a:lnTo>
                    <a:pt x="7381907" y="1756701"/>
                  </a:lnTo>
                  <a:lnTo>
                    <a:pt x="7381092" y="1756701"/>
                  </a:lnTo>
                  <a:lnTo>
                    <a:pt x="7380277" y="1756701"/>
                  </a:lnTo>
                  <a:lnTo>
                    <a:pt x="7379462" y="1756701"/>
                  </a:lnTo>
                  <a:lnTo>
                    <a:pt x="7378648" y="1756701"/>
                  </a:lnTo>
                  <a:lnTo>
                    <a:pt x="7377833" y="1756701"/>
                  </a:lnTo>
                  <a:lnTo>
                    <a:pt x="7377018" y="1756701"/>
                  </a:lnTo>
                  <a:lnTo>
                    <a:pt x="7376203" y="1756701"/>
                  </a:lnTo>
                  <a:lnTo>
                    <a:pt x="7375389" y="1756701"/>
                  </a:lnTo>
                  <a:lnTo>
                    <a:pt x="7374574" y="1756701"/>
                  </a:lnTo>
                  <a:lnTo>
                    <a:pt x="7373759" y="1756701"/>
                  </a:lnTo>
                  <a:lnTo>
                    <a:pt x="7372944" y="1756701"/>
                  </a:lnTo>
                  <a:lnTo>
                    <a:pt x="7372129" y="1756701"/>
                  </a:lnTo>
                  <a:lnTo>
                    <a:pt x="7371315" y="1756701"/>
                  </a:lnTo>
                  <a:lnTo>
                    <a:pt x="7370500" y="1756701"/>
                  </a:lnTo>
                  <a:lnTo>
                    <a:pt x="7369685" y="1756701"/>
                  </a:lnTo>
                  <a:lnTo>
                    <a:pt x="7368870" y="1756701"/>
                  </a:lnTo>
                  <a:lnTo>
                    <a:pt x="7368055" y="1756701"/>
                  </a:lnTo>
                  <a:lnTo>
                    <a:pt x="7367241" y="1756701"/>
                  </a:lnTo>
                  <a:lnTo>
                    <a:pt x="7366426" y="1756701"/>
                  </a:lnTo>
                  <a:lnTo>
                    <a:pt x="7365611" y="1756701"/>
                  </a:lnTo>
                  <a:lnTo>
                    <a:pt x="7364796" y="1756701"/>
                  </a:lnTo>
                  <a:lnTo>
                    <a:pt x="7363982" y="1756701"/>
                  </a:lnTo>
                  <a:lnTo>
                    <a:pt x="7363167" y="1756701"/>
                  </a:lnTo>
                  <a:lnTo>
                    <a:pt x="7362352" y="1756701"/>
                  </a:lnTo>
                  <a:lnTo>
                    <a:pt x="7361537" y="1756701"/>
                  </a:lnTo>
                  <a:lnTo>
                    <a:pt x="7360722" y="1756701"/>
                  </a:lnTo>
                  <a:lnTo>
                    <a:pt x="7359908" y="1756701"/>
                  </a:lnTo>
                  <a:lnTo>
                    <a:pt x="7359093" y="1756701"/>
                  </a:lnTo>
                  <a:lnTo>
                    <a:pt x="7358278" y="1756701"/>
                  </a:lnTo>
                  <a:lnTo>
                    <a:pt x="7357463" y="1756701"/>
                  </a:lnTo>
                  <a:lnTo>
                    <a:pt x="7356649" y="1756701"/>
                  </a:lnTo>
                  <a:lnTo>
                    <a:pt x="7355834" y="1756701"/>
                  </a:lnTo>
                  <a:lnTo>
                    <a:pt x="7355019" y="1756701"/>
                  </a:lnTo>
                  <a:lnTo>
                    <a:pt x="7354204" y="1756701"/>
                  </a:lnTo>
                  <a:lnTo>
                    <a:pt x="7353389" y="1756701"/>
                  </a:lnTo>
                  <a:lnTo>
                    <a:pt x="7352575" y="1756701"/>
                  </a:lnTo>
                  <a:lnTo>
                    <a:pt x="7351760" y="1756701"/>
                  </a:lnTo>
                  <a:lnTo>
                    <a:pt x="7350945" y="1756701"/>
                  </a:lnTo>
                  <a:lnTo>
                    <a:pt x="7350130" y="1756701"/>
                  </a:lnTo>
                  <a:lnTo>
                    <a:pt x="7349316" y="1756701"/>
                  </a:lnTo>
                  <a:lnTo>
                    <a:pt x="7348501" y="1756701"/>
                  </a:lnTo>
                  <a:lnTo>
                    <a:pt x="7347686" y="1756701"/>
                  </a:lnTo>
                  <a:lnTo>
                    <a:pt x="7346871" y="1756701"/>
                  </a:lnTo>
                  <a:lnTo>
                    <a:pt x="7346056" y="1756701"/>
                  </a:lnTo>
                  <a:lnTo>
                    <a:pt x="7345242" y="1756701"/>
                  </a:lnTo>
                  <a:lnTo>
                    <a:pt x="7344427" y="1756701"/>
                  </a:lnTo>
                  <a:lnTo>
                    <a:pt x="7343612" y="1756701"/>
                  </a:lnTo>
                  <a:lnTo>
                    <a:pt x="7342797" y="1756701"/>
                  </a:lnTo>
                  <a:lnTo>
                    <a:pt x="7341983" y="1756701"/>
                  </a:lnTo>
                  <a:lnTo>
                    <a:pt x="7341168" y="1756701"/>
                  </a:lnTo>
                  <a:lnTo>
                    <a:pt x="7340353" y="1756701"/>
                  </a:lnTo>
                  <a:lnTo>
                    <a:pt x="7339538" y="1756701"/>
                  </a:lnTo>
                  <a:lnTo>
                    <a:pt x="7338723" y="1756701"/>
                  </a:lnTo>
                  <a:lnTo>
                    <a:pt x="7337909" y="1756701"/>
                  </a:lnTo>
                  <a:lnTo>
                    <a:pt x="7337094" y="1756701"/>
                  </a:lnTo>
                  <a:lnTo>
                    <a:pt x="7336279" y="1756701"/>
                  </a:lnTo>
                  <a:lnTo>
                    <a:pt x="7335464" y="1756701"/>
                  </a:lnTo>
                  <a:lnTo>
                    <a:pt x="7334650" y="1756701"/>
                  </a:lnTo>
                  <a:lnTo>
                    <a:pt x="7333835" y="1756701"/>
                  </a:lnTo>
                  <a:lnTo>
                    <a:pt x="7333020" y="1756701"/>
                  </a:lnTo>
                  <a:lnTo>
                    <a:pt x="7332205" y="1756701"/>
                  </a:lnTo>
                  <a:lnTo>
                    <a:pt x="7331390" y="1756701"/>
                  </a:lnTo>
                  <a:lnTo>
                    <a:pt x="7330576" y="1756701"/>
                  </a:lnTo>
                  <a:lnTo>
                    <a:pt x="7329761" y="1756701"/>
                  </a:lnTo>
                  <a:lnTo>
                    <a:pt x="7328946" y="1756701"/>
                  </a:lnTo>
                  <a:lnTo>
                    <a:pt x="7328131" y="1756701"/>
                  </a:lnTo>
                  <a:lnTo>
                    <a:pt x="7327316" y="1756701"/>
                  </a:lnTo>
                  <a:lnTo>
                    <a:pt x="7326502" y="1756701"/>
                  </a:lnTo>
                  <a:lnTo>
                    <a:pt x="7325687" y="1756701"/>
                  </a:lnTo>
                  <a:lnTo>
                    <a:pt x="7324872" y="1756701"/>
                  </a:lnTo>
                  <a:lnTo>
                    <a:pt x="7324057" y="1756701"/>
                  </a:lnTo>
                  <a:lnTo>
                    <a:pt x="7323243" y="1756701"/>
                  </a:lnTo>
                  <a:lnTo>
                    <a:pt x="7322428" y="1756701"/>
                  </a:lnTo>
                  <a:lnTo>
                    <a:pt x="7321613" y="1756701"/>
                  </a:lnTo>
                  <a:lnTo>
                    <a:pt x="7320798" y="1756701"/>
                  </a:lnTo>
                  <a:lnTo>
                    <a:pt x="7319983" y="1756701"/>
                  </a:lnTo>
                  <a:lnTo>
                    <a:pt x="7319169" y="1756701"/>
                  </a:lnTo>
                  <a:lnTo>
                    <a:pt x="7318354" y="1756701"/>
                  </a:lnTo>
                  <a:lnTo>
                    <a:pt x="7317539" y="1756701"/>
                  </a:lnTo>
                  <a:lnTo>
                    <a:pt x="7316724" y="1756701"/>
                  </a:lnTo>
                  <a:lnTo>
                    <a:pt x="7315910" y="1756701"/>
                  </a:lnTo>
                  <a:lnTo>
                    <a:pt x="7315095" y="1756701"/>
                  </a:lnTo>
                  <a:lnTo>
                    <a:pt x="7314280" y="1756701"/>
                  </a:lnTo>
                  <a:lnTo>
                    <a:pt x="7313465" y="1756701"/>
                  </a:lnTo>
                  <a:lnTo>
                    <a:pt x="7312650" y="1756701"/>
                  </a:lnTo>
                  <a:lnTo>
                    <a:pt x="7311836" y="1756701"/>
                  </a:lnTo>
                  <a:lnTo>
                    <a:pt x="7311021" y="1756701"/>
                  </a:lnTo>
                  <a:lnTo>
                    <a:pt x="7310206" y="1756701"/>
                  </a:lnTo>
                  <a:lnTo>
                    <a:pt x="7309391" y="1756701"/>
                  </a:lnTo>
                  <a:lnTo>
                    <a:pt x="7308577" y="1756701"/>
                  </a:lnTo>
                  <a:lnTo>
                    <a:pt x="7307762" y="1756701"/>
                  </a:lnTo>
                  <a:lnTo>
                    <a:pt x="7306947" y="1756701"/>
                  </a:lnTo>
                  <a:lnTo>
                    <a:pt x="7306132" y="1756701"/>
                  </a:lnTo>
                  <a:lnTo>
                    <a:pt x="7305317" y="1756701"/>
                  </a:lnTo>
                  <a:lnTo>
                    <a:pt x="7304503" y="1756701"/>
                  </a:lnTo>
                  <a:lnTo>
                    <a:pt x="7303688" y="1756701"/>
                  </a:lnTo>
                  <a:lnTo>
                    <a:pt x="7302873" y="1756701"/>
                  </a:lnTo>
                  <a:lnTo>
                    <a:pt x="7302058" y="1756701"/>
                  </a:lnTo>
                  <a:lnTo>
                    <a:pt x="7301244" y="1756701"/>
                  </a:lnTo>
                  <a:lnTo>
                    <a:pt x="7300429" y="1756701"/>
                  </a:lnTo>
                  <a:lnTo>
                    <a:pt x="7299614" y="1756701"/>
                  </a:lnTo>
                  <a:lnTo>
                    <a:pt x="7298799" y="1756701"/>
                  </a:lnTo>
                  <a:lnTo>
                    <a:pt x="7297984" y="1756701"/>
                  </a:lnTo>
                  <a:lnTo>
                    <a:pt x="7297170" y="1756701"/>
                  </a:lnTo>
                  <a:lnTo>
                    <a:pt x="7296355" y="1756701"/>
                  </a:lnTo>
                  <a:lnTo>
                    <a:pt x="7295540" y="1756701"/>
                  </a:lnTo>
                  <a:lnTo>
                    <a:pt x="7294725" y="1756701"/>
                  </a:lnTo>
                  <a:lnTo>
                    <a:pt x="7293911" y="1756701"/>
                  </a:lnTo>
                  <a:lnTo>
                    <a:pt x="7293096" y="1756701"/>
                  </a:lnTo>
                  <a:lnTo>
                    <a:pt x="7292281" y="1756701"/>
                  </a:lnTo>
                  <a:lnTo>
                    <a:pt x="7291466" y="1756701"/>
                  </a:lnTo>
                  <a:lnTo>
                    <a:pt x="7290651" y="1756701"/>
                  </a:lnTo>
                  <a:lnTo>
                    <a:pt x="7289837" y="1756701"/>
                  </a:lnTo>
                  <a:lnTo>
                    <a:pt x="7289022" y="1756701"/>
                  </a:lnTo>
                  <a:lnTo>
                    <a:pt x="7288207" y="1756701"/>
                  </a:lnTo>
                  <a:lnTo>
                    <a:pt x="7287392" y="1756701"/>
                  </a:lnTo>
                  <a:lnTo>
                    <a:pt x="7286577" y="1756701"/>
                  </a:lnTo>
                  <a:lnTo>
                    <a:pt x="7285763" y="1756701"/>
                  </a:lnTo>
                  <a:lnTo>
                    <a:pt x="7284948" y="1756701"/>
                  </a:lnTo>
                  <a:lnTo>
                    <a:pt x="7284133" y="1756701"/>
                  </a:lnTo>
                  <a:lnTo>
                    <a:pt x="7283318" y="1756701"/>
                  </a:lnTo>
                  <a:lnTo>
                    <a:pt x="7282504" y="1756701"/>
                  </a:lnTo>
                  <a:lnTo>
                    <a:pt x="7281689" y="1756701"/>
                  </a:lnTo>
                  <a:lnTo>
                    <a:pt x="7280874" y="1756701"/>
                  </a:lnTo>
                  <a:lnTo>
                    <a:pt x="7280059" y="1756701"/>
                  </a:lnTo>
                  <a:lnTo>
                    <a:pt x="7279244" y="1756701"/>
                  </a:lnTo>
                  <a:lnTo>
                    <a:pt x="7278430" y="1756701"/>
                  </a:lnTo>
                  <a:lnTo>
                    <a:pt x="7277615" y="1756701"/>
                  </a:lnTo>
                  <a:lnTo>
                    <a:pt x="7276800" y="1756701"/>
                  </a:lnTo>
                  <a:lnTo>
                    <a:pt x="7275985" y="1756701"/>
                  </a:lnTo>
                  <a:lnTo>
                    <a:pt x="7275171" y="1756701"/>
                  </a:lnTo>
                  <a:lnTo>
                    <a:pt x="7274356" y="1756701"/>
                  </a:lnTo>
                  <a:lnTo>
                    <a:pt x="7273541" y="1756701"/>
                  </a:lnTo>
                  <a:lnTo>
                    <a:pt x="7272726" y="1756701"/>
                  </a:lnTo>
                  <a:lnTo>
                    <a:pt x="7271911" y="1756701"/>
                  </a:lnTo>
                  <a:lnTo>
                    <a:pt x="7271097" y="1756701"/>
                  </a:lnTo>
                  <a:lnTo>
                    <a:pt x="7270282" y="1756701"/>
                  </a:lnTo>
                  <a:lnTo>
                    <a:pt x="7269467" y="1756701"/>
                  </a:lnTo>
                  <a:lnTo>
                    <a:pt x="7268652" y="1756701"/>
                  </a:lnTo>
                  <a:lnTo>
                    <a:pt x="7267838" y="1756701"/>
                  </a:lnTo>
                  <a:lnTo>
                    <a:pt x="7267023" y="1756701"/>
                  </a:lnTo>
                  <a:lnTo>
                    <a:pt x="7266208" y="1756701"/>
                  </a:lnTo>
                  <a:lnTo>
                    <a:pt x="7265393" y="1756701"/>
                  </a:lnTo>
                  <a:lnTo>
                    <a:pt x="7264578" y="1756701"/>
                  </a:lnTo>
                  <a:lnTo>
                    <a:pt x="7263764" y="1756701"/>
                  </a:lnTo>
                  <a:lnTo>
                    <a:pt x="7262949" y="1756701"/>
                  </a:lnTo>
                  <a:lnTo>
                    <a:pt x="7262134" y="1756701"/>
                  </a:lnTo>
                  <a:lnTo>
                    <a:pt x="7261319" y="1756701"/>
                  </a:lnTo>
                  <a:lnTo>
                    <a:pt x="7260505" y="1756701"/>
                  </a:lnTo>
                  <a:lnTo>
                    <a:pt x="7259690" y="1756701"/>
                  </a:lnTo>
                  <a:lnTo>
                    <a:pt x="7258875" y="1756701"/>
                  </a:lnTo>
                  <a:lnTo>
                    <a:pt x="7258060" y="1756701"/>
                  </a:lnTo>
                  <a:lnTo>
                    <a:pt x="7257245" y="1756701"/>
                  </a:lnTo>
                  <a:lnTo>
                    <a:pt x="7256431" y="1756701"/>
                  </a:lnTo>
                  <a:lnTo>
                    <a:pt x="7255616" y="1756701"/>
                  </a:lnTo>
                  <a:lnTo>
                    <a:pt x="7254801" y="1756701"/>
                  </a:lnTo>
                  <a:lnTo>
                    <a:pt x="7253986" y="1756701"/>
                  </a:lnTo>
                  <a:lnTo>
                    <a:pt x="7253172" y="1756701"/>
                  </a:lnTo>
                  <a:lnTo>
                    <a:pt x="7252357" y="1756701"/>
                  </a:lnTo>
                  <a:lnTo>
                    <a:pt x="7251542" y="1756701"/>
                  </a:lnTo>
                  <a:lnTo>
                    <a:pt x="7250727" y="1756701"/>
                  </a:lnTo>
                  <a:lnTo>
                    <a:pt x="7249912" y="1756701"/>
                  </a:lnTo>
                  <a:lnTo>
                    <a:pt x="7249098" y="1756701"/>
                  </a:lnTo>
                  <a:lnTo>
                    <a:pt x="7248283" y="1756701"/>
                  </a:lnTo>
                  <a:lnTo>
                    <a:pt x="7247468" y="1756701"/>
                  </a:lnTo>
                  <a:lnTo>
                    <a:pt x="7246653" y="1756701"/>
                  </a:lnTo>
                  <a:lnTo>
                    <a:pt x="7245838" y="1756701"/>
                  </a:lnTo>
                  <a:lnTo>
                    <a:pt x="7245024" y="1756701"/>
                  </a:lnTo>
                  <a:lnTo>
                    <a:pt x="7244209" y="1756701"/>
                  </a:lnTo>
                  <a:lnTo>
                    <a:pt x="7243394" y="1756701"/>
                  </a:lnTo>
                  <a:lnTo>
                    <a:pt x="7242579" y="1756701"/>
                  </a:lnTo>
                  <a:lnTo>
                    <a:pt x="7241765" y="1756701"/>
                  </a:lnTo>
                  <a:lnTo>
                    <a:pt x="7240950" y="1756701"/>
                  </a:lnTo>
                  <a:lnTo>
                    <a:pt x="7240135" y="1756701"/>
                  </a:lnTo>
                  <a:lnTo>
                    <a:pt x="7239320" y="1756701"/>
                  </a:lnTo>
                  <a:lnTo>
                    <a:pt x="7238505" y="1756701"/>
                  </a:lnTo>
                  <a:lnTo>
                    <a:pt x="7237691" y="1756701"/>
                  </a:lnTo>
                  <a:lnTo>
                    <a:pt x="7236876" y="1756701"/>
                  </a:lnTo>
                  <a:lnTo>
                    <a:pt x="7236061" y="1756701"/>
                  </a:lnTo>
                  <a:lnTo>
                    <a:pt x="7235246" y="1756701"/>
                  </a:lnTo>
                  <a:lnTo>
                    <a:pt x="7234432" y="1756701"/>
                  </a:lnTo>
                  <a:lnTo>
                    <a:pt x="7233617" y="1756701"/>
                  </a:lnTo>
                  <a:lnTo>
                    <a:pt x="7232802" y="1756701"/>
                  </a:lnTo>
                  <a:lnTo>
                    <a:pt x="7231987" y="1756701"/>
                  </a:lnTo>
                  <a:lnTo>
                    <a:pt x="7231172" y="1756701"/>
                  </a:lnTo>
                  <a:lnTo>
                    <a:pt x="7230358" y="1756701"/>
                  </a:lnTo>
                  <a:lnTo>
                    <a:pt x="7229543" y="1756701"/>
                  </a:lnTo>
                  <a:lnTo>
                    <a:pt x="7228728" y="1756701"/>
                  </a:lnTo>
                  <a:lnTo>
                    <a:pt x="7227913" y="1756701"/>
                  </a:lnTo>
                  <a:lnTo>
                    <a:pt x="7227099" y="1756701"/>
                  </a:lnTo>
                  <a:lnTo>
                    <a:pt x="7226284" y="1756701"/>
                  </a:lnTo>
                  <a:lnTo>
                    <a:pt x="7225469" y="1756701"/>
                  </a:lnTo>
                  <a:lnTo>
                    <a:pt x="7224654" y="1756701"/>
                  </a:lnTo>
                  <a:lnTo>
                    <a:pt x="7223839" y="1756701"/>
                  </a:lnTo>
                  <a:lnTo>
                    <a:pt x="7223025" y="1756701"/>
                  </a:lnTo>
                  <a:lnTo>
                    <a:pt x="7222210" y="1756701"/>
                  </a:lnTo>
                  <a:lnTo>
                    <a:pt x="7221395" y="1756701"/>
                  </a:lnTo>
                  <a:lnTo>
                    <a:pt x="7220580" y="1756701"/>
                  </a:lnTo>
                  <a:lnTo>
                    <a:pt x="7219766" y="1756701"/>
                  </a:lnTo>
                  <a:lnTo>
                    <a:pt x="7218951" y="1756701"/>
                  </a:lnTo>
                  <a:lnTo>
                    <a:pt x="7218136" y="1756701"/>
                  </a:lnTo>
                  <a:lnTo>
                    <a:pt x="7217321" y="1756701"/>
                  </a:lnTo>
                  <a:lnTo>
                    <a:pt x="7216506" y="1756701"/>
                  </a:lnTo>
                  <a:lnTo>
                    <a:pt x="7215692" y="1756701"/>
                  </a:lnTo>
                  <a:lnTo>
                    <a:pt x="7214877" y="1756701"/>
                  </a:lnTo>
                  <a:lnTo>
                    <a:pt x="7214062" y="1756701"/>
                  </a:lnTo>
                  <a:lnTo>
                    <a:pt x="7213247" y="1756701"/>
                  </a:lnTo>
                  <a:lnTo>
                    <a:pt x="7212433" y="1756701"/>
                  </a:lnTo>
                  <a:lnTo>
                    <a:pt x="7211618" y="1756701"/>
                  </a:lnTo>
                  <a:lnTo>
                    <a:pt x="7210803" y="1756701"/>
                  </a:lnTo>
                  <a:lnTo>
                    <a:pt x="7209988" y="1756701"/>
                  </a:lnTo>
                  <a:lnTo>
                    <a:pt x="7209173" y="1756701"/>
                  </a:lnTo>
                  <a:lnTo>
                    <a:pt x="7208359" y="1756701"/>
                  </a:lnTo>
                  <a:lnTo>
                    <a:pt x="7207544" y="1756701"/>
                  </a:lnTo>
                  <a:lnTo>
                    <a:pt x="7206729" y="1756701"/>
                  </a:lnTo>
                  <a:lnTo>
                    <a:pt x="7205914" y="1756701"/>
                  </a:lnTo>
                  <a:lnTo>
                    <a:pt x="7205099" y="1756701"/>
                  </a:lnTo>
                  <a:lnTo>
                    <a:pt x="7204285" y="1756701"/>
                  </a:lnTo>
                  <a:lnTo>
                    <a:pt x="7203470" y="1756701"/>
                  </a:lnTo>
                  <a:lnTo>
                    <a:pt x="7202655" y="1756701"/>
                  </a:lnTo>
                  <a:lnTo>
                    <a:pt x="7201840" y="1756701"/>
                  </a:lnTo>
                  <a:lnTo>
                    <a:pt x="7201026" y="1756701"/>
                  </a:lnTo>
                  <a:lnTo>
                    <a:pt x="7200211" y="1756701"/>
                  </a:lnTo>
                  <a:lnTo>
                    <a:pt x="7199396" y="1756701"/>
                  </a:lnTo>
                  <a:lnTo>
                    <a:pt x="7198581" y="1756701"/>
                  </a:lnTo>
                  <a:lnTo>
                    <a:pt x="7197766" y="1756701"/>
                  </a:lnTo>
                  <a:lnTo>
                    <a:pt x="7196952" y="1756701"/>
                  </a:lnTo>
                  <a:lnTo>
                    <a:pt x="7196137" y="1756701"/>
                  </a:lnTo>
                  <a:lnTo>
                    <a:pt x="7195322" y="1756701"/>
                  </a:lnTo>
                  <a:lnTo>
                    <a:pt x="7194507" y="1756701"/>
                  </a:lnTo>
                  <a:lnTo>
                    <a:pt x="7193693" y="1756701"/>
                  </a:lnTo>
                  <a:lnTo>
                    <a:pt x="7192878" y="1756701"/>
                  </a:lnTo>
                  <a:lnTo>
                    <a:pt x="7192063" y="1756701"/>
                  </a:lnTo>
                  <a:lnTo>
                    <a:pt x="7191248" y="1756701"/>
                  </a:lnTo>
                  <a:lnTo>
                    <a:pt x="7190433" y="1756701"/>
                  </a:lnTo>
                  <a:lnTo>
                    <a:pt x="7189619" y="1756701"/>
                  </a:lnTo>
                  <a:lnTo>
                    <a:pt x="7188804" y="1756701"/>
                  </a:lnTo>
                  <a:lnTo>
                    <a:pt x="7187989" y="1756701"/>
                  </a:lnTo>
                  <a:lnTo>
                    <a:pt x="7187174" y="1756701"/>
                  </a:lnTo>
                  <a:lnTo>
                    <a:pt x="7186360" y="1756701"/>
                  </a:lnTo>
                  <a:lnTo>
                    <a:pt x="7185545" y="1756701"/>
                  </a:lnTo>
                  <a:lnTo>
                    <a:pt x="7184730" y="1756701"/>
                  </a:lnTo>
                  <a:lnTo>
                    <a:pt x="7183915" y="1756701"/>
                  </a:lnTo>
                  <a:lnTo>
                    <a:pt x="7183100" y="1756701"/>
                  </a:lnTo>
                  <a:lnTo>
                    <a:pt x="7182286" y="1756701"/>
                  </a:lnTo>
                  <a:lnTo>
                    <a:pt x="7181471" y="1756701"/>
                  </a:lnTo>
                  <a:lnTo>
                    <a:pt x="7180656" y="1756701"/>
                  </a:lnTo>
                  <a:lnTo>
                    <a:pt x="7179841" y="1756701"/>
                  </a:lnTo>
                  <a:lnTo>
                    <a:pt x="7179027" y="1756701"/>
                  </a:lnTo>
                  <a:lnTo>
                    <a:pt x="7178212" y="1756701"/>
                  </a:lnTo>
                  <a:lnTo>
                    <a:pt x="7177397" y="1756701"/>
                  </a:lnTo>
                  <a:lnTo>
                    <a:pt x="7176582" y="1756701"/>
                  </a:lnTo>
                  <a:lnTo>
                    <a:pt x="7175767" y="1756701"/>
                  </a:lnTo>
                  <a:lnTo>
                    <a:pt x="7174953" y="1756701"/>
                  </a:lnTo>
                  <a:lnTo>
                    <a:pt x="7174138" y="1756701"/>
                  </a:lnTo>
                  <a:lnTo>
                    <a:pt x="7173323" y="1756701"/>
                  </a:lnTo>
                  <a:lnTo>
                    <a:pt x="7172508" y="1756701"/>
                  </a:lnTo>
                  <a:lnTo>
                    <a:pt x="7171694" y="1756701"/>
                  </a:lnTo>
                  <a:lnTo>
                    <a:pt x="7170879" y="1756701"/>
                  </a:lnTo>
                  <a:lnTo>
                    <a:pt x="7170064" y="1756701"/>
                  </a:lnTo>
                  <a:lnTo>
                    <a:pt x="7169249" y="1756701"/>
                  </a:lnTo>
                  <a:lnTo>
                    <a:pt x="7168434" y="1756701"/>
                  </a:lnTo>
                  <a:lnTo>
                    <a:pt x="7167620" y="1756701"/>
                  </a:lnTo>
                  <a:lnTo>
                    <a:pt x="7166805" y="1756701"/>
                  </a:lnTo>
                  <a:lnTo>
                    <a:pt x="7165990" y="1756701"/>
                  </a:lnTo>
                  <a:lnTo>
                    <a:pt x="7165175" y="1756701"/>
                  </a:lnTo>
                  <a:lnTo>
                    <a:pt x="7164360" y="1756701"/>
                  </a:lnTo>
                  <a:lnTo>
                    <a:pt x="7163546" y="1756701"/>
                  </a:lnTo>
                  <a:lnTo>
                    <a:pt x="7162731" y="1756701"/>
                  </a:lnTo>
                  <a:lnTo>
                    <a:pt x="7161916" y="1756701"/>
                  </a:lnTo>
                  <a:lnTo>
                    <a:pt x="7161101" y="1756701"/>
                  </a:lnTo>
                  <a:lnTo>
                    <a:pt x="7160287" y="1756701"/>
                  </a:lnTo>
                  <a:lnTo>
                    <a:pt x="7159472" y="1756701"/>
                  </a:lnTo>
                  <a:lnTo>
                    <a:pt x="7158657" y="1756701"/>
                  </a:lnTo>
                  <a:lnTo>
                    <a:pt x="7157842" y="1756701"/>
                  </a:lnTo>
                  <a:lnTo>
                    <a:pt x="7157027" y="1756701"/>
                  </a:lnTo>
                  <a:lnTo>
                    <a:pt x="7156213" y="1756701"/>
                  </a:lnTo>
                  <a:lnTo>
                    <a:pt x="7155398" y="1756701"/>
                  </a:lnTo>
                  <a:lnTo>
                    <a:pt x="7154583" y="1756701"/>
                  </a:lnTo>
                  <a:lnTo>
                    <a:pt x="7153768" y="1756701"/>
                  </a:lnTo>
                  <a:lnTo>
                    <a:pt x="7152954" y="1756701"/>
                  </a:lnTo>
                  <a:lnTo>
                    <a:pt x="7152139" y="1756701"/>
                  </a:lnTo>
                  <a:lnTo>
                    <a:pt x="7151324" y="1756701"/>
                  </a:lnTo>
                  <a:lnTo>
                    <a:pt x="7150509" y="1756701"/>
                  </a:lnTo>
                  <a:lnTo>
                    <a:pt x="7149694" y="1756701"/>
                  </a:lnTo>
                  <a:lnTo>
                    <a:pt x="7148880" y="1756701"/>
                  </a:lnTo>
                  <a:lnTo>
                    <a:pt x="7148065" y="1756701"/>
                  </a:lnTo>
                  <a:lnTo>
                    <a:pt x="7147250" y="1756701"/>
                  </a:lnTo>
                  <a:lnTo>
                    <a:pt x="7146435" y="1756701"/>
                  </a:lnTo>
                  <a:lnTo>
                    <a:pt x="7145621" y="1756701"/>
                  </a:lnTo>
                  <a:lnTo>
                    <a:pt x="7144806" y="1756701"/>
                  </a:lnTo>
                  <a:lnTo>
                    <a:pt x="7143991" y="1756701"/>
                  </a:lnTo>
                  <a:lnTo>
                    <a:pt x="7143176" y="1756701"/>
                  </a:lnTo>
                  <a:lnTo>
                    <a:pt x="7142361" y="1756701"/>
                  </a:lnTo>
                  <a:lnTo>
                    <a:pt x="7141547" y="1756701"/>
                  </a:lnTo>
                  <a:lnTo>
                    <a:pt x="7140732" y="1756701"/>
                  </a:lnTo>
                  <a:lnTo>
                    <a:pt x="7139917" y="1756701"/>
                  </a:lnTo>
                  <a:lnTo>
                    <a:pt x="7139102" y="1756701"/>
                  </a:lnTo>
                  <a:lnTo>
                    <a:pt x="7138288" y="1756701"/>
                  </a:lnTo>
                  <a:lnTo>
                    <a:pt x="7137473" y="1756701"/>
                  </a:lnTo>
                  <a:lnTo>
                    <a:pt x="7136658" y="1756701"/>
                  </a:lnTo>
                  <a:lnTo>
                    <a:pt x="7135843" y="1756701"/>
                  </a:lnTo>
                  <a:lnTo>
                    <a:pt x="7135028" y="1756701"/>
                  </a:lnTo>
                  <a:lnTo>
                    <a:pt x="7134214" y="1756701"/>
                  </a:lnTo>
                  <a:lnTo>
                    <a:pt x="7133399" y="1756701"/>
                  </a:lnTo>
                  <a:lnTo>
                    <a:pt x="7132584" y="1756701"/>
                  </a:lnTo>
                  <a:lnTo>
                    <a:pt x="7131769" y="1756701"/>
                  </a:lnTo>
                  <a:lnTo>
                    <a:pt x="7130955" y="1756701"/>
                  </a:lnTo>
                  <a:lnTo>
                    <a:pt x="7130140" y="1756701"/>
                  </a:lnTo>
                  <a:lnTo>
                    <a:pt x="7129325" y="1756701"/>
                  </a:lnTo>
                  <a:lnTo>
                    <a:pt x="7128510" y="1756701"/>
                  </a:lnTo>
                  <a:lnTo>
                    <a:pt x="7127695" y="1756701"/>
                  </a:lnTo>
                  <a:lnTo>
                    <a:pt x="7126881" y="1756701"/>
                  </a:lnTo>
                  <a:lnTo>
                    <a:pt x="7126066" y="1756701"/>
                  </a:lnTo>
                  <a:lnTo>
                    <a:pt x="7125251" y="1756701"/>
                  </a:lnTo>
                  <a:lnTo>
                    <a:pt x="7124436" y="1756701"/>
                  </a:lnTo>
                  <a:lnTo>
                    <a:pt x="7123621" y="1756701"/>
                  </a:lnTo>
                  <a:lnTo>
                    <a:pt x="7122807" y="1756701"/>
                  </a:lnTo>
                  <a:lnTo>
                    <a:pt x="7121992" y="1756701"/>
                  </a:lnTo>
                  <a:lnTo>
                    <a:pt x="7121177" y="1756701"/>
                  </a:lnTo>
                  <a:lnTo>
                    <a:pt x="7120362" y="1756701"/>
                  </a:lnTo>
                  <a:lnTo>
                    <a:pt x="7119548" y="1756701"/>
                  </a:lnTo>
                  <a:lnTo>
                    <a:pt x="7118733" y="1756701"/>
                  </a:lnTo>
                  <a:lnTo>
                    <a:pt x="7117918" y="1756701"/>
                  </a:lnTo>
                  <a:lnTo>
                    <a:pt x="7117103" y="1756701"/>
                  </a:lnTo>
                  <a:lnTo>
                    <a:pt x="7116288" y="1756701"/>
                  </a:lnTo>
                  <a:lnTo>
                    <a:pt x="7115474" y="1756701"/>
                  </a:lnTo>
                  <a:lnTo>
                    <a:pt x="7114659" y="1756701"/>
                  </a:lnTo>
                  <a:lnTo>
                    <a:pt x="7113844" y="1756701"/>
                  </a:lnTo>
                  <a:lnTo>
                    <a:pt x="7113029" y="1756701"/>
                  </a:lnTo>
                  <a:lnTo>
                    <a:pt x="7112215" y="1756701"/>
                  </a:lnTo>
                  <a:lnTo>
                    <a:pt x="7111400" y="1756701"/>
                  </a:lnTo>
                  <a:lnTo>
                    <a:pt x="7110585" y="1756701"/>
                  </a:lnTo>
                  <a:lnTo>
                    <a:pt x="7109770" y="1756701"/>
                  </a:lnTo>
                  <a:lnTo>
                    <a:pt x="7108955" y="1756701"/>
                  </a:lnTo>
                  <a:lnTo>
                    <a:pt x="7108141" y="1756701"/>
                  </a:lnTo>
                  <a:lnTo>
                    <a:pt x="7107326" y="1756701"/>
                  </a:lnTo>
                  <a:lnTo>
                    <a:pt x="7106511" y="1756701"/>
                  </a:lnTo>
                  <a:lnTo>
                    <a:pt x="7105696" y="1756701"/>
                  </a:lnTo>
                  <a:lnTo>
                    <a:pt x="7104882" y="1756701"/>
                  </a:lnTo>
                  <a:lnTo>
                    <a:pt x="7104067" y="1756701"/>
                  </a:lnTo>
                  <a:lnTo>
                    <a:pt x="7103252" y="1756701"/>
                  </a:lnTo>
                  <a:lnTo>
                    <a:pt x="7102437" y="1756701"/>
                  </a:lnTo>
                  <a:lnTo>
                    <a:pt x="7101622" y="1756701"/>
                  </a:lnTo>
                  <a:lnTo>
                    <a:pt x="7100808" y="1756701"/>
                  </a:lnTo>
                  <a:lnTo>
                    <a:pt x="7099993" y="1756701"/>
                  </a:lnTo>
                  <a:lnTo>
                    <a:pt x="7099178" y="1756701"/>
                  </a:lnTo>
                  <a:lnTo>
                    <a:pt x="7098363" y="1756701"/>
                  </a:lnTo>
                  <a:lnTo>
                    <a:pt x="7097549" y="1756701"/>
                  </a:lnTo>
                  <a:lnTo>
                    <a:pt x="7096734" y="1756701"/>
                  </a:lnTo>
                  <a:lnTo>
                    <a:pt x="7095919" y="1756701"/>
                  </a:lnTo>
                  <a:lnTo>
                    <a:pt x="7095104" y="1756701"/>
                  </a:lnTo>
                  <a:lnTo>
                    <a:pt x="7094289" y="1756701"/>
                  </a:lnTo>
                  <a:lnTo>
                    <a:pt x="7093475" y="1756701"/>
                  </a:lnTo>
                  <a:lnTo>
                    <a:pt x="7092660" y="1756701"/>
                  </a:lnTo>
                  <a:lnTo>
                    <a:pt x="7091845" y="1756701"/>
                  </a:lnTo>
                  <a:lnTo>
                    <a:pt x="7091030" y="1756701"/>
                  </a:lnTo>
                  <a:lnTo>
                    <a:pt x="7090216" y="1756701"/>
                  </a:lnTo>
                  <a:lnTo>
                    <a:pt x="7089401" y="1756701"/>
                  </a:lnTo>
                  <a:lnTo>
                    <a:pt x="7088586" y="1756701"/>
                  </a:lnTo>
                  <a:lnTo>
                    <a:pt x="7087771" y="1756701"/>
                  </a:lnTo>
                  <a:lnTo>
                    <a:pt x="7086956" y="1756701"/>
                  </a:lnTo>
                  <a:lnTo>
                    <a:pt x="7086142" y="1756701"/>
                  </a:lnTo>
                  <a:lnTo>
                    <a:pt x="7085327" y="1756701"/>
                  </a:lnTo>
                  <a:lnTo>
                    <a:pt x="7084512" y="1756701"/>
                  </a:lnTo>
                  <a:lnTo>
                    <a:pt x="7083697" y="1756701"/>
                  </a:lnTo>
                  <a:lnTo>
                    <a:pt x="7082882" y="1756701"/>
                  </a:lnTo>
                  <a:lnTo>
                    <a:pt x="7082068" y="1756701"/>
                  </a:lnTo>
                  <a:lnTo>
                    <a:pt x="7081253" y="1756701"/>
                  </a:lnTo>
                  <a:lnTo>
                    <a:pt x="7080438" y="1756701"/>
                  </a:lnTo>
                  <a:lnTo>
                    <a:pt x="7079623" y="1756701"/>
                  </a:lnTo>
                  <a:lnTo>
                    <a:pt x="7078809" y="1756701"/>
                  </a:lnTo>
                  <a:lnTo>
                    <a:pt x="7077994" y="1756701"/>
                  </a:lnTo>
                  <a:lnTo>
                    <a:pt x="7077179" y="1756701"/>
                  </a:lnTo>
                  <a:lnTo>
                    <a:pt x="7076364" y="1756701"/>
                  </a:lnTo>
                  <a:lnTo>
                    <a:pt x="7075549" y="1756701"/>
                  </a:lnTo>
                  <a:lnTo>
                    <a:pt x="7074735" y="1756701"/>
                  </a:lnTo>
                  <a:lnTo>
                    <a:pt x="7073920" y="1756701"/>
                  </a:lnTo>
                  <a:lnTo>
                    <a:pt x="7073105" y="1756701"/>
                  </a:lnTo>
                  <a:lnTo>
                    <a:pt x="7072290" y="1756701"/>
                  </a:lnTo>
                  <a:lnTo>
                    <a:pt x="7071476" y="1756701"/>
                  </a:lnTo>
                  <a:lnTo>
                    <a:pt x="7070661" y="1756701"/>
                  </a:lnTo>
                  <a:lnTo>
                    <a:pt x="7069846" y="1756701"/>
                  </a:lnTo>
                  <a:lnTo>
                    <a:pt x="7069031" y="1756701"/>
                  </a:lnTo>
                  <a:lnTo>
                    <a:pt x="7068216" y="1756701"/>
                  </a:lnTo>
                  <a:lnTo>
                    <a:pt x="7067402" y="1756701"/>
                  </a:lnTo>
                  <a:lnTo>
                    <a:pt x="7066587" y="1756701"/>
                  </a:lnTo>
                  <a:lnTo>
                    <a:pt x="7065772" y="1756701"/>
                  </a:lnTo>
                  <a:lnTo>
                    <a:pt x="7064957" y="1756701"/>
                  </a:lnTo>
                  <a:lnTo>
                    <a:pt x="7064143" y="1756701"/>
                  </a:lnTo>
                  <a:lnTo>
                    <a:pt x="7063328" y="1756701"/>
                  </a:lnTo>
                  <a:lnTo>
                    <a:pt x="7062513" y="1756701"/>
                  </a:lnTo>
                  <a:lnTo>
                    <a:pt x="7061698" y="1756701"/>
                  </a:lnTo>
                  <a:lnTo>
                    <a:pt x="7060883" y="1756701"/>
                  </a:lnTo>
                  <a:lnTo>
                    <a:pt x="7060069" y="1756701"/>
                  </a:lnTo>
                  <a:lnTo>
                    <a:pt x="7059254" y="1756701"/>
                  </a:lnTo>
                  <a:lnTo>
                    <a:pt x="7058439" y="1756701"/>
                  </a:lnTo>
                  <a:lnTo>
                    <a:pt x="7057624" y="1756701"/>
                  </a:lnTo>
                  <a:lnTo>
                    <a:pt x="7056810" y="1756701"/>
                  </a:lnTo>
                  <a:lnTo>
                    <a:pt x="7055995" y="1756701"/>
                  </a:lnTo>
                  <a:lnTo>
                    <a:pt x="7055180" y="1756701"/>
                  </a:lnTo>
                  <a:lnTo>
                    <a:pt x="7054365" y="1756701"/>
                  </a:lnTo>
                  <a:lnTo>
                    <a:pt x="7053550" y="1756701"/>
                  </a:lnTo>
                  <a:lnTo>
                    <a:pt x="7052736" y="1756701"/>
                  </a:lnTo>
                  <a:lnTo>
                    <a:pt x="7051921" y="1756701"/>
                  </a:lnTo>
                  <a:lnTo>
                    <a:pt x="7051106" y="1756701"/>
                  </a:lnTo>
                  <a:lnTo>
                    <a:pt x="7050291" y="1756701"/>
                  </a:lnTo>
                  <a:lnTo>
                    <a:pt x="7049476" y="1756701"/>
                  </a:lnTo>
                  <a:lnTo>
                    <a:pt x="7048662" y="1756701"/>
                  </a:lnTo>
                  <a:lnTo>
                    <a:pt x="7047847" y="1756701"/>
                  </a:lnTo>
                  <a:lnTo>
                    <a:pt x="7047032" y="1756701"/>
                  </a:lnTo>
                  <a:lnTo>
                    <a:pt x="7046217" y="1756701"/>
                  </a:lnTo>
                  <a:lnTo>
                    <a:pt x="7045403" y="1756701"/>
                  </a:lnTo>
                  <a:lnTo>
                    <a:pt x="7044588" y="1756701"/>
                  </a:lnTo>
                  <a:lnTo>
                    <a:pt x="7043773" y="1756701"/>
                  </a:lnTo>
                  <a:lnTo>
                    <a:pt x="7042958" y="1756701"/>
                  </a:lnTo>
                  <a:lnTo>
                    <a:pt x="7042143" y="1756701"/>
                  </a:lnTo>
                  <a:lnTo>
                    <a:pt x="7041329" y="1756701"/>
                  </a:lnTo>
                  <a:lnTo>
                    <a:pt x="7040514" y="1756701"/>
                  </a:lnTo>
                  <a:lnTo>
                    <a:pt x="7039699" y="1756701"/>
                  </a:lnTo>
                  <a:lnTo>
                    <a:pt x="7038884" y="1756701"/>
                  </a:lnTo>
                  <a:lnTo>
                    <a:pt x="7038070" y="1756701"/>
                  </a:lnTo>
                  <a:lnTo>
                    <a:pt x="7037255" y="1756701"/>
                  </a:lnTo>
                  <a:lnTo>
                    <a:pt x="7036440" y="1756701"/>
                  </a:lnTo>
                  <a:lnTo>
                    <a:pt x="7035625" y="1756701"/>
                  </a:lnTo>
                  <a:lnTo>
                    <a:pt x="7034810" y="1756701"/>
                  </a:lnTo>
                  <a:lnTo>
                    <a:pt x="7033996" y="1756701"/>
                  </a:lnTo>
                  <a:lnTo>
                    <a:pt x="7033181" y="1756701"/>
                  </a:lnTo>
                  <a:lnTo>
                    <a:pt x="7032366" y="1756701"/>
                  </a:lnTo>
                  <a:lnTo>
                    <a:pt x="7031551" y="1756701"/>
                  </a:lnTo>
                  <a:lnTo>
                    <a:pt x="7030737" y="1756701"/>
                  </a:lnTo>
                  <a:lnTo>
                    <a:pt x="7029922" y="1756701"/>
                  </a:lnTo>
                  <a:lnTo>
                    <a:pt x="7029107" y="1756701"/>
                  </a:lnTo>
                  <a:lnTo>
                    <a:pt x="7028292" y="1756701"/>
                  </a:lnTo>
                  <a:lnTo>
                    <a:pt x="7027477" y="1756701"/>
                  </a:lnTo>
                  <a:lnTo>
                    <a:pt x="7026663" y="1756701"/>
                  </a:lnTo>
                  <a:lnTo>
                    <a:pt x="7025848" y="1756701"/>
                  </a:lnTo>
                  <a:lnTo>
                    <a:pt x="7025033" y="1756701"/>
                  </a:lnTo>
                  <a:lnTo>
                    <a:pt x="7024218" y="1756701"/>
                  </a:lnTo>
                  <a:lnTo>
                    <a:pt x="7023404" y="1756701"/>
                  </a:lnTo>
                  <a:lnTo>
                    <a:pt x="7022589" y="1756701"/>
                  </a:lnTo>
                  <a:lnTo>
                    <a:pt x="7021774" y="1756701"/>
                  </a:lnTo>
                  <a:lnTo>
                    <a:pt x="7020959" y="1756701"/>
                  </a:lnTo>
                  <a:lnTo>
                    <a:pt x="7020144" y="1756701"/>
                  </a:lnTo>
                  <a:lnTo>
                    <a:pt x="7019330" y="1756701"/>
                  </a:lnTo>
                  <a:lnTo>
                    <a:pt x="7018515" y="1756701"/>
                  </a:lnTo>
                  <a:lnTo>
                    <a:pt x="7017700" y="1756701"/>
                  </a:lnTo>
                  <a:lnTo>
                    <a:pt x="7016885" y="1756701"/>
                  </a:lnTo>
                  <a:lnTo>
                    <a:pt x="7016071" y="1756701"/>
                  </a:lnTo>
                  <a:lnTo>
                    <a:pt x="7015256" y="1756701"/>
                  </a:lnTo>
                  <a:lnTo>
                    <a:pt x="7014441" y="1756701"/>
                  </a:lnTo>
                  <a:lnTo>
                    <a:pt x="7013626" y="1756701"/>
                  </a:lnTo>
                  <a:lnTo>
                    <a:pt x="7012811" y="1756701"/>
                  </a:lnTo>
                  <a:lnTo>
                    <a:pt x="7011997" y="1756701"/>
                  </a:lnTo>
                  <a:lnTo>
                    <a:pt x="7011182" y="1756701"/>
                  </a:lnTo>
                  <a:lnTo>
                    <a:pt x="7010367" y="1756701"/>
                  </a:lnTo>
                  <a:lnTo>
                    <a:pt x="7009552" y="1756701"/>
                  </a:lnTo>
                  <a:lnTo>
                    <a:pt x="7008737" y="1756701"/>
                  </a:lnTo>
                  <a:lnTo>
                    <a:pt x="7007923" y="1756701"/>
                  </a:lnTo>
                  <a:lnTo>
                    <a:pt x="7007108" y="1756701"/>
                  </a:lnTo>
                  <a:lnTo>
                    <a:pt x="7006293" y="1756701"/>
                  </a:lnTo>
                  <a:lnTo>
                    <a:pt x="7005478" y="1756701"/>
                  </a:lnTo>
                  <a:lnTo>
                    <a:pt x="7004664" y="1756701"/>
                  </a:lnTo>
                  <a:lnTo>
                    <a:pt x="7003849" y="1756701"/>
                  </a:lnTo>
                  <a:lnTo>
                    <a:pt x="7003034" y="1756701"/>
                  </a:lnTo>
                  <a:lnTo>
                    <a:pt x="7002219" y="1756701"/>
                  </a:lnTo>
                  <a:lnTo>
                    <a:pt x="7001404" y="1756701"/>
                  </a:lnTo>
                  <a:lnTo>
                    <a:pt x="7000590" y="1756701"/>
                  </a:lnTo>
                  <a:lnTo>
                    <a:pt x="6999775" y="1756701"/>
                  </a:lnTo>
                  <a:lnTo>
                    <a:pt x="6998960" y="1756701"/>
                  </a:lnTo>
                  <a:lnTo>
                    <a:pt x="6998145" y="1756701"/>
                  </a:lnTo>
                  <a:lnTo>
                    <a:pt x="6997331" y="1756701"/>
                  </a:lnTo>
                  <a:lnTo>
                    <a:pt x="6996516" y="1756701"/>
                  </a:lnTo>
                  <a:lnTo>
                    <a:pt x="6995701" y="1756701"/>
                  </a:lnTo>
                  <a:lnTo>
                    <a:pt x="6994886" y="1756701"/>
                  </a:lnTo>
                  <a:lnTo>
                    <a:pt x="6994071" y="1756701"/>
                  </a:lnTo>
                  <a:lnTo>
                    <a:pt x="6993257" y="1756701"/>
                  </a:lnTo>
                  <a:lnTo>
                    <a:pt x="6992442" y="1756701"/>
                  </a:lnTo>
                  <a:lnTo>
                    <a:pt x="6991627" y="1756701"/>
                  </a:lnTo>
                  <a:lnTo>
                    <a:pt x="6990812" y="1756701"/>
                  </a:lnTo>
                  <a:lnTo>
                    <a:pt x="6989998" y="1756701"/>
                  </a:lnTo>
                  <a:lnTo>
                    <a:pt x="6989183" y="1756701"/>
                  </a:lnTo>
                  <a:lnTo>
                    <a:pt x="6988368" y="1756701"/>
                  </a:lnTo>
                  <a:lnTo>
                    <a:pt x="6987553" y="1756701"/>
                  </a:lnTo>
                  <a:lnTo>
                    <a:pt x="6986738" y="1756701"/>
                  </a:lnTo>
                  <a:lnTo>
                    <a:pt x="6985924" y="1756701"/>
                  </a:lnTo>
                  <a:lnTo>
                    <a:pt x="6985109" y="1756701"/>
                  </a:lnTo>
                  <a:lnTo>
                    <a:pt x="6984294" y="1756701"/>
                  </a:lnTo>
                  <a:lnTo>
                    <a:pt x="6983479" y="1756701"/>
                  </a:lnTo>
                  <a:lnTo>
                    <a:pt x="6982665" y="1756701"/>
                  </a:lnTo>
                  <a:lnTo>
                    <a:pt x="6981850" y="1756701"/>
                  </a:lnTo>
                  <a:lnTo>
                    <a:pt x="6981035" y="1756701"/>
                  </a:lnTo>
                  <a:lnTo>
                    <a:pt x="6980220" y="1756701"/>
                  </a:lnTo>
                  <a:lnTo>
                    <a:pt x="6979405" y="1756701"/>
                  </a:lnTo>
                  <a:lnTo>
                    <a:pt x="6978591" y="1756701"/>
                  </a:lnTo>
                  <a:lnTo>
                    <a:pt x="6977776" y="1756701"/>
                  </a:lnTo>
                  <a:lnTo>
                    <a:pt x="6976961" y="1756701"/>
                  </a:lnTo>
                  <a:lnTo>
                    <a:pt x="6976146" y="1756701"/>
                  </a:lnTo>
                  <a:lnTo>
                    <a:pt x="6975332" y="1756701"/>
                  </a:lnTo>
                  <a:lnTo>
                    <a:pt x="6974517" y="1756701"/>
                  </a:lnTo>
                  <a:lnTo>
                    <a:pt x="6973702" y="1756701"/>
                  </a:lnTo>
                  <a:lnTo>
                    <a:pt x="6972887" y="1756701"/>
                  </a:lnTo>
                  <a:lnTo>
                    <a:pt x="6972072" y="1756701"/>
                  </a:lnTo>
                  <a:lnTo>
                    <a:pt x="6971258" y="1756701"/>
                  </a:lnTo>
                  <a:lnTo>
                    <a:pt x="6970443" y="1756701"/>
                  </a:lnTo>
                  <a:lnTo>
                    <a:pt x="6969628" y="1756701"/>
                  </a:lnTo>
                  <a:lnTo>
                    <a:pt x="6968813" y="1756701"/>
                  </a:lnTo>
                  <a:lnTo>
                    <a:pt x="6967998" y="1756701"/>
                  </a:lnTo>
                  <a:lnTo>
                    <a:pt x="6967184" y="1756701"/>
                  </a:lnTo>
                  <a:lnTo>
                    <a:pt x="6966369" y="1756701"/>
                  </a:lnTo>
                  <a:lnTo>
                    <a:pt x="6965554" y="1756701"/>
                  </a:lnTo>
                  <a:lnTo>
                    <a:pt x="6964739" y="1756701"/>
                  </a:lnTo>
                  <a:lnTo>
                    <a:pt x="6963925" y="1756701"/>
                  </a:lnTo>
                  <a:lnTo>
                    <a:pt x="6963110" y="1756701"/>
                  </a:lnTo>
                  <a:lnTo>
                    <a:pt x="6962295" y="1756701"/>
                  </a:lnTo>
                  <a:lnTo>
                    <a:pt x="6961480" y="1756701"/>
                  </a:lnTo>
                  <a:lnTo>
                    <a:pt x="6960665" y="1756701"/>
                  </a:lnTo>
                  <a:lnTo>
                    <a:pt x="6959851" y="1756701"/>
                  </a:lnTo>
                  <a:lnTo>
                    <a:pt x="6959036" y="1756701"/>
                  </a:lnTo>
                  <a:lnTo>
                    <a:pt x="6958221" y="1756701"/>
                  </a:lnTo>
                  <a:lnTo>
                    <a:pt x="6957406" y="1756701"/>
                  </a:lnTo>
                  <a:lnTo>
                    <a:pt x="6956592" y="1756701"/>
                  </a:lnTo>
                  <a:lnTo>
                    <a:pt x="6955777" y="1756701"/>
                  </a:lnTo>
                  <a:lnTo>
                    <a:pt x="6954962" y="1756701"/>
                  </a:lnTo>
                  <a:lnTo>
                    <a:pt x="6954147" y="1756701"/>
                  </a:lnTo>
                  <a:lnTo>
                    <a:pt x="6953332" y="1756701"/>
                  </a:lnTo>
                  <a:lnTo>
                    <a:pt x="6952518" y="1756701"/>
                  </a:lnTo>
                  <a:lnTo>
                    <a:pt x="6951703" y="1756701"/>
                  </a:lnTo>
                  <a:lnTo>
                    <a:pt x="6950888" y="1756701"/>
                  </a:lnTo>
                  <a:lnTo>
                    <a:pt x="6950073" y="1756701"/>
                  </a:lnTo>
                  <a:lnTo>
                    <a:pt x="6949259" y="1756701"/>
                  </a:lnTo>
                  <a:lnTo>
                    <a:pt x="6948444" y="1756701"/>
                  </a:lnTo>
                  <a:lnTo>
                    <a:pt x="6947629" y="1756701"/>
                  </a:lnTo>
                  <a:lnTo>
                    <a:pt x="6946814" y="1756701"/>
                  </a:lnTo>
                  <a:lnTo>
                    <a:pt x="6945999" y="1756701"/>
                  </a:lnTo>
                  <a:lnTo>
                    <a:pt x="6945185" y="1756701"/>
                  </a:lnTo>
                  <a:lnTo>
                    <a:pt x="6944370" y="1756701"/>
                  </a:lnTo>
                  <a:lnTo>
                    <a:pt x="6943555" y="1756701"/>
                  </a:lnTo>
                  <a:lnTo>
                    <a:pt x="6942740" y="1756701"/>
                  </a:lnTo>
                  <a:lnTo>
                    <a:pt x="6941926" y="1756701"/>
                  </a:lnTo>
                  <a:lnTo>
                    <a:pt x="6941111" y="1756701"/>
                  </a:lnTo>
                  <a:lnTo>
                    <a:pt x="6940296" y="1756701"/>
                  </a:lnTo>
                  <a:lnTo>
                    <a:pt x="6939481" y="1756701"/>
                  </a:lnTo>
                  <a:lnTo>
                    <a:pt x="6938666" y="1756701"/>
                  </a:lnTo>
                  <a:lnTo>
                    <a:pt x="6937852" y="1756701"/>
                  </a:lnTo>
                  <a:lnTo>
                    <a:pt x="6937037" y="1756701"/>
                  </a:lnTo>
                  <a:lnTo>
                    <a:pt x="6936222" y="1756701"/>
                  </a:lnTo>
                  <a:lnTo>
                    <a:pt x="6935407" y="1756701"/>
                  </a:lnTo>
                  <a:lnTo>
                    <a:pt x="6934593" y="1756701"/>
                  </a:lnTo>
                  <a:lnTo>
                    <a:pt x="6933778" y="1756701"/>
                  </a:lnTo>
                  <a:lnTo>
                    <a:pt x="6932963" y="1756701"/>
                  </a:lnTo>
                  <a:lnTo>
                    <a:pt x="6932148" y="1756701"/>
                  </a:lnTo>
                  <a:lnTo>
                    <a:pt x="6931333" y="1756701"/>
                  </a:lnTo>
                  <a:lnTo>
                    <a:pt x="6930519" y="1756701"/>
                  </a:lnTo>
                  <a:lnTo>
                    <a:pt x="6929704" y="1756701"/>
                  </a:lnTo>
                  <a:lnTo>
                    <a:pt x="6928889" y="1756701"/>
                  </a:lnTo>
                  <a:lnTo>
                    <a:pt x="6928074" y="1756701"/>
                  </a:lnTo>
                  <a:lnTo>
                    <a:pt x="6927259" y="1756701"/>
                  </a:lnTo>
                  <a:lnTo>
                    <a:pt x="6926445" y="1756701"/>
                  </a:lnTo>
                  <a:lnTo>
                    <a:pt x="6925630" y="1756701"/>
                  </a:lnTo>
                  <a:lnTo>
                    <a:pt x="6924815" y="1756701"/>
                  </a:lnTo>
                  <a:lnTo>
                    <a:pt x="6924000" y="1756701"/>
                  </a:lnTo>
                  <a:lnTo>
                    <a:pt x="6923186" y="1756701"/>
                  </a:lnTo>
                  <a:lnTo>
                    <a:pt x="6922371" y="1756701"/>
                  </a:lnTo>
                  <a:lnTo>
                    <a:pt x="6921556" y="1756701"/>
                  </a:lnTo>
                  <a:lnTo>
                    <a:pt x="6920741" y="1756701"/>
                  </a:lnTo>
                  <a:lnTo>
                    <a:pt x="6919926" y="1756701"/>
                  </a:lnTo>
                  <a:lnTo>
                    <a:pt x="6919112" y="1756701"/>
                  </a:lnTo>
                  <a:lnTo>
                    <a:pt x="6918297" y="1756701"/>
                  </a:lnTo>
                  <a:lnTo>
                    <a:pt x="6917482" y="1756701"/>
                  </a:lnTo>
                  <a:lnTo>
                    <a:pt x="6916667" y="1756701"/>
                  </a:lnTo>
                  <a:lnTo>
                    <a:pt x="6915853" y="1756701"/>
                  </a:lnTo>
                  <a:lnTo>
                    <a:pt x="6915038" y="1756701"/>
                  </a:lnTo>
                  <a:lnTo>
                    <a:pt x="6914223" y="1756701"/>
                  </a:lnTo>
                  <a:lnTo>
                    <a:pt x="6913408" y="1756701"/>
                  </a:lnTo>
                  <a:lnTo>
                    <a:pt x="6912593" y="1756701"/>
                  </a:lnTo>
                  <a:lnTo>
                    <a:pt x="6911779" y="1756701"/>
                  </a:lnTo>
                  <a:lnTo>
                    <a:pt x="6910964" y="1756701"/>
                  </a:lnTo>
                  <a:lnTo>
                    <a:pt x="6910149" y="1756701"/>
                  </a:lnTo>
                  <a:lnTo>
                    <a:pt x="6909334" y="1756701"/>
                  </a:lnTo>
                  <a:lnTo>
                    <a:pt x="6908520" y="1756701"/>
                  </a:lnTo>
                  <a:lnTo>
                    <a:pt x="6907705" y="1756701"/>
                  </a:lnTo>
                  <a:lnTo>
                    <a:pt x="6906890" y="1756701"/>
                  </a:lnTo>
                  <a:lnTo>
                    <a:pt x="6906075" y="1756701"/>
                  </a:lnTo>
                  <a:lnTo>
                    <a:pt x="6905260" y="1756701"/>
                  </a:lnTo>
                  <a:lnTo>
                    <a:pt x="6904446" y="1756701"/>
                  </a:lnTo>
                  <a:lnTo>
                    <a:pt x="6903631" y="1756701"/>
                  </a:lnTo>
                  <a:lnTo>
                    <a:pt x="6902816" y="1756701"/>
                  </a:lnTo>
                  <a:lnTo>
                    <a:pt x="6902001" y="1756701"/>
                  </a:lnTo>
                  <a:lnTo>
                    <a:pt x="6901187" y="1756701"/>
                  </a:lnTo>
                  <a:lnTo>
                    <a:pt x="6900372" y="1756701"/>
                  </a:lnTo>
                  <a:lnTo>
                    <a:pt x="6899557" y="1756701"/>
                  </a:lnTo>
                  <a:lnTo>
                    <a:pt x="6898742" y="1756701"/>
                  </a:lnTo>
                  <a:lnTo>
                    <a:pt x="6897927" y="1756701"/>
                  </a:lnTo>
                  <a:lnTo>
                    <a:pt x="6897113" y="1756701"/>
                  </a:lnTo>
                  <a:lnTo>
                    <a:pt x="6896298" y="1756701"/>
                  </a:lnTo>
                  <a:lnTo>
                    <a:pt x="6895483" y="1756701"/>
                  </a:lnTo>
                  <a:lnTo>
                    <a:pt x="6894668" y="1756701"/>
                  </a:lnTo>
                  <a:lnTo>
                    <a:pt x="6893854" y="1756701"/>
                  </a:lnTo>
                  <a:lnTo>
                    <a:pt x="6893039" y="1756701"/>
                  </a:lnTo>
                  <a:lnTo>
                    <a:pt x="6892224" y="1756701"/>
                  </a:lnTo>
                  <a:lnTo>
                    <a:pt x="6891409" y="1756701"/>
                  </a:lnTo>
                  <a:lnTo>
                    <a:pt x="6890594" y="1756701"/>
                  </a:lnTo>
                  <a:lnTo>
                    <a:pt x="6889780" y="1756701"/>
                  </a:lnTo>
                  <a:lnTo>
                    <a:pt x="6888965" y="1756701"/>
                  </a:lnTo>
                  <a:lnTo>
                    <a:pt x="6888150" y="1756701"/>
                  </a:lnTo>
                  <a:lnTo>
                    <a:pt x="6887335" y="1756701"/>
                  </a:lnTo>
                  <a:lnTo>
                    <a:pt x="6886520" y="1756701"/>
                  </a:lnTo>
                  <a:lnTo>
                    <a:pt x="6885706" y="1756701"/>
                  </a:lnTo>
                  <a:lnTo>
                    <a:pt x="6884891" y="1756701"/>
                  </a:lnTo>
                  <a:lnTo>
                    <a:pt x="6884076" y="1756701"/>
                  </a:lnTo>
                  <a:lnTo>
                    <a:pt x="6883261" y="1756701"/>
                  </a:lnTo>
                  <a:lnTo>
                    <a:pt x="6882447" y="1756701"/>
                  </a:lnTo>
                  <a:lnTo>
                    <a:pt x="6881632" y="1756701"/>
                  </a:lnTo>
                  <a:lnTo>
                    <a:pt x="6880817" y="1756701"/>
                  </a:lnTo>
                  <a:lnTo>
                    <a:pt x="6880002" y="1756701"/>
                  </a:lnTo>
                  <a:lnTo>
                    <a:pt x="6879187" y="1756701"/>
                  </a:lnTo>
                  <a:lnTo>
                    <a:pt x="6878373" y="1756701"/>
                  </a:lnTo>
                  <a:lnTo>
                    <a:pt x="6877558" y="1756701"/>
                  </a:lnTo>
                  <a:lnTo>
                    <a:pt x="6876743" y="1756701"/>
                  </a:lnTo>
                  <a:lnTo>
                    <a:pt x="6875928" y="1756701"/>
                  </a:lnTo>
                  <a:lnTo>
                    <a:pt x="6875114" y="1756701"/>
                  </a:lnTo>
                  <a:lnTo>
                    <a:pt x="6874299" y="1756701"/>
                  </a:lnTo>
                  <a:lnTo>
                    <a:pt x="6873484" y="1756701"/>
                  </a:lnTo>
                  <a:lnTo>
                    <a:pt x="6872669" y="1756701"/>
                  </a:lnTo>
                  <a:lnTo>
                    <a:pt x="6871854" y="1756701"/>
                  </a:lnTo>
                  <a:lnTo>
                    <a:pt x="6871040" y="1756701"/>
                  </a:lnTo>
                  <a:lnTo>
                    <a:pt x="6870225" y="1756701"/>
                  </a:lnTo>
                  <a:lnTo>
                    <a:pt x="6869410" y="1756701"/>
                  </a:lnTo>
                  <a:lnTo>
                    <a:pt x="6868595" y="1756701"/>
                  </a:lnTo>
                  <a:lnTo>
                    <a:pt x="6867781" y="1756701"/>
                  </a:lnTo>
                  <a:lnTo>
                    <a:pt x="6866966" y="1756701"/>
                  </a:lnTo>
                  <a:lnTo>
                    <a:pt x="6866151" y="1756701"/>
                  </a:lnTo>
                  <a:lnTo>
                    <a:pt x="6865336" y="1756701"/>
                  </a:lnTo>
                  <a:lnTo>
                    <a:pt x="6864521" y="1756701"/>
                  </a:lnTo>
                  <a:lnTo>
                    <a:pt x="6863707" y="1756701"/>
                  </a:lnTo>
                  <a:lnTo>
                    <a:pt x="6862892" y="1756701"/>
                  </a:lnTo>
                  <a:lnTo>
                    <a:pt x="6862077" y="1756701"/>
                  </a:lnTo>
                  <a:lnTo>
                    <a:pt x="6861262" y="1756701"/>
                  </a:lnTo>
                  <a:lnTo>
                    <a:pt x="6860448" y="1756701"/>
                  </a:lnTo>
                  <a:lnTo>
                    <a:pt x="6859633" y="1756701"/>
                  </a:lnTo>
                  <a:lnTo>
                    <a:pt x="6858818" y="1756701"/>
                  </a:lnTo>
                  <a:lnTo>
                    <a:pt x="6858003" y="1756701"/>
                  </a:lnTo>
                  <a:lnTo>
                    <a:pt x="6857188" y="1756701"/>
                  </a:lnTo>
                  <a:lnTo>
                    <a:pt x="6856374" y="1756701"/>
                  </a:lnTo>
                  <a:lnTo>
                    <a:pt x="6855559" y="1756701"/>
                  </a:lnTo>
                  <a:lnTo>
                    <a:pt x="6854744" y="1756701"/>
                  </a:lnTo>
                  <a:lnTo>
                    <a:pt x="6853929" y="1756701"/>
                  </a:lnTo>
                  <a:lnTo>
                    <a:pt x="6853115" y="1756701"/>
                  </a:lnTo>
                  <a:lnTo>
                    <a:pt x="6852300" y="1756701"/>
                  </a:lnTo>
                  <a:lnTo>
                    <a:pt x="6851485" y="1756701"/>
                  </a:lnTo>
                  <a:lnTo>
                    <a:pt x="6850670" y="1756701"/>
                  </a:lnTo>
                  <a:lnTo>
                    <a:pt x="6849855" y="1756701"/>
                  </a:lnTo>
                  <a:lnTo>
                    <a:pt x="6849041" y="1756701"/>
                  </a:lnTo>
                  <a:lnTo>
                    <a:pt x="6848226" y="1756701"/>
                  </a:lnTo>
                  <a:lnTo>
                    <a:pt x="6847411" y="1756701"/>
                  </a:lnTo>
                  <a:lnTo>
                    <a:pt x="6846596" y="1756701"/>
                  </a:lnTo>
                  <a:lnTo>
                    <a:pt x="6845781" y="1756701"/>
                  </a:lnTo>
                  <a:lnTo>
                    <a:pt x="6844967" y="1756701"/>
                  </a:lnTo>
                  <a:lnTo>
                    <a:pt x="6844152" y="1756701"/>
                  </a:lnTo>
                  <a:lnTo>
                    <a:pt x="6843337" y="1756701"/>
                  </a:lnTo>
                  <a:lnTo>
                    <a:pt x="6842522" y="1756701"/>
                  </a:lnTo>
                  <a:lnTo>
                    <a:pt x="6841708" y="1756701"/>
                  </a:lnTo>
                  <a:lnTo>
                    <a:pt x="6840893" y="1756701"/>
                  </a:lnTo>
                  <a:lnTo>
                    <a:pt x="6840078" y="1756701"/>
                  </a:lnTo>
                  <a:lnTo>
                    <a:pt x="6839263" y="1756701"/>
                  </a:lnTo>
                  <a:lnTo>
                    <a:pt x="6838448" y="1756701"/>
                  </a:lnTo>
                  <a:lnTo>
                    <a:pt x="6837634" y="1756701"/>
                  </a:lnTo>
                  <a:lnTo>
                    <a:pt x="6836819" y="1756701"/>
                  </a:lnTo>
                  <a:lnTo>
                    <a:pt x="6836004" y="1756701"/>
                  </a:lnTo>
                  <a:lnTo>
                    <a:pt x="6835189" y="1756701"/>
                  </a:lnTo>
                  <a:lnTo>
                    <a:pt x="6834375" y="1756701"/>
                  </a:lnTo>
                  <a:lnTo>
                    <a:pt x="6833560" y="1756701"/>
                  </a:lnTo>
                  <a:lnTo>
                    <a:pt x="6832745" y="1756701"/>
                  </a:lnTo>
                  <a:lnTo>
                    <a:pt x="6831930" y="1756701"/>
                  </a:lnTo>
                  <a:lnTo>
                    <a:pt x="6831115" y="1756701"/>
                  </a:lnTo>
                  <a:lnTo>
                    <a:pt x="6830301" y="1756701"/>
                  </a:lnTo>
                  <a:lnTo>
                    <a:pt x="6829486" y="1756701"/>
                  </a:lnTo>
                  <a:lnTo>
                    <a:pt x="6828671" y="1756701"/>
                  </a:lnTo>
                  <a:lnTo>
                    <a:pt x="6827856" y="1756701"/>
                  </a:lnTo>
                  <a:lnTo>
                    <a:pt x="6827042" y="1756701"/>
                  </a:lnTo>
                  <a:lnTo>
                    <a:pt x="6826227" y="1756701"/>
                  </a:lnTo>
                  <a:lnTo>
                    <a:pt x="6825412" y="1756701"/>
                  </a:lnTo>
                  <a:lnTo>
                    <a:pt x="6824597" y="1756701"/>
                  </a:lnTo>
                  <a:lnTo>
                    <a:pt x="6823782" y="1756701"/>
                  </a:lnTo>
                  <a:lnTo>
                    <a:pt x="6822968" y="1756701"/>
                  </a:lnTo>
                  <a:lnTo>
                    <a:pt x="6822153" y="1756701"/>
                  </a:lnTo>
                  <a:lnTo>
                    <a:pt x="6821338" y="1756701"/>
                  </a:lnTo>
                  <a:lnTo>
                    <a:pt x="6820523" y="1756701"/>
                  </a:lnTo>
                  <a:lnTo>
                    <a:pt x="6819709" y="1756701"/>
                  </a:lnTo>
                  <a:lnTo>
                    <a:pt x="6818894" y="1756701"/>
                  </a:lnTo>
                  <a:lnTo>
                    <a:pt x="6818079" y="1756701"/>
                  </a:lnTo>
                  <a:lnTo>
                    <a:pt x="6817264" y="1756701"/>
                  </a:lnTo>
                  <a:lnTo>
                    <a:pt x="6816449" y="1756701"/>
                  </a:lnTo>
                  <a:lnTo>
                    <a:pt x="6815635" y="1756701"/>
                  </a:lnTo>
                  <a:lnTo>
                    <a:pt x="6814820" y="1756701"/>
                  </a:lnTo>
                  <a:lnTo>
                    <a:pt x="6814005" y="1756701"/>
                  </a:lnTo>
                  <a:lnTo>
                    <a:pt x="6813190" y="1756701"/>
                  </a:lnTo>
                  <a:lnTo>
                    <a:pt x="6812376" y="1756701"/>
                  </a:lnTo>
                  <a:lnTo>
                    <a:pt x="6811561" y="1756701"/>
                  </a:lnTo>
                  <a:lnTo>
                    <a:pt x="6810746" y="1756701"/>
                  </a:lnTo>
                  <a:lnTo>
                    <a:pt x="6809931" y="1756701"/>
                  </a:lnTo>
                  <a:lnTo>
                    <a:pt x="6809116" y="1756701"/>
                  </a:lnTo>
                  <a:lnTo>
                    <a:pt x="6808302" y="1756701"/>
                  </a:lnTo>
                  <a:lnTo>
                    <a:pt x="6807487" y="1756701"/>
                  </a:lnTo>
                  <a:lnTo>
                    <a:pt x="6806672" y="1756701"/>
                  </a:lnTo>
                  <a:lnTo>
                    <a:pt x="6805857" y="1756701"/>
                  </a:lnTo>
                  <a:lnTo>
                    <a:pt x="6805042" y="1756701"/>
                  </a:lnTo>
                  <a:lnTo>
                    <a:pt x="6804228" y="1756701"/>
                  </a:lnTo>
                  <a:lnTo>
                    <a:pt x="6803413" y="1756701"/>
                  </a:lnTo>
                  <a:lnTo>
                    <a:pt x="6802598" y="1756701"/>
                  </a:lnTo>
                  <a:lnTo>
                    <a:pt x="6801783" y="1756701"/>
                  </a:lnTo>
                  <a:lnTo>
                    <a:pt x="6800969" y="1756701"/>
                  </a:lnTo>
                  <a:lnTo>
                    <a:pt x="6800154" y="1756701"/>
                  </a:lnTo>
                  <a:lnTo>
                    <a:pt x="6799339" y="1756701"/>
                  </a:lnTo>
                  <a:lnTo>
                    <a:pt x="6798524" y="1756701"/>
                  </a:lnTo>
                  <a:lnTo>
                    <a:pt x="6797709" y="1756701"/>
                  </a:lnTo>
                  <a:lnTo>
                    <a:pt x="6796895" y="1756701"/>
                  </a:lnTo>
                  <a:lnTo>
                    <a:pt x="6796080" y="1756701"/>
                  </a:lnTo>
                  <a:lnTo>
                    <a:pt x="6795265" y="1756701"/>
                  </a:lnTo>
                  <a:lnTo>
                    <a:pt x="6794450" y="1756701"/>
                  </a:lnTo>
                  <a:lnTo>
                    <a:pt x="6793636" y="1756701"/>
                  </a:lnTo>
                  <a:lnTo>
                    <a:pt x="6792821" y="1756701"/>
                  </a:lnTo>
                  <a:lnTo>
                    <a:pt x="6792006" y="1756701"/>
                  </a:lnTo>
                  <a:lnTo>
                    <a:pt x="6791191" y="1756701"/>
                  </a:lnTo>
                  <a:lnTo>
                    <a:pt x="6790376" y="1756701"/>
                  </a:lnTo>
                  <a:lnTo>
                    <a:pt x="6789562" y="1756701"/>
                  </a:lnTo>
                  <a:lnTo>
                    <a:pt x="6788747" y="1756701"/>
                  </a:lnTo>
                  <a:lnTo>
                    <a:pt x="6787932" y="1756701"/>
                  </a:lnTo>
                  <a:lnTo>
                    <a:pt x="6787117" y="1756701"/>
                  </a:lnTo>
                  <a:lnTo>
                    <a:pt x="6786303" y="1756701"/>
                  </a:lnTo>
                  <a:lnTo>
                    <a:pt x="6785488" y="1756701"/>
                  </a:lnTo>
                  <a:lnTo>
                    <a:pt x="6784673" y="1756701"/>
                  </a:lnTo>
                  <a:lnTo>
                    <a:pt x="6783858" y="1756701"/>
                  </a:lnTo>
                  <a:lnTo>
                    <a:pt x="6783043" y="1756701"/>
                  </a:lnTo>
                  <a:lnTo>
                    <a:pt x="6782229" y="1756701"/>
                  </a:lnTo>
                  <a:lnTo>
                    <a:pt x="6781414" y="1756701"/>
                  </a:lnTo>
                  <a:lnTo>
                    <a:pt x="6780599" y="1756701"/>
                  </a:lnTo>
                  <a:lnTo>
                    <a:pt x="6779784" y="1756701"/>
                  </a:lnTo>
                  <a:lnTo>
                    <a:pt x="6778970" y="1756701"/>
                  </a:lnTo>
                  <a:lnTo>
                    <a:pt x="6778155" y="1756701"/>
                  </a:lnTo>
                  <a:lnTo>
                    <a:pt x="6777340" y="1756701"/>
                  </a:lnTo>
                  <a:lnTo>
                    <a:pt x="6776525" y="1756701"/>
                  </a:lnTo>
                  <a:lnTo>
                    <a:pt x="6775710" y="1756701"/>
                  </a:lnTo>
                  <a:lnTo>
                    <a:pt x="6774896" y="1756701"/>
                  </a:lnTo>
                  <a:lnTo>
                    <a:pt x="6774081" y="1756701"/>
                  </a:lnTo>
                  <a:lnTo>
                    <a:pt x="6773266" y="1756701"/>
                  </a:lnTo>
                  <a:lnTo>
                    <a:pt x="6772451" y="1756701"/>
                  </a:lnTo>
                  <a:lnTo>
                    <a:pt x="6771637" y="1756701"/>
                  </a:lnTo>
                  <a:lnTo>
                    <a:pt x="6770822" y="1756701"/>
                  </a:lnTo>
                  <a:lnTo>
                    <a:pt x="6770007" y="1756701"/>
                  </a:lnTo>
                  <a:lnTo>
                    <a:pt x="6769192" y="1756701"/>
                  </a:lnTo>
                  <a:lnTo>
                    <a:pt x="6768377" y="1756701"/>
                  </a:lnTo>
                  <a:lnTo>
                    <a:pt x="6767563" y="1756701"/>
                  </a:lnTo>
                  <a:lnTo>
                    <a:pt x="6766748" y="1756701"/>
                  </a:lnTo>
                  <a:lnTo>
                    <a:pt x="6765933" y="1756701"/>
                  </a:lnTo>
                  <a:lnTo>
                    <a:pt x="6765118" y="1756701"/>
                  </a:lnTo>
                  <a:lnTo>
                    <a:pt x="6764303" y="1756701"/>
                  </a:lnTo>
                  <a:lnTo>
                    <a:pt x="6763489" y="1756701"/>
                  </a:lnTo>
                  <a:lnTo>
                    <a:pt x="6762674" y="1756701"/>
                  </a:lnTo>
                  <a:lnTo>
                    <a:pt x="6761859" y="1756701"/>
                  </a:lnTo>
                  <a:lnTo>
                    <a:pt x="6761044" y="1756701"/>
                  </a:lnTo>
                  <a:lnTo>
                    <a:pt x="6760230" y="1756701"/>
                  </a:lnTo>
                  <a:lnTo>
                    <a:pt x="6759415" y="1756701"/>
                  </a:lnTo>
                  <a:lnTo>
                    <a:pt x="6758600" y="1756701"/>
                  </a:lnTo>
                  <a:lnTo>
                    <a:pt x="6757785" y="1756701"/>
                  </a:lnTo>
                  <a:lnTo>
                    <a:pt x="6756970" y="1756701"/>
                  </a:lnTo>
                  <a:lnTo>
                    <a:pt x="6756156" y="1756701"/>
                  </a:lnTo>
                  <a:lnTo>
                    <a:pt x="6755341" y="1756701"/>
                  </a:lnTo>
                  <a:lnTo>
                    <a:pt x="6754526" y="1756701"/>
                  </a:lnTo>
                  <a:lnTo>
                    <a:pt x="6753711" y="1756701"/>
                  </a:lnTo>
                  <a:lnTo>
                    <a:pt x="6752897" y="1756701"/>
                  </a:lnTo>
                  <a:lnTo>
                    <a:pt x="6752082" y="1756701"/>
                  </a:lnTo>
                  <a:lnTo>
                    <a:pt x="6751267" y="1756701"/>
                  </a:lnTo>
                  <a:lnTo>
                    <a:pt x="6750452" y="1756701"/>
                  </a:lnTo>
                  <a:lnTo>
                    <a:pt x="6749637" y="1756701"/>
                  </a:lnTo>
                  <a:lnTo>
                    <a:pt x="6748823" y="1756701"/>
                  </a:lnTo>
                  <a:lnTo>
                    <a:pt x="6748008" y="1756701"/>
                  </a:lnTo>
                  <a:lnTo>
                    <a:pt x="6747193" y="1756701"/>
                  </a:lnTo>
                  <a:lnTo>
                    <a:pt x="6746378" y="1756701"/>
                  </a:lnTo>
                  <a:lnTo>
                    <a:pt x="6745564" y="1756701"/>
                  </a:lnTo>
                  <a:lnTo>
                    <a:pt x="6744749" y="1756701"/>
                  </a:lnTo>
                  <a:lnTo>
                    <a:pt x="6743934" y="1756701"/>
                  </a:lnTo>
                  <a:lnTo>
                    <a:pt x="6743119" y="1756701"/>
                  </a:lnTo>
                  <a:lnTo>
                    <a:pt x="6742304" y="1756701"/>
                  </a:lnTo>
                  <a:lnTo>
                    <a:pt x="6741490" y="1756701"/>
                  </a:lnTo>
                  <a:lnTo>
                    <a:pt x="6740675" y="1756701"/>
                  </a:lnTo>
                  <a:lnTo>
                    <a:pt x="6739860" y="1756701"/>
                  </a:lnTo>
                  <a:lnTo>
                    <a:pt x="6739045" y="1756701"/>
                  </a:lnTo>
                  <a:lnTo>
                    <a:pt x="6738231" y="1756701"/>
                  </a:lnTo>
                  <a:lnTo>
                    <a:pt x="6737416" y="1756701"/>
                  </a:lnTo>
                  <a:lnTo>
                    <a:pt x="6736601" y="1756701"/>
                  </a:lnTo>
                  <a:lnTo>
                    <a:pt x="6735786" y="1756701"/>
                  </a:lnTo>
                  <a:lnTo>
                    <a:pt x="6734971" y="1756701"/>
                  </a:lnTo>
                  <a:lnTo>
                    <a:pt x="6734157" y="1756701"/>
                  </a:lnTo>
                  <a:lnTo>
                    <a:pt x="6733342" y="1756701"/>
                  </a:lnTo>
                  <a:lnTo>
                    <a:pt x="6732527" y="1756701"/>
                  </a:lnTo>
                  <a:lnTo>
                    <a:pt x="6731712" y="1756701"/>
                  </a:lnTo>
                  <a:lnTo>
                    <a:pt x="6730897" y="1756701"/>
                  </a:lnTo>
                  <a:lnTo>
                    <a:pt x="6730083" y="1756701"/>
                  </a:lnTo>
                  <a:lnTo>
                    <a:pt x="6729268" y="1756701"/>
                  </a:lnTo>
                  <a:lnTo>
                    <a:pt x="6728453" y="1756701"/>
                  </a:lnTo>
                  <a:lnTo>
                    <a:pt x="6727638" y="1756701"/>
                  </a:lnTo>
                  <a:lnTo>
                    <a:pt x="6726824" y="1756701"/>
                  </a:lnTo>
                  <a:lnTo>
                    <a:pt x="6726009" y="1756701"/>
                  </a:lnTo>
                  <a:lnTo>
                    <a:pt x="6725194" y="1756701"/>
                  </a:lnTo>
                  <a:lnTo>
                    <a:pt x="6724379" y="1756701"/>
                  </a:lnTo>
                  <a:lnTo>
                    <a:pt x="6723564" y="1756701"/>
                  </a:lnTo>
                  <a:lnTo>
                    <a:pt x="6722750" y="1756701"/>
                  </a:lnTo>
                  <a:lnTo>
                    <a:pt x="6721935" y="1756701"/>
                  </a:lnTo>
                  <a:lnTo>
                    <a:pt x="6721120" y="1756701"/>
                  </a:lnTo>
                  <a:lnTo>
                    <a:pt x="6720305" y="1756701"/>
                  </a:lnTo>
                  <a:lnTo>
                    <a:pt x="6719491" y="1756701"/>
                  </a:lnTo>
                  <a:lnTo>
                    <a:pt x="6718676" y="1756701"/>
                  </a:lnTo>
                  <a:lnTo>
                    <a:pt x="6717861" y="1756701"/>
                  </a:lnTo>
                  <a:lnTo>
                    <a:pt x="6717046" y="1756701"/>
                  </a:lnTo>
                  <a:lnTo>
                    <a:pt x="6716231" y="1756701"/>
                  </a:lnTo>
                  <a:lnTo>
                    <a:pt x="6715417" y="1756701"/>
                  </a:lnTo>
                  <a:lnTo>
                    <a:pt x="6714602" y="1756701"/>
                  </a:lnTo>
                  <a:lnTo>
                    <a:pt x="6713787" y="1756701"/>
                  </a:lnTo>
                  <a:lnTo>
                    <a:pt x="6712972" y="1756701"/>
                  </a:lnTo>
                  <a:lnTo>
                    <a:pt x="6712158" y="1756701"/>
                  </a:lnTo>
                  <a:lnTo>
                    <a:pt x="6711343" y="1756701"/>
                  </a:lnTo>
                  <a:lnTo>
                    <a:pt x="6710528" y="1756701"/>
                  </a:lnTo>
                  <a:lnTo>
                    <a:pt x="6709713" y="1756701"/>
                  </a:lnTo>
                  <a:lnTo>
                    <a:pt x="6708898" y="1756701"/>
                  </a:lnTo>
                  <a:lnTo>
                    <a:pt x="6708084" y="1756701"/>
                  </a:lnTo>
                  <a:lnTo>
                    <a:pt x="6707269" y="1756701"/>
                  </a:lnTo>
                  <a:lnTo>
                    <a:pt x="6706454" y="1756701"/>
                  </a:lnTo>
                  <a:lnTo>
                    <a:pt x="6705639" y="1756701"/>
                  </a:lnTo>
                  <a:lnTo>
                    <a:pt x="6704825" y="1756701"/>
                  </a:lnTo>
                  <a:lnTo>
                    <a:pt x="6704010" y="1756701"/>
                  </a:lnTo>
                  <a:lnTo>
                    <a:pt x="6703195" y="1756701"/>
                  </a:lnTo>
                  <a:lnTo>
                    <a:pt x="6702380" y="1756701"/>
                  </a:lnTo>
                  <a:lnTo>
                    <a:pt x="6701565" y="1756701"/>
                  </a:lnTo>
                  <a:lnTo>
                    <a:pt x="6700751" y="1756701"/>
                  </a:lnTo>
                  <a:lnTo>
                    <a:pt x="6699936" y="1756701"/>
                  </a:lnTo>
                  <a:lnTo>
                    <a:pt x="6699121" y="1756701"/>
                  </a:lnTo>
                  <a:lnTo>
                    <a:pt x="6698306" y="1756701"/>
                  </a:lnTo>
                  <a:lnTo>
                    <a:pt x="6697492" y="1756701"/>
                  </a:lnTo>
                  <a:lnTo>
                    <a:pt x="6696677" y="1756701"/>
                  </a:lnTo>
                  <a:lnTo>
                    <a:pt x="6695862" y="1756701"/>
                  </a:lnTo>
                  <a:lnTo>
                    <a:pt x="6695047" y="1756701"/>
                  </a:lnTo>
                  <a:lnTo>
                    <a:pt x="6694232" y="1756701"/>
                  </a:lnTo>
                  <a:lnTo>
                    <a:pt x="6693418" y="1756701"/>
                  </a:lnTo>
                  <a:lnTo>
                    <a:pt x="6692603" y="1756701"/>
                  </a:lnTo>
                  <a:lnTo>
                    <a:pt x="6691788" y="1756701"/>
                  </a:lnTo>
                  <a:lnTo>
                    <a:pt x="6690973" y="1756701"/>
                  </a:lnTo>
                  <a:lnTo>
                    <a:pt x="6690158" y="1756701"/>
                  </a:lnTo>
                  <a:lnTo>
                    <a:pt x="6689344" y="1756701"/>
                  </a:lnTo>
                  <a:lnTo>
                    <a:pt x="6688529" y="1756701"/>
                  </a:lnTo>
                  <a:lnTo>
                    <a:pt x="6687714" y="1756701"/>
                  </a:lnTo>
                  <a:lnTo>
                    <a:pt x="6686899" y="1756701"/>
                  </a:lnTo>
                  <a:lnTo>
                    <a:pt x="6686085" y="1756701"/>
                  </a:lnTo>
                  <a:lnTo>
                    <a:pt x="6685270" y="1756701"/>
                  </a:lnTo>
                  <a:lnTo>
                    <a:pt x="6684455" y="1756701"/>
                  </a:lnTo>
                  <a:lnTo>
                    <a:pt x="6683640" y="1756701"/>
                  </a:lnTo>
                  <a:lnTo>
                    <a:pt x="6682825" y="1756701"/>
                  </a:lnTo>
                  <a:lnTo>
                    <a:pt x="6682011" y="1756701"/>
                  </a:lnTo>
                  <a:lnTo>
                    <a:pt x="6681196" y="1756701"/>
                  </a:lnTo>
                  <a:lnTo>
                    <a:pt x="6680381" y="1756701"/>
                  </a:lnTo>
                  <a:lnTo>
                    <a:pt x="6679566" y="1756701"/>
                  </a:lnTo>
                  <a:lnTo>
                    <a:pt x="6678752" y="1756701"/>
                  </a:lnTo>
                  <a:lnTo>
                    <a:pt x="6677937" y="1756701"/>
                  </a:lnTo>
                  <a:lnTo>
                    <a:pt x="6677122" y="1756701"/>
                  </a:lnTo>
                  <a:lnTo>
                    <a:pt x="6676307" y="1756701"/>
                  </a:lnTo>
                  <a:lnTo>
                    <a:pt x="6675492" y="1756701"/>
                  </a:lnTo>
                  <a:lnTo>
                    <a:pt x="6674678" y="1756701"/>
                  </a:lnTo>
                  <a:lnTo>
                    <a:pt x="6673863" y="1756701"/>
                  </a:lnTo>
                  <a:lnTo>
                    <a:pt x="6673048" y="1756701"/>
                  </a:lnTo>
                  <a:lnTo>
                    <a:pt x="6672233" y="1756701"/>
                  </a:lnTo>
                  <a:lnTo>
                    <a:pt x="6671419" y="1756701"/>
                  </a:lnTo>
                  <a:lnTo>
                    <a:pt x="6670604" y="1756701"/>
                  </a:lnTo>
                  <a:lnTo>
                    <a:pt x="6669789" y="1756701"/>
                  </a:lnTo>
                  <a:lnTo>
                    <a:pt x="6668974" y="1756701"/>
                  </a:lnTo>
                  <a:lnTo>
                    <a:pt x="6668159" y="1756701"/>
                  </a:lnTo>
                  <a:lnTo>
                    <a:pt x="6667345" y="1756701"/>
                  </a:lnTo>
                  <a:lnTo>
                    <a:pt x="6666530" y="1756701"/>
                  </a:lnTo>
                  <a:lnTo>
                    <a:pt x="6665715" y="1756701"/>
                  </a:lnTo>
                  <a:lnTo>
                    <a:pt x="6664900" y="1756701"/>
                  </a:lnTo>
                  <a:lnTo>
                    <a:pt x="6664086" y="1756701"/>
                  </a:lnTo>
                  <a:lnTo>
                    <a:pt x="6663271" y="1756701"/>
                  </a:lnTo>
                  <a:lnTo>
                    <a:pt x="6662456" y="1756701"/>
                  </a:lnTo>
                  <a:lnTo>
                    <a:pt x="6661641" y="1756701"/>
                  </a:lnTo>
                  <a:lnTo>
                    <a:pt x="6660826" y="1756701"/>
                  </a:lnTo>
                  <a:lnTo>
                    <a:pt x="6660012" y="1756701"/>
                  </a:lnTo>
                  <a:lnTo>
                    <a:pt x="6659197" y="1756701"/>
                  </a:lnTo>
                  <a:lnTo>
                    <a:pt x="6658382" y="1756701"/>
                  </a:lnTo>
                  <a:lnTo>
                    <a:pt x="6657567" y="1756701"/>
                  </a:lnTo>
                  <a:lnTo>
                    <a:pt x="6656753" y="1756701"/>
                  </a:lnTo>
                  <a:lnTo>
                    <a:pt x="6655938" y="1756701"/>
                  </a:lnTo>
                  <a:lnTo>
                    <a:pt x="6655123" y="1756701"/>
                  </a:lnTo>
                  <a:lnTo>
                    <a:pt x="6654308" y="1756701"/>
                  </a:lnTo>
                  <a:lnTo>
                    <a:pt x="6653493" y="1756701"/>
                  </a:lnTo>
                  <a:lnTo>
                    <a:pt x="6652679" y="1756701"/>
                  </a:lnTo>
                  <a:lnTo>
                    <a:pt x="6651864" y="1756701"/>
                  </a:lnTo>
                  <a:lnTo>
                    <a:pt x="6651049" y="1756701"/>
                  </a:lnTo>
                  <a:lnTo>
                    <a:pt x="6650234" y="1756701"/>
                  </a:lnTo>
                  <a:lnTo>
                    <a:pt x="6649419" y="1756701"/>
                  </a:lnTo>
                  <a:lnTo>
                    <a:pt x="6648605" y="1756701"/>
                  </a:lnTo>
                  <a:lnTo>
                    <a:pt x="6647790" y="1756701"/>
                  </a:lnTo>
                  <a:lnTo>
                    <a:pt x="6646975" y="1756701"/>
                  </a:lnTo>
                  <a:lnTo>
                    <a:pt x="6646160" y="1756701"/>
                  </a:lnTo>
                  <a:lnTo>
                    <a:pt x="6645346" y="1756701"/>
                  </a:lnTo>
                  <a:lnTo>
                    <a:pt x="6644531" y="1756701"/>
                  </a:lnTo>
                  <a:lnTo>
                    <a:pt x="6643716" y="1756701"/>
                  </a:lnTo>
                  <a:lnTo>
                    <a:pt x="6642901" y="1756701"/>
                  </a:lnTo>
                  <a:lnTo>
                    <a:pt x="6642086" y="1756701"/>
                  </a:lnTo>
                  <a:lnTo>
                    <a:pt x="6641272" y="1756701"/>
                  </a:lnTo>
                  <a:lnTo>
                    <a:pt x="6640457" y="1756701"/>
                  </a:lnTo>
                  <a:lnTo>
                    <a:pt x="6639642" y="1756701"/>
                  </a:lnTo>
                  <a:lnTo>
                    <a:pt x="6638827" y="1756701"/>
                  </a:lnTo>
                  <a:lnTo>
                    <a:pt x="6638013" y="1756701"/>
                  </a:lnTo>
                  <a:lnTo>
                    <a:pt x="6637198" y="1756701"/>
                  </a:lnTo>
                  <a:lnTo>
                    <a:pt x="6636383" y="1756701"/>
                  </a:lnTo>
                  <a:lnTo>
                    <a:pt x="6635568" y="1756701"/>
                  </a:lnTo>
                  <a:lnTo>
                    <a:pt x="6634753" y="1756701"/>
                  </a:lnTo>
                  <a:lnTo>
                    <a:pt x="6633939" y="1756701"/>
                  </a:lnTo>
                  <a:lnTo>
                    <a:pt x="6633124" y="1756701"/>
                  </a:lnTo>
                  <a:lnTo>
                    <a:pt x="6632309" y="1756701"/>
                  </a:lnTo>
                  <a:lnTo>
                    <a:pt x="6631494" y="1756701"/>
                  </a:lnTo>
                  <a:lnTo>
                    <a:pt x="6630680" y="1756701"/>
                  </a:lnTo>
                  <a:lnTo>
                    <a:pt x="6629865" y="1756701"/>
                  </a:lnTo>
                  <a:lnTo>
                    <a:pt x="6629050" y="1756701"/>
                  </a:lnTo>
                  <a:lnTo>
                    <a:pt x="6628235" y="1756701"/>
                  </a:lnTo>
                  <a:lnTo>
                    <a:pt x="6627420" y="1756701"/>
                  </a:lnTo>
                  <a:lnTo>
                    <a:pt x="6626606" y="1756701"/>
                  </a:lnTo>
                  <a:lnTo>
                    <a:pt x="6625791" y="1756701"/>
                  </a:lnTo>
                  <a:lnTo>
                    <a:pt x="6624976" y="1756701"/>
                  </a:lnTo>
                  <a:lnTo>
                    <a:pt x="6624161" y="1756701"/>
                  </a:lnTo>
                  <a:lnTo>
                    <a:pt x="6623347" y="1756701"/>
                  </a:lnTo>
                  <a:lnTo>
                    <a:pt x="6622532" y="1756701"/>
                  </a:lnTo>
                  <a:lnTo>
                    <a:pt x="6621717" y="1756701"/>
                  </a:lnTo>
                  <a:lnTo>
                    <a:pt x="6620902" y="1756701"/>
                  </a:lnTo>
                  <a:lnTo>
                    <a:pt x="6620087" y="1756701"/>
                  </a:lnTo>
                  <a:lnTo>
                    <a:pt x="6619273" y="1756701"/>
                  </a:lnTo>
                  <a:lnTo>
                    <a:pt x="6618458" y="1756701"/>
                  </a:lnTo>
                  <a:lnTo>
                    <a:pt x="6617643" y="1756701"/>
                  </a:lnTo>
                  <a:lnTo>
                    <a:pt x="6616828" y="1756701"/>
                  </a:lnTo>
                  <a:lnTo>
                    <a:pt x="6616014" y="1756701"/>
                  </a:lnTo>
                  <a:lnTo>
                    <a:pt x="6615199" y="1756701"/>
                  </a:lnTo>
                  <a:lnTo>
                    <a:pt x="6614384" y="1756701"/>
                  </a:lnTo>
                  <a:lnTo>
                    <a:pt x="6613569" y="1756701"/>
                  </a:lnTo>
                  <a:lnTo>
                    <a:pt x="6612754" y="1756701"/>
                  </a:lnTo>
                  <a:lnTo>
                    <a:pt x="6611940" y="1756701"/>
                  </a:lnTo>
                  <a:lnTo>
                    <a:pt x="6611125" y="1756701"/>
                  </a:lnTo>
                  <a:lnTo>
                    <a:pt x="6610310" y="1756701"/>
                  </a:lnTo>
                  <a:lnTo>
                    <a:pt x="6609495" y="1756701"/>
                  </a:lnTo>
                  <a:lnTo>
                    <a:pt x="6608680" y="1756701"/>
                  </a:lnTo>
                  <a:lnTo>
                    <a:pt x="6607866" y="1756701"/>
                  </a:lnTo>
                  <a:lnTo>
                    <a:pt x="6607051" y="1756701"/>
                  </a:lnTo>
                  <a:lnTo>
                    <a:pt x="6606236" y="1756701"/>
                  </a:lnTo>
                  <a:lnTo>
                    <a:pt x="6605421" y="1756701"/>
                  </a:lnTo>
                  <a:lnTo>
                    <a:pt x="6604607" y="1756701"/>
                  </a:lnTo>
                  <a:lnTo>
                    <a:pt x="6603792" y="1756701"/>
                  </a:lnTo>
                  <a:lnTo>
                    <a:pt x="6602977" y="1756701"/>
                  </a:lnTo>
                  <a:lnTo>
                    <a:pt x="6602162" y="1756701"/>
                  </a:lnTo>
                  <a:lnTo>
                    <a:pt x="6601347" y="1756701"/>
                  </a:lnTo>
                  <a:lnTo>
                    <a:pt x="6600533" y="1756701"/>
                  </a:lnTo>
                  <a:lnTo>
                    <a:pt x="6599718" y="1756701"/>
                  </a:lnTo>
                  <a:lnTo>
                    <a:pt x="6598903" y="1756701"/>
                  </a:lnTo>
                  <a:lnTo>
                    <a:pt x="6598088" y="1756701"/>
                  </a:lnTo>
                  <a:lnTo>
                    <a:pt x="6597274" y="1756701"/>
                  </a:lnTo>
                  <a:lnTo>
                    <a:pt x="6596459" y="1756701"/>
                  </a:lnTo>
                  <a:lnTo>
                    <a:pt x="6595644" y="1756701"/>
                  </a:lnTo>
                  <a:lnTo>
                    <a:pt x="6594829" y="1756701"/>
                  </a:lnTo>
                  <a:lnTo>
                    <a:pt x="6594014" y="1756701"/>
                  </a:lnTo>
                  <a:lnTo>
                    <a:pt x="6593200" y="1756701"/>
                  </a:lnTo>
                  <a:lnTo>
                    <a:pt x="6592385" y="1756701"/>
                  </a:lnTo>
                  <a:lnTo>
                    <a:pt x="6591570" y="1756701"/>
                  </a:lnTo>
                  <a:lnTo>
                    <a:pt x="6590755" y="1756701"/>
                  </a:lnTo>
                  <a:lnTo>
                    <a:pt x="6589941" y="1756701"/>
                  </a:lnTo>
                  <a:lnTo>
                    <a:pt x="6589126" y="1756701"/>
                  </a:lnTo>
                  <a:lnTo>
                    <a:pt x="6588311" y="1756701"/>
                  </a:lnTo>
                  <a:lnTo>
                    <a:pt x="6587496" y="1756701"/>
                  </a:lnTo>
                  <a:lnTo>
                    <a:pt x="6586681" y="1756701"/>
                  </a:lnTo>
                  <a:lnTo>
                    <a:pt x="6585867" y="1756701"/>
                  </a:lnTo>
                  <a:lnTo>
                    <a:pt x="6585052" y="1756701"/>
                  </a:lnTo>
                  <a:lnTo>
                    <a:pt x="6584237" y="1756701"/>
                  </a:lnTo>
                  <a:lnTo>
                    <a:pt x="6583422" y="1756701"/>
                  </a:lnTo>
                  <a:lnTo>
                    <a:pt x="6582608" y="1756701"/>
                  </a:lnTo>
                  <a:lnTo>
                    <a:pt x="6581793" y="1756701"/>
                  </a:lnTo>
                  <a:lnTo>
                    <a:pt x="6580978" y="1756701"/>
                  </a:lnTo>
                  <a:lnTo>
                    <a:pt x="6580163" y="1756701"/>
                  </a:lnTo>
                  <a:lnTo>
                    <a:pt x="6579348" y="1756701"/>
                  </a:lnTo>
                  <a:lnTo>
                    <a:pt x="6578534" y="1756701"/>
                  </a:lnTo>
                  <a:lnTo>
                    <a:pt x="6577719" y="1756701"/>
                  </a:lnTo>
                  <a:lnTo>
                    <a:pt x="6576904" y="1756701"/>
                  </a:lnTo>
                  <a:lnTo>
                    <a:pt x="6576089" y="1756701"/>
                  </a:lnTo>
                  <a:lnTo>
                    <a:pt x="6575275" y="1756701"/>
                  </a:lnTo>
                  <a:lnTo>
                    <a:pt x="6574460" y="1756701"/>
                  </a:lnTo>
                  <a:lnTo>
                    <a:pt x="6573645" y="1756701"/>
                  </a:lnTo>
                  <a:lnTo>
                    <a:pt x="6572830" y="1756701"/>
                  </a:lnTo>
                  <a:lnTo>
                    <a:pt x="6572015" y="1756701"/>
                  </a:lnTo>
                  <a:lnTo>
                    <a:pt x="6571201" y="1756701"/>
                  </a:lnTo>
                  <a:lnTo>
                    <a:pt x="6570386" y="1756701"/>
                  </a:lnTo>
                  <a:lnTo>
                    <a:pt x="6569571" y="1756701"/>
                  </a:lnTo>
                  <a:lnTo>
                    <a:pt x="6568756" y="1756701"/>
                  </a:lnTo>
                  <a:lnTo>
                    <a:pt x="6567941" y="1756701"/>
                  </a:lnTo>
                  <a:lnTo>
                    <a:pt x="6567127" y="1756701"/>
                  </a:lnTo>
                  <a:lnTo>
                    <a:pt x="6566312" y="1756701"/>
                  </a:lnTo>
                  <a:lnTo>
                    <a:pt x="6565497" y="1756701"/>
                  </a:lnTo>
                  <a:lnTo>
                    <a:pt x="6564682" y="1756701"/>
                  </a:lnTo>
                  <a:lnTo>
                    <a:pt x="6563868" y="1756701"/>
                  </a:lnTo>
                  <a:lnTo>
                    <a:pt x="6563053" y="1756701"/>
                  </a:lnTo>
                  <a:lnTo>
                    <a:pt x="6562238" y="1756701"/>
                  </a:lnTo>
                  <a:lnTo>
                    <a:pt x="6561423" y="1756701"/>
                  </a:lnTo>
                  <a:lnTo>
                    <a:pt x="6560608" y="1756701"/>
                  </a:lnTo>
                  <a:lnTo>
                    <a:pt x="6559794" y="1756701"/>
                  </a:lnTo>
                  <a:lnTo>
                    <a:pt x="6558979" y="1756701"/>
                  </a:lnTo>
                  <a:lnTo>
                    <a:pt x="6558164" y="1756701"/>
                  </a:lnTo>
                  <a:lnTo>
                    <a:pt x="6557349" y="1756701"/>
                  </a:lnTo>
                  <a:lnTo>
                    <a:pt x="6556535" y="1756701"/>
                  </a:lnTo>
                  <a:lnTo>
                    <a:pt x="6555720" y="1756701"/>
                  </a:lnTo>
                  <a:lnTo>
                    <a:pt x="6554905" y="1756701"/>
                  </a:lnTo>
                  <a:lnTo>
                    <a:pt x="6554090" y="1756701"/>
                  </a:lnTo>
                  <a:lnTo>
                    <a:pt x="6553275" y="1756701"/>
                  </a:lnTo>
                  <a:lnTo>
                    <a:pt x="6552461" y="1756701"/>
                  </a:lnTo>
                  <a:lnTo>
                    <a:pt x="6551646" y="1756701"/>
                  </a:lnTo>
                  <a:lnTo>
                    <a:pt x="6550831" y="1756701"/>
                  </a:lnTo>
                  <a:lnTo>
                    <a:pt x="6550016" y="1756701"/>
                  </a:lnTo>
                  <a:lnTo>
                    <a:pt x="6549202" y="1756701"/>
                  </a:lnTo>
                  <a:lnTo>
                    <a:pt x="6548387" y="1756701"/>
                  </a:lnTo>
                  <a:lnTo>
                    <a:pt x="6547572" y="1756701"/>
                  </a:lnTo>
                  <a:lnTo>
                    <a:pt x="6546757" y="1756701"/>
                  </a:lnTo>
                  <a:lnTo>
                    <a:pt x="6545942" y="1756701"/>
                  </a:lnTo>
                  <a:lnTo>
                    <a:pt x="6545128" y="1756701"/>
                  </a:lnTo>
                  <a:lnTo>
                    <a:pt x="6544313" y="1756701"/>
                  </a:lnTo>
                  <a:lnTo>
                    <a:pt x="6543498" y="1756701"/>
                  </a:lnTo>
                  <a:lnTo>
                    <a:pt x="6542683" y="1756701"/>
                  </a:lnTo>
                  <a:lnTo>
                    <a:pt x="6541869" y="1756701"/>
                  </a:lnTo>
                  <a:lnTo>
                    <a:pt x="6541054" y="1756701"/>
                  </a:lnTo>
                  <a:lnTo>
                    <a:pt x="6540239" y="1756701"/>
                  </a:lnTo>
                  <a:lnTo>
                    <a:pt x="6539424" y="1756701"/>
                  </a:lnTo>
                  <a:lnTo>
                    <a:pt x="6538609" y="1756701"/>
                  </a:lnTo>
                  <a:lnTo>
                    <a:pt x="6537795" y="1756701"/>
                  </a:lnTo>
                  <a:lnTo>
                    <a:pt x="6536980" y="1756701"/>
                  </a:lnTo>
                  <a:lnTo>
                    <a:pt x="6536165" y="1756701"/>
                  </a:lnTo>
                  <a:lnTo>
                    <a:pt x="6535350" y="1756701"/>
                  </a:lnTo>
                  <a:lnTo>
                    <a:pt x="6534536" y="1756701"/>
                  </a:lnTo>
                  <a:lnTo>
                    <a:pt x="6533721" y="1756701"/>
                  </a:lnTo>
                  <a:lnTo>
                    <a:pt x="6532906" y="1756701"/>
                  </a:lnTo>
                  <a:lnTo>
                    <a:pt x="6532091" y="1756701"/>
                  </a:lnTo>
                  <a:lnTo>
                    <a:pt x="6531276" y="1756701"/>
                  </a:lnTo>
                  <a:lnTo>
                    <a:pt x="6530462" y="1756701"/>
                  </a:lnTo>
                  <a:lnTo>
                    <a:pt x="6529647" y="1756701"/>
                  </a:lnTo>
                  <a:lnTo>
                    <a:pt x="6528832" y="1756701"/>
                  </a:lnTo>
                  <a:lnTo>
                    <a:pt x="6528017" y="1756701"/>
                  </a:lnTo>
                  <a:lnTo>
                    <a:pt x="6527202" y="1756701"/>
                  </a:lnTo>
                  <a:lnTo>
                    <a:pt x="6526388" y="1756701"/>
                  </a:lnTo>
                  <a:lnTo>
                    <a:pt x="6525573" y="1756701"/>
                  </a:lnTo>
                  <a:lnTo>
                    <a:pt x="6524758" y="1756701"/>
                  </a:lnTo>
                  <a:lnTo>
                    <a:pt x="6523943" y="1756701"/>
                  </a:lnTo>
                  <a:lnTo>
                    <a:pt x="6523129" y="1756701"/>
                  </a:lnTo>
                  <a:lnTo>
                    <a:pt x="6522314" y="1756701"/>
                  </a:lnTo>
                  <a:lnTo>
                    <a:pt x="6521499" y="1756701"/>
                  </a:lnTo>
                  <a:lnTo>
                    <a:pt x="6520684" y="1756701"/>
                  </a:lnTo>
                  <a:lnTo>
                    <a:pt x="6519869" y="1756701"/>
                  </a:lnTo>
                  <a:lnTo>
                    <a:pt x="6519055" y="1756701"/>
                  </a:lnTo>
                  <a:lnTo>
                    <a:pt x="6518240" y="1756701"/>
                  </a:lnTo>
                  <a:lnTo>
                    <a:pt x="6517425" y="1756701"/>
                  </a:lnTo>
                  <a:lnTo>
                    <a:pt x="6516610" y="1756701"/>
                  </a:lnTo>
                  <a:lnTo>
                    <a:pt x="6515796" y="1756701"/>
                  </a:lnTo>
                  <a:lnTo>
                    <a:pt x="6514981" y="1756701"/>
                  </a:lnTo>
                  <a:lnTo>
                    <a:pt x="6514166" y="1756701"/>
                  </a:lnTo>
                  <a:lnTo>
                    <a:pt x="6513351" y="1756701"/>
                  </a:lnTo>
                  <a:lnTo>
                    <a:pt x="6512536" y="1756701"/>
                  </a:lnTo>
                  <a:lnTo>
                    <a:pt x="6511722" y="1756701"/>
                  </a:lnTo>
                  <a:lnTo>
                    <a:pt x="6510907" y="1756701"/>
                  </a:lnTo>
                  <a:lnTo>
                    <a:pt x="6510092" y="1756701"/>
                  </a:lnTo>
                  <a:lnTo>
                    <a:pt x="6509277" y="1756701"/>
                  </a:lnTo>
                  <a:lnTo>
                    <a:pt x="6508463" y="1756701"/>
                  </a:lnTo>
                  <a:lnTo>
                    <a:pt x="6507648" y="1756701"/>
                  </a:lnTo>
                  <a:lnTo>
                    <a:pt x="6506833" y="1756701"/>
                  </a:lnTo>
                  <a:lnTo>
                    <a:pt x="6506018" y="1756701"/>
                  </a:lnTo>
                  <a:lnTo>
                    <a:pt x="6505203" y="1756701"/>
                  </a:lnTo>
                  <a:lnTo>
                    <a:pt x="6504389" y="1756701"/>
                  </a:lnTo>
                  <a:lnTo>
                    <a:pt x="6503574" y="1756701"/>
                  </a:lnTo>
                  <a:lnTo>
                    <a:pt x="6502759" y="1756701"/>
                  </a:lnTo>
                  <a:lnTo>
                    <a:pt x="6501944" y="1756701"/>
                  </a:lnTo>
                  <a:lnTo>
                    <a:pt x="6501130" y="1756701"/>
                  </a:lnTo>
                  <a:lnTo>
                    <a:pt x="6500315" y="1756701"/>
                  </a:lnTo>
                  <a:lnTo>
                    <a:pt x="6499500" y="1756701"/>
                  </a:lnTo>
                  <a:lnTo>
                    <a:pt x="6498685" y="1756701"/>
                  </a:lnTo>
                  <a:lnTo>
                    <a:pt x="6497870" y="1756701"/>
                  </a:lnTo>
                  <a:lnTo>
                    <a:pt x="6497056" y="1756701"/>
                  </a:lnTo>
                  <a:lnTo>
                    <a:pt x="6496241" y="1756701"/>
                  </a:lnTo>
                  <a:lnTo>
                    <a:pt x="6495426" y="1756701"/>
                  </a:lnTo>
                  <a:lnTo>
                    <a:pt x="6494611" y="1756701"/>
                  </a:lnTo>
                  <a:lnTo>
                    <a:pt x="6493797" y="1756701"/>
                  </a:lnTo>
                  <a:lnTo>
                    <a:pt x="6492982" y="1756701"/>
                  </a:lnTo>
                  <a:lnTo>
                    <a:pt x="6492167" y="1756701"/>
                  </a:lnTo>
                  <a:lnTo>
                    <a:pt x="6491352" y="1756701"/>
                  </a:lnTo>
                  <a:lnTo>
                    <a:pt x="6490537" y="1756701"/>
                  </a:lnTo>
                  <a:lnTo>
                    <a:pt x="6489723" y="1756701"/>
                  </a:lnTo>
                  <a:lnTo>
                    <a:pt x="6488908" y="1756701"/>
                  </a:lnTo>
                  <a:lnTo>
                    <a:pt x="6488093" y="1756701"/>
                  </a:lnTo>
                  <a:lnTo>
                    <a:pt x="6487278" y="1756701"/>
                  </a:lnTo>
                  <a:lnTo>
                    <a:pt x="6486463" y="1756701"/>
                  </a:lnTo>
                  <a:lnTo>
                    <a:pt x="6485649" y="1756701"/>
                  </a:lnTo>
                  <a:lnTo>
                    <a:pt x="6484834" y="1756701"/>
                  </a:lnTo>
                  <a:lnTo>
                    <a:pt x="6484019" y="1756701"/>
                  </a:lnTo>
                  <a:lnTo>
                    <a:pt x="6483204" y="1756701"/>
                  </a:lnTo>
                  <a:lnTo>
                    <a:pt x="6482390" y="1756701"/>
                  </a:lnTo>
                  <a:lnTo>
                    <a:pt x="6481575" y="1756701"/>
                  </a:lnTo>
                  <a:lnTo>
                    <a:pt x="6480760" y="1756701"/>
                  </a:lnTo>
                  <a:lnTo>
                    <a:pt x="6479945" y="1756701"/>
                  </a:lnTo>
                  <a:lnTo>
                    <a:pt x="6479130" y="1756701"/>
                  </a:lnTo>
                  <a:lnTo>
                    <a:pt x="6478316" y="1756701"/>
                  </a:lnTo>
                  <a:lnTo>
                    <a:pt x="6477501" y="1756701"/>
                  </a:lnTo>
                  <a:lnTo>
                    <a:pt x="6476686" y="1756701"/>
                  </a:lnTo>
                  <a:lnTo>
                    <a:pt x="6475871" y="1756701"/>
                  </a:lnTo>
                  <a:lnTo>
                    <a:pt x="6475057" y="1756701"/>
                  </a:lnTo>
                  <a:lnTo>
                    <a:pt x="6474242" y="1756701"/>
                  </a:lnTo>
                  <a:lnTo>
                    <a:pt x="6473427" y="1756701"/>
                  </a:lnTo>
                  <a:lnTo>
                    <a:pt x="6472612" y="1756701"/>
                  </a:lnTo>
                  <a:lnTo>
                    <a:pt x="6471797" y="1756701"/>
                  </a:lnTo>
                  <a:lnTo>
                    <a:pt x="6470983" y="1756701"/>
                  </a:lnTo>
                  <a:lnTo>
                    <a:pt x="6470168" y="1756701"/>
                  </a:lnTo>
                  <a:lnTo>
                    <a:pt x="6469353" y="1756701"/>
                  </a:lnTo>
                  <a:lnTo>
                    <a:pt x="6468538" y="1756701"/>
                  </a:lnTo>
                  <a:lnTo>
                    <a:pt x="6467724" y="1756701"/>
                  </a:lnTo>
                  <a:lnTo>
                    <a:pt x="6466909" y="1756701"/>
                  </a:lnTo>
                  <a:lnTo>
                    <a:pt x="6466094" y="1756701"/>
                  </a:lnTo>
                  <a:lnTo>
                    <a:pt x="6465279" y="1756701"/>
                  </a:lnTo>
                  <a:lnTo>
                    <a:pt x="6464464" y="1756701"/>
                  </a:lnTo>
                  <a:lnTo>
                    <a:pt x="6463650" y="1756701"/>
                  </a:lnTo>
                  <a:lnTo>
                    <a:pt x="6462835" y="1756701"/>
                  </a:lnTo>
                  <a:lnTo>
                    <a:pt x="6462020" y="1756701"/>
                  </a:lnTo>
                  <a:lnTo>
                    <a:pt x="6461205" y="1756701"/>
                  </a:lnTo>
                  <a:lnTo>
                    <a:pt x="6460391" y="1756701"/>
                  </a:lnTo>
                  <a:lnTo>
                    <a:pt x="6459576" y="1756701"/>
                  </a:lnTo>
                  <a:lnTo>
                    <a:pt x="6458761" y="1756701"/>
                  </a:lnTo>
                  <a:lnTo>
                    <a:pt x="6457946" y="1756701"/>
                  </a:lnTo>
                  <a:lnTo>
                    <a:pt x="6457131" y="1756701"/>
                  </a:lnTo>
                  <a:lnTo>
                    <a:pt x="6456317" y="1756701"/>
                  </a:lnTo>
                  <a:lnTo>
                    <a:pt x="6455502" y="1756701"/>
                  </a:lnTo>
                  <a:lnTo>
                    <a:pt x="6454687" y="1756701"/>
                  </a:lnTo>
                  <a:lnTo>
                    <a:pt x="6453872" y="1756701"/>
                  </a:lnTo>
                  <a:lnTo>
                    <a:pt x="6453058" y="1756701"/>
                  </a:lnTo>
                  <a:lnTo>
                    <a:pt x="6452243" y="1756701"/>
                  </a:lnTo>
                  <a:lnTo>
                    <a:pt x="6451428" y="1756701"/>
                  </a:lnTo>
                  <a:lnTo>
                    <a:pt x="6450613" y="1756701"/>
                  </a:lnTo>
                  <a:lnTo>
                    <a:pt x="6449798" y="1756701"/>
                  </a:lnTo>
                  <a:lnTo>
                    <a:pt x="6448984" y="1756701"/>
                  </a:lnTo>
                  <a:lnTo>
                    <a:pt x="6448169" y="1756701"/>
                  </a:lnTo>
                  <a:lnTo>
                    <a:pt x="6447354" y="1756701"/>
                  </a:lnTo>
                  <a:lnTo>
                    <a:pt x="6446539" y="1756701"/>
                  </a:lnTo>
                  <a:lnTo>
                    <a:pt x="6445724" y="1756701"/>
                  </a:lnTo>
                  <a:lnTo>
                    <a:pt x="6444910" y="1756701"/>
                  </a:lnTo>
                  <a:lnTo>
                    <a:pt x="6444095" y="1756701"/>
                  </a:lnTo>
                  <a:lnTo>
                    <a:pt x="6443280" y="1756701"/>
                  </a:lnTo>
                  <a:lnTo>
                    <a:pt x="6442465" y="1756701"/>
                  </a:lnTo>
                  <a:lnTo>
                    <a:pt x="6441651" y="1756701"/>
                  </a:lnTo>
                  <a:lnTo>
                    <a:pt x="6440836" y="1756701"/>
                  </a:lnTo>
                  <a:lnTo>
                    <a:pt x="6440021" y="1756701"/>
                  </a:lnTo>
                  <a:lnTo>
                    <a:pt x="6439206" y="1756701"/>
                  </a:lnTo>
                  <a:lnTo>
                    <a:pt x="6438391" y="1756701"/>
                  </a:lnTo>
                  <a:lnTo>
                    <a:pt x="6437577" y="1756701"/>
                  </a:lnTo>
                  <a:lnTo>
                    <a:pt x="6436762" y="1756701"/>
                  </a:lnTo>
                  <a:lnTo>
                    <a:pt x="6435947" y="1756701"/>
                  </a:lnTo>
                  <a:lnTo>
                    <a:pt x="6435132" y="1756701"/>
                  </a:lnTo>
                  <a:lnTo>
                    <a:pt x="6434318" y="1756701"/>
                  </a:lnTo>
                  <a:lnTo>
                    <a:pt x="6433503" y="1756701"/>
                  </a:lnTo>
                  <a:lnTo>
                    <a:pt x="6432688" y="1756701"/>
                  </a:lnTo>
                  <a:lnTo>
                    <a:pt x="6431873" y="1756701"/>
                  </a:lnTo>
                  <a:lnTo>
                    <a:pt x="6431058" y="1756701"/>
                  </a:lnTo>
                  <a:lnTo>
                    <a:pt x="6430244" y="1756701"/>
                  </a:lnTo>
                  <a:lnTo>
                    <a:pt x="6429429" y="1756701"/>
                  </a:lnTo>
                  <a:lnTo>
                    <a:pt x="6428614" y="1756701"/>
                  </a:lnTo>
                  <a:lnTo>
                    <a:pt x="6427799" y="1756701"/>
                  </a:lnTo>
                  <a:lnTo>
                    <a:pt x="6426985" y="1756701"/>
                  </a:lnTo>
                  <a:lnTo>
                    <a:pt x="6426170" y="1756701"/>
                  </a:lnTo>
                  <a:lnTo>
                    <a:pt x="6425355" y="1756701"/>
                  </a:lnTo>
                  <a:lnTo>
                    <a:pt x="6424540" y="1756701"/>
                  </a:lnTo>
                  <a:lnTo>
                    <a:pt x="6423725" y="1756701"/>
                  </a:lnTo>
                  <a:lnTo>
                    <a:pt x="6422911" y="1756701"/>
                  </a:lnTo>
                  <a:lnTo>
                    <a:pt x="6422096" y="1756701"/>
                  </a:lnTo>
                  <a:lnTo>
                    <a:pt x="6421281" y="1756701"/>
                  </a:lnTo>
                  <a:lnTo>
                    <a:pt x="6420466" y="1756701"/>
                  </a:lnTo>
                  <a:lnTo>
                    <a:pt x="6419652" y="1756701"/>
                  </a:lnTo>
                  <a:lnTo>
                    <a:pt x="6418837" y="1756701"/>
                  </a:lnTo>
                  <a:lnTo>
                    <a:pt x="6418022" y="1756701"/>
                  </a:lnTo>
                  <a:lnTo>
                    <a:pt x="6417207" y="1756701"/>
                  </a:lnTo>
                  <a:lnTo>
                    <a:pt x="6416392" y="1756701"/>
                  </a:lnTo>
                  <a:lnTo>
                    <a:pt x="6415578" y="1756701"/>
                  </a:lnTo>
                  <a:lnTo>
                    <a:pt x="6414763" y="1756701"/>
                  </a:lnTo>
                  <a:lnTo>
                    <a:pt x="6413948" y="1756701"/>
                  </a:lnTo>
                  <a:lnTo>
                    <a:pt x="6413133" y="1756701"/>
                  </a:lnTo>
                  <a:lnTo>
                    <a:pt x="6412318" y="1756701"/>
                  </a:lnTo>
                  <a:lnTo>
                    <a:pt x="6411504" y="1756701"/>
                  </a:lnTo>
                  <a:lnTo>
                    <a:pt x="6410689" y="1756701"/>
                  </a:lnTo>
                  <a:lnTo>
                    <a:pt x="6409874" y="1756701"/>
                  </a:lnTo>
                  <a:lnTo>
                    <a:pt x="6409059" y="1756701"/>
                  </a:lnTo>
                  <a:lnTo>
                    <a:pt x="6408245" y="1756701"/>
                  </a:lnTo>
                  <a:lnTo>
                    <a:pt x="6407430" y="1756701"/>
                  </a:lnTo>
                  <a:lnTo>
                    <a:pt x="6406615" y="1756701"/>
                  </a:lnTo>
                  <a:lnTo>
                    <a:pt x="6405800" y="1756701"/>
                  </a:lnTo>
                  <a:lnTo>
                    <a:pt x="6404985" y="1756701"/>
                  </a:lnTo>
                  <a:lnTo>
                    <a:pt x="6404171" y="1756701"/>
                  </a:lnTo>
                  <a:lnTo>
                    <a:pt x="6403356" y="1756701"/>
                  </a:lnTo>
                  <a:lnTo>
                    <a:pt x="6402541" y="1756701"/>
                  </a:lnTo>
                  <a:lnTo>
                    <a:pt x="6401726" y="1756701"/>
                  </a:lnTo>
                  <a:lnTo>
                    <a:pt x="6400912" y="1756701"/>
                  </a:lnTo>
                  <a:lnTo>
                    <a:pt x="6400097" y="1756701"/>
                  </a:lnTo>
                  <a:lnTo>
                    <a:pt x="6399282" y="1756701"/>
                  </a:lnTo>
                  <a:lnTo>
                    <a:pt x="6398467" y="1756701"/>
                  </a:lnTo>
                  <a:lnTo>
                    <a:pt x="6397652" y="1756701"/>
                  </a:lnTo>
                  <a:lnTo>
                    <a:pt x="6396838" y="1756701"/>
                  </a:lnTo>
                  <a:lnTo>
                    <a:pt x="6396023" y="1756701"/>
                  </a:lnTo>
                  <a:lnTo>
                    <a:pt x="6395208" y="1756701"/>
                  </a:lnTo>
                  <a:lnTo>
                    <a:pt x="6394393" y="1756701"/>
                  </a:lnTo>
                  <a:lnTo>
                    <a:pt x="6393579" y="1756701"/>
                  </a:lnTo>
                  <a:lnTo>
                    <a:pt x="6392764" y="1756701"/>
                  </a:lnTo>
                  <a:lnTo>
                    <a:pt x="6391949" y="1756701"/>
                  </a:lnTo>
                  <a:lnTo>
                    <a:pt x="6391134" y="1756701"/>
                  </a:lnTo>
                  <a:lnTo>
                    <a:pt x="6390319" y="1756701"/>
                  </a:lnTo>
                  <a:lnTo>
                    <a:pt x="6389505" y="1756701"/>
                  </a:lnTo>
                  <a:lnTo>
                    <a:pt x="6388690" y="1756701"/>
                  </a:lnTo>
                  <a:lnTo>
                    <a:pt x="6387875" y="1756701"/>
                  </a:lnTo>
                  <a:lnTo>
                    <a:pt x="6387060" y="1756701"/>
                  </a:lnTo>
                  <a:lnTo>
                    <a:pt x="6386246" y="1756701"/>
                  </a:lnTo>
                  <a:lnTo>
                    <a:pt x="6385431" y="1756701"/>
                  </a:lnTo>
                  <a:lnTo>
                    <a:pt x="6384616" y="1756701"/>
                  </a:lnTo>
                  <a:lnTo>
                    <a:pt x="6383801" y="1756701"/>
                  </a:lnTo>
                  <a:lnTo>
                    <a:pt x="6382986" y="1756701"/>
                  </a:lnTo>
                  <a:lnTo>
                    <a:pt x="6382172" y="1756701"/>
                  </a:lnTo>
                  <a:lnTo>
                    <a:pt x="6381357" y="1756701"/>
                  </a:lnTo>
                  <a:lnTo>
                    <a:pt x="6380542" y="1756701"/>
                  </a:lnTo>
                  <a:lnTo>
                    <a:pt x="6379727" y="1756701"/>
                  </a:lnTo>
                  <a:lnTo>
                    <a:pt x="6378913" y="1756701"/>
                  </a:lnTo>
                  <a:lnTo>
                    <a:pt x="6378098" y="1756701"/>
                  </a:lnTo>
                  <a:lnTo>
                    <a:pt x="6377283" y="1756701"/>
                  </a:lnTo>
                  <a:lnTo>
                    <a:pt x="6376468" y="1756701"/>
                  </a:lnTo>
                  <a:lnTo>
                    <a:pt x="6375653" y="1756701"/>
                  </a:lnTo>
                  <a:lnTo>
                    <a:pt x="6374839" y="1756701"/>
                  </a:lnTo>
                  <a:lnTo>
                    <a:pt x="6374024" y="1756701"/>
                  </a:lnTo>
                  <a:lnTo>
                    <a:pt x="6373209" y="1756701"/>
                  </a:lnTo>
                  <a:lnTo>
                    <a:pt x="6372394" y="1756701"/>
                  </a:lnTo>
                  <a:lnTo>
                    <a:pt x="6371579" y="1756701"/>
                  </a:lnTo>
                  <a:lnTo>
                    <a:pt x="6370765" y="1756701"/>
                  </a:lnTo>
                  <a:lnTo>
                    <a:pt x="6369950" y="1756701"/>
                  </a:lnTo>
                  <a:lnTo>
                    <a:pt x="6369135" y="1756701"/>
                  </a:lnTo>
                  <a:lnTo>
                    <a:pt x="6368320" y="1756701"/>
                  </a:lnTo>
                  <a:lnTo>
                    <a:pt x="6367506" y="1756701"/>
                  </a:lnTo>
                  <a:lnTo>
                    <a:pt x="6366691" y="1756701"/>
                  </a:lnTo>
                  <a:lnTo>
                    <a:pt x="6365876" y="1756701"/>
                  </a:lnTo>
                  <a:lnTo>
                    <a:pt x="6365061" y="1756701"/>
                  </a:lnTo>
                  <a:lnTo>
                    <a:pt x="6364246" y="1756701"/>
                  </a:lnTo>
                  <a:lnTo>
                    <a:pt x="6363432" y="1756701"/>
                  </a:lnTo>
                  <a:lnTo>
                    <a:pt x="6362617" y="1756701"/>
                  </a:lnTo>
                  <a:lnTo>
                    <a:pt x="6361802" y="1756701"/>
                  </a:lnTo>
                  <a:lnTo>
                    <a:pt x="6360987" y="1756701"/>
                  </a:lnTo>
                  <a:lnTo>
                    <a:pt x="6360173" y="1756701"/>
                  </a:lnTo>
                  <a:lnTo>
                    <a:pt x="6359358" y="1756701"/>
                  </a:lnTo>
                  <a:lnTo>
                    <a:pt x="6358543" y="1756701"/>
                  </a:lnTo>
                  <a:lnTo>
                    <a:pt x="6357728" y="1756701"/>
                  </a:lnTo>
                  <a:lnTo>
                    <a:pt x="6356913" y="1756701"/>
                  </a:lnTo>
                  <a:lnTo>
                    <a:pt x="6356099" y="1756701"/>
                  </a:lnTo>
                  <a:lnTo>
                    <a:pt x="6355284" y="1756701"/>
                  </a:lnTo>
                  <a:lnTo>
                    <a:pt x="6354469" y="1756701"/>
                  </a:lnTo>
                  <a:lnTo>
                    <a:pt x="6353654" y="1756701"/>
                  </a:lnTo>
                  <a:lnTo>
                    <a:pt x="6352840" y="1756701"/>
                  </a:lnTo>
                  <a:lnTo>
                    <a:pt x="6352025" y="1756701"/>
                  </a:lnTo>
                  <a:lnTo>
                    <a:pt x="6351210" y="1756701"/>
                  </a:lnTo>
                  <a:lnTo>
                    <a:pt x="6350395" y="1756701"/>
                  </a:lnTo>
                  <a:lnTo>
                    <a:pt x="6349580" y="1756701"/>
                  </a:lnTo>
                  <a:lnTo>
                    <a:pt x="6348766" y="1756701"/>
                  </a:lnTo>
                  <a:lnTo>
                    <a:pt x="6347951" y="1756701"/>
                  </a:lnTo>
                  <a:lnTo>
                    <a:pt x="6347136" y="1756701"/>
                  </a:lnTo>
                  <a:lnTo>
                    <a:pt x="6346321" y="1756701"/>
                  </a:lnTo>
                  <a:lnTo>
                    <a:pt x="6345507" y="1756701"/>
                  </a:lnTo>
                  <a:lnTo>
                    <a:pt x="6344692" y="1756701"/>
                  </a:lnTo>
                  <a:lnTo>
                    <a:pt x="6343877" y="1756701"/>
                  </a:lnTo>
                  <a:lnTo>
                    <a:pt x="6343062" y="1756701"/>
                  </a:lnTo>
                  <a:lnTo>
                    <a:pt x="6342247" y="1756701"/>
                  </a:lnTo>
                  <a:lnTo>
                    <a:pt x="6341433" y="1756701"/>
                  </a:lnTo>
                  <a:lnTo>
                    <a:pt x="6340618" y="1756701"/>
                  </a:lnTo>
                  <a:lnTo>
                    <a:pt x="6339803" y="1756701"/>
                  </a:lnTo>
                  <a:lnTo>
                    <a:pt x="6338988" y="1756701"/>
                  </a:lnTo>
                  <a:lnTo>
                    <a:pt x="6338174" y="1756701"/>
                  </a:lnTo>
                  <a:lnTo>
                    <a:pt x="6337359" y="1756701"/>
                  </a:lnTo>
                  <a:lnTo>
                    <a:pt x="6336544" y="1756701"/>
                  </a:lnTo>
                  <a:lnTo>
                    <a:pt x="6335729" y="1756701"/>
                  </a:lnTo>
                  <a:lnTo>
                    <a:pt x="6334914" y="1756701"/>
                  </a:lnTo>
                  <a:lnTo>
                    <a:pt x="6334100" y="1756701"/>
                  </a:lnTo>
                  <a:lnTo>
                    <a:pt x="6333285" y="1756701"/>
                  </a:lnTo>
                  <a:lnTo>
                    <a:pt x="6332470" y="1756701"/>
                  </a:lnTo>
                  <a:lnTo>
                    <a:pt x="6331655" y="1756701"/>
                  </a:lnTo>
                  <a:lnTo>
                    <a:pt x="6330840" y="1756701"/>
                  </a:lnTo>
                  <a:lnTo>
                    <a:pt x="6330026" y="1756701"/>
                  </a:lnTo>
                  <a:lnTo>
                    <a:pt x="6329211" y="1756701"/>
                  </a:lnTo>
                  <a:lnTo>
                    <a:pt x="6328396" y="1756701"/>
                  </a:lnTo>
                  <a:lnTo>
                    <a:pt x="6327581" y="1756701"/>
                  </a:lnTo>
                  <a:lnTo>
                    <a:pt x="6326767" y="1756701"/>
                  </a:lnTo>
                  <a:lnTo>
                    <a:pt x="6325952" y="1756701"/>
                  </a:lnTo>
                  <a:lnTo>
                    <a:pt x="6325137" y="1756701"/>
                  </a:lnTo>
                  <a:lnTo>
                    <a:pt x="6324322" y="1756701"/>
                  </a:lnTo>
                  <a:lnTo>
                    <a:pt x="6323507" y="1756701"/>
                  </a:lnTo>
                  <a:lnTo>
                    <a:pt x="6322693" y="1756701"/>
                  </a:lnTo>
                  <a:lnTo>
                    <a:pt x="6321878" y="1756701"/>
                  </a:lnTo>
                  <a:lnTo>
                    <a:pt x="6321063" y="1756701"/>
                  </a:lnTo>
                  <a:lnTo>
                    <a:pt x="6320248" y="1756701"/>
                  </a:lnTo>
                  <a:lnTo>
                    <a:pt x="6319434" y="1756701"/>
                  </a:lnTo>
                  <a:lnTo>
                    <a:pt x="6318619" y="1756701"/>
                  </a:lnTo>
                  <a:lnTo>
                    <a:pt x="6317804" y="1756701"/>
                  </a:lnTo>
                  <a:lnTo>
                    <a:pt x="6316989" y="1756701"/>
                  </a:lnTo>
                  <a:lnTo>
                    <a:pt x="6316174" y="1756701"/>
                  </a:lnTo>
                  <a:lnTo>
                    <a:pt x="6315360" y="1756701"/>
                  </a:lnTo>
                  <a:lnTo>
                    <a:pt x="6314545" y="1756701"/>
                  </a:lnTo>
                  <a:lnTo>
                    <a:pt x="6313730" y="1756701"/>
                  </a:lnTo>
                  <a:lnTo>
                    <a:pt x="6312915" y="1756701"/>
                  </a:lnTo>
                  <a:lnTo>
                    <a:pt x="6312101" y="1756701"/>
                  </a:lnTo>
                  <a:lnTo>
                    <a:pt x="6311286" y="1756701"/>
                  </a:lnTo>
                  <a:lnTo>
                    <a:pt x="6310471" y="1756701"/>
                  </a:lnTo>
                  <a:lnTo>
                    <a:pt x="6309656" y="1756701"/>
                  </a:lnTo>
                  <a:lnTo>
                    <a:pt x="6308841" y="1756701"/>
                  </a:lnTo>
                  <a:lnTo>
                    <a:pt x="6308027" y="1756701"/>
                  </a:lnTo>
                  <a:lnTo>
                    <a:pt x="6307212" y="1756701"/>
                  </a:lnTo>
                  <a:lnTo>
                    <a:pt x="6306397" y="1756701"/>
                  </a:lnTo>
                  <a:lnTo>
                    <a:pt x="6305582" y="1756701"/>
                  </a:lnTo>
                  <a:lnTo>
                    <a:pt x="6304768" y="1756701"/>
                  </a:lnTo>
                  <a:lnTo>
                    <a:pt x="6303953" y="1756701"/>
                  </a:lnTo>
                  <a:lnTo>
                    <a:pt x="6303138" y="1756701"/>
                  </a:lnTo>
                  <a:lnTo>
                    <a:pt x="6302323" y="1756701"/>
                  </a:lnTo>
                  <a:lnTo>
                    <a:pt x="6301508" y="1756701"/>
                  </a:lnTo>
                  <a:lnTo>
                    <a:pt x="6300694" y="1756701"/>
                  </a:lnTo>
                  <a:lnTo>
                    <a:pt x="6299879" y="1756701"/>
                  </a:lnTo>
                  <a:lnTo>
                    <a:pt x="6299064" y="1756701"/>
                  </a:lnTo>
                  <a:lnTo>
                    <a:pt x="6298249" y="1756701"/>
                  </a:lnTo>
                  <a:lnTo>
                    <a:pt x="6297435" y="1756701"/>
                  </a:lnTo>
                  <a:lnTo>
                    <a:pt x="6296620" y="1756701"/>
                  </a:lnTo>
                  <a:lnTo>
                    <a:pt x="6295805" y="1756701"/>
                  </a:lnTo>
                  <a:lnTo>
                    <a:pt x="6294990" y="1756701"/>
                  </a:lnTo>
                  <a:lnTo>
                    <a:pt x="6294175" y="1756701"/>
                  </a:lnTo>
                  <a:lnTo>
                    <a:pt x="6293361" y="1756701"/>
                  </a:lnTo>
                  <a:lnTo>
                    <a:pt x="6292546" y="1756701"/>
                  </a:lnTo>
                  <a:lnTo>
                    <a:pt x="6291731" y="1756701"/>
                  </a:lnTo>
                  <a:lnTo>
                    <a:pt x="6290916" y="1756701"/>
                  </a:lnTo>
                  <a:lnTo>
                    <a:pt x="6290101" y="1756701"/>
                  </a:lnTo>
                  <a:lnTo>
                    <a:pt x="6289287" y="1756701"/>
                  </a:lnTo>
                  <a:lnTo>
                    <a:pt x="6288472" y="1756701"/>
                  </a:lnTo>
                  <a:lnTo>
                    <a:pt x="6287657" y="1756701"/>
                  </a:lnTo>
                  <a:lnTo>
                    <a:pt x="6286842" y="1756701"/>
                  </a:lnTo>
                  <a:lnTo>
                    <a:pt x="6286028" y="1756701"/>
                  </a:lnTo>
                  <a:lnTo>
                    <a:pt x="6285213" y="1756701"/>
                  </a:lnTo>
                  <a:lnTo>
                    <a:pt x="6284398" y="1756701"/>
                  </a:lnTo>
                  <a:lnTo>
                    <a:pt x="6283583" y="1756701"/>
                  </a:lnTo>
                  <a:lnTo>
                    <a:pt x="6282768" y="1756701"/>
                  </a:lnTo>
                  <a:lnTo>
                    <a:pt x="6281954" y="1756701"/>
                  </a:lnTo>
                  <a:lnTo>
                    <a:pt x="6281139" y="1756701"/>
                  </a:lnTo>
                  <a:lnTo>
                    <a:pt x="6280324" y="1756701"/>
                  </a:lnTo>
                  <a:lnTo>
                    <a:pt x="6279509" y="1756701"/>
                  </a:lnTo>
                  <a:lnTo>
                    <a:pt x="6278695" y="1756701"/>
                  </a:lnTo>
                  <a:lnTo>
                    <a:pt x="6277880" y="1756701"/>
                  </a:lnTo>
                  <a:lnTo>
                    <a:pt x="6277065" y="1756701"/>
                  </a:lnTo>
                  <a:lnTo>
                    <a:pt x="6276250" y="1756701"/>
                  </a:lnTo>
                  <a:lnTo>
                    <a:pt x="6275435" y="1756701"/>
                  </a:lnTo>
                  <a:lnTo>
                    <a:pt x="6274621" y="1756701"/>
                  </a:lnTo>
                  <a:lnTo>
                    <a:pt x="6273806" y="1756701"/>
                  </a:lnTo>
                  <a:lnTo>
                    <a:pt x="6272991" y="1756701"/>
                  </a:lnTo>
                  <a:lnTo>
                    <a:pt x="6272176" y="1756701"/>
                  </a:lnTo>
                  <a:lnTo>
                    <a:pt x="6271362" y="1756701"/>
                  </a:lnTo>
                  <a:lnTo>
                    <a:pt x="6270547" y="1756701"/>
                  </a:lnTo>
                  <a:lnTo>
                    <a:pt x="6269732" y="1756701"/>
                  </a:lnTo>
                  <a:lnTo>
                    <a:pt x="6268917" y="1756701"/>
                  </a:lnTo>
                  <a:lnTo>
                    <a:pt x="6268102" y="1756701"/>
                  </a:lnTo>
                  <a:lnTo>
                    <a:pt x="6267288" y="1756701"/>
                  </a:lnTo>
                  <a:lnTo>
                    <a:pt x="6266473" y="1756701"/>
                  </a:lnTo>
                  <a:lnTo>
                    <a:pt x="6265658" y="1756701"/>
                  </a:lnTo>
                  <a:lnTo>
                    <a:pt x="6264843" y="1756701"/>
                  </a:lnTo>
                  <a:lnTo>
                    <a:pt x="6264029" y="1756701"/>
                  </a:lnTo>
                  <a:lnTo>
                    <a:pt x="6263214" y="1756701"/>
                  </a:lnTo>
                  <a:lnTo>
                    <a:pt x="6262399" y="1756701"/>
                  </a:lnTo>
                  <a:lnTo>
                    <a:pt x="6261584" y="1756701"/>
                  </a:lnTo>
                  <a:lnTo>
                    <a:pt x="6260769" y="1756701"/>
                  </a:lnTo>
                  <a:lnTo>
                    <a:pt x="6259955" y="1756701"/>
                  </a:lnTo>
                  <a:lnTo>
                    <a:pt x="6259140" y="1756701"/>
                  </a:lnTo>
                  <a:lnTo>
                    <a:pt x="6258325" y="1756701"/>
                  </a:lnTo>
                  <a:lnTo>
                    <a:pt x="6257510" y="1756701"/>
                  </a:lnTo>
                  <a:lnTo>
                    <a:pt x="6256696" y="1756701"/>
                  </a:lnTo>
                  <a:lnTo>
                    <a:pt x="6255881" y="1756701"/>
                  </a:lnTo>
                  <a:lnTo>
                    <a:pt x="6255066" y="1756701"/>
                  </a:lnTo>
                  <a:lnTo>
                    <a:pt x="6254251" y="1756701"/>
                  </a:lnTo>
                  <a:lnTo>
                    <a:pt x="6253436" y="1756701"/>
                  </a:lnTo>
                  <a:lnTo>
                    <a:pt x="6252622" y="1756701"/>
                  </a:lnTo>
                  <a:lnTo>
                    <a:pt x="6251807" y="1756701"/>
                  </a:lnTo>
                  <a:lnTo>
                    <a:pt x="6250992" y="1756701"/>
                  </a:lnTo>
                  <a:lnTo>
                    <a:pt x="6250177" y="1756701"/>
                  </a:lnTo>
                  <a:lnTo>
                    <a:pt x="6249362" y="1756701"/>
                  </a:lnTo>
                  <a:lnTo>
                    <a:pt x="6248548" y="1756701"/>
                  </a:lnTo>
                  <a:lnTo>
                    <a:pt x="6247733" y="1756701"/>
                  </a:lnTo>
                  <a:lnTo>
                    <a:pt x="6246918" y="1756701"/>
                  </a:lnTo>
                  <a:lnTo>
                    <a:pt x="6246103" y="1756701"/>
                  </a:lnTo>
                  <a:lnTo>
                    <a:pt x="6245289" y="1756701"/>
                  </a:lnTo>
                  <a:lnTo>
                    <a:pt x="6244474" y="1756701"/>
                  </a:lnTo>
                  <a:lnTo>
                    <a:pt x="6243659" y="1756701"/>
                  </a:lnTo>
                  <a:lnTo>
                    <a:pt x="6242844" y="1756701"/>
                  </a:lnTo>
                  <a:lnTo>
                    <a:pt x="6242029" y="1756701"/>
                  </a:lnTo>
                  <a:lnTo>
                    <a:pt x="6241215" y="1756701"/>
                  </a:lnTo>
                  <a:lnTo>
                    <a:pt x="6240400" y="1756701"/>
                  </a:lnTo>
                  <a:lnTo>
                    <a:pt x="6239585" y="1756701"/>
                  </a:lnTo>
                  <a:lnTo>
                    <a:pt x="6238770" y="1756701"/>
                  </a:lnTo>
                  <a:lnTo>
                    <a:pt x="6237956" y="1756701"/>
                  </a:lnTo>
                  <a:lnTo>
                    <a:pt x="6237141" y="1756701"/>
                  </a:lnTo>
                  <a:lnTo>
                    <a:pt x="6236326" y="1756701"/>
                  </a:lnTo>
                  <a:lnTo>
                    <a:pt x="6235511" y="1756701"/>
                  </a:lnTo>
                  <a:lnTo>
                    <a:pt x="6234696" y="1756701"/>
                  </a:lnTo>
                  <a:lnTo>
                    <a:pt x="6233882" y="1756701"/>
                  </a:lnTo>
                  <a:lnTo>
                    <a:pt x="6233067" y="1756701"/>
                  </a:lnTo>
                  <a:lnTo>
                    <a:pt x="6232252" y="1756701"/>
                  </a:lnTo>
                  <a:lnTo>
                    <a:pt x="6231437" y="1756701"/>
                  </a:lnTo>
                  <a:lnTo>
                    <a:pt x="6230623" y="1756701"/>
                  </a:lnTo>
                  <a:lnTo>
                    <a:pt x="6229808" y="1756701"/>
                  </a:lnTo>
                  <a:lnTo>
                    <a:pt x="6228993" y="1756701"/>
                  </a:lnTo>
                  <a:lnTo>
                    <a:pt x="6228178" y="1756701"/>
                  </a:lnTo>
                  <a:lnTo>
                    <a:pt x="6227363" y="1756701"/>
                  </a:lnTo>
                  <a:lnTo>
                    <a:pt x="6226549" y="1756701"/>
                  </a:lnTo>
                  <a:lnTo>
                    <a:pt x="6225734" y="1756701"/>
                  </a:lnTo>
                  <a:lnTo>
                    <a:pt x="6224919" y="1756701"/>
                  </a:lnTo>
                  <a:lnTo>
                    <a:pt x="6224104" y="1756701"/>
                  </a:lnTo>
                  <a:lnTo>
                    <a:pt x="6223290" y="1756701"/>
                  </a:lnTo>
                  <a:lnTo>
                    <a:pt x="6222475" y="1756701"/>
                  </a:lnTo>
                  <a:lnTo>
                    <a:pt x="6221660" y="1756701"/>
                  </a:lnTo>
                  <a:lnTo>
                    <a:pt x="6220845" y="1756701"/>
                  </a:lnTo>
                  <a:lnTo>
                    <a:pt x="6220030" y="1756701"/>
                  </a:lnTo>
                  <a:lnTo>
                    <a:pt x="6219216" y="1756701"/>
                  </a:lnTo>
                  <a:lnTo>
                    <a:pt x="6218401" y="1756701"/>
                  </a:lnTo>
                  <a:lnTo>
                    <a:pt x="6217586" y="1756701"/>
                  </a:lnTo>
                  <a:lnTo>
                    <a:pt x="6216771" y="1756701"/>
                  </a:lnTo>
                  <a:lnTo>
                    <a:pt x="6215957" y="1756701"/>
                  </a:lnTo>
                  <a:lnTo>
                    <a:pt x="6215142" y="1756701"/>
                  </a:lnTo>
                  <a:lnTo>
                    <a:pt x="6214327" y="1756701"/>
                  </a:lnTo>
                  <a:lnTo>
                    <a:pt x="6213512" y="1756701"/>
                  </a:lnTo>
                  <a:lnTo>
                    <a:pt x="6212697" y="1756701"/>
                  </a:lnTo>
                  <a:lnTo>
                    <a:pt x="6211883" y="1756701"/>
                  </a:lnTo>
                  <a:lnTo>
                    <a:pt x="6211068" y="1756701"/>
                  </a:lnTo>
                  <a:lnTo>
                    <a:pt x="6210253" y="1756701"/>
                  </a:lnTo>
                  <a:lnTo>
                    <a:pt x="6209438" y="1756701"/>
                  </a:lnTo>
                  <a:lnTo>
                    <a:pt x="6208623" y="1756701"/>
                  </a:lnTo>
                  <a:lnTo>
                    <a:pt x="6207809" y="1756701"/>
                  </a:lnTo>
                  <a:lnTo>
                    <a:pt x="6206994" y="1756701"/>
                  </a:lnTo>
                  <a:lnTo>
                    <a:pt x="6206179" y="1756701"/>
                  </a:lnTo>
                  <a:lnTo>
                    <a:pt x="6205364" y="1756701"/>
                  </a:lnTo>
                  <a:lnTo>
                    <a:pt x="6204550" y="1756701"/>
                  </a:lnTo>
                  <a:lnTo>
                    <a:pt x="6203735" y="1756701"/>
                  </a:lnTo>
                  <a:lnTo>
                    <a:pt x="6202920" y="1756701"/>
                  </a:lnTo>
                  <a:lnTo>
                    <a:pt x="6202105" y="1756701"/>
                  </a:lnTo>
                  <a:lnTo>
                    <a:pt x="6201290" y="1756701"/>
                  </a:lnTo>
                  <a:lnTo>
                    <a:pt x="6200476" y="1756701"/>
                  </a:lnTo>
                  <a:lnTo>
                    <a:pt x="6199661" y="1756701"/>
                  </a:lnTo>
                  <a:lnTo>
                    <a:pt x="6198846" y="1756701"/>
                  </a:lnTo>
                  <a:lnTo>
                    <a:pt x="6198031" y="1756701"/>
                  </a:lnTo>
                  <a:lnTo>
                    <a:pt x="6197217" y="1756701"/>
                  </a:lnTo>
                  <a:lnTo>
                    <a:pt x="6196402" y="1756701"/>
                  </a:lnTo>
                  <a:lnTo>
                    <a:pt x="6195587" y="1756701"/>
                  </a:lnTo>
                  <a:lnTo>
                    <a:pt x="6194772" y="1756701"/>
                  </a:lnTo>
                  <a:lnTo>
                    <a:pt x="6193957" y="1756701"/>
                  </a:lnTo>
                  <a:lnTo>
                    <a:pt x="6193143" y="1756701"/>
                  </a:lnTo>
                  <a:lnTo>
                    <a:pt x="6192328" y="1756701"/>
                  </a:lnTo>
                  <a:lnTo>
                    <a:pt x="6191513" y="1756701"/>
                  </a:lnTo>
                  <a:lnTo>
                    <a:pt x="6190698" y="1756701"/>
                  </a:lnTo>
                  <a:lnTo>
                    <a:pt x="6189884" y="1756701"/>
                  </a:lnTo>
                  <a:lnTo>
                    <a:pt x="6189069" y="1756701"/>
                  </a:lnTo>
                  <a:lnTo>
                    <a:pt x="6188254" y="1756701"/>
                  </a:lnTo>
                  <a:lnTo>
                    <a:pt x="6187439" y="1756701"/>
                  </a:lnTo>
                  <a:lnTo>
                    <a:pt x="6186624" y="1756701"/>
                  </a:lnTo>
                  <a:lnTo>
                    <a:pt x="6185810" y="1756701"/>
                  </a:lnTo>
                  <a:lnTo>
                    <a:pt x="6184995" y="1756701"/>
                  </a:lnTo>
                  <a:lnTo>
                    <a:pt x="6184180" y="1756701"/>
                  </a:lnTo>
                  <a:lnTo>
                    <a:pt x="6183365" y="1756701"/>
                  </a:lnTo>
                  <a:lnTo>
                    <a:pt x="6182551" y="1756701"/>
                  </a:lnTo>
                  <a:lnTo>
                    <a:pt x="6181736" y="1756701"/>
                  </a:lnTo>
                  <a:lnTo>
                    <a:pt x="6180921" y="1756701"/>
                  </a:lnTo>
                  <a:lnTo>
                    <a:pt x="6180106" y="1756701"/>
                  </a:lnTo>
                  <a:lnTo>
                    <a:pt x="6179291" y="1756701"/>
                  </a:lnTo>
                  <a:lnTo>
                    <a:pt x="6178477" y="1756701"/>
                  </a:lnTo>
                  <a:lnTo>
                    <a:pt x="6177662" y="1756701"/>
                  </a:lnTo>
                  <a:lnTo>
                    <a:pt x="6176847" y="1756701"/>
                  </a:lnTo>
                  <a:lnTo>
                    <a:pt x="6176032" y="1756701"/>
                  </a:lnTo>
                  <a:lnTo>
                    <a:pt x="6175218" y="1756701"/>
                  </a:lnTo>
                  <a:lnTo>
                    <a:pt x="6174403" y="1756701"/>
                  </a:lnTo>
                  <a:lnTo>
                    <a:pt x="6173588" y="1756701"/>
                  </a:lnTo>
                  <a:lnTo>
                    <a:pt x="6172773" y="1756701"/>
                  </a:lnTo>
                  <a:lnTo>
                    <a:pt x="6171958" y="1756701"/>
                  </a:lnTo>
                  <a:lnTo>
                    <a:pt x="6171144" y="1756701"/>
                  </a:lnTo>
                  <a:lnTo>
                    <a:pt x="6170329" y="1756701"/>
                  </a:lnTo>
                  <a:lnTo>
                    <a:pt x="6169514" y="1756701"/>
                  </a:lnTo>
                  <a:lnTo>
                    <a:pt x="6168699" y="1756701"/>
                  </a:lnTo>
                  <a:lnTo>
                    <a:pt x="6167884" y="1756701"/>
                  </a:lnTo>
                  <a:lnTo>
                    <a:pt x="6167070" y="1756701"/>
                  </a:lnTo>
                  <a:lnTo>
                    <a:pt x="6166255" y="1756701"/>
                  </a:lnTo>
                  <a:lnTo>
                    <a:pt x="6165440" y="1756701"/>
                  </a:lnTo>
                  <a:lnTo>
                    <a:pt x="6164625" y="1756701"/>
                  </a:lnTo>
                  <a:lnTo>
                    <a:pt x="6163811" y="1756701"/>
                  </a:lnTo>
                  <a:lnTo>
                    <a:pt x="6162996" y="1756701"/>
                  </a:lnTo>
                  <a:lnTo>
                    <a:pt x="6162181" y="1756701"/>
                  </a:lnTo>
                  <a:lnTo>
                    <a:pt x="6161366" y="1756701"/>
                  </a:lnTo>
                  <a:lnTo>
                    <a:pt x="6160551" y="1756701"/>
                  </a:lnTo>
                  <a:lnTo>
                    <a:pt x="6159737" y="1756701"/>
                  </a:lnTo>
                  <a:lnTo>
                    <a:pt x="6158922" y="1756701"/>
                  </a:lnTo>
                  <a:lnTo>
                    <a:pt x="6158107" y="1756701"/>
                  </a:lnTo>
                  <a:lnTo>
                    <a:pt x="6157292" y="1756701"/>
                  </a:lnTo>
                  <a:lnTo>
                    <a:pt x="6156478" y="1756701"/>
                  </a:lnTo>
                  <a:lnTo>
                    <a:pt x="6155663" y="1756701"/>
                  </a:lnTo>
                  <a:lnTo>
                    <a:pt x="6154848" y="1756701"/>
                  </a:lnTo>
                  <a:lnTo>
                    <a:pt x="6154033" y="1756701"/>
                  </a:lnTo>
                  <a:lnTo>
                    <a:pt x="6153218" y="1756701"/>
                  </a:lnTo>
                  <a:lnTo>
                    <a:pt x="6152404" y="1756701"/>
                  </a:lnTo>
                  <a:lnTo>
                    <a:pt x="6151589" y="1756701"/>
                  </a:lnTo>
                  <a:lnTo>
                    <a:pt x="6150774" y="1756701"/>
                  </a:lnTo>
                  <a:lnTo>
                    <a:pt x="6149959" y="1756701"/>
                  </a:lnTo>
                  <a:lnTo>
                    <a:pt x="6149145" y="1756701"/>
                  </a:lnTo>
                  <a:lnTo>
                    <a:pt x="6148330" y="1756701"/>
                  </a:lnTo>
                  <a:lnTo>
                    <a:pt x="6147515" y="1756701"/>
                  </a:lnTo>
                  <a:lnTo>
                    <a:pt x="6146700" y="1756701"/>
                  </a:lnTo>
                  <a:lnTo>
                    <a:pt x="6145885" y="1756701"/>
                  </a:lnTo>
                  <a:lnTo>
                    <a:pt x="6145071" y="1756701"/>
                  </a:lnTo>
                  <a:lnTo>
                    <a:pt x="6144256" y="1756701"/>
                  </a:lnTo>
                  <a:lnTo>
                    <a:pt x="6143441" y="1756701"/>
                  </a:lnTo>
                  <a:lnTo>
                    <a:pt x="6142626" y="1756701"/>
                  </a:lnTo>
                  <a:lnTo>
                    <a:pt x="6141812" y="1756701"/>
                  </a:lnTo>
                  <a:lnTo>
                    <a:pt x="6140997" y="1756701"/>
                  </a:lnTo>
                  <a:lnTo>
                    <a:pt x="6140182" y="1756701"/>
                  </a:lnTo>
                  <a:lnTo>
                    <a:pt x="6139367" y="1756701"/>
                  </a:lnTo>
                  <a:lnTo>
                    <a:pt x="6138552" y="1756701"/>
                  </a:lnTo>
                  <a:lnTo>
                    <a:pt x="6137738" y="1756701"/>
                  </a:lnTo>
                  <a:lnTo>
                    <a:pt x="6136923" y="1756701"/>
                  </a:lnTo>
                  <a:lnTo>
                    <a:pt x="6136108" y="1756701"/>
                  </a:lnTo>
                  <a:lnTo>
                    <a:pt x="6135293" y="1756701"/>
                  </a:lnTo>
                  <a:lnTo>
                    <a:pt x="6134479" y="1756701"/>
                  </a:lnTo>
                  <a:lnTo>
                    <a:pt x="6133664" y="1756701"/>
                  </a:lnTo>
                  <a:lnTo>
                    <a:pt x="6132849" y="1756701"/>
                  </a:lnTo>
                  <a:lnTo>
                    <a:pt x="6132034" y="1756701"/>
                  </a:lnTo>
                  <a:lnTo>
                    <a:pt x="6131219" y="1756701"/>
                  </a:lnTo>
                  <a:lnTo>
                    <a:pt x="6130405" y="1756701"/>
                  </a:lnTo>
                  <a:lnTo>
                    <a:pt x="6129590" y="1756701"/>
                  </a:lnTo>
                  <a:lnTo>
                    <a:pt x="6128775" y="1756701"/>
                  </a:lnTo>
                  <a:lnTo>
                    <a:pt x="6127960" y="1756701"/>
                  </a:lnTo>
                  <a:lnTo>
                    <a:pt x="6127145" y="1756701"/>
                  </a:lnTo>
                  <a:lnTo>
                    <a:pt x="6126331" y="1756701"/>
                  </a:lnTo>
                  <a:lnTo>
                    <a:pt x="6125516" y="1756701"/>
                  </a:lnTo>
                  <a:lnTo>
                    <a:pt x="6124701" y="1756701"/>
                  </a:lnTo>
                  <a:lnTo>
                    <a:pt x="6123886" y="1756701"/>
                  </a:lnTo>
                  <a:lnTo>
                    <a:pt x="6123072" y="1756701"/>
                  </a:lnTo>
                  <a:lnTo>
                    <a:pt x="6122257" y="1756701"/>
                  </a:lnTo>
                  <a:lnTo>
                    <a:pt x="6121442" y="1756701"/>
                  </a:lnTo>
                  <a:lnTo>
                    <a:pt x="6120627" y="1756701"/>
                  </a:lnTo>
                  <a:lnTo>
                    <a:pt x="6119812" y="1756701"/>
                  </a:lnTo>
                  <a:lnTo>
                    <a:pt x="6118998" y="1756701"/>
                  </a:lnTo>
                  <a:lnTo>
                    <a:pt x="6118183" y="1756701"/>
                  </a:lnTo>
                  <a:lnTo>
                    <a:pt x="6117368" y="1756701"/>
                  </a:lnTo>
                  <a:lnTo>
                    <a:pt x="6116553" y="1756701"/>
                  </a:lnTo>
                  <a:lnTo>
                    <a:pt x="6115739" y="1756701"/>
                  </a:lnTo>
                  <a:lnTo>
                    <a:pt x="6114924" y="1756701"/>
                  </a:lnTo>
                  <a:lnTo>
                    <a:pt x="6114109" y="1756701"/>
                  </a:lnTo>
                  <a:lnTo>
                    <a:pt x="6113294" y="1756701"/>
                  </a:lnTo>
                  <a:lnTo>
                    <a:pt x="6112479" y="1756701"/>
                  </a:lnTo>
                  <a:lnTo>
                    <a:pt x="6111665" y="1756701"/>
                  </a:lnTo>
                  <a:lnTo>
                    <a:pt x="6110850" y="1756701"/>
                  </a:lnTo>
                  <a:lnTo>
                    <a:pt x="6110035" y="1756701"/>
                  </a:lnTo>
                  <a:lnTo>
                    <a:pt x="6109220" y="1756701"/>
                  </a:lnTo>
                  <a:lnTo>
                    <a:pt x="6108406" y="1756701"/>
                  </a:lnTo>
                  <a:lnTo>
                    <a:pt x="6107591" y="1756701"/>
                  </a:lnTo>
                  <a:lnTo>
                    <a:pt x="6106776" y="1756701"/>
                  </a:lnTo>
                  <a:lnTo>
                    <a:pt x="6105961" y="1756701"/>
                  </a:lnTo>
                  <a:lnTo>
                    <a:pt x="6105146" y="1756701"/>
                  </a:lnTo>
                  <a:lnTo>
                    <a:pt x="6104332" y="1756701"/>
                  </a:lnTo>
                  <a:lnTo>
                    <a:pt x="6103517" y="1756701"/>
                  </a:lnTo>
                  <a:lnTo>
                    <a:pt x="6102702" y="1756701"/>
                  </a:lnTo>
                  <a:lnTo>
                    <a:pt x="6101887" y="1756701"/>
                  </a:lnTo>
                  <a:lnTo>
                    <a:pt x="6101073" y="1756701"/>
                  </a:lnTo>
                  <a:lnTo>
                    <a:pt x="6100258" y="1756701"/>
                  </a:lnTo>
                  <a:lnTo>
                    <a:pt x="6099443" y="1756701"/>
                  </a:lnTo>
                  <a:lnTo>
                    <a:pt x="6098628" y="1756701"/>
                  </a:lnTo>
                  <a:lnTo>
                    <a:pt x="6097813" y="1756701"/>
                  </a:lnTo>
                  <a:lnTo>
                    <a:pt x="6096999" y="1756701"/>
                  </a:lnTo>
                  <a:lnTo>
                    <a:pt x="6096184" y="1756701"/>
                  </a:lnTo>
                  <a:lnTo>
                    <a:pt x="6095369" y="1756701"/>
                  </a:lnTo>
                  <a:lnTo>
                    <a:pt x="6094554" y="1756701"/>
                  </a:lnTo>
                  <a:lnTo>
                    <a:pt x="6093739" y="1756701"/>
                  </a:lnTo>
                  <a:lnTo>
                    <a:pt x="6092925" y="1756701"/>
                  </a:lnTo>
                  <a:lnTo>
                    <a:pt x="6092110" y="1756701"/>
                  </a:lnTo>
                  <a:lnTo>
                    <a:pt x="6091295" y="1756701"/>
                  </a:lnTo>
                  <a:lnTo>
                    <a:pt x="6090480" y="1756701"/>
                  </a:lnTo>
                  <a:lnTo>
                    <a:pt x="6089666" y="1756701"/>
                  </a:lnTo>
                  <a:lnTo>
                    <a:pt x="6088851" y="1756701"/>
                  </a:lnTo>
                  <a:lnTo>
                    <a:pt x="6088036" y="1756701"/>
                  </a:lnTo>
                  <a:lnTo>
                    <a:pt x="6087221" y="1756701"/>
                  </a:lnTo>
                  <a:lnTo>
                    <a:pt x="6086406" y="1756701"/>
                  </a:lnTo>
                  <a:lnTo>
                    <a:pt x="6085592" y="1756701"/>
                  </a:lnTo>
                  <a:lnTo>
                    <a:pt x="6084777" y="1756701"/>
                  </a:lnTo>
                  <a:lnTo>
                    <a:pt x="6083962" y="1756701"/>
                  </a:lnTo>
                  <a:lnTo>
                    <a:pt x="6083147" y="1756701"/>
                  </a:lnTo>
                  <a:lnTo>
                    <a:pt x="6082333" y="1756701"/>
                  </a:lnTo>
                  <a:lnTo>
                    <a:pt x="6081518" y="1756701"/>
                  </a:lnTo>
                  <a:lnTo>
                    <a:pt x="6080703" y="1756701"/>
                  </a:lnTo>
                  <a:lnTo>
                    <a:pt x="6079888" y="1756701"/>
                  </a:lnTo>
                  <a:lnTo>
                    <a:pt x="6079073" y="1756701"/>
                  </a:lnTo>
                  <a:lnTo>
                    <a:pt x="6078259" y="1756701"/>
                  </a:lnTo>
                  <a:lnTo>
                    <a:pt x="6077444" y="1756701"/>
                  </a:lnTo>
                  <a:lnTo>
                    <a:pt x="6076629" y="1756701"/>
                  </a:lnTo>
                  <a:lnTo>
                    <a:pt x="6075814" y="1756701"/>
                  </a:lnTo>
                  <a:lnTo>
                    <a:pt x="6075000" y="1756701"/>
                  </a:lnTo>
                  <a:lnTo>
                    <a:pt x="6074185" y="1756701"/>
                  </a:lnTo>
                  <a:lnTo>
                    <a:pt x="6073370" y="1756701"/>
                  </a:lnTo>
                  <a:lnTo>
                    <a:pt x="6072555" y="1756701"/>
                  </a:lnTo>
                  <a:lnTo>
                    <a:pt x="6071740" y="1756701"/>
                  </a:lnTo>
                  <a:lnTo>
                    <a:pt x="6070926" y="1756701"/>
                  </a:lnTo>
                  <a:lnTo>
                    <a:pt x="6070111" y="1756701"/>
                  </a:lnTo>
                  <a:lnTo>
                    <a:pt x="6069296" y="1756701"/>
                  </a:lnTo>
                  <a:lnTo>
                    <a:pt x="6068481" y="1756701"/>
                  </a:lnTo>
                  <a:lnTo>
                    <a:pt x="6067667" y="1756701"/>
                  </a:lnTo>
                  <a:lnTo>
                    <a:pt x="6066852" y="1756701"/>
                  </a:lnTo>
                  <a:lnTo>
                    <a:pt x="6066037" y="1756701"/>
                  </a:lnTo>
                  <a:lnTo>
                    <a:pt x="6065222" y="1756701"/>
                  </a:lnTo>
                  <a:lnTo>
                    <a:pt x="6064407" y="1756701"/>
                  </a:lnTo>
                  <a:lnTo>
                    <a:pt x="6063593" y="1756701"/>
                  </a:lnTo>
                  <a:lnTo>
                    <a:pt x="6062778" y="1756701"/>
                  </a:lnTo>
                  <a:lnTo>
                    <a:pt x="6061963" y="1756701"/>
                  </a:lnTo>
                  <a:lnTo>
                    <a:pt x="6061148" y="1756701"/>
                  </a:lnTo>
                  <a:lnTo>
                    <a:pt x="6060334" y="1756701"/>
                  </a:lnTo>
                  <a:lnTo>
                    <a:pt x="6059519" y="1756701"/>
                  </a:lnTo>
                  <a:lnTo>
                    <a:pt x="6058704" y="1756701"/>
                  </a:lnTo>
                  <a:lnTo>
                    <a:pt x="6057889" y="1756701"/>
                  </a:lnTo>
                  <a:lnTo>
                    <a:pt x="6057074" y="1756701"/>
                  </a:lnTo>
                  <a:lnTo>
                    <a:pt x="6056260" y="1756701"/>
                  </a:lnTo>
                  <a:lnTo>
                    <a:pt x="6055445" y="1756701"/>
                  </a:lnTo>
                  <a:lnTo>
                    <a:pt x="6054630" y="1756701"/>
                  </a:lnTo>
                  <a:lnTo>
                    <a:pt x="6053815" y="1756701"/>
                  </a:lnTo>
                  <a:lnTo>
                    <a:pt x="6053000" y="1756701"/>
                  </a:lnTo>
                  <a:lnTo>
                    <a:pt x="6052186" y="1756701"/>
                  </a:lnTo>
                  <a:lnTo>
                    <a:pt x="6051371" y="1756701"/>
                  </a:lnTo>
                  <a:lnTo>
                    <a:pt x="6050556" y="1756701"/>
                  </a:lnTo>
                  <a:lnTo>
                    <a:pt x="6049741" y="1756701"/>
                  </a:lnTo>
                  <a:lnTo>
                    <a:pt x="6048927" y="1756701"/>
                  </a:lnTo>
                  <a:lnTo>
                    <a:pt x="6048112" y="1756701"/>
                  </a:lnTo>
                  <a:lnTo>
                    <a:pt x="6047297" y="1756701"/>
                  </a:lnTo>
                  <a:lnTo>
                    <a:pt x="6046482" y="1756701"/>
                  </a:lnTo>
                  <a:lnTo>
                    <a:pt x="6045667" y="1756701"/>
                  </a:lnTo>
                  <a:lnTo>
                    <a:pt x="6044853" y="1756701"/>
                  </a:lnTo>
                  <a:lnTo>
                    <a:pt x="6044038" y="1756701"/>
                  </a:lnTo>
                  <a:lnTo>
                    <a:pt x="6043223" y="1756701"/>
                  </a:lnTo>
                  <a:lnTo>
                    <a:pt x="6042408" y="1756701"/>
                  </a:lnTo>
                  <a:lnTo>
                    <a:pt x="6041594" y="1756701"/>
                  </a:lnTo>
                  <a:lnTo>
                    <a:pt x="6040779" y="1756701"/>
                  </a:lnTo>
                  <a:lnTo>
                    <a:pt x="6039964" y="1756701"/>
                  </a:lnTo>
                  <a:lnTo>
                    <a:pt x="6039149" y="1756701"/>
                  </a:lnTo>
                  <a:lnTo>
                    <a:pt x="6038334" y="1756701"/>
                  </a:lnTo>
                  <a:lnTo>
                    <a:pt x="6037520" y="1756701"/>
                  </a:lnTo>
                  <a:lnTo>
                    <a:pt x="6036705" y="1756701"/>
                  </a:lnTo>
                  <a:lnTo>
                    <a:pt x="6035890" y="1756701"/>
                  </a:lnTo>
                  <a:lnTo>
                    <a:pt x="6035075" y="1756701"/>
                  </a:lnTo>
                  <a:lnTo>
                    <a:pt x="6034261" y="1756701"/>
                  </a:lnTo>
                  <a:lnTo>
                    <a:pt x="6033446" y="1756701"/>
                  </a:lnTo>
                  <a:lnTo>
                    <a:pt x="6032631" y="1756701"/>
                  </a:lnTo>
                  <a:lnTo>
                    <a:pt x="6031816" y="1756701"/>
                  </a:lnTo>
                  <a:lnTo>
                    <a:pt x="6031001" y="1756701"/>
                  </a:lnTo>
                  <a:lnTo>
                    <a:pt x="6030187" y="1756701"/>
                  </a:lnTo>
                  <a:lnTo>
                    <a:pt x="6029372" y="1756701"/>
                  </a:lnTo>
                  <a:lnTo>
                    <a:pt x="6028557" y="1756701"/>
                  </a:lnTo>
                  <a:lnTo>
                    <a:pt x="6027742" y="1756701"/>
                  </a:lnTo>
                  <a:lnTo>
                    <a:pt x="6026928" y="1756701"/>
                  </a:lnTo>
                  <a:lnTo>
                    <a:pt x="6026113" y="1756701"/>
                  </a:lnTo>
                  <a:lnTo>
                    <a:pt x="6025298" y="1756701"/>
                  </a:lnTo>
                  <a:lnTo>
                    <a:pt x="6024483" y="1756701"/>
                  </a:lnTo>
                  <a:lnTo>
                    <a:pt x="6023668" y="1756701"/>
                  </a:lnTo>
                  <a:lnTo>
                    <a:pt x="6022854" y="1756701"/>
                  </a:lnTo>
                  <a:lnTo>
                    <a:pt x="6022039" y="1756701"/>
                  </a:lnTo>
                  <a:lnTo>
                    <a:pt x="6021224" y="1756701"/>
                  </a:lnTo>
                  <a:lnTo>
                    <a:pt x="6020409" y="1756701"/>
                  </a:lnTo>
                  <a:lnTo>
                    <a:pt x="6019595" y="1756701"/>
                  </a:lnTo>
                  <a:lnTo>
                    <a:pt x="6018780" y="1756701"/>
                  </a:lnTo>
                  <a:lnTo>
                    <a:pt x="6017965" y="1756701"/>
                  </a:lnTo>
                  <a:lnTo>
                    <a:pt x="6017150" y="1756701"/>
                  </a:lnTo>
                  <a:lnTo>
                    <a:pt x="6016335" y="1756701"/>
                  </a:lnTo>
                  <a:lnTo>
                    <a:pt x="6015521" y="1756701"/>
                  </a:lnTo>
                  <a:lnTo>
                    <a:pt x="6014706" y="1756701"/>
                  </a:lnTo>
                  <a:lnTo>
                    <a:pt x="6013891" y="1756701"/>
                  </a:lnTo>
                  <a:lnTo>
                    <a:pt x="6013076" y="1756701"/>
                  </a:lnTo>
                  <a:lnTo>
                    <a:pt x="6012261" y="1756701"/>
                  </a:lnTo>
                  <a:lnTo>
                    <a:pt x="6011447" y="1756701"/>
                  </a:lnTo>
                  <a:lnTo>
                    <a:pt x="6010632" y="1756701"/>
                  </a:lnTo>
                  <a:lnTo>
                    <a:pt x="6009817" y="1756701"/>
                  </a:lnTo>
                  <a:lnTo>
                    <a:pt x="6009002" y="1756701"/>
                  </a:lnTo>
                  <a:lnTo>
                    <a:pt x="6008188" y="1756701"/>
                  </a:lnTo>
                  <a:lnTo>
                    <a:pt x="6007373" y="1756701"/>
                  </a:lnTo>
                  <a:lnTo>
                    <a:pt x="6006558" y="1756701"/>
                  </a:lnTo>
                  <a:lnTo>
                    <a:pt x="6005743" y="1756701"/>
                  </a:lnTo>
                  <a:lnTo>
                    <a:pt x="6004928" y="1756701"/>
                  </a:lnTo>
                  <a:lnTo>
                    <a:pt x="6004114" y="1756701"/>
                  </a:lnTo>
                  <a:lnTo>
                    <a:pt x="6003299" y="1756701"/>
                  </a:lnTo>
                  <a:lnTo>
                    <a:pt x="6002484" y="1756701"/>
                  </a:lnTo>
                  <a:lnTo>
                    <a:pt x="6001669" y="1756701"/>
                  </a:lnTo>
                  <a:lnTo>
                    <a:pt x="6000855" y="1756701"/>
                  </a:lnTo>
                  <a:lnTo>
                    <a:pt x="6000040" y="1756701"/>
                  </a:lnTo>
                  <a:lnTo>
                    <a:pt x="5999225" y="1756701"/>
                  </a:lnTo>
                  <a:lnTo>
                    <a:pt x="5998410" y="1756701"/>
                  </a:lnTo>
                  <a:lnTo>
                    <a:pt x="5997595" y="1756701"/>
                  </a:lnTo>
                  <a:lnTo>
                    <a:pt x="5996781" y="1756701"/>
                  </a:lnTo>
                  <a:lnTo>
                    <a:pt x="5995966" y="1756701"/>
                  </a:lnTo>
                  <a:lnTo>
                    <a:pt x="5995151" y="1756701"/>
                  </a:lnTo>
                  <a:lnTo>
                    <a:pt x="5994336" y="1756701"/>
                  </a:lnTo>
                  <a:lnTo>
                    <a:pt x="5993522" y="1756701"/>
                  </a:lnTo>
                  <a:lnTo>
                    <a:pt x="5992707" y="1756701"/>
                  </a:lnTo>
                  <a:lnTo>
                    <a:pt x="5991892" y="1756701"/>
                  </a:lnTo>
                  <a:lnTo>
                    <a:pt x="5991077" y="1756701"/>
                  </a:lnTo>
                  <a:lnTo>
                    <a:pt x="5990262" y="1756701"/>
                  </a:lnTo>
                  <a:lnTo>
                    <a:pt x="5989448" y="1756701"/>
                  </a:lnTo>
                  <a:lnTo>
                    <a:pt x="5988633" y="1756701"/>
                  </a:lnTo>
                  <a:lnTo>
                    <a:pt x="5987818" y="1756701"/>
                  </a:lnTo>
                  <a:lnTo>
                    <a:pt x="5987003" y="1756701"/>
                  </a:lnTo>
                  <a:lnTo>
                    <a:pt x="5986189" y="1756701"/>
                  </a:lnTo>
                  <a:lnTo>
                    <a:pt x="5985374" y="1756701"/>
                  </a:lnTo>
                  <a:lnTo>
                    <a:pt x="5984559" y="1756701"/>
                  </a:lnTo>
                  <a:lnTo>
                    <a:pt x="5983744" y="1756701"/>
                  </a:lnTo>
                  <a:lnTo>
                    <a:pt x="5982929" y="1756701"/>
                  </a:lnTo>
                  <a:lnTo>
                    <a:pt x="5982115" y="1756701"/>
                  </a:lnTo>
                  <a:lnTo>
                    <a:pt x="5981300" y="1756701"/>
                  </a:lnTo>
                  <a:lnTo>
                    <a:pt x="5980485" y="1756701"/>
                  </a:lnTo>
                  <a:lnTo>
                    <a:pt x="5979670" y="1756701"/>
                  </a:lnTo>
                  <a:lnTo>
                    <a:pt x="5978856" y="1756701"/>
                  </a:lnTo>
                  <a:lnTo>
                    <a:pt x="5978041" y="1756701"/>
                  </a:lnTo>
                  <a:lnTo>
                    <a:pt x="5977226" y="1756701"/>
                  </a:lnTo>
                  <a:lnTo>
                    <a:pt x="5976411" y="1756701"/>
                  </a:lnTo>
                  <a:lnTo>
                    <a:pt x="5975596" y="1756701"/>
                  </a:lnTo>
                  <a:lnTo>
                    <a:pt x="5974782" y="1756701"/>
                  </a:lnTo>
                  <a:lnTo>
                    <a:pt x="5973967" y="1756701"/>
                  </a:lnTo>
                  <a:lnTo>
                    <a:pt x="5973152" y="1756701"/>
                  </a:lnTo>
                  <a:lnTo>
                    <a:pt x="5972337" y="1756701"/>
                  </a:lnTo>
                  <a:lnTo>
                    <a:pt x="5971522" y="1756701"/>
                  </a:lnTo>
                  <a:lnTo>
                    <a:pt x="5970708" y="1756701"/>
                  </a:lnTo>
                  <a:lnTo>
                    <a:pt x="5969893" y="1756701"/>
                  </a:lnTo>
                  <a:lnTo>
                    <a:pt x="5969078" y="1756701"/>
                  </a:lnTo>
                  <a:lnTo>
                    <a:pt x="5968263" y="1756701"/>
                  </a:lnTo>
                  <a:lnTo>
                    <a:pt x="5967449" y="1756701"/>
                  </a:lnTo>
                  <a:lnTo>
                    <a:pt x="5966634" y="1756701"/>
                  </a:lnTo>
                  <a:lnTo>
                    <a:pt x="5965819" y="1756701"/>
                  </a:lnTo>
                  <a:lnTo>
                    <a:pt x="5965004" y="1756701"/>
                  </a:lnTo>
                  <a:lnTo>
                    <a:pt x="5964189" y="1756701"/>
                  </a:lnTo>
                  <a:lnTo>
                    <a:pt x="5963375" y="1756701"/>
                  </a:lnTo>
                  <a:lnTo>
                    <a:pt x="5962560" y="1756701"/>
                  </a:lnTo>
                  <a:lnTo>
                    <a:pt x="5961745" y="1756701"/>
                  </a:lnTo>
                  <a:lnTo>
                    <a:pt x="5960930" y="1756701"/>
                  </a:lnTo>
                  <a:lnTo>
                    <a:pt x="5960116" y="1756701"/>
                  </a:lnTo>
                  <a:lnTo>
                    <a:pt x="5959301" y="1756701"/>
                  </a:lnTo>
                  <a:lnTo>
                    <a:pt x="5958486" y="1756701"/>
                  </a:lnTo>
                  <a:lnTo>
                    <a:pt x="5957671" y="1756701"/>
                  </a:lnTo>
                  <a:lnTo>
                    <a:pt x="5956856" y="1756701"/>
                  </a:lnTo>
                  <a:lnTo>
                    <a:pt x="5956042" y="1756701"/>
                  </a:lnTo>
                  <a:lnTo>
                    <a:pt x="5955227" y="1756701"/>
                  </a:lnTo>
                  <a:lnTo>
                    <a:pt x="5954412" y="1756701"/>
                  </a:lnTo>
                  <a:lnTo>
                    <a:pt x="5953597" y="1756701"/>
                  </a:lnTo>
                  <a:lnTo>
                    <a:pt x="5952783" y="1756701"/>
                  </a:lnTo>
                  <a:lnTo>
                    <a:pt x="5951968" y="1756701"/>
                  </a:lnTo>
                  <a:lnTo>
                    <a:pt x="5951153" y="1756701"/>
                  </a:lnTo>
                  <a:lnTo>
                    <a:pt x="5950338" y="1756701"/>
                  </a:lnTo>
                  <a:lnTo>
                    <a:pt x="5949523" y="1756701"/>
                  </a:lnTo>
                  <a:lnTo>
                    <a:pt x="5948709" y="1756701"/>
                  </a:lnTo>
                  <a:lnTo>
                    <a:pt x="5947894" y="1756701"/>
                  </a:lnTo>
                  <a:lnTo>
                    <a:pt x="5947079" y="1756701"/>
                  </a:lnTo>
                  <a:lnTo>
                    <a:pt x="5946264" y="1756701"/>
                  </a:lnTo>
                  <a:lnTo>
                    <a:pt x="5945450" y="1756701"/>
                  </a:lnTo>
                  <a:lnTo>
                    <a:pt x="5944635" y="1756701"/>
                  </a:lnTo>
                  <a:lnTo>
                    <a:pt x="5943820" y="1756701"/>
                  </a:lnTo>
                  <a:lnTo>
                    <a:pt x="5943005" y="1756701"/>
                  </a:lnTo>
                  <a:lnTo>
                    <a:pt x="5942190" y="1756701"/>
                  </a:lnTo>
                  <a:lnTo>
                    <a:pt x="5941376" y="1756701"/>
                  </a:lnTo>
                  <a:lnTo>
                    <a:pt x="5940561" y="1756701"/>
                  </a:lnTo>
                  <a:lnTo>
                    <a:pt x="5939746" y="1756701"/>
                  </a:lnTo>
                  <a:lnTo>
                    <a:pt x="5938931" y="1756701"/>
                  </a:lnTo>
                  <a:lnTo>
                    <a:pt x="5938117" y="1756701"/>
                  </a:lnTo>
                  <a:lnTo>
                    <a:pt x="5937302" y="1756701"/>
                  </a:lnTo>
                  <a:lnTo>
                    <a:pt x="5936487" y="1756701"/>
                  </a:lnTo>
                  <a:lnTo>
                    <a:pt x="5935672" y="1756701"/>
                  </a:lnTo>
                  <a:lnTo>
                    <a:pt x="5934857" y="1756701"/>
                  </a:lnTo>
                  <a:lnTo>
                    <a:pt x="5934043" y="1756701"/>
                  </a:lnTo>
                  <a:lnTo>
                    <a:pt x="5933228" y="1756701"/>
                  </a:lnTo>
                  <a:lnTo>
                    <a:pt x="5932413" y="1756701"/>
                  </a:lnTo>
                  <a:lnTo>
                    <a:pt x="5931598" y="1756701"/>
                  </a:lnTo>
                  <a:lnTo>
                    <a:pt x="5930783" y="1756701"/>
                  </a:lnTo>
                  <a:lnTo>
                    <a:pt x="5929969" y="1756701"/>
                  </a:lnTo>
                  <a:lnTo>
                    <a:pt x="5929154" y="1756701"/>
                  </a:lnTo>
                  <a:lnTo>
                    <a:pt x="5928339" y="1756701"/>
                  </a:lnTo>
                  <a:lnTo>
                    <a:pt x="5927524" y="1756701"/>
                  </a:lnTo>
                  <a:lnTo>
                    <a:pt x="5926710" y="1756701"/>
                  </a:lnTo>
                  <a:lnTo>
                    <a:pt x="5925895" y="1756701"/>
                  </a:lnTo>
                  <a:lnTo>
                    <a:pt x="5925080" y="1756701"/>
                  </a:lnTo>
                  <a:lnTo>
                    <a:pt x="5924265" y="1756701"/>
                  </a:lnTo>
                  <a:lnTo>
                    <a:pt x="5923450" y="1756701"/>
                  </a:lnTo>
                  <a:lnTo>
                    <a:pt x="5922636" y="1756701"/>
                  </a:lnTo>
                  <a:lnTo>
                    <a:pt x="5921821" y="1756701"/>
                  </a:lnTo>
                  <a:lnTo>
                    <a:pt x="5921006" y="1756701"/>
                  </a:lnTo>
                  <a:lnTo>
                    <a:pt x="5920191" y="1756701"/>
                  </a:lnTo>
                  <a:lnTo>
                    <a:pt x="5919377" y="1756701"/>
                  </a:lnTo>
                  <a:lnTo>
                    <a:pt x="5918562" y="1756701"/>
                  </a:lnTo>
                  <a:lnTo>
                    <a:pt x="5917747" y="1756701"/>
                  </a:lnTo>
                  <a:lnTo>
                    <a:pt x="5916932" y="1756701"/>
                  </a:lnTo>
                  <a:lnTo>
                    <a:pt x="5916117" y="1756701"/>
                  </a:lnTo>
                  <a:lnTo>
                    <a:pt x="5915303" y="1756701"/>
                  </a:lnTo>
                  <a:lnTo>
                    <a:pt x="5914488" y="1756701"/>
                  </a:lnTo>
                  <a:lnTo>
                    <a:pt x="5913673" y="1756701"/>
                  </a:lnTo>
                  <a:lnTo>
                    <a:pt x="5912858" y="1756701"/>
                  </a:lnTo>
                  <a:lnTo>
                    <a:pt x="5912044" y="1756701"/>
                  </a:lnTo>
                  <a:lnTo>
                    <a:pt x="5911229" y="1756701"/>
                  </a:lnTo>
                  <a:lnTo>
                    <a:pt x="5910414" y="1756701"/>
                  </a:lnTo>
                  <a:lnTo>
                    <a:pt x="5909599" y="1756701"/>
                  </a:lnTo>
                  <a:lnTo>
                    <a:pt x="5908784" y="1756701"/>
                  </a:lnTo>
                  <a:lnTo>
                    <a:pt x="5907970" y="1756701"/>
                  </a:lnTo>
                  <a:lnTo>
                    <a:pt x="5907155" y="1756701"/>
                  </a:lnTo>
                  <a:lnTo>
                    <a:pt x="5906340" y="1756701"/>
                  </a:lnTo>
                  <a:lnTo>
                    <a:pt x="5905525" y="1756701"/>
                  </a:lnTo>
                  <a:lnTo>
                    <a:pt x="5904711" y="1756701"/>
                  </a:lnTo>
                  <a:lnTo>
                    <a:pt x="5903896" y="1756701"/>
                  </a:lnTo>
                  <a:lnTo>
                    <a:pt x="5903081" y="1756701"/>
                  </a:lnTo>
                  <a:lnTo>
                    <a:pt x="5902266" y="1756701"/>
                  </a:lnTo>
                  <a:lnTo>
                    <a:pt x="5901451" y="1756701"/>
                  </a:lnTo>
                  <a:lnTo>
                    <a:pt x="5900637" y="1756701"/>
                  </a:lnTo>
                  <a:lnTo>
                    <a:pt x="5899822" y="1756701"/>
                  </a:lnTo>
                  <a:lnTo>
                    <a:pt x="5899007" y="1756701"/>
                  </a:lnTo>
                  <a:lnTo>
                    <a:pt x="5898192" y="1756701"/>
                  </a:lnTo>
                  <a:lnTo>
                    <a:pt x="5897378" y="1756701"/>
                  </a:lnTo>
                  <a:lnTo>
                    <a:pt x="5896563" y="1756701"/>
                  </a:lnTo>
                  <a:lnTo>
                    <a:pt x="5895748" y="1756701"/>
                  </a:lnTo>
                  <a:lnTo>
                    <a:pt x="5894933" y="1756701"/>
                  </a:lnTo>
                  <a:lnTo>
                    <a:pt x="5894118" y="1756701"/>
                  </a:lnTo>
                  <a:lnTo>
                    <a:pt x="5893304" y="1756701"/>
                  </a:lnTo>
                  <a:lnTo>
                    <a:pt x="5892489" y="1756701"/>
                  </a:lnTo>
                  <a:lnTo>
                    <a:pt x="5891674" y="1756701"/>
                  </a:lnTo>
                  <a:lnTo>
                    <a:pt x="5890859" y="1756701"/>
                  </a:lnTo>
                  <a:lnTo>
                    <a:pt x="5890044" y="1756701"/>
                  </a:lnTo>
                  <a:lnTo>
                    <a:pt x="5889230" y="1756701"/>
                  </a:lnTo>
                  <a:lnTo>
                    <a:pt x="5888415" y="1756701"/>
                  </a:lnTo>
                  <a:lnTo>
                    <a:pt x="5887600" y="1756701"/>
                  </a:lnTo>
                  <a:lnTo>
                    <a:pt x="5886785" y="1756701"/>
                  </a:lnTo>
                  <a:lnTo>
                    <a:pt x="5885971" y="1756701"/>
                  </a:lnTo>
                  <a:lnTo>
                    <a:pt x="5885156" y="1756701"/>
                  </a:lnTo>
                  <a:lnTo>
                    <a:pt x="5884341" y="1756701"/>
                  </a:lnTo>
                  <a:lnTo>
                    <a:pt x="5883526" y="1756701"/>
                  </a:lnTo>
                  <a:lnTo>
                    <a:pt x="5882711" y="1756701"/>
                  </a:lnTo>
                  <a:lnTo>
                    <a:pt x="5881897" y="1756701"/>
                  </a:lnTo>
                  <a:lnTo>
                    <a:pt x="5881082" y="1756701"/>
                  </a:lnTo>
                  <a:lnTo>
                    <a:pt x="5880267" y="1756701"/>
                  </a:lnTo>
                  <a:lnTo>
                    <a:pt x="5879452" y="1756701"/>
                  </a:lnTo>
                  <a:lnTo>
                    <a:pt x="5878638" y="1756701"/>
                  </a:lnTo>
                  <a:lnTo>
                    <a:pt x="5877823" y="1756701"/>
                  </a:lnTo>
                  <a:lnTo>
                    <a:pt x="5877008" y="1756701"/>
                  </a:lnTo>
                  <a:lnTo>
                    <a:pt x="5876193" y="1756701"/>
                  </a:lnTo>
                  <a:lnTo>
                    <a:pt x="5875378" y="1756701"/>
                  </a:lnTo>
                  <a:lnTo>
                    <a:pt x="5874564" y="1756701"/>
                  </a:lnTo>
                  <a:lnTo>
                    <a:pt x="5873749" y="1756701"/>
                  </a:lnTo>
                  <a:lnTo>
                    <a:pt x="5872934" y="1756701"/>
                  </a:lnTo>
                  <a:lnTo>
                    <a:pt x="5872119" y="1756701"/>
                  </a:lnTo>
                  <a:lnTo>
                    <a:pt x="5871305" y="1756701"/>
                  </a:lnTo>
                  <a:lnTo>
                    <a:pt x="5870490" y="1756701"/>
                  </a:lnTo>
                  <a:lnTo>
                    <a:pt x="5869675" y="1756701"/>
                  </a:lnTo>
                  <a:lnTo>
                    <a:pt x="5868860" y="1756701"/>
                  </a:lnTo>
                  <a:lnTo>
                    <a:pt x="5868045" y="1756701"/>
                  </a:lnTo>
                  <a:lnTo>
                    <a:pt x="5867231" y="1756701"/>
                  </a:lnTo>
                  <a:lnTo>
                    <a:pt x="5866416" y="1756701"/>
                  </a:lnTo>
                  <a:lnTo>
                    <a:pt x="5865601" y="1756701"/>
                  </a:lnTo>
                  <a:lnTo>
                    <a:pt x="5864786" y="1756701"/>
                  </a:lnTo>
                  <a:lnTo>
                    <a:pt x="5863972" y="1756701"/>
                  </a:lnTo>
                  <a:lnTo>
                    <a:pt x="5863157" y="1756701"/>
                  </a:lnTo>
                  <a:lnTo>
                    <a:pt x="5862342" y="1756701"/>
                  </a:lnTo>
                  <a:lnTo>
                    <a:pt x="5861527" y="1756701"/>
                  </a:lnTo>
                  <a:lnTo>
                    <a:pt x="5860712" y="1756701"/>
                  </a:lnTo>
                  <a:lnTo>
                    <a:pt x="5859898" y="1756701"/>
                  </a:lnTo>
                  <a:lnTo>
                    <a:pt x="5859083" y="1756701"/>
                  </a:lnTo>
                  <a:lnTo>
                    <a:pt x="5858268" y="1756701"/>
                  </a:lnTo>
                  <a:lnTo>
                    <a:pt x="5857453" y="1756701"/>
                  </a:lnTo>
                  <a:lnTo>
                    <a:pt x="5856639" y="1756701"/>
                  </a:lnTo>
                  <a:lnTo>
                    <a:pt x="5855824" y="1756701"/>
                  </a:lnTo>
                  <a:lnTo>
                    <a:pt x="5855009" y="1756701"/>
                  </a:lnTo>
                  <a:lnTo>
                    <a:pt x="5854194" y="1756701"/>
                  </a:lnTo>
                  <a:lnTo>
                    <a:pt x="5853379" y="1756701"/>
                  </a:lnTo>
                  <a:lnTo>
                    <a:pt x="5852565" y="1756701"/>
                  </a:lnTo>
                  <a:lnTo>
                    <a:pt x="5851750" y="1756701"/>
                  </a:lnTo>
                  <a:lnTo>
                    <a:pt x="5850935" y="1756701"/>
                  </a:lnTo>
                  <a:lnTo>
                    <a:pt x="5850120" y="1756701"/>
                  </a:lnTo>
                  <a:lnTo>
                    <a:pt x="5849305" y="1756701"/>
                  </a:lnTo>
                  <a:lnTo>
                    <a:pt x="5848491" y="1756701"/>
                  </a:lnTo>
                  <a:lnTo>
                    <a:pt x="5847676" y="1756701"/>
                  </a:lnTo>
                  <a:lnTo>
                    <a:pt x="5846861" y="1756701"/>
                  </a:lnTo>
                  <a:lnTo>
                    <a:pt x="5846046" y="1756701"/>
                  </a:lnTo>
                  <a:lnTo>
                    <a:pt x="5845232" y="1756701"/>
                  </a:lnTo>
                  <a:lnTo>
                    <a:pt x="5844417" y="1756701"/>
                  </a:lnTo>
                  <a:lnTo>
                    <a:pt x="5843602" y="1756701"/>
                  </a:lnTo>
                  <a:lnTo>
                    <a:pt x="5842787" y="1756701"/>
                  </a:lnTo>
                  <a:lnTo>
                    <a:pt x="5841972" y="1756701"/>
                  </a:lnTo>
                  <a:lnTo>
                    <a:pt x="5841158" y="1756701"/>
                  </a:lnTo>
                  <a:lnTo>
                    <a:pt x="5840343" y="1756701"/>
                  </a:lnTo>
                  <a:lnTo>
                    <a:pt x="5839528" y="1756701"/>
                  </a:lnTo>
                  <a:lnTo>
                    <a:pt x="5838713" y="1756701"/>
                  </a:lnTo>
                  <a:lnTo>
                    <a:pt x="5837899" y="1756701"/>
                  </a:lnTo>
                  <a:lnTo>
                    <a:pt x="5837084" y="1756701"/>
                  </a:lnTo>
                  <a:lnTo>
                    <a:pt x="5836269" y="1756701"/>
                  </a:lnTo>
                  <a:lnTo>
                    <a:pt x="5835454" y="1756701"/>
                  </a:lnTo>
                  <a:lnTo>
                    <a:pt x="5834639" y="1756701"/>
                  </a:lnTo>
                  <a:lnTo>
                    <a:pt x="5833825" y="1756701"/>
                  </a:lnTo>
                  <a:lnTo>
                    <a:pt x="5833010" y="1756701"/>
                  </a:lnTo>
                  <a:lnTo>
                    <a:pt x="5832195" y="1756701"/>
                  </a:lnTo>
                  <a:lnTo>
                    <a:pt x="5831380" y="1756701"/>
                  </a:lnTo>
                  <a:lnTo>
                    <a:pt x="5830566" y="1756701"/>
                  </a:lnTo>
                  <a:lnTo>
                    <a:pt x="5829751" y="1756701"/>
                  </a:lnTo>
                  <a:lnTo>
                    <a:pt x="5828936" y="1756701"/>
                  </a:lnTo>
                  <a:lnTo>
                    <a:pt x="5828121" y="1756701"/>
                  </a:lnTo>
                  <a:lnTo>
                    <a:pt x="5827306" y="1756701"/>
                  </a:lnTo>
                  <a:lnTo>
                    <a:pt x="5826492" y="1756701"/>
                  </a:lnTo>
                  <a:lnTo>
                    <a:pt x="5825677" y="1756701"/>
                  </a:lnTo>
                  <a:lnTo>
                    <a:pt x="5824862" y="1756701"/>
                  </a:lnTo>
                  <a:lnTo>
                    <a:pt x="5824047" y="1756701"/>
                  </a:lnTo>
                  <a:lnTo>
                    <a:pt x="5823233" y="1756701"/>
                  </a:lnTo>
                  <a:lnTo>
                    <a:pt x="5822418" y="1756701"/>
                  </a:lnTo>
                  <a:lnTo>
                    <a:pt x="5821603" y="1756701"/>
                  </a:lnTo>
                  <a:lnTo>
                    <a:pt x="5820788" y="1756701"/>
                  </a:lnTo>
                  <a:lnTo>
                    <a:pt x="5819973" y="1756701"/>
                  </a:lnTo>
                  <a:lnTo>
                    <a:pt x="5819159" y="1756701"/>
                  </a:lnTo>
                  <a:lnTo>
                    <a:pt x="5818344" y="1756701"/>
                  </a:lnTo>
                  <a:lnTo>
                    <a:pt x="5817529" y="1756701"/>
                  </a:lnTo>
                  <a:lnTo>
                    <a:pt x="5816714" y="1756701"/>
                  </a:lnTo>
                  <a:lnTo>
                    <a:pt x="5815900" y="1756701"/>
                  </a:lnTo>
                  <a:lnTo>
                    <a:pt x="5815085" y="1756701"/>
                  </a:lnTo>
                  <a:lnTo>
                    <a:pt x="5814270" y="1756701"/>
                  </a:lnTo>
                  <a:lnTo>
                    <a:pt x="5813455" y="1756701"/>
                  </a:lnTo>
                  <a:lnTo>
                    <a:pt x="5812640" y="1756701"/>
                  </a:lnTo>
                  <a:lnTo>
                    <a:pt x="5811826" y="1756701"/>
                  </a:lnTo>
                  <a:lnTo>
                    <a:pt x="5811011" y="1756701"/>
                  </a:lnTo>
                  <a:lnTo>
                    <a:pt x="5810196" y="1756701"/>
                  </a:lnTo>
                  <a:lnTo>
                    <a:pt x="5809381" y="1756701"/>
                  </a:lnTo>
                  <a:lnTo>
                    <a:pt x="5808566" y="1756701"/>
                  </a:lnTo>
                  <a:lnTo>
                    <a:pt x="5807752" y="1756701"/>
                  </a:lnTo>
                  <a:lnTo>
                    <a:pt x="5806937" y="1756701"/>
                  </a:lnTo>
                  <a:lnTo>
                    <a:pt x="5806122" y="1756701"/>
                  </a:lnTo>
                  <a:lnTo>
                    <a:pt x="5805307" y="1756701"/>
                  </a:lnTo>
                  <a:lnTo>
                    <a:pt x="5804493" y="1756701"/>
                  </a:lnTo>
                  <a:lnTo>
                    <a:pt x="5803678" y="1756701"/>
                  </a:lnTo>
                  <a:lnTo>
                    <a:pt x="5802863" y="1756701"/>
                  </a:lnTo>
                  <a:lnTo>
                    <a:pt x="5802048" y="1756701"/>
                  </a:lnTo>
                  <a:lnTo>
                    <a:pt x="5801233" y="1756701"/>
                  </a:lnTo>
                  <a:lnTo>
                    <a:pt x="5800419" y="1756701"/>
                  </a:lnTo>
                  <a:lnTo>
                    <a:pt x="5799604" y="1756701"/>
                  </a:lnTo>
                  <a:lnTo>
                    <a:pt x="5798789" y="1756701"/>
                  </a:lnTo>
                  <a:lnTo>
                    <a:pt x="5797974" y="1756701"/>
                  </a:lnTo>
                  <a:lnTo>
                    <a:pt x="5797160" y="1756701"/>
                  </a:lnTo>
                  <a:lnTo>
                    <a:pt x="5796345" y="1756701"/>
                  </a:lnTo>
                  <a:lnTo>
                    <a:pt x="5795530" y="1756701"/>
                  </a:lnTo>
                  <a:lnTo>
                    <a:pt x="5794715" y="1756701"/>
                  </a:lnTo>
                  <a:lnTo>
                    <a:pt x="5793900" y="1756701"/>
                  </a:lnTo>
                  <a:lnTo>
                    <a:pt x="5793086" y="1756701"/>
                  </a:lnTo>
                  <a:lnTo>
                    <a:pt x="5792271" y="1756701"/>
                  </a:lnTo>
                  <a:lnTo>
                    <a:pt x="5791456" y="1756701"/>
                  </a:lnTo>
                  <a:lnTo>
                    <a:pt x="5790641" y="1756701"/>
                  </a:lnTo>
                  <a:lnTo>
                    <a:pt x="5789827" y="1756701"/>
                  </a:lnTo>
                  <a:lnTo>
                    <a:pt x="5789012" y="1756701"/>
                  </a:lnTo>
                  <a:lnTo>
                    <a:pt x="5788197" y="1756701"/>
                  </a:lnTo>
                  <a:lnTo>
                    <a:pt x="5787382" y="1756701"/>
                  </a:lnTo>
                  <a:lnTo>
                    <a:pt x="5786567" y="1756701"/>
                  </a:lnTo>
                  <a:lnTo>
                    <a:pt x="5785753" y="1756701"/>
                  </a:lnTo>
                  <a:lnTo>
                    <a:pt x="5784938" y="1756701"/>
                  </a:lnTo>
                  <a:lnTo>
                    <a:pt x="5784123" y="1756701"/>
                  </a:lnTo>
                  <a:lnTo>
                    <a:pt x="5783308" y="1756701"/>
                  </a:lnTo>
                  <a:lnTo>
                    <a:pt x="5782494" y="1756701"/>
                  </a:lnTo>
                  <a:lnTo>
                    <a:pt x="5781679" y="1756701"/>
                  </a:lnTo>
                  <a:lnTo>
                    <a:pt x="5780864" y="1756701"/>
                  </a:lnTo>
                  <a:lnTo>
                    <a:pt x="5780049" y="1756701"/>
                  </a:lnTo>
                  <a:lnTo>
                    <a:pt x="5779234" y="1756701"/>
                  </a:lnTo>
                  <a:lnTo>
                    <a:pt x="5778420" y="1756701"/>
                  </a:lnTo>
                  <a:lnTo>
                    <a:pt x="5777605" y="1756701"/>
                  </a:lnTo>
                  <a:lnTo>
                    <a:pt x="5776790" y="1756701"/>
                  </a:lnTo>
                  <a:lnTo>
                    <a:pt x="5775975" y="1756701"/>
                  </a:lnTo>
                  <a:lnTo>
                    <a:pt x="5775160" y="1756701"/>
                  </a:lnTo>
                  <a:lnTo>
                    <a:pt x="5774346" y="1756701"/>
                  </a:lnTo>
                  <a:lnTo>
                    <a:pt x="5773531" y="1756701"/>
                  </a:lnTo>
                  <a:lnTo>
                    <a:pt x="5772716" y="1756701"/>
                  </a:lnTo>
                  <a:lnTo>
                    <a:pt x="5771901" y="1756701"/>
                  </a:lnTo>
                  <a:lnTo>
                    <a:pt x="5771087" y="1756701"/>
                  </a:lnTo>
                  <a:lnTo>
                    <a:pt x="5770272" y="1756701"/>
                  </a:lnTo>
                  <a:lnTo>
                    <a:pt x="5769457" y="1756701"/>
                  </a:lnTo>
                  <a:lnTo>
                    <a:pt x="5768642" y="1756701"/>
                  </a:lnTo>
                  <a:lnTo>
                    <a:pt x="5767827" y="1756701"/>
                  </a:lnTo>
                  <a:lnTo>
                    <a:pt x="5767013" y="1756701"/>
                  </a:lnTo>
                  <a:lnTo>
                    <a:pt x="5766198" y="1756701"/>
                  </a:lnTo>
                  <a:lnTo>
                    <a:pt x="5765383" y="1756701"/>
                  </a:lnTo>
                  <a:lnTo>
                    <a:pt x="5764568" y="1756701"/>
                  </a:lnTo>
                  <a:lnTo>
                    <a:pt x="5763754" y="1756701"/>
                  </a:lnTo>
                  <a:lnTo>
                    <a:pt x="5762939" y="1756701"/>
                  </a:lnTo>
                  <a:lnTo>
                    <a:pt x="5762124" y="1756701"/>
                  </a:lnTo>
                  <a:lnTo>
                    <a:pt x="5761309" y="1756701"/>
                  </a:lnTo>
                  <a:lnTo>
                    <a:pt x="5760494" y="1756701"/>
                  </a:lnTo>
                  <a:lnTo>
                    <a:pt x="5759680" y="1756701"/>
                  </a:lnTo>
                  <a:lnTo>
                    <a:pt x="5758865" y="1756701"/>
                  </a:lnTo>
                  <a:lnTo>
                    <a:pt x="5758050" y="1756701"/>
                  </a:lnTo>
                  <a:lnTo>
                    <a:pt x="5757235" y="1756701"/>
                  </a:lnTo>
                  <a:lnTo>
                    <a:pt x="5756421" y="1756701"/>
                  </a:lnTo>
                  <a:lnTo>
                    <a:pt x="5755606" y="1756701"/>
                  </a:lnTo>
                  <a:lnTo>
                    <a:pt x="5754791" y="1756701"/>
                  </a:lnTo>
                  <a:lnTo>
                    <a:pt x="5753976" y="1756701"/>
                  </a:lnTo>
                  <a:lnTo>
                    <a:pt x="5753161" y="1756701"/>
                  </a:lnTo>
                  <a:lnTo>
                    <a:pt x="5752347" y="1756701"/>
                  </a:lnTo>
                  <a:lnTo>
                    <a:pt x="5751532" y="1756701"/>
                  </a:lnTo>
                  <a:lnTo>
                    <a:pt x="5750717" y="1756701"/>
                  </a:lnTo>
                  <a:lnTo>
                    <a:pt x="5749902" y="1756701"/>
                  </a:lnTo>
                  <a:lnTo>
                    <a:pt x="5749088" y="1756701"/>
                  </a:lnTo>
                  <a:lnTo>
                    <a:pt x="5748273" y="1756701"/>
                  </a:lnTo>
                  <a:lnTo>
                    <a:pt x="5747458" y="1756701"/>
                  </a:lnTo>
                  <a:lnTo>
                    <a:pt x="5746643" y="1756701"/>
                  </a:lnTo>
                  <a:lnTo>
                    <a:pt x="5745828" y="1756701"/>
                  </a:lnTo>
                  <a:lnTo>
                    <a:pt x="5745014" y="1756701"/>
                  </a:lnTo>
                  <a:lnTo>
                    <a:pt x="5744199" y="1756701"/>
                  </a:lnTo>
                  <a:lnTo>
                    <a:pt x="5743384" y="1756701"/>
                  </a:lnTo>
                  <a:lnTo>
                    <a:pt x="5742569" y="1756701"/>
                  </a:lnTo>
                  <a:lnTo>
                    <a:pt x="5741755" y="1756701"/>
                  </a:lnTo>
                  <a:lnTo>
                    <a:pt x="5740940" y="1756701"/>
                  </a:lnTo>
                  <a:lnTo>
                    <a:pt x="5740125" y="1756701"/>
                  </a:lnTo>
                  <a:lnTo>
                    <a:pt x="5739310" y="1756701"/>
                  </a:lnTo>
                  <a:lnTo>
                    <a:pt x="5738495" y="1756701"/>
                  </a:lnTo>
                  <a:lnTo>
                    <a:pt x="5737681" y="1756701"/>
                  </a:lnTo>
                  <a:lnTo>
                    <a:pt x="5736866" y="1756701"/>
                  </a:lnTo>
                  <a:lnTo>
                    <a:pt x="5736051" y="1756701"/>
                  </a:lnTo>
                  <a:lnTo>
                    <a:pt x="5735236" y="1756701"/>
                  </a:lnTo>
                  <a:lnTo>
                    <a:pt x="5734421" y="1756701"/>
                  </a:lnTo>
                  <a:lnTo>
                    <a:pt x="5733607" y="1756701"/>
                  </a:lnTo>
                  <a:lnTo>
                    <a:pt x="5732792" y="1756701"/>
                  </a:lnTo>
                  <a:lnTo>
                    <a:pt x="5731977" y="1756701"/>
                  </a:lnTo>
                  <a:lnTo>
                    <a:pt x="5731162" y="1756701"/>
                  </a:lnTo>
                  <a:lnTo>
                    <a:pt x="5730348" y="1756701"/>
                  </a:lnTo>
                  <a:lnTo>
                    <a:pt x="5729533" y="1756701"/>
                  </a:lnTo>
                  <a:lnTo>
                    <a:pt x="5728718" y="1756701"/>
                  </a:lnTo>
                  <a:lnTo>
                    <a:pt x="5727903" y="1756701"/>
                  </a:lnTo>
                  <a:lnTo>
                    <a:pt x="5727088" y="1756701"/>
                  </a:lnTo>
                  <a:lnTo>
                    <a:pt x="5726274" y="1756701"/>
                  </a:lnTo>
                  <a:lnTo>
                    <a:pt x="5725459" y="1756701"/>
                  </a:lnTo>
                  <a:lnTo>
                    <a:pt x="5724644" y="1756701"/>
                  </a:lnTo>
                  <a:lnTo>
                    <a:pt x="5723829" y="1756701"/>
                  </a:lnTo>
                  <a:lnTo>
                    <a:pt x="5723015" y="1756701"/>
                  </a:lnTo>
                  <a:lnTo>
                    <a:pt x="5722200" y="1756701"/>
                  </a:lnTo>
                  <a:lnTo>
                    <a:pt x="5721385" y="1756701"/>
                  </a:lnTo>
                  <a:lnTo>
                    <a:pt x="5720570" y="1756701"/>
                  </a:lnTo>
                  <a:lnTo>
                    <a:pt x="5719755" y="1756701"/>
                  </a:lnTo>
                  <a:lnTo>
                    <a:pt x="5718941" y="1756701"/>
                  </a:lnTo>
                  <a:lnTo>
                    <a:pt x="5718126" y="1756701"/>
                  </a:lnTo>
                  <a:lnTo>
                    <a:pt x="5717311" y="1756701"/>
                  </a:lnTo>
                  <a:lnTo>
                    <a:pt x="5716496" y="1756701"/>
                  </a:lnTo>
                  <a:lnTo>
                    <a:pt x="5715682" y="1756701"/>
                  </a:lnTo>
                  <a:lnTo>
                    <a:pt x="5714867" y="1756701"/>
                  </a:lnTo>
                  <a:lnTo>
                    <a:pt x="5714052" y="1756701"/>
                  </a:lnTo>
                  <a:lnTo>
                    <a:pt x="5713237" y="1756701"/>
                  </a:lnTo>
                  <a:lnTo>
                    <a:pt x="5712422" y="1756701"/>
                  </a:lnTo>
                  <a:lnTo>
                    <a:pt x="5711608" y="1756701"/>
                  </a:lnTo>
                  <a:lnTo>
                    <a:pt x="5710793" y="1756701"/>
                  </a:lnTo>
                  <a:lnTo>
                    <a:pt x="5709978" y="1756701"/>
                  </a:lnTo>
                  <a:lnTo>
                    <a:pt x="5709163" y="1756701"/>
                  </a:lnTo>
                  <a:lnTo>
                    <a:pt x="5708349" y="1756701"/>
                  </a:lnTo>
                  <a:lnTo>
                    <a:pt x="5707534" y="1756701"/>
                  </a:lnTo>
                  <a:lnTo>
                    <a:pt x="5706719" y="1756701"/>
                  </a:lnTo>
                  <a:lnTo>
                    <a:pt x="5705904" y="1756701"/>
                  </a:lnTo>
                  <a:lnTo>
                    <a:pt x="5705089" y="1756701"/>
                  </a:lnTo>
                  <a:lnTo>
                    <a:pt x="5704275" y="1756701"/>
                  </a:lnTo>
                  <a:lnTo>
                    <a:pt x="5703460" y="1756701"/>
                  </a:lnTo>
                  <a:lnTo>
                    <a:pt x="5702645" y="1756701"/>
                  </a:lnTo>
                  <a:lnTo>
                    <a:pt x="5701830" y="1756701"/>
                  </a:lnTo>
                  <a:lnTo>
                    <a:pt x="5701016" y="1756701"/>
                  </a:lnTo>
                  <a:lnTo>
                    <a:pt x="5700201" y="1756701"/>
                  </a:lnTo>
                  <a:lnTo>
                    <a:pt x="5699386" y="1756701"/>
                  </a:lnTo>
                  <a:lnTo>
                    <a:pt x="5698571" y="1756701"/>
                  </a:lnTo>
                  <a:lnTo>
                    <a:pt x="5697756" y="1756701"/>
                  </a:lnTo>
                  <a:lnTo>
                    <a:pt x="5696942" y="1756701"/>
                  </a:lnTo>
                  <a:lnTo>
                    <a:pt x="5696127" y="1756701"/>
                  </a:lnTo>
                  <a:lnTo>
                    <a:pt x="5695312" y="1756701"/>
                  </a:lnTo>
                  <a:lnTo>
                    <a:pt x="5694497" y="1756701"/>
                  </a:lnTo>
                  <a:lnTo>
                    <a:pt x="5693682" y="1756701"/>
                  </a:lnTo>
                  <a:lnTo>
                    <a:pt x="5692868" y="1756701"/>
                  </a:lnTo>
                  <a:lnTo>
                    <a:pt x="5692053" y="1756701"/>
                  </a:lnTo>
                  <a:lnTo>
                    <a:pt x="5691238" y="1756701"/>
                  </a:lnTo>
                  <a:lnTo>
                    <a:pt x="5690423" y="1756701"/>
                  </a:lnTo>
                  <a:lnTo>
                    <a:pt x="5689609" y="1756701"/>
                  </a:lnTo>
                  <a:lnTo>
                    <a:pt x="5688794" y="1756701"/>
                  </a:lnTo>
                  <a:lnTo>
                    <a:pt x="5687979" y="1756701"/>
                  </a:lnTo>
                  <a:lnTo>
                    <a:pt x="5687164" y="1756701"/>
                  </a:lnTo>
                  <a:lnTo>
                    <a:pt x="5686349" y="1756701"/>
                  </a:lnTo>
                  <a:lnTo>
                    <a:pt x="5685535" y="1756701"/>
                  </a:lnTo>
                  <a:lnTo>
                    <a:pt x="5684720" y="1756701"/>
                  </a:lnTo>
                  <a:lnTo>
                    <a:pt x="5683905" y="1756701"/>
                  </a:lnTo>
                  <a:lnTo>
                    <a:pt x="5683090" y="1756701"/>
                  </a:lnTo>
                  <a:lnTo>
                    <a:pt x="5682276" y="1756701"/>
                  </a:lnTo>
                  <a:lnTo>
                    <a:pt x="5681461" y="1756701"/>
                  </a:lnTo>
                  <a:lnTo>
                    <a:pt x="5680646" y="1756701"/>
                  </a:lnTo>
                  <a:lnTo>
                    <a:pt x="5679831" y="1756701"/>
                  </a:lnTo>
                  <a:lnTo>
                    <a:pt x="5679016" y="1756701"/>
                  </a:lnTo>
                  <a:lnTo>
                    <a:pt x="5678202" y="1756701"/>
                  </a:lnTo>
                  <a:lnTo>
                    <a:pt x="5677387" y="1756701"/>
                  </a:lnTo>
                  <a:lnTo>
                    <a:pt x="5676572" y="1756701"/>
                  </a:lnTo>
                  <a:lnTo>
                    <a:pt x="5675757" y="1756701"/>
                  </a:lnTo>
                  <a:lnTo>
                    <a:pt x="5674943" y="1756701"/>
                  </a:lnTo>
                  <a:lnTo>
                    <a:pt x="5674128" y="1756701"/>
                  </a:lnTo>
                  <a:lnTo>
                    <a:pt x="5673313" y="1756701"/>
                  </a:lnTo>
                  <a:lnTo>
                    <a:pt x="5672498" y="1756701"/>
                  </a:lnTo>
                  <a:lnTo>
                    <a:pt x="5671683" y="1756701"/>
                  </a:lnTo>
                  <a:lnTo>
                    <a:pt x="5670869" y="1756701"/>
                  </a:lnTo>
                  <a:lnTo>
                    <a:pt x="5670054" y="1756701"/>
                  </a:lnTo>
                  <a:lnTo>
                    <a:pt x="5669239" y="1756701"/>
                  </a:lnTo>
                  <a:lnTo>
                    <a:pt x="5668424" y="1756701"/>
                  </a:lnTo>
                  <a:lnTo>
                    <a:pt x="5667610" y="1756701"/>
                  </a:lnTo>
                  <a:lnTo>
                    <a:pt x="5666795" y="1756701"/>
                  </a:lnTo>
                  <a:lnTo>
                    <a:pt x="5665980" y="1756701"/>
                  </a:lnTo>
                  <a:lnTo>
                    <a:pt x="5665165" y="1756701"/>
                  </a:lnTo>
                  <a:lnTo>
                    <a:pt x="5664350" y="1756701"/>
                  </a:lnTo>
                  <a:lnTo>
                    <a:pt x="5663536" y="1756701"/>
                  </a:lnTo>
                  <a:lnTo>
                    <a:pt x="5662721" y="1756701"/>
                  </a:lnTo>
                  <a:lnTo>
                    <a:pt x="5661906" y="1756701"/>
                  </a:lnTo>
                  <a:lnTo>
                    <a:pt x="5661091" y="1756701"/>
                  </a:lnTo>
                  <a:lnTo>
                    <a:pt x="5660277" y="1756701"/>
                  </a:lnTo>
                  <a:lnTo>
                    <a:pt x="5659462" y="1756701"/>
                  </a:lnTo>
                  <a:lnTo>
                    <a:pt x="5658647" y="1756701"/>
                  </a:lnTo>
                  <a:lnTo>
                    <a:pt x="5657832" y="1756701"/>
                  </a:lnTo>
                  <a:lnTo>
                    <a:pt x="5657017" y="1756701"/>
                  </a:lnTo>
                  <a:lnTo>
                    <a:pt x="5656203" y="1756701"/>
                  </a:lnTo>
                  <a:lnTo>
                    <a:pt x="5655388" y="1756701"/>
                  </a:lnTo>
                  <a:lnTo>
                    <a:pt x="5654573" y="1756701"/>
                  </a:lnTo>
                  <a:lnTo>
                    <a:pt x="5653758" y="1756701"/>
                  </a:lnTo>
                  <a:lnTo>
                    <a:pt x="5652943" y="1756701"/>
                  </a:lnTo>
                  <a:lnTo>
                    <a:pt x="5652129" y="1756701"/>
                  </a:lnTo>
                  <a:lnTo>
                    <a:pt x="5651314" y="1756701"/>
                  </a:lnTo>
                  <a:lnTo>
                    <a:pt x="5650499" y="1756701"/>
                  </a:lnTo>
                  <a:lnTo>
                    <a:pt x="5649684" y="1756701"/>
                  </a:lnTo>
                  <a:lnTo>
                    <a:pt x="5648870" y="1756701"/>
                  </a:lnTo>
                  <a:lnTo>
                    <a:pt x="5648055" y="1756701"/>
                  </a:lnTo>
                  <a:lnTo>
                    <a:pt x="5647240" y="1756701"/>
                  </a:lnTo>
                  <a:lnTo>
                    <a:pt x="5646425" y="1756701"/>
                  </a:lnTo>
                  <a:lnTo>
                    <a:pt x="5645610" y="1756701"/>
                  </a:lnTo>
                  <a:lnTo>
                    <a:pt x="5644796" y="1756701"/>
                  </a:lnTo>
                  <a:lnTo>
                    <a:pt x="5643981" y="1756701"/>
                  </a:lnTo>
                  <a:lnTo>
                    <a:pt x="5643166" y="1756701"/>
                  </a:lnTo>
                  <a:lnTo>
                    <a:pt x="5642351" y="1756701"/>
                  </a:lnTo>
                  <a:lnTo>
                    <a:pt x="5641537" y="1756701"/>
                  </a:lnTo>
                  <a:lnTo>
                    <a:pt x="5640722" y="1756701"/>
                  </a:lnTo>
                  <a:lnTo>
                    <a:pt x="5639907" y="1756701"/>
                  </a:lnTo>
                  <a:lnTo>
                    <a:pt x="5639092" y="1756701"/>
                  </a:lnTo>
                  <a:lnTo>
                    <a:pt x="5638277" y="1756701"/>
                  </a:lnTo>
                  <a:lnTo>
                    <a:pt x="5637463" y="1756701"/>
                  </a:lnTo>
                  <a:lnTo>
                    <a:pt x="5636648" y="1756701"/>
                  </a:lnTo>
                  <a:lnTo>
                    <a:pt x="5635833" y="1756701"/>
                  </a:lnTo>
                  <a:lnTo>
                    <a:pt x="5635018" y="1756701"/>
                  </a:lnTo>
                  <a:lnTo>
                    <a:pt x="5634204" y="1756701"/>
                  </a:lnTo>
                  <a:lnTo>
                    <a:pt x="5633389" y="1756701"/>
                  </a:lnTo>
                  <a:lnTo>
                    <a:pt x="5632574" y="1756701"/>
                  </a:lnTo>
                  <a:lnTo>
                    <a:pt x="5631759" y="1756701"/>
                  </a:lnTo>
                  <a:lnTo>
                    <a:pt x="5630944" y="1756701"/>
                  </a:lnTo>
                  <a:lnTo>
                    <a:pt x="5630130" y="1756701"/>
                  </a:lnTo>
                  <a:lnTo>
                    <a:pt x="5629315" y="1756701"/>
                  </a:lnTo>
                  <a:lnTo>
                    <a:pt x="5628500" y="1756701"/>
                  </a:lnTo>
                  <a:lnTo>
                    <a:pt x="5627685" y="1756701"/>
                  </a:lnTo>
                  <a:lnTo>
                    <a:pt x="5626871" y="1756701"/>
                  </a:lnTo>
                  <a:lnTo>
                    <a:pt x="5626056" y="1756701"/>
                  </a:lnTo>
                  <a:lnTo>
                    <a:pt x="5625241" y="1756701"/>
                  </a:lnTo>
                  <a:lnTo>
                    <a:pt x="5624426" y="1756701"/>
                  </a:lnTo>
                  <a:lnTo>
                    <a:pt x="5623611" y="1756701"/>
                  </a:lnTo>
                  <a:lnTo>
                    <a:pt x="5622797" y="1756701"/>
                  </a:lnTo>
                  <a:lnTo>
                    <a:pt x="5621982" y="1756701"/>
                  </a:lnTo>
                  <a:lnTo>
                    <a:pt x="5621167" y="1756701"/>
                  </a:lnTo>
                  <a:lnTo>
                    <a:pt x="5620352" y="1756701"/>
                  </a:lnTo>
                  <a:lnTo>
                    <a:pt x="5619538" y="1756701"/>
                  </a:lnTo>
                  <a:lnTo>
                    <a:pt x="5618723" y="1756701"/>
                  </a:lnTo>
                  <a:lnTo>
                    <a:pt x="5617908" y="1756701"/>
                  </a:lnTo>
                  <a:lnTo>
                    <a:pt x="5617093" y="1756701"/>
                  </a:lnTo>
                  <a:lnTo>
                    <a:pt x="5616278" y="1756701"/>
                  </a:lnTo>
                  <a:lnTo>
                    <a:pt x="5615464" y="1756701"/>
                  </a:lnTo>
                  <a:lnTo>
                    <a:pt x="5614649" y="1756701"/>
                  </a:lnTo>
                  <a:lnTo>
                    <a:pt x="5613834" y="1756701"/>
                  </a:lnTo>
                  <a:lnTo>
                    <a:pt x="5613019" y="1756701"/>
                  </a:lnTo>
                  <a:lnTo>
                    <a:pt x="5612204" y="1756701"/>
                  </a:lnTo>
                  <a:lnTo>
                    <a:pt x="5611390" y="1756701"/>
                  </a:lnTo>
                  <a:lnTo>
                    <a:pt x="5610575" y="1756701"/>
                  </a:lnTo>
                  <a:lnTo>
                    <a:pt x="5609760" y="1756701"/>
                  </a:lnTo>
                  <a:lnTo>
                    <a:pt x="5608945" y="1756701"/>
                  </a:lnTo>
                  <a:lnTo>
                    <a:pt x="5608131" y="1756701"/>
                  </a:lnTo>
                  <a:lnTo>
                    <a:pt x="5607316" y="1756701"/>
                  </a:lnTo>
                  <a:lnTo>
                    <a:pt x="5606501" y="1756701"/>
                  </a:lnTo>
                  <a:lnTo>
                    <a:pt x="5605686" y="1756701"/>
                  </a:lnTo>
                  <a:lnTo>
                    <a:pt x="5604871" y="1756701"/>
                  </a:lnTo>
                  <a:lnTo>
                    <a:pt x="5604057" y="1756701"/>
                  </a:lnTo>
                  <a:lnTo>
                    <a:pt x="5603242" y="1756701"/>
                  </a:lnTo>
                  <a:lnTo>
                    <a:pt x="5602427" y="1756701"/>
                  </a:lnTo>
                  <a:lnTo>
                    <a:pt x="5601612" y="1756701"/>
                  </a:lnTo>
                  <a:lnTo>
                    <a:pt x="5600798" y="1756701"/>
                  </a:lnTo>
                  <a:lnTo>
                    <a:pt x="5599983" y="1756701"/>
                  </a:lnTo>
                  <a:lnTo>
                    <a:pt x="5599168" y="1756701"/>
                  </a:lnTo>
                  <a:lnTo>
                    <a:pt x="5598353" y="1756701"/>
                  </a:lnTo>
                  <a:lnTo>
                    <a:pt x="5597538" y="1756701"/>
                  </a:lnTo>
                  <a:lnTo>
                    <a:pt x="5596724" y="1756701"/>
                  </a:lnTo>
                  <a:lnTo>
                    <a:pt x="5595909" y="1756701"/>
                  </a:lnTo>
                  <a:lnTo>
                    <a:pt x="5595094" y="1756701"/>
                  </a:lnTo>
                  <a:lnTo>
                    <a:pt x="5594279" y="1756701"/>
                  </a:lnTo>
                  <a:lnTo>
                    <a:pt x="5593465" y="1756701"/>
                  </a:lnTo>
                  <a:lnTo>
                    <a:pt x="5592650" y="1756701"/>
                  </a:lnTo>
                  <a:lnTo>
                    <a:pt x="5591835" y="1756701"/>
                  </a:lnTo>
                  <a:lnTo>
                    <a:pt x="5591020" y="1756701"/>
                  </a:lnTo>
                  <a:lnTo>
                    <a:pt x="5590205" y="1756701"/>
                  </a:lnTo>
                  <a:lnTo>
                    <a:pt x="5589391" y="1756701"/>
                  </a:lnTo>
                  <a:lnTo>
                    <a:pt x="5588576" y="1756701"/>
                  </a:lnTo>
                  <a:lnTo>
                    <a:pt x="5587761" y="1756701"/>
                  </a:lnTo>
                  <a:lnTo>
                    <a:pt x="5586946" y="1756701"/>
                  </a:lnTo>
                  <a:lnTo>
                    <a:pt x="5586132" y="1756701"/>
                  </a:lnTo>
                  <a:lnTo>
                    <a:pt x="5585317" y="1756701"/>
                  </a:lnTo>
                  <a:lnTo>
                    <a:pt x="5584502" y="1756701"/>
                  </a:lnTo>
                  <a:lnTo>
                    <a:pt x="5583687" y="1756701"/>
                  </a:lnTo>
                  <a:lnTo>
                    <a:pt x="5582872" y="1756701"/>
                  </a:lnTo>
                  <a:lnTo>
                    <a:pt x="5582058" y="1756701"/>
                  </a:lnTo>
                  <a:lnTo>
                    <a:pt x="5581243" y="1756701"/>
                  </a:lnTo>
                  <a:lnTo>
                    <a:pt x="5580428" y="1756701"/>
                  </a:lnTo>
                  <a:lnTo>
                    <a:pt x="5579613" y="1756701"/>
                  </a:lnTo>
                  <a:lnTo>
                    <a:pt x="5578799" y="1756701"/>
                  </a:lnTo>
                  <a:lnTo>
                    <a:pt x="5577984" y="1756701"/>
                  </a:lnTo>
                  <a:lnTo>
                    <a:pt x="5577169" y="1756701"/>
                  </a:lnTo>
                  <a:lnTo>
                    <a:pt x="5576354" y="1756701"/>
                  </a:lnTo>
                  <a:lnTo>
                    <a:pt x="5575539" y="1756701"/>
                  </a:lnTo>
                  <a:lnTo>
                    <a:pt x="5574725" y="1756701"/>
                  </a:lnTo>
                  <a:lnTo>
                    <a:pt x="5573910" y="1756701"/>
                  </a:lnTo>
                  <a:lnTo>
                    <a:pt x="5573095" y="1756701"/>
                  </a:lnTo>
                  <a:lnTo>
                    <a:pt x="5572280" y="1756701"/>
                  </a:lnTo>
                  <a:lnTo>
                    <a:pt x="5571465" y="1756701"/>
                  </a:lnTo>
                  <a:lnTo>
                    <a:pt x="5570651" y="1756701"/>
                  </a:lnTo>
                  <a:lnTo>
                    <a:pt x="5569836" y="1756701"/>
                  </a:lnTo>
                  <a:lnTo>
                    <a:pt x="5569021" y="1756701"/>
                  </a:lnTo>
                  <a:lnTo>
                    <a:pt x="5568206" y="1756701"/>
                  </a:lnTo>
                  <a:lnTo>
                    <a:pt x="5567392" y="1756701"/>
                  </a:lnTo>
                  <a:lnTo>
                    <a:pt x="5566577" y="1756701"/>
                  </a:lnTo>
                  <a:lnTo>
                    <a:pt x="5565762" y="1756701"/>
                  </a:lnTo>
                  <a:lnTo>
                    <a:pt x="5564947" y="1756701"/>
                  </a:lnTo>
                  <a:lnTo>
                    <a:pt x="5564132" y="1756701"/>
                  </a:lnTo>
                  <a:lnTo>
                    <a:pt x="5563318" y="1756701"/>
                  </a:lnTo>
                  <a:lnTo>
                    <a:pt x="5562503" y="1756701"/>
                  </a:lnTo>
                  <a:lnTo>
                    <a:pt x="5561688" y="1756701"/>
                  </a:lnTo>
                  <a:lnTo>
                    <a:pt x="5560873" y="1756701"/>
                  </a:lnTo>
                  <a:lnTo>
                    <a:pt x="5560059" y="1756701"/>
                  </a:lnTo>
                  <a:lnTo>
                    <a:pt x="5559244" y="1756701"/>
                  </a:lnTo>
                  <a:lnTo>
                    <a:pt x="5558429" y="1756701"/>
                  </a:lnTo>
                  <a:lnTo>
                    <a:pt x="5557614" y="1756701"/>
                  </a:lnTo>
                  <a:lnTo>
                    <a:pt x="5556799" y="1756701"/>
                  </a:lnTo>
                  <a:lnTo>
                    <a:pt x="5555985" y="1756701"/>
                  </a:lnTo>
                  <a:lnTo>
                    <a:pt x="5555170" y="1756701"/>
                  </a:lnTo>
                  <a:lnTo>
                    <a:pt x="5554355" y="1756701"/>
                  </a:lnTo>
                  <a:lnTo>
                    <a:pt x="5553540" y="1756701"/>
                  </a:lnTo>
                  <a:lnTo>
                    <a:pt x="5552726" y="1756701"/>
                  </a:lnTo>
                  <a:lnTo>
                    <a:pt x="5551911" y="1756701"/>
                  </a:lnTo>
                  <a:lnTo>
                    <a:pt x="5551096" y="1756701"/>
                  </a:lnTo>
                  <a:lnTo>
                    <a:pt x="5550281" y="1756701"/>
                  </a:lnTo>
                  <a:lnTo>
                    <a:pt x="5549466" y="1756701"/>
                  </a:lnTo>
                  <a:lnTo>
                    <a:pt x="5548652" y="1756701"/>
                  </a:lnTo>
                  <a:lnTo>
                    <a:pt x="5547837" y="1756701"/>
                  </a:lnTo>
                  <a:lnTo>
                    <a:pt x="5547022" y="1756701"/>
                  </a:lnTo>
                  <a:lnTo>
                    <a:pt x="5546207" y="1756701"/>
                  </a:lnTo>
                  <a:lnTo>
                    <a:pt x="5545393" y="1756701"/>
                  </a:lnTo>
                  <a:lnTo>
                    <a:pt x="5544578" y="1756701"/>
                  </a:lnTo>
                  <a:lnTo>
                    <a:pt x="5543763" y="1756701"/>
                  </a:lnTo>
                  <a:lnTo>
                    <a:pt x="5542948" y="1756701"/>
                  </a:lnTo>
                  <a:lnTo>
                    <a:pt x="5542133" y="1756701"/>
                  </a:lnTo>
                  <a:lnTo>
                    <a:pt x="5541319" y="1756701"/>
                  </a:lnTo>
                  <a:lnTo>
                    <a:pt x="5540504" y="1756701"/>
                  </a:lnTo>
                  <a:lnTo>
                    <a:pt x="5539689" y="1756701"/>
                  </a:lnTo>
                  <a:lnTo>
                    <a:pt x="5538874" y="1756701"/>
                  </a:lnTo>
                  <a:lnTo>
                    <a:pt x="5538060" y="1756701"/>
                  </a:lnTo>
                  <a:lnTo>
                    <a:pt x="5537245" y="1756701"/>
                  </a:lnTo>
                  <a:lnTo>
                    <a:pt x="5536430" y="1756701"/>
                  </a:lnTo>
                  <a:lnTo>
                    <a:pt x="5535615" y="1756701"/>
                  </a:lnTo>
                  <a:lnTo>
                    <a:pt x="5534800" y="1756701"/>
                  </a:lnTo>
                  <a:lnTo>
                    <a:pt x="5533986" y="1756701"/>
                  </a:lnTo>
                  <a:lnTo>
                    <a:pt x="5533171" y="1756701"/>
                  </a:lnTo>
                  <a:lnTo>
                    <a:pt x="5532356" y="1756701"/>
                  </a:lnTo>
                  <a:lnTo>
                    <a:pt x="5531541" y="1756701"/>
                  </a:lnTo>
                  <a:lnTo>
                    <a:pt x="5530726" y="1756701"/>
                  </a:lnTo>
                  <a:lnTo>
                    <a:pt x="5529912" y="1756701"/>
                  </a:lnTo>
                  <a:lnTo>
                    <a:pt x="5529097" y="1756701"/>
                  </a:lnTo>
                  <a:lnTo>
                    <a:pt x="5528282" y="1756701"/>
                  </a:lnTo>
                  <a:lnTo>
                    <a:pt x="5527467" y="1756701"/>
                  </a:lnTo>
                  <a:lnTo>
                    <a:pt x="5526653" y="1756701"/>
                  </a:lnTo>
                  <a:lnTo>
                    <a:pt x="5525838" y="1756701"/>
                  </a:lnTo>
                  <a:lnTo>
                    <a:pt x="5525023" y="1756701"/>
                  </a:lnTo>
                  <a:lnTo>
                    <a:pt x="5524208" y="1756701"/>
                  </a:lnTo>
                  <a:lnTo>
                    <a:pt x="5523393" y="1756701"/>
                  </a:lnTo>
                  <a:lnTo>
                    <a:pt x="5522579" y="1756701"/>
                  </a:lnTo>
                  <a:lnTo>
                    <a:pt x="5521764" y="1756701"/>
                  </a:lnTo>
                  <a:lnTo>
                    <a:pt x="5520949" y="1756701"/>
                  </a:lnTo>
                  <a:lnTo>
                    <a:pt x="5520134" y="1756701"/>
                  </a:lnTo>
                  <a:lnTo>
                    <a:pt x="5519320" y="1756701"/>
                  </a:lnTo>
                  <a:lnTo>
                    <a:pt x="5518505" y="1756701"/>
                  </a:lnTo>
                  <a:lnTo>
                    <a:pt x="5517690" y="1756701"/>
                  </a:lnTo>
                  <a:lnTo>
                    <a:pt x="5516875" y="1756701"/>
                  </a:lnTo>
                  <a:lnTo>
                    <a:pt x="5516060" y="1756701"/>
                  </a:lnTo>
                  <a:lnTo>
                    <a:pt x="5515246" y="1756701"/>
                  </a:lnTo>
                  <a:lnTo>
                    <a:pt x="5514431" y="1756701"/>
                  </a:lnTo>
                  <a:lnTo>
                    <a:pt x="5513616" y="1756701"/>
                  </a:lnTo>
                  <a:lnTo>
                    <a:pt x="5512801" y="1756701"/>
                  </a:lnTo>
                  <a:lnTo>
                    <a:pt x="5511987" y="1756701"/>
                  </a:lnTo>
                  <a:lnTo>
                    <a:pt x="5511172" y="1756701"/>
                  </a:lnTo>
                  <a:lnTo>
                    <a:pt x="5510357" y="1756701"/>
                  </a:lnTo>
                  <a:lnTo>
                    <a:pt x="5509542" y="1756701"/>
                  </a:lnTo>
                  <a:lnTo>
                    <a:pt x="5508727" y="1756701"/>
                  </a:lnTo>
                  <a:lnTo>
                    <a:pt x="5507913" y="1756701"/>
                  </a:lnTo>
                  <a:lnTo>
                    <a:pt x="5507098" y="1756701"/>
                  </a:lnTo>
                  <a:lnTo>
                    <a:pt x="5506283" y="1756701"/>
                  </a:lnTo>
                  <a:lnTo>
                    <a:pt x="5505468" y="1756701"/>
                  </a:lnTo>
                  <a:lnTo>
                    <a:pt x="5504654" y="1756701"/>
                  </a:lnTo>
                  <a:lnTo>
                    <a:pt x="5503839" y="1756701"/>
                  </a:lnTo>
                  <a:lnTo>
                    <a:pt x="5503024" y="1756701"/>
                  </a:lnTo>
                  <a:lnTo>
                    <a:pt x="5502209" y="1756701"/>
                  </a:lnTo>
                  <a:lnTo>
                    <a:pt x="5501394" y="1756701"/>
                  </a:lnTo>
                  <a:lnTo>
                    <a:pt x="5500580" y="1756701"/>
                  </a:lnTo>
                  <a:lnTo>
                    <a:pt x="5499765" y="1756701"/>
                  </a:lnTo>
                  <a:lnTo>
                    <a:pt x="5498950" y="1756701"/>
                  </a:lnTo>
                  <a:lnTo>
                    <a:pt x="5498135" y="1756701"/>
                  </a:lnTo>
                  <a:lnTo>
                    <a:pt x="5497321" y="1756701"/>
                  </a:lnTo>
                  <a:lnTo>
                    <a:pt x="5496506" y="1756701"/>
                  </a:lnTo>
                  <a:lnTo>
                    <a:pt x="5495691" y="1756701"/>
                  </a:lnTo>
                  <a:lnTo>
                    <a:pt x="5494876" y="1756701"/>
                  </a:lnTo>
                  <a:lnTo>
                    <a:pt x="5494061" y="1756701"/>
                  </a:lnTo>
                  <a:lnTo>
                    <a:pt x="5493247" y="1756701"/>
                  </a:lnTo>
                  <a:lnTo>
                    <a:pt x="5492432" y="1756701"/>
                  </a:lnTo>
                  <a:lnTo>
                    <a:pt x="5491617" y="1756701"/>
                  </a:lnTo>
                  <a:lnTo>
                    <a:pt x="5490802" y="1756701"/>
                  </a:lnTo>
                  <a:lnTo>
                    <a:pt x="5489987" y="1756701"/>
                  </a:lnTo>
                  <a:lnTo>
                    <a:pt x="5489173" y="1756701"/>
                  </a:lnTo>
                  <a:lnTo>
                    <a:pt x="5488358" y="1756701"/>
                  </a:lnTo>
                  <a:lnTo>
                    <a:pt x="5487543" y="1756701"/>
                  </a:lnTo>
                  <a:lnTo>
                    <a:pt x="5486728" y="1756701"/>
                  </a:lnTo>
                  <a:lnTo>
                    <a:pt x="5485914" y="1756701"/>
                  </a:lnTo>
                  <a:lnTo>
                    <a:pt x="5485099" y="1756701"/>
                  </a:lnTo>
                  <a:lnTo>
                    <a:pt x="5484284" y="1756701"/>
                  </a:lnTo>
                  <a:lnTo>
                    <a:pt x="5483469" y="1756701"/>
                  </a:lnTo>
                  <a:lnTo>
                    <a:pt x="5482654" y="1756701"/>
                  </a:lnTo>
                  <a:lnTo>
                    <a:pt x="5481840" y="1756701"/>
                  </a:lnTo>
                  <a:lnTo>
                    <a:pt x="5481025" y="1756701"/>
                  </a:lnTo>
                  <a:lnTo>
                    <a:pt x="5480210" y="1756701"/>
                  </a:lnTo>
                  <a:lnTo>
                    <a:pt x="5479395" y="1756701"/>
                  </a:lnTo>
                  <a:lnTo>
                    <a:pt x="5478581" y="1756701"/>
                  </a:lnTo>
                  <a:lnTo>
                    <a:pt x="5477766" y="1756701"/>
                  </a:lnTo>
                  <a:lnTo>
                    <a:pt x="5476951" y="1756701"/>
                  </a:lnTo>
                  <a:lnTo>
                    <a:pt x="5476136" y="1756701"/>
                  </a:lnTo>
                  <a:lnTo>
                    <a:pt x="5475321" y="1756701"/>
                  </a:lnTo>
                  <a:lnTo>
                    <a:pt x="5474507" y="1756701"/>
                  </a:lnTo>
                  <a:lnTo>
                    <a:pt x="5473692" y="1756701"/>
                  </a:lnTo>
                  <a:lnTo>
                    <a:pt x="5472877" y="1756701"/>
                  </a:lnTo>
                  <a:lnTo>
                    <a:pt x="5472062" y="1756701"/>
                  </a:lnTo>
                  <a:lnTo>
                    <a:pt x="5471248" y="1756701"/>
                  </a:lnTo>
                  <a:lnTo>
                    <a:pt x="5470433" y="1756701"/>
                  </a:lnTo>
                  <a:lnTo>
                    <a:pt x="5469618" y="1756701"/>
                  </a:lnTo>
                  <a:lnTo>
                    <a:pt x="5468803" y="1756701"/>
                  </a:lnTo>
                  <a:lnTo>
                    <a:pt x="5467988" y="1756701"/>
                  </a:lnTo>
                  <a:lnTo>
                    <a:pt x="5467174" y="1756701"/>
                  </a:lnTo>
                  <a:lnTo>
                    <a:pt x="5466359" y="1756701"/>
                  </a:lnTo>
                  <a:lnTo>
                    <a:pt x="5465544" y="1756701"/>
                  </a:lnTo>
                  <a:lnTo>
                    <a:pt x="5464729" y="1756701"/>
                  </a:lnTo>
                  <a:lnTo>
                    <a:pt x="5463915" y="1756701"/>
                  </a:lnTo>
                  <a:lnTo>
                    <a:pt x="5463100" y="1756701"/>
                  </a:lnTo>
                  <a:lnTo>
                    <a:pt x="5462285" y="1756701"/>
                  </a:lnTo>
                  <a:lnTo>
                    <a:pt x="5461470" y="1756701"/>
                  </a:lnTo>
                  <a:lnTo>
                    <a:pt x="5460655" y="1756701"/>
                  </a:lnTo>
                  <a:lnTo>
                    <a:pt x="5459841" y="1756701"/>
                  </a:lnTo>
                  <a:lnTo>
                    <a:pt x="5459026" y="1756701"/>
                  </a:lnTo>
                  <a:lnTo>
                    <a:pt x="5458211" y="1756701"/>
                  </a:lnTo>
                  <a:lnTo>
                    <a:pt x="5457396" y="1756701"/>
                  </a:lnTo>
                  <a:lnTo>
                    <a:pt x="5456581" y="1756701"/>
                  </a:lnTo>
                  <a:lnTo>
                    <a:pt x="5455767" y="1756701"/>
                  </a:lnTo>
                  <a:lnTo>
                    <a:pt x="5454952" y="1756701"/>
                  </a:lnTo>
                  <a:lnTo>
                    <a:pt x="5454137" y="1756701"/>
                  </a:lnTo>
                  <a:lnTo>
                    <a:pt x="5453322" y="1756701"/>
                  </a:lnTo>
                  <a:lnTo>
                    <a:pt x="5452508" y="1756701"/>
                  </a:lnTo>
                  <a:lnTo>
                    <a:pt x="5451693" y="1756701"/>
                  </a:lnTo>
                  <a:lnTo>
                    <a:pt x="5450878" y="1756701"/>
                  </a:lnTo>
                  <a:lnTo>
                    <a:pt x="5450063" y="1756701"/>
                  </a:lnTo>
                  <a:lnTo>
                    <a:pt x="5449248" y="1756701"/>
                  </a:lnTo>
                  <a:lnTo>
                    <a:pt x="5448434" y="1756701"/>
                  </a:lnTo>
                  <a:lnTo>
                    <a:pt x="5447619" y="1756701"/>
                  </a:lnTo>
                  <a:lnTo>
                    <a:pt x="5446804" y="1756701"/>
                  </a:lnTo>
                  <a:lnTo>
                    <a:pt x="5445989" y="1756701"/>
                  </a:lnTo>
                  <a:lnTo>
                    <a:pt x="5445175" y="1756701"/>
                  </a:lnTo>
                  <a:lnTo>
                    <a:pt x="5444360" y="1756701"/>
                  </a:lnTo>
                  <a:lnTo>
                    <a:pt x="5443545" y="1756701"/>
                  </a:lnTo>
                  <a:lnTo>
                    <a:pt x="5442730" y="1756701"/>
                  </a:lnTo>
                  <a:lnTo>
                    <a:pt x="5441915" y="1756701"/>
                  </a:lnTo>
                  <a:lnTo>
                    <a:pt x="5441101" y="1756701"/>
                  </a:lnTo>
                  <a:lnTo>
                    <a:pt x="5440286" y="1756701"/>
                  </a:lnTo>
                  <a:lnTo>
                    <a:pt x="5439471" y="1756701"/>
                  </a:lnTo>
                  <a:lnTo>
                    <a:pt x="5438656" y="1756701"/>
                  </a:lnTo>
                  <a:lnTo>
                    <a:pt x="5437842" y="1756701"/>
                  </a:lnTo>
                  <a:lnTo>
                    <a:pt x="5437027" y="1756701"/>
                  </a:lnTo>
                  <a:lnTo>
                    <a:pt x="5436212" y="1756701"/>
                  </a:lnTo>
                  <a:lnTo>
                    <a:pt x="5435397" y="1756701"/>
                  </a:lnTo>
                  <a:lnTo>
                    <a:pt x="5434582" y="1756701"/>
                  </a:lnTo>
                  <a:lnTo>
                    <a:pt x="5433768" y="1756701"/>
                  </a:lnTo>
                  <a:lnTo>
                    <a:pt x="5432953" y="1756701"/>
                  </a:lnTo>
                  <a:lnTo>
                    <a:pt x="5432138" y="1756701"/>
                  </a:lnTo>
                  <a:lnTo>
                    <a:pt x="5431323" y="1756701"/>
                  </a:lnTo>
                  <a:lnTo>
                    <a:pt x="5430509" y="1756701"/>
                  </a:lnTo>
                  <a:lnTo>
                    <a:pt x="5429694" y="1756701"/>
                  </a:lnTo>
                  <a:lnTo>
                    <a:pt x="5428879" y="1756701"/>
                  </a:lnTo>
                  <a:lnTo>
                    <a:pt x="5428064" y="1756701"/>
                  </a:lnTo>
                  <a:lnTo>
                    <a:pt x="5427249" y="1756701"/>
                  </a:lnTo>
                  <a:lnTo>
                    <a:pt x="5426435" y="1756701"/>
                  </a:lnTo>
                  <a:lnTo>
                    <a:pt x="5425620" y="1756701"/>
                  </a:lnTo>
                  <a:lnTo>
                    <a:pt x="5424805" y="1756701"/>
                  </a:lnTo>
                  <a:lnTo>
                    <a:pt x="5423990" y="1756701"/>
                  </a:lnTo>
                  <a:lnTo>
                    <a:pt x="5423176" y="1756701"/>
                  </a:lnTo>
                  <a:lnTo>
                    <a:pt x="5422361" y="1756701"/>
                  </a:lnTo>
                  <a:lnTo>
                    <a:pt x="5421546" y="1756701"/>
                  </a:lnTo>
                  <a:lnTo>
                    <a:pt x="5420731" y="1756701"/>
                  </a:lnTo>
                  <a:lnTo>
                    <a:pt x="5419916" y="1756701"/>
                  </a:lnTo>
                  <a:lnTo>
                    <a:pt x="5419102" y="1756701"/>
                  </a:lnTo>
                  <a:lnTo>
                    <a:pt x="5418287" y="1756701"/>
                  </a:lnTo>
                  <a:lnTo>
                    <a:pt x="5417472" y="1756701"/>
                  </a:lnTo>
                  <a:lnTo>
                    <a:pt x="5416657" y="1756701"/>
                  </a:lnTo>
                  <a:lnTo>
                    <a:pt x="5415842" y="1756701"/>
                  </a:lnTo>
                  <a:lnTo>
                    <a:pt x="5415028" y="1756701"/>
                  </a:lnTo>
                  <a:lnTo>
                    <a:pt x="5414213" y="1756701"/>
                  </a:lnTo>
                  <a:lnTo>
                    <a:pt x="5413398" y="1756701"/>
                  </a:lnTo>
                  <a:lnTo>
                    <a:pt x="5412583" y="1756701"/>
                  </a:lnTo>
                  <a:lnTo>
                    <a:pt x="5411769" y="1756701"/>
                  </a:lnTo>
                  <a:lnTo>
                    <a:pt x="5410954" y="1756701"/>
                  </a:lnTo>
                  <a:lnTo>
                    <a:pt x="5410139" y="1756701"/>
                  </a:lnTo>
                  <a:lnTo>
                    <a:pt x="5409324" y="1756701"/>
                  </a:lnTo>
                  <a:lnTo>
                    <a:pt x="5408509" y="1756701"/>
                  </a:lnTo>
                  <a:lnTo>
                    <a:pt x="5407695" y="1756701"/>
                  </a:lnTo>
                  <a:lnTo>
                    <a:pt x="5406880" y="1756701"/>
                  </a:lnTo>
                  <a:lnTo>
                    <a:pt x="5406065" y="1756701"/>
                  </a:lnTo>
                  <a:lnTo>
                    <a:pt x="5405250" y="1756701"/>
                  </a:lnTo>
                  <a:lnTo>
                    <a:pt x="5404436" y="1756701"/>
                  </a:lnTo>
                  <a:lnTo>
                    <a:pt x="5403621" y="1756701"/>
                  </a:lnTo>
                  <a:lnTo>
                    <a:pt x="5402806" y="1756701"/>
                  </a:lnTo>
                  <a:lnTo>
                    <a:pt x="5401991" y="1756701"/>
                  </a:lnTo>
                  <a:lnTo>
                    <a:pt x="5401176" y="1756701"/>
                  </a:lnTo>
                  <a:lnTo>
                    <a:pt x="5400362" y="1756701"/>
                  </a:lnTo>
                  <a:lnTo>
                    <a:pt x="5399547" y="1756701"/>
                  </a:lnTo>
                  <a:lnTo>
                    <a:pt x="5398732" y="1756701"/>
                  </a:lnTo>
                  <a:lnTo>
                    <a:pt x="5397917" y="1756701"/>
                  </a:lnTo>
                  <a:lnTo>
                    <a:pt x="5397103" y="1756701"/>
                  </a:lnTo>
                  <a:lnTo>
                    <a:pt x="5396288" y="1756701"/>
                  </a:lnTo>
                  <a:lnTo>
                    <a:pt x="5395473" y="1756701"/>
                  </a:lnTo>
                  <a:lnTo>
                    <a:pt x="5394658" y="1756701"/>
                  </a:lnTo>
                  <a:lnTo>
                    <a:pt x="5393843" y="1756701"/>
                  </a:lnTo>
                  <a:lnTo>
                    <a:pt x="5393029" y="1756701"/>
                  </a:lnTo>
                  <a:lnTo>
                    <a:pt x="5392214" y="1756701"/>
                  </a:lnTo>
                  <a:lnTo>
                    <a:pt x="5391399" y="1756701"/>
                  </a:lnTo>
                  <a:lnTo>
                    <a:pt x="5390584" y="1756701"/>
                  </a:lnTo>
                  <a:lnTo>
                    <a:pt x="5389770" y="1756701"/>
                  </a:lnTo>
                  <a:lnTo>
                    <a:pt x="5388955" y="1756701"/>
                  </a:lnTo>
                  <a:lnTo>
                    <a:pt x="5388140" y="1756701"/>
                  </a:lnTo>
                  <a:lnTo>
                    <a:pt x="5387325" y="1756701"/>
                  </a:lnTo>
                  <a:lnTo>
                    <a:pt x="5386510" y="1756701"/>
                  </a:lnTo>
                  <a:lnTo>
                    <a:pt x="5385696" y="1756701"/>
                  </a:lnTo>
                  <a:lnTo>
                    <a:pt x="5384881" y="1756701"/>
                  </a:lnTo>
                  <a:lnTo>
                    <a:pt x="5384066" y="1756701"/>
                  </a:lnTo>
                  <a:lnTo>
                    <a:pt x="5383251" y="1756701"/>
                  </a:lnTo>
                  <a:lnTo>
                    <a:pt x="5382437" y="1756701"/>
                  </a:lnTo>
                  <a:lnTo>
                    <a:pt x="5381622" y="1756701"/>
                  </a:lnTo>
                  <a:lnTo>
                    <a:pt x="5380807" y="1756701"/>
                  </a:lnTo>
                  <a:lnTo>
                    <a:pt x="5379992" y="1756701"/>
                  </a:lnTo>
                  <a:lnTo>
                    <a:pt x="5379177" y="1756701"/>
                  </a:lnTo>
                  <a:lnTo>
                    <a:pt x="5378363" y="1756701"/>
                  </a:lnTo>
                  <a:lnTo>
                    <a:pt x="5377548" y="1756701"/>
                  </a:lnTo>
                  <a:lnTo>
                    <a:pt x="5376733" y="1756701"/>
                  </a:lnTo>
                  <a:lnTo>
                    <a:pt x="5375918" y="1756701"/>
                  </a:lnTo>
                  <a:lnTo>
                    <a:pt x="5375103" y="1756701"/>
                  </a:lnTo>
                  <a:lnTo>
                    <a:pt x="5374289" y="1756701"/>
                  </a:lnTo>
                  <a:lnTo>
                    <a:pt x="5373474" y="1756701"/>
                  </a:lnTo>
                  <a:lnTo>
                    <a:pt x="5372659" y="1756701"/>
                  </a:lnTo>
                  <a:lnTo>
                    <a:pt x="5371844" y="1756701"/>
                  </a:lnTo>
                  <a:lnTo>
                    <a:pt x="5371030" y="1756701"/>
                  </a:lnTo>
                  <a:lnTo>
                    <a:pt x="5370215" y="1756701"/>
                  </a:lnTo>
                  <a:lnTo>
                    <a:pt x="5369400" y="1756701"/>
                  </a:lnTo>
                  <a:lnTo>
                    <a:pt x="5368585" y="1756701"/>
                  </a:lnTo>
                  <a:lnTo>
                    <a:pt x="5367770" y="1756701"/>
                  </a:lnTo>
                  <a:lnTo>
                    <a:pt x="5366956" y="1756701"/>
                  </a:lnTo>
                  <a:lnTo>
                    <a:pt x="5366141" y="1756701"/>
                  </a:lnTo>
                  <a:lnTo>
                    <a:pt x="5365326" y="1756701"/>
                  </a:lnTo>
                  <a:lnTo>
                    <a:pt x="5364511" y="1756701"/>
                  </a:lnTo>
                  <a:lnTo>
                    <a:pt x="5363697" y="1756701"/>
                  </a:lnTo>
                  <a:lnTo>
                    <a:pt x="5362882" y="1756701"/>
                  </a:lnTo>
                  <a:lnTo>
                    <a:pt x="5362067" y="1756701"/>
                  </a:lnTo>
                  <a:lnTo>
                    <a:pt x="5361252" y="1756701"/>
                  </a:lnTo>
                  <a:lnTo>
                    <a:pt x="5360437" y="1756701"/>
                  </a:lnTo>
                  <a:lnTo>
                    <a:pt x="5359623" y="1756701"/>
                  </a:lnTo>
                  <a:lnTo>
                    <a:pt x="5358808" y="1756701"/>
                  </a:lnTo>
                  <a:lnTo>
                    <a:pt x="5357993" y="1756701"/>
                  </a:lnTo>
                  <a:lnTo>
                    <a:pt x="5357178" y="1756701"/>
                  </a:lnTo>
                  <a:lnTo>
                    <a:pt x="5356364" y="1756701"/>
                  </a:lnTo>
                  <a:lnTo>
                    <a:pt x="5355549" y="1756701"/>
                  </a:lnTo>
                  <a:lnTo>
                    <a:pt x="5354734" y="1756701"/>
                  </a:lnTo>
                  <a:lnTo>
                    <a:pt x="5353919" y="1756701"/>
                  </a:lnTo>
                  <a:lnTo>
                    <a:pt x="5353104" y="1756701"/>
                  </a:lnTo>
                  <a:lnTo>
                    <a:pt x="5352290" y="1756701"/>
                  </a:lnTo>
                  <a:lnTo>
                    <a:pt x="5351475" y="1756701"/>
                  </a:lnTo>
                  <a:lnTo>
                    <a:pt x="5350660" y="1756701"/>
                  </a:lnTo>
                  <a:lnTo>
                    <a:pt x="5349845" y="1756701"/>
                  </a:lnTo>
                  <a:lnTo>
                    <a:pt x="5349031" y="1756701"/>
                  </a:lnTo>
                  <a:lnTo>
                    <a:pt x="5348216" y="1756701"/>
                  </a:lnTo>
                  <a:lnTo>
                    <a:pt x="5347401" y="1756701"/>
                  </a:lnTo>
                  <a:lnTo>
                    <a:pt x="5346586" y="1756701"/>
                  </a:lnTo>
                  <a:lnTo>
                    <a:pt x="5345771" y="1756701"/>
                  </a:lnTo>
                  <a:lnTo>
                    <a:pt x="5344957" y="1756701"/>
                  </a:lnTo>
                  <a:lnTo>
                    <a:pt x="5344142" y="1756701"/>
                  </a:lnTo>
                  <a:lnTo>
                    <a:pt x="5343327" y="1756701"/>
                  </a:lnTo>
                  <a:lnTo>
                    <a:pt x="5342512" y="1756701"/>
                  </a:lnTo>
                  <a:lnTo>
                    <a:pt x="5341698" y="1756701"/>
                  </a:lnTo>
                  <a:lnTo>
                    <a:pt x="5340883" y="1756701"/>
                  </a:lnTo>
                  <a:lnTo>
                    <a:pt x="5340068" y="1756701"/>
                  </a:lnTo>
                  <a:lnTo>
                    <a:pt x="5339253" y="1756701"/>
                  </a:lnTo>
                  <a:lnTo>
                    <a:pt x="5338438" y="1756701"/>
                  </a:lnTo>
                  <a:lnTo>
                    <a:pt x="5337624" y="1756701"/>
                  </a:lnTo>
                  <a:lnTo>
                    <a:pt x="5336809" y="1756701"/>
                  </a:lnTo>
                  <a:lnTo>
                    <a:pt x="5335994" y="1756701"/>
                  </a:lnTo>
                  <a:lnTo>
                    <a:pt x="5335179" y="1756701"/>
                  </a:lnTo>
                  <a:lnTo>
                    <a:pt x="5334364" y="1756701"/>
                  </a:lnTo>
                  <a:lnTo>
                    <a:pt x="5333550" y="1756701"/>
                  </a:lnTo>
                  <a:lnTo>
                    <a:pt x="5332735" y="1756701"/>
                  </a:lnTo>
                  <a:lnTo>
                    <a:pt x="5331920" y="1756701"/>
                  </a:lnTo>
                  <a:lnTo>
                    <a:pt x="5331105" y="1756701"/>
                  </a:lnTo>
                  <a:lnTo>
                    <a:pt x="5330291" y="1756701"/>
                  </a:lnTo>
                  <a:lnTo>
                    <a:pt x="5329476" y="1756701"/>
                  </a:lnTo>
                  <a:lnTo>
                    <a:pt x="5328661" y="1756701"/>
                  </a:lnTo>
                  <a:lnTo>
                    <a:pt x="5327846" y="1756701"/>
                  </a:lnTo>
                  <a:lnTo>
                    <a:pt x="5327031" y="1756701"/>
                  </a:lnTo>
                  <a:lnTo>
                    <a:pt x="5326217" y="1756701"/>
                  </a:lnTo>
                  <a:lnTo>
                    <a:pt x="5325402" y="1756701"/>
                  </a:lnTo>
                  <a:lnTo>
                    <a:pt x="5324587" y="1756701"/>
                  </a:lnTo>
                  <a:lnTo>
                    <a:pt x="5323772" y="1756701"/>
                  </a:lnTo>
                  <a:lnTo>
                    <a:pt x="5322958" y="1756701"/>
                  </a:lnTo>
                  <a:lnTo>
                    <a:pt x="5322143" y="1756701"/>
                  </a:lnTo>
                  <a:lnTo>
                    <a:pt x="5321328" y="1756701"/>
                  </a:lnTo>
                  <a:lnTo>
                    <a:pt x="5320513" y="1756701"/>
                  </a:lnTo>
                  <a:lnTo>
                    <a:pt x="5319698" y="1756701"/>
                  </a:lnTo>
                  <a:lnTo>
                    <a:pt x="5318884" y="1756701"/>
                  </a:lnTo>
                  <a:lnTo>
                    <a:pt x="5318069" y="1756701"/>
                  </a:lnTo>
                  <a:lnTo>
                    <a:pt x="5317254" y="1756701"/>
                  </a:lnTo>
                  <a:lnTo>
                    <a:pt x="5316439" y="1756701"/>
                  </a:lnTo>
                  <a:lnTo>
                    <a:pt x="5315625" y="1756701"/>
                  </a:lnTo>
                  <a:lnTo>
                    <a:pt x="5314810" y="1756701"/>
                  </a:lnTo>
                  <a:lnTo>
                    <a:pt x="5313995" y="1756701"/>
                  </a:lnTo>
                  <a:lnTo>
                    <a:pt x="5313180" y="1756701"/>
                  </a:lnTo>
                  <a:lnTo>
                    <a:pt x="5312365" y="1756701"/>
                  </a:lnTo>
                  <a:lnTo>
                    <a:pt x="5311551" y="1756701"/>
                  </a:lnTo>
                  <a:lnTo>
                    <a:pt x="5310736" y="1756701"/>
                  </a:lnTo>
                  <a:lnTo>
                    <a:pt x="5309921" y="1756701"/>
                  </a:lnTo>
                  <a:lnTo>
                    <a:pt x="5309106" y="1756701"/>
                  </a:lnTo>
                  <a:lnTo>
                    <a:pt x="5308292" y="1756701"/>
                  </a:lnTo>
                  <a:lnTo>
                    <a:pt x="5307477" y="1756701"/>
                  </a:lnTo>
                  <a:lnTo>
                    <a:pt x="5306662" y="1756701"/>
                  </a:lnTo>
                  <a:lnTo>
                    <a:pt x="5305847" y="1756701"/>
                  </a:lnTo>
                  <a:lnTo>
                    <a:pt x="5305032" y="1756701"/>
                  </a:lnTo>
                  <a:lnTo>
                    <a:pt x="5304218" y="1756701"/>
                  </a:lnTo>
                  <a:lnTo>
                    <a:pt x="5303403" y="1756701"/>
                  </a:lnTo>
                  <a:lnTo>
                    <a:pt x="5302588" y="1756701"/>
                  </a:lnTo>
                  <a:lnTo>
                    <a:pt x="5301773" y="1756701"/>
                  </a:lnTo>
                  <a:lnTo>
                    <a:pt x="5300959" y="1756701"/>
                  </a:lnTo>
                  <a:lnTo>
                    <a:pt x="5300144" y="1756701"/>
                  </a:lnTo>
                  <a:lnTo>
                    <a:pt x="5299329" y="1756701"/>
                  </a:lnTo>
                  <a:lnTo>
                    <a:pt x="5298514" y="1756701"/>
                  </a:lnTo>
                  <a:lnTo>
                    <a:pt x="5297699" y="1756701"/>
                  </a:lnTo>
                  <a:lnTo>
                    <a:pt x="5296885" y="1756701"/>
                  </a:lnTo>
                  <a:lnTo>
                    <a:pt x="5296070" y="1756701"/>
                  </a:lnTo>
                  <a:lnTo>
                    <a:pt x="5295255" y="1756701"/>
                  </a:lnTo>
                  <a:lnTo>
                    <a:pt x="5294440" y="1756701"/>
                  </a:lnTo>
                  <a:lnTo>
                    <a:pt x="5293625" y="1756701"/>
                  </a:lnTo>
                  <a:lnTo>
                    <a:pt x="5292811" y="1756701"/>
                  </a:lnTo>
                  <a:lnTo>
                    <a:pt x="5291996" y="1756701"/>
                  </a:lnTo>
                  <a:lnTo>
                    <a:pt x="5291181" y="1756701"/>
                  </a:lnTo>
                  <a:lnTo>
                    <a:pt x="5290366" y="1756701"/>
                  </a:lnTo>
                  <a:lnTo>
                    <a:pt x="5289552" y="1756701"/>
                  </a:lnTo>
                  <a:lnTo>
                    <a:pt x="5288737" y="1756701"/>
                  </a:lnTo>
                  <a:lnTo>
                    <a:pt x="5287922" y="1756701"/>
                  </a:lnTo>
                  <a:lnTo>
                    <a:pt x="5287107" y="1756701"/>
                  </a:lnTo>
                  <a:lnTo>
                    <a:pt x="5286292" y="1756701"/>
                  </a:lnTo>
                  <a:lnTo>
                    <a:pt x="5285478" y="1756701"/>
                  </a:lnTo>
                  <a:lnTo>
                    <a:pt x="5284663" y="1756701"/>
                  </a:lnTo>
                  <a:lnTo>
                    <a:pt x="5283848" y="1756701"/>
                  </a:lnTo>
                  <a:lnTo>
                    <a:pt x="5283033" y="1756701"/>
                  </a:lnTo>
                  <a:lnTo>
                    <a:pt x="5282219" y="1756701"/>
                  </a:lnTo>
                  <a:lnTo>
                    <a:pt x="5281404" y="1756701"/>
                  </a:lnTo>
                  <a:lnTo>
                    <a:pt x="5280589" y="1756701"/>
                  </a:lnTo>
                  <a:lnTo>
                    <a:pt x="5279774" y="1756701"/>
                  </a:lnTo>
                  <a:lnTo>
                    <a:pt x="5278959" y="1756701"/>
                  </a:lnTo>
                  <a:lnTo>
                    <a:pt x="5278145" y="1756701"/>
                  </a:lnTo>
                  <a:lnTo>
                    <a:pt x="5277330" y="1756701"/>
                  </a:lnTo>
                  <a:lnTo>
                    <a:pt x="5276515" y="1756701"/>
                  </a:lnTo>
                  <a:lnTo>
                    <a:pt x="5275700" y="1756701"/>
                  </a:lnTo>
                  <a:lnTo>
                    <a:pt x="5274886" y="1756701"/>
                  </a:lnTo>
                  <a:lnTo>
                    <a:pt x="5274071" y="1756701"/>
                  </a:lnTo>
                  <a:lnTo>
                    <a:pt x="5273256" y="1756701"/>
                  </a:lnTo>
                  <a:lnTo>
                    <a:pt x="5272441" y="1756701"/>
                  </a:lnTo>
                  <a:lnTo>
                    <a:pt x="5271626" y="1756701"/>
                  </a:lnTo>
                  <a:lnTo>
                    <a:pt x="5270812" y="1756701"/>
                  </a:lnTo>
                  <a:lnTo>
                    <a:pt x="5269997" y="1756701"/>
                  </a:lnTo>
                  <a:lnTo>
                    <a:pt x="5269182" y="1756701"/>
                  </a:lnTo>
                  <a:lnTo>
                    <a:pt x="5268367" y="1756701"/>
                  </a:lnTo>
                  <a:lnTo>
                    <a:pt x="5267553" y="1756701"/>
                  </a:lnTo>
                  <a:lnTo>
                    <a:pt x="5266738" y="1756701"/>
                  </a:lnTo>
                  <a:lnTo>
                    <a:pt x="5265923" y="1756701"/>
                  </a:lnTo>
                  <a:lnTo>
                    <a:pt x="5265108" y="1756701"/>
                  </a:lnTo>
                  <a:lnTo>
                    <a:pt x="5264293" y="1756701"/>
                  </a:lnTo>
                  <a:lnTo>
                    <a:pt x="5263479" y="1756701"/>
                  </a:lnTo>
                  <a:lnTo>
                    <a:pt x="5262664" y="1756701"/>
                  </a:lnTo>
                  <a:lnTo>
                    <a:pt x="5261849" y="1756701"/>
                  </a:lnTo>
                  <a:lnTo>
                    <a:pt x="5261034" y="1756701"/>
                  </a:lnTo>
                  <a:lnTo>
                    <a:pt x="5260220" y="1756701"/>
                  </a:lnTo>
                  <a:lnTo>
                    <a:pt x="5259405" y="1756701"/>
                  </a:lnTo>
                  <a:lnTo>
                    <a:pt x="5258590" y="1756701"/>
                  </a:lnTo>
                  <a:lnTo>
                    <a:pt x="5257775" y="1756701"/>
                  </a:lnTo>
                  <a:lnTo>
                    <a:pt x="5256960" y="1756701"/>
                  </a:lnTo>
                  <a:lnTo>
                    <a:pt x="5256146" y="1756701"/>
                  </a:lnTo>
                  <a:lnTo>
                    <a:pt x="5255331" y="1756701"/>
                  </a:lnTo>
                  <a:lnTo>
                    <a:pt x="5254516" y="1756701"/>
                  </a:lnTo>
                  <a:lnTo>
                    <a:pt x="5253701" y="1756701"/>
                  </a:lnTo>
                  <a:lnTo>
                    <a:pt x="5252886" y="1756701"/>
                  </a:lnTo>
                  <a:lnTo>
                    <a:pt x="5252072" y="1756701"/>
                  </a:lnTo>
                  <a:lnTo>
                    <a:pt x="5251257" y="1756701"/>
                  </a:lnTo>
                  <a:lnTo>
                    <a:pt x="5250442" y="1756701"/>
                  </a:lnTo>
                  <a:lnTo>
                    <a:pt x="5249627" y="1756701"/>
                  </a:lnTo>
                  <a:lnTo>
                    <a:pt x="5248813" y="1756701"/>
                  </a:lnTo>
                  <a:lnTo>
                    <a:pt x="5247998" y="1756701"/>
                  </a:lnTo>
                  <a:lnTo>
                    <a:pt x="5247183" y="1756701"/>
                  </a:lnTo>
                  <a:lnTo>
                    <a:pt x="5246368" y="1756701"/>
                  </a:lnTo>
                  <a:lnTo>
                    <a:pt x="5245553" y="1756701"/>
                  </a:lnTo>
                  <a:lnTo>
                    <a:pt x="5244739" y="1756701"/>
                  </a:lnTo>
                  <a:lnTo>
                    <a:pt x="5243924" y="1756701"/>
                  </a:lnTo>
                  <a:lnTo>
                    <a:pt x="5243109" y="1756701"/>
                  </a:lnTo>
                  <a:lnTo>
                    <a:pt x="5242294" y="1756701"/>
                  </a:lnTo>
                  <a:lnTo>
                    <a:pt x="5241480" y="1756701"/>
                  </a:lnTo>
                  <a:lnTo>
                    <a:pt x="5240665" y="1756701"/>
                  </a:lnTo>
                  <a:lnTo>
                    <a:pt x="5239850" y="1756701"/>
                  </a:lnTo>
                  <a:lnTo>
                    <a:pt x="5239035" y="1756701"/>
                  </a:lnTo>
                  <a:lnTo>
                    <a:pt x="5238220" y="1756701"/>
                  </a:lnTo>
                  <a:lnTo>
                    <a:pt x="5237406" y="1756701"/>
                  </a:lnTo>
                  <a:lnTo>
                    <a:pt x="5236591" y="1756701"/>
                  </a:lnTo>
                  <a:lnTo>
                    <a:pt x="5235776" y="1756701"/>
                  </a:lnTo>
                  <a:lnTo>
                    <a:pt x="5234961" y="1756701"/>
                  </a:lnTo>
                  <a:lnTo>
                    <a:pt x="5234147" y="1756701"/>
                  </a:lnTo>
                  <a:lnTo>
                    <a:pt x="5233332" y="1756701"/>
                  </a:lnTo>
                  <a:lnTo>
                    <a:pt x="5232517" y="1756701"/>
                  </a:lnTo>
                  <a:lnTo>
                    <a:pt x="5231702" y="1756701"/>
                  </a:lnTo>
                  <a:lnTo>
                    <a:pt x="5230887" y="1756701"/>
                  </a:lnTo>
                  <a:lnTo>
                    <a:pt x="5230073" y="1756701"/>
                  </a:lnTo>
                  <a:lnTo>
                    <a:pt x="5229258" y="1756701"/>
                  </a:lnTo>
                  <a:lnTo>
                    <a:pt x="5228443" y="1756701"/>
                  </a:lnTo>
                  <a:lnTo>
                    <a:pt x="5227628" y="1756701"/>
                  </a:lnTo>
                  <a:lnTo>
                    <a:pt x="5226814" y="1756701"/>
                  </a:lnTo>
                  <a:lnTo>
                    <a:pt x="5225999" y="1756701"/>
                  </a:lnTo>
                  <a:lnTo>
                    <a:pt x="5225184" y="1756701"/>
                  </a:lnTo>
                  <a:lnTo>
                    <a:pt x="5224369" y="1756701"/>
                  </a:lnTo>
                  <a:lnTo>
                    <a:pt x="5223554" y="1756701"/>
                  </a:lnTo>
                  <a:lnTo>
                    <a:pt x="5222740" y="1756701"/>
                  </a:lnTo>
                  <a:lnTo>
                    <a:pt x="5221925" y="1756701"/>
                  </a:lnTo>
                  <a:lnTo>
                    <a:pt x="5221110" y="1756701"/>
                  </a:lnTo>
                  <a:lnTo>
                    <a:pt x="5220295" y="1756701"/>
                  </a:lnTo>
                  <a:lnTo>
                    <a:pt x="5219481" y="1756701"/>
                  </a:lnTo>
                  <a:lnTo>
                    <a:pt x="5218666" y="1756701"/>
                  </a:lnTo>
                  <a:lnTo>
                    <a:pt x="5217851" y="1756701"/>
                  </a:lnTo>
                  <a:lnTo>
                    <a:pt x="5217036" y="1756701"/>
                  </a:lnTo>
                  <a:lnTo>
                    <a:pt x="5216221" y="1756701"/>
                  </a:lnTo>
                  <a:lnTo>
                    <a:pt x="5215407" y="1756701"/>
                  </a:lnTo>
                  <a:lnTo>
                    <a:pt x="5214592" y="1756701"/>
                  </a:lnTo>
                  <a:lnTo>
                    <a:pt x="5213777" y="1756701"/>
                  </a:lnTo>
                  <a:lnTo>
                    <a:pt x="5212962" y="1756701"/>
                  </a:lnTo>
                  <a:lnTo>
                    <a:pt x="5212147" y="1756701"/>
                  </a:lnTo>
                  <a:lnTo>
                    <a:pt x="5211333" y="1756701"/>
                  </a:lnTo>
                  <a:lnTo>
                    <a:pt x="5210518" y="1756701"/>
                  </a:lnTo>
                  <a:lnTo>
                    <a:pt x="5209703" y="1756701"/>
                  </a:lnTo>
                  <a:lnTo>
                    <a:pt x="5208888" y="1756701"/>
                  </a:lnTo>
                  <a:lnTo>
                    <a:pt x="5208074" y="1756701"/>
                  </a:lnTo>
                  <a:lnTo>
                    <a:pt x="5207259" y="1756701"/>
                  </a:lnTo>
                  <a:lnTo>
                    <a:pt x="5206444" y="1756701"/>
                  </a:lnTo>
                  <a:lnTo>
                    <a:pt x="5205629" y="1756701"/>
                  </a:lnTo>
                  <a:lnTo>
                    <a:pt x="5204814" y="1756701"/>
                  </a:lnTo>
                  <a:lnTo>
                    <a:pt x="5204000" y="1756701"/>
                  </a:lnTo>
                  <a:lnTo>
                    <a:pt x="5203185" y="1756701"/>
                  </a:lnTo>
                  <a:lnTo>
                    <a:pt x="5202370" y="1756701"/>
                  </a:lnTo>
                  <a:lnTo>
                    <a:pt x="5201555" y="1756701"/>
                  </a:lnTo>
                  <a:lnTo>
                    <a:pt x="5200741" y="1756701"/>
                  </a:lnTo>
                  <a:lnTo>
                    <a:pt x="5199926" y="1756701"/>
                  </a:lnTo>
                  <a:lnTo>
                    <a:pt x="5199111" y="1756701"/>
                  </a:lnTo>
                  <a:lnTo>
                    <a:pt x="5198296" y="1756701"/>
                  </a:lnTo>
                  <a:lnTo>
                    <a:pt x="5197481" y="1756701"/>
                  </a:lnTo>
                  <a:lnTo>
                    <a:pt x="5196667" y="1756701"/>
                  </a:lnTo>
                  <a:lnTo>
                    <a:pt x="5195852" y="1756701"/>
                  </a:lnTo>
                  <a:lnTo>
                    <a:pt x="5195037" y="1756701"/>
                  </a:lnTo>
                  <a:lnTo>
                    <a:pt x="5194222" y="1756701"/>
                  </a:lnTo>
                  <a:lnTo>
                    <a:pt x="5193408" y="1756701"/>
                  </a:lnTo>
                  <a:lnTo>
                    <a:pt x="5192593" y="1756701"/>
                  </a:lnTo>
                  <a:lnTo>
                    <a:pt x="5191778" y="1756701"/>
                  </a:lnTo>
                  <a:lnTo>
                    <a:pt x="5190963" y="1756701"/>
                  </a:lnTo>
                  <a:lnTo>
                    <a:pt x="5190148" y="1756701"/>
                  </a:lnTo>
                  <a:lnTo>
                    <a:pt x="5189334" y="1756701"/>
                  </a:lnTo>
                  <a:lnTo>
                    <a:pt x="5188519" y="1756701"/>
                  </a:lnTo>
                  <a:lnTo>
                    <a:pt x="5187704" y="1756701"/>
                  </a:lnTo>
                  <a:lnTo>
                    <a:pt x="5186889" y="1756701"/>
                  </a:lnTo>
                  <a:lnTo>
                    <a:pt x="5186075" y="1756701"/>
                  </a:lnTo>
                  <a:lnTo>
                    <a:pt x="5185260" y="1756701"/>
                  </a:lnTo>
                  <a:lnTo>
                    <a:pt x="5184445" y="1756701"/>
                  </a:lnTo>
                  <a:lnTo>
                    <a:pt x="5183630" y="1756701"/>
                  </a:lnTo>
                  <a:lnTo>
                    <a:pt x="5182815" y="1756701"/>
                  </a:lnTo>
                  <a:lnTo>
                    <a:pt x="5182001" y="1756701"/>
                  </a:lnTo>
                  <a:lnTo>
                    <a:pt x="5181186" y="1756701"/>
                  </a:lnTo>
                  <a:lnTo>
                    <a:pt x="5180371" y="1756701"/>
                  </a:lnTo>
                  <a:lnTo>
                    <a:pt x="5179556" y="1756701"/>
                  </a:lnTo>
                  <a:lnTo>
                    <a:pt x="5178742" y="1756701"/>
                  </a:lnTo>
                  <a:lnTo>
                    <a:pt x="5177927" y="1756701"/>
                  </a:lnTo>
                  <a:lnTo>
                    <a:pt x="5177112" y="1756701"/>
                  </a:lnTo>
                  <a:lnTo>
                    <a:pt x="5176297" y="1756701"/>
                  </a:lnTo>
                  <a:lnTo>
                    <a:pt x="5175482" y="1756701"/>
                  </a:lnTo>
                  <a:lnTo>
                    <a:pt x="5174668" y="1756701"/>
                  </a:lnTo>
                  <a:lnTo>
                    <a:pt x="5173853" y="1756701"/>
                  </a:lnTo>
                  <a:lnTo>
                    <a:pt x="5173038" y="1756701"/>
                  </a:lnTo>
                  <a:lnTo>
                    <a:pt x="5172223" y="1756701"/>
                  </a:lnTo>
                  <a:lnTo>
                    <a:pt x="5171408" y="1756701"/>
                  </a:lnTo>
                  <a:lnTo>
                    <a:pt x="5170594" y="1756701"/>
                  </a:lnTo>
                  <a:lnTo>
                    <a:pt x="5169779" y="1756701"/>
                  </a:lnTo>
                  <a:lnTo>
                    <a:pt x="5168964" y="1756701"/>
                  </a:lnTo>
                  <a:lnTo>
                    <a:pt x="5168149" y="1756701"/>
                  </a:lnTo>
                  <a:lnTo>
                    <a:pt x="5167335" y="1756701"/>
                  </a:lnTo>
                  <a:lnTo>
                    <a:pt x="5166520" y="1756701"/>
                  </a:lnTo>
                  <a:lnTo>
                    <a:pt x="5165705" y="1756701"/>
                  </a:lnTo>
                  <a:lnTo>
                    <a:pt x="5164890" y="1756701"/>
                  </a:lnTo>
                  <a:lnTo>
                    <a:pt x="5164075" y="1756701"/>
                  </a:lnTo>
                  <a:lnTo>
                    <a:pt x="5163261" y="1756701"/>
                  </a:lnTo>
                  <a:lnTo>
                    <a:pt x="5162446" y="1756701"/>
                  </a:lnTo>
                  <a:lnTo>
                    <a:pt x="5161631" y="1756701"/>
                  </a:lnTo>
                  <a:lnTo>
                    <a:pt x="5160816" y="1756701"/>
                  </a:lnTo>
                  <a:lnTo>
                    <a:pt x="5160002" y="1756701"/>
                  </a:lnTo>
                  <a:lnTo>
                    <a:pt x="5159187" y="1756701"/>
                  </a:lnTo>
                  <a:lnTo>
                    <a:pt x="5158372" y="1756701"/>
                  </a:lnTo>
                  <a:lnTo>
                    <a:pt x="5157557" y="1756701"/>
                  </a:lnTo>
                  <a:lnTo>
                    <a:pt x="5156742" y="1756701"/>
                  </a:lnTo>
                  <a:lnTo>
                    <a:pt x="5155928" y="1756701"/>
                  </a:lnTo>
                  <a:lnTo>
                    <a:pt x="5155113" y="1756701"/>
                  </a:lnTo>
                  <a:lnTo>
                    <a:pt x="5154298" y="1756701"/>
                  </a:lnTo>
                  <a:lnTo>
                    <a:pt x="5153483" y="1756701"/>
                  </a:lnTo>
                  <a:lnTo>
                    <a:pt x="5152669" y="1756701"/>
                  </a:lnTo>
                  <a:lnTo>
                    <a:pt x="5151854" y="1756701"/>
                  </a:lnTo>
                  <a:lnTo>
                    <a:pt x="5151039" y="1756701"/>
                  </a:lnTo>
                  <a:lnTo>
                    <a:pt x="5150224" y="1756701"/>
                  </a:lnTo>
                  <a:lnTo>
                    <a:pt x="5149409" y="1756701"/>
                  </a:lnTo>
                  <a:lnTo>
                    <a:pt x="5148595" y="1756701"/>
                  </a:lnTo>
                  <a:lnTo>
                    <a:pt x="5147780" y="1756701"/>
                  </a:lnTo>
                  <a:lnTo>
                    <a:pt x="5146965" y="1756701"/>
                  </a:lnTo>
                  <a:lnTo>
                    <a:pt x="5146150" y="1756701"/>
                  </a:lnTo>
                  <a:lnTo>
                    <a:pt x="5145336" y="1756701"/>
                  </a:lnTo>
                  <a:lnTo>
                    <a:pt x="5144521" y="1756701"/>
                  </a:lnTo>
                  <a:lnTo>
                    <a:pt x="5143706" y="1756701"/>
                  </a:lnTo>
                  <a:lnTo>
                    <a:pt x="5142891" y="1756701"/>
                  </a:lnTo>
                  <a:lnTo>
                    <a:pt x="5142076" y="1756701"/>
                  </a:lnTo>
                  <a:lnTo>
                    <a:pt x="5141262" y="1756701"/>
                  </a:lnTo>
                  <a:lnTo>
                    <a:pt x="5140447" y="1756701"/>
                  </a:lnTo>
                  <a:lnTo>
                    <a:pt x="5139632" y="1756701"/>
                  </a:lnTo>
                  <a:lnTo>
                    <a:pt x="5138817" y="1756701"/>
                  </a:lnTo>
                  <a:lnTo>
                    <a:pt x="5138002" y="1756701"/>
                  </a:lnTo>
                  <a:lnTo>
                    <a:pt x="5137188" y="1756701"/>
                  </a:lnTo>
                  <a:lnTo>
                    <a:pt x="5136373" y="1756701"/>
                  </a:lnTo>
                  <a:lnTo>
                    <a:pt x="5135558" y="1756701"/>
                  </a:lnTo>
                  <a:lnTo>
                    <a:pt x="5134743" y="1756701"/>
                  </a:lnTo>
                  <a:lnTo>
                    <a:pt x="5133929" y="1756701"/>
                  </a:lnTo>
                  <a:lnTo>
                    <a:pt x="5133114" y="1756701"/>
                  </a:lnTo>
                  <a:lnTo>
                    <a:pt x="5132299" y="1756701"/>
                  </a:lnTo>
                  <a:lnTo>
                    <a:pt x="5131484" y="1756701"/>
                  </a:lnTo>
                  <a:lnTo>
                    <a:pt x="5130669" y="1756701"/>
                  </a:lnTo>
                  <a:lnTo>
                    <a:pt x="5129855" y="1756701"/>
                  </a:lnTo>
                  <a:lnTo>
                    <a:pt x="5129040" y="1756701"/>
                  </a:lnTo>
                  <a:lnTo>
                    <a:pt x="5128225" y="1756701"/>
                  </a:lnTo>
                  <a:lnTo>
                    <a:pt x="5127410" y="1756701"/>
                  </a:lnTo>
                  <a:lnTo>
                    <a:pt x="5126596" y="1756701"/>
                  </a:lnTo>
                  <a:lnTo>
                    <a:pt x="5125781" y="1756701"/>
                  </a:lnTo>
                  <a:lnTo>
                    <a:pt x="5124966" y="1756701"/>
                  </a:lnTo>
                  <a:lnTo>
                    <a:pt x="5124151" y="1756701"/>
                  </a:lnTo>
                  <a:lnTo>
                    <a:pt x="5123336" y="1756701"/>
                  </a:lnTo>
                  <a:lnTo>
                    <a:pt x="5122522" y="1756701"/>
                  </a:lnTo>
                  <a:lnTo>
                    <a:pt x="5121707" y="1756701"/>
                  </a:lnTo>
                  <a:lnTo>
                    <a:pt x="5120892" y="1756701"/>
                  </a:lnTo>
                  <a:lnTo>
                    <a:pt x="5120077" y="1756701"/>
                  </a:lnTo>
                  <a:lnTo>
                    <a:pt x="5119263" y="1756701"/>
                  </a:lnTo>
                  <a:lnTo>
                    <a:pt x="5118448" y="1756701"/>
                  </a:lnTo>
                  <a:lnTo>
                    <a:pt x="5117633" y="1756701"/>
                  </a:lnTo>
                  <a:lnTo>
                    <a:pt x="5116818" y="1756701"/>
                  </a:lnTo>
                  <a:lnTo>
                    <a:pt x="5116003" y="1756701"/>
                  </a:lnTo>
                  <a:lnTo>
                    <a:pt x="5115189" y="1756701"/>
                  </a:lnTo>
                  <a:lnTo>
                    <a:pt x="5114374" y="1756701"/>
                  </a:lnTo>
                  <a:lnTo>
                    <a:pt x="5113559" y="1756701"/>
                  </a:lnTo>
                  <a:lnTo>
                    <a:pt x="5112744" y="1756701"/>
                  </a:lnTo>
                  <a:lnTo>
                    <a:pt x="5111930" y="1756701"/>
                  </a:lnTo>
                  <a:lnTo>
                    <a:pt x="5111115" y="1756701"/>
                  </a:lnTo>
                  <a:lnTo>
                    <a:pt x="5110300" y="1756701"/>
                  </a:lnTo>
                  <a:lnTo>
                    <a:pt x="5109485" y="1756701"/>
                  </a:lnTo>
                  <a:lnTo>
                    <a:pt x="5108670" y="1756701"/>
                  </a:lnTo>
                  <a:lnTo>
                    <a:pt x="5107856" y="1756701"/>
                  </a:lnTo>
                  <a:lnTo>
                    <a:pt x="5107041" y="1756701"/>
                  </a:lnTo>
                  <a:lnTo>
                    <a:pt x="5106226" y="1756701"/>
                  </a:lnTo>
                  <a:lnTo>
                    <a:pt x="5105411" y="1756701"/>
                  </a:lnTo>
                  <a:lnTo>
                    <a:pt x="5104597" y="1756701"/>
                  </a:lnTo>
                  <a:lnTo>
                    <a:pt x="5103782" y="1756701"/>
                  </a:lnTo>
                  <a:lnTo>
                    <a:pt x="5102967" y="1756701"/>
                  </a:lnTo>
                  <a:lnTo>
                    <a:pt x="5102152" y="1756701"/>
                  </a:lnTo>
                  <a:lnTo>
                    <a:pt x="5101337" y="1756701"/>
                  </a:lnTo>
                  <a:lnTo>
                    <a:pt x="5100523" y="1756701"/>
                  </a:lnTo>
                  <a:lnTo>
                    <a:pt x="5099708" y="1756701"/>
                  </a:lnTo>
                  <a:lnTo>
                    <a:pt x="5098893" y="1756701"/>
                  </a:lnTo>
                  <a:lnTo>
                    <a:pt x="5098078" y="1756701"/>
                  </a:lnTo>
                  <a:lnTo>
                    <a:pt x="5097263" y="1756701"/>
                  </a:lnTo>
                  <a:lnTo>
                    <a:pt x="5096449" y="1756701"/>
                  </a:lnTo>
                  <a:lnTo>
                    <a:pt x="5095634" y="1756701"/>
                  </a:lnTo>
                  <a:lnTo>
                    <a:pt x="5094819" y="1756701"/>
                  </a:lnTo>
                  <a:lnTo>
                    <a:pt x="5094004" y="1756701"/>
                  </a:lnTo>
                  <a:lnTo>
                    <a:pt x="5093190" y="1756701"/>
                  </a:lnTo>
                  <a:lnTo>
                    <a:pt x="5092375" y="1756701"/>
                  </a:lnTo>
                  <a:lnTo>
                    <a:pt x="5091560" y="1756701"/>
                  </a:lnTo>
                  <a:lnTo>
                    <a:pt x="5090745" y="1756701"/>
                  </a:lnTo>
                  <a:lnTo>
                    <a:pt x="5089930" y="1756701"/>
                  </a:lnTo>
                  <a:lnTo>
                    <a:pt x="5089116" y="1756701"/>
                  </a:lnTo>
                  <a:lnTo>
                    <a:pt x="5088301" y="1756701"/>
                  </a:lnTo>
                  <a:lnTo>
                    <a:pt x="5087486" y="1756701"/>
                  </a:lnTo>
                  <a:lnTo>
                    <a:pt x="5086671" y="1756701"/>
                  </a:lnTo>
                  <a:lnTo>
                    <a:pt x="5085857" y="1756701"/>
                  </a:lnTo>
                  <a:lnTo>
                    <a:pt x="5085042" y="1756701"/>
                  </a:lnTo>
                  <a:lnTo>
                    <a:pt x="5084227" y="1756701"/>
                  </a:lnTo>
                  <a:lnTo>
                    <a:pt x="5083412" y="1756701"/>
                  </a:lnTo>
                  <a:lnTo>
                    <a:pt x="5082597" y="1756701"/>
                  </a:lnTo>
                  <a:lnTo>
                    <a:pt x="5081783" y="1756701"/>
                  </a:lnTo>
                  <a:lnTo>
                    <a:pt x="5080968" y="1756701"/>
                  </a:lnTo>
                  <a:lnTo>
                    <a:pt x="5080153" y="1756701"/>
                  </a:lnTo>
                  <a:lnTo>
                    <a:pt x="5079338" y="1756701"/>
                  </a:lnTo>
                  <a:lnTo>
                    <a:pt x="5078524" y="1756701"/>
                  </a:lnTo>
                  <a:lnTo>
                    <a:pt x="5077709" y="1756701"/>
                  </a:lnTo>
                  <a:lnTo>
                    <a:pt x="5076894" y="1756701"/>
                  </a:lnTo>
                  <a:lnTo>
                    <a:pt x="5076079" y="1756701"/>
                  </a:lnTo>
                  <a:lnTo>
                    <a:pt x="5075264" y="1756701"/>
                  </a:lnTo>
                  <a:lnTo>
                    <a:pt x="5074450" y="1756701"/>
                  </a:lnTo>
                  <a:lnTo>
                    <a:pt x="5073635" y="1756701"/>
                  </a:lnTo>
                  <a:lnTo>
                    <a:pt x="5072820" y="1756701"/>
                  </a:lnTo>
                  <a:lnTo>
                    <a:pt x="5072005" y="1756701"/>
                  </a:lnTo>
                  <a:lnTo>
                    <a:pt x="5071191" y="1756701"/>
                  </a:lnTo>
                  <a:lnTo>
                    <a:pt x="5070376" y="1756701"/>
                  </a:lnTo>
                  <a:lnTo>
                    <a:pt x="5069561" y="1756701"/>
                  </a:lnTo>
                  <a:lnTo>
                    <a:pt x="5068746" y="1756701"/>
                  </a:lnTo>
                  <a:lnTo>
                    <a:pt x="5067931" y="1756701"/>
                  </a:lnTo>
                  <a:lnTo>
                    <a:pt x="5067117" y="1756701"/>
                  </a:lnTo>
                  <a:lnTo>
                    <a:pt x="5066302" y="1756701"/>
                  </a:lnTo>
                  <a:lnTo>
                    <a:pt x="5065487" y="1756701"/>
                  </a:lnTo>
                  <a:lnTo>
                    <a:pt x="5064672" y="1756701"/>
                  </a:lnTo>
                  <a:lnTo>
                    <a:pt x="5063858" y="1756701"/>
                  </a:lnTo>
                  <a:lnTo>
                    <a:pt x="5063043" y="1756701"/>
                  </a:lnTo>
                  <a:lnTo>
                    <a:pt x="5062228" y="1756701"/>
                  </a:lnTo>
                  <a:lnTo>
                    <a:pt x="5061413" y="1756701"/>
                  </a:lnTo>
                  <a:lnTo>
                    <a:pt x="5060598" y="1756701"/>
                  </a:lnTo>
                  <a:lnTo>
                    <a:pt x="5059784" y="1756701"/>
                  </a:lnTo>
                  <a:lnTo>
                    <a:pt x="5058969" y="1756701"/>
                  </a:lnTo>
                  <a:lnTo>
                    <a:pt x="5058154" y="1756701"/>
                  </a:lnTo>
                  <a:lnTo>
                    <a:pt x="5057339" y="1756701"/>
                  </a:lnTo>
                  <a:lnTo>
                    <a:pt x="5056524" y="1756701"/>
                  </a:lnTo>
                  <a:lnTo>
                    <a:pt x="5055710" y="1756701"/>
                  </a:lnTo>
                  <a:lnTo>
                    <a:pt x="5054895" y="1756701"/>
                  </a:lnTo>
                  <a:lnTo>
                    <a:pt x="5054080" y="1756701"/>
                  </a:lnTo>
                  <a:lnTo>
                    <a:pt x="5053265" y="1756701"/>
                  </a:lnTo>
                  <a:lnTo>
                    <a:pt x="5052451" y="1756701"/>
                  </a:lnTo>
                  <a:lnTo>
                    <a:pt x="5051636" y="1756701"/>
                  </a:lnTo>
                  <a:lnTo>
                    <a:pt x="5050821" y="1756701"/>
                  </a:lnTo>
                  <a:lnTo>
                    <a:pt x="5050006" y="1756701"/>
                  </a:lnTo>
                  <a:lnTo>
                    <a:pt x="5049191" y="1756701"/>
                  </a:lnTo>
                  <a:lnTo>
                    <a:pt x="5048377" y="1756701"/>
                  </a:lnTo>
                  <a:lnTo>
                    <a:pt x="5047562" y="1756701"/>
                  </a:lnTo>
                  <a:lnTo>
                    <a:pt x="5046747" y="1756701"/>
                  </a:lnTo>
                  <a:lnTo>
                    <a:pt x="5045932" y="1756701"/>
                  </a:lnTo>
                  <a:lnTo>
                    <a:pt x="5045118" y="1756701"/>
                  </a:lnTo>
                  <a:lnTo>
                    <a:pt x="5044303" y="1756701"/>
                  </a:lnTo>
                  <a:lnTo>
                    <a:pt x="5043488" y="1756701"/>
                  </a:lnTo>
                  <a:lnTo>
                    <a:pt x="5042673" y="1756701"/>
                  </a:lnTo>
                  <a:lnTo>
                    <a:pt x="5041858" y="1756701"/>
                  </a:lnTo>
                  <a:lnTo>
                    <a:pt x="5041044" y="1756701"/>
                  </a:lnTo>
                  <a:lnTo>
                    <a:pt x="5040229" y="1756701"/>
                  </a:lnTo>
                  <a:lnTo>
                    <a:pt x="5039414" y="1756701"/>
                  </a:lnTo>
                  <a:lnTo>
                    <a:pt x="5038599" y="1756701"/>
                  </a:lnTo>
                  <a:lnTo>
                    <a:pt x="5037785" y="1756701"/>
                  </a:lnTo>
                  <a:lnTo>
                    <a:pt x="5036970" y="1756701"/>
                  </a:lnTo>
                  <a:lnTo>
                    <a:pt x="5036155" y="1756701"/>
                  </a:lnTo>
                  <a:lnTo>
                    <a:pt x="5035340" y="1756701"/>
                  </a:lnTo>
                  <a:lnTo>
                    <a:pt x="5034525" y="1756701"/>
                  </a:lnTo>
                  <a:lnTo>
                    <a:pt x="5033711" y="1756701"/>
                  </a:lnTo>
                  <a:lnTo>
                    <a:pt x="5032896" y="1756701"/>
                  </a:lnTo>
                  <a:lnTo>
                    <a:pt x="5032081" y="1756701"/>
                  </a:lnTo>
                  <a:lnTo>
                    <a:pt x="5031266" y="1756701"/>
                  </a:lnTo>
                  <a:lnTo>
                    <a:pt x="5030452" y="1756701"/>
                  </a:lnTo>
                  <a:lnTo>
                    <a:pt x="5029637" y="1756701"/>
                  </a:lnTo>
                  <a:lnTo>
                    <a:pt x="5028822" y="1756701"/>
                  </a:lnTo>
                  <a:lnTo>
                    <a:pt x="5028007" y="1756701"/>
                  </a:lnTo>
                  <a:lnTo>
                    <a:pt x="5027192" y="1756701"/>
                  </a:lnTo>
                  <a:lnTo>
                    <a:pt x="5026378" y="1756701"/>
                  </a:lnTo>
                  <a:lnTo>
                    <a:pt x="5025563" y="1756701"/>
                  </a:lnTo>
                  <a:lnTo>
                    <a:pt x="5024748" y="1756701"/>
                  </a:lnTo>
                  <a:lnTo>
                    <a:pt x="5023933" y="1756701"/>
                  </a:lnTo>
                  <a:lnTo>
                    <a:pt x="5023119" y="1756701"/>
                  </a:lnTo>
                  <a:lnTo>
                    <a:pt x="5022304" y="1756701"/>
                  </a:lnTo>
                  <a:lnTo>
                    <a:pt x="5021489" y="1756701"/>
                  </a:lnTo>
                  <a:lnTo>
                    <a:pt x="5020674" y="1756701"/>
                  </a:lnTo>
                  <a:lnTo>
                    <a:pt x="5019859" y="1756701"/>
                  </a:lnTo>
                  <a:lnTo>
                    <a:pt x="5019045" y="1756701"/>
                  </a:lnTo>
                  <a:lnTo>
                    <a:pt x="5018230" y="1756701"/>
                  </a:lnTo>
                  <a:lnTo>
                    <a:pt x="5017415" y="1756701"/>
                  </a:lnTo>
                  <a:lnTo>
                    <a:pt x="5016600" y="1756701"/>
                  </a:lnTo>
                  <a:lnTo>
                    <a:pt x="5015785" y="1756701"/>
                  </a:lnTo>
                  <a:lnTo>
                    <a:pt x="5014971" y="1756701"/>
                  </a:lnTo>
                  <a:lnTo>
                    <a:pt x="5014156" y="1756701"/>
                  </a:lnTo>
                  <a:lnTo>
                    <a:pt x="5013341" y="1756701"/>
                  </a:lnTo>
                  <a:lnTo>
                    <a:pt x="5012526" y="1756701"/>
                  </a:lnTo>
                  <a:lnTo>
                    <a:pt x="5011712" y="1756701"/>
                  </a:lnTo>
                  <a:lnTo>
                    <a:pt x="5010897" y="1756701"/>
                  </a:lnTo>
                  <a:lnTo>
                    <a:pt x="5010082" y="1756701"/>
                  </a:lnTo>
                  <a:lnTo>
                    <a:pt x="5009267" y="1756701"/>
                  </a:lnTo>
                  <a:lnTo>
                    <a:pt x="5008452" y="1756701"/>
                  </a:lnTo>
                  <a:lnTo>
                    <a:pt x="5007638" y="1756701"/>
                  </a:lnTo>
                  <a:lnTo>
                    <a:pt x="5006823" y="1756701"/>
                  </a:lnTo>
                  <a:lnTo>
                    <a:pt x="5006008" y="1756701"/>
                  </a:lnTo>
                  <a:lnTo>
                    <a:pt x="5005193" y="1756701"/>
                  </a:lnTo>
                  <a:lnTo>
                    <a:pt x="5004379" y="1756701"/>
                  </a:lnTo>
                  <a:lnTo>
                    <a:pt x="5003564" y="1756701"/>
                  </a:lnTo>
                  <a:lnTo>
                    <a:pt x="5002749" y="1756701"/>
                  </a:lnTo>
                  <a:lnTo>
                    <a:pt x="5001934" y="1756701"/>
                  </a:lnTo>
                  <a:lnTo>
                    <a:pt x="5001119" y="1756701"/>
                  </a:lnTo>
                  <a:lnTo>
                    <a:pt x="5000305" y="1756701"/>
                  </a:lnTo>
                  <a:lnTo>
                    <a:pt x="4999490" y="1756701"/>
                  </a:lnTo>
                  <a:lnTo>
                    <a:pt x="4998675" y="1756701"/>
                  </a:lnTo>
                  <a:lnTo>
                    <a:pt x="4997860" y="1756701"/>
                  </a:lnTo>
                  <a:lnTo>
                    <a:pt x="4997046" y="1756701"/>
                  </a:lnTo>
                  <a:lnTo>
                    <a:pt x="4996231" y="1756701"/>
                  </a:lnTo>
                  <a:lnTo>
                    <a:pt x="4995416" y="1756701"/>
                  </a:lnTo>
                  <a:lnTo>
                    <a:pt x="4994601" y="1756701"/>
                  </a:lnTo>
                  <a:lnTo>
                    <a:pt x="4993786" y="1756701"/>
                  </a:lnTo>
                  <a:lnTo>
                    <a:pt x="4992972" y="1756701"/>
                  </a:lnTo>
                  <a:lnTo>
                    <a:pt x="4992157" y="1756701"/>
                  </a:lnTo>
                  <a:lnTo>
                    <a:pt x="4991342" y="1756701"/>
                  </a:lnTo>
                  <a:lnTo>
                    <a:pt x="4990527" y="1756701"/>
                  </a:lnTo>
                  <a:lnTo>
                    <a:pt x="4989713" y="1756701"/>
                  </a:lnTo>
                  <a:lnTo>
                    <a:pt x="4988898" y="1756701"/>
                  </a:lnTo>
                  <a:lnTo>
                    <a:pt x="4988083" y="1756701"/>
                  </a:lnTo>
                  <a:lnTo>
                    <a:pt x="4987268" y="1756701"/>
                  </a:lnTo>
                  <a:lnTo>
                    <a:pt x="4986453" y="1756701"/>
                  </a:lnTo>
                  <a:lnTo>
                    <a:pt x="4985639" y="1756701"/>
                  </a:lnTo>
                  <a:lnTo>
                    <a:pt x="4984824" y="1756701"/>
                  </a:lnTo>
                  <a:lnTo>
                    <a:pt x="4984009" y="1756701"/>
                  </a:lnTo>
                  <a:lnTo>
                    <a:pt x="4983194" y="1756701"/>
                  </a:lnTo>
                  <a:lnTo>
                    <a:pt x="4982380" y="1756701"/>
                  </a:lnTo>
                  <a:lnTo>
                    <a:pt x="4981565" y="1756701"/>
                  </a:lnTo>
                  <a:lnTo>
                    <a:pt x="4980750" y="1756701"/>
                  </a:lnTo>
                  <a:lnTo>
                    <a:pt x="4979935" y="1756701"/>
                  </a:lnTo>
                  <a:lnTo>
                    <a:pt x="4979120" y="1756701"/>
                  </a:lnTo>
                  <a:lnTo>
                    <a:pt x="4978306" y="1756701"/>
                  </a:lnTo>
                  <a:lnTo>
                    <a:pt x="4977491" y="1756701"/>
                  </a:lnTo>
                  <a:lnTo>
                    <a:pt x="4976676" y="1756701"/>
                  </a:lnTo>
                  <a:lnTo>
                    <a:pt x="4975861" y="1756701"/>
                  </a:lnTo>
                  <a:lnTo>
                    <a:pt x="4975046" y="1756701"/>
                  </a:lnTo>
                  <a:lnTo>
                    <a:pt x="4974232" y="1756701"/>
                  </a:lnTo>
                  <a:lnTo>
                    <a:pt x="4973417" y="1756701"/>
                  </a:lnTo>
                  <a:lnTo>
                    <a:pt x="4972602" y="1756701"/>
                  </a:lnTo>
                  <a:lnTo>
                    <a:pt x="4971787" y="1756701"/>
                  </a:lnTo>
                  <a:lnTo>
                    <a:pt x="4970973" y="1756701"/>
                  </a:lnTo>
                  <a:lnTo>
                    <a:pt x="4970158" y="1756701"/>
                  </a:lnTo>
                  <a:lnTo>
                    <a:pt x="4969343" y="1756701"/>
                  </a:lnTo>
                  <a:lnTo>
                    <a:pt x="4968528" y="1756701"/>
                  </a:lnTo>
                  <a:lnTo>
                    <a:pt x="4967713" y="1756701"/>
                  </a:lnTo>
                  <a:lnTo>
                    <a:pt x="4966899" y="1756701"/>
                  </a:lnTo>
                  <a:lnTo>
                    <a:pt x="4966084" y="1756701"/>
                  </a:lnTo>
                  <a:lnTo>
                    <a:pt x="4965269" y="1756701"/>
                  </a:lnTo>
                  <a:lnTo>
                    <a:pt x="4964454" y="1756701"/>
                  </a:lnTo>
                  <a:lnTo>
                    <a:pt x="4963640" y="1756701"/>
                  </a:lnTo>
                  <a:lnTo>
                    <a:pt x="4962825" y="1756701"/>
                  </a:lnTo>
                  <a:lnTo>
                    <a:pt x="4962010" y="1756701"/>
                  </a:lnTo>
                  <a:lnTo>
                    <a:pt x="4961195" y="1756701"/>
                  </a:lnTo>
                  <a:lnTo>
                    <a:pt x="4960380" y="1756701"/>
                  </a:lnTo>
                  <a:lnTo>
                    <a:pt x="4959566" y="1756701"/>
                  </a:lnTo>
                  <a:lnTo>
                    <a:pt x="4958751" y="1756701"/>
                  </a:lnTo>
                  <a:lnTo>
                    <a:pt x="4957936" y="1756701"/>
                  </a:lnTo>
                  <a:lnTo>
                    <a:pt x="4957121" y="1756701"/>
                  </a:lnTo>
                  <a:lnTo>
                    <a:pt x="4956307" y="1756701"/>
                  </a:lnTo>
                  <a:lnTo>
                    <a:pt x="4955492" y="1756701"/>
                  </a:lnTo>
                  <a:lnTo>
                    <a:pt x="4954677" y="1756701"/>
                  </a:lnTo>
                  <a:lnTo>
                    <a:pt x="4953862" y="1756701"/>
                  </a:lnTo>
                  <a:lnTo>
                    <a:pt x="4953047" y="1756701"/>
                  </a:lnTo>
                  <a:lnTo>
                    <a:pt x="4952233" y="1756701"/>
                  </a:lnTo>
                  <a:lnTo>
                    <a:pt x="4951418" y="1756701"/>
                  </a:lnTo>
                  <a:lnTo>
                    <a:pt x="4950603" y="1756701"/>
                  </a:lnTo>
                  <a:lnTo>
                    <a:pt x="4949788" y="1756701"/>
                  </a:lnTo>
                  <a:lnTo>
                    <a:pt x="4948974" y="1756701"/>
                  </a:lnTo>
                  <a:lnTo>
                    <a:pt x="4948159" y="1756701"/>
                  </a:lnTo>
                  <a:lnTo>
                    <a:pt x="4947344" y="1756701"/>
                  </a:lnTo>
                  <a:lnTo>
                    <a:pt x="4946529" y="1756701"/>
                  </a:lnTo>
                  <a:lnTo>
                    <a:pt x="4945714" y="1756701"/>
                  </a:lnTo>
                  <a:lnTo>
                    <a:pt x="4944900" y="1756701"/>
                  </a:lnTo>
                  <a:lnTo>
                    <a:pt x="4944085" y="1756701"/>
                  </a:lnTo>
                  <a:lnTo>
                    <a:pt x="4943270" y="1756701"/>
                  </a:lnTo>
                  <a:lnTo>
                    <a:pt x="4942455" y="1756701"/>
                  </a:lnTo>
                  <a:lnTo>
                    <a:pt x="4941641" y="1756701"/>
                  </a:lnTo>
                  <a:lnTo>
                    <a:pt x="4940826" y="1756701"/>
                  </a:lnTo>
                  <a:lnTo>
                    <a:pt x="4940011" y="1756701"/>
                  </a:lnTo>
                  <a:lnTo>
                    <a:pt x="4939196" y="1756701"/>
                  </a:lnTo>
                  <a:lnTo>
                    <a:pt x="4938381" y="1756701"/>
                  </a:lnTo>
                  <a:lnTo>
                    <a:pt x="4937567" y="1756701"/>
                  </a:lnTo>
                  <a:lnTo>
                    <a:pt x="4936752" y="1756701"/>
                  </a:lnTo>
                  <a:lnTo>
                    <a:pt x="4935937" y="1756701"/>
                  </a:lnTo>
                  <a:lnTo>
                    <a:pt x="4935122" y="1756701"/>
                  </a:lnTo>
                  <a:lnTo>
                    <a:pt x="4934307" y="1756701"/>
                  </a:lnTo>
                  <a:lnTo>
                    <a:pt x="4933493" y="1756701"/>
                  </a:lnTo>
                  <a:lnTo>
                    <a:pt x="4932678" y="1756701"/>
                  </a:lnTo>
                  <a:lnTo>
                    <a:pt x="4931863" y="1756701"/>
                  </a:lnTo>
                  <a:lnTo>
                    <a:pt x="4931048" y="1756701"/>
                  </a:lnTo>
                  <a:lnTo>
                    <a:pt x="4930234" y="1756701"/>
                  </a:lnTo>
                  <a:lnTo>
                    <a:pt x="4929419" y="1756701"/>
                  </a:lnTo>
                  <a:lnTo>
                    <a:pt x="4928604" y="1756701"/>
                  </a:lnTo>
                  <a:lnTo>
                    <a:pt x="4927789" y="1756701"/>
                  </a:lnTo>
                  <a:lnTo>
                    <a:pt x="4926974" y="1756701"/>
                  </a:lnTo>
                  <a:lnTo>
                    <a:pt x="4926160" y="1756701"/>
                  </a:lnTo>
                  <a:lnTo>
                    <a:pt x="4925345" y="1756701"/>
                  </a:lnTo>
                  <a:lnTo>
                    <a:pt x="4924530" y="1756701"/>
                  </a:lnTo>
                  <a:lnTo>
                    <a:pt x="4923715" y="1756701"/>
                  </a:lnTo>
                  <a:lnTo>
                    <a:pt x="4922901" y="1756701"/>
                  </a:lnTo>
                  <a:lnTo>
                    <a:pt x="4922086" y="1756701"/>
                  </a:lnTo>
                  <a:lnTo>
                    <a:pt x="4921271" y="1756701"/>
                  </a:lnTo>
                  <a:lnTo>
                    <a:pt x="4920456" y="1756701"/>
                  </a:lnTo>
                  <a:lnTo>
                    <a:pt x="4919641" y="1756701"/>
                  </a:lnTo>
                  <a:lnTo>
                    <a:pt x="4918827" y="1756701"/>
                  </a:lnTo>
                  <a:lnTo>
                    <a:pt x="4918012" y="1756701"/>
                  </a:lnTo>
                  <a:lnTo>
                    <a:pt x="4917197" y="1756701"/>
                  </a:lnTo>
                  <a:lnTo>
                    <a:pt x="4916382" y="1756701"/>
                  </a:lnTo>
                  <a:lnTo>
                    <a:pt x="4915568" y="1756701"/>
                  </a:lnTo>
                  <a:lnTo>
                    <a:pt x="4914753" y="1756701"/>
                  </a:lnTo>
                  <a:lnTo>
                    <a:pt x="4913938" y="1756701"/>
                  </a:lnTo>
                  <a:lnTo>
                    <a:pt x="4913123" y="1756701"/>
                  </a:lnTo>
                  <a:lnTo>
                    <a:pt x="4912308" y="1756701"/>
                  </a:lnTo>
                  <a:lnTo>
                    <a:pt x="4911494" y="1756701"/>
                  </a:lnTo>
                  <a:lnTo>
                    <a:pt x="4910679" y="1756701"/>
                  </a:lnTo>
                  <a:lnTo>
                    <a:pt x="4909864" y="1756701"/>
                  </a:lnTo>
                  <a:lnTo>
                    <a:pt x="4909049" y="1756701"/>
                  </a:lnTo>
                  <a:lnTo>
                    <a:pt x="4908235" y="1756701"/>
                  </a:lnTo>
                  <a:lnTo>
                    <a:pt x="4907420" y="1756701"/>
                  </a:lnTo>
                  <a:lnTo>
                    <a:pt x="4906605" y="1756701"/>
                  </a:lnTo>
                  <a:lnTo>
                    <a:pt x="4905790" y="1756701"/>
                  </a:lnTo>
                  <a:lnTo>
                    <a:pt x="4904975" y="1756701"/>
                  </a:lnTo>
                  <a:lnTo>
                    <a:pt x="4904161" y="1756701"/>
                  </a:lnTo>
                  <a:lnTo>
                    <a:pt x="4903346" y="1756701"/>
                  </a:lnTo>
                  <a:lnTo>
                    <a:pt x="4902531" y="1756701"/>
                  </a:lnTo>
                  <a:lnTo>
                    <a:pt x="4901716" y="1756701"/>
                  </a:lnTo>
                  <a:lnTo>
                    <a:pt x="4900902" y="1756701"/>
                  </a:lnTo>
                  <a:lnTo>
                    <a:pt x="4900087" y="1756701"/>
                  </a:lnTo>
                  <a:lnTo>
                    <a:pt x="4899272" y="1756701"/>
                  </a:lnTo>
                  <a:lnTo>
                    <a:pt x="4898457" y="1756701"/>
                  </a:lnTo>
                  <a:lnTo>
                    <a:pt x="4897642" y="1756701"/>
                  </a:lnTo>
                  <a:lnTo>
                    <a:pt x="4896828" y="1756701"/>
                  </a:lnTo>
                  <a:lnTo>
                    <a:pt x="4896013" y="1756701"/>
                  </a:lnTo>
                  <a:lnTo>
                    <a:pt x="4895198" y="1756701"/>
                  </a:lnTo>
                  <a:lnTo>
                    <a:pt x="4894383" y="1756701"/>
                  </a:lnTo>
                  <a:lnTo>
                    <a:pt x="4893568" y="1756701"/>
                  </a:lnTo>
                  <a:lnTo>
                    <a:pt x="4892754" y="1756701"/>
                  </a:lnTo>
                  <a:lnTo>
                    <a:pt x="4891939" y="1756701"/>
                  </a:lnTo>
                  <a:lnTo>
                    <a:pt x="4891124" y="1756701"/>
                  </a:lnTo>
                  <a:lnTo>
                    <a:pt x="4890309" y="1756701"/>
                  </a:lnTo>
                  <a:lnTo>
                    <a:pt x="4889495" y="1756701"/>
                  </a:lnTo>
                  <a:lnTo>
                    <a:pt x="4888680" y="1756701"/>
                  </a:lnTo>
                  <a:lnTo>
                    <a:pt x="4887865" y="1756701"/>
                  </a:lnTo>
                  <a:lnTo>
                    <a:pt x="4887050" y="1756701"/>
                  </a:lnTo>
                  <a:lnTo>
                    <a:pt x="4886235" y="1756701"/>
                  </a:lnTo>
                  <a:lnTo>
                    <a:pt x="4885421" y="1756701"/>
                  </a:lnTo>
                  <a:lnTo>
                    <a:pt x="4884606" y="1756701"/>
                  </a:lnTo>
                  <a:lnTo>
                    <a:pt x="4883791" y="1756701"/>
                  </a:lnTo>
                  <a:lnTo>
                    <a:pt x="4882976" y="1756701"/>
                  </a:lnTo>
                  <a:lnTo>
                    <a:pt x="4882162" y="1756701"/>
                  </a:lnTo>
                  <a:lnTo>
                    <a:pt x="4881347" y="1756701"/>
                  </a:lnTo>
                  <a:lnTo>
                    <a:pt x="4880532" y="1756701"/>
                  </a:lnTo>
                  <a:lnTo>
                    <a:pt x="4879717" y="1756701"/>
                  </a:lnTo>
                  <a:lnTo>
                    <a:pt x="4878902" y="1756701"/>
                  </a:lnTo>
                  <a:lnTo>
                    <a:pt x="4878088" y="1756701"/>
                  </a:lnTo>
                  <a:lnTo>
                    <a:pt x="4877273" y="1756701"/>
                  </a:lnTo>
                  <a:lnTo>
                    <a:pt x="4876458" y="1756701"/>
                  </a:lnTo>
                  <a:lnTo>
                    <a:pt x="4875643" y="1756701"/>
                  </a:lnTo>
                  <a:lnTo>
                    <a:pt x="4874829" y="1756701"/>
                  </a:lnTo>
                  <a:lnTo>
                    <a:pt x="4874014" y="1756701"/>
                  </a:lnTo>
                  <a:lnTo>
                    <a:pt x="4873199" y="1756701"/>
                  </a:lnTo>
                  <a:lnTo>
                    <a:pt x="4872384" y="1756701"/>
                  </a:lnTo>
                  <a:lnTo>
                    <a:pt x="4871569" y="1756701"/>
                  </a:lnTo>
                  <a:lnTo>
                    <a:pt x="4870755" y="1756701"/>
                  </a:lnTo>
                  <a:lnTo>
                    <a:pt x="4869940" y="1756701"/>
                  </a:lnTo>
                  <a:lnTo>
                    <a:pt x="4869125" y="1756701"/>
                  </a:lnTo>
                  <a:lnTo>
                    <a:pt x="4868310" y="1756701"/>
                  </a:lnTo>
                  <a:lnTo>
                    <a:pt x="4867496" y="1756701"/>
                  </a:lnTo>
                  <a:lnTo>
                    <a:pt x="4866681" y="1756701"/>
                  </a:lnTo>
                  <a:lnTo>
                    <a:pt x="4865866" y="1756701"/>
                  </a:lnTo>
                  <a:lnTo>
                    <a:pt x="4865051" y="1756701"/>
                  </a:lnTo>
                  <a:lnTo>
                    <a:pt x="4864236" y="1756701"/>
                  </a:lnTo>
                  <a:lnTo>
                    <a:pt x="4863422" y="1756701"/>
                  </a:lnTo>
                  <a:lnTo>
                    <a:pt x="4862607" y="1756701"/>
                  </a:lnTo>
                  <a:lnTo>
                    <a:pt x="4861792" y="1756701"/>
                  </a:lnTo>
                  <a:lnTo>
                    <a:pt x="4860977" y="1756701"/>
                  </a:lnTo>
                  <a:lnTo>
                    <a:pt x="4860163" y="1756701"/>
                  </a:lnTo>
                  <a:lnTo>
                    <a:pt x="4859348" y="1756701"/>
                  </a:lnTo>
                  <a:lnTo>
                    <a:pt x="4858533" y="1756701"/>
                  </a:lnTo>
                  <a:lnTo>
                    <a:pt x="4857718" y="1756701"/>
                  </a:lnTo>
                  <a:lnTo>
                    <a:pt x="4856903" y="1756701"/>
                  </a:lnTo>
                  <a:lnTo>
                    <a:pt x="4856089" y="1756701"/>
                  </a:lnTo>
                  <a:lnTo>
                    <a:pt x="4855274" y="1756701"/>
                  </a:lnTo>
                  <a:lnTo>
                    <a:pt x="4854459" y="1756701"/>
                  </a:lnTo>
                  <a:lnTo>
                    <a:pt x="4853644" y="1756701"/>
                  </a:lnTo>
                  <a:lnTo>
                    <a:pt x="4852829" y="1756701"/>
                  </a:lnTo>
                  <a:lnTo>
                    <a:pt x="4852015" y="1756701"/>
                  </a:lnTo>
                  <a:lnTo>
                    <a:pt x="4851200" y="1756701"/>
                  </a:lnTo>
                  <a:lnTo>
                    <a:pt x="4850385" y="1756701"/>
                  </a:lnTo>
                  <a:lnTo>
                    <a:pt x="4849570" y="1756701"/>
                  </a:lnTo>
                  <a:lnTo>
                    <a:pt x="4848756" y="1756701"/>
                  </a:lnTo>
                  <a:lnTo>
                    <a:pt x="4847941" y="1756701"/>
                  </a:lnTo>
                  <a:lnTo>
                    <a:pt x="4847126" y="1756701"/>
                  </a:lnTo>
                  <a:lnTo>
                    <a:pt x="4846311" y="1756701"/>
                  </a:lnTo>
                  <a:lnTo>
                    <a:pt x="4845496" y="1756701"/>
                  </a:lnTo>
                  <a:lnTo>
                    <a:pt x="4844682" y="1756701"/>
                  </a:lnTo>
                  <a:lnTo>
                    <a:pt x="4843867" y="1756701"/>
                  </a:lnTo>
                  <a:lnTo>
                    <a:pt x="4843052" y="1756701"/>
                  </a:lnTo>
                  <a:lnTo>
                    <a:pt x="4842237" y="1756701"/>
                  </a:lnTo>
                  <a:lnTo>
                    <a:pt x="4841423" y="1756701"/>
                  </a:lnTo>
                  <a:lnTo>
                    <a:pt x="4840608" y="1756701"/>
                  </a:lnTo>
                  <a:lnTo>
                    <a:pt x="4839793" y="1756701"/>
                  </a:lnTo>
                  <a:lnTo>
                    <a:pt x="4838978" y="1756701"/>
                  </a:lnTo>
                  <a:lnTo>
                    <a:pt x="4838163" y="1756701"/>
                  </a:lnTo>
                  <a:lnTo>
                    <a:pt x="4837349" y="1756701"/>
                  </a:lnTo>
                  <a:lnTo>
                    <a:pt x="4836534" y="1756701"/>
                  </a:lnTo>
                  <a:lnTo>
                    <a:pt x="4835719" y="1756701"/>
                  </a:lnTo>
                  <a:lnTo>
                    <a:pt x="4834904" y="1756701"/>
                  </a:lnTo>
                  <a:lnTo>
                    <a:pt x="4834090" y="1756701"/>
                  </a:lnTo>
                  <a:lnTo>
                    <a:pt x="4833275" y="1756701"/>
                  </a:lnTo>
                  <a:lnTo>
                    <a:pt x="4832460" y="1756701"/>
                  </a:lnTo>
                  <a:lnTo>
                    <a:pt x="4831645" y="1756701"/>
                  </a:lnTo>
                  <a:lnTo>
                    <a:pt x="4830830" y="1756701"/>
                  </a:lnTo>
                  <a:lnTo>
                    <a:pt x="4830016" y="1756701"/>
                  </a:lnTo>
                  <a:lnTo>
                    <a:pt x="4829201" y="1756701"/>
                  </a:lnTo>
                  <a:lnTo>
                    <a:pt x="4828386" y="1756701"/>
                  </a:lnTo>
                  <a:lnTo>
                    <a:pt x="4827571" y="1756701"/>
                  </a:lnTo>
                  <a:lnTo>
                    <a:pt x="4826757" y="1756701"/>
                  </a:lnTo>
                  <a:lnTo>
                    <a:pt x="4825942" y="1756701"/>
                  </a:lnTo>
                  <a:lnTo>
                    <a:pt x="4825127" y="1756701"/>
                  </a:lnTo>
                  <a:lnTo>
                    <a:pt x="4824312" y="1756701"/>
                  </a:lnTo>
                  <a:lnTo>
                    <a:pt x="4823497" y="1756701"/>
                  </a:lnTo>
                  <a:lnTo>
                    <a:pt x="4822683" y="1756701"/>
                  </a:lnTo>
                  <a:lnTo>
                    <a:pt x="4821868" y="1756701"/>
                  </a:lnTo>
                  <a:lnTo>
                    <a:pt x="4821053" y="1756701"/>
                  </a:lnTo>
                  <a:lnTo>
                    <a:pt x="4820238" y="1756701"/>
                  </a:lnTo>
                  <a:lnTo>
                    <a:pt x="4819423" y="1756701"/>
                  </a:lnTo>
                  <a:lnTo>
                    <a:pt x="4818609" y="1756701"/>
                  </a:lnTo>
                  <a:lnTo>
                    <a:pt x="4817794" y="1756701"/>
                  </a:lnTo>
                  <a:lnTo>
                    <a:pt x="4816979" y="1756701"/>
                  </a:lnTo>
                  <a:lnTo>
                    <a:pt x="4816164" y="1756701"/>
                  </a:lnTo>
                  <a:lnTo>
                    <a:pt x="4815350" y="1756701"/>
                  </a:lnTo>
                  <a:lnTo>
                    <a:pt x="4814535" y="1756701"/>
                  </a:lnTo>
                  <a:lnTo>
                    <a:pt x="4813720" y="1756701"/>
                  </a:lnTo>
                  <a:lnTo>
                    <a:pt x="4812905" y="1756701"/>
                  </a:lnTo>
                  <a:lnTo>
                    <a:pt x="4812090" y="1756701"/>
                  </a:lnTo>
                  <a:lnTo>
                    <a:pt x="4811276" y="1756701"/>
                  </a:lnTo>
                  <a:lnTo>
                    <a:pt x="4810461" y="1756701"/>
                  </a:lnTo>
                  <a:lnTo>
                    <a:pt x="4809646" y="1756701"/>
                  </a:lnTo>
                  <a:lnTo>
                    <a:pt x="4808831" y="1756701"/>
                  </a:lnTo>
                  <a:lnTo>
                    <a:pt x="4808017" y="1756701"/>
                  </a:lnTo>
                  <a:lnTo>
                    <a:pt x="4807202" y="1756701"/>
                  </a:lnTo>
                  <a:lnTo>
                    <a:pt x="4806387" y="1756701"/>
                  </a:lnTo>
                  <a:lnTo>
                    <a:pt x="4805572" y="1756701"/>
                  </a:lnTo>
                  <a:lnTo>
                    <a:pt x="4804757" y="1756701"/>
                  </a:lnTo>
                  <a:lnTo>
                    <a:pt x="4803943" y="1756701"/>
                  </a:lnTo>
                  <a:lnTo>
                    <a:pt x="4803128" y="1756701"/>
                  </a:lnTo>
                  <a:lnTo>
                    <a:pt x="4802313" y="1756701"/>
                  </a:lnTo>
                  <a:lnTo>
                    <a:pt x="4801498" y="1756701"/>
                  </a:lnTo>
                  <a:lnTo>
                    <a:pt x="4800684" y="1756701"/>
                  </a:lnTo>
                  <a:lnTo>
                    <a:pt x="4799869" y="1756701"/>
                  </a:lnTo>
                  <a:lnTo>
                    <a:pt x="4799054" y="1756701"/>
                  </a:lnTo>
                  <a:lnTo>
                    <a:pt x="4798239" y="1756701"/>
                  </a:lnTo>
                  <a:lnTo>
                    <a:pt x="4797424" y="1756701"/>
                  </a:lnTo>
                  <a:lnTo>
                    <a:pt x="4796610" y="1756701"/>
                  </a:lnTo>
                  <a:lnTo>
                    <a:pt x="4795795" y="1756701"/>
                  </a:lnTo>
                  <a:lnTo>
                    <a:pt x="4794980" y="1756701"/>
                  </a:lnTo>
                  <a:lnTo>
                    <a:pt x="4794165" y="1756701"/>
                  </a:lnTo>
                  <a:lnTo>
                    <a:pt x="4793351" y="1756701"/>
                  </a:lnTo>
                  <a:lnTo>
                    <a:pt x="4792536" y="1756701"/>
                  </a:lnTo>
                  <a:lnTo>
                    <a:pt x="4791721" y="1756701"/>
                  </a:lnTo>
                  <a:lnTo>
                    <a:pt x="4790906" y="1756701"/>
                  </a:lnTo>
                  <a:lnTo>
                    <a:pt x="4790091" y="1756701"/>
                  </a:lnTo>
                  <a:lnTo>
                    <a:pt x="4789277" y="1756701"/>
                  </a:lnTo>
                  <a:lnTo>
                    <a:pt x="4788462" y="1756701"/>
                  </a:lnTo>
                  <a:lnTo>
                    <a:pt x="4787647" y="1756701"/>
                  </a:lnTo>
                  <a:lnTo>
                    <a:pt x="4786832" y="1756701"/>
                  </a:lnTo>
                  <a:lnTo>
                    <a:pt x="4786018" y="1756701"/>
                  </a:lnTo>
                  <a:lnTo>
                    <a:pt x="4785203" y="1756701"/>
                  </a:lnTo>
                  <a:lnTo>
                    <a:pt x="4784388" y="1756701"/>
                  </a:lnTo>
                  <a:lnTo>
                    <a:pt x="4783573" y="1756701"/>
                  </a:lnTo>
                  <a:lnTo>
                    <a:pt x="4782758" y="1756701"/>
                  </a:lnTo>
                  <a:lnTo>
                    <a:pt x="4781944" y="1756701"/>
                  </a:lnTo>
                  <a:lnTo>
                    <a:pt x="4781129" y="1756701"/>
                  </a:lnTo>
                  <a:lnTo>
                    <a:pt x="4780314" y="1756701"/>
                  </a:lnTo>
                  <a:lnTo>
                    <a:pt x="4779499" y="1756701"/>
                  </a:lnTo>
                  <a:lnTo>
                    <a:pt x="4778684" y="1756701"/>
                  </a:lnTo>
                  <a:lnTo>
                    <a:pt x="4777870" y="1756701"/>
                  </a:lnTo>
                  <a:lnTo>
                    <a:pt x="4777055" y="1756701"/>
                  </a:lnTo>
                  <a:lnTo>
                    <a:pt x="4776240" y="1756701"/>
                  </a:lnTo>
                  <a:lnTo>
                    <a:pt x="4775425" y="1756701"/>
                  </a:lnTo>
                  <a:lnTo>
                    <a:pt x="4774611" y="1756701"/>
                  </a:lnTo>
                  <a:lnTo>
                    <a:pt x="4773796" y="1756701"/>
                  </a:lnTo>
                  <a:lnTo>
                    <a:pt x="4772981" y="1756701"/>
                  </a:lnTo>
                  <a:lnTo>
                    <a:pt x="4772166" y="1756701"/>
                  </a:lnTo>
                  <a:lnTo>
                    <a:pt x="4771351" y="1756701"/>
                  </a:lnTo>
                  <a:lnTo>
                    <a:pt x="4770537" y="1756701"/>
                  </a:lnTo>
                  <a:lnTo>
                    <a:pt x="4769722" y="1756701"/>
                  </a:lnTo>
                  <a:lnTo>
                    <a:pt x="4768907" y="1756701"/>
                  </a:lnTo>
                  <a:lnTo>
                    <a:pt x="4768092" y="1756701"/>
                  </a:lnTo>
                  <a:lnTo>
                    <a:pt x="4767278" y="1756701"/>
                  </a:lnTo>
                  <a:lnTo>
                    <a:pt x="4766463" y="1756701"/>
                  </a:lnTo>
                  <a:lnTo>
                    <a:pt x="4765648" y="1756701"/>
                  </a:lnTo>
                  <a:lnTo>
                    <a:pt x="4764833" y="1756701"/>
                  </a:lnTo>
                  <a:lnTo>
                    <a:pt x="4764018" y="1756701"/>
                  </a:lnTo>
                  <a:lnTo>
                    <a:pt x="4763204" y="1756701"/>
                  </a:lnTo>
                  <a:lnTo>
                    <a:pt x="4762389" y="1756701"/>
                  </a:lnTo>
                  <a:lnTo>
                    <a:pt x="4761574" y="1756701"/>
                  </a:lnTo>
                  <a:lnTo>
                    <a:pt x="4760759" y="1756701"/>
                  </a:lnTo>
                  <a:lnTo>
                    <a:pt x="4759945" y="1756701"/>
                  </a:lnTo>
                  <a:lnTo>
                    <a:pt x="4759130" y="1756701"/>
                  </a:lnTo>
                  <a:lnTo>
                    <a:pt x="4758315" y="1756701"/>
                  </a:lnTo>
                  <a:lnTo>
                    <a:pt x="4757500" y="1756701"/>
                  </a:lnTo>
                  <a:lnTo>
                    <a:pt x="4756685" y="1756701"/>
                  </a:lnTo>
                  <a:lnTo>
                    <a:pt x="4755871" y="1756701"/>
                  </a:lnTo>
                  <a:lnTo>
                    <a:pt x="4755056" y="1756701"/>
                  </a:lnTo>
                  <a:lnTo>
                    <a:pt x="4754241" y="1756701"/>
                  </a:lnTo>
                  <a:lnTo>
                    <a:pt x="4753426" y="1756701"/>
                  </a:lnTo>
                  <a:lnTo>
                    <a:pt x="4752612" y="1756701"/>
                  </a:lnTo>
                  <a:lnTo>
                    <a:pt x="4751797" y="1756701"/>
                  </a:lnTo>
                  <a:lnTo>
                    <a:pt x="4750982" y="1756701"/>
                  </a:lnTo>
                  <a:lnTo>
                    <a:pt x="4750167" y="1756701"/>
                  </a:lnTo>
                  <a:lnTo>
                    <a:pt x="4749352" y="1756701"/>
                  </a:lnTo>
                  <a:lnTo>
                    <a:pt x="4748538" y="1756701"/>
                  </a:lnTo>
                  <a:lnTo>
                    <a:pt x="4747723" y="1756701"/>
                  </a:lnTo>
                  <a:lnTo>
                    <a:pt x="4746908" y="1756701"/>
                  </a:lnTo>
                  <a:lnTo>
                    <a:pt x="4746093" y="1756701"/>
                  </a:lnTo>
                  <a:lnTo>
                    <a:pt x="4745279" y="1756701"/>
                  </a:lnTo>
                  <a:lnTo>
                    <a:pt x="4744464" y="1756701"/>
                  </a:lnTo>
                  <a:lnTo>
                    <a:pt x="4743649" y="1756701"/>
                  </a:lnTo>
                  <a:lnTo>
                    <a:pt x="4742834" y="1756701"/>
                  </a:lnTo>
                  <a:lnTo>
                    <a:pt x="4742019" y="1756701"/>
                  </a:lnTo>
                  <a:lnTo>
                    <a:pt x="4741205" y="1756701"/>
                  </a:lnTo>
                  <a:lnTo>
                    <a:pt x="4740390" y="1756701"/>
                  </a:lnTo>
                  <a:lnTo>
                    <a:pt x="4739575" y="1756701"/>
                  </a:lnTo>
                  <a:lnTo>
                    <a:pt x="4738760" y="1756701"/>
                  </a:lnTo>
                  <a:lnTo>
                    <a:pt x="4737945" y="1756701"/>
                  </a:lnTo>
                  <a:lnTo>
                    <a:pt x="4737131" y="1756701"/>
                  </a:lnTo>
                  <a:lnTo>
                    <a:pt x="4736316" y="1756701"/>
                  </a:lnTo>
                  <a:lnTo>
                    <a:pt x="4735501" y="1756701"/>
                  </a:lnTo>
                  <a:lnTo>
                    <a:pt x="4734686" y="1756701"/>
                  </a:lnTo>
                  <a:lnTo>
                    <a:pt x="4733872" y="1756701"/>
                  </a:lnTo>
                  <a:lnTo>
                    <a:pt x="4733057" y="1756701"/>
                  </a:lnTo>
                  <a:lnTo>
                    <a:pt x="4732242" y="1756701"/>
                  </a:lnTo>
                  <a:lnTo>
                    <a:pt x="4731427" y="1756701"/>
                  </a:lnTo>
                  <a:lnTo>
                    <a:pt x="4730612" y="1756701"/>
                  </a:lnTo>
                  <a:lnTo>
                    <a:pt x="4729798" y="1756701"/>
                  </a:lnTo>
                  <a:lnTo>
                    <a:pt x="4728983" y="1756701"/>
                  </a:lnTo>
                  <a:lnTo>
                    <a:pt x="4728168" y="1756701"/>
                  </a:lnTo>
                  <a:lnTo>
                    <a:pt x="4727353" y="1756701"/>
                  </a:lnTo>
                  <a:lnTo>
                    <a:pt x="4726539" y="1756701"/>
                  </a:lnTo>
                  <a:lnTo>
                    <a:pt x="4725724" y="1756701"/>
                  </a:lnTo>
                  <a:lnTo>
                    <a:pt x="4724909" y="1756701"/>
                  </a:lnTo>
                  <a:lnTo>
                    <a:pt x="4724094" y="1756701"/>
                  </a:lnTo>
                  <a:lnTo>
                    <a:pt x="4723279" y="1756701"/>
                  </a:lnTo>
                  <a:lnTo>
                    <a:pt x="4722465" y="1756701"/>
                  </a:lnTo>
                  <a:lnTo>
                    <a:pt x="4721650" y="1756701"/>
                  </a:lnTo>
                  <a:lnTo>
                    <a:pt x="4720835" y="1756701"/>
                  </a:lnTo>
                  <a:lnTo>
                    <a:pt x="4720020" y="1756701"/>
                  </a:lnTo>
                  <a:lnTo>
                    <a:pt x="4719206" y="1756701"/>
                  </a:lnTo>
                  <a:lnTo>
                    <a:pt x="4718391" y="1756701"/>
                  </a:lnTo>
                  <a:lnTo>
                    <a:pt x="4717576" y="1756701"/>
                  </a:lnTo>
                  <a:lnTo>
                    <a:pt x="4716761" y="1756701"/>
                  </a:lnTo>
                  <a:lnTo>
                    <a:pt x="4715946" y="1756701"/>
                  </a:lnTo>
                  <a:lnTo>
                    <a:pt x="4715132" y="1756701"/>
                  </a:lnTo>
                  <a:lnTo>
                    <a:pt x="4714317" y="1756701"/>
                  </a:lnTo>
                  <a:lnTo>
                    <a:pt x="4713502" y="1756701"/>
                  </a:lnTo>
                  <a:lnTo>
                    <a:pt x="4712687" y="1756701"/>
                  </a:lnTo>
                  <a:lnTo>
                    <a:pt x="4711873" y="1756701"/>
                  </a:lnTo>
                  <a:lnTo>
                    <a:pt x="4711058" y="1756701"/>
                  </a:lnTo>
                  <a:lnTo>
                    <a:pt x="4710243" y="1756701"/>
                  </a:lnTo>
                  <a:lnTo>
                    <a:pt x="4709428" y="1756701"/>
                  </a:lnTo>
                  <a:lnTo>
                    <a:pt x="4708613" y="1756701"/>
                  </a:lnTo>
                  <a:lnTo>
                    <a:pt x="4707799" y="1756701"/>
                  </a:lnTo>
                  <a:lnTo>
                    <a:pt x="4706984" y="1756701"/>
                  </a:lnTo>
                  <a:lnTo>
                    <a:pt x="4706169" y="1756701"/>
                  </a:lnTo>
                  <a:lnTo>
                    <a:pt x="4705354" y="1756701"/>
                  </a:lnTo>
                  <a:lnTo>
                    <a:pt x="4704540" y="1756701"/>
                  </a:lnTo>
                  <a:lnTo>
                    <a:pt x="4703725" y="1756701"/>
                  </a:lnTo>
                  <a:lnTo>
                    <a:pt x="4702910" y="1756701"/>
                  </a:lnTo>
                  <a:lnTo>
                    <a:pt x="4702095" y="1756701"/>
                  </a:lnTo>
                  <a:lnTo>
                    <a:pt x="4701280" y="1756701"/>
                  </a:lnTo>
                  <a:lnTo>
                    <a:pt x="4700466" y="1756701"/>
                  </a:lnTo>
                  <a:lnTo>
                    <a:pt x="4699651" y="1756701"/>
                  </a:lnTo>
                  <a:lnTo>
                    <a:pt x="4698836" y="1756701"/>
                  </a:lnTo>
                  <a:lnTo>
                    <a:pt x="4698021" y="1756701"/>
                  </a:lnTo>
                  <a:lnTo>
                    <a:pt x="4697206" y="1756701"/>
                  </a:lnTo>
                  <a:lnTo>
                    <a:pt x="4696392" y="1756701"/>
                  </a:lnTo>
                  <a:lnTo>
                    <a:pt x="4695577" y="1756701"/>
                  </a:lnTo>
                  <a:lnTo>
                    <a:pt x="4694762" y="1756701"/>
                  </a:lnTo>
                  <a:lnTo>
                    <a:pt x="4693947" y="1756701"/>
                  </a:lnTo>
                  <a:lnTo>
                    <a:pt x="4693133" y="1756701"/>
                  </a:lnTo>
                  <a:lnTo>
                    <a:pt x="4692318" y="1756701"/>
                  </a:lnTo>
                  <a:lnTo>
                    <a:pt x="4691503" y="1756701"/>
                  </a:lnTo>
                  <a:lnTo>
                    <a:pt x="4690688" y="1756701"/>
                  </a:lnTo>
                  <a:lnTo>
                    <a:pt x="4689873" y="1756701"/>
                  </a:lnTo>
                  <a:lnTo>
                    <a:pt x="4689059" y="1756701"/>
                  </a:lnTo>
                  <a:lnTo>
                    <a:pt x="4688244" y="1756701"/>
                  </a:lnTo>
                  <a:lnTo>
                    <a:pt x="4687429" y="1756701"/>
                  </a:lnTo>
                  <a:lnTo>
                    <a:pt x="4686614" y="1756701"/>
                  </a:lnTo>
                  <a:lnTo>
                    <a:pt x="4685800" y="1756701"/>
                  </a:lnTo>
                  <a:lnTo>
                    <a:pt x="4684985" y="1756701"/>
                  </a:lnTo>
                  <a:lnTo>
                    <a:pt x="4684170" y="1756701"/>
                  </a:lnTo>
                  <a:lnTo>
                    <a:pt x="4683355" y="1756701"/>
                  </a:lnTo>
                  <a:lnTo>
                    <a:pt x="4682540" y="1756701"/>
                  </a:lnTo>
                  <a:lnTo>
                    <a:pt x="4681726" y="1756701"/>
                  </a:lnTo>
                  <a:lnTo>
                    <a:pt x="4680911" y="1756701"/>
                  </a:lnTo>
                  <a:lnTo>
                    <a:pt x="4680096" y="1756701"/>
                  </a:lnTo>
                  <a:lnTo>
                    <a:pt x="4679281" y="1756701"/>
                  </a:lnTo>
                  <a:lnTo>
                    <a:pt x="4678467" y="1756701"/>
                  </a:lnTo>
                  <a:lnTo>
                    <a:pt x="4677652" y="1756701"/>
                  </a:lnTo>
                  <a:lnTo>
                    <a:pt x="4676837" y="1756701"/>
                  </a:lnTo>
                  <a:lnTo>
                    <a:pt x="4676022" y="1756701"/>
                  </a:lnTo>
                  <a:lnTo>
                    <a:pt x="4675207" y="1756701"/>
                  </a:lnTo>
                  <a:lnTo>
                    <a:pt x="4674393" y="1756701"/>
                  </a:lnTo>
                  <a:lnTo>
                    <a:pt x="4673578" y="1756701"/>
                  </a:lnTo>
                  <a:lnTo>
                    <a:pt x="4672763" y="1756701"/>
                  </a:lnTo>
                  <a:lnTo>
                    <a:pt x="4671948" y="1756701"/>
                  </a:lnTo>
                  <a:lnTo>
                    <a:pt x="4671134" y="1756701"/>
                  </a:lnTo>
                  <a:lnTo>
                    <a:pt x="4670319" y="1756701"/>
                  </a:lnTo>
                  <a:lnTo>
                    <a:pt x="4669504" y="1756701"/>
                  </a:lnTo>
                  <a:lnTo>
                    <a:pt x="4668689" y="1756701"/>
                  </a:lnTo>
                  <a:lnTo>
                    <a:pt x="4667874" y="1756701"/>
                  </a:lnTo>
                  <a:lnTo>
                    <a:pt x="4667060" y="1756701"/>
                  </a:lnTo>
                  <a:lnTo>
                    <a:pt x="4666245" y="1756701"/>
                  </a:lnTo>
                  <a:lnTo>
                    <a:pt x="4665430" y="1756701"/>
                  </a:lnTo>
                  <a:lnTo>
                    <a:pt x="4664615" y="1756701"/>
                  </a:lnTo>
                  <a:lnTo>
                    <a:pt x="4663801" y="1756701"/>
                  </a:lnTo>
                  <a:lnTo>
                    <a:pt x="4662986" y="1756701"/>
                  </a:lnTo>
                  <a:lnTo>
                    <a:pt x="4662171" y="1756701"/>
                  </a:lnTo>
                  <a:lnTo>
                    <a:pt x="4661356" y="1756701"/>
                  </a:lnTo>
                  <a:lnTo>
                    <a:pt x="4660541" y="1756701"/>
                  </a:lnTo>
                  <a:lnTo>
                    <a:pt x="4659727" y="1756701"/>
                  </a:lnTo>
                  <a:lnTo>
                    <a:pt x="4658912" y="1756701"/>
                  </a:lnTo>
                  <a:lnTo>
                    <a:pt x="4658097" y="1756701"/>
                  </a:lnTo>
                  <a:lnTo>
                    <a:pt x="4657282" y="1756701"/>
                  </a:lnTo>
                  <a:lnTo>
                    <a:pt x="4656467" y="1756701"/>
                  </a:lnTo>
                  <a:lnTo>
                    <a:pt x="4655653" y="1756701"/>
                  </a:lnTo>
                  <a:lnTo>
                    <a:pt x="4654838" y="1756701"/>
                  </a:lnTo>
                  <a:lnTo>
                    <a:pt x="4654023" y="1756701"/>
                  </a:lnTo>
                  <a:lnTo>
                    <a:pt x="4653208" y="1756701"/>
                  </a:lnTo>
                  <a:lnTo>
                    <a:pt x="4652394" y="1756701"/>
                  </a:lnTo>
                  <a:lnTo>
                    <a:pt x="4651579" y="1756701"/>
                  </a:lnTo>
                  <a:lnTo>
                    <a:pt x="4650764" y="1756701"/>
                  </a:lnTo>
                  <a:lnTo>
                    <a:pt x="4649949" y="1756701"/>
                  </a:lnTo>
                  <a:lnTo>
                    <a:pt x="4649134" y="1756701"/>
                  </a:lnTo>
                  <a:lnTo>
                    <a:pt x="4648320" y="1756701"/>
                  </a:lnTo>
                  <a:lnTo>
                    <a:pt x="4647505" y="1756701"/>
                  </a:lnTo>
                  <a:lnTo>
                    <a:pt x="4646690" y="1756701"/>
                  </a:lnTo>
                  <a:lnTo>
                    <a:pt x="4645875" y="1756701"/>
                  </a:lnTo>
                  <a:lnTo>
                    <a:pt x="4645061" y="1756701"/>
                  </a:lnTo>
                  <a:lnTo>
                    <a:pt x="4644246" y="1756701"/>
                  </a:lnTo>
                  <a:lnTo>
                    <a:pt x="4643431" y="1756701"/>
                  </a:lnTo>
                  <a:lnTo>
                    <a:pt x="4642616" y="1756701"/>
                  </a:lnTo>
                  <a:lnTo>
                    <a:pt x="4641801" y="1756701"/>
                  </a:lnTo>
                  <a:lnTo>
                    <a:pt x="4640987" y="1756701"/>
                  </a:lnTo>
                  <a:lnTo>
                    <a:pt x="4640172" y="1756701"/>
                  </a:lnTo>
                  <a:lnTo>
                    <a:pt x="4639357" y="1756701"/>
                  </a:lnTo>
                  <a:lnTo>
                    <a:pt x="4638542" y="1756701"/>
                  </a:lnTo>
                  <a:lnTo>
                    <a:pt x="4637728" y="1756701"/>
                  </a:lnTo>
                  <a:lnTo>
                    <a:pt x="4636913" y="1756701"/>
                  </a:lnTo>
                  <a:lnTo>
                    <a:pt x="4636098" y="1756701"/>
                  </a:lnTo>
                  <a:lnTo>
                    <a:pt x="4635283" y="1756701"/>
                  </a:lnTo>
                  <a:lnTo>
                    <a:pt x="4634468" y="1756701"/>
                  </a:lnTo>
                  <a:lnTo>
                    <a:pt x="4633654" y="1756701"/>
                  </a:lnTo>
                  <a:lnTo>
                    <a:pt x="4632839" y="1756701"/>
                  </a:lnTo>
                  <a:lnTo>
                    <a:pt x="4632024" y="1756701"/>
                  </a:lnTo>
                  <a:lnTo>
                    <a:pt x="4631209" y="1756701"/>
                  </a:lnTo>
                  <a:lnTo>
                    <a:pt x="4630395" y="1756701"/>
                  </a:lnTo>
                  <a:lnTo>
                    <a:pt x="4629580" y="1756701"/>
                  </a:lnTo>
                  <a:lnTo>
                    <a:pt x="4628765" y="1756701"/>
                  </a:lnTo>
                  <a:lnTo>
                    <a:pt x="4627950" y="1756701"/>
                  </a:lnTo>
                  <a:lnTo>
                    <a:pt x="4627135" y="1756701"/>
                  </a:lnTo>
                  <a:lnTo>
                    <a:pt x="4626321" y="1756701"/>
                  </a:lnTo>
                  <a:lnTo>
                    <a:pt x="4625506" y="1756701"/>
                  </a:lnTo>
                  <a:lnTo>
                    <a:pt x="4624691" y="1756701"/>
                  </a:lnTo>
                  <a:lnTo>
                    <a:pt x="4623876" y="1756701"/>
                  </a:lnTo>
                  <a:lnTo>
                    <a:pt x="4623062" y="1756701"/>
                  </a:lnTo>
                  <a:lnTo>
                    <a:pt x="4622247" y="1756701"/>
                  </a:lnTo>
                  <a:lnTo>
                    <a:pt x="4621432" y="1756701"/>
                  </a:lnTo>
                  <a:lnTo>
                    <a:pt x="4620617" y="1756701"/>
                  </a:lnTo>
                  <a:lnTo>
                    <a:pt x="4619802" y="1756701"/>
                  </a:lnTo>
                  <a:lnTo>
                    <a:pt x="4618988" y="1756701"/>
                  </a:lnTo>
                  <a:lnTo>
                    <a:pt x="4618173" y="1756701"/>
                  </a:lnTo>
                  <a:lnTo>
                    <a:pt x="4617358" y="1756701"/>
                  </a:lnTo>
                  <a:lnTo>
                    <a:pt x="4616543" y="1756701"/>
                  </a:lnTo>
                  <a:lnTo>
                    <a:pt x="4615728" y="1756701"/>
                  </a:lnTo>
                  <a:lnTo>
                    <a:pt x="4614914" y="1756701"/>
                  </a:lnTo>
                  <a:lnTo>
                    <a:pt x="4614099" y="1756701"/>
                  </a:lnTo>
                  <a:lnTo>
                    <a:pt x="4613284" y="1756701"/>
                  </a:lnTo>
                  <a:lnTo>
                    <a:pt x="4612469" y="1756701"/>
                  </a:lnTo>
                  <a:lnTo>
                    <a:pt x="4611655" y="1756701"/>
                  </a:lnTo>
                  <a:lnTo>
                    <a:pt x="4610840" y="1756701"/>
                  </a:lnTo>
                  <a:lnTo>
                    <a:pt x="4610025" y="1756701"/>
                  </a:lnTo>
                  <a:lnTo>
                    <a:pt x="4609210" y="1756701"/>
                  </a:lnTo>
                  <a:lnTo>
                    <a:pt x="4608395" y="1756701"/>
                  </a:lnTo>
                  <a:lnTo>
                    <a:pt x="4607581" y="1756701"/>
                  </a:lnTo>
                  <a:lnTo>
                    <a:pt x="4606766" y="1756701"/>
                  </a:lnTo>
                  <a:lnTo>
                    <a:pt x="4605951" y="1756701"/>
                  </a:lnTo>
                  <a:lnTo>
                    <a:pt x="4605136" y="1756701"/>
                  </a:lnTo>
                  <a:lnTo>
                    <a:pt x="4604322" y="1756701"/>
                  </a:lnTo>
                  <a:lnTo>
                    <a:pt x="4603507" y="1756701"/>
                  </a:lnTo>
                  <a:lnTo>
                    <a:pt x="4602692" y="1756701"/>
                  </a:lnTo>
                  <a:lnTo>
                    <a:pt x="4601877" y="1756701"/>
                  </a:lnTo>
                  <a:lnTo>
                    <a:pt x="4601062" y="1756701"/>
                  </a:lnTo>
                  <a:lnTo>
                    <a:pt x="4600248" y="1756701"/>
                  </a:lnTo>
                  <a:lnTo>
                    <a:pt x="4599433" y="1756701"/>
                  </a:lnTo>
                  <a:lnTo>
                    <a:pt x="4598618" y="1756701"/>
                  </a:lnTo>
                  <a:lnTo>
                    <a:pt x="4597803" y="1756701"/>
                  </a:lnTo>
                  <a:lnTo>
                    <a:pt x="4596989" y="1756701"/>
                  </a:lnTo>
                  <a:lnTo>
                    <a:pt x="4596174" y="1756701"/>
                  </a:lnTo>
                  <a:lnTo>
                    <a:pt x="4595359" y="1756701"/>
                  </a:lnTo>
                  <a:lnTo>
                    <a:pt x="4594544" y="1756701"/>
                  </a:lnTo>
                  <a:lnTo>
                    <a:pt x="4593729" y="1756701"/>
                  </a:lnTo>
                  <a:lnTo>
                    <a:pt x="4592915" y="1756701"/>
                  </a:lnTo>
                  <a:lnTo>
                    <a:pt x="4592100" y="1756701"/>
                  </a:lnTo>
                  <a:lnTo>
                    <a:pt x="4591285" y="1756701"/>
                  </a:lnTo>
                  <a:lnTo>
                    <a:pt x="4590470" y="1756701"/>
                  </a:lnTo>
                  <a:lnTo>
                    <a:pt x="4589656" y="1756701"/>
                  </a:lnTo>
                  <a:lnTo>
                    <a:pt x="4588841" y="1756701"/>
                  </a:lnTo>
                  <a:lnTo>
                    <a:pt x="4588026" y="1756701"/>
                  </a:lnTo>
                  <a:lnTo>
                    <a:pt x="4587211" y="1756701"/>
                  </a:lnTo>
                  <a:lnTo>
                    <a:pt x="4586396" y="1756701"/>
                  </a:lnTo>
                  <a:lnTo>
                    <a:pt x="4585582" y="1756701"/>
                  </a:lnTo>
                  <a:lnTo>
                    <a:pt x="4584767" y="1756701"/>
                  </a:lnTo>
                  <a:lnTo>
                    <a:pt x="4583952" y="1756701"/>
                  </a:lnTo>
                  <a:lnTo>
                    <a:pt x="4583137" y="1756701"/>
                  </a:lnTo>
                  <a:lnTo>
                    <a:pt x="4582323" y="1756701"/>
                  </a:lnTo>
                  <a:lnTo>
                    <a:pt x="4581508" y="1756701"/>
                  </a:lnTo>
                  <a:lnTo>
                    <a:pt x="4580693" y="1756701"/>
                  </a:lnTo>
                  <a:lnTo>
                    <a:pt x="4579878" y="1756701"/>
                  </a:lnTo>
                  <a:lnTo>
                    <a:pt x="4579063" y="1756701"/>
                  </a:lnTo>
                  <a:lnTo>
                    <a:pt x="4578249" y="1756701"/>
                  </a:lnTo>
                  <a:lnTo>
                    <a:pt x="4577434" y="1756701"/>
                  </a:lnTo>
                  <a:lnTo>
                    <a:pt x="4576619" y="1756701"/>
                  </a:lnTo>
                  <a:lnTo>
                    <a:pt x="4575804" y="1756701"/>
                  </a:lnTo>
                  <a:lnTo>
                    <a:pt x="4574989" y="1756701"/>
                  </a:lnTo>
                  <a:lnTo>
                    <a:pt x="4574175" y="1756701"/>
                  </a:lnTo>
                  <a:lnTo>
                    <a:pt x="4573360" y="1756701"/>
                  </a:lnTo>
                  <a:lnTo>
                    <a:pt x="4572545" y="1756701"/>
                  </a:lnTo>
                  <a:lnTo>
                    <a:pt x="4571730" y="1756701"/>
                  </a:lnTo>
                  <a:lnTo>
                    <a:pt x="4570916" y="1756701"/>
                  </a:lnTo>
                  <a:lnTo>
                    <a:pt x="4570101" y="1756701"/>
                  </a:lnTo>
                  <a:lnTo>
                    <a:pt x="4569286" y="1756701"/>
                  </a:lnTo>
                  <a:lnTo>
                    <a:pt x="4568471" y="1756701"/>
                  </a:lnTo>
                  <a:lnTo>
                    <a:pt x="4567656" y="1756701"/>
                  </a:lnTo>
                  <a:lnTo>
                    <a:pt x="4566842" y="1756701"/>
                  </a:lnTo>
                  <a:lnTo>
                    <a:pt x="4566027" y="1756701"/>
                  </a:lnTo>
                  <a:lnTo>
                    <a:pt x="4565212" y="1756701"/>
                  </a:lnTo>
                  <a:lnTo>
                    <a:pt x="4564397" y="1756701"/>
                  </a:lnTo>
                  <a:lnTo>
                    <a:pt x="4563583" y="1756701"/>
                  </a:lnTo>
                  <a:lnTo>
                    <a:pt x="4562768" y="1756701"/>
                  </a:lnTo>
                  <a:lnTo>
                    <a:pt x="4561953" y="1756701"/>
                  </a:lnTo>
                  <a:lnTo>
                    <a:pt x="4561138" y="1756701"/>
                  </a:lnTo>
                  <a:lnTo>
                    <a:pt x="4560323" y="1756701"/>
                  </a:lnTo>
                  <a:lnTo>
                    <a:pt x="4559509" y="1756701"/>
                  </a:lnTo>
                  <a:lnTo>
                    <a:pt x="4558694" y="1756701"/>
                  </a:lnTo>
                  <a:lnTo>
                    <a:pt x="4557879" y="1756701"/>
                  </a:lnTo>
                  <a:lnTo>
                    <a:pt x="4557064" y="1756701"/>
                  </a:lnTo>
                  <a:lnTo>
                    <a:pt x="4556250" y="1756701"/>
                  </a:lnTo>
                  <a:lnTo>
                    <a:pt x="4555435" y="1756701"/>
                  </a:lnTo>
                  <a:lnTo>
                    <a:pt x="4554620" y="1756701"/>
                  </a:lnTo>
                  <a:lnTo>
                    <a:pt x="4553805" y="1756701"/>
                  </a:lnTo>
                  <a:lnTo>
                    <a:pt x="4552990" y="1756701"/>
                  </a:lnTo>
                  <a:lnTo>
                    <a:pt x="4552176" y="1756701"/>
                  </a:lnTo>
                  <a:lnTo>
                    <a:pt x="4551361" y="1756701"/>
                  </a:lnTo>
                  <a:lnTo>
                    <a:pt x="4550546" y="1756701"/>
                  </a:lnTo>
                  <a:lnTo>
                    <a:pt x="4549731" y="1756701"/>
                  </a:lnTo>
                  <a:lnTo>
                    <a:pt x="4548917" y="1756701"/>
                  </a:lnTo>
                  <a:lnTo>
                    <a:pt x="4548102" y="1756701"/>
                  </a:lnTo>
                  <a:lnTo>
                    <a:pt x="4547287" y="1756701"/>
                  </a:lnTo>
                  <a:lnTo>
                    <a:pt x="4546472" y="1756701"/>
                  </a:lnTo>
                  <a:lnTo>
                    <a:pt x="4545657" y="1756701"/>
                  </a:lnTo>
                  <a:lnTo>
                    <a:pt x="4544843" y="1756701"/>
                  </a:lnTo>
                  <a:lnTo>
                    <a:pt x="4544028" y="1756701"/>
                  </a:lnTo>
                  <a:lnTo>
                    <a:pt x="4543213" y="1756701"/>
                  </a:lnTo>
                  <a:lnTo>
                    <a:pt x="4542398" y="1756701"/>
                  </a:lnTo>
                  <a:lnTo>
                    <a:pt x="4541584" y="1756701"/>
                  </a:lnTo>
                  <a:lnTo>
                    <a:pt x="4540769" y="1756701"/>
                  </a:lnTo>
                  <a:lnTo>
                    <a:pt x="4539954" y="1756701"/>
                  </a:lnTo>
                  <a:lnTo>
                    <a:pt x="4539139" y="1756701"/>
                  </a:lnTo>
                  <a:lnTo>
                    <a:pt x="4538324" y="1756701"/>
                  </a:lnTo>
                  <a:lnTo>
                    <a:pt x="4537510" y="1756701"/>
                  </a:lnTo>
                  <a:lnTo>
                    <a:pt x="4536695" y="1756701"/>
                  </a:lnTo>
                  <a:lnTo>
                    <a:pt x="4535880" y="1756701"/>
                  </a:lnTo>
                  <a:lnTo>
                    <a:pt x="4535065" y="1756701"/>
                  </a:lnTo>
                  <a:lnTo>
                    <a:pt x="4534250" y="1756701"/>
                  </a:lnTo>
                  <a:lnTo>
                    <a:pt x="4533436" y="1756701"/>
                  </a:lnTo>
                  <a:lnTo>
                    <a:pt x="4532621" y="1756701"/>
                  </a:lnTo>
                  <a:lnTo>
                    <a:pt x="4531806" y="1756701"/>
                  </a:lnTo>
                  <a:lnTo>
                    <a:pt x="4530991" y="1756701"/>
                  </a:lnTo>
                  <a:lnTo>
                    <a:pt x="4530177" y="1756701"/>
                  </a:lnTo>
                  <a:lnTo>
                    <a:pt x="4529362" y="1756701"/>
                  </a:lnTo>
                  <a:lnTo>
                    <a:pt x="4528547" y="1756701"/>
                  </a:lnTo>
                  <a:lnTo>
                    <a:pt x="4527732" y="1756701"/>
                  </a:lnTo>
                  <a:lnTo>
                    <a:pt x="4526917" y="1756701"/>
                  </a:lnTo>
                  <a:lnTo>
                    <a:pt x="4526103" y="1756701"/>
                  </a:lnTo>
                  <a:lnTo>
                    <a:pt x="4525288" y="1756701"/>
                  </a:lnTo>
                  <a:lnTo>
                    <a:pt x="4524473" y="1756701"/>
                  </a:lnTo>
                  <a:lnTo>
                    <a:pt x="4523658" y="1756701"/>
                  </a:lnTo>
                  <a:lnTo>
                    <a:pt x="4522844" y="1756701"/>
                  </a:lnTo>
                  <a:lnTo>
                    <a:pt x="4522029" y="1756701"/>
                  </a:lnTo>
                  <a:lnTo>
                    <a:pt x="4521214" y="1756701"/>
                  </a:lnTo>
                  <a:lnTo>
                    <a:pt x="4520399" y="1756701"/>
                  </a:lnTo>
                  <a:lnTo>
                    <a:pt x="4519584" y="1756701"/>
                  </a:lnTo>
                  <a:lnTo>
                    <a:pt x="4518770" y="1756701"/>
                  </a:lnTo>
                  <a:lnTo>
                    <a:pt x="4517955" y="1756701"/>
                  </a:lnTo>
                  <a:lnTo>
                    <a:pt x="4517140" y="1756701"/>
                  </a:lnTo>
                  <a:lnTo>
                    <a:pt x="4516325" y="1756701"/>
                  </a:lnTo>
                  <a:lnTo>
                    <a:pt x="4515511" y="1756701"/>
                  </a:lnTo>
                  <a:lnTo>
                    <a:pt x="4514696" y="1756701"/>
                  </a:lnTo>
                  <a:lnTo>
                    <a:pt x="4513881" y="1756701"/>
                  </a:lnTo>
                  <a:lnTo>
                    <a:pt x="4513066" y="1756701"/>
                  </a:lnTo>
                  <a:lnTo>
                    <a:pt x="4512251" y="1756701"/>
                  </a:lnTo>
                  <a:lnTo>
                    <a:pt x="4511437" y="1756701"/>
                  </a:lnTo>
                  <a:lnTo>
                    <a:pt x="4510622" y="1756701"/>
                  </a:lnTo>
                  <a:lnTo>
                    <a:pt x="4509807" y="1756701"/>
                  </a:lnTo>
                  <a:lnTo>
                    <a:pt x="4508992" y="1756701"/>
                  </a:lnTo>
                  <a:lnTo>
                    <a:pt x="4508178" y="1756701"/>
                  </a:lnTo>
                  <a:lnTo>
                    <a:pt x="4507363" y="1756701"/>
                  </a:lnTo>
                  <a:lnTo>
                    <a:pt x="4506548" y="1756701"/>
                  </a:lnTo>
                  <a:lnTo>
                    <a:pt x="4505733" y="1756701"/>
                  </a:lnTo>
                  <a:lnTo>
                    <a:pt x="4504918" y="1756701"/>
                  </a:lnTo>
                  <a:lnTo>
                    <a:pt x="4504104" y="1756701"/>
                  </a:lnTo>
                  <a:lnTo>
                    <a:pt x="4503289" y="1756701"/>
                  </a:lnTo>
                  <a:lnTo>
                    <a:pt x="4502474" y="1756701"/>
                  </a:lnTo>
                  <a:lnTo>
                    <a:pt x="4501659" y="1756701"/>
                  </a:lnTo>
                  <a:lnTo>
                    <a:pt x="4500844" y="1756701"/>
                  </a:lnTo>
                  <a:lnTo>
                    <a:pt x="4500030" y="1756701"/>
                  </a:lnTo>
                  <a:lnTo>
                    <a:pt x="4499215" y="1756701"/>
                  </a:lnTo>
                  <a:lnTo>
                    <a:pt x="4498400" y="1756701"/>
                  </a:lnTo>
                  <a:lnTo>
                    <a:pt x="4497585" y="1756701"/>
                  </a:lnTo>
                  <a:lnTo>
                    <a:pt x="4496771" y="1756701"/>
                  </a:lnTo>
                  <a:lnTo>
                    <a:pt x="4495956" y="1756701"/>
                  </a:lnTo>
                  <a:lnTo>
                    <a:pt x="4495141" y="1756701"/>
                  </a:lnTo>
                  <a:lnTo>
                    <a:pt x="4494326" y="1756701"/>
                  </a:lnTo>
                  <a:lnTo>
                    <a:pt x="4493511" y="1756701"/>
                  </a:lnTo>
                  <a:lnTo>
                    <a:pt x="4492697" y="1756701"/>
                  </a:lnTo>
                  <a:lnTo>
                    <a:pt x="4491882" y="1756701"/>
                  </a:lnTo>
                  <a:lnTo>
                    <a:pt x="4491067" y="1756701"/>
                  </a:lnTo>
                  <a:lnTo>
                    <a:pt x="4490252" y="1756701"/>
                  </a:lnTo>
                  <a:lnTo>
                    <a:pt x="4489438" y="1756701"/>
                  </a:lnTo>
                  <a:lnTo>
                    <a:pt x="4488623" y="1756701"/>
                  </a:lnTo>
                  <a:lnTo>
                    <a:pt x="4487808" y="1756701"/>
                  </a:lnTo>
                  <a:lnTo>
                    <a:pt x="4486993" y="1756701"/>
                  </a:lnTo>
                  <a:lnTo>
                    <a:pt x="4486178" y="1756701"/>
                  </a:lnTo>
                  <a:lnTo>
                    <a:pt x="4485364" y="1756701"/>
                  </a:lnTo>
                  <a:lnTo>
                    <a:pt x="4484549" y="1756701"/>
                  </a:lnTo>
                  <a:lnTo>
                    <a:pt x="4483734" y="1756701"/>
                  </a:lnTo>
                  <a:lnTo>
                    <a:pt x="4482919" y="1756701"/>
                  </a:lnTo>
                  <a:lnTo>
                    <a:pt x="4482105" y="1756701"/>
                  </a:lnTo>
                  <a:lnTo>
                    <a:pt x="4481290" y="1756701"/>
                  </a:lnTo>
                  <a:lnTo>
                    <a:pt x="4480475" y="1756701"/>
                  </a:lnTo>
                  <a:lnTo>
                    <a:pt x="4479660" y="1756701"/>
                  </a:lnTo>
                  <a:lnTo>
                    <a:pt x="4478845" y="1756701"/>
                  </a:lnTo>
                  <a:lnTo>
                    <a:pt x="4478031" y="1756701"/>
                  </a:lnTo>
                  <a:lnTo>
                    <a:pt x="4477216" y="1756701"/>
                  </a:lnTo>
                  <a:lnTo>
                    <a:pt x="4476401" y="1756701"/>
                  </a:lnTo>
                  <a:lnTo>
                    <a:pt x="4475586" y="1756701"/>
                  </a:lnTo>
                  <a:lnTo>
                    <a:pt x="4474772" y="1756701"/>
                  </a:lnTo>
                  <a:lnTo>
                    <a:pt x="4473957" y="1756701"/>
                  </a:lnTo>
                  <a:lnTo>
                    <a:pt x="4473142" y="1756701"/>
                  </a:lnTo>
                  <a:lnTo>
                    <a:pt x="4472327" y="1756701"/>
                  </a:lnTo>
                  <a:lnTo>
                    <a:pt x="4471512" y="1756701"/>
                  </a:lnTo>
                  <a:lnTo>
                    <a:pt x="4470698" y="1756701"/>
                  </a:lnTo>
                  <a:lnTo>
                    <a:pt x="4469883" y="1756701"/>
                  </a:lnTo>
                  <a:lnTo>
                    <a:pt x="4469068" y="1756701"/>
                  </a:lnTo>
                  <a:lnTo>
                    <a:pt x="4468253" y="1756701"/>
                  </a:lnTo>
                  <a:lnTo>
                    <a:pt x="4467439" y="1756701"/>
                  </a:lnTo>
                  <a:lnTo>
                    <a:pt x="4466624" y="1756701"/>
                  </a:lnTo>
                  <a:lnTo>
                    <a:pt x="4465809" y="1756701"/>
                  </a:lnTo>
                  <a:lnTo>
                    <a:pt x="4464994" y="1756701"/>
                  </a:lnTo>
                  <a:lnTo>
                    <a:pt x="4464179" y="1756701"/>
                  </a:lnTo>
                  <a:lnTo>
                    <a:pt x="4463365" y="1756701"/>
                  </a:lnTo>
                  <a:lnTo>
                    <a:pt x="4462550" y="1756701"/>
                  </a:lnTo>
                  <a:lnTo>
                    <a:pt x="4461735" y="1756701"/>
                  </a:lnTo>
                  <a:lnTo>
                    <a:pt x="4460920" y="1756701"/>
                  </a:lnTo>
                  <a:lnTo>
                    <a:pt x="4460105" y="1756701"/>
                  </a:lnTo>
                  <a:lnTo>
                    <a:pt x="4459291" y="1756701"/>
                  </a:lnTo>
                  <a:lnTo>
                    <a:pt x="4458476" y="1756701"/>
                  </a:lnTo>
                  <a:lnTo>
                    <a:pt x="4457661" y="1756701"/>
                  </a:lnTo>
                  <a:lnTo>
                    <a:pt x="4456846" y="1756701"/>
                  </a:lnTo>
                  <a:lnTo>
                    <a:pt x="4456032" y="1756701"/>
                  </a:lnTo>
                  <a:lnTo>
                    <a:pt x="4455217" y="1756701"/>
                  </a:lnTo>
                  <a:lnTo>
                    <a:pt x="4454402" y="1756701"/>
                  </a:lnTo>
                  <a:lnTo>
                    <a:pt x="4453587" y="1756701"/>
                  </a:lnTo>
                  <a:lnTo>
                    <a:pt x="4452772" y="1756701"/>
                  </a:lnTo>
                  <a:lnTo>
                    <a:pt x="4451958" y="1756701"/>
                  </a:lnTo>
                  <a:lnTo>
                    <a:pt x="4451143" y="1756701"/>
                  </a:lnTo>
                  <a:lnTo>
                    <a:pt x="4450328" y="1756701"/>
                  </a:lnTo>
                  <a:lnTo>
                    <a:pt x="4449513" y="1756701"/>
                  </a:lnTo>
                  <a:lnTo>
                    <a:pt x="4448699" y="1756701"/>
                  </a:lnTo>
                  <a:lnTo>
                    <a:pt x="4447884" y="1756701"/>
                  </a:lnTo>
                  <a:lnTo>
                    <a:pt x="4447069" y="1756701"/>
                  </a:lnTo>
                  <a:lnTo>
                    <a:pt x="4446254" y="1756701"/>
                  </a:lnTo>
                  <a:lnTo>
                    <a:pt x="4445439" y="1756701"/>
                  </a:lnTo>
                  <a:lnTo>
                    <a:pt x="4444625" y="1756701"/>
                  </a:lnTo>
                  <a:lnTo>
                    <a:pt x="4443810" y="1756701"/>
                  </a:lnTo>
                  <a:lnTo>
                    <a:pt x="4442995" y="1756701"/>
                  </a:lnTo>
                  <a:lnTo>
                    <a:pt x="4442180" y="1756701"/>
                  </a:lnTo>
                  <a:lnTo>
                    <a:pt x="4441366" y="1756701"/>
                  </a:lnTo>
                  <a:lnTo>
                    <a:pt x="4440551" y="1756701"/>
                  </a:lnTo>
                  <a:lnTo>
                    <a:pt x="4439736" y="1756701"/>
                  </a:lnTo>
                  <a:lnTo>
                    <a:pt x="4438921" y="1756701"/>
                  </a:lnTo>
                  <a:lnTo>
                    <a:pt x="4438106" y="1756701"/>
                  </a:lnTo>
                  <a:lnTo>
                    <a:pt x="4437292" y="1756701"/>
                  </a:lnTo>
                  <a:lnTo>
                    <a:pt x="4436477" y="1756701"/>
                  </a:lnTo>
                  <a:lnTo>
                    <a:pt x="4435662" y="1756701"/>
                  </a:lnTo>
                  <a:lnTo>
                    <a:pt x="4434847" y="1756701"/>
                  </a:lnTo>
                  <a:lnTo>
                    <a:pt x="4434033" y="1756701"/>
                  </a:lnTo>
                  <a:lnTo>
                    <a:pt x="4433218" y="1756701"/>
                  </a:lnTo>
                  <a:lnTo>
                    <a:pt x="4432403" y="1756701"/>
                  </a:lnTo>
                  <a:lnTo>
                    <a:pt x="4431588" y="1756701"/>
                  </a:lnTo>
                  <a:lnTo>
                    <a:pt x="4430773" y="1756701"/>
                  </a:lnTo>
                  <a:lnTo>
                    <a:pt x="4429959" y="1756701"/>
                  </a:lnTo>
                  <a:lnTo>
                    <a:pt x="4429144" y="1756701"/>
                  </a:lnTo>
                  <a:lnTo>
                    <a:pt x="4428329" y="1756701"/>
                  </a:lnTo>
                  <a:lnTo>
                    <a:pt x="4427514" y="1756701"/>
                  </a:lnTo>
                  <a:lnTo>
                    <a:pt x="4426700" y="1756701"/>
                  </a:lnTo>
                  <a:lnTo>
                    <a:pt x="4425885" y="1756701"/>
                  </a:lnTo>
                  <a:lnTo>
                    <a:pt x="4425070" y="1756701"/>
                  </a:lnTo>
                  <a:lnTo>
                    <a:pt x="4424255" y="1756701"/>
                  </a:lnTo>
                  <a:lnTo>
                    <a:pt x="4423440" y="1756701"/>
                  </a:lnTo>
                  <a:lnTo>
                    <a:pt x="4422626" y="1756701"/>
                  </a:lnTo>
                  <a:lnTo>
                    <a:pt x="4421811" y="1756701"/>
                  </a:lnTo>
                  <a:lnTo>
                    <a:pt x="4420996" y="1756701"/>
                  </a:lnTo>
                  <a:lnTo>
                    <a:pt x="4420181" y="1756701"/>
                  </a:lnTo>
                  <a:lnTo>
                    <a:pt x="4419366" y="1756701"/>
                  </a:lnTo>
                  <a:lnTo>
                    <a:pt x="4418552" y="1756701"/>
                  </a:lnTo>
                  <a:lnTo>
                    <a:pt x="4417737" y="1756701"/>
                  </a:lnTo>
                  <a:lnTo>
                    <a:pt x="4416922" y="1756701"/>
                  </a:lnTo>
                  <a:lnTo>
                    <a:pt x="4416107" y="1756701"/>
                  </a:lnTo>
                  <a:lnTo>
                    <a:pt x="4415293" y="1756701"/>
                  </a:lnTo>
                  <a:lnTo>
                    <a:pt x="4414478" y="1756701"/>
                  </a:lnTo>
                  <a:lnTo>
                    <a:pt x="4413663" y="1756701"/>
                  </a:lnTo>
                  <a:lnTo>
                    <a:pt x="4412848" y="1756701"/>
                  </a:lnTo>
                  <a:lnTo>
                    <a:pt x="4412033" y="1756701"/>
                  </a:lnTo>
                  <a:lnTo>
                    <a:pt x="4411219" y="1756701"/>
                  </a:lnTo>
                  <a:lnTo>
                    <a:pt x="4410404" y="1756701"/>
                  </a:lnTo>
                  <a:lnTo>
                    <a:pt x="4409589" y="1756701"/>
                  </a:lnTo>
                  <a:lnTo>
                    <a:pt x="4408774" y="1756701"/>
                  </a:lnTo>
                  <a:lnTo>
                    <a:pt x="4407960" y="1756701"/>
                  </a:lnTo>
                  <a:lnTo>
                    <a:pt x="4407145" y="1756701"/>
                  </a:lnTo>
                  <a:lnTo>
                    <a:pt x="4406330" y="1756701"/>
                  </a:lnTo>
                  <a:lnTo>
                    <a:pt x="4405515" y="1756701"/>
                  </a:lnTo>
                  <a:lnTo>
                    <a:pt x="4404700" y="1756701"/>
                  </a:lnTo>
                  <a:lnTo>
                    <a:pt x="4403886" y="1756701"/>
                  </a:lnTo>
                  <a:lnTo>
                    <a:pt x="4403071" y="1756701"/>
                  </a:lnTo>
                  <a:lnTo>
                    <a:pt x="4402256" y="1756701"/>
                  </a:lnTo>
                  <a:lnTo>
                    <a:pt x="4401441" y="1756701"/>
                  </a:lnTo>
                  <a:lnTo>
                    <a:pt x="4400627" y="1756701"/>
                  </a:lnTo>
                  <a:lnTo>
                    <a:pt x="4399812" y="1756701"/>
                  </a:lnTo>
                  <a:lnTo>
                    <a:pt x="4398997" y="1756701"/>
                  </a:lnTo>
                  <a:lnTo>
                    <a:pt x="4398182" y="1756701"/>
                  </a:lnTo>
                  <a:lnTo>
                    <a:pt x="4397367" y="1756701"/>
                  </a:lnTo>
                  <a:lnTo>
                    <a:pt x="4396553" y="1756701"/>
                  </a:lnTo>
                  <a:lnTo>
                    <a:pt x="4395738" y="1756701"/>
                  </a:lnTo>
                  <a:lnTo>
                    <a:pt x="4394923" y="1756701"/>
                  </a:lnTo>
                  <a:lnTo>
                    <a:pt x="4394108" y="1756701"/>
                  </a:lnTo>
                  <a:lnTo>
                    <a:pt x="4393294" y="1756701"/>
                  </a:lnTo>
                  <a:lnTo>
                    <a:pt x="4392479" y="1756701"/>
                  </a:lnTo>
                  <a:lnTo>
                    <a:pt x="4391664" y="1756701"/>
                  </a:lnTo>
                  <a:lnTo>
                    <a:pt x="4390849" y="1756701"/>
                  </a:lnTo>
                  <a:lnTo>
                    <a:pt x="4390034" y="1756701"/>
                  </a:lnTo>
                  <a:lnTo>
                    <a:pt x="4389220" y="1756701"/>
                  </a:lnTo>
                  <a:lnTo>
                    <a:pt x="4388405" y="1756701"/>
                  </a:lnTo>
                  <a:lnTo>
                    <a:pt x="4387590" y="1756701"/>
                  </a:lnTo>
                  <a:lnTo>
                    <a:pt x="4386775" y="1756701"/>
                  </a:lnTo>
                  <a:lnTo>
                    <a:pt x="4385961" y="1756701"/>
                  </a:lnTo>
                  <a:lnTo>
                    <a:pt x="4385146" y="1756701"/>
                  </a:lnTo>
                  <a:lnTo>
                    <a:pt x="4384331" y="1756701"/>
                  </a:lnTo>
                  <a:lnTo>
                    <a:pt x="4383516" y="1756701"/>
                  </a:lnTo>
                  <a:lnTo>
                    <a:pt x="4382701" y="1756701"/>
                  </a:lnTo>
                  <a:lnTo>
                    <a:pt x="4381887" y="1756701"/>
                  </a:lnTo>
                  <a:lnTo>
                    <a:pt x="4381072" y="1756701"/>
                  </a:lnTo>
                  <a:lnTo>
                    <a:pt x="4380257" y="1756701"/>
                  </a:lnTo>
                  <a:lnTo>
                    <a:pt x="4379442" y="1756701"/>
                  </a:lnTo>
                  <a:lnTo>
                    <a:pt x="4378627" y="1756701"/>
                  </a:lnTo>
                  <a:lnTo>
                    <a:pt x="4377813" y="1756701"/>
                  </a:lnTo>
                  <a:lnTo>
                    <a:pt x="4376998" y="1756701"/>
                  </a:lnTo>
                  <a:lnTo>
                    <a:pt x="4376183" y="1756701"/>
                  </a:lnTo>
                  <a:lnTo>
                    <a:pt x="4375368" y="1756701"/>
                  </a:lnTo>
                  <a:lnTo>
                    <a:pt x="4374554" y="1756701"/>
                  </a:lnTo>
                  <a:lnTo>
                    <a:pt x="4373739" y="1756701"/>
                  </a:lnTo>
                  <a:lnTo>
                    <a:pt x="4372924" y="1756701"/>
                  </a:lnTo>
                  <a:lnTo>
                    <a:pt x="4372109" y="1756701"/>
                  </a:lnTo>
                  <a:lnTo>
                    <a:pt x="4371294" y="1756701"/>
                  </a:lnTo>
                  <a:lnTo>
                    <a:pt x="4370480" y="1756701"/>
                  </a:lnTo>
                  <a:lnTo>
                    <a:pt x="4369665" y="1756701"/>
                  </a:lnTo>
                  <a:lnTo>
                    <a:pt x="4368850" y="1756701"/>
                  </a:lnTo>
                  <a:lnTo>
                    <a:pt x="4368035" y="1756701"/>
                  </a:lnTo>
                  <a:lnTo>
                    <a:pt x="4367221" y="1756701"/>
                  </a:lnTo>
                  <a:lnTo>
                    <a:pt x="4366406" y="1756701"/>
                  </a:lnTo>
                  <a:lnTo>
                    <a:pt x="4365591" y="1756701"/>
                  </a:lnTo>
                  <a:lnTo>
                    <a:pt x="4364776" y="1756701"/>
                  </a:lnTo>
                  <a:lnTo>
                    <a:pt x="4363961" y="1756701"/>
                  </a:lnTo>
                  <a:lnTo>
                    <a:pt x="4363147" y="1756701"/>
                  </a:lnTo>
                  <a:lnTo>
                    <a:pt x="4362332" y="1756701"/>
                  </a:lnTo>
                  <a:lnTo>
                    <a:pt x="4361517" y="1756701"/>
                  </a:lnTo>
                  <a:lnTo>
                    <a:pt x="4360702" y="1756701"/>
                  </a:lnTo>
                  <a:lnTo>
                    <a:pt x="4359888" y="1756701"/>
                  </a:lnTo>
                  <a:lnTo>
                    <a:pt x="4359073" y="1756701"/>
                  </a:lnTo>
                  <a:lnTo>
                    <a:pt x="4358258" y="1756701"/>
                  </a:lnTo>
                  <a:lnTo>
                    <a:pt x="4357443" y="1756701"/>
                  </a:lnTo>
                  <a:lnTo>
                    <a:pt x="4356628" y="1756701"/>
                  </a:lnTo>
                  <a:lnTo>
                    <a:pt x="4355814" y="1756701"/>
                  </a:lnTo>
                  <a:lnTo>
                    <a:pt x="4354999" y="1756701"/>
                  </a:lnTo>
                  <a:lnTo>
                    <a:pt x="4354184" y="1756701"/>
                  </a:lnTo>
                  <a:lnTo>
                    <a:pt x="4353369" y="1756701"/>
                  </a:lnTo>
                  <a:lnTo>
                    <a:pt x="4352555" y="1756701"/>
                  </a:lnTo>
                  <a:lnTo>
                    <a:pt x="4351740" y="1756701"/>
                  </a:lnTo>
                  <a:lnTo>
                    <a:pt x="4350925" y="1756701"/>
                  </a:lnTo>
                  <a:lnTo>
                    <a:pt x="4350110" y="1756701"/>
                  </a:lnTo>
                  <a:lnTo>
                    <a:pt x="4349295" y="1756701"/>
                  </a:lnTo>
                  <a:lnTo>
                    <a:pt x="4348481" y="1756701"/>
                  </a:lnTo>
                  <a:lnTo>
                    <a:pt x="4347666" y="1756701"/>
                  </a:lnTo>
                  <a:lnTo>
                    <a:pt x="4346851" y="1756701"/>
                  </a:lnTo>
                  <a:lnTo>
                    <a:pt x="4346036" y="1756701"/>
                  </a:lnTo>
                  <a:lnTo>
                    <a:pt x="4345222" y="1756701"/>
                  </a:lnTo>
                  <a:lnTo>
                    <a:pt x="4344407" y="1756701"/>
                  </a:lnTo>
                  <a:lnTo>
                    <a:pt x="4343592" y="1756701"/>
                  </a:lnTo>
                  <a:lnTo>
                    <a:pt x="4342777" y="1756701"/>
                  </a:lnTo>
                  <a:lnTo>
                    <a:pt x="4341962" y="1756701"/>
                  </a:lnTo>
                  <a:lnTo>
                    <a:pt x="4341148" y="1756701"/>
                  </a:lnTo>
                  <a:lnTo>
                    <a:pt x="4340333" y="1756701"/>
                  </a:lnTo>
                  <a:lnTo>
                    <a:pt x="4339518" y="1756701"/>
                  </a:lnTo>
                  <a:lnTo>
                    <a:pt x="4338703" y="1756701"/>
                  </a:lnTo>
                  <a:lnTo>
                    <a:pt x="4337888" y="1756701"/>
                  </a:lnTo>
                  <a:lnTo>
                    <a:pt x="4337074" y="1756701"/>
                  </a:lnTo>
                  <a:lnTo>
                    <a:pt x="4336259" y="1756701"/>
                  </a:lnTo>
                  <a:lnTo>
                    <a:pt x="4335444" y="1756701"/>
                  </a:lnTo>
                  <a:lnTo>
                    <a:pt x="4334629" y="1756701"/>
                  </a:lnTo>
                  <a:lnTo>
                    <a:pt x="4333815" y="1756701"/>
                  </a:lnTo>
                  <a:lnTo>
                    <a:pt x="4333000" y="1756701"/>
                  </a:lnTo>
                  <a:lnTo>
                    <a:pt x="4332185" y="1756701"/>
                  </a:lnTo>
                  <a:lnTo>
                    <a:pt x="4331370" y="1756701"/>
                  </a:lnTo>
                  <a:lnTo>
                    <a:pt x="4330555" y="1756701"/>
                  </a:lnTo>
                  <a:lnTo>
                    <a:pt x="4329741" y="1756701"/>
                  </a:lnTo>
                  <a:lnTo>
                    <a:pt x="4328926" y="1756701"/>
                  </a:lnTo>
                  <a:lnTo>
                    <a:pt x="4328111" y="1756701"/>
                  </a:lnTo>
                  <a:lnTo>
                    <a:pt x="4327296" y="1756701"/>
                  </a:lnTo>
                  <a:lnTo>
                    <a:pt x="4326482" y="1756701"/>
                  </a:lnTo>
                  <a:lnTo>
                    <a:pt x="4325667" y="1756701"/>
                  </a:lnTo>
                  <a:lnTo>
                    <a:pt x="4324852" y="1756701"/>
                  </a:lnTo>
                  <a:lnTo>
                    <a:pt x="4324037" y="1756701"/>
                  </a:lnTo>
                  <a:lnTo>
                    <a:pt x="4323222" y="1756701"/>
                  </a:lnTo>
                  <a:lnTo>
                    <a:pt x="4322408" y="1756701"/>
                  </a:lnTo>
                  <a:lnTo>
                    <a:pt x="4321593" y="1756701"/>
                  </a:lnTo>
                  <a:lnTo>
                    <a:pt x="4320778" y="1756701"/>
                  </a:lnTo>
                  <a:lnTo>
                    <a:pt x="4319963" y="1756701"/>
                  </a:lnTo>
                  <a:lnTo>
                    <a:pt x="4319149" y="1756701"/>
                  </a:lnTo>
                  <a:lnTo>
                    <a:pt x="4318334" y="1756701"/>
                  </a:lnTo>
                  <a:lnTo>
                    <a:pt x="4317519" y="1756701"/>
                  </a:lnTo>
                  <a:lnTo>
                    <a:pt x="4316704" y="1756701"/>
                  </a:lnTo>
                  <a:lnTo>
                    <a:pt x="4315889" y="1756701"/>
                  </a:lnTo>
                  <a:lnTo>
                    <a:pt x="4315075" y="1756701"/>
                  </a:lnTo>
                  <a:lnTo>
                    <a:pt x="4314260" y="1756701"/>
                  </a:lnTo>
                  <a:lnTo>
                    <a:pt x="4313445" y="1756701"/>
                  </a:lnTo>
                  <a:lnTo>
                    <a:pt x="4312630" y="1756701"/>
                  </a:lnTo>
                  <a:lnTo>
                    <a:pt x="4311816" y="1756701"/>
                  </a:lnTo>
                  <a:lnTo>
                    <a:pt x="4311001" y="1756701"/>
                  </a:lnTo>
                  <a:lnTo>
                    <a:pt x="4310186" y="1756701"/>
                  </a:lnTo>
                  <a:lnTo>
                    <a:pt x="4309371" y="1756701"/>
                  </a:lnTo>
                  <a:lnTo>
                    <a:pt x="4308556" y="1756701"/>
                  </a:lnTo>
                  <a:lnTo>
                    <a:pt x="4307742" y="1756701"/>
                  </a:lnTo>
                  <a:lnTo>
                    <a:pt x="4306927" y="1756701"/>
                  </a:lnTo>
                  <a:lnTo>
                    <a:pt x="4306112" y="1756701"/>
                  </a:lnTo>
                  <a:lnTo>
                    <a:pt x="4305297" y="1756701"/>
                  </a:lnTo>
                  <a:lnTo>
                    <a:pt x="4304483" y="1756701"/>
                  </a:lnTo>
                  <a:lnTo>
                    <a:pt x="4303668" y="1756701"/>
                  </a:lnTo>
                  <a:lnTo>
                    <a:pt x="4302853" y="1756701"/>
                  </a:lnTo>
                  <a:lnTo>
                    <a:pt x="4302038" y="1756701"/>
                  </a:lnTo>
                  <a:lnTo>
                    <a:pt x="4301223" y="1756701"/>
                  </a:lnTo>
                  <a:lnTo>
                    <a:pt x="4300409" y="1756701"/>
                  </a:lnTo>
                  <a:lnTo>
                    <a:pt x="4299594" y="1756701"/>
                  </a:lnTo>
                  <a:lnTo>
                    <a:pt x="4298779" y="1756701"/>
                  </a:lnTo>
                  <a:lnTo>
                    <a:pt x="4297964" y="1756701"/>
                  </a:lnTo>
                  <a:lnTo>
                    <a:pt x="4297149" y="1756701"/>
                  </a:lnTo>
                  <a:lnTo>
                    <a:pt x="4296335" y="1756701"/>
                  </a:lnTo>
                  <a:lnTo>
                    <a:pt x="4295520" y="1756701"/>
                  </a:lnTo>
                  <a:lnTo>
                    <a:pt x="4294705" y="1756701"/>
                  </a:lnTo>
                  <a:lnTo>
                    <a:pt x="4293890" y="1756701"/>
                  </a:lnTo>
                  <a:lnTo>
                    <a:pt x="4293076" y="1756701"/>
                  </a:lnTo>
                  <a:lnTo>
                    <a:pt x="4292261" y="1756701"/>
                  </a:lnTo>
                  <a:lnTo>
                    <a:pt x="4291446" y="1756701"/>
                  </a:lnTo>
                  <a:lnTo>
                    <a:pt x="4290631" y="1756701"/>
                  </a:lnTo>
                  <a:lnTo>
                    <a:pt x="4289816" y="1756701"/>
                  </a:lnTo>
                  <a:lnTo>
                    <a:pt x="4289002" y="1756701"/>
                  </a:lnTo>
                  <a:lnTo>
                    <a:pt x="4288187" y="1756701"/>
                  </a:lnTo>
                  <a:lnTo>
                    <a:pt x="4287372" y="1756701"/>
                  </a:lnTo>
                  <a:lnTo>
                    <a:pt x="4286557" y="1756701"/>
                  </a:lnTo>
                  <a:lnTo>
                    <a:pt x="4285743" y="1756701"/>
                  </a:lnTo>
                  <a:lnTo>
                    <a:pt x="4284928" y="1756701"/>
                  </a:lnTo>
                  <a:lnTo>
                    <a:pt x="4284113" y="1756701"/>
                  </a:lnTo>
                  <a:lnTo>
                    <a:pt x="4283298" y="1756701"/>
                  </a:lnTo>
                  <a:lnTo>
                    <a:pt x="4282483" y="1756701"/>
                  </a:lnTo>
                  <a:lnTo>
                    <a:pt x="4281669" y="1756701"/>
                  </a:lnTo>
                  <a:lnTo>
                    <a:pt x="4280854" y="1756701"/>
                  </a:lnTo>
                  <a:lnTo>
                    <a:pt x="4280039" y="1756701"/>
                  </a:lnTo>
                  <a:lnTo>
                    <a:pt x="4279224" y="1756701"/>
                  </a:lnTo>
                  <a:lnTo>
                    <a:pt x="4278410" y="1756701"/>
                  </a:lnTo>
                  <a:lnTo>
                    <a:pt x="4277595" y="1756701"/>
                  </a:lnTo>
                  <a:lnTo>
                    <a:pt x="4276780" y="1756701"/>
                  </a:lnTo>
                  <a:lnTo>
                    <a:pt x="4275965" y="1756701"/>
                  </a:lnTo>
                  <a:lnTo>
                    <a:pt x="4275150" y="1756701"/>
                  </a:lnTo>
                  <a:lnTo>
                    <a:pt x="4274336" y="1756701"/>
                  </a:lnTo>
                  <a:lnTo>
                    <a:pt x="4273521" y="1756701"/>
                  </a:lnTo>
                  <a:lnTo>
                    <a:pt x="4272706" y="1756701"/>
                  </a:lnTo>
                  <a:lnTo>
                    <a:pt x="4271891" y="1756701"/>
                  </a:lnTo>
                  <a:lnTo>
                    <a:pt x="4271077" y="1756701"/>
                  </a:lnTo>
                  <a:lnTo>
                    <a:pt x="4270262" y="1756701"/>
                  </a:lnTo>
                  <a:lnTo>
                    <a:pt x="4269447" y="1756701"/>
                  </a:lnTo>
                  <a:lnTo>
                    <a:pt x="4268632" y="1756701"/>
                  </a:lnTo>
                  <a:lnTo>
                    <a:pt x="4267817" y="1756701"/>
                  </a:lnTo>
                  <a:lnTo>
                    <a:pt x="4267003" y="1756701"/>
                  </a:lnTo>
                  <a:lnTo>
                    <a:pt x="4266188" y="1756701"/>
                  </a:lnTo>
                  <a:lnTo>
                    <a:pt x="4265373" y="1756701"/>
                  </a:lnTo>
                  <a:lnTo>
                    <a:pt x="4264558" y="1756701"/>
                  </a:lnTo>
                  <a:lnTo>
                    <a:pt x="4263744" y="1756701"/>
                  </a:lnTo>
                  <a:lnTo>
                    <a:pt x="4262929" y="1756701"/>
                  </a:lnTo>
                  <a:lnTo>
                    <a:pt x="4262114" y="1756701"/>
                  </a:lnTo>
                  <a:lnTo>
                    <a:pt x="4261299" y="1756701"/>
                  </a:lnTo>
                  <a:lnTo>
                    <a:pt x="4260484" y="1756701"/>
                  </a:lnTo>
                  <a:lnTo>
                    <a:pt x="4259670" y="1756701"/>
                  </a:lnTo>
                  <a:lnTo>
                    <a:pt x="4258855" y="1756701"/>
                  </a:lnTo>
                  <a:lnTo>
                    <a:pt x="4258040" y="1756701"/>
                  </a:lnTo>
                  <a:lnTo>
                    <a:pt x="4257225" y="1756701"/>
                  </a:lnTo>
                  <a:lnTo>
                    <a:pt x="4256410" y="1756701"/>
                  </a:lnTo>
                  <a:lnTo>
                    <a:pt x="4255596" y="1756701"/>
                  </a:lnTo>
                  <a:lnTo>
                    <a:pt x="4254781" y="1756701"/>
                  </a:lnTo>
                  <a:lnTo>
                    <a:pt x="4253966" y="1756701"/>
                  </a:lnTo>
                  <a:lnTo>
                    <a:pt x="4253151" y="1756701"/>
                  </a:lnTo>
                  <a:lnTo>
                    <a:pt x="4252337" y="1756701"/>
                  </a:lnTo>
                  <a:lnTo>
                    <a:pt x="4251522" y="1756701"/>
                  </a:lnTo>
                  <a:lnTo>
                    <a:pt x="4250707" y="1756701"/>
                  </a:lnTo>
                  <a:lnTo>
                    <a:pt x="4249892" y="1756701"/>
                  </a:lnTo>
                  <a:lnTo>
                    <a:pt x="4249077" y="1756701"/>
                  </a:lnTo>
                  <a:lnTo>
                    <a:pt x="4248263" y="1756701"/>
                  </a:lnTo>
                  <a:lnTo>
                    <a:pt x="4247448" y="1756701"/>
                  </a:lnTo>
                  <a:lnTo>
                    <a:pt x="4246633" y="1756701"/>
                  </a:lnTo>
                  <a:lnTo>
                    <a:pt x="4245818" y="1756701"/>
                  </a:lnTo>
                  <a:lnTo>
                    <a:pt x="4245004" y="1756701"/>
                  </a:lnTo>
                  <a:lnTo>
                    <a:pt x="4244189" y="1756701"/>
                  </a:lnTo>
                  <a:lnTo>
                    <a:pt x="4243374" y="1756701"/>
                  </a:lnTo>
                  <a:lnTo>
                    <a:pt x="4242559" y="1756701"/>
                  </a:lnTo>
                  <a:lnTo>
                    <a:pt x="4241744" y="1756701"/>
                  </a:lnTo>
                  <a:lnTo>
                    <a:pt x="4240930" y="1756701"/>
                  </a:lnTo>
                  <a:lnTo>
                    <a:pt x="4240115" y="1756701"/>
                  </a:lnTo>
                  <a:lnTo>
                    <a:pt x="4239300" y="1756701"/>
                  </a:lnTo>
                  <a:lnTo>
                    <a:pt x="4238485" y="1756701"/>
                  </a:lnTo>
                  <a:lnTo>
                    <a:pt x="4237671" y="1756701"/>
                  </a:lnTo>
                  <a:lnTo>
                    <a:pt x="4236856" y="1756701"/>
                  </a:lnTo>
                  <a:lnTo>
                    <a:pt x="4236041" y="1756701"/>
                  </a:lnTo>
                  <a:lnTo>
                    <a:pt x="4235226" y="1756701"/>
                  </a:lnTo>
                  <a:lnTo>
                    <a:pt x="4234411" y="1756701"/>
                  </a:lnTo>
                  <a:lnTo>
                    <a:pt x="4233597" y="1756701"/>
                  </a:lnTo>
                  <a:lnTo>
                    <a:pt x="4232782" y="1756701"/>
                  </a:lnTo>
                  <a:lnTo>
                    <a:pt x="4231967" y="1756701"/>
                  </a:lnTo>
                  <a:lnTo>
                    <a:pt x="4231152" y="1756701"/>
                  </a:lnTo>
                  <a:lnTo>
                    <a:pt x="4230338" y="1756701"/>
                  </a:lnTo>
                  <a:lnTo>
                    <a:pt x="4229523" y="1756701"/>
                  </a:lnTo>
                  <a:lnTo>
                    <a:pt x="4228708" y="1756701"/>
                  </a:lnTo>
                  <a:lnTo>
                    <a:pt x="4227893" y="1756701"/>
                  </a:lnTo>
                  <a:lnTo>
                    <a:pt x="4227078" y="1756701"/>
                  </a:lnTo>
                  <a:lnTo>
                    <a:pt x="4226264" y="1756701"/>
                  </a:lnTo>
                  <a:lnTo>
                    <a:pt x="4225449" y="1756701"/>
                  </a:lnTo>
                  <a:lnTo>
                    <a:pt x="4224634" y="1756701"/>
                  </a:lnTo>
                  <a:lnTo>
                    <a:pt x="4223819" y="1756701"/>
                  </a:lnTo>
                  <a:lnTo>
                    <a:pt x="4223005" y="1756701"/>
                  </a:lnTo>
                  <a:lnTo>
                    <a:pt x="4222190" y="1756701"/>
                  </a:lnTo>
                  <a:lnTo>
                    <a:pt x="4221375" y="1756701"/>
                  </a:lnTo>
                  <a:lnTo>
                    <a:pt x="4220560" y="1756701"/>
                  </a:lnTo>
                  <a:lnTo>
                    <a:pt x="4219745" y="1756701"/>
                  </a:lnTo>
                  <a:lnTo>
                    <a:pt x="4218931" y="1756701"/>
                  </a:lnTo>
                  <a:lnTo>
                    <a:pt x="4218116" y="1756701"/>
                  </a:lnTo>
                  <a:lnTo>
                    <a:pt x="4217301" y="1756701"/>
                  </a:lnTo>
                  <a:lnTo>
                    <a:pt x="4216486" y="1756701"/>
                  </a:lnTo>
                  <a:lnTo>
                    <a:pt x="4215671" y="1756701"/>
                  </a:lnTo>
                  <a:lnTo>
                    <a:pt x="4214857" y="1756701"/>
                  </a:lnTo>
                  <a:lnTo>
                    <a:pt x="4214042" y="1756701"/>
                  </a:lnTo>
                  <a:lnTo>
                    <a:pt x="4213227" y="1756701"/>
                  </a:lnTo>
                  <a:lnTo>
                    <a:pt x="4212412" y="1756701"/>
                  </a:lnTo>
                  <a:lnTo>
                    <a:pt x="4211598" y="1756701"/>
                  </a:lnTo>
                  <a:lnTo>
                    <a:pt x="4210783" y="1756701"/>
                  </a:lnTo>
                  <a:lnTo>
                    <a:pt x="4209968" y="1756701"/>
                  </a:lnTo>
                  <a:lnTo>
                    <a:pt x="4209153" y="1756701"/>
                  </a:lnTo>
                  <a:lnTo>
                    <a:pt x="4208338" y="1756701"/>
                  </a:lnTo>
                  <a:lnTo>
                    <a:pt x="4207524" y="1756701"/>
                  </a:lnTo>
                  <a:lnTo>
                    <a:pt x="4206709" y="1756701"/>
                  </a:lnTo>
                  <a:lnTo>
                    <a:pt x="4205894" y="1756701"/>
                  </a:lnTo>
                  <a:lnTo>
                    <a:pt x="4205079" y="1756701"/>
                  </a:lnTo>
                  <a:lnTo>
                    <a:pt x="4204265" y="1756701"/>
                  </a:lnTo>
                  <a:lnTo>
                    <a:pt x="4203450" y="1756701"/>
                  </a:lnTo>
                  <a:lnTo>
                    <a:pt x="4202635" y="1756701"/>
                  </a:lnTo>
                  <a:lnTo>
                    <a:pt x="4201820" y="1756701"/>
                  </a:lnTo>
                  <a:lnTo>
                    <a:pt x="4201005" y="1756701"/>
                  </a:lnTo>
                  <a:lnTo>
                    <a:pt x="4200191" y="1756701"/>
                  </a:lnTo>
                  <a:lnTo>
                    <a:pt x="4199376" y="1756701"/>
                  </a:lnTo>
                  <a:lnTo>
                    <a:pt x="4198561" y="1756701"/>
                  </a:lnTo>
                  <a:lnTo>
                    <a:pt x="4197746" y="1756701"/>
                  </a:lnTo>
                  <a:lnTo>
                    <a:pt x="4196932" y="1756701"/>
                  </a:lnTo>
                  <a:lnTo>
                    <a:pt x="4196117" y="1756701"/>
                  </a:lnTo>
                  <a:lnTo>
                    <a:pt x="4195302" y="1756701"/>
                  </a:lnTo>
                  <a:lnTo>
                    <a:pt x="4194487" y="1756701"/>
                  </a:lnTo>
                  <a:lnTo>
                    <a:pt x="4193672" y="1756701"/>
                  </a:lnTo>
                  <a:lnTo>
                    <a:pt x="4192858" y="1756701"/>
                  </a:lnTo>
                  <a:lnTo>
                    <a:pt x="4192043" y="1756701"/>
                  </a:lnTo>
                  <a:lnTo>
                    <a:pt x="4191228" y="1756701"/>
                  </a:lnTo>
                  <a:lnTo>
                    <a:pt x="4190413" y="1756701"/>
                  </a:lnTo>
                  <a:lnTo>
                    <a:pt x="4189599" y="1756701"/>
                  </a:lnTo>
                  <a:lnTo>
                    <a:pt x="4188784" y="1756701"/>
                  </a:lnTo>
                  <a:lnTo>
                    <a:pt x="4187969" y="1756701"/>
                  </a:lnTo>
                  <a:lnTo>
                    <a:pt x="4187154" y="1756701"/>
                  </a:lnTo>
                  <a:lnTo>
                    <a:pt x="4186339" y="1756701"/>
                  </a:lnTo>
                  <a:lnTo>
                    <a:pt x="4185525" y="1756701"/>
                  </a:lnTo>
                  <a:lnTo>
                    <a:pt x="4184710" y="1756701"/>
                  </a:lnTo>
                  <a:lnTo>
                    <a:pt x="4183895" y="1756701"/>
                  </a:lnTo>
                  <a:lnTo>
                    <a:pt x="4183080" y="1756701"/>
                  </a:lnTo>
                  <a:lnTo>
                    <a:pt x="4182265" y="1756701"/>
                  </a:lnTo>
                  <a:lnTo>
                    <a:pt x="4181451" y="1756701"/>
                  </a:lnTo>
                  <a:lnTo>
                    <a:pt x="4180636" y="1756701"/>
                  </a:lnTo>
                  <a:lnTo>
                    <a:pt x="4179821" y="1756701"/>
                  </a:lnTo>
                  <a:lnTo>
                    <a:pt x="4179006" y="1756701"/>
                  </a:lnTo>
                  <a:lnTo>
                    <a:pt x="4178192" y="1756701"/>
                  </a:lnTo>
                  <a:lnTo>
                    <a:pt x="4177377" y="1756701"/>
                  </a:lnTo>
                  <a:lnTo>
                    <a:pt x="4176562" y="1756701"/>
                  </a:lnTo>
                  <a:lnTo>
                    <a:pt x="4175747" y="1756701"/>
                  </a:lnTo>
                  <a:lnTo>
                    <a:pt x="4174932" y="1756701"/>
                  </a:lnTo>
                  <a:lnTo>
                    <a:pt x="4174118" y="1756701"/>
                  </a:lnTo>
                  <a:lnTo>
                    <a:pt x="4173303" y="1756701"/>
                  </a:lnTo>
                  <a:lnTo>
                    <a:pt x="4172488" y="1756701"/>
                  </a:lnTo>
                  <a:lnTo>
                    <a:pt x="4171673" y="1756701"/>
                  </a:lnTo>
                  <a:lnTo>
                    <a:pt x="4170859" y="1756701"/>
                  </a:lnTo>
                  <a:lnTo>
                    <a:pt x="4170044" y="1756701"/>
                  </a:lnTo>
                  <a:lnTo>
                    <a:pt x="4169229" y="1756701"/>
                  </a:lnTo>
                  <a:lnTo>
                    <a:pt x="4168414" y="1756701"/>
                  </a:lnTo>
                  <a:lnTo>
                    <a:pt x="4167599" y="1756701"/>
                  </a:lnTo>
                  <a:lnTo>
                    <a:pt x="4166785" y="1756701"/>
                  </a:lnTo>
                  <a:lnTo>
                    <a:pt x="4165970" y="1756701"/>
                  </a:lnTo>
                  <a:lnTo>
                    <a:pt x="4165155" y="1756701"/>
                  </a:lnTo>
                  <a:lnTo>
                    <a:pt x="4164340" y="1756701"/>
                  </a:lnTo>
                  <a:lnTo>
                    <a:pt x="4163526" y="1756701"/>
                  </a:lnTo>
                  <a:lnTo>
                    <a:pt x="4162711" y="1756701"/>
                  </a:lnTo>
                  <a:lnTo>
                    <a:pt x="4161896" y="1756701"/>
                  </a:lnTo>
                  <a:lnTo>
                    <a:pt x="4161081" y="1756701"/>
                  </a:lnTo>
                  <a:lnTo>
                    <a:pt x="4160266" y="1756701"/>
                  </a:lnTo>
                  <a:lnTo>
                    <a:pt x="4159452" y="1756701"/>
                  </a:lnTo>
                  <a:lnTo>
                    <a:pt x="4158637" y="1756701"/>
                  </a:lnTo>
                  <a:lnTo>
                    <a:pt x="4157822" y="1756701"/>
                  </a:lnTo>
                  <a:lnTo>
                    <a:pt x="4157007" y="1756701"/>
                  </a:lnTo>
                  <a:lnTo>
                    <a:pt x="4156193" y="1756701"/>
                  </a:lnTo>
                  <a:lnTo>
                    <a:pt x="4155378" y="1756701"/>
                  </a:lnTo>
                  <a:lnTo>
                    <a:pt x="4154563" y="1756701"/>
                  </a:lnTo>
                  <a:lnTo>
                    <a:pt x="4153748" y="1756701"/>
                  </a:lnTo>
                  <a:lnTo>
                    <a:pt x="4152933" y="1756701"/>
                  </a:lnTo>
                  <a:lnTo>
                    <a:pt x="4152119" y="1756701"/>
                  </a:lnTo>
                  <a:lnTo>
                    <a:pt x="4151304" y="1756701"/>
                  </a:lnTo>
                  <a:lnTo>
                    <a:pt x="4150489" y="1756701"/>
                  </a:lnTo>
                  <a:lnTo>
                    <a:pt x="4149674" y="1756701"/>
                  </a:lnTo>
                  <a:lnTo>
                    <a:pt x="4148860" y="1756701"/>
                  </a:lnTo>
                  <a:lnTo>
                    <a:pt x="4148045" y="1756701"/>
                  </a:lnTo>
                  <a:lnTo>
                    <a:pt x="4147230" y="1756701"/>
                  </a:lnTo>
                  <a:lnTo>
                    <a:pt x="4146415" y="1756701"/>
                  </a:lnTo>
                  <a:lnTo>
                    <a:pt x="4145600" y="1756701"/>
                  </a:lnTo>
                  <a:lnTo>
                    <a:pt x="4144786" y="1756701"/>
                  </a:lnTo>
                  <a:lnTo>
                    <a:pt x="4143971" y="1756701"/>
                  </a:lnTo>
                  <a:lnTo>
                    <a:pt x="4143156" y="1756701"/>
                  </a:lnTo>
                  <a:lnTo>
                    <a:pt x="4142341" y="1756701"/>
                  </a:lnTo>
                  <a:lnTo>
                    <a:pt x="4141526" y="1756701"/>
                  </a:lnTo>
                  <a:lnTo>
                    <a:pt x="4140712" y="1756701"/>
                  </a:lnTo>
                  <a:lnTo>
                    <a:pt x="4139897" y="1756701"/>
                  </a:lnTo>
                  <a:lnTo>
                    <a:pt x="4139082" y="1756701"/>
                  </a:lnTo>
                  <a:lnTo>
                    <a:pt x="4138267" y="1756701"/>
                  </a:lnTo>
                  <a:lnTo>
                    <a:pt x="4137453" y="1756701"/>
                  </a:lnTo>
                  <a:lnTo>
                    <a:pt x="4136638" y="1756701"/>
                  </a:lnTo>
                  <a:lnTo>
                    <a:pt x="4135823" y="1756701"/>
                  </a:lnTo>
                  <a:lnTo>
                    <a:pt x="4135008" y="1756701"/>
                  </a:lnTo>
                  <a:lnTo>
                    <a:pt x="4134193" y="1756701"/>
                  </a:lnTo>
                  <a:lnTo>
                    <a:pt x="4133379" y="1756701"/>
                  </a:lnTo>
                  <a:lnTo>
                    <a:pt x="4132564" y="1756701"/>
                  </a:lnTo>
                  <a:lnTo>
                    <a:pt x="4131749" y="1756701"/>
                  </a:lnTo>
                  <a:lnTo>
                    <a:pt x="4130934" y="1756701"/>
                  </a:lnTo>
                  <a:lnTo>
                    <a:pt x="4130120" y="1756701"/>
                  </a:lnTo>
                  <a:lnTo>
                    <a:pt x="4129305" y="1756701"/>
                  </a:lnTo>
                  <a:lnTo>
                    <a:pt x="4128490" y="1756701"/>
                  </a:lnTo>
                  <a:lnTo>
                    <a:pt x="4127675" y="1756701"/>
                  </a:lnTo>
                  <a:lnTo>
                    <a:pt x="4126860" y="1756701"/>
                  </a:lnTo>
                  <a:lnTo>
                    <a:pt x="4126046" y="1756701"/>
                  </a:lnTo>
                  <a:lnTo>
                    <a:pt x="4125231" y="1756701"/>
                  </a:lnTo>
                  <a:lnTo>
                    <a:pt x="4124416" y="1756701"/>
                  </a:lnTo>
                  <a:lnTo>
                    <a:pt x="4123601" y="1756701"/>
                  </a:lnTo>
                  <a:lnTo>
                    <a:pt x="4122787" y="1756701"/>
                  </a:lnTo>
                  <a:lnTo>
                    <a:pt x="4121972" y="1756701"/>
                  </a:lnTo>
                  <a:lnTo>
                    <a:pt x="4121157" y="1756701"/>
                  </a:lnTo>
                  <a:lnTo>
                    <a:pt x="4120342" y="1756701"/>
                  </a:lnTo>
                  <a:lnTo>
                    <a:pt x="4119527" y="1756701"/>
                  </a:lnTo>
                  <a:lnTo>
                    <a:pt x="4118713" y="1756701"/>
                  </a:lnTo>
                  <a:lnTo>
                    <a:pt x="4117898" y="1756701"/>
                  </a:lnTo>
                  <a:lnTo>
                    <a:pt x="4117083" y="1756701"/>
                  </a:lnTo>
                  <a:lnTo>
                    <a:pt x="4116268" y="1756701"/>
                  </a:lnTo>
                  <a:lnTo>
                    <a:pt x="4115454" y="1756701"/>
                  </a:lnTo>
                  <a:lnTo>
                    <a:pt x="4114639" y="1756701"/>
                  </a:lnTo>
                  <a:lnTo>
                    <a:pt x="4113824" y="1756701"/>
                  </a:lnTo>
                  <a:lnTo>
                    <a:pt x="4113009" y="1756701"/>
                  </a:lnTo>
                  <a:lnTo>
                    <a:pt x="4112194" y="1756701"/>
                  </a:lnTo>
                  <a:lnTo>
                    <a:pt x="4111380" y="1756701"/>
                  </a:lnTo>
                  <a:lnTo>
                    <a:pt x="4110565" y="1756701"/>
                  </a:lnTo>
                  <a:lnTo>
                    <a:pt x="4109750" y="1756701"/>
                  </a:lnTo>
                  <a:lnTo>
                    <a:pt x="4108935" y="1756701"/>
                  </a:lnTo>
                  <a:lnTo>
                    <a:pt x="4108121" y="1756701"/>
                  </a:lnTo>
                  <a:lnTo>
                    <a:pt x="4107306" y="1756701"/>
                  </a:lnTo>
                  <a:lnTo>
                    <a:pt x="4106491" y="1756701"/>
                  </a:lnTo>
                  <a:lnTo>
                    <a:pt x="4105676" y="1756701"/>
                  </a:lnTo>
                  <a:lnTo>
                    <a:pt x="4104861" y="1756701"/>
                  </a:lnTo>
                  <a:lnTo>
                    <a:pt x="4104047" y="1756701"/>
                  </a:lnTo>
                  <a:lnTo>
                    <a:pt x="4103232" y="1756701"/>
                  </a:lnTo>
                  <a:lnTo>
                    <a:pt x="4102417" y="1756701"/>
                  </a:lnTo>
                  <a:lnTo>
                    <a:pt x="4101602" y="1756701"/>
                  </a:lnTo>
                  <a:lnTo>
                    <a:pt x="4100787" y="1756701"/>
                  </a:lnTo>
                  <a:lnTo>
                    <a:pt x="4099973" y="1756701"/>
                  </a:lnTo>
                  <a:lnTo>
                    <a:pt x="4099158" y="1756701"/>
                  </a:lnTo>
                  <a:lnTo>
                    <a:pt x="4098343" y="1756701"/>
                  </a:lnTo>
                  <a:lnTo>
                    <a:pt x="4097528" y="1756701"/>
                  </a:lnTo>
                  <a:lnTo>
                    <a:pt x="4096714" y="1756701"/>
                  </a:lnTo>
                  <a:lnTo>
                    <a:pt x="4095899" y="1756701"/>
                  </a:lnTo>
                  <a:lnTo>
                    <a:pt x="4095084" y="1756701"/>
                  </a:lnTo>
                  <a:lnTo>
                    <a:pt x="4094269" y="1756701"/>
                  </a:lnTo>
                  <a:lnTo>
                    <a:pt x="4093454" y="1756701"/>
                  </a:lnTo>
                  <a:lnTo>
                    <a:pt x="4092640" y="1756701"/>
                  </a:lnTo>
                  <a:lnTo>
                    <a:pt x="4091825" y="1756701"/>
                  </a:lnTo>
                  <a:lnTo>
                    <a:pt x="4091010" y="1756701"/>
                  </a:lnTo>
                  <a:lnTo>
                    <a:pt x="4090195" y="1756701"/>
                  </a:lnTo>
                  <a:lnTo>
                    <a:pt x="4089381" y="1756701"/>
                  </a:lnTo>
                  <a:lnTo>
                    <a:pt x="4088566" y="1756701"/>
                  </a:lnTo>
                  <a:lnTo>
                    <a:pt x="4087751" y="1756701"/>
                  </a:lnTo>
                  <a:lnTo>
                    <a:pt x="4086936" y="1756701"/>
                  </a:lnTo>
                  <a:lnTo>
                    <a:pt x="4086121" y="1756701"/>
                  </a:lnTo>
                  <a:lnTo>
                    <a:pt x="4085307" y="1756701"/>
                  </a:lnTo>
                  <a:lnTo>
                    <a:pt x="4084492" y="1756701"/>
                  </a:lnTo>
                  <a:lnTo>
                    <a:pt x="4083677" y="1756701"/>
                  </a:lnTo>
                  <a:lnTo>
                    <a:pt x="4082862" y="1756701"/>
                  </a:lnTo>
                  <a:lnTo>
                    <a:pt x="4082048" y="1756701"/>
                  </a:lnTo>
                  <a:lnTo>
                    <a:pt x="4081233" y="1756701"/>
                  </a:lnTo>
                  <a:lnTo>
                    <a:pt x="4080418" y="1756701"/>
                  </a:lnTo>
                  <a:lnTo>
                    <a:pt x="4079603" y="1756701"/>
                  </a:lnTo>
                  <a:lnTo>
                    <a:pt x="4078788" y="1756701"/>
                  </a:lnTo>
                  <a:lnTo>
                    <a:pt x="4077974" y="1756701"/>
                  </a:lnTo>
                  <a:lnTo>
                    <a:pt x="4077159" y="1756701"/>
                  </a:lnTo>
                  <a:lnTo>
                    <a:pt x="4076344" y="1756701"/>
                  </a:lnTo>
                  <a:lnTo>
                    <a:pt x="4075529" y="1756701"/>
                  </a:lnTo>
                  <a:lnTo>
                    <a:pt x="4074715" y="1756701"/>
                  </a:lnTo>
                  <a:lnTo>
                    <a:pt x="4073900" y="1756701"/>
                  </a:lnTo>
                  <a:lnTo>
                    <a:pt x="4073085" y="1756701"/>
                  </a:lnTo>
                  <a:lnTo>
                    <a:pt x="4072270" y="1756701"/>
                  </a:lnTo>
                  <a:lnTo>
                    <a:pt x="4071455" y="1756701"/>
                  </a:lnTo>
                  <a:lnTo>
                    <a:pt x="4070641" y="1756701"/>
                  </a:lnTo>
                  <a:lnTo>
                    <a:pt x="4069826" y="1756701"/>
                  </a:lnTo>
                  <a:lnTo>
                    <a:pt x="4069011" y="1756701"/>
                  </a:lnTo>
                  <a:lnTo>
                    <a:pt x="4068196" y="1756701"/>
                  </a:lnTo>
                  <a:lnTo>
                    <a:pt x="4067382" y="1756701"/>
                  </a:lnTo>
                  <a:lnTo>
                    <a:pt x="4066567" y="1756701"/>
                  </a:lnTo>
                  <a:lnTo>
                    <a:pt x="4065752" y="1756701"/>
                  </a:lnTo>
                  <a:lnTo>
                    <a:pt x="4064937" y="1756701"/>
                  </a:lnTo>
                  <a:lnTo>
                    <a:pt x="4064122" y="1756701"/>
                  </a:lnTo>
                  <a:lnTo>
                    <a:pt x="4063308" y="1756701"/>
                  </a:lnTo>
                  <a:lnTo>
                    <a:pt x="4062493" y="1756701"/>
                  </a:lnTo>
                  <a:lnTo>
                    <a:pt x="4061678" y="1756701"/>
                  </a:lnTo>
                  <a:lnTo>
                    <a:pt x="4060863" y="1756701"/>
                  </a:lnTo>
                  <a:lnTo>
                    <a:pt x="4060048" y="1756701"/>
                  </a:lnTo>
                  <a:lnTo>
                    <a:pt x="4059234" y="1756701"/>
                  </a:lnTo>
                  <a:lnTo>
                    <a:pt x="4058419" y="1756701"/>
                  </a:lnTo>
                  <a:lnTo>
                    <a:pt x="4057604" y="1756701"/>
                  </a:lnTo>
                  <a:lnTo>
                    <a:pt x="4056789" y="1756701"/>
                  </a:lnTo>
                  <a:lnTo>
                    <a:pt x="4055975" y="1756701"/>
                  </a:lnTo>
                  <a:lnTo>
                    <a:pt x="4055160" y="1756701"/>
                  </a:lnTo>
                  <a:lnTo>
                    <a:pt x="4054345" y="1756701"/>
                  </a:lnTo>
                  <a:lnTo>
                    <a:pt x="4053530" y="1756701"/>
                  </a:lnTo>
                  <a:lnTo>
                    <a:pt x="4052715" y="1756701"/>
                  </a:lnTo>
                  <a:lnTo>
                    <a:pt x="4051901" y="1756701"/>
                  </a:lnTo>
                  <a:lnTo>
                    <a:pt x="4051086" y="1756701"/>
                  </a:lnTo>
                  <a:lnTo>
                    <a:pt x="4050271" y="1756701"/>
                  </a:lnTo>
                  <a:lnTo>
                    <a:pt x="4049456" y="1756701"/>
                  </a:lnTo>
                  <a:lnTo>
                    <a:pt x="4048642" y="1756701"/>
                  </a:lnTo>
                  <a:lnTo>
                    <a:pt x="4047827" y="1756701"/>
                  </a:lnTo>
                  <a:lnTo>
                    <a:pt x="4047012" y="1756701"/>
                  </a:lnTo>
                  <a:lnTo>
                    <a:pt x="4046197" y="1756701"/>
                  </a:lnTo>
                  <a:lnTo>
                    <a:pt x="4045382" y="1756701"/>
                  </a:lnTo>
                  <a:lnTo>
                    <a:pt x="4044568" y="1756701"/>
                  </a:lnTo>
                  <a:lnTo>
                    <a:pt x="4043753" y="1756701"/>
                  </a:lnTo>
                  <a:lnTo>
                    <a:pt x="4042938" y="1756701"/>
                  </a:lnTo>
                  <a:lnTo>
                    <a:pt x="4042123" y="1756701"/>
                  </a:lnTo>
                  <a:lnTo>
                    <a:pt x="4041309" y="1756701"/>
                  </a:lnTo>
                  <a:lnTo>
                    <a:pt x="4040494" y="1756701"/>
                  </a:lnTo>
                  <a:lnTo>
                    <a:pt x="4039679" y="1756701"/>
                  </a:lnTo>
                  <a:lnTo>
                    <a:pt x="4038864" y="1756701"/>
                  </a:lnTo>
                  <a:lnTo>
                    <a:pt x="4038049" y="1756701"/>
                  </a:lnTo>
                  <a:lnTo>
                    <a:pt x="4037235" y="1756701"/>
                  </a:lnTo>
                  <a:lnTo>
                    <a:pt x="4036420" y="1756701"/>
                  </a:lnTo>
                  <a:lnTo>
                    <a:pt x="4035605" y="1756701"/>
                  </a:lnTo>
                  <a:lnTo>
                    <a:pt x="4034790" y="1756701"/>
                  </a:lnTo>
                  <a:lnTo>
                    <a:pt x="4033976" y="1756701"/>
                  </a:lnTo>
                  <a:lnTo>
                    <a:pt x="4033161" y="1756701"/>
                  </a:lnTo>
                  <a:lnTo>
                    <a:pt x="4032346" y="1756701"/>
                  </a:lnTo>
                  <a:lnTo>
                    <a:pt x="4031531" y="1756701"/>
                  </a:lnTo>
                  <a:lnTo>
                    <a:pt x="4030716" y="1756701"/>
                  </a:lnTo>
                  <a:lnTo>
                    <a:pt x="4029902" y="1756701"/>
                  </a:lnTo>
                  <a:lnTo>
                    <a:pt x="4029087" y="1756701"/>
                  </a:lnTo>
                  <a:lnTo>
                    <a:pt x="4028272" y="1756701"/>
                  </a:lnTo>
                  <a:lnTo>
                    <a:pt x="4027457" y="1756701"/>
                  </a:lnTo>
                  <a:lnTo>
                    <a:pt x="4026643" y="1756701"/>
                  </a:lnTo>
                  <a:lnTo>
                    <a:pt x="4025828" y="1756701"/>
                  </a:lnTo>
                  <a:lnTo>
                    <a:pt x="4025013" y="1756701"/>
                  </a:lnTo>
                  <a:lnTo>
                    <a:pt x="4024198" y="1756701"/>
                  </a:lnTo>
                  <a:lnTo>
                    <a:pt x="4023383" y="1756701"/>
                  </a:lnTo>
                  <a:lnTo>
                    <a:pt x="4022569" y="1756701"/>
                  </a:lnTo>
                  <a:lnTo>
                    <a:pt x="4021754" y="1756701"/>
                  </a:lnTo>
                  <a:lnTo>
                    <a:pt x="4020939" y="1756701"/>
                  </a:lnTo>
                  <a:lnTo>
                    <a:pt x="4020124" y="1756701"/>
                  </a:lnTo>
                  <a:lnTo>
                    <a:pt x="4019309" y="1756701"/>
                  </a:lnTo>
                  <a:lnTo>
                    <a:pt x="4018495" y="1756701"/>
                  </a:lnTo>
                  <a:lnTo>
                    <a:pt x="4017680" y="1756701"/>
                  </a:lnTo>
                  <a:lnTo>
                    <a:pt x="4016865" y="1756701"/>
                  </a:lnTo>
                  <a:lnTo>
                    <a:pt x="4016050" y="1756701"/>
                  </a:lnTo>
                  <a:lnTo>
                    <a:pt x="4015236" y="1756701"/>
                  </a:lnTo>
                  <a:lnTo>
                    <a:pt x="4014421" y="1756701"/>
                  </a:lnTo>
                  <a:lnTo>
                    <a:pt x="4013606" y="1756701"/>
                  </a:lnTo>
                  <a:lnTo>
                    <a:pt x="4012791" y="1756701"/>
                  </a:lnTo>
                  <a:lnTo>
                    <a:pt x="4011976" y="1756701"/>
                  </a:lnTo>
                  <a:lnTo>
                    <a:pt x="4011162" y="1756701"/>
                  </a:lnTo>
                  <a:lnTo>
                    <a:pt x="4010347" y="1756701"/>
                  </a:lnTo>
                  <a:lnTo>
                    <a:pt x="4009532" y="1756701"/>
                  </a:lnTo>
                  <a:lnTo>
                    <a:pt x="4008717" y="1756701"/>
                  </a:lnTo>
                  <a:lnTo>
                    <a:pt x="4007903" y="1756701"/>
                  </a:lnTo>
                  <a:lnTo>
                    <a:pt x="4007088" y="1756701"/>
                  </a:lnTo>
                  <a:lnTo>
                    <a:pt x="4006273" y="1756701"/>
                  </a:lnTo>
                  <a:lnTo>
                    <a:pt x="4005458" y="1756701"/>
                  </a:lnTo>
                  <a:lnTo>
                    <a:pt x="4004643" y="1756701"/>
                  </a:lnTo>
                  <a:lnTo>
                    <a:pt x="4003829" y="1756701"/>
                  </a:lnTo>
                  <a:lnTo>
                    <a:pt x="4003014" y="1756701"/>
                  </a:lnTo>
                  <a:lnTo>
                    <a:pt x="4002199" y="1756701"/>
                  </a:lnTo>
                  <a:lnTo>
                    <a:pt x="4001384" y="1756701"/>
                  </a:lnTo>
                  <a:lnTo>
                    <a:pt x="4000570" y="1756701"/>
                  </a:lnTo>
                  <a:lnTo>
                    <a:pt x="3999755" y="1756701"/>
                  </a:lnTo>
                  <a:lnTo>
                    <a:pt x="3998940" y="1756701"/>
                  </a:lnTo>
                  <a:lnTo>
                    <a:pt x="3998125" y="1756701"/>
                  </a:lnTo>
                  <a:lnTo>
                    <a:pt x="3997310" y="1756701"/>
                  </a:lnTo>
                  <a:lnTo>
                    <a:pt x="3996496" y="1756701"/>
                  </a:lnTo>
                  <a:lnTo>
                    <a:pt x="3995681" y="1756701"/>
                  </a:lnTo>
                  <a:lnTo>
                    <a:pt x="3994866" y="1756701"/>
                  </a:lnTo>
                  <a:lnTo>
                    <a:pt x="3994051" y="1756701"/>
                  </a:lnTo>
                  <a:lnTo>
                    <a:pt x="3993237" y="1756701"/>
                  </a:lnTo>
                  <a:lnTo>
                    <a:pt x="3992422" y="1756701"/>
                  </a:lnTo>
                  <a:lnTo>
                    <a:pt x="3991607" y="1756701"/>
                  </a:lnTo>
                  <a:lnTo>
                    <a:pt x="3990792" y="1756701"/>
                  </a:lnTo>
                  <a:lnTo>
                    <a:pt x="3989977" y="1756701"/>
                  </a:lnTo>
                  <a:lnTo>
                    <a:pt x="3989163" y="1756701"/>
                  </a:lnTo>
                  <a:lnTo>
                    <a:pt x="3988348" y="1756701"/>
                  </a:lnTo>
                  <a:lnTo>
                    <a:pt x="3987533" y="1756701"/>
                  </a:lnTo>
                  <a:lnTo>
                    <a:pt x="3986718" y="1756701"/>
                  </a:lnTo>
                  <a:lnTo>
                    <a:pt x="3985904" y="1756701"/>
                  </a:lnTo>
                  <a:lnTo>
                    <a:pt x="3985089" y="1756701"/>
                  </a:lnTo>
                  <a:lnTo>
                    <a:pt x="3984274" y="1756701"/>
                  </a:lnTo>
                  <a:lnTo>
                    <a:pt x="3983459" y="1756701"/>
                  </a:lnTo>
                  <a:lnTo>
                    <a:pt x="3982644" y="1756701"/>
                  </a:lnTo>
                  <a:lnTo>
                    <a:pt x="3981830" y="1756701"/>
                  </a:lnTo>
                  <a:lnTo>
                    <a:pt x="3981015" y="1756701"/>
                  </a:lnTo>
                  <a:lnTo>
                    <a:pt x="3980200" y="1756701"/>
                  </a:lnTo>
                  <a:lnTo>
                    <a:pt x="3979385" y="1756701"/>
                  </a:lnTo>
                  <a:lnTo>
                    <a:pt x="3978570" y="1756701"/>
                  </a:lnTo>
                  <a:lnTo>
                    <a:pt x="3977756" y="1756701"/>
                  </a:lnTo>
                  <a:lnTo>
                    <a:pt x="3976941" y="1756701"/>
                  </a:lnTo>
                  <a:lnTo>
                    <a:pt x="3976126" y="1756701"/>
                  </a:lnTo>
                  <a:lnTo>
                    <a:pt x="3975311" y="1756701"/>
                  </a:lnTo>
                  <a:lnTo>
                    <a:pt x="3974497" y="1756701"/>
                  </a:lnTo>
                  <a:lnTo>
                    <a:pt x="3973682" y="1756701"/>
                  </a:lnTo>
                  <a:lnTo>
                    <a:pt x="3972867" y="1756701"/>
                  </a:lnTo>
                  <a:lnTo>
                    <a:pt x="3972052" y="1756701"/>
                  </a:lnTo>
                  <a:lnTo>
                    <a:pt x="3971237" y="1756701"/>
                  </a:lnTo>
                  <a:lnTo>
                    <a:pt x="3970423" y="1756701"/>
                  </a:lnTo>
                  <a:lnTo>
                    <a:pt x="3969608" y="1756701"/>
                  </a:lnTo>
                  <a:lnTo>
                    <a:pt x="3968793" y="1756701"/>
                  </a:lnTo>
                  <a:lnTo>
                    <a:pt x="3967978" y="1756701"/>
                  </a:lnTo>
                  <a:lnTo>
                    <a:pt x="3967164" y="1756701"/>
                  </a:lnTo>
                  <a:lnTo>
                    <a:pt x="3966349" y="1756701"/>
                  </a:lnTo>
                  <a:lnTo>
                    <a:pt x="3965534" y="1756701"/>
                  </a:lnTo>
                  <a:lnTo>
                    <a:pt x="3964719" y="1756701"/>
                  </a:lnTo>
                  <a:lnTo>
                    <a:pt x="3963904" y="1756701"/>
                  </a:lnTo>
                  <a:lnTo>
                    <a:pt x="3963090" y="1756701"/>
                  </a:lnTo>
                  <a:lnTo>
                    <a:pt x="3962275" y="1756701"/>
                  </a:lnTo>
                  <a:lnTo>
                    <a:pt x="3961460" y="1756701"/>
                  </a:lnTo>
                  <a:lnTo>
                    <a:pt x="3960645" y="1756701"/>
                  </a:lnTo>
                  <a:lnTo>
                    <a:pt x="3959831" y="1756701"/>
                  </a:lnTo>
                  <a:lnTo>
                    <a:pt x="3959016" y="1756701"/>
                  </a:lnTo>
                  <a:lnTo>
                    <a:pt x="3958201" y="1756701"/>
                  </a:lnTo>
                  <a:lnTo>
                    <a:pt x="3957386" y="1756701"/>
                  </a:lnTo>
                  <a:lnTo>
                    <a:pt x="3956571" y="1756701"/>
                  </a:lnTo>
                  <a:lnTo>
                    <a:pt x="3955757" y="1756701"/>
                  </a:lnTo>
                  <a:lnTo>
                    <a:pt x="3954942" y="1756701"/>
                  </a:lnTo>
                  <a:lnTo>
                    <a:pt x="3954127" y="1756701"/>
                  </a:lnTo>
                  <a:lnTo>
                    <a:pt x="3953312" y="1756701"/>
                  </a:lnTo>
                  <a:lnTo>
                    <a:pt x="3952498" y="1756701"/>
                  </a:lnTo>
                  <a:lnTo>
                    <a:pt x="3951683" y="1756701"/>
                  </a:lnTo>
                  <a:lnTo>
                    <a:pt x="3950868" y="1756701"/>
                  </a:lnTo>
                  <a:lnTo>
                    <a:pt x="3950053" y="1756701"/>
                  </a:lnTo>
                  <a:lnTo>
                    <a:pt x="3949238" y="1756701"/>
                  </a:lnTo>
                  <a:lnTo>
                    <a:pt x="3948424" y="1756701"/>
                  </a:lnTo>
                  <a:lnTo>
                    <a:pt x="3947609" y="1756701"/>
                  </a:lnTo>
                  <a:lnTo>
                    <a:pt x="3946794" y="1756701"/>
                  </a:lnTo>
                  <a:lnTo>
                    <a:pt x="3945979" y="1756701"/>
                  </a:lnTo>
                  <a:lnTo>
                    <a:pt x="3945165" y="1756701"/>
                  </a:lnTo>
                  <a:lnTo>
                    <a:pt x="3944350" y="1756701"/>
                  </a:lnTo>
                  <a:lnTo>
                    <a:pt x="3943535" y="1756701"/>
                  </a:lnTo>
                  <a:lnTo>
                    <a:pt x="3942720" y="1756701"/>
                  </a:lnTo>
                  <a:lnTo>
                    <a:pt x="3941905" y="1756701"/>
                  </a:lnTo>
                  <a:lnTo>
                    <a:pt x="3941091" y="1756701"/>
                  </a:lnTo>
                  <a:lnTo>
                    <a:pt x="3940276" y="1756701"/>
                  </a:lnTo>
                  <a:lnTo>
                    <a:pt x="3939461" y="1756701"/>
                  </a:lnTo>
                  <a:lnTo>
                    <a:pt x="3938646" y="1756701"/>
                  </a:lnTo>
                  <a:lnTo>
                    <a:pt x="3937831" y="1756701"/>
                  </a:lnTo>
                  <a:lnTo>
                    <a:pt x="3937017" y="1756701"/>
                  </a:lnTo>
                  <a:lnTo>
                    <a:pt x="3936202" y="1756701"/>
                  </a:lnTo>
                  <a:lnTo>
                    <a:pt x="3935387" y="1756701"/>
                  </a:lnTo>
                  <a:lnTo>
                    <a:pt x="3934572" y="1756701"/>
                  </a:lnTo>
                  <a:lnTo>
                    <a:pt x="3933758" y="1756701"/>
                  </a:lnTo>
                  <a:lnTo>
                    <a:pt x="3932943" y="1756701"/>
                  </a:lnTo>
                  <a:lnTo>
                    <a:pt x="3932128" y="1756701"/>
                  </a:lnTo>
                  <a:lnTo>
                    <a:pt x="3931313" y="1756701"/>
                  </a:lnTo>
                  <a:lnTo>
                    <a:pt x="3930498" y="1756701"/>
                  </a:lnTo>
                  <a:lnTo>
                    <a:pt x="3929684" y="1756701"/>
                  </a:lnTo>
                  <a:lnTo>
                    <a:pt x="3928869" y="1756701"/>
                  </a:lnTo>
                  <a:lnTo>
                    <a:pt x="3928054" y="1756701"/>
                  </a:lnTo>
                  <a:lnTo>
                    <a:pt x="3927239" y="1756701"/>
                  </a:lnTo>
                  <a:lnTo>
                    <a:pt x="3926425" y="1756701"/>
                  </a:lnTo>
                  <a:lnTo>
                    <a:pt x="3925610" y="1756701"/>
                  </a:lnTo>
                  <a:lnTo>
                    <a:pt x="3924795" y="1756701"/>
                  </a:lnTo>
                  <a:lnTo>
                    <a:pt x="3923980" y="1756701"/>
                  </a:lnTo>
                  <a:lnTo>
                    <a:pt x="3923165" y="1756701"/>
                  </a:lnTo>
                  <a:lnTo>
                    <a:pt x="3922351" y="1756701"/>
                  </a:lnTo>
                  <a:lnTo>
                    <a:pt x="3921536" y="1756701"/>
                  </a:lnTo>
                  <a:lnTo>
                    <a:pt x="3920721" y="1756701"/>
                  </a:lnTo>
                  <a:lnTo>
                    <a:pt x="3919906" y="1756701"/>
                  </a:lnTo>
                  <a:lnTo>
                    <a:pt x="3919092" y="1756701"/>
                  </a:lnTo>
                  <a:lnTo>
                    <a:pt x="3918277" y="1756701"/>
                  </a:lnTo>
                  <a:lnTo>
                    <a:pt x="3917462" y="1756701"/>
                  </a:lnTo>
                  <a:lnTo>
                    <a:pt x="3916647" y="1756701"/>
                  </a:lnTo>
                  <a:lnTo>
                    <a:pt x="3915832" y="1756701"/>
                  </a:lnTo>
                  <a:lnTo>
                    <a:pt x="3915018" y="1756701"/>
                  </a:lnTo>
                  <a:lnTo>
                    <a:pt x="3914203" y="1756701"/>
                  </a:lnTo>
                  <a:lnTo>
                    <a:pt x="3913388" y="1756701"/>
                  </a:lnTo>
                  <a:lnTo>
                    <a:pt x="3912573" y="1756701"/>
                  </a:lnTo>
                  <a:lnTo>
                    <a:pt x="3911759" y="1756701"/>
                  </a:lnTo>
                  <a:lnTo>
                    <a:pt x="3910944" y="1756701"/>
                  </a:lnTo>
                  <a:lnTo>
                    <a:pt x="3910129" y="1756701"/>
                  </a:lnTo>
                  <a:lnTo>
                    <a:pt x="3909314" y="1756701"/>
                  </a:lnTo>
                  <a:lnTo>
                    <a:pt x="3908499" y="1756701"/>
                  </a:lnTo>
                  <a:lnTo>
                    <a:pt x="3907685" y="1756701"/>
                  </a:lnTo>
                  <a:lnTo>
                    <a:pt x="3906870" y="1756701"/>
                  </a:lnTo>
                  <a:lnTo>
                    <a:pt x="3906055" y="1756701"/>
                  </a:lnTo>
                  <a:lnTo>
                    <a:pt x="3905240" y="1756701"/>
                  </a:lnTo>
                  <a:lnTo>
                    <a:pt x="3904426" y="1756701"/>
                  </a:lnTo>
                  <a:lnTo>
                    <a:pt x="3903611" y="1756701"/>
                  </a:lnTo>
                  <a:lnTo>
                    <a:pt x="3902796" y="1756701"/>
                  </a:lnTo>
                  <a:lnTo>
                    <a:pt x="3901981" y="1756701"/>
                  </a:lnTo>
                  <a:lnTo>
                    <a:pt x="3901166" y="1756701"/>
                  </a:lnTo>
                  <a:lnTo>
                    <a:pt x="3900352" y="1756701"/>
                  </a:lnTo>
                  <a:lnTo>
                    <a:pt x="3899537" y="1756701"/>
                  </a:lnTo>
                  <a:lnTo>
                    <a:pt x="3898722" y="1756701"/>
                  </a:lnTo>
                  <a:lnTo>
                    <a:pt x="3897907" y="1756701"/>
                  </a:lnTo>
                  <a:lnTo>
                    <a:pt x="3897092" y="1756701"/>
                  </a:lnTo>
                  <a:lnTo>
                    <a:pt x="3896278" y="1756701"/>
                  </a:lnTo>
                  <a:lnTo>
                    <a:pt x="3895463" y="1756701"/>
                  </a:lnTo>
                  <a:lnTo>
                    <a:pt x="3894648" y="1756701"/>
                  </a:lnTo>
                  <a:lnTo>
                    <a:pt x="3893833" y="1756701"/>
                  </a:lnTo>
                  <a:lnTo>
                    <a:pt x="3893019" y="1756701"/>
                  </a:lnTo>
                  <a:lnTo>
                    <a:pt x="3892204" y="1756701"/>
                  </a:lnTo>
                  <a:lnTo>
                    <a:pt x="3891389" y="1756701"/>
                  </a:lnTo>
                  <a:lnTo>
                    <a:pt x="3890574" y="1756701"/>
                  </a:lnTo>
                  <a:lnTo>
                    <a:pt x="3889759" y="1756701"/>
                  </a:lnTo>
                  <a:lnTo>
                    <a:pt x="3888945" y="1756701"/>
                  </a:lnTo>
                  <a:lnTo>
                    <a:pt x="3888130" y="1756701"/>
                  </a:lnTo>
                  <a:lnTo>
                    <a:pt x="3887315" y="1756701"/>
                  </a:lnTo>
                  <a:lnTo>
                    <a:pt x="3886500" y="1756701"/>
                  </a:lnTo>
                  <a:lnTo>
                    <a:pt x="3885686" y="1756701"/>
                  </a:lnTo>
                  <a:lnTo>
                    <a:pt x="3884871" y="1756701"/>
                  </a:lnTo>
                  <a:lnTo>
                    <a:pt x="3884056" y="1756701"/>
                  </a:lnTo>
                  <a:lnTo>
                    <a:pt x="3883241" y="1756701"/>
                  </a:lnTo>
                  <a:lnTo>
                    <a:pt x="3882426" y="1756701"/>
                  </a:lnTo>
                  <a:lnTo>
                    <a:pt x="3881612" y="1756701"/>
                  </a:lnTo>
                  <a:lnTo>
                    <a:pt x="3880797" y="1756701"/>
                  </a:lnTo>
                  <a:lnTo>
                    <a:pt x="3879982" y="1756701"/>
                  </a:lnTo>
                  <a:lnTo>
                    <a:pt x="3879167" y="1756701"/>
                  </a:lnTo>
                  <a:lnTo>
                    <a:pt x="3878353" y="1756701"/>
                  </a:lnTo>
                  <a:lnTo>
                    <a:pt x="3877538" y="1756701"/>
                  </a:lnTo>
                  <a:lnTo>
                    <a:pt x="3876723" y="1756701"/>
                  </a:lnTo>
                  <a:lnTo>
                    <a:pt x="3875908" y="1756701"/>
                  </a:lnTo>
                  <a:lnTo>
                    <a:pt x="3875093" y="1756701"/>
                  </a:lnTo>
                  <a:lnTo>
                    <a:pt x="3874279" y="1756701"/>
                  </a:lnTo>
                  <a:lnTo>
                    <a:pt x="3873464" y="1756701"/>
                  </a:lnTo>
                  <a:lnTo>
                    <a:pt x="3872649" y="1756701"/>
                  </a:lnTo>
                  <a:lnTo>
                    <a:pt x="3871834" y="1756701"/>
                  </a:lnTo>
                  <a:lnTo>
                    <a:pt x="3871020" y="1756701"/>
                  </a:lnTo>
                  <a:lnTo>
                    <a:pt x="3870205" y="1756701"/>
                  </a:lnTo>
                  <a:lnTo>
                    <a:pt x="3869390" y="1756701"/>
                  </a:lnTo>
                  <a:lnTo>
                    <a:pt x="3868575" y="1756701"/>
                  </a:lnTo>
                  <a:lnTo>
                    <a:pt x="3867760" y="1756701"/>
                  </a:lnTo>
                  <a:lnTo>
                    <a:pt x="3866946" y="1756701"/>
                  </a:lnTo>
                  <a:lnTo>
                    <a:pt x="3866131" y="1756701"/>
                  </a:lnTo>
                  <a:lnTo>
                    <a:pt x="3865316" y="1756701"/>
                  </a:lnTo>
                  <a:lnTo>
                    <a:pt x="3864501" y="1756701"/>
                  </a:lnTo>
                  <a:lnTo>
                    <a:pt x="3863686" y="1756701"/>
                  </a:lnTo>
                  <a:lnTo>
                    <a:pt x="3862872" y="1756701"/>
                  </a:lnTo>
                  <a:lnTo>
                    <a:pt x="3862057" y="1756701"/>
                  </a:lnTo>
                  <a:lnTo>
                    <a:pt x="3861242" y="1756701"/>
                  </a:lnTo>
                  <a:lnTo>
                    <a:pt x="3860427" y="1756701"/>
                  </a:lnTo>
                  <a:lnTo>
                    <a:pt x="3859613" y="1756701"/>
                  </a:lnTo>
                  <a:lnTo>
                    <a:pt x="3858798" y="1756701"/>
                  </a:lnTo>
                  <a:lnTo>
                    <a:pt x="3857983" y="1756701"/>
                  </a:lnTo>
                  <a:lnTo>
                    <a:pt x="3857168" y="1756701"/>
                  </a:lnTo>
                  <a:lnTo>
                    <a:pt x="3856353" y="1756701"/>
                  </a:lnTo>
                  <a:lnTo>
                    <a:pt x="3855539" y="1756701"/>
                  </a:lnTo>
                  <a:lnTo>
                    <a:pt x="3854724" y="1756701"/>
                  </a:lnTo>
                  <a:lnTo>
                    <a:pt x="3853909" y="1756701"/>
                  </a:lnTo>
                  <a:lnTo>
                    <a:pt x="3853094" y="1756701"/>
                  </a:lnTo>
                  <a:lnTo>
                    <a:pt x="3852280" y="1756701"/>
                  </a:lnTo>
                  <a:lnTo>
                    <a:pt x="3851465" y="1756701"/>
                  </a:lnTo>
                  <a:lnTo>
                    <a:pt x="3850650" y="1756701"/>
                  </a:lnTo>
                  <a:lnTo>
                    <a:pt x="3849835" y="1756701"/>
                  </a:lnTo>
                  <a:lnTo>
                    <a:pt x="3849020" y="1756701"/>
                  </a:lnTo>
                  <a:lnTo>
                    <a:pt x="3848206" y="1756701"/>
                  </a:lnTo>
                  <a:lnTo>
                    <a:pt x="3847391" y="1756701"/>
                  </a:lnTo>
                  <a:lnTo>
                    <a:pt x="3846576" y="1756701"/>
                  </a:lnTo>
                  <a:lnTo>
                    <a:pt x="3845761" y="1756701"/>
                  </a:lnTo>
                  <a:lnTo>
                    <a:pt x="3844947" y="1756701"/>
                  </a:lnTo>
                  <a:lnTo>
                    <a:pt x="3844132" y="1756701"/>
                  </a:lnTo>
                  <a:lnTo>
                    <a:pt x="3843317" y="1756701"/>
                  </a:lnTo>
                  <a:lnTo>
                    <a:pt x="3842502" y="1756701"/>
                  </a:lnTo>
                  <a:lnTo>
                    <a:pt x="3841687" y="1756701"/>
                  </a:lnTo>
                  <a:lnTo>
                    <a:pt x="3840873" y="1756701"/>
                  </a:lnTo>
                  <a:lnTo>
                    <a:pt x="3840058" y="1756701"/>
                  </a:lnTo>
                  <a:lnTo>
                    <a:pt x="3839243" y="1756701"/>
                  </a:lnTo>
                  <a:lnTo>
                    <a:pt x="3838428" y="1756701"/>
                  </a:lnTo>
                  <a:lnTo>
                    <a:pt x="3837614" y="1756701"/>
                  </a:lnTo>
                  <a:lnTo>
                    <a:pt x="3836799" y="1756701"/>
                  </a:lnTo>
                  <a:lnTo>
                    <a:pt x="3835984" y="1756701"/>
                  </a:lnTo>
                  <a:lnTo>
                    <a:pt x="3835169" y="1756701"/>
                  </a:lnTo>
                  <a:lnTo>
                    <a:pt x="3834354" y="1756701"/>
                  </a:lnTo>
                  <a:lnTo>
                    <a:pt x="3833540" y="1756701"/>
                  </a:lnTo>
                  <a:lnTo>
                    <a:pt x="3832725" y="1756701"/>
                  </a:lnTo>
                  <a:lnTo>
                    <a:pt x="3831910" y="1756701"/>
                  </a:lnTo>
                  <a:lnTo>
                    <a:pt x="3831095" y="1756701"/>
                  </a:lnTo>
                  <a:lnTo>
                    <a:pt x="3830281" y="1756701"/>
                  </a:lnTo>
                  <a:lnTo>
                    <a:pt x="3829466" y="1756701"/>
                  </a:lnTo>
                  <a:lnTo>
                    <a:pt x="3828651" y="1756701"/>
                  </a:lnTo>
                  <a:lnTo>
                    <a:pt x="3827836" y="1756701"/>
                  </a:lnTo>
                  <a:lnTo>
                    <a:pt x="3827021" y="1756701"/>
                  </a:lnTo>
                  <a:lnTo>
                    <a:pt x="3826207" y="1756701"/>
                  </a:lnTo>
                  <a:lnTo>
                    <a:pt x="3825392" y="1756701"/>
                  </a:lnTo>
                  <a:lnTo>
                    <a:pt x="3824577" y="1756701"/>
                  </a:lnTo>
                  <a:lnTo>
                    <a:pt x="3823762" y="1756701"/>
                  </a:lnTo>
                  <a:lnTo>
                    <a:pt x="3822947" y="1756701"/>
                  </a:lnTo>
                  <a:lnTo>
                    <a:pt x="3822133" y="1756701"/>
                  </a:lnTo>
                  <a:lnTo>
                    <a:pt x="3821318" y="1756701"/>
                  </a:lnTo>
                  <a:lnTo>
                    <a:pt x="3820503" y="1756701"/>
                  </a:lnTo>
                  <a:lnTo>
                    <a:pt x="3819688" y="1756701"/>
                  </a:lnTo>
                  <a:lnTo>
                    <a:pt x="3818874" y="1756701"/>
                  </a:lnTo>
                  <a:lnTo>
                    <a:pt x="3818059" y="1756701"/>
                  </a:lnTo>
                  <a:lnTo>
                    <a:pt x="3817244" y="1756701"/>
                  </a:lnTo>
                  <a:lnTo>
                    <a:pt x="3816429" y="1756701"/>
                  </a:lnTo>
                  <a:lnTo>
                    <a:pt x="3815614" y="1756701"/>
                  </a:lnTo>
                  <a:lnTo>
                    <a:pt x="3814800" y="1756701"/>
                  </a:lnTo>
                  <a:lnTo>
                    <a:pt x="3813985" y="1756701"/>
                  </a:lnTo>
                  <a:lnTo>
                    <a:pt x="3813170" y="1756701"/>
                  </a:lnTo>
                  <a:lnTo>
                    <a:pt x="3812355" y="1756701"/>
                  </a:lnTo>
                  <a:lnTo>
                    <a:pt x="3811541" y="1756701"/>
                  </a:lnTo>
                  <a:lnTo>
                    <a:pt x="3810726" y="1756701"/>
                  </a:lnTo>
                  <a:lnTo>
                    <a:pt x="3809911" y="1756701"/>
                  </a:lnTo>
                  <a:lnTo>
                    <a:pt x="3809096" y="1756701"/>
                  </a:lnTo>
                  <a:lnTo>
                    <a:pt x="3808281" y="1756701"/>
                  </a:lnTo>
                  <a:lnTo>
                    <a:pt x="3807467" y="1756701"/>
                  </a:lnTo>
                  <a:lnTo>
                    <a:pt x="3806652" y="1756701"/>
                  </a:lnTo>
                  <a:lnTo>
                    <a:pt x="3805837" y="1756701"/>
                  </a:lnTo>
                  <a:lnTo>
                    <a:pt x="3805022" y="1756701"/>
                  </a:lnTo>
                  <a:lnTo>
                    <a:pt x="3804208" y="1756701"/>
                  </a:lnTo>
                  <a:lnTo>
                    <a:pt x="3803393" y="1756701"/>
                  </a:lnTo>
                  <a:lnTo>
                    <a:pt x="3802578" y="1756701"/>
                  </a:lnTo>
                  <a:lnTo>
                    <a:pt x="3801763" y="1756701"/>
                  </a:lnTo>
                  <a:lnTo>
                    <a:pt x="3800948" y="1756701"/>
                  </a:lnTo>
                  <a:lnTo>
                    <a:pt x="3800134" y="1756701"/>
                  </a:lnTo>
                  <a:lnTo>
                    <a:pt x="3799319" y="1756701"/>
                  </a:lnTo>
                  <a:lnTo>
                    <a:pt x="3798504" y="1756701"/>
                  </a:lnTo>
                  <a:lnTo>
                    <a:pt x="3797689" y="1756701"/>
                  </a:lnTo>
                  <a:lnTo>
                    <a:pt x="3796875" y="1756701"/>
                  </a:lnTo>
                  <a:lnTo>
                    <a:pt x="3796060" y="1756701"/>
                  </a:lnTo>
                  <a:lnTo>
                    <a:pt x="3795245" y="1756701"/>
                  </a:lnTo>
                  <a:lnTo>
                    <a:pt x="3794430" y="1756701"/>
                  </a:lnTo>
                  <a:lnTo>
                    <a:pt x="3793615" y="1756701"/>
                  </a:lnTo>
                  <a:lnTo>
                    <a:pt x="3792801" y="1756701"/>
                  </a:lnTo>
                  <a:lnTo>
                    <a:pt x="3791986" y="1756701"/>
                  </a:lnTo>
                  <a:lnTo>
                    <a:pt x="3791171" y="1756701"/>
                  </a:lnTo>
                  <a:lnTo>
                    <a:pt x="3790356" y="1756701"/>
                  </a:lnTo>
                  <a:lnTo>
                    <a:pt x="3789542" y="1756701"/>
                  </a:lnTo>
                  <a:lnTo>
                    <a:pt x="3788727" y="1756701"/>
                  </a:lnTo>
                  <a:lnTo>
                    <a:pt x="3787912" y="1756701"/>
                  </a:lnTo>
                  <a:lnTo>
                    <a:pt x="3787097" y="1756701"/>
                  </a:lnTo>
                  <a:lnTo>
                    <a:pt x="3786282" y="1756701"/>
                  </a:lnTo>
                  <a:lnTo>
                    <a:pt x="3785468" y="1756701"/>
                  </a:lnTo>
                  <a:lnTo>
                    <a:pt x="3784653" y="1756701"/>
                  </a:lnTo>
                  <a:lnTo>
                    <a:pt x="3783838" y="1756701"/>
                  </a:lnTo>
                  <a:lnTo>
                    <a:pt x="3783023" y="1756701"/>
                  </a:lnTo>
                  <a:lnTo>
                    <a:pt x="3782208" y="1756701"/>
                  </a:lnTo>
                  <a:lnTo>
                    <a:pt x="3781394" y="1756701"/>
                  </a:lnTo>
                  <a:lnTo>
                    <a:pt x="3780579" y="1756701"/>
                  </a:lnTo>
                  <a:lnTo>
                    <a:pt x="3779764" y="1756701"/>
                  </a:lnTo>
                  <a:lnTo>
                    <a:pt x="3778949" y="1756701"/>
                  </a:lnTo>
                  <a:lnTo>
                    <a:pt x="3778135" y="1756701"/>
                  </a:lnTo>
                  <a:lnTo>
                    <a:pt x="3777320" y="1756701"/>
                  </a:lnTo>
                  <a:lnTo>
                    <a:pt x="3776505" y="1756701"/>
                  </a:lnTo>
                  <a:lnTo>
                    <a:pt x="3775690" y="1756701"/>
                  </a:lnTo>
                  <a:lnTo>
                    <a:pt x="3774875" y="1756701"/>
                  </a:lnTo>
                  <a:lnTo>
                    <a:pt x="3774061" y="1756701"/>
                  </a:lnTo>
                  <a:lnTo>
                    <a:pt x="3773246" y="1756701"/>
                  </a:lnTo>
                  <a:lnTo>
                    <a:pt x="3772431" y="1756701"/>
                  </a:lnTo>
                  <a:lnTo>
                    <a:pt x="3771616" y="1756701"/>
                  </a:lnTo>
                  <a:lnTo>
                    <a:pt x="3770802" y="1756701"/>
                  </a:lnTo>
                  <a:lnTo>
                    <a:pt x="3769987" y="1756701"/>
                  </a:lnTo>
                  <a:lnTo>
                    <a:pt x="3769172" y="1756701"/>
                  </a:lnTo>
                  <a:lnTo>
                    <a:pt x="3768357" y="1756701"/>
                  </a:lnTo>
                  <a:lnTo>
                    <a:pt x="3767542" y="1756701"/>
                  </a:lnTo>
                  <a:lnTo>
                    <a:pt x="3766728" y="1756701"/>
                  </a:lnTo>
                  <a:lnTo>
                    <a:pt x="3765913" y="1756701"/>
                  </a:lnTo>
                  <a:lnTo>
                    <a:pt x="3765098" y="1756701"/>
                  </a:lnTo>
                  <a:lnTo>
                    <a:pt x="3764283" y="1756701"/>
                  </a:lnTo>
                  <a:lnTo>
                    <a:pt x="3763469" y="1756701"/>
                  </a:lnTo>
                  <a:lnTo>
                    <a:pt x="3762654" y="1756701"/>
                  </a:lnTo>
                  <a:lnTo>
                    <a:pt x="3761839" y="1756701"/>
                  </a:lnTo>
                  <a:lnTo>
                    <a:pt x="3761024" y="1756701"/>
                  </a:lnTo>
                  <a:lnTo>
                    <a:pt x="3760209" y="1756701"/>
                  </a:lnTo>
                  <a:lnTo>
                    <a:pt x="3759395" y="1756701"/>
                  </a:lnTo>
                  <a:lnTo>
                    <a:pt x="3758580" y="1756701"/>
                  </a:lnTo>
                  <a:lnTo>
                    <a:pt x="3757765" y="1756701"/>
                  </a:lnTo>
                  <a:lnTo>
                    <a:pt x="3756950" y="1756701"/>
                  </a:lnTo>
                  <a:lnTo>
                    <a:pt x="3756136" y="1756701"/>
                  </a:lnTo>
                  <a:lnTo>
                    <a:pt x="3755321" y="1756701"/>
                  </a:lnTo>
                  <a:lnTo>
                    <a:pt x="3754506" y="1756701"/>
                  </a:lnTo>
                  <a:lnTo>
                    <a:pt x="3753691" y="1756701"/>
                  </a:lnTo>
                  <a:lnTo>
                    <a:pt x="3752876" y="1756701"/>
                  </a:lnTo>
                  <a:lnTo>
                    <a:pt x="3752062" y="1756701"/>
                  </a:lnTo>
                  <a:lnTo>
                    <a:pt x="3751247" y="1756701"/>
                  </a:lnTo>
                  <a:lnTo>
                    <a:pt x="3750432" y="1756701"/>
                  </a:lnTo>
                  <a:lnTo>
                    <a:pt x="3749617" y="1756701"/>
                  </a:lnTo>
                  <a:lnTo>
                    <a:pt x="3748803" y="1756701"/>
                  </a:lnTo>
                  <a:lnTo>
                    <a:pt x="3747988" y="1756701"/>
                  </a:lnTo>
                  <a:lnTo>
                    <a:pt x="3747173" y="1756701"/>
                  </a:lnTo>
                  <a:lnTo>
                    <a:pt x="3746358" y="1756701"/>
                  </a:lnTo>
                  <a:lnTo>
                    <a:pt x="3745543" y="1756701"/>
                  </a:lnTo>
                  <a:lnTo>
                    <a:pt x="3744729" y="1756701"/>
                  </a:lnTo>
                  <a:lnTo>
                    <a:pt x="3743914" y="1756701"/>
                  </a:lnTo>
                  <a:lnTo>
                    <a:pt x="3743099" y="1756701"/>
                  </a:lnTo>
                  <a:lnTo>
                    <a:pt x="3742284" y="1756701"/>
                  </a:lnTo>
                  <a:lnTo>
                    <a:pt x="3741469" y="1756701"/>
                  </a:lnTo>
                  <a:lnTo>
                    <a:pt x="3740655" y="1756701"/>
                  </a:lnTo>
                  <a:lnTo>
                    <a:pt x="3739840" y="1756701"/>
                  </a:lnTo>
                  <a:lnTo>
                    <a:pt x="3739025" y="1756701"/>
                  </a:lnTo>
                  <a:lnTo>
                    <a:pt x="3738210" y="1756701"/>
                  </a:lnTo>
                  <a:lnTo>
                    <a:pt x="3737396" y="1756701"/>
                  </a:lnTo>
                  <a:lnTo>
                    <a:pt x="3736581" y="1756701"/>
                  </a:lnTo>
                  <a:lnTo>
                    <a:pt x="3735766" y="1756701"/>
                  </a:lnTo>
                  <a:lnTo>
                    <a:pt x="3734951" y="1756701"/>
                  </a:lnTo>
                  <a:lnTo>
                    <a:pt x="3734136" y="1756701"/>
                  </a:lnTo>
                  <a:lnTo>
                    <a:pt x="3733322" y="1756701"/>
                  </a:lnTo>
                  <a:lnTo>
                    <a:pt x="3732507" y="1756701"/>
                  </a:lnTo>
                  <a:lnTo>
                    <a:pt x="3731692" y="1756701"/>
                  </a:lnTo>
                  <a:lnTo>
                    <a:pt x="3730877" y="1756701"/>
                  </a:lnTo>
                  <a:lnTo>
                    <a:pt x="3730063" y="1756701"/>
                  </a:lnTo>
                  <a:lnTo>
                    <a:pt x="3729248" y="1756701"/>
                  </a:lnTo>
                  <a:lnTo>
                    <a:pt x="3728433" y="1756701"/>
                  </a:lnTo>
                  <a:lnTo>
                    <a:pt x="3727618" y="1756701"/>
                  </a:lnTo>
                  <a:lnTo>
                    <a:pt x="3726803" y="1756701"/>
                  </a:lnTo>
                  <a:lnTo>
                    <a:pt x="3725989" y="1756701"/>
                  </a:lnTo>
                  <a:lnTo>
                    <a:pt x="3725174" y="1756701"/>
                  </a:lnTo>
                  <a:lnTo>
                    <a:pt x="3724359" y="1756701"/>
                  </a:lnTo>
                  <a:lnTo>
                    <a:pt x="3723544" y="1756701"/>
                  </a:lnTo>
                  <a:lnTo>
                    <a:pt x="3722730" y="1756701"/>
                  </a:lnTo>
                  <a:lnTo>
                    <a:pt x="3721915" y="1756701"/>
                  </a:lnTo>
                  <a:lnTo>
                    <a:pt x="3721100" y="1756701"/>
                  </a:lnTo>
                  <a:lnTo>
                    <a:pt x="3720285" y="1756701"/>
                  </a:lnTo>
                  <a:lnTo>
                    <a:pt x="3719470" y="1756701"/>
                  </a:lnTo>
                  <a:lnTo>
                    <a:pt x="3718656" y="1756701"/>
                  </a:lnTo>
                  <a:lnTo>
                    <a:pt x="3717841" y="1756701"/>
                  </a:lnTo>
                  <a:lnTo>
                    <a:pt x="3717026" y="1756701"/>
                  </a:lnTo>
                  <a:lnTo>
                    <a:pt x="3716211" y="1756701"/>
                  </a:lnTo>
                  <a:lnTo>
                    <a:pt x="3715397" y="1756701"/>
                  </a:lnTo>
                  <a:lnTo>
                    <a:pt x="3714582" y="1756701"/>
                  </a:lnTo>
                  <a:lnTo>
                    <a:pt x="3713767" y="1756701"/>
                  </a:lnTo>
                  <a:lnTo>
                    <a:pt x="3712952" y="1756701"/>
                  </a:lnTo>
                  <a:lnTo>
                    <a:pt x="3712137" y="1756701"/>
                  </a:lnTo>
                  <a:lnTo>
                    <a:pt x="3711323" y="1756701"/>
                  </a:lnTo>
                  <a:lnTo>
                    <a:pt x="3710508" y="1756701"/>
                  </a:lnTo>
                  <a:lnTo>
                    <a:pt x="3709693" y="1756701"/>
                  </a:lnTo>
                  <a:lnTo>
                    <a:pt x="3708878" y="1756701"/>
                  </a:lnTo>
                  <a:lnTo>
                    <a:pt x="3708064" y="1756701"/>
                  </a:lnTo>
                  <a:lnTo>
                    <a:pt x="3707249" y="1756701"/>
                  </a:lnTo>
                  <a:lnTo>
                    <a:pt x="3706434" y="1756701"/>
                  </a:lnTo>
                  <a:lnTo>
                    <a:pt x="3705619" y="1756701"/>
                  </a:lnTo>
                  <a:lnTo>
                    <a:pt x="3704804" y="1756701"/>
                  </a:lnTo>
                  <a:lnTo>
                    <a:pt x="3703990" y="1756701"/>
                  </a:lnTo>
                  <a:lnTo>
                    <a:pt x="3703175" y="1756701"/>
                  </a:lnTo>
                  <a:lnTo>
                    <a:pt x="3702360" y="1756701"/>
                  </a:lnTo>
                  <a:lnTo>
                    <a:pt x="3701545" y="1756701"/>
                  </a:lnTo>
                  <a:lnTo>
                    <a:pt x="3700730" y="1756701"/>
                  </a:lnTo>
                  <a:lnTo>
                    <a:pt x="3699916" y="1756701"/>
                  </a:lnTo>
                  <a:lnTo>
                    <a:pt x="3699101" y="1756701"/>
                  </a:lnTo>
                  <a:lnTo>
                    <a:pt x="3698286" y="1756701"/>
                  </a:lnTo>
                  <a:lnTo>
                    <a:pt x="3697471" y="1756701"/>
                  </a:lnTo>
                  <a:lnTo>
                    <a:pt x="3696657" y="1756701"/>
                  </a:lnTo>
                  <a:lnTo>
                    <a:pt x="3695842" y="1756701"/>
                  </a:lnTo>
                  <a:lnTo>
                    <a:pt x="3695027" y="1756701"/>
                  </a:lnTo>
                  <a:lnTo>
                    <a:pt x="3694212" y="1756701"/>
                  </a:lnTo>
                  <a:lnTo>
                    <a:pt x="3693397" y="1756701"/>
                  </a:lnTo>
                  <a:lnTo>
                    <a:pt x="3692583" y="1756701"/>
                  </a:lnTo>
                  <a:lnTo>
                    <a:pt x="3691768" y="1756701"/>
                  </a:lnTo>
                  <a:lnTo>
                    <a:pt x="3690953" y="1756701"/>
                  </a:lnTo>
                  <a:lnTo>
                    <a:pt x="3690138" y="1756701"/>
                  </a:lnTo>
                  <a:lnTo>
                    <a:pt x="3689324" y="1756701"/>
                  </a:lnTo>
                  <a:lnTo>
                    <a:pt x="3688509" y="1756701"/>
                  </a:lnTo>
                  <a:lnTo>
                    <a:pt x="3687694" y="1756701"/>
                  </a:lnTo>
                  <a:lnTo>
                    <a:pt x="3686879" y="1756701"/>
                  </a:lnTo>
                  <a:lnTo>
                    <a:pt x="3686064" y="1756701"/>
                  </a:lnTo>
                  <a:lnTo>
                    <a:pt x="3685250" y="1756701"/>
                  </a:lnTo>
                  <a:lnTo>
                    <a:pt x="3684435" y="1756701"/>
                  </a:lnTo>
                  <a:lnTo>
                    <a:pt x="3683620" y="1756701"/>
                  </a:lnTo>
                  <a:lnTo>
                    <a:pt x="3682805" y="1756701"/>
                  </a:lnTo>
                  <a:lnTo>
                    <a:pt x="3681991" y="1756701"/>
                  </a:lnTo>
                  <a:lnTo>
                    <a:pt x="3681176" y="1756701"/>
                  </a:lnTo>
                  <a:lnTo>
                    <a:pt x="3680361" y="1756701"/>
                  </a:lnTo>
                  <a:lnTo>
                    <a:pt x="3679546" y="1756701"/>
                  </a:lnTo>
                  <a:lnTo>
                    <a:pt x="3678731" y="1756701"/>
                  </a:lnTo>
                  <a:lnTo>
                    <a:pt x="3677917" y="1756701"/>
                  </a:lnTo>
                  <a:lnTo>
                    <a:pt x="3677102" y="1756701"/>
                  </a:lnTo>
                  <a:lnTo>
                    <a:pt x="3676287" y="1756701"/>
                  </a:lnTo>
                  <a:lnTo>
                    <a:pt x="3675472" y="1756701"/>
                  </a:lnTo>
                  <a:lnTo>
                    <a:pt x="3674658" y="1756701"/>
                  </a:lnTo>
                  <a:lnTo>
                    <a:pt x="3673843" y="1756701"/>
                  </a:lnTo>
                  <a:lnTo>
                    <a:pt x="3673028" y="1756701"/>
                  </a:lnTo>
                  <a:lnTo>
                    <a:pt x="3672213" y="1756701"/>
                  </a:lnTo>
                  <a:lnTo>
                    <a:pt x="3671398" y="1756701"/>
                  </a:lnTo>
                  <a:lnTo>
                    <a:pt x="3670584" y="1756701"/>
                  </a:lnTo>
                  <a:lnTo>
                    <a:pt x="3669769" y="1756701"/>
                  </a:lnTo>
                  <a:lnTo>
                    <a:pt x="3668954" y="1756701"/>
                  </a:lnTo>
                  <a:lnTo>
                    <a:pt x="3668139" y="1756701"/>
                  </a:lnTo>
                  <a:lnTo>
                    <a:pt x="3667325" y="1756701"/>
                  </a:lnTo>
                  <a:lnTo>
                    <a:pt x="3666510" y="1756701"/>
                  </a:lnTo>
                  <a:lnTo>
                    <a:pt x="3665695" y="1756701"/>
                  </a:lnTo>
                  <a:lnTo>
                    <a:pt x="3664880" y="1756701"/>
                  </a:lnTo>
                  <a:lnTo>
                    <a:pt x="3664065" y="1756701"/>
                  </a:lnTo>
                  <a:lnTo>
                    <a:pt x="3663251" y="1756701"/>
                  </a:lnTo>
                  <a:lnTo>
                    <a:pt x="3662436" y="1756701"/>
                  </a:lnTo>
                  <a:lnTo>
                    <a:pt x="3661621" y="1756701"/>
                  </a:lnTo>
                  <a:lnTo>
                    <a:pt x="3660806" y="1756701"/>
                  </a:lnTo>
                  <a:lnTo>
                    <a:pt x="3659991" y="1756701"/>
                  </a:lnTo>
                  <a:lnTo>
                    <a:pt x="3659177" y="1756701"/>
                  </a:lnTo>
                  <a:lnTo>
                    <a:pt x="3658362" y="1756701"/>
                  </a:lnTo>
                  <a:lnTo>
                    <a:pt x="3657547" y="1756701"/>
                  </a:lnTo>
                  <a:lnTo>
                    <a:pt x="3656732" y="1756701"/>
                  </a:lnTo>
                  <a:lnTo>
                    <a:pt x="3655918" y="1756701"/>
                  </a:lnTo>
                  <a:lnTo>
                    <a:pt x="3655103" y="1756701"/>
                  </a:lnTo>
                  <a:lnTo>
                    <a:pt x="3654288" y="1756701"/>
                  </a:lnTo>
                  <a:lnTo>
                    <a:pt x="3653473" y="1756701"/>
                  </a:lnTo>
                  <a:lnTo>
                    <a:pt x="3652658" y="1756701"/>
                  </a:lnTo>
                  <a:lnTo>
                    <a:pt x="3651844" y="1756701"/>
                  </a:lnTo>
                  <a:lnTo>
                    <a:pt x="3651029" y="1756701"/>
                  </a:lnTo>
                  <a:lnTo>
                    <a:pt x="3650214" y="1756701"/>
                  </a:lnTo>
                  <a:lnTo>
                    <a:pt x="3649399" y="1756701"/>
                  </a:lnTo>
                  <a:lnTo>
                    <a:pt x="3648585" y="1756701"/>
                  </a:lnTo>
                  <a:lnTo>
                    <a:pt x="3647770" y="1756701"/>
                  </a:lnTo>
                  <a:lnTo>
                    <a:pt x="3646955" y="1756701"/>
                  </a:lnTo>
                  <a:lnTo>
                    <a:pt x="3646140" y="1756701"/>
                  </a:lnTo>
                  <a:lnTo>
                    <a:pt x="3645325" y="1756701"/>
                  </a:lnTo>
                  <a:lnTo>
                    <a:pt x="3644511" y="1756701"/>
                  </a:lnTo>
                  <a:lnTo>
                    <a:pt x="3643696" y="1756701"/>
                  </a:lnTo>
                  <a:lnTo>
                    <a:pt x="3642881" y="1756701"/>
                  </a:lnTo>
                  <a:lnTo>
                    <a:pt x="3642066" y="1756701"/>
                  </a:lnTo>
                  <a:lnTo>
                    <a:pt x="3641252" y="1756701"/>
                  </a:lnTo>
                  <a:lnTo>
                    <a:pt x="3640437" y="1756701"/>
                  </a:lnTo>
                  <a:lnTo>
                    <a:pt x="3639622" y="1756701"/>
                  </a:lnTo>
                  <a:lnTo>
                    <a:pt x="3638807" y="1756701"/>
                  </a:lnTo>
                  <a:lnTo>
                    <a:pt x="3637992" y="1756701"/>
                  </a:lnTo>
                  <a:lnTo>
                    <a:pt x="3637178" y="1756701"/>
                  </a:lnTo>
                  <a:lnTo>
                    <a:pt x="3636363" y="1756701"/>
                  </a:lnTo>
                  <a:lnTo>
                    <a:pt x="3635548" y="1756701"/>
                  </a:lnTo>
                  <a:lnTo>
                    <a:pt x="3634733" y="1756701"/>
                  </a:lnTo>
                  <a:lnTo>
                    <a:pt x="3633919" y="1756701"/>
                  </a:lnTo>
                  <a:lnTo>
                    <a:pt x="3633104" y="1756701"/>
                  </a:lnTo>
                  <a:lnTo>
                    <a:pt x="3632289" y="1756701"/>
                  </a:lnTo>
                  <a:lnTo>
                    <a:pt x="3631474" y="1756701"/>
                  </a:lnTo>
                  <a:lnTo>
                    <a:pt x="3630659" y="1756701"/>
                  </a:lnTo>
                  <a:lnTo>
                    <a:pt x="3629845" y="1756701"/>
                  </a:lnTo>
                  <a:lnTo>
                    <a:pt x="3629030" y="1756701"/>
                  </a:lnTo>
                  <a:lnTo>
                    <a:pt x="3628215" y="1756701"/>
                  </a:lnTo>
                  <a:lnTo>
                    <a:pt x="3627400" y="1756701"/>
                  </a:lnTo>
                  <a:lnTo>
                    <a:pt x="3626586" y="1756701"/>
                  </a:lnTo>
                  <a:lnTo>
                    <a:pt x="3625771" y="1756701"/>
                  </a:lnTo>
                  <a:lnTo>
                    <a:pt x="3624956" y="1756701"/>
                  </a:lnTo>
                  <a:lnTo>
                    <a:pt x="3624141" y="1756701"/>
                  </a:lnTo>
                  <a:lnTo>
                    <a:pt x="3623326" y="1756701"/>
                  </a:lnTo>
                  <a:lnTo>
                    <a:pt x="3622512" y="1756701"/>
                  </a:lnTo>
                  <a:lnTo>
                    <a:pt x="3621697" y="1756701"/>
                  </a:lnTo>
                  <a:lnTo>
                    <a:pt x="3620882" y="1756701"/>
                  </a:lnTo>
                  <a:lnTo>
                    <a:pt x="3620067" y="1756701"/>
                  </a:lnTo>
                  <a:lnTo>
                    <a:pt x="3619252" y="1756701"/>
                  </a:lnTo>
                  <a:lnTo>
                    <a:pt x="3618438" y="1756701"/>
                  </a:lnTo>
                  <a:lnTo>
                    <a:pt x="3617623" y="1756701"/>
                  </a:lnTo>
                  <a:lnTo>
                    <a:pt x="3616808" y="1756701"/>
                  </a:lnTo>
                  <a:lnTo>
                    <a:pt x="3615993" y="1756701"/>
                  </a:lnTo>
                  <a:lnTo>
                    <a:pt x="3615179" y="1756701"/>
                  </a:lnTo>
                  <a:lnTo>
                    <a:pt x="3614364" y="1756701"/>
                  </a:lnTo>
                  <a:lnTo>
                    <a:pt x="3613549" y="1756701"/>
                  </a:lnTo>
                  <a:lnTo>
                    <a:pt x="3612734" y="1756701"/>
                  </a:lnTo>
                  <a:lnTo>
                    <a:pt x="3611919" y="1756701"/>
                  </a:lnTo>
                  <a:lnTo>
                    <a:pt x="3611105" y="1756701"/>
                  </a:lnTo>
                  <a:lnTo>
                    <a:pt x="3610290" y="1756701"/>
                  </a:lnTo>
                  <a:lnTo>
                    <a:pt x="3609475" y="1756701"/>
                  </a:lnTo>
                  <a:lnTo>
                    <a:pt x="3608660" y="1756701"/>
                  </a:lnTo>
                  <a:lnTo>
                    <a:pt x="3607846" y="1756701"/>
                  </a:lnTo>
                  <a:lnTo>
                    <a:pt x="3607031" y="1756701"/>
                  </a:lnTo>
                  <a:lnTo>
                    <a:pt x="3606216" y="1756701"/>
                  </a:lnTo>
                  <a:lnTo>
                    <a:pt x="3605401" y="1756701"/>
                  </a:lnTo>
                  <a:lnTo>
                    <a:pt x="3604586" y="1756701"/>
                  </a:lnTo>
                  <a:lnTo>
                    <a:pt x="3603772" y="1756701"/>
                  </a:lnTo>
                  <a:lnTo>
                    <a:pt x="3602957" y="1756701"/>
                  </a:lnTo>
                  <a:lnTo>
                    <a:pt x="3602142" y="1756701"/>
                  </a:lnTo>
                  <a:lnTo>
                    <a:pt x="3601327" y="1756701"/>
                  </a:lnTo>
                  <a:lnTo>
                    <a:pt x="3600513" y="1756701"/>
                  </a:lnTo>
                  <a:lnTo>
                    <a:pt x="3599698" y="1756701"/>
                  </a:lnTo>
                  <a:lnTo>
                    <a:pt x="3598883" y="1756701"/>
                  </a:lnTo>
                  <a:lnTo>
                    <a:pt x="3598068" y="1756701"/>
                  </a:lnTo>
                  <a:lnTo>
                    <a:pt x="3597253" y="1756701"/>
                  </a:lnTo>
                  <a:lnTo>
                    <a:pt x="3596439" y="1756701"/>
                  </a:lnTo>
                  <a:lnTo>
                    <a:pt x="3595624" y="1756701"/>
                  </a:lnTo>
                  <a:lnTo>
                    <a:pt x="3594809" y="1756701"/>
                  </a:lnTo>
                  <a:lnTo>
                    <a:pt x="3593994" y="1756701"/>
                  </a:lnTo>
                  <a:lnTo>
                    <a:pt x="3593180" y="1756701"/>
                  </a:lnTo>
                  <a:lnTo>
                    <a:pt x="3592365" y="1756701"/>
                  </a:lnTo>
                  <a:lnTo>
                    <a:pt x="3591550" y="1756701"/>
                  </a:lnTo>
                  <a:lnTo>
                    <a:pt x="3590735" y="1756701"/>
                  </a:lnTo>
                  <a:lnTo>
                    <a:pt x="3589920" y="1756701"/>
                  </a:lnTo>
                  <a:lnTo>
                    <a:pt x="3589106" y="1756701"/>
                  </a:lnTo>
                  <a:lnTo>
                    <a:pt x="3588291" y="1756701"/>
                  </a:lnTo>
                  <a:lnTo>
                    <a:pt x="3587476" y="1756701"/>
                  </a:lnTo>
                  <a:lnTo>
                    <a:pt x="3586661" y="1756701"/>
                  </a:lnTo>
                  <a:lnTo>
                    <a:pt x="3585847" y="1756701"/>
                  </a:lnTo>
                  <a:lnTo>
                    <a:pt x="3585032" y="1756701"/>
                  </a:lnTo>
                  <a:lnTo>
                    <a:pt x="3584217" y="1756701"/>
                  </a:lnTo>
                  <a:lnTo>
                    <a:pt x="3583402" y="1756701"/>
                  </a:lnTo>
                  <a:lnTo>
                    <a:pt x="3582587" y="1756701"/>
                  </a:lnTo>
                  <a:lnTo>
                    <a:pt x="3581773" y="1756701"/>
                  </a:lnTo>
                  <a:lnTo>
                    <a:pt x="3580958" y="1756701"/>
                  </a:lnTo>
                  <a:lnTo>
                    <a:pt x="3580143" y="1756701"/>
                  </a:lnTo>
                  <a:lnTo>
                    <a:pt x="3579328" y="1756701"/>
                  </a:lnTo>
                  <a:lnTo>
                    <a:pt x="3578513" y="1756701"/>
                  </a:lnTo>
                  <a:lnTo>
                    <a:pt x="3577699" y="1756701"/>
                  </a:lnTo>
                  <a:lnTo>
                    <a:pt x="3576884" y="1756701"/>
                  </a:lnTo>
                  <a:lnTo>
                    <a:pt x="3576069" y="1756701"/>
                  </a:lnTo>
                  <a:lnTo>
                    <a:pt x="3575254" y="1756701"/>
                  </a:lnTo>
                  <a:lnTo>
                    <a:pt x="3574440" y="1756701"/>
                  </a:lnTo>
                  <a:lnTo>
                    <a:pt x="3573625" y="1756701"/>
                  </a:lnTo>
                  <a:lnTo>
                    <a:pt x="3572810" y="1756701"/>
                  </a:lnTo>
                  <a:lnTo>
                    <a:pt x="3571995" y="1756701"/>
                  </a:lnTo>
                  <a:lnTo>
                    <a:pt x="3571180" y="1756701"/>
                  </a:lnTo>
                  <a:lnTo>
                    <a:pt x="3570366" y="1756701"/>
                  </a:lnTo>
                  <a:lnTo>
                    <a:pt x="3569551" y="1756701"/>
                  </a:lnTo>
                  <a:lnTo>
                    <a:pt x="3568736" y="1756701"/>
                  </a:lnTo>
                  <a:lnTo>
                    <a:pt x="3567921" y="1756701"/>
                  </a:lnTo>
                  <a:lnTo>
                    <a:pt x="3567107" y="1756701"/>
                  </a:lnTo>
                  <a:lnTo>
                    <a:pt x="3566292" y="1756701"/>
                  </a:lnTo>
                  <a:lnTo>
                    <a:pt x="3565477" y="1756701"/>
                  </a:lnTo>
                  <a:lnTo>
                    <a:pt x="3564662" y="1756701"/>
                  </a:lnTo>
                  <a:lnTo>
                    <a:pt x="3563847" y="1756701"/>
                  </a:lnTo>
                  <a:lnTo>
                    <a:pt x="3563033" y="1756701"/>
                  </a:lnTo>
                  <a:lnTo>
                    <a:pt x="3562218" y="1756701"/>
                  </a:lnTo>
                  <a:lnTo>
                    <a:pt x="3561403" y="1756701"/>
                  </a:lnTo>
                  <a:lnTo>
                    <a:pt x="3560588" y="1756701"/>
                  </a:lnTo>
                  <a:lnTo>
                    <a:pt x="3559774" y="1756701"/>
                  </a:lnTo>
                  <a:lnTo>
                    <a:pt x="3558959" y="1756701"/>
                  </a:lnTo>
                  <a:lnTo>
                    <a:pt x="3558144" y="1756701"/>
                  </a:lnTo>
                  <a:lnTo>
                    <a:pt x="3557329" y="1756701"/>
                  </a:lnTo>
                  <a:lnTo>
                    <a:pt x="3556514" y="1756701"/>
                  </a:lnTo>
                  <a:lnTo>
                    <a:pt x="3555700" y="1756701"/>
                  </a:lnTo>
                  <a:lnTo>
                    <a:pt x="3554885" y="1756701"/>
                  </a:lnTo>
                  <a:lnTo>
                    <a:pt x="3554070" y="1756701"/>
                  </a:lnTo>
                  <a:lnTo>
                    <a:pt x="3553255" y="1756701"/>
                  </a:lnTo>
                  <a:lnTo>
                    <a:pt x="3552441" y="1756701"/>
                  </a:lnTo>
                  <a:lnTo>
                    <a:pt x="3551626" y="1756701"/>
                  </a:lnTo>
                  <a:lnTo>
                    <a:pt x="3550811" y="1756701"/>
                  </a:lnTo>
                  <a:lnTo>
                    <a:pt x="3549996" y="1756701"/>
                  </a:lnTo>
                  <a:lnTo>
                    <a:pt x="3549181" y="1756701"/>
                  </a:lnTo>
                  <a:lnTo>
                    <a:pt x="3548367" y="1756701"/>
                  </a:lnTo>
                  <a:lnTo>
                    <a:pt x="3547552" y="1756701"/>
                  </a:lnTo>
                  <a:lnTo>
                    <a:pt x="3546737" y="1756701"/>
                  </a:lnTo>
                  <a:lnTo>
                    <a:pt x="3545922" y="1756701"/>
                  </a:lnTo>
                  <a:lnTo>
                    <a:pt x="3545108" y="1756701"/>
                  </a:lnTo>
                  <a:lnTo>
                    <a:pt x="3544293" y="1756701"/>
                  </a:lnTo>
                  <a:lnTo>
                    <a:pt x="3543478" y="1756701"/>
                  </a:lnTo>
                  <a:lnTo>
                    <a:pt x="3542663" y="1756701"/>
                  </a:lnTo>
                  <a:lnTo>
                    <a:pt x="3541848" y="1756701"/>
                  </a:lnTo>
                  <a:lnTo>
                    <a:pt x="3541034" y="1756701"/>
                  </a:lnTo>
                  <a:lnTo>
                    <a:pt x="3540219" y="1756701"/>
                  </a:lnTo>
                  <a:lnTo>
                    <a:pt x="3539404" y="1756701"/>
                  </a:lnTo>
                  <a:lnTo>
                    <a:pt x="3538589" y="1756701"/>
                  </a:lnTo>
                  <a:lnTo>
                    <a:pt x="3537774" y="1756701"/>
                  </a:lnTo>
                  <a:lnTo>
                    <a:pt x="3536960" y="1756701"/>
                  </a:lnTo>
                  <a:lnTo>
                    <a:pt x="3536145" y="1756701"/>
                  </a:lnTo>
                  <a:lnTo>
                    <a:pt x="3535330" y="1756701"/>
                  </a:lnTo>
                  <a:lnTo>
                    <a:pt x="3534515" y="1756701"/>
                  </a:lnTo>
                  <a:lnTo>
                    <a:pt x="3533701" y="1756701"/>
                  </a:lnTo>
                  <a:lnTo>
                    <a:pt x="3532886" y="1756701"/>
                  </a:lnTo>
                  <a:lnTo>
                    <a:pt x="3532071" y="1756701"/>
                  </a:lnTo>
                  <a:lnTo>
                    <a:pt x="3531256" y="1756701"/>
                  </a:lnTo>
                  <a:lnTo>
                    <a:pt x="3530441" y="1756701"/>
                  </a:lnTo>
                  <a:lnTo>
                    <a:pt x="3529627" y="1756701"/>
                  </a:lnTo>
                  <a:lnTo>
                    <a:pt x="3528812" y="1756701"/>
                  </a:lnTo>
                  <a:lnTo>
                    <a:pt x="3527997" y="1756701"/>
                  </a:lnTo>
                  <a:lnTo>
                    <a:pt x="3527182" y="1756701"/>
                  </a:lnTo>
                  <a:lnTo>
                    <a:pt x="3526368" y="1756701"/>
                  </a:lnTo>
                  <a:lnTo>
                    <a:pt x="3525553" y="1756701"/>
                  </a:lnTo>
                  <a:lnTo>
                    <a:pt x="3524738" y="1756701"/>
                  </a:lnTo>
                  <a:lnTo>
                    <a:pt x="3523923" y="1756701"/>
                  </a:lnTo>
                  <a:lnTo>
                    <a:pt x="3523108" y="1756701"/>
                  </a:lnTo>
                  <a:lnTo>
                    <a:pt x="3522294" y="1756701"/>
                  </a:lnTo>
                  <a:lnTo>
                    <a:pt x="3521479" y="1756701"/>
                  </a:lnTo>
                  <a:lnTo>
                    <a:pt x="3520664" y="1756701"/>
                  </a:lnTo>
                  <a:lnTo>
                    <a:pt x="3519849" y="1756701"/>
                  </a:lnTo>
                  <a:lnTo>
                    <a:pt x="3519035" y="1756701"/>
                  </a:lnTo>
                  <a:lnTo>
                    <a:pt x="3518220" y="1756701"/>
                  </a:lnTo>
                  <a:lnTo>
                    <a:pt x="3517405" y="1756701"/>
                  </a:lnTo>
                  <a:lnTo>
                    <a:pt x="3516590" y="1756701"/>
                  </a:lnTo>
                  <a:lnTo>
                    <a:pt x="3515775" y="1756701"/>
                  </a:lnTo>
                  <a:lnTo>
                    <a:pt x="3514961" y="1756701"/>
                  </a:lnTo>
                  <a:lnTo>
                    <a:pt x="3514146" y="1756701"/>
                  </a:lnTo>
                  <a:lnTo>
                    <a:pt x="3513331" y="1756701"/>
                  </a:lnTo>
                  <a:lnTo>
                    <a:pt x="3512516" y="1756701"/>
                  </a:lnTo>
                  <a:lnTo>
                    <a:pt x="3511702" y="1756701"/>
                  </a:lnTo>
                  <a:lnTo>
                    <a:pt x="3510887" y="1756701"/>
                  </a:lnTo>
                  <a:lnTo>
                    <a:pt x="3510072" y="1756701"/>
                  </a:lnTo>
                  <a:lnTo>
                    <a:pt x="3509257" y="1756701"/>
                  </a:lnTo>
                  <a:lnTo>
                    <a:pt x="3508442" y="1756701"/>
                  </a:lnTo>
                  <a:lnTo>
                    <a:pt x="3507628" y="1756701"/>
                  </a:lnTo>
                  <a:lnTo>
                    <a:pt x="3506813" y="1756701"/>
                  </a:lnTo>
                  <a:lnTo>
                    <a:pt x="3505998" y="1756701"/>
                  </a:lnTo>
                  <a:lnTo>
                    <a:pt x="3505183" y="1756701"/>
                  </a:lnTo>
                  <a:lnTo>
                    <a:pt x="3504368" y="1756701"/>
                  </a:lnTo>
                  <a:lnTo>
                    <a:pt x="3503554" y="1756701"/>
                  </a:lnTo>
                  <a:lnTo>
                    <a:pt x="3502739" y="1756701"/>
                  </a:lnTo>
                  <a:lnTo>
                    <a:pt x="3501924" y="1756701"/>
                  </a:lnTo>
                  <a:lnTo>
                    <a:pt x="3501109" y="1756701"/>
                  </a:lnTo>
                  <a:lnTo>
                    <a:pt x="3500295" y="1756701"/>
                  </a:lnTo>
                  <a:lnTo>
                    <a:pt x="3499480" y="1756701"/>
                  </a:lnTo>
                  <a:lnTo>
                    <a:pt x="3498665" y="1756701"/>
                  </a:lnTo>
                  <a:lnTo>
                    <a:pt x="3497850" y="1756701"/>
                  </a:lnTo>
                  <a:lnTo>
                    <a:pt x="3497035" y="1756701"/>
                  </a:lnTo>
                  <a:lnTo>
                    <a:pt x="3496221" y="1756701"/>
                  </a:lnTo>
                  <a:lnTo>
                    <a:pt x="3495406" y="1756701"/>
                  </a:lnTo>
                  <a:lnTo>
                    <a:pt x="3494591" y="1756701"/>
                  </a:lnTo>
                  <a:lnTo>
                    <a:pt x="3493776" y="1756701"/>
                  </a:lnTo>
                  <a:lnTo>
                    <a:pt x="3492962" y="1756701"/>
                  </a:lnTo>
                  <a:lnTo>
                    <a:pt x="3492147" y="1756701"/>
                  </a:lnTo>
                  <a:lnTo>
                    <a:pt x="3491332" y="1756701"/>
                  </a:lnTo>
                  <a:lnTo>
                    <a:pt x="3490517" y="1756701"/>
                  </a:lnTo>
                  <a:lnTo>
                    <a:pt x="3489702" y="1756701"/>
                  </a:lnTo>
                  <a:lnTo>
                    <a:pt x="3488888" y="1756701"/>
                  </a:lnTo>
                  <a:lnTo>
                    <a:pt x="3488073" y="1756701"/>
                  </a:lnTo>
                  <a:lnTo>
                    <a:pt x="3487258" y="1756701"/>
                  </a:lnTo>
                  <a:lnTo>
                    <a:pt x="3486443" y="1756701"/>
                  </a:lnTo>
                  <a:lnTo>
                    <a:pt x="3485629" y="1756701"/>
                  </a:lnTo>
                  <a:lnTo>
                    <a:pt x="3484814" y="1756701"/>
                  </a:lnTo>
                  <a:lnTo>
                    <a:pt x="3483999" y="1756701"/>
                  </a:lnTo>
                  <a:lnTo>
                    <a:pt x="3483184" y="1756701"/>
                  </a:lnTo>
                  <a:lnTo>
                    <a:pt x="3482369" y="1756701"/>
                  </a:lnTo>
                  <a:lnTo>
                    <a:pt x="3481555" y="1756701"/>
                  </a:lnTo>
                  <a:lnTo>
                    <a:pt x="3480740" y="1756701"/>
                  </a:lnTo>
                  <a:lnTo>
                    <a:pt x="3479925" y="1756701"/>
                  </a:lnTo>
                  <a:lnTo>
                    <a:pt x="3479110" y="1756701"/>
                  </a:lnTo>
                  <a:lnTo>
                    <a:pt x="3478296" y="1756701"/>
                  </a:lnTo>
                  <a:lnTo>
                    <a:pt x="3477481" y="1756701"/>
                  </a:lnTo>
                  <a:lnTo>
                    <a:pt x="3476666" y="1756701"/>
                  </a:lnTo>
                  <a:lnTo>
                    <a:pt x="3475851" y="1756701"/>
                  </a:lnTo>
                  <a:lnTo>
                    <a:pt x="3475036" y="1756701"/>
                  </a:lnTo>
                  <a:lnTo>
                    <a:pt x="3474222" y="1756701"/>
                  </a:lnTo>
                  <a:lnTo>
                    <a:pt x="3473407" y="1756701"/>
                  </a:lnTo>
                  <a:lnTo>
                    <a:pt x="3472592" y="1756701"/>
                  </a:lnTo>
                  <a:lnTo>
                    <a:pt x="3471777" y="1756701"/>
                  </a:lnTo>
                  <a:lnTo>
                    <a:pt x="3470963" y="1756701"/>
                  </a:lnTo>
                  <a:lnTo>
                    <a:pt x="3470148" y="1756701"/>
                  </a:lnTo>
                  <a:lnTo>
                    <a:pt x="3469333" y="1756701"/>
                  </a:lnTo>
                  <a:lnTo>
                    <a:pt x="3468518" y="1756701"/>
                  </a:lnTo>
                  <a:lnTo>
                    <a:pt x="3467703" y="1756701"/>
                  </a:lnTo>
                  <a:lnTo>
                    <a:pt x="3466889" y="1756701"/>
                  </a:lnTo>
                  <a:lnTo>
                    <a:pt x="3466074" y="1756701"/>
                  </a:lnTo>
                  <a:lnTo>
                    <a:pt x="3465259" y="1756701"/>
                  </a:lnTo>
                  <a:lnTo>
                    <a:pt x="3464444" y="1756701"/>
                  </a:lnTo>
                  <a:lnTo>
                    <a:pt x="3463629" y="1756701"/>
                  </a:lnTo>
                  <a:lnTo>
                    <a:pt x="3462815" y="1756701"/>
                  </a:lnTo>
                  <a:lnTo>
                    <a:pt x="3462000" y="1756701"/>
                  </a:lnTo>
                  <a:lnTo>
                    <a:pt x="3461185" y="1756701"/>
                  </a:lnTo>
                  <a:lnTo>
                    <a:pt x="3460370" y="1756701"/>
                  </a:lnTo>
                  <a:lnTo>
                    <a:pt x="3459556" y="1756701"/>
                  </a:lnTo>
                  <a:lnTo>
                    <a:pt x="3458741" y="1756701"/>
                  </a:lnTo>
                  <a:lnTo>
                    <a:pt x="3457926" y="1756701"/>
                  </a:lnTo>
                  <a:lnTo>
                    <a:pt x="3457111" y="1756701"/>
                  </a:lnTo>
                  <a:lnTo>
                    <a:pt x="3456296" y="1756701"/>
                  </a:lnTo>
                  <a:lnTo>
                    <a:pt x="3455482" y="1756701"/>
                  </a:lnTo>
                  <a:lnTo>
                    <a:pt x="3454667" y="1756701"/>
                  </a:lnTo>
                  <a:lnTo>
                    <a:pt x="3453852" y="1756701"/>
                  </a:lnTo>
                  <a:lnTo>
                    <a:pt x="3453037" y="1756701"/>
                  </a:lnTo>
                  <a:lnTo>
                    <a:pt x="3452223" y="1756701"/>
                  </a:lnTo>
                  <a:lnTo>
                    <a:pt x="3451408" y="1756701"/>
                  </a:lnTo>
                  <a:lnTo>
                    <a:pt x="3450593" y="1756701"/>
                  </a:lnTo>
                  <a:lnTo>
                    <a:pt x="3449778" y="1756701"/>
                  </a:lnTo>
                  <a:lnTo>
                    <a:pt x="3448963" y="1756701"/>
                  </a:lnTo>
                  <a:lnTo>
                    <a:pt x="3448149" y="1756701"/>
                  </a:lnTo>
                  <a:lnTo>
                    <a:pt x="3447334" y="1756701"/>
                  </a:lnTo>
                  <a:lnTo>
                    <a:pt x="3446519" y="1756701"/>
                  </a:lnTo>
                  <a:lnTo>
                    <a:pt x="3445704" y="1756701"/>
                  </a:lnTo>
                  <a:lnTo>
                    <a:pt x="3444890" y="1756701"/>
                  </a:lnTo>
                  <a:lnTo>
                    <a:pt x="3444075" y="1756701"/>
                  </a:lnTo>
                  <a:lnTo>
                    <a:pt x="3443260" y="1756701"/>
                  </a:lnTo>
                  <a:lnTo>
                    <a:pt x="3442445" y="1756701"/>
                  </a:lnTo>
                  <a:lnTo>
                    <a:pt x="3441630" y="1756701"/>
                  </a:lnTo>
                  <a:lnTo>
                    <a:pt x="3440816" y="1756701"/>
                  </a:lnTo>
                  <a:lnTo>
                    <a:pt x="3440001" y="1756701"/>
                  </a:lnTo>
                  <a:lnTo>
                    <a:pt x="3439186" y="1756701"/>
                  </a:lnTo>
                  <a:lnTo>
                    <a:pt x="3438371" y="1756701"/>
                  </a:lnTo>
                  <a:lnTo>
                    <a:pt x="3437557" y="1756701"/>
                  </a:lnTo>
                  <a:lnTo>
                    <a:pt x="3436742" y="1756701"/>
                  </a:lnTo>
                  <a:lnTo>
                    <a:pt x="3435927" y="1756701"/>
                  </a:lnTo>
                  <a:lnTo>
                    <a:pt x="3435112" y="1756701"/>
                  </a:lnTo>
                  <a:lnTo>
                    <a:pt x="3434297" y="1756701"/>
                  </a:lnTo>
                  <a:lnTo>
                    <a:pt x="3433483" y="1756701"/>
                  </a:lnTo>
                  <a:lnTo>
                    <a:pt x="3432668" y="1756701"/>
                  </a:lnTo>
                  <a:lnTo>
                    <a:pt x="3431853" y="1756701"/>
                  </a:lnTo>
                  <a:lnTo>
                    <a:pt x="3431038" y="1756701"/>
                  </a:lnTo>
                  <a:lnTo>
                    <a:pt x="3430224" y="1756701"/>
                  </a:lnTo>
                  <a:lnTo>
                    <a:pt x="3429409" y="1756701"/>
                  </a:lnTo>
                  <a:lnTo>
                    <a:pt x="3428594" y="1756701"/>
                  </a:lnTo>
                  <a:lnTo>
                    <a:pt x="3427779" y="1756701"/>
                  </a:lnTo>
                  <a:lnTo>
                    <a:pt x="3426964" y="1756701"/>
                  </a:lnTo>
                  <a:lnTo>
                    <a:pt x="3426150" y="1756701"/>
                  </a:lnTo>
                  <a:lnTo>
                    <a:pt x="3425335" y="1756701"/>
                  </a:lnTo>
                  <a:lnTo>
                    <a:pt x="3424520" y="1756701"/>
                  </a:lnTo>
                  <a:lnTo>
                    <a:pt x="3423705" y="1756701"/>
                  </a:lnTo>
                  <a:lnTo>
                    <a:pt x="3422890" y="1756701"/>
                  </a:lnTo>
                  <a:lnTo>
                    <a:pt x="3422076" y="1756701"/>
                  </a:lnTo>
                  <a:lnTo>
                    <a:pt x="3421261" y="1756701"/>
                  </a:lnTo>
                  <a:lnTo>
                    <a:pt x="3420446" y="1756701"/>
                  </a:lnTo>
                  <a:lnTo>
                    <a:pt x="3419631" y="1756701"/>
                  </a:lnTo>
                  <a:lnTo>
                    <a:pt x="3418817" y="1756701"/>
                  </a:lnTo>
                  <a:lnTo>
                    <a:pt x="3418002" y="1756701"/>
                  </a:lnTo>
                  <a:lnTo>
                    <a:pt x="3417187" y="1756701"/>
                  </a:lnTo>
                  <a:lnTo>
                    <a:pt x="3416372" y="1756701"/>
                  </a:lnTo>
                  <a:lnTo>
                    <a:pt x="3415557" y="1756701"/>
                  </a:lnTo>
                  <a:lnTo>
                    <a:pt x="3414743" y="1756701"/>
                  </a:lnTo>
                  <a:lnTo>
                    <a:pt x="3413928" y="1756701"/>
                  </a:lnTo>
                  <a:lnTo>
                    <a:pt x="3413113" y="1756701"/>
                  </a:lnTo>
                  <a:lnTo>
                    <a:pt x="3412298" y="1756701"/>
                  </a:lnTo>
                  <a:lnTo>
                    <a:pt x="3411484" y="1756701"/>
                  </a:lnTo>
                  <a:lnTo>
                    <a:pt x="3410669" y="1756701"/>
                  </a:lnTo>
                  <a:lnTo>
                    <a:pt x="3409854" y="1756701"/>
                  </a:lnTo>
                  <a:lnTo>
                    <a:pt x="3409039" y="1756701"/>
                  </a:lnTo>
                  <a:lnTo>
                    <a:pt x="3408224" y="1756701"/>
                  </a:lnTo>
                  <a:lnTo>
                    <a:pt x="3407410" y="1756701"/>
                  </a:lnTo>
                  <a:lnTo>
                    <a:pt x="3406595" y="1756701"/>
                  </a:lnTo>
                  <a:lnTo>
                    <a:pt x="3405780" y="1756701"/>
                  </a:lnTo>
                  <a:lnTo>
                    <a:pt x="3404965" y="1756701"/>
                  </a:lnTo>
                  <a:lnTo>
                    <a:pt x="3404151" y="1756701"/>
                  </a:lnTo>
                  <a:lnTo>
                    <a:pt x="3403336" y="1756701"/>
                  </a:lnTo>
                  <a:lnTo>
                    <a:pt x="3402521" y="1756701"/>
                  </a:lnTo>
                  <a:lnTo>
                    <a:pt x="3401706" y="1756701"/>
                  </a:lnTo>
                  <a:lnTo>
                    <a:pt x="3400891" y="1756701"/>
                  </a:lnTo>
                  <a:lnTo>
                    <a:pt x="3400077" y="1756701"/>
                  </a:lnTo>
                  <a:lnTo>
                    <a:pt x="3399262" y="1756701"/>
                  </a:lnTo>
                  <a:lnTo>
                    <a:pt x="3398447" y="1756701"/>
                  </a:lnTo>
                  <a:lnTo>
                    <a:pt x="3397632" y="1756701"/>
                  </a:lnTo>
                  <a:lnTo>
                    <a:pt x="3396818" y="1756701"/>
                  </a:lnTo>
                  <a:lnTo>
                    <a:pt x="3396003" y="1756701"/>
                  </a:lnTo>
                  <a:lnTo>
                    <a:pt x="3395188" y="1756701"/>
                  </a:lnTo>
                  <a:lnTo>
                    <a:pt x="3394373" y="1756701"/>
                  </a:lnTo>
                  <a:lnTo>
                    <a:pt x="3393558" y="1756701"/>
                  </a:lnTo>
                  <a:lnTo>
                    <a:pt x="3392744" y="1756701"/>
                  </a:lnTo>
                  <a:lnTo>
                    <a:pt x="3391929" y="1756701"/>
                  </a:lnTo>
                  <a:lnTo>
                    <a:pt x="3391114" y="1756701"/>
                  </a:lnTo>
                  <a:lnTo>
                    <a:pt x="3390299" y="1756701"/>
                  </a:lnTo>
                  <a:lnTo>
                    <a:pt x="3389485" y="1756701"/>
                  </a:lnTo>
                  <a:lnTo>
                    <a:pt x="3388670" y="1756701"/>
                  </a:lnTo>
                  <a:lnTo>
                    <a:pt x="3387855" y="1756701"/>
                  </a:lnTo>
                  <a:lnTo>
                    <a:pt x="3387040" y="1756701"/>
                  </a:lnTo>
                  <a:lnTo>
                    <a:pt x="3386225" y="1756701"/>
                  </a:lnTo>
                  <a:lnTo>
                    <a:pt x="3385411" y="1756701"/>
                  </a:lnTo>
                  <a:lnTo>
                    <a:pt x="3384596" y="1756701"/>
                  </a:lnTo>
                  <a:lnTo>
                    <a:pt x="3383781" y="1756701"/>
                  </a:lnTo>
                  <a:lnTo>
                    <a:pt x="3382966" y="1756701"/>
                  </a:lnTo>
                  <a:lnTo>
                    <a:pt x="3382151" y="1756701"/>
                  </a:lnTo>
                  <a:lnTo>
                    <a:pt x="3381337" y="1756701"/>
                  </a:lnTo>
                  <a:lnTo>
                    <a:pt x="3380522" y="1756701"/>
                  </a:lnTo>
                  <a:lnTo>
                    <a:pt x="3379707" y="1756701"/>
                  </a:lnTo>
                  <a:lnTo>
                    <a:pt x="3378892" y="1756701"/>
                  </a:lnTo>
                  <a:lnTo>
                    <a:pt x="3378078" y="1756701"/>
                  </a:lnTo>
                  <a:lnTo>
                    <a:pt x="3377263" y="1756701"/>
                  </a:lnTo>
                  <a:lnTo>
                    <a:pt x="3376448" y="1756701"/>
                  </a:lnTo>
                  <a:lnTo>
                    <a:pt x="3375633" y="1756701"/>
                  </a:lnTo>
                  <a:lnTo>
                    <a:pt x="3374818" y="1756701"/>
                  </a:lnTo>
                  <a:lnTo>
                    <a:pt x="3374004" y="1756701"/>
                  </a:lnTo>
                  <a:lnTo>
                    <a:pt x="3373189" y="1756701"/>
                  </a:lnTo>
                  <a:lnTo>
                    <a:pt x="3372374" y="1756701"/>
                  </a:lnTo>
                  <a:lnTo>
                    <a:pt x="3371559" y="1756701"/>
                  </a:lnTo>
                  <a:lnTo>
                    <a:pt x="3370745" y="1756701"/>
                  </a:lnTo>
                  <a:lnTo>
                    <a:pt x="3369930" y="1756701"/>
                  </a:lnTo>
                  <a:lnTo>
                    <a:pt x="3369115" y="1756701"/>
                  </a:lnTo>
                  <a:lnTo>
                    <a:pt x="3368300" y="1756701"/>
                  </a:lnTo>
                  <a:lnTo>
                    <a:pt x="3367485" y="1756701"/>
                  </a:lnTo>
                  <a:lnTo>
                    <a:pt x="3366671" y="1756701"/>
                  </a:lnTo>
                  <a:lnTo>
                    <a:pt x="3365856" y="1756701"/>
                  </a:lnTo>
                  <a:lnTo>
                    <a:pt x="3365041" y="1756701"/>
                  </a:lnTo>
                  <a:lnTo>
                    <a:pt x="3364226" y="1756701"/>
                  </a:lnTo>
                  <a:lnTo>
                    <a:pt x="3363412" y="1756701"/>
                  </a:lnTo>
                  <a:lnTo>
                    <a:pt x="3362597" y="1756701"/>
                  </a:lnTo>
                  <a:lnTo>
                    <a:pt x="3361782" y="1756701"/>
                  </a:lnTo>
                  <a:lnTo>
                    <a:pt x="3360967" y="1756701"/>
                  </a:lnTo>
                  <a:lnTo>
                    <a:pt x="3360152" y="1756701"/>
                  </a:lnTo>
                  <a:lnTo>
                    <a:pt x="3359338" y="1756701"/>
                  </a:lnTo>
                  <a:lnTo>
                    <a:pt x="3358523" y="1756701"/>
                  </a:lnTo>
                  <a:lnTo>
                    <a:pt x="3357708" y="1756701"/>
                  </a:lnTo>
                  <a:lnTo>
                    <a:pt x="3356893" y="1756701"/>
                  </a:lnTo>
                  <a:lnTo>
                    <a:pt x="3356079" y="1756701"/>
                  </a:lnTo>
                  <a:lnTo>
                    <a:pt x="3355264" y="1756701"/>
                  </a:lnTo>
                  <a:lnTo>
                    <a:pt x="3354449" y="1756701"/>
                  </a:lnTo>
                  <a:lnTo>
                    <a:pt x="3353634" y="1756701"/>
                  </a:lnTo>
                  <a:lnTo>
                    <a:pt x="3352819" y="1756701"/>
                  </a:lnTo>
                  <a:lnTo>
                    <a:pt x="3352005" y="1756701"/>
                  </a:lnTo>
                  <a:lnTo>
                    <a:pt x="3351190" y="1756701"/>
                  </a:lnTo>
                  <a:lnTo>
                    <a:pt x="3350375" y="1756701"/>
                  </a:lnTo>
                  <a:lnTo>
                    <a:pt x="3349560" y="1756701"/>
                  </a:lnTo>
                  <a:lnTo>
                    <a:pt x="3348746" y="1756701"/>
                  </a:lnTo>
                  <a:lnTo>
                    <a:pt x="3347931" y="1756701"/>
                  </a:lnTo>
                  <a:lnTo>
                    <a:pt x="3347116" y="1756701"/>
                  </a:lnTo>
                  <a:lnTo>
                    <a:pt x="3346301" y="1756701"/>
                  </a:lnTo>
                  <a:lnTo>
                    <a:pt x="3345486" y="1756701"/>
                  </a:lnTo>
                  <a:lnTo>
                    <a:pt x="3344672" y="1756701"/>
                  </a:lnTo>
                  <a:lnTo>
                    <a:pt x="3343857" y="1756701"/>
                  </a:lnTo>
                  <a:lnTo>
                    <a:pt x="3343042" y="1756701"/>
                  </a:lnTo>
                  <a:lnTo>
                    <a:pt x="3342227" y="1756701"/>
                  </a:lnTo>
                  <a:lnTo>
                    <a:pt x="3341412" y="1756701"/>
                  </a:lnTo>
                  <a:lnTo>
                    <a:pt x="3340598" y="1756701"/>
                  </a:lnTo>
                  <a:lnTo>
                    <a:pt x="3339783" y="1756701"/>
                  </a:lnTo>
                  <a:lnTo>
                    <a:pt x="3338968" y="1756701"/>
                  </a:lnTo>
                  <a:lnTo>
                    <a:pt x="3338153" y="1756701"/>
                  </a:lnTo>
                  <a:lnTo>
                    <a:pt x="3337339" y="1756701"/>
                  </a:lnTo>
                  <a:lnTo>
                    <a:pt x="3336524" y="1756701"/>
                  </a:lnTo>
                  <a:lnTo>
                    <a:pt x="3335709" y="1756701"/>
                  </a:lnTo>
                  <a:lnTo>
                    <a:pt x="3334894" y="1756701"/>
                  </a:lnTo>
                  <a:lnTo>
                    <a:pt x="3334079" y="1756701"/>
                  </a:lnTo>
                  <a:lnTo>
                    <a:pt x="3333265" y="1756701"/>
                  </a:lnTo>
                  <a:lnTo>
                    <a:pt x="3332450" y="1756701"/>
                  </a:lnTo>
                  <a:lnTo>
                    <a:pt x="3331635" y="1756701"/>
                  </a:lnTo>
                  <a:lnTo>
                    <a:pt x="3330820" y="1756701"/>
                  </a:lnTo>
                  <a:lnTo>
                    <a:pt x="3330006" y="1756701"/>
                  </a:lnTo>
                  <a:lnTo>
                    <a:pt x="3329191" y="1756701"/>
                  </a:lnTo>
                  <a:lnTo>
                    <a:pt x="3328376" y="1756701"/>
                  </a:lnTo>
                  <a:lnTo>
                    <a:pt x="3327561" y="1756701"/>
                  </a:lnTo>
                  <a:lnTo>
                    <a:pt x="3326746" y="1756701"/>
                  </a:lnTo>
                  <a:lnTo>
                    <a:pt x="3325932" y="1756701"/>
                  </a:lnTo>
                  <a:lnTo>
                    <a:pt x="3325117" y="1756701"/>
                  </a:lnTo>
                  <a:lnTo>
                    <a:pt x="3324302" y="1756701"/>
                  </a:lnTo>
                  <a:lnTo>
                    <a:pt x="3323487" y="1756701"/>
                  </a:lnTo>
                  <a:lnTo>
                    <a:pt x="3322673" y="1756701"/>
                  </a:lnTo>
                  <a:lnTo>
                    <a:pt x="3321858" y="1756701"/>
                  </a:lnTo>
                  <a:lnTo>
                    <a:pt x="3321043" y="1756701"/>
                  </a:lnTo>
                  <a:lnTo>
                    <a:pt x="3320228" y="1756701"/>
                  </a:lnTo>
                  <a:lnTo>
                    <a:pt x="3319413" y="1756701"/>
                  </a:lnTo>
                  <a:lnTo>
                    <a:pt x="3318599" y="1756701"/>
                  </a:lnTo>
                  <a:lnTo>
                    <a:pt x="3317784" y="1756701"/>
                  </a:lnTo>
                  <a:lnTo>
                    <a:pt x="3316969" y="1756701"/>
                  </a:lnTo>
                  <a:lnTo>
                    <a:pt x="3316154" y="1756701"/>
                  </a:lnTo>
                  <a:lnTo>
                    <a:pt x="3315340" y="1756701"/>
                  </a:lnTo>
                  <a:lnTo>
                    <a:pt x="3314525" y="1756701"/>
                  </a:lnTo>
                  <a:lnTo>
                    <a:pt x="3313710" y="1756701"/>
                  </a:lnTo>
                  <a:lnTo>
                    <a:pt x="3312895" y="1756701"/>
                  </a:lnTo>
                  <a:lnTo>
                    <a:pt x="3312080" y="1756701"/>
                  </a:lnTo>
                  <a:lnTo>
                    <a:pt x="3311266" y="1756701"/>
                  </a:lnTo>
                  <a:lnTo>
                    <a:pt x="3310451" y="1756701"/>
                  </a:lnTo>
                  <a:lnTo>
                    <a:pt x="3309636" y="1756701"/>
                  </a:lnTo>
                  <a:lnTo>
                    <a:pt x="3308821" y="1756701"/>
                  </a:lnTo>
                  <a:lnTo>
                    <a:pt x="3308007" y="1756701"/>
                  </a:lnTo>
                  <a:lnTo>
                    <a:pt x="3307192" y="1756701"/>
                  </a:lnTo>
                  <a:lnTo>
                    <a:pt x="3306377" y="1756701"/>
                  </a:lnTo>
                  <a:lnTo>
                    <a:pt x="3305562" y="1756701"/>
                  </a:lnTo>
                  <a:lnTo>
                    <a:pt x="3304747" y="1756701"/>
                  </a:lnTo>
                  <a:lnTo>
                    <a:pt x="3303933" y="1756701"/>
                  </a:lnTo>
                  <a:lnTo>
                    <a:pt x="3303118" y="1756701"/>
                  </a:lnTo>
                  <a:lnTo>
                    <a:pt x="3302303" y="1756701"/>
                  </a:lnTo>
                  <a:lnTo>
                    <a:pt x="3301488" y="1756701"/>
                  </a:lnTo>
                  <a:lnTo>
                    <a:pt x="3300673" y="1756701"/>
                  </a:lnTo>
                  <a:lnTo>
                    <a:pt x="3299859" y="1756701"/>
                  </a:lnTo>
                  <a:lnTo>
                    <a:pt x="3299044" y="1756701"/>
                  </a:lnTo>
                  <a:lnTo>
                    <a:pt x="3298229" y="1756701"/>
                  </a:lnTo>
                  <a:lnTo>
                    <a:pt x="3297414" y="1756701"/>
                  </a:lnTo>
                  <a:lnTo>
                    <a:pt x="3296600" y="1756701"/>
                  </a:lnTo>
                  <a:lnTo>
                    <a:pt x="3295785" y="1756701"/>
                  </a:lnTo>
                  <a:lnTo>
                    <a:pt x="3294970" y="1756701"/>
                  </a:lnTo>
                  <a:lnTo>
                    <a:pt x="3294155" y="1756701"/>
                  </a:lnTo>
                  <a:lnTo>
                    <a:pt x="3293340" y="1756701"/>
                  </a:lnTo>
                  <a:lnTo>
                    <a:pt x="3292526" y="1756701"/>
                  </a:lnTo>
                  <a:lnTo>
                    <a:pt x="3291711" y="1756701"/>
                  </a:lnTo>
                  <a:lnTo>
                    <a:pt x="3290896" y="1756701"/>
                  </a:lnTo>
                  <a:lnTo>
                    <a:pt x="3290081" y="1756701"/>
                  </a:lnTo>
                  <a:lnTo>
                    <a:pt x="3289267" y="1756701"/>
                  </a:lnTo>
                  <a:lnTo>
                    <a:pt x="3288452" y="1756701"/>
                  </a:lnTo>
                  <a:lnTo>
                    <a:pt x="3287637" y="1756701"/>
                  </a:lnTo>
                  <a:lnTo>
                    <a:pt x="3286822" y="1756701"/>
                  </a:lnTo>
                  <a:lnTo>
                    <a:pt x="3286007" y="1756701"/>
                  </a:lnTo>
                  <a:lnTo>
                    <a:pt x="3285193" y="1756701"/>
                  </a:lnTo>
                  <a:lnTo>
                    <a:pt x="3284378" y="1756701"/>
                  </a:lnTo>
                  <a:lnTo>
                    <a:pt x="3283563" y="1756701"/>
                  </a:lnTo>
                  <a:lnTo>
                    <a:pt x="3282748" y="1756701"/>
                  </a:lnTo>
                  <a:lnTo>
                    <a:pt x="3281934" y="1756701"/>
                  </a:lnTo>
                  <a:lnTo>
                    <a:pt x="3281119" y="1756701"/>
                  </a:lnTo>
                  <a:lnTo>
                    <a:pt x="3280304" y="1756701"/>
                  </a:lnTo>
                  <a:lnTo>
                    <a:pt x="3279489" y="1756701"/>
                  </a:lnTo>
                  <a:lnTo>
                    <a:pt x="3278674" y="1756701"/>
                  </a:lnTo>
                  <a:lnTo>
                    <a:pt x="3277860" y="1756701"/>
                  </a:lnTo>
                  <a:lnTo>
                    <a:pt x="3277045" y="1756701"/>
                  </a:lnTo>
                  <a:lnTo>
                    <a:pt x="3276230" y="1756701"/>
                  </a:lnTo>
                  <a:lnTo>
                    <a:pt x="3275415" y="1756701"/>
                  </a:lnTo>
                  <a:lnTo>
                    <a:pt x="3274601" y="1756701"/>
                  </a:lnTo>
                  <a:lnTo>
                    <a:pt x="3273786" y="1756701"/>
                  </a:lnTo>
                  <a:lnTo>
                    <a:pt x="3272971" y="1756701"/>
                  </a:lnTo>
                  <a:lnTo>
                    <a:pt x="3272156" y="1756701"/>
                  </a:lnTo>
                  <a:lnTo>
                    <a:pt x="3271341" y="1756701"/>
                  </a:lnTo>
                  <a:lnTo>
                    <a:pt x="3270527" y="1756701"/>
                  </a:lnTo>
                  <a:lnTo>
                    <a:pt x="3269712" y="1756701"/>
                  </a:lnTo>
                  <a:lnTo>
                    <a:pt x="3268897" y="1756701"/>
                  </a:lnTo>
                  <a:lnTo>
                    <a:pt x="3268082" y="1756701"/>
                  </a:lnTo>
                  <a:lnTo>
                    <a:pt x="3267268" y="1756701"/>
                  </a:lnTo>
                  <a:lnTo>
                    <a:pt x="3266453" y="1756701"/>
                  </a:lnTo>
                  <a:lnTo>
                    <a:pt x="3265638" y="1756701"/>
                  </a:lnTo>
                  <a:lnTo>
                    <a:pt x="3264823" y="1756701"/>
                  </a:lnTo>
                  <a:lnTo>
                    <a:pt x="3264008" y="1756701"/>
                  </a:lnTo>
                  <a:lnTo>
                    <a:pt x="3263194" y="1756701"/>
                  </a:lnTo>
                  <a:lnTo>
                    <a:pt x="3262379" y="1756701"/>
                  </a:lnTo>
                  <a:lnTo>
                    <a:pt x="3261564" y="1756701"/>
                  </a:lnTo>
                  <a:lnTo>
                    <a:pt x="3260749" y="1756701"/>
                  </a:lnTo>
                  <a:lnTo>
                    <a:pt x="3259934" y="1756701"/>
                  </a:lnTo>
                  <a:lnTo>
                    <a:pt x="3259120" y="1756701"/>
                  </a:lnTo>
                  <a:lnTo>
                    <a:pt x="3258305" y="1756701"/>
                  </a:lnTo>
                  <a:lnTo>
                    <a:pt x="3257490" y="1756701"/>
                  </a:lnTo>
                  <a:lnTo>
                    <a:pt x="3256675" y="1756701"/>
                  </a:lnTo>
                  <a:lnTo>
                    <a:pt x="3255861" y="1756701"/>
                  </a:lnTo>
                  <a:lnTo>
                    <a:pt x="3255046" y="1756701"/>
                  </a:lnTo>
                  <a:lnTo>
                    <a:pt x="3254231" y="1756701"/>
                  </a:lnTo>
                  <a:lnTo>
                    <a:pt x="3253416" y="1756701"/>
                  </a:lnTo>
                  <a:lnTo>
                    <a:pt x="3252601" y="1756701"/>
                  </a:lnTo>
                  <a:lnTo>
                    <a:pt x="3251787" y="1756701"/>
                  </a:lnTo>
                  <a:lnTo>
                    <a:pt x="3250972" y="1756701"/>
                  </a:lnTo>
                  <a:lnTo>
                    <a:pt x="3250157" y="1756701"/>
                  </a:lnTo>
                  <a:lnTo>
                    <a:pt x="3249342" y="1756701"/>
                  </a:lnTo>
                  <a:lnTo>
                    <a:pt x="3248528" y="1756701"/>
                  </a:lnTo>
                  <a:lnTo>
                    <a:pt x="3247713" y="1756701"/>
                  </a:lnTo>
                  <a:lnTo>
                    <a:pt x="3246898" y="1756701"/>
                  </a:lnTo>
                  <a:lnTo>
                    <a:pt x="3246083" y="1756701"/>
                  </a:lnTo>
                  <a:lnTo>
                    <a:pt x="3245268" y="1756701"/>
                  </a:lnTo>
                  <a:lnTo>
                    <a:pt x="3244454" y="1756701"/>
                  </a:lnTo>
                  <a:lnTo>
                    <a:pt x="3243639" y="1756701"/>
                  </a:lnTo>
                  <a:lnTo>
                    <a:pt x="3242824" y="1756701"/>
                  </a:lnTo>
                  <a:lnTo>
                    <a:pt x="3242009" y="1756701"/>
                  </a:lnTo>
                  <a:lnTo>
                    <a:pt x="3241195" y="1756701"/>
                  </a:lnTo>
                  <a:lnTo>
                    <a:pt x="3240380" y="1756701"/>
                  </a:lnTo>
                  <a:lnTo>
                    <a:pt x="3239565" y="1756701"/>
                  </a:lnTo>
                  <a:lnTo>
                    <a:pt x="3238750" y="1756701"/>
                  </a:lnTo>
                  <a:lnTo>
                    <a:pt x="3237935" y="1756701"/>
                  </a:lnTo>
                  <a:lnTo>
                    <a:pt x="3237121" y="1756701"/>
                  </a:lnTo>
                  <a:lnTo>
                    <a:pt x="3236306" y="1756701"/>
                  </a:lnTo>
                  <a:lnTo>
                    <a:pt x="3235491" y="1756701"/>
                  </a:lnTo>
                  <a:lnTo>
                    <a:pt x="3234676" y="1756701"/>
                  </a:lnTo>
                  <a:lnTo>
                    <a:pt x="3233862" y="1756701"/>
                  </a:lnTo>
                  <a:lnTo>
                    <a:pt x="3233047" y="1756701"/>
                  </a:lnTo>
                  <a:lnTo>
                    <a:pt x="3232232" y="1756701"/>
                  </a:lnTo>
                  <a:lnTo>
                    <a:pt x="3231417" y="1756701"/>
                  </a:lnTo>
                  <a:lnTo>
                    <a:pt x="3230602" y="1756701"/>
                  </a:lnTo>
                  <a:lnTo>
                    <a:pt x="3229788" y="1756701"/>
                  </a:lnTo>
                  <a:lnTo>
                    <a:pt x="3228973" y="1756701"/>
                  </a:lnTo>
                  <a:lnTo>
                    <a:pt x="3228158" y="1756701"/>
                  </a:lnTo>
                  <a:lnTo>
                    <a:pt x="3227343" y="1756701"/>
                  </a:lnTo>
                  <a:lnTo>
                    <a:pt x="3226529" y="1756701"/>
                  </a:lnTo>
                  <a:lnTo>
                    <a:pt x="3225714" y="1756701"/>
                  </a:lnTo>
                  <a:lnTo>
                    <a:pt x="3224899" y="1756701"/>
                  </a:lnTo>
                  <a:lnTo>
                    <a:pt x="3224084" y="1756701"/>
                  </a:lnTo>
                  <a:lnTo>
                    <a:pt x="3223269" y="1756701"/>
                  </a:lnTo>
                  <a:lnTo>
                    <a:pt x="3222455" y="1756701"/>
                  </a:lnTo>
                  <a:lnTo>
                    <a:pt x="3221640" y="1756701"/>
                  </a:lnTo>
                  <a:lnTo>
                    <a:pt x="3220825" y="1756701"/>
                  </a:lnTo>
                  <a:lnTo>
                    <a:pt x="3220010" y="1756701"/>
                  </a:lnTo>
                  <a:lnTo>
                    <a:pt x="3219195" y="1756701"/>
                  </a:lnTo>
                  <a:lnTo>
                    <a:pt x="3218381" y="1756701"/>
                  </a:lnTo>
                  <a:lnTo>
                    <a:pt x="3217566" y="1756701"/>
                  </a:lnTo>
                  <a:lnTo>
                    <a:pt x="3216751" y="1756701"/>
                  </a:lnTo>
                  <a:lnTo>
                    <a:pt x="3215936" y="1756701"/>
                  </a:lnTo>
                  <a:lnTo>
                    <a:pt x="3215122" y="1756701"/>
                  </a:lnTo>
                  <a:lnTo>
                    <a:pt x="3214307" y="1756701"/>
                  </a:lnTo>
                  <a:lnTo>
                    <a:pt x="3213492" y="1756701"/>
                  </a:lnTo>
                  <a:lnTo>
                    <a:pt x="3212677" y="1756701"/>
                  </a:lnTo>
                  <a:lnTo>
                    <a:pt x="3211862" y="1756701"/>
                  </a:lnTo>
                  <a:lnTo>
                    <a:pt x="3211048" y="1756701"/>
                  </a:lnTo>
                  <a:lnTo>
                    <a:pt x="3210233" y="1756701"/>
                  </a:lnTo>
                  <a:lnTo>
                    <a:pt x="3209418" y="1756701"/>
                  </a:lnTo>
                  <a:lnTo>
                    <a:pt x="3208603" y="1756701"/>
                  </a:lnTo>
                  <a:lnTo>
                    <a:pt x="3207789" y="1756701"/>
                  </a:lnTo>
                  <a:lnTo>
                    <a:pt x="3206974" y="1756701"/>
                  </a:lnTo>
                  <a:lnTo>
                    <a:pt x="3206159" y="1756701"/>
                  </a:lnTo>
                  <a:lnTo>
                    <a:pt x="3205344" y="1756701"/>
                  </a:lnTo>
                  <a:lnTo>
                    <a:pt x="3204529" y="1756701"/>
                  </a:lnTo>
                  <a:lnTo>
                    <a:pt x="3203715" y="1756701"/>
                  </a:lnTo>
                  <a:lnTo>
                    <a:pt x="3202900" y="1756701"/>
                  </a:lnTo>
                  <a:lnTo>
                    <a:pt x="3202085" y="1756701"/>
                  </a:lnTo>
                  <a:lnTo>
                    <a:pt x="3201270" y="1756701"/>
                  </a:lnTo>
                  <a:lnTo>
                    <a:pt x="3200456" y="1756701"/>
                  </a:lnTo>
                  <a:lnTo>
                    <a:pt x="3199641" y="1756701"/>
                  </a:lnTo>
                  <a:lnTo>
                    <a:pt x="3198826" y="1756701"/>
                  </a:lnTo>
                  <a:lnTo>
                    <a:pt x="3198011" y="1756701"/>
                  </a:lnTo>
                  <a:lnTo>
                    <a:pt x="3197196" y="1756701"/>
                  </a:lnTo>
                  <a:lnTo>
                    <a:pt x="3196382" y="1756701"/>
                  </a:lnTo>
                  <a:lnTo>
                    <a:pt x="3195567" y="1756701"/>
                  </a:lnTo>
                  <a:lnTo>
                    <a:pt x="3194752" y="1756701"/>
                  </a:lnTo>
                  <a:lnTo>
                    <a:pt x="3193937" y="1756701"/>
                  </a:lnTo>
                  <a:lnTo>
                    <a:pt x="3193123" y="1756701"/>
                  </a:lnTo>
                  <a:lnTo>
                    <a:pt x="3192308" y="1756701"/>
                  </a:lnTo>
                  <a:lnTo>
                    <a:pt x="3191493" y="1756701"/>
                  </a:lnTo>
                  <a:lnTo>
                    <a:pt x="3190678" y="1756701"/>
                  </a:lnTo>
                  <a:lnTo>
                    <a:pt x="3189863" y="1756701"/>
                  </a:lnTo>
                  <a:lnTo>
                    <a:pt x="3189049" y="1756701"/>
                  </a:lnTo>
                  <a:lnTo>
                    <a:pt x="3188234" y="1756701"/>
                  </a:lnTo>
                  <a:lnTo>
                    <a:pt x="3187419" y="1756701"/>
                  </a:lnTo>
                  <a:lnTo>
                    <a:pt x="3186604" y="1756701"/>
                  </a:lnTo>
                  <a:lnTo>
                    <a:pt x="3185789" y="1756701"/>
                  </a:lnTo>
                  <a:lnTo>
                    <a:pt x="3184975" y="1756701"/>
                  </a:lnTo>
                  <a:lnTo>
                    <a:pt x="3184160" y="1756701"/>
                  </a:lnTo>
                  <a:lnTo>
                    <a:pt x="3183345" y="1756701"/>
                  </a:lnTo>
                  <a:lnTo>
                    <a:pt x="3182530" y="1756701"/>
                  </a:lnTo>
                  <a:lnTo>
                    <a:pt x="3181716" y="1756701"/>
                  </a:lnTo>
                  <a:lnTo>
                    <a:pt x="3180901" y="1756701"/>
                  </a:lnTo>
                  <a:lnTo>
                    <a:pt x="3180086" y="1756701"/>
                  </a:lnTo>
                  <a:lnTo>
                    <a:pt x="3179271" y="1756701"/>
                  </a:lnTo>
                  <a:lnTo>
                    <a:pt x="3178456" y="1756701"/>
                  </a:lnTo>
                  <a:lnTo>
                    <a:pt x="3177642" y="1756701"/>
                  </a:lnTo>
                  <a:lnTo>
                    <a:pt x="3176827" y="1756701"/>
                  </a:lnTo>
                  <a:lnTo>
                    <a:pt x="3176012" y="1756701"/>
                  </a:lnTo>
                  <a:lnTo>
                    <a:pt x="3175197" y="1756701"/>
                  </a:lnTo>
                  <a:lnTo>
                    <a:pt x="3174383" y="1756701"/>
                  </a:lnTo>
                  <a:lnTo>
                    <a:pt x="3173568" y="1756701"/>
                  </a:lnTo>
                  <a:lnTo>
                    <a:pt x="3172753" y="1756701"/>
                  </a:lnTo>
                  <a:lnTo>
                    <a:pt x="3171938" y="1756701"/>
                  </a:lnTo>
                  <a:lnTo>
                    <a:pt x="3171123" y="1756701"/>
                  </a:lnTo>
                  <a:lnTo>
                    <a:pt x="3170309" y="1756701"/>
                  </a:lnTo>
                  <a:lnTo>
                    <a:pt x="3169494" y="1756701"/>
                  </a:lnTo>
                  <a:lnTo>
                    <a:pt x="3168679" y="1756701"/>
                  </a:lnTo>
                  <a:lnTo>
                    <a:pt x="3167864" y="1756701"/>
                  </a:lnTo>
                  <a:lnTo>
                    <a:pt x="3167050" y="1756701"/>
                  </a:lnTo>
                  <a:lnTo>
                    <a:pt x="3166235" y="1756701"/>
                  </a:lnTo>
                  <a:lnTo>
                    <a:pt x="3165420" y="1756701"/>
                  </a:lnTo>
                  <a:lnTo>
                    <a:pt x="3164605" y="1756701"/>
                  </a:lnTo>
                  <a:lnTo>
                    <a:pt x="3163790" y="1756701"/>
                  </a:lnTo>
                  <a:lnTo>
                    <a:pt x="3162976" y="1756701"/>
                  </a:lnTo>
                  <a:lnTo>
                    <a:pt x="3162161" y="1756701"/>
                  </a:lnTo>
                  <a:lnTo>
                    <a:pt x="3161346" y="1756701"/>
                  </a:lnTo>
                  <a:lnTo>
                    <a:pt x="3160531" y="1756701"/>
                  </a:lnTo>
                  <a:lnTo>
                    <a:pt x="3159717" y="1756701"/>
                  </a:lnTo>
                  <a:lnTo>
                    <a:pt x="3158902" y="1756701"/>
                  </a:lnTo>
                  <a:lnTo>
                    <a:pt x="3158087" y="1756701"/>
                  </a:lnTo>
                  <a:lnTo>
                    <a:pt x="3157272" y="1756701"/>
                  </a:lnTo>
                  <a:lnTo>
                    <a:pt x="3156457" y="1756701"/>
                  </a:lnTo>
                  <a:lnTo>
                    <a:pt x="3155643" y="1756701"/>
                  </a:lnTo>
                  <a:lnTo>
                    <a:pt x="3154828" y="1756701"/>
                  </a:lnTo>
                  <a:lnTo>
                    <a:pt x="3154013" y="1756701"/>
                  </a:lnTo>
                  <a:lnTo>
                    <a:pt x="3153198" y="1756701"/>
                  </a:lnTo>
                  <a:lnTo>
                    <a:pt x="3152384" y="1756701"/>
                  </a:lnTo>
                  <a:lnTo>
                    <a:pt x="3151569" y="1756701"/>
                  </a:lnTo>
                  <a:lnTo>
                    <a:pt x="3150754" y="1756701"/>
                  </a:lnTo>
                  <a:lnTo>
                    <a:pt x="3149939" y="1756701"/>
                  </a:lnTo>
                  <a:lnTo>
                    <a:pt x="3149124" y="1756701"/>
                  </a:lnTo>
                  <a:lnTo>
                    <a:pt x="3148310" y="1756701"/>
                  </a:lnTo>
                  <a:lnTo>
                    <a:pt x="3147495" y="1756701"/>
                  </a:lnTo>
                  <a:lnTo>
                    <a:pt x="3146680" y="1756701"/>
                  </a:lnTo>
                  <a:lnTo>
                    <a:pt x="3145865" y="1756701"/>
                  </a:lnTo>
                  <a:lnTo>
                    <a:pt x="3145050" y="1756701"/>
                  </a:lnTo>
                  <a:lnTo>
                    <a:pt x="3144236" y="1756701"/>
                  </a:lnTo>
                  <a:lnTo>
                    <a:pt x="3143421" y="1756701"/>
                  </a:lnTo>
                  <a:lnTo>
                    <a:pt x="3142606" y="1756701"/>
                  </a:lnTo>
                  <a:lnTo>
                    <a:pt x="3141791" y="1756701"/>
                  </a:lnTo>
                  <a:lnTo>
                    <a:pt x="3140977" y="1756701"/>
                  </a:lnTo>
                  <a:lnTo>
                    <a:pt x="3140162" y="1756701"/>
                  </a:lnTo>
                  <a:lnTo>
                    <a:pt x="3139347" y="1756701"/>
                  </a:lnTo>
                  <a:lnTo>
                    <a:pt x="3138532" y="1756701"/>
                  </a:lnTo>
                  <a:lnTo>
                    <a:pt x="3137717" y="1756701"/>
                  </a:lnTo>
                  <a:lnTo>
                    <a:pt x="3136903" y="1756701"/>
                  </a:lnTo>
                  <a:lnTo>
                    <a:pt x="3136088" y="1756701"/>
                  </a:lnTo>
                  <a:lnTo>
                    <a:pt x="3135273" y="1756701"/>
                  </a:lnTo>
                  <a:lnTo>
                    <a:pt x="3134458" y="1756701"/>
                  </a:lnTo>
                  <a:lnTo>
                    <a:pt x="3133644" y="1756701"/>
                  </a:lnTo>
                  <a:lnTo>
                    <a:pt x="3132829" y="1756701"/>
                  </a:lnTo>
                  <a:lnTo>
                    <a:pt x="3132014" y="1756701"/>
                  </a:lnTo>
                  <a:lnTo>
                    <a:pt x="3131199" y="1756701"/>
                  </a:lnTo>
                  <a:lnTo>
                    <a:pt x="3130384" y="1756701"/>
                  </a:lnTo>
                  <a:lnTo>
                    <a:pt x="3129570" y="1756701"/>
                  </a:lnTo>
                  <a:lnTo>
                    <a:pt x="3128755" y="1756701"/>
                  </a:lnTo>
                  <a:lnTo>
                    <a:pt x="3127940" y="1756701"/>
                  </a:lnTo>
                  <a:lnTo>
                    <a:pt x="3127125" y="1756701"/>
                  </a:lnTo>
                  <a:lnTo>
                    <a:pt x="3126311" y="1756701"/>
                  </a:lnTo>
                  <a:lnTo>
                    <a:pt x="3125496" y="1756701"/>
                  </a:lnTo>
                  <a:lnTo>
                    <a:pt x="3124681" y="1756701"/>
                  </a:lnTo>
                  <a:lnTo>
                    <a:pt x="3123866" y="1756701"/>
                  </a:lnTo>
                  <a:lnTo>
                    <a:pt x="3123051" y="1756701"/>
                  </a:lnTo>
                  <a:lnTo>
                    <a:pt x="3122237" y="1756701"/>
                  </a:lnTo>
                  <a:lnTo>
                    <a:pt x="3121422" y="1756701"/>
                  </a:lnTo>
                  <a:lnTo>
                    <a:pt x="3120607" y="1756701"/>
                  </a:lnTo>
                  <a:lnTo>
                    <a:pt x="3119792" y="1756701"/>
                  </a:lnTo>
                  <a:lnTo>
                    <a:pt x="3118978" y="1756701"/>
                  </a:lnTo>
                  <a:lnTo>
                    <a:pt x="3118163" y="1756701"/>
                  </a:lnTo>
                  <a:lnTo>
                    <a:pt x="3117348" y="1756701"/>
                  </a:lnTo>
                  <a:lnTo>
                    <a:pt x="3116533" y="1756701"/>
                  </a:lnTo>
                  <a:lnTo>
                    <a:pt x="3115718" y="1756701"/>
                  </a:lnTo>
                  <a:lnTo>
                    <a:pt x="3114904" y="1756701"/>
                  </a:lnTo>
                  <a:lnTo>
                    <a:pt x="3114089" y="1756701"/>
                  </a:lnTo>
                  <a:lnTo>
                    <a:pt x="3113274" y="1756701"/>
                  </a:lnTo>
                  <a:lnTo>
                    <a:pt x="3112459" y="1756701"/>
                  </a:lnTo>
                  <a:lnTo>
                    <a:pt x="3111645" y="1756701"/>
                  </a:lnTo>
                  <a:lnTo>
                    <a:pt x="3110830" y="1756701"/>
                  </a:lnTo>
                  <a:lnTo>
                    <a:pt x="3110015" y="1756701"/>
                  </a:lnTo>
                  <a:lnTo>
                    <a:pt x="3109200" y="1756701"/>
                  </a:lnTo>
                  <a:lnTo>
                    <a:pt x="3108385" y="1756701"/>
                  </a:lnTo>
                  <a:lnTo>
                    <a:pt x="3107571" y="1756701"/>
                  </a:lnTo>
                  <a:lnTo>
                    <a:pt x="3106756" y="1756701"/>
                  </a:lnTo>
                  <a:lnTo>
                    <a:pt x="3105941" y="1756701"/>
                  </a:lnTo>
                  <a:lnTo>
                    <a:pt x="3105126" y="1756701"/>
                  </a:lnTo>
                  <a:lnTo>
                    <a:pt x="3104311" y="1756701"/>
                  </a:lnTo>
                  <a:lnTo>
                    <a:pt x="3103497" y="1756701"/>
                  </a:lnTo>
                  <a:lnTo>
                    <a:pt x="3102682" y="1756701"/>
                  </a:lnTo>
                  <a:lnTo>
                    <a:pt x="3101867" y="1756701"/>
                  </a:lnTo>
                  <a:lnTo>
                    <a:pt x="3101052" y="1756701"/>
                  </a:lnTo>
                  <a:lnTo>
                    <a:pt x="3100238" y="1756701"/>
                  </a:lnTo>
                  <a:lnTo>
                    <a:pt x="3099423" y="1756701"/>
                  </a:lnTo>
                  <a:lnTo>
                    <a:pt x="3098608" y="1756701"/>
                  </a:lnTo>
                  <a:lnTo>
                    <a:pt x="3097793" y="1756701"/>
                  </a:lnTo>
                  <a:lnTo>
                    <a:pt x="3096978" y="1756701"/>
                  </a:lnTo>
                  <a:lnTo>
                    <a:pt x="3096164" y="1756701"/>
                  </a:lnTo>
                  <a:lnTo>
                    <a:pt x="3095349" y="1756701"/>
                  </a:lnTo>
                  <a:lnTo>
                    <a:pt x="3094534" y="1756701"/>
                  </a:lnTo>
                  <a:lnTo>
                    <a:pt x="3093719" y="1756701"/>
                  </a:lnTo>
                  <a:lnTo>
                    <a:pt x="3092905" y="1756701"/>
                  </a:lnTo>
                  <a:lnTo>
                    <a:pt x="3092090" y="1756701"/>
                  </a:lnTo>
                  <a:lnTo>
                    <a:pt x="3091275" y="1756701"/>
                  </a:lnTo>
                  <a:lnTo>
                    <a:pt x="3090460" y="1756701"/>
                  </a:lnTo>
                  <a:lnTo>
                    <a:pt x="3089645" y="1756701"/>
                  </a:lnTo>
                  <a:lnTo>
                    <a:pt x="3088831" y="1756701"/>
                  </a:lnTo>
                  <a:lnTo>
                    <a:pt x="3088016" y="1756701"/>
                  </a:lnTo>
                  <a:lnTo>
                    <a:pt x="3087201" y="1756701"/>
                  </a:lnTo>
                  <a:lnTo>
                    <a:pt x="3086386" y="1756701"/>
                  </a:lnTo>
                  <a:lnTo>
                    <a:pt x="3085572" y="1756701"/>
                  </a:lnTo>
                  <a:lnTo>
                    <a:pt x="3084757" y="1756701"/>
                  </a:lnTo>
                  <a:lnTo>
                    <a:pt x="3083942" y="1756701"/>
                  </a:lnTo>
                  <a:lnTo>
                    <a:pt x="3083127" y="1756701"/>
                  </a:lnTo>
                  <a:lnTo>
                    <a:pt x="3082312" y="1756701"/>
                  </a:lnTo>
                  <a:lnTo>
                    <a:pt x="3081498" y="1756701"/>
                  </a:lnTo>
                  <a:lnTo>
                    <a:pt x="3080683" y="1756701"/>
                  </a:lnTo>
                  <a:lnTo>
                    <a:pt x="3079868" y="1756701"/>
                  </a:lnTo>
                  <a:lnTo>
                    <a:pt x="3079053" y="1756701"/>
                  </a:lnTo>
                  <a:lnTo>
                    <a:pt x="3078239" y="1756701"/>
                  </a:lnTo>
                  <a:lnTo>
                    <a:pt x="3077424" y="1756701"/>
                  </a:lnTo>
                  <a:lnTo>
                    <a:pt x="3076609" y="1756701"/>
                  </a:lnTo>
                  <a:lnTo>
                    <a:pt x="3075794" y="1756701"/>
                  </a:lnTo>
                  <a:lnTo>
                    <a:pt x="3074979" y="1756701"/>
                  </a:lnTo>
                  <a:lnTo>
                    <a:pt x="3074165" y="1756701"/>
                  </a:lnTo>
                  <a:lnTo>
                    <a:pt x="3073350" y="1756701"/>
                  </a:lnTo>
                  <a:lnTo>
                    <a:pt x="3072535" y="1756701"/>
                  </a:lnTo>
                  <a:lnTo>
                    <a:pt x="3071720" y="1756701"/>
                  </a:lnTo>
                  <a:lnTo>
                    <a:pt x="3070906" y="1756701"/>
                  </a:lnTo>
                  <a:lnTo>
                    <a:pt x="3070091" y="1756701"/>
                  </a:lnTo>
                  <a:lnTo>
                    <a:pt x="3069276" y="1756701"/>
                  </a:lnTo>
                  <a:lnTo>
                    <a:pt x="3068461" y="1756701"/>
                  </a:lnTo>
                  <a:lnTo>
                    <a:pt x="3067646" y="1756701"/>
                  </a:lnTo>
                  <a:lnTo>
                    <a:pt x="3066832" y="1756701"/>
                  </a:lnTo>
                  <a:lnTo>
                    <a:pt x="3066017" y="1756701"/>
                  </a:lnTo>
                  <a:lnTo>
                    <a:pt x="3065202" y="1756701"/>
                  </a:lnTo>
                  <a:lnTo>
                    <a:pt x="3064387" y="1756701"/>
                  </a:lnTo>
                  <a:lnTo>
                    <a:pt x="3063572" y="1756701"/>
                  </a:lnTo>
                  <a:lnTo>
                    <a:pt x="3062758" y="1756701"/>
                  </a:lnTo>
                  <a:lnTo>
                    <a:pt x="3061943" y="1756701"/>
                  </a:lnTo>
                  <a:lnTo>
                    <a:pt x="3061128" y="1756701"/>
                  </a:lnTo>
                  <a:lnTo>
                    <a:pt x="3060313" y="1756701"/>
                  </a:lnTo>
                  <a:lnTo>
                    <a:pt x="3059499" y="1756701"/>
                  </a:lnTo>
                  <a:lnTo>
                    <a:pt x="3058684" y="1756701"/>
                  </a:lnTo>
                  <a:lnTo>
                    <a:pt x="3057869" y="1756701"/>
                  </a:lnTo>
                  <a:lnTo>
                    <a:pt x="3057054" y="1756701"/>
                  </a:lnTo>
                  <a:lnTo>
                    <a:pt x="3056239" y="1756701"/>
                  </a:lnTo>
                  <a:lnTo>
                    <a:pt x="3055425" y="1756701"/>
                  </a:lnTo>
                  <a:lnTo>
                    <a:pt x="3054610" y="1756701"/>
                  </a:lnTo>
                  <a:lnTo>
                    <a:pt x="3053795" y="1756701"/>
                  </a:lnTo>
                  <a:lnTo>
                    <a:pt x="3052980" y="1756701"/>
                  </a:lnTo>
                  <a:lnTo>
                    <a:pt x="3052166" y="1756701"/>
                  </a:lnTo>
                  <a:lnTo>
                    <a:pt x="3051351" y="1756701"/>
                  </a:lnTo>
                  <a:lnTo>
                    <a:pt x="3050536" y="1756701"/>
                  </a:lnTo>
                  <a:lnTo>
                    <a:pt x="3049721" y="1756701"/>
                  </a:lnTo>
                  <a:lnTo>
                    <a:pt x="3048906" y="1756701"/>
                  </a:lnTo>
                  <a:lnTo>
                    <a:pt x="3048092" y="1756701"/>
                  </a:lnTo>
                  <a:lnTo>
                    <a:pt x="3047277" y="1756701"/>
                  </a:lnTo>
                  <a:lnTo>
                    <a:pt x="3046462" y="1756701"/>
                  </a:lnTo>
                  <a:lnTo>
                    <a:pt x="3045647" y="1756701"/>
                  </a:lnTo>
                  <a:lnTo>
                    <a:pt x="3044833" y="1756701"/>
                  </a:lnTo>
                  <a:lnTo>
                    <a:pt x="3044018" y="1756701"/>
                  </a:lnTo>
                  <a:lnTo>
                    <a:pt x="3043203" y="1756701"/>
                  </a:lnTo>
                  <a:lnTo>
                    <a:pt x="3042388" y="1756701"/>
                  </a:lnTo>
                  <a:lnTo>
                    <a:pt x="3041573" y="1756701"/>
                  </a:lnTo>
                  <a:lnTo>
                    <a:pt x="3040759" y="1756701"/>
                  </a:lnTo>
                  <a:lnTo>
                    <a:pt x="3039944" y="1756701"/>
                  </a:lnTo>
                  <a:lnTo>
                    <a:pt x="3039129" y="1756701"/>
                  </a:lnTo>
                  <a:lnTo>
                    <a:pt x="3038314" y="1756701"/>
                  </a:lnTo>
                  <a:lnTo>
                    <a:pt x="3037500" y="1756701"/>
                  </a:lnTo>
                  <a:lnTo>
                    <a:pt x="3036685" y="1756701"/>
                  </a:lnTo>
                  <a:lnTo>
                    <a:pt x="3035870" y="1756701"/>
                  </a:lnTo>
                  <a:lnTo>
                    <a:pt x="3035055" y="1756701"/>
                  </a:lnTo>
                  <a:lnTo>
                    <a:pt x="3034240" y="1756701"/>
                  </a:lnTo>
                  <a:lnTo>
                    <a:pt x="3033426" y="1756701"/>
                  </a:lnTo>
                  <a:lnTo>
                    <a:pt x="3032611" y="1756701"/>
                  </a:lnTo>
                  <a:lnTo>
                    <a:pt x="3031796" y="1756701"/>
                  </a:lnTo>
                  <a:lnTo>
                    <a:pt x="3030981" y="1756701"/>
                  </a:lnTo>
                  <a:lnTo>
                    <a:pt x="3030167" y="1756701"/>
                  </a:lnTo>
                  <a:lnTo>
                    <a:pt x="3029352" y="1756701"/>
                  </a:lnTo>
                  <a:lnTo>
                    <a:pt x="3028537" y="1756701"/>
                  </a:lnTo>
                  <a:lnTo>
                    <a:pt x="3027722" y="1756701"/>
                  </a:lnTo>
                  <a:lnTo>
                    <a:pt x="3026907" y="1756701"/>
                  </a:lnTo>
                  <a:lnTo>
                    <a:pt x="3026093" y="1756701"/>
                  </a:lnTo>
                  <a:lnTo>
                    <a:pt x="3025278" y="1756701"/>
                  </a:lnTo>
                  <a:lnTo>
                    <a:pt x="3024463" y="1756701"/>
                  </a:lnTo>
                  <a:lnTo>
                    <a:pt x="3023648" y="1756701"/>
                  </a:lnTo>
                  <a:lnTo>
                    <a:pt x="3022833" y="1756701"/>
                  </a:lnTo>
                  <a:lnTo>
                    <a:pt x="3022019" y="1756701"/>
                  </a:lnTo>
                  <a:lnTo>
                    <a:pt x="3021204" y="1756701"/>
                  </a:lnTo>
                  <a:lnTo>
                    <a:pt x="3020389" y="1756701"/>
                  </a:lnTo>
                  <a:lnTo>
                    <a:pt x="3019574" y="1756701"/>
                  </a:lnTo>
                  <a:lnTo>
                    <a:pt x="3018760" y="1756701"/>
                  </a:lnTo>
                  <a:lnTo>
                    <a:pt x="3017945" y="1756701"/>
                  </a:lnTo>
                  <a:lnTo>
                    <a:pt x="3017130" y="1756701"/>
                  </a:lnTo>
                  <a:lnTo>
                    <a:pt x="3016315" y="1756701"/>
                  </a:lnTo>
                  <a:lnTo>
                    <a:pt x="3015500" y="1756701"/>
                  </a:lnTo>
                  <a:lnTo>
                    <a:pt x="3014686" y="1756701"/>
                  </a:lnTo>
                  <a:lnTo>
                    <a:pt x="3013871" y="1756701"/>
                  </a:lnTo>
                  <a:lnTo>
                    <a:pt x="3013056" y="1756701"/>
                  </a:lnTo>
                  <a:lnTo>
                    <a:pt x="3012241" y="1756701"/>
                  </a:lnTo>
                  <a:lnTo>
                    <a:pt x="3011427" y="1756701"/>
                  </a:lnTo>
                  <a:lnTo>
                    <a:pt x="3010612" y="1756701"/>
                  </a:lnTo>
                  <a:lnTo>
                    <a:pt x="3009797" y="1756701"/>
                  </a:lnTo>
                  <a:lnTo>
                    <a:pt x="3008982" y="1756701"/>
                  </a:lnTo>
                  <a:lnTo>
                    <a:pt x="3008167" y="1756701"/>
                  </a:lnTo>
                  <a:lnTo>
                    <a:pt x="3007353" y="1756701"/>
                  </a:lnTo>
                  <a:lnTo>
                    <a:pt x="3006538" y="1756701"/>
                  </a:lnTo>
                  <a:lnTo>
                    <a:pt x="3005723" y="1756701"/>
                  </a:lnTo>
                  <a:lnTo>
                    <a:pt x="3004908" y="1756701"/>
                  </a:lnTo>
                  <a:lnTo>
                    <a:pt x="3004094" y="1756701"/>
                  </a:lnTo>
                  <a:lnTo>
                    <a:pt x="3003279" y="1756701"/>
                  </a:lnTo>
                  <a:lnTo>
                    <a:pt x="3002464" y="1756701"/>
                  </a:lnTo>
                  <a:lnTo>
                    <a:pt x="3001649" y="1756701"/>
                  </a:lnTo>
                  <a:lnTo>
                    <a:pt x="3000834" y="1756701"/>
                  </a:lnTo>
                  <a:lnTo>
                    <a:pt x="3000020" y="1756701"/>
                  </a:lnTo>
                  <a:lnTo>
                    <a:pt x="2999205" y="1756701"/>
                  </a:lnTo>
                  <a:lnTo>
                    <a:pt x="2998390" y="1756701"/>
                  </a:lnTo>
                  <a:lnTo>
                    <a:pt x="2997575" y="1756701"/>
                  </a:lnTo>
                  <a:lnTo>
                    <a:pt x="2996761" y="1756701"/>
                  </a:lnTo>
                  <a:lnTo>
                    <a:pt x="2995946" y="1756701"/>
                  </a:lnTo>
                  <a:lnTo>
                    <a:pt x="2995131" y="1756701"/>
                  </a:lnTo>
                  <a:lnTo>
                    <a:pt x="2994316" y="1756701"/>
                  </a:lnTo>
                  <a:lnTo>
                    <a:pt x="2993501" y="1756701"/>
                  </a:lnTo>
                  <a:lnTo>
                    <a:pt x="2992687" y="1756701"/>
                  </a:lnTo>
                  <a:lnTo>
                    <a:pt x="2991872" y="1756701"/>
                  </a:lnTo>
                  <a:lnTo>
                    <a:pt x="2991057" y="1756701"/>
                  </a:lnTo>
                  <a:lnTo>
                    <a:pt x="2990242" y="1756701"/>
                  </a:lnTo>
                  <a:lnTo>
                    <a:pt x="2989428" y="1756701"/>
                  </a:lnTo>
                  <a:lnTo>
                    <a:pt x="2988613" y="1756701"/>
                  </a:lnTo>
                  <a:lnTo>
                    <a:pt x="2987798" y="1756701"/>
                  </a:lnTo>
                  <a:lnTo>
                    <a:pt x="2986983" y="1756701"/>
                  </a:lnTo>
                  <a:lnTo>
                    <a:pt x="2986168" y="1756701"/>
                  </a:lnTo>
                  <a:lnTo>
                    <a:pt x="2985354" y="1756701"/>
                  </a:lnTo>
                  <a:lnTo>
                    <a:pt x="2984539" y="1756701"/>
                  </a:lnTo>
                  <a:lnTo>
                    <a:pt x="2983724" y="1756701"/>
                  </a:lnTo>
                  <a:lnTo>
                    <a:pt x="2982909" y="1756701"/>
                  </a:lnTo>
                  <a:lnTo>
                    <a:pt x="2982094" y="1756701"/>
                  </a:lnTo>
                  <a:lnTo>
                    <a:pt x="2981280" y="1756701"/>
                  </a:lnTo>
                  <a:lnTo>
                    <a:pt x="2980465" y="1756701"/>
                  </a:lnTo>
                  <a:lnTo>
                    <a:pt x="2979650" y="1756701"/>
                  </a:lnTo>
                  <a:lnTo>
                    <a:pt x="2978835" y="1756701"/>
                  </a:lnTo>
                  <a:lnTo>
                    <a:pt x="2978021" y="1756701"/>
                  </a:lnTo>
                  <a:lnTo>
                    <a:pt x="2977206" y="1756701"/>
                  </a:lnTo>
                  <a:lnTo>
                    <a:pt x="2976391" y="1756701"/>
                  </a:lnTo>
                  <a:lnTo>
                    <a:pt x="2975576" y="1756701"/>
                  </a:lnTo>
                  <a:lnTo>
                    <a:pt x="2974761" y="1756701"/>
                  </a:lnTo>
                  <a:lnTo>
                    <a:pt x="2973947" y="1756701"/>
                  </a:lnTo>
                  <a:lnTo>
                    <a:pt x="2973132" y="1756701"/>
                  </a:lnTo>
                  <a:lnTo>
                    <a:pt x="2972317" y="1756701"/>
                  </a:lnTo>
                  <a:lnTo>
                    <a:pt x="2971502" y="1756701"/>
                  </a:lnTo>
                  <a:lnTo>
                    <a:pt x="2970688" y="1756701"/>
                  </a:lnTo>
                  <a:lnTo>
                    <a:pt x="2969873" y="1756701"/>
                  </a:lnTo>
                  <a:lnTo>
                    <a:pt x="2969058" y="1756701"/>
                  </a:lnTo>
                  <a:lnTo>
                    <a:pt x="2968243" y="1756701"/>
                  </a:lnTo>
                  <a:lnTo>
                    <a:pt x="2967428" y="1756701"/>
                  </a:lnTo>
                  <a:lnTo>
                    <a:pt x="2966614" y="1756701"/>
                  </a:lnTo>
                  <a:lnTo>
                    <a:pt x="2965799" y="1756701"/>
                  </a:lnTo>
                  <a:lnTo>
                    <a:pt x="2964984" y="1756701"/>
                  </a:lnTo>
                  <a:lnTo>
                    <a:pt x="2964169" y="1756701"/>
                  </a:lnTo>
                  <a:lnTo>
                    <a:pt x="2963355" y="1756701"/>
                  </a:lnTo>
                  <a:lnTo>
                    <a:pt x="2962540" y="1756701"/>
                  </a:lnTo>
                  <a:lnTo>
                    <a:pt x="2961725" y="1756701"/>
                  </a:lnTo>
                  <a:lnTo>
                    <a:pt x="2960910" y="1756701"/>
                  </a:lnTo>
                  <a:lnTo>
                    <a:pt x="2960095" y="1756701"/>
                  </a:lnTo>
                  <a:lnTo>
                    <a:pt x="2959281" y="1756701"/>
                  </a:lnTo>
                  <a:lnTo>
                    <a:pt x="2958466" y="1756701"/>
                  </a:lnTo>
                  <a:lnTo>
                    <a:pt x="2957651" y="1756701"/>
                  </a:lnTo>
                  <a:lnTo>
                    <a:pt x="2956836" y="1756701"/>
                  </a:lnTo>
                  <a:lnTo>
                    <a:pt x="2956022" y="1756701"/>
                  </a:lnTo>
                  <a:lnTo>
                    <a:pt x="2955207" y="1756701"/>
                  </a:lnTo>
                  <a:lnTo>
                    <a:pt x="2954392" y="1756701"/>
                  </a:lnTo>
                  <a:lnTo>
                    <a:pt x="2953577" y="1756701"/>
                  </a:lnTo>
                  <a:lnTo>
                    <a:pt x="2952762" y="1756701"/>
                  </a:lnTo>
                  <a:lnTo>
                    <a:pt x="2951948" y="1756701"/>
                  </a:lnTo>
                  <a:lnTo>
                    <a:pt x="2951133" y="1756701"/>
                  </a:lnTo>
                  <a:lnTo>
                    <a:pt x="2950318" y="1756701"/>
                  </a:lnTo>
                  <a:lnTo>
                    <a:pt x="2949503" y="1756701"/>
                  </a:lnTo>
                  <a:lnTo>
                    <a:pt x="2948689" y="1756701"/>
                  </a:lnTo>
                  <a:lnTo>
                    <a:pt x="2947874" y="1756701"/>
                  </a:lnTo>
                  <a:lnTo>
                    <a:pt x="2947059" y="1756701"/>
                  </a:lnTo>
                  <a:lnTo>
                    <a:pt x="2946244" y="1756701"/>
                  </a:lnTo>
                  <a:lnTo>
                    <a:pt x="2945429" y="1756701"/>
                  </a:lnTo>
                  <a:lnTo>
                    <a:pt x="2944615" y="1756701"/>
                  </a:lnTo>
                  <a:lnTo>
                    <a:pt x="2943800" y="1756701"/>
                  </a:lnTo>
                  <a:lnTo>
                    <a:pt x="2942985" y="1756701"/>
                  </a:lnTo>
                  <a:lnTo>
                    <a:pt x="2942170" y="1756701"/>
                  </a:lnTo>
                  <a:lnTo>
                    <a:pt x="2941355" y="1756701"/>
                  </a:lnTo>
                  <a:lnTo>
                    <a:pt x="2940541" y="1756701"/>
                  </a:lnTo>
                  <a:lnTo>
                    <a:pt x="2939726" y="1756701"/>
                  </a:lnTo>
                  <a:lnTo>
                    <a:pt x="2938911" y="1756701"/>
                  </a:lnTo>
                  <a:lnTo>
                    <a:pt x="2938096" y="1756701"/>
                  </a:lnTo>
                  <a:lnTo>
                    <a:pt x="2937282" y="1756701"/>
                  </a:lnTo>
                  <a:lnTo>
                    <a:pt x="2936467" y="1756701"/>
                  </a:lnTo>
                  <a:lnTo>
                    <a:pt x="2935652" y="1756701"/>
                  </a:lnTo>
                  <a:lnTo>
                    <a:pt x="2934837" y="1756701"/>
                  </a:lnTo>
                  <a:lnTo>
                    <a:pt x="2934022" y="1756701"/>
                  </a:lnTo>
                  <a:lnTo>
                    <a:pt x="2933208" y="1756701"/>
                  </a:lnTo>
                  <a:lnTo>
                    <a:pt x="2932393" y="1756701"/>
                  </a:lnTo>
                  <a:lnTo>
                    <a:pt x="2931578" y="1756701"/>
                  </a:lnTo>
                  <a:lnTo>
                    <a:pt x="2930763" y="1756701"/>
                  </a:lnTo>
                  <a:lnTo>
                    <a:pt x="2929949" y="1756701"/>
                  </a:lnTo>
                  <a:lnTo>
                    <a:pt x="2929134" y="1756701"/>
                  </a:lnTo>
                  <a:lnTo>
                    <a:pt x="2928319" y="1756701"/>
                  </a:lnTo>
                  <a:lnTo>
                    <a:pt x="2927504" y="1756701"/>
                  </a:lnTo>
                  <a:lnTo>
                    <a:pt x="2926689" y="1756701"/>
                  </a:lnTo>
                  <a:lnTo>
                    <a:pt x="2925875" y="1756701"/>
                  </a:lnTo>
                  <a:lnTo>
                    <a:pt x="2925060" y="1756701"/>
                  </a:lnTo>
                  <a:lnTo>
                    <a:pt x="2924245" y="1756701"/>
                  </a:lnTo>
                  <a:lnTo>
                    <a:pt x="2923430" y="1756701"/>
                  </a:lnTo>
                  <a:lnTo>
                    <a:pt x="2922616" y="1756701"/>
                  </a:lnTo>
                  <a:lnTo>
                    <a:pt x="2921801" y="1756701"/>
                  </a:lnTo>
                  <a:lnTo>
                    <a:pt x="2920986" y="1756701"/>
                  </a:lnTo>
                  <a:lnTo>
                    <a:pt x="2920171" y="1756701"/>
                  </a:lnTo>
                  <a:lnTo>
                    <a:pt x="2919356" y="1756701"/>
                  </a:lnTo>
                  <a:lnTo>
                    <a:pt x="2918542" y="1756701"/>
                  </a:lnTo>
                  <a:lnTo>
                    <a:pt x="2917727" y="1756701"/>
                  </a:lnTo>
                  <a:lnTo>
                    <a:pt x="2916912" y="1756701"/>
                  </a:lnTo>
                  <a:lnTo>
                    <a:pt x="2916097" y="1756701"/>
                  </a:lnTo>
                  <a:lnTo>
                    <a:pt x="2915283" y="1756701"/>
                  </a:lnTo>
                  <a:lnTo>
                    <a:pt x="2914468" y="1756701"/>
                  </a:lnTo>
                  <a:lnTo>
                    <a:pt x="2913653" y="1756701"/>
                  </a:lnTo>
                  <a:lnTo>
                    <a:pt x="2912838" y="1756701"/>
                  </a:lnTo>
                  <a:lnTo>
                    <a:pt x="2912023" y="1756701"/>
                  </a:lnTo>
                  <a:lnTo>
                    <a:pt x="2911209" y="1756701"/>
                  </a:lnTo>
                  <a:lnTo>
                    <a:pt x="2910394" y="1756701"/>
                  </a:lnTo>
                  <a:lnTo>
                    <a:pt x="2909579" y="1756701"/>
                  </a:lnTo>
                  <a:lnTo>
                    <a:pt x="2908764" y="1756701"/>
                  </a:lnTo>
                  <a:lnTo>
                    <a:pt x="2907950" y="1756701"/>
                  </a:lnTo>
                  <a:lnTo>
                    <a:pt x="2907135" y="1756701"/>
                  </a:lnTo>
                  <a:lnTo>
                    <a:pt x="2906320" y="1756701"/>
                  </a:lnTo>
                  <a:lnTo>
                    <a:pt x="2905505" y="1756701"/>
                  </a:lnTo>
                  <a:lnTo>
                    <a:pt x="2904690" y="1756701"/>
                  </a:lnTo>
                  <a:lnTo>
                    <a:pt x="2903876" y="1756701"/>
                  </a:lnTo>
                  <a:lnTo>
                    <a:pt x="2903061" y="1756701"/>
                  </a:lnTo>
                  <a:lnTo>
                    <a:pt x="2902246" y="1756701"/>
                  </a:lnTo>
                  <a:lnTo>
                    <a:pt x="2901431" y="1756701"/>
                  </a:lnTo>
                  <a:lnTo>
                    <a:pt x="2900616" y="1756701"/>
                  </a:lnTo>
                  <a:lnTo>
                    <a:pt x="2899802" y="1756701"/>
                  </a:lnTo>
                  <a:lnTo>
                    <a:pt x="2898987" y="1756701"/>
                  </a:lnTo>
                  <a:lnTo>
                    <a:pt x="2898172" y="1756701"/>
                  </a:lnTo>
                  <a:lnTo>
                    <a:pt x="2897357" y="1756701"/>
                  </a:lnTo>
                  <a:lnTo>
                    <a:pt x="2896543" y="1756701"/>
                  </a:lnTo>
                  <a:lnTo>
                    <a:pt x="2895728" y="1756701"/>
                  </a:lnTo>
                  <a:lnTo>
                    <a:pt x="2894913" y="1756701"/>
                  </a:lnTo>
                  <a:lnTo>
                    <a:pt x="2894098" y="1756701"/>
                  </a:lnTo>
                  <a:lnTo>
                    <a:pt x="2893283" y="1756701"/>
                  </a:lnTo>
                  <a:lnTo>
                    <a:pt x="2892469" y="1756701"/>
                  </a:lnTo>
                  <a:lnTo>
                    <a:pt x="2891654" y="1756701"/>
                  </a:lnTo>
                  <a:lnTo>
                    <a:pt x="2890839" y="1756701"/>
                  </a:lnTo>
                  <a:lnTo>
                    <a:pt x="2890024" y="1756701"/>
                  </a:lnTo>
                  <a:lnTo>
                    <a:pt x="2889210" y="1756701"/>
                  </a:lnTo>
                  <a:lnTo>
                    <a:pt x="2888395" y="1756701"/>
                  </a:lnTo>
                  <a:lnTo>
                    <a:pt x="2887580" y="1756701"/>
                  </a:lnTo>
                  <a:lnTo>
                    <a:pt x="2886765" y="1756701"/>
                  </a:lnTo>
                  <a:lnTo>
                    <a:pt x="2885950" y="1756701"/>
                  </a:lnTo>
                  <a:lnTo>
                    <a:pt x="2885136" y="1756701"/>
                  </a:lnTo>
                  <a:lnTo>
                    <a:pt x="2884321" y="1756701"/>
                  </a:lnTo>
                  <a:lnTo>
                    <a:pt x="2883506" y="1756701"/>
                  </a:lnTo>
                  <a:lnTo>
                    <a:pt x="2882691" y="1756701"/>
                  </a:lnTo>
                  <a:lnTo>
                    <a:pt x="2881877" y="1756701"/>
                  </a:lnTo>
                  <a:lnTo>
                    <a:pt x="2881062" y="1756701"/>
                  </a:lnTo>
                  <a:lnTo>
                    <a:pt x="2880247" y="1756701"/>
                  </a:lnTo>
                  <a:lnTo>
                    <a:pt x="2879432" y="1756701"/>
                  </a:lnTo>
                  <a:lnTo>
                    <a:pt x="2878617" y="1756701"/>
                  </a:lnTo>
                  <a:lnTo>
                    <a:pt x="2877803" y="1756701"/>
                  </a:lnTo>
                  <a:lnTo>
                    <a:pt x="2876988" y="1756701"/>
                  </a:lnTo>
                  <a:lnTo>
                    <a:pt x="2876173" y="1756701"/>
                  </a:lnTo>
                  <a:lnTo>
                    <a:pt x="2875358" y="1756701"/>
                  </a:lnTo>
                  <a:lnTo>
                    <a:pt x="2874544" y="1756701"/>
                  </a:lnTo>
                  <a:lnTo>
                    <a:pt x="2873729" y="1756701"/>
                  </a:lnTo>
                  <a:lnTo>
                    <a:pt x="2872914" y="1756701"/>
                  </a:lnTo>
                  <a:lnTo>
                    <a:pt x="2872099" y="1756701"/>
                  </a:lnTo>
                  <a:lnTo>
                    <a:pt x="2871284" y="1756701"/>
                  </a:lnTo>
                  <a:lnTo>
                    <a:pt x="2870470" y="1756701"/>
                  </a:lnTo>
                  <a:lnTo>
                    <a:pt x="2869655" y="1756701"/>
                  </a:lnTo>
                  <a:lnTo>
                    <a:pt x="2868840" y="1756701"/>
                  </a:lnTo>
                  <a:lnTo>
                    <a:pt x="2868025" y="1756701"/>
                  </a:lnTo>
                  <a:lnTo>
                    <a:pt x="2867210" y="1756701"/>
                  </a:lnTo>
                  <a:lnTo>
                    <a:pt x="2866396" y="1756701"/>
                  </a:lnTo>
                  <a:lnTo>
                    <a:pt x="2865581" y="1756701"/>
                  </a:lnTo>
                  <a:lnTo>
                    <a:pt x="2864766" y="1756701"/>
                  </a:lnTo>
                  <a:lnTo>
                    <a:pt x="2863951" y="1756701"/>
                  </a:lnTo>
                  <a:lnTo>
                    <a:pt x="2863137" y="1756701"/>
                  </a:lnTo>
                  <a:lnTo>
                    <a:pt x="2862322" y="1756701"/>
                  </a:lnTo>
                  <a:lnTo>
                    <a:pt x="2861507" y="1756701"/>
                  </a:lnTo>
                  <a:lnTo>
                    <a:pt x="2860692" y="1756701"/>
                  </a:lnTo>
                  <a:lnTo>
                    <a:pt x="2859877" y="1756701"/>
                  </a:lnTo>
                  <a:lnTo>
                    <a:pt x="2859063" y="1756701"/>
                  </a:lnTo>
                  <a:lnTo>
                    <a:pt x="2858248" y="1756701"/>
                  </a:lnTo>
                  <a:lnTo>
                    <a:pt x="2857433" y="1756701"/>
                  </a:lnTo>
                  <a:lnTo>
                    <a:pt x="2856618" y="1756701"/>
                  </a:lnTo>
                  <a:lnTo>
                    <a:pt x="2855804" y="1756701"/>
                  </a:lnTo>
                  <a:lnTo>
                    <a:pt x="2854989" y="1756701"/>
                  </a:lnTo>
                  <a:lnTo>
                    <a:pt x="2854174" y="1756701"/>
                  </a:lnTo>
                  <a:lnTo>
                    <a:pt x="2853359" y="1756701"/>
                  </a:lnTo>
                  <a:lnTo>
                    <a:pt x="2852544" y="1756701"/>
                  </a:lnTo>
                  <a:lnTo>
                    <a:pt x="2851730" y="1756701"/>
                  </a:lnTo>
                  <a:lnTo>
                    <a:pt x="2850915" y="1756701"/>
                  </a:lnTo>
                  <a:lnTo>
                    <a:pt x="2850100" y="1756701"/>
                  </a:lnTo>
                  <a:lnTo>
                    <a:pt x="2849285" y="1756701"/>
                  </a:lnTo>
                  <a:lnTo>
                    <a:pt x="2848471" y="1756701"/>
                  </a:lnTo>
                  <a:lnTo>
                    <a:pt x="2847656" y="1756701"/>
                  </a:lnTo>
                  <a:lnTo>
                    <a:pt x="2846841" y="1756701"/>
                  </a:lnTo>
                  <a:lnTo>
                    <a:pt x="2846026" y="1756701"/>
                  </a:lnTo>
                  <a:lnTo>
                    <a:pt x="2845211" y="1756701"/>
                  </a:lnTo>
                  <a:lnTo>
                    <a:pt x="2844397" y="1756701"/>
                  </a:lnTo>
                  <a:lnTo>
                    <a:pt x="2843582" y="1756701"/>
                  </a:lnTo>
                  <a:lnTo>
                    <a:pt x="2842767" y="1756701"/>
                  </a:lnTo>
                  <a:lnTo>
                    <a:pt x="2841952" y="1756701"/>
                  </a:lnTo>
                  <a:lnTo>
                    <a:pt x="2841138" y="1756701"/>
                  </a:lnTo>
                  <a:lnTo>
                    <a:pt x="2840323" y="1756701"/>
                  </a:lnTo>
                  <a:lnTo>
                    <a:pt x="2839508" y="1756701"/>
                  </a:lnTo>
                  <a:lnTo>
                    <a:pt x="2838693" y="1756701"/>
                  </a:lnTo>
                  <a:lnTo>
                    <a:pt x="2837878" y="1756701"/>
                  </a:lnTo>
                  <a:lnTo>
                    <a:pt x="2837064" y="1756701"/>
                  </a:lnTo>
                  <a:lnTo>
                    <a:pt x="2836249" y="1756701"/>
                  </a:lnTo>
                  <a:lnTo>
                    <a:pt x="2835434" y="1756701"/>
                  </a:lnTo>
                  <a:lnTo>
                    <a:pt x="2834619" y="1756701"/>
                  </a:lnTo>
                  <a:lnTo>
                    <a:pt x="2833805" y="1756701"/>
                  </a:lnTo>
                  <a:lnTo>
                    <a:pt x="2832990" y="1756701"/>
                  </a:lnTo>
                  <a:lnTo>
                    <a:pt x="2832175" y="1756701"/>
                  </a:lnTo>
                  <a:lnTo>
                    <a:pt x="2831360" y="1756701"/>
                  </a:lnTo>
                  <a:lnTo>
                    <a:pt x="2830545" y="1756701"/>
                  </a:lnTo>
                  <a:lnTo>
                    <a:pt x="2829731" y="1756701"/>
                  </a:lnTo>
                  <a:lnTo>
                    <a:pt x="2828916" y="1756701"/>
                  </a:lnTo>
                  <a:lnTo>
                    <a:pt x="2828101" y="1756701"/>
                  </a:lnTo>
                  <a:lnTo>
                    <a:pt x="2827286" y="1756701"/>
                  </a:lnTo>
                  <a:lnTo>
                    <a:pt x="2826471" y="1756701"/>
                  </a:lnTo>
                  <a:lnTo>
                    <a:pt x="2825657" y="1756701"/>
                  </a:lnTo>
                  <a:lnTo>
                    <a:pt x="2824842" y="1756701"/>
                  </a:lnTo>
                  <a:lnTo>
                    <a:pt x="2824027" y="1756701"/>
                  </a:lnTo>
                  <a:lnTo>
                    <a:pt x="2823212" y="1756701"/>
                  </a:lnTo>
                  <a:lnTo>
                    <a:pt x="2822398" y="1756701"/>
                  </a:lnTo>
                  <a:lnTo>
                    <a:pt x="2821583" y="1756701"/>
                  </a:lnTo>
                  <a:lnTo>
                    <a:pt x="2820768" y="1756701"/>
                  </a:lnTo>
                  <a:lnTo>
                    <a:pt x="2819953" y="1756701"/>
                  </a:lnTo>
                  <a:lnTo>
                    <a:pt x="2819138" y="1756701"/>
                  </a:lnTo>
                  <a:lnTo>
                    <a:pt x="2818324" y="1756701"/>
                  </a:lnTo>
                  <a:lnTo>
                    <a:pt x="2817509" y="1756701"/>
                  </a:lnTo>
                  <a:lnTo>
                    <a:pt x="2816694" y="1756701"/>
                  </a:lnTo>
                  <a:lnTo>
                    <a:pt x="2815879" y="1756701"/>
                  </a:lnTo>
                  <a:lnTo>
                    <a:pt x="2815065" y="1756701"/>
                  </a:lnTo>
                  <a:lnTo>
                    <a:pt x="2814250" y="1756701"/>
                  </a:lnTo>
                  <a:lnTo>
                    <a:pt x="2813435" y="1756701"/>
                  </a:lnTo>
                  <a:lnTo>
                    <a:pt x="2812620" y="1756701"/>
                  </a:lnTo>
                  <a:lnTo>
                    <a:pt x="2811805" y="1756701"/>
                  </a:lnTo>
                  <a:lnTo>
                    <a:pt x="2810991" y="1756701"/>
                  </a:lnTo>
                  <a:lnTo>
                    <a:pt x="2810176" y="1756701"/>
                  </a:lnTo>
                  <a:lnTo>
                    <a:pt x="2809361" y="1756701"/>
                  </a:lnTo>
                  <a:lnTo>
                    <a:pt x="2808546" y="1756701"/>
                  </a:lnTo>
                  <a:lnTo>
                    <a:pt x="2807732" y="1756701"/>
                  </a:lnTo>
                  <a:lnTo>
                    <a:pt x="2806917" y="1756701"/>
                  </a:lnTo>
                  <a:lnTo>
                    <a:pt x="2806102" y="1756701"/>
                  </a:lnTo>
                  <a:lnTo>
                    <a:pt x="2805287" y="1756701"/>
                  </a:lnTo>
                  <a:lnTo>
                    <a:pt x="2804472" y="1756701"/>
                  </a:lnTo>
                  <a:lnTo>
                    <a:pt x="2803658" y="1756701"/>
                  </a:lnTo>
                  <a:lnTo>
                    <a:pt x="2802843" y="1756701"/>
                  </a:lnTo>
                  <a:lnTo>
                    <a:pt x="2802028" y="1756701"/>
                  </a:lnTo>
                  <a:lnTo>
                    <a:pt x="2801213" y="1756701"/>
                  </a:lnTo>
                  <a:lnTo>
                    <a:pt x="2800399" y="1756701"/>
                  </a:lnTo>
                  <a:lnTo>
                    <a:pt x="2799584" y="1756701"/>
                  </a:lnTo>
                  <a:lnTo>
                    <a:pt x="2798769" y="1756701"/>
                  </a:lnTo>
                  <a:lnTo>
                    <a:pt x="2797954" y="1756701"/>
                  </a:lnTo>
                  <a:lnTo>
                    <a:pt x="2797139" y="1756701"/>
                  </a:lnTo>
                  <a:lnTo>
                    <a:pt x="2796325" y="1756701"/>
                  </a:lnTo>
                  <a:lnTo>
                    <a:pt x="2795510" y="1756701"/>
                  </a:lnTo>
                  <a:lnTo>
                    <a:pt x="2794695" y="1756701"/>
                  </a:lnTo>
                  <a:lnTo>
                    <a:pt x="2793880" y="1756701"/>
                  </a:lnTo>
                  <a:lnTo>
                    <a:pt x="2793066" y="1756701"/>
                  </a:lnTo>
                  <a:lnTo>
                    <a:pt x="2792251" y="1756701"/>
                  </a:lnTo>
                  <a:lnTo>
                    <a:pt x="2791436" y="1756701"/>
                  </a:lnTo>
                  <a:lnTo>
                    <a:pt x="2790621" y="1756701"/>
                  </a:lnTo>
                  <a:lnTo>
                    <a:pt x="2789806" y="1756701"/>
                  </a:lnTo>
                  <a:lnTo>
                    <a:pt x="2788992" y="1756701"/>
                  </a:lnTo>
                  <a:lnTo>
                    <a:pt x="2788177" y="1756701"/>
                  </a:lnTo>
                  <a:lnTo>
                    <a:pt x="2787362" y="1756701"/>
                  </a:lnTo>
                  <a:lnTo>
                    <a:pt x="2786547" y="1756701"/>
                  </a:lnTo>
                  <a:lnTo>
                    <a:pt x="2785732" y="1756701"/>
                  </a:lnTo>
                  <a:lnTo>
                    <a:pt x="2784918" y="1756701"/>
                  </a:lnTo>
                  <a:lnTo>
                    <a:pt x="2784103" y="1756701"/>
                  </a:lnTo>
                  <a:lnTo>
                    <a:pt x="2783288" y="1756701"/>
                  </a:lnTo>
                  <a:lnTo>
                    <a:pt x="2782473" y="1756701"/>
                  </a:lnTo>
                  <a:lnTo>
                    <a:pt x="2781659" y="1756701"/>
                  </a:lnTo>
                  <a:lnTo>
                    <a:pt x="2780844" y="1756701"/>
                  </a:lnTo>
                  <a:lnTo>
                    <a:pt x="2780029" y="1756701"/>
                  </a:lnTo>
                  <a:lnTo>
                    <a:pt x="2779214" y="1756701"/>
                  </a:lnTo>
                  <a:lnTo>
                    <a:pt x="2778399" y="1756701"/>
                  </a:lnTo>
                  <a:lnTo>
                    <a:pt x="2777585" y="1756701"/>
                  </a:lnTo>
                  <a:lnTo>
                    <a:pt x="2776770" y="1756701"/>
                  </a:lnTo>
                  <a:lnTo>
                    <a:pt x="2775955" y="1756701"/>
                  </a:lnTo>
                  <a:lnTo>
                    <a:pt x="2775140" y="1756701"/>
                  </a:lnTo>
                  <a:lnTo>
                    <a:pt x="2774326" y="1756701"/>
                  </a:lnTo>
                  <a:lnTo>
                    <a:pt x="2773511" y="1756701"/>
                  </a:lnTo>
                  <a:lnTo>
                    <a:pt x="2772696" y="1756701"/>
                  </a:lnTo>
                  <a:lnTo>
                    <a:pt x="2771881" y="1756701"/>
                  </a:lnTo>
                  <a:lnTo>
                    <a:pt x="2771066" y="1756701"/>
                  </a:lnTo>
                  <a:lnTo>
                    <a:pt x="2770252" y="1756701"/>
                  </a:lnTo>
                  <a:lnTo>
                    <a:pt x="2769437" y="1756701"/>
                  </a:lnTo>
                  <a:lnTo>
                    <a:pt x="2768622" y="1756701"/>
                  </a:lnTo>
                  <a:lnTo>
                    <a:pt x="2767807" y="1756701"/>
                  </a:lnTo>
                  <a:lnTo>
                    <a:pt x="2766993" y="1756701"/>
                  </a:lnTo>
                  <a:lnTo>
                    <a:pt x="2766178" y="1756701"/>
                  </a:lnTo>
                  <a:lnTo>
                    <a:pt x="2765363" y="1756701"/>
                  </a:lnTo>
                  <a:lnTo>
                    <a:pt x="2764548" y="1756701"/>
                  </a:lnTo>
                  <a:lnTo>
                    <a:pt x="2763733" y="1756701"/>
                  </a:lnTo>
                  <a:lnTo>
                    <a:pt x="2762919" y="1756701"/>
                  </a:lnTo>
                  <a:lnTo>
                    <a:pt x="2762104" y="1756701"/>
                  </a:lnTo>
                  <a:lnTo>
                    <a:pt x="2761289" y="1756701"/>
                  </a:lnTo>
                  <a:lnTo>
                    <a:pt x="2760474" y="1756701"/>
                  </a:lnTo>
                  <a:lnTo>
                    <a:pt x="2759660" y="1756701"/>
                  </a:lnTo>
                  <a:lnTo>
                    <a:pt x="2758845" y="1756701"/>
                  </a:lnTo>
                  <a:lnTo>
                    <a:pt x="2758030" y="1756701"/>
                  </a:lnTo>
                  <a:lnTo>
                    <a:pt x="2757215" y="1756701"/>
                  </a:lnTo>
                  <a:lnTo>
                    <a:pt x="2756400" y="1756701"/>
                  </a:lnTo>
                  <a:lnTo>
                    <a:pt x="2755586" y="1756701"/>
                  </a:lnTo>
                  <a:lnTo>
                    <a:pt x="2754771" y="1756701"/>
                  </a:lnTo>
                  <a:lnTo>
                    <a:pt x="2753956" y="1756701"/>
                  </a:lnTo>
                  <a:lnTo>
                    <a:pt x="2753141" y="1756701"/>
                  </a:lnTo>
                  <a:lnTo>
                    <a:pt x="2752327" y="1756701"/>
                  </a:lnTo>
                  <a:lnTo>
                    <a:pt x="2751512" y="1756701"/>
                  </a:lnTo>
                  <a:lnTo>
                    <a:pt x="2750697" y="1756701"/>
                  </a:lnTo>
                  <a:lnTo>
                    <a:pt x="2749882" y="1756701"/>
                  </a:lnTo>
                  <a:lnTo>
                    <a:pt x="2749067" y="1756701"/>
                  </a:lnTo>
                  <a:lnTo>
                    <a:pt x="2748253" y="1756701"/>
                  </a:lnTo>
                  <a:lnTo>
                    <a:pt x="2747438" y="1756701"/>
                  </a:lnTo>
                  <a:lnTo>
                    <a:pt x="2746623" y="1756701"/>
                  </a:lnTo>
                  <a:lnTo>
                    <a:pt x="2745808" y="1756701"/>
                  </a:lnTo>
                  <a:lnTo>
                    <a:pt x="2744993" y="1756701"/>
                  </a:lnTo>
                  <a:lnTo>
                    <a:pt x="2744179" y="1756701"/>
                  </a:lnTo>
                  <a:lnTo>
                    <a:pt x="2743364" y="1756701"/>
                  </a:lnTo>
                  <a:lnTo>
                    <a:pt x="2742549" y="1756701"/>
                  </a:lnTo>
                  <a:lnTo>
                    <a:pt x="2741734" y="1756701"/>
                  </a:lnTo>
                  <a:lnTo>
                    <a:pt x="2740920" y="1756701"/>
                  </a:lnTo>
                  <a:lnTo>
                    <a:pt x="2740105" y="1756701"/>
                  </a:lnTo>
                  <a:lnTo>
                    <a:pt x="2739290" y="1756701"/>
                  </a:lnTo>
                  <a:lnTo>
                    <a:pt x="2738475" y="1756701"/>
                  </a:lnTo>
                  <a:lnTo>
                    <a:pt x="2737660" y="1756701"/>
                  </a:lnTo>
                  <a:lnTo>
                    <a:pt x="2736846" y="1756701"/>
                  </a:lnTo>
                  <a:lnTo>
                    <a:pt x="2736031" y="1756701"/>
                  </a:lnTo>
                  <a:lnTo>
                    <a:pt x="2735216" y="1756701"/>
                  </a:lnTo>
                  <a:lnTo>
                    <a:pt x="2734401" y="1756701"/>
                  </a:lnTo>
                  <a:lnTo>
                    <a:pt x="2733587" y="1756701"/>
                  </a:lnTo>
                  <a:lnTo>
                    <a:pt x="2732772" y="1756701"/>
                  </a:lnTo>
                  <a:lnTo>
                    <a:pt x="2731957" y="1756701"/>
                  </a:lnTo>
                  <a:lnTo>
                    <a:pt x="2731142" y="1756701"/>
                  </a:lnTo>
                  <a:lnTo>
                    <a:pt x="2730327" y="1756701"/>
                  </a:lnTo>
                  <a:lnTo>
                    <a:pt x="2729513" y="1756701"/>
                  </a:lnTo>
                  <a:lnTo>
                    <a:pt x="2728698" y="1756701"/>
                  </a:lnTo>
                  <a:lnTo>
                    <a:pt x="2727883" y="1756701"/>
                  </a:lnTo>
                  <a:lnTo>
                    <a:pt x="2727068" y="1756701"/>
                  </a:lnTo>
                  <a:lnTo>
                    <a:pt x="2726254" y="1756701"/>
                  </a:lnTo>
                  <a:lnTo>
                    <a:pt x="2725439" y="1756701"/>
                  </a:lnTo>
                  <a:lnTo>
                    <a:pt x="2724624" y="1756701"/>
                  </a:lnTo>
                  <a:lnTo>
                    <a:pt x="2723809" y="1756701"/>
                  </a:lnTo>
                  <a:lnTo>
                    <a:pt x="2722994" y="1756701"/>
                  </a:lnTo>
                  <a:lnTo>
                    <a:pt x="2722180" y="1756701"/>
                  </a:lnTo>
                  <a:lnTo>
                    <a:pt x="2721365" y="1756701"/>
                  </a:lnTo>
                  <a:lnTo>
                    <a:pt x="2720550" y="1756701"/>
                  </a:lnTo>
                  <a:lnTo>
                    <a:pt x="2719735" y="1756701"/>
                  </a:lnTo>
                  <a:lnTo>
                    <a:pt x="2718921" y="1756701"/>
                  </a:lnTo>
                  <a:lnTo>
                    <a:pt x="2718106" y="1756701"/>
                  </a:lnTo>
                  <a:lnTo>
                    <a:pt x="2717291" y="1756701"/>
                  </a:lnTo>
                  <a:lnTo>
                    <a:pt x="2716476" y="1756701"/>
                  </a:lnTo>
                  <a:lnTo>
                    <a:pt x="2715661" y="1756701"/>
                  </a:lnTo>
                  <a:lnTo>
                    <a:pt x="2714847" y="1756701"/>
                  </a:lnTo>
                  <a:lnTo>
                    <a:pt x="2714032" y="1756701"/>
                  </a:lnTo>
                  <a:lnTo>
                    <a:pt x="2713217" y="1756701"/>
                  </a:lnTo>
                  <a:lnTo>
                    <a:pt x="2712402" y="1756701"/>
                  </a:lnTo>
                  <a:lnTo>
                    <a:pt x="2711588" y="1756701"/>
                  </a:lnTo>
                  <a:lnTo>
                    <a:pt x="2710773" y="1756701"/>
                  </a:lnTo>
                  <a:lnTo>
                    <a:pt x="2709958" y="1756701"/>
                  </a:lnTo>
                  <a:lnTo>
                    <a:pt x="2709143" y="1756701"/>
                  </a:lnTo>
                  <a:lnTo>
                    <a:pt x="2708328" y="1756701"/>
                  </a:lnTo>
                  <a:lnTo>
                    <a:pt x="2707514" y="1756701"/>
                  </a:lnTo>
                  <a:lnTo>
                    <a:pt x="2706699" y="1756701"/>
                  </a:lnTo>
                  <a:lnTo>
                    <a:pt x="2705884" y="1756701"/>
                  </a:lnTo>
                  <a:lnTo>
                    <a:pt x="2705069" y="1756701"/>
                  </a:lnTo>
                  <a:lnTo>
                    <a:pt x="2704254" y="1756701"/>
                  </a:lnTo>
                  <a:lnTo>
                    <a:pt x="2703440" y="1756701"/>
                  </a:lnTo>
                  <a:lnTo>
                    <a:pt x="2702625" y="1756701"/>
                  </a:lnTo>
                  <a:lnTo>
                    <a:pt x="2701810" y="1756701"/>
                  </a:lnTo>
                  <a:lnTo>
                    <a:pt x="2700995" y="1756701"/>
                  </a:lnTo>
                  <a:lnTo>
                    <a:pt x="2700181" y="1756701"/>
                  </a:lnTo>
                  <a:lnTo>
                    <a:pt x="2699366" y="1756701"/>
                  </a:lnTo>
                  <a:lnTo>
                    <a:pt x="2698551" y="1756701"/>
                  </a:lnTo>
                  <a:lnTo>
                    <a:pt x="2697736" y="1756701"/>
                  </a:lnTo>
                  <a:lnTo>
                    <a:pt x="2696921" y="1756701"/>
                  </a:lnTo>
                  <a:lnTo>
                    <a:pt x="2696107" y="1756701"/>
                  </a:lnTo>
                  <a:lnTo>
                    <a:pt x="2695292" y="1756701"/>
                  </a:lnTo>
                  <a:lnTo>
                    <a:pt x="2694477" y="1756701"/>
                  </a:lnTo>
                  <a:lnTo>
                    <a:pt x="2693662" y="1756701"/>
                  </a:lnTo>
                  <a:lnTo>
                    <a:pt x="2692848" y="1756701"/>
                  </a:lnTo>
                  <a:lnTo>
                    <a:pt x="2692033" y="1756701"/>
                  </a:lnTo>
                  <a:lnTo>
                    <a:pt x="2691218" y="1756701"/>
                  </a:lnTo>
                  <a:lnTo>
                    <a:pt x="2690403" y="1756701"/>
                  </a:lnTo>
                  <a:lnTo>
                    <a:pt x="2689588" y="1756701"/>
                  </a:lnTo>
                  <a:lnTo>
                    <a:pt x="2688774" y="1756701"/>
                  </a:lnTo>
                  <a:lnTo>
                    <a:pt x="2687959" y="1756701"/>
                  </a:lnTo>
                  <a:lnTo>
                    <a:pt x="2687144" y="1756701"/>
                  </a:lnTo>
                  <a:lnTo>
                    <a:pt x="2686329" y="1756701"/>
                  </a:lnTo>
                  <a:lnTo>
                    <a:pt x="2685515" y="1756701"/>
                  </a:lnTo>
                  <a:lnTo>
                    <a:pt x="2684700" y="1756701"/>
                  </a:lnTo>
                  <a:lnTo>
                    <a:pt x="2683885" y="1756701"/>
                  </a:lnTo>
                  <a:lnTo>
                    <a:pt x="2683070" y="1756701"/>
                  </a:lnTo>
                  <a:lnTo>
                    <a:pt x="2682255" y="1756701"/>
                  </a:lnTo>
                  <a:lnTo>
                    <a:pt x="2681441" y="1756701"/>
                  </a:lnTo>
                  <a:lnTo>
                    <a:pt x="2680626" y="1756701"/>
                  </a:lnTo>
                  <a:lnTo>
                    <a:pt x="2679811" y="1756701"/>
                  </a:lnTo>
                  <a:lnTo>
                    <a:pt x="2678996" y="1756701"/>
                  </a:lnTo>
                  <a:lnTo>
                    <a:pt x="2678182" y="1756701"/>
                  </a:lnTo>
                  <a:lnTo>
                    <a:pt x="2677367" y="1756701"/>
                  </a:lnTo>
                  <a:lnTo>
                    <a:pt x="2676552" y="1756701"/>
                  </a:lnTo>
                  <a:lnTo>
                    <a:pt x="2675737" y="1756701"/>
                  </a:lnTo>
                  <a:lnTo>
                    <a:pt x="2674922" y="1756701"/>
                  </a:lnTo>
                  <a:lnTo>
                    <a:pt x="2674108" y="1756701"/>
                  </a:lnTo>
                  <a:lnTo>
                    <a:pt x="2673293" y="1756701"/>
                  </a:lnTo>
                  <a:lnTo>
                    <a:pt x="2672478" y="1756701"/>
                  </a:lnTo>
                  <a:lnTo>
                    <a:pt x="2671663" y="1756701"/>
                  </a:lnTo>
                  <a:lnTo>
                    <a:pt x="2670849" y="1756701"/>
                  </a:lnTo>
                  <a:lnTo>
                    <a:pt x="2670034" y="1756701"/>
                  </a:lnTo>
                  <a:lnTo>
                    <a:pt x="2669219" y="1756701"/>
                  </a:lnTo>
                  <a:lnTo>
                    <a:pt x="2668404" y="1756701"/>
                  </a:lnTo>
                  <a:lnTo>
                    <a:pt x="2667589" y="1756701"/>
                  </a:lnTo>
                  <a:lnTo>
                    <a:pt x="2666775" y="1756701"/>
                  </a:lnTo>
                  <a:lnTo>
                    <a:pt x="2665960" y="1756701"/>
                  </a:lnTo>
                  <a:lnTo>
                    <a:pt x="2665145" y="1756701"/>
                  </a:lnTo>
                  <a:lnTo>
                    <a:pt x="2664330" y="1756701"/>
                  </a:lnTo>
                  <a:lnTo>
                    <a:pt x="2663515" y="1756701"/>
                  </a:lnTo>
                  <a:lnTo>
                    <a:pt x="2662701" y="1756701"/>
                  </a:lnTo>
                  <a:lnTo>
                    <a:pt x="2661886" y="1756701"/>
                  </a:lnTo>
                  <a:lnTo>
                    <a:pt x="2661071" y="1756701"/>
                  </a:lnTo>
                  <a:lnTo>
                    <a:pt x="2660256" y="1756701"/>
                  </a:lnTo>
                  <a:lnTo>
                    <a:pt x="2659442" y="1756701"/>
                  </a:lnTo>
                  <a:lnTo>
                    <a:pt x="2658627" y="1756701"/>
                  </a:lnTo>
                  <a:lnTo>
                    <a:pt x="2657812" y="1756701"/>
                  </a:lnTo>
                  <a:lnTo>
                    <a:pt x="2656997" y="1756701"/>
                  </a:lnTo>
                  <a:lnTo>
                    <a:pt x="2656182" y="1756701"/>
                  </a:lnTo>
                  <a:lnTo>
                    <a:pt x="2655368" y="1756701"/>
                  </a:lnTo>
                  <a:lnTo>
                    <a:pt x="2654553" y="1756701"/>
                  </a:lnTo>
                  <a:lnTo>
                    <a:pt x="2653738" y="1756701"/>
                  </a:lnTo>
                  <a:lnTo>
                    <a:pt x="2652923" y="1756701"/>
                  </a:lnTo>
                  <a:lnTo>
                    <a:pt x="2652109" y="1756701"/>
                  </a:lnTo>
                  <a:lnTo>
                    <a:pt x="2651294" y="1756701"/>
                  </a:lnTo>
                  <a:lnTo>
                    <a:pt x="2650479" y="1756701"/>
                  </a:lnTo>
                  <a:lnTo>
                    <a:pt x="2649664" y="1756701"/>
                  </a:lnTo>
                  <a:lnTo>
                    <a:pt x="2648849" y="1756701"/>
                  </a:lnTo>
                  <a:lnTo>
                    <a:pt x="2648035" y="1756701"/>
                  </a:lnTo>
                  <a:lnTo>
                    <a:pt x="2647220" y="1756701"/>
                  </a:lnTo>
                  <a:lnTo>
                    <a:pt x="2646405" y="1756701"/>
                  </a:lnTo>
                  <a:lnTo>
                    <a:pt x="2645590" y="1756701"/>
                  </a:lnTo>
                  <a:lnTo>
                    <a:pt x="2644776" y="1756701"/>
                  </a:lnTo>
                  <a:lnTo>
                    <a:pt x="2643961" y="1756701"/>
                  </a:lnTo>
                  <a:lnTo>
                    <a:pt x="2643146" y="1756701"/>
                  </a:lnTo>
                  <a:lnTo>
                    <a:pt x="2642331" y="1756701"/>
                  </a:lnTo>
                  <a:lnTo>
                    <a:pt x="2641516" y="1756701"/>
                  </a:lnTo>
                  <a:lnTo>
                    <a:pt x="2640702" y="1756701"/>
                  </a:lnTo>
                  <a:lnTo>
                    <a:pt x="2639887" y="1756701"/>
                  </a:lnTo>
                  <a:lnTo>
                    <a:pt x="2639072" y="1756701"/>
                  </a:lnTo>
                  <a:lnTo>
                    <a:pt x="2638257" y="1756701"/>
                  </a:lnTo>
                  <a:lnTo>
                    <a:pt x="2637443" y="1756701"/>
                  </a:lnTo>
                  <a:lnTo>
                    <a:pt x="2636628" y="1756701"/>
                  </a:lnTo>
                  <a:lnTo>
                    <a:pt x="2635813" y="1756701"/>
                  </a:lnTo>
                  <a:lnTo>
                    <a:pt x="2634998" y="1756701"/>
                  </a:lnTo>
                  <a:lnTo>
                    <a:pt x="2634183" y="1756701"/>
                  </a:lnTo>
                  <a:lnTo>
                    <a:pt x="2633369" y="1756701"/>
                  </a:lnTo>
                  <a:lnTo>
                    <a:pt x="2632554" y="1756701"/>
                  </a:lnTo>
                  <a:lnTo>
                    <a:pt x="2631739" y="1756701"/>
                  </a:lnTo>
                  <a:lnTo>
                    <a:pt x="2630924" y="1756701"/>
                  </a:lnTo>
                  <a:lnTo>
                    <a:pt x="2630110" y="1756701"/>
                  </a:lnTo>
                  <a:lnTo>
                    <a:pt x="2629295" y="1756701"/>
                  </a:lnTo>
                  <a:lnTo>
                    <a:pt x="2628480" y="1756701"/>
                  </a:lnTo>
                  <a:lnTo>
                    <a:pt x="2627665" y="1756701"/>
                  </a:lnTo>
                  <a:lnTo>
                    <a:pt x="2626850" y="1756701"/>
                  </a:lnTo>
                  <a:lnTo>
                    <a:pt x="2626036" y="1756701"/>
                  </a:lnTo>
                  <a:lnTo>
                    <a:pt x="2625221" y="1756701"/>
                  </a:lnTo>
                  <a:lnTo>
                    <a:pt x="2624406" y="1756701"/>
                  </a:lnTo>
                  <a:lnTo>
                    <a:pt x="2623591" y="1756701"/>
                  </a:lnTo>
                  <a:lnTo>
                    <a:pt x="2622776" y="1756701"/>
                  </a:lnTo>
                  <a:lnTo>
                    <a:pt x="2621962" y="1756701"/>
                  </a:lnTo>
                  <a:lnTo>
                    <a:pt x="2621147" y="1756701"/>
                  </a:lnTo>
                  <a:lnTo>
                    <a:pt x="2620332" y="1756701"/>
                  </a:lnTo>
                  <a:lnTo>
                    <a:pt x="2619517" y="1756701"/>
                  </a:lnTo>
                  <a:lnTo>
                    <a:pt x="2618703" y="1756701"/>
                  </a:lnTo>
                  <a:lnTo>
                    <a:pt x="2617888" y="1756701"/>
                  </a:lnTo>
                  <a:lnTo>
                    <a:pt x="2617073" y="1756701"/>
                  </a:lnTo>
                  <a:lnTo>
                    <a:pt x="2616258" y="1756701"/>
                  </a:lnTo>
                  <a:lnTo>
                    <a:pt x="2615443" y="1756701"/>
                  </a:lnTo>
                  <a:lnTo>
                    <a:pt x="2614629" y="1756701"/>
                  </a:lnTo>
                  <a:lnTo>
                    <a:pt x="2613814" y="1756701"/>
                  </a:lnTo>
                  <a:lnTo>
                    <a:pt x="2612999" y="1756701"/>
                  </a:lnTo>
                  <a:lnTo>
                    <a:pt x="2612184" y="1756701"/>
                  </a:lnTo>
                  <a:lnTo>
                    <a:pt x="2611370" y="1756701"/>
                  </a:lnTo>
                  <a:lnTo>
                    <a:pt x="2610555" y="1756701"/>
                  </a:lnTo>
                  <a:lnTo>
                    <a:pt x="2609740" y="1756701"/>
                  </a:lnTo>
                  <a:lnTo>
                    <a:pt x="2608925" y="1756701"/>
                  </a:lnTo>
                  <a:lnTo>
                    <a:pt x="2608110" y="1756701"/>
                  </a:lnTo>
                  <a:lnTo>
                    <a:pt x="2607296" y="1756701"/>
                  </a:lnTo>
                  <a:lnTo>
                    <a:pt x="2606481" y="1756701"/>
                  </a:lnTo>
                  <a:lnTo>
                    <a:pt x="2605666" y="1756701"/>
                  </a:lnTo>
                  <a:lnTo>
                    <a:pt x="2604851" y="1756701"/>
                  </a:lnTo>
                  <a:lnTo>
                    <a:pt x="2604037" y="1756701"/>
                  </a:lnTo>
                  <a:lnTo>
                    <a:pt x="2603222" y="1756701"/>
                  </a:lnTo>
                  <a:lnTo>
                    <a:pt x="2602407" y="1756701"/>
                  </a:lnTo>
                  <a:lnTo>
                    <a:pt x="2601592" y="1756701"/>
                  </a:lnTo>
                  <a:lnTo>
                    <a:pt x="2600777" y="1756701"/>
                  </a:lnTo>
                  <a:lnTo>
                    <a:pt x="2599963" y="1756701"/>
                  </a:lnTo>
                  <a:lnTo>
                    <a:pt x="2599148" y="1756701"/>
                  </a:lnTo>
                  <a:lnTo>
                    <a:pt x="2598333" y="1756701"/>
                  </a:lnTo>
                  <a:lnTo>
                    <a:pt x="2597518" y="1756701"/>
                  </a:lnTo>
                  <a:lnTo>
                    <a:pt x="2596704" y="1756701"/>
                  </a:lnTo>
                  <a:lnTo>
                    <a:pt x="2595889" y="1756701"/>
                  </a:lnTo>
                  <a:lnTo>
                    <a:pt x="2595074" y="1756701"/>
                  </a:lnTo>
                  <a:lnTo>
                    <a:pt x="2594259" y="1756701"/>
                  </a:lnTo>
                  <a:lnTo>
                    <a:pt x="2593444" y="1756701"/>
                  </a:lnTo>
                  <a:lnTo>
                    <a:pt x="2592630" y="1756701"/>
                  </a:lnTo>
                  <a:lnTo>
                    <a:pt x="2591815" y="1756701"/>
                  </a:lnTo>
                  <a:lnTo>
                    <a:pt x="2591000" y="1756701"/>
                  </a:lnTo>
                  <a:lnTo>
                    <a:pt x="2590185" y="1756701"/>
                  </a:lnTo>
                  <a:lnTo>
                    <a:pt x="2589371" y="1756701"/>
                  </a:lnTo>
                  <a:lnTo>
                    <a:pt x="2588556" y="1756701"/>
                  </a:lnTo>
                  <a:lnTo>
                    <a:pt x="2587741" y="1756701"/>
                  </a:lnTo>
                  <a:lnTo>
                    <a:pt x="2586926" y="1756701"/>
                  </a:lnTo>
                  <a:lnTo>
                    <a:pt x="2586111" y="1756701"/>
                  </a:lnTo>
                  <a:lnTo>
                    <a:pt x="2585297" y="1756701"/>
                  </a:lnTo>
                  <a:lnTo>
                    <a:pt x="2584482" y="1756701"/>
                  </a:lnTo>
                  <a:lnTo>
                    <a:pt x="2583667" y="1756701"/>
                  </a:lnTo>
                  <a:lnTo>
                    <a:pt x="2582852" y="1756701"/>
                  </a:lnTo>
                  <a:lnTo>
                    <a:pt x="2582037" y="1756701"/>
                  </a:lnTo>
                  <a:lnTo>
                    <a:pt x="2581223" y="1756701"/>
                  </a:lnTo>
                  <a:lnTo>
                    <a:pt x="2580408" y="1756701"/>
                  </a:lnTo>
                  <a:lnTo>
                    <a:pt x="2579593" y="1756701"/>
                  </a:lnTo>
                  <a:lnTo>
                    <a:pt x="2578778" y="1756701"/>
                  </a:lnTo>
                  <a:lnTo>
                    <a:pt x="2577964" y="1756701"/>
                  </a:lnTo>
                  <a:lnTo>
                    <a:pt x="2577149" y="1756701"/>
                  </a:lnTo>
                  <a:lnTo>
                    <a:pt x="2576334" y="1756701"/>
                  </a:lnTo>
                  <a:lnTo>
                    <a:pt x="2575519" y="1756701"/>
                  </a:lnTo>
                  <a:lnTo>
                    <a:pt x="2574704" y="1756701"/>
                  </a:lnTo>
                  <a:lnTo>
                    <a:pt x="2573890" y="1756701"/>
                  </a:lnTo>
                  <a:lnTo>
                    <a:pt x="2573075" y="1756701"/>
                  </a:lnTo>
                  <a:lnTo>
                    <a:pt x="2572260" y="1756701"/>
                  </a:lnTo>
                  <a:lnTo>
                    <a:pt x="2571445" y="1756701"/>
                  </a:lnTo>
                  <a:lnTo>
                    <a:pt x="2570631" y="1756701"/>
                  </a:lnTo>
                  <a:lnTo>
                    <a:pt x="2569816" y="1756701"/>
                  </a:lnTo>
                  <a:lnTo>
                    <a:pt x="2569001" y="1756701"/>
                  </a:lnTo>
                  <a:lnTo>
                    <a:pt x="2568186" y="1756701"/>
                  </a:lnTo>
                  <a:lnTo>
                    <a:pt x="2567371" y="1756701"/>
                  </a:lnTo>
                  <a:lnTo>
                    <a:pt x="2566557" y="1756701"/>
                  </a:lnTo>
                  <a:lnTo>
                    <a:pt x="2565742" y="1756701"/>
                  </a:lnTo>
                  <a:lnTo>
                    <a:pt x="2564927" y="1756701"/>
                  </a:lnTo>
                  <a:lnTo>
                    <a:pt x="2564112" y="1756701"/>
                  </a:lnTo>
                  <a:lnTo>
                    <a:pt x="2563298" y="1756701"/>
                  </a:lnTo>
                  <a:lnTo>
                    <a:pt x="2562483" y="1756701"/>
                  </a:lnTo>
                  <a:lnTo>
                    <a:pt x="2561668" y="1756701"/>
                  </a:lnTo>
                  <a:lnTo>
                    <a:pt x="2560853" y="1756701"/>
                  </a:lnTo>
                  <a:lnTo>
                    <a:pt x="2560038" y="1756701"/>
                  </a:lnTo>
                  <a:lnTo>
                    <a:pt x="2559224" y="1756701"/>
                  </a:lnTo>
                  <a:lnTo>
                    <a:pt x="2558409" y="1756701"/>
                  </a:lnTo>
                  <a:lnTo>
                    <a:pt x="2557594" y="1756701"/>
                  </a:lnTo>
                  <a:lnTo>
                    <a:pt x="2556779" y="1756701"/>
                  </a:lnTo>
                  <a:lnTo>
                    <a:pt x="2555965" y="1756701"/>
                  </a:lnTo>
                  <a:lnTo>
                    <a:pt x="2555150" y="1756701"/>
                  </a:lnTo>
                  <a:lnTo>
                    <a:pt x="2554335" y="1756701"/>
                  </a:lnTo>
                  <a:lnTo>
                    <a:pt x="2553520" y="1756701"/>
                  </a:lnTo>
                  <a:lnTo>
                    <a:pt x="2552705" y="1756701"/>
                  </a:lnTo>
                  <a:lnTo>
                    <a:pt x="2551891" y="1756701"/>
                  </a:lnTo>
                  <a:lnTo>
                    <a:pt x="2551076" y="1756701"/>
                  </a:lnTo>
                  <a:lnTo>
                    <a:pt x="2550261" y="1756701"/>
                  </a:lnTo>
                  <a:lnTo>
                    <a:pt x="2549446" y="1756701"/>
                  </a:lnTo>
                  <a:lnTo>
                    <a:pt x="2548631" y="1756701"/>
                  </a:lnTo>
                  <a:lnTo>
                    <a:pt x="2547817" y="1756701"/>
                  </a:lnTo>
                  <a:lnTo>
                    <a:pt x="2547002" y="1756701"/>
                  </a:lnTo>
                  <a:lnTo>
                    <a:pt x="2546187" y="1756701"/>
                  </a:lnTo>
                  <a:lnTo>
                    <a:pt x="2545372" y="1756701"/>
                  </a:lnTo>
                  <a:lnTo>
                    <a:pt x="2544558" y="1756701"/>
                  </a:lnTo>
                  <a:lnTo>
                    <a:pt x="2543743" y="1756701"/>
                  </a:lnTo>
                  <a:lnTo>
                    <a:pt x="2542928" y="1756701"/>
                  </a:lnTo>
                  <a:lnTo>
                    <a:pt x="2542113" y="1756701"/>
                  </a:lnTo>
                  <a:lnTo>
                    <a:pt x="2541298" y="1756701"/>
                  </a:lnTo>
                  <a:lnTo>
                    <a:pt x="2540484" y="1756701"/>
                  </a:lnTo>
                  <a:lnTo>
                    <a:pt x="2539669" y="1756701"/>
                  </a:lnTo>
                  <a:lnTo>
                    <a:pt x="2538854" y="1756701"/>
                  </a:lnTo>
                  <a:lnTo>
                    <a:pt x="2538039" y="1756701"/>
                  </a:lnTo>
                  <a:lnTo>
                    <a:pt x="2537225" y="1756701"/>
                  </a:lnTo>
                  <a:lnTo>
                    <a:pt x="2536410" y="1756701"/>
                  </a:lnTo>
                  <a:lnTo>
                    <a:pt x="2535595" y="1756701"/>
                  </a:lnTo>
                  <a:lnTo>
                    <a:pt x="2534780" y="1756701"/>
                  </a:lnTo>
                  <a:lnTo>
                    <a:pt x="2533965" y="1756701"/>
                  </a:lnTo>
                  <a:lnTo>
                    <a:pt x="2533151" y="1756701"/>
                  </a:lnTo>
                  <a:lnTo>
                    <a:pt x="2532336" y="1756701"/>
                  </a:lnTo>
                  <a:lnTo>
                    <a:pt x="2531521" y="1756701"/>
                  </a:lnTo>
                  <a:lnTo>
                    <a:pt x="2530706" y="1756701"/>
                  </a:lnTo>
                  <a:lnTo>
                    <a:pt x="2529892" y="1756701"/>
                  </a:lnTo>
                  <a:lnTo>
                    <a:pt x="2529077" y="1756701"/>
                  </a:lnTo>
                  <a:lnTo>
                    <a:pt x="2528262" y="1756701"/>
                  </a:lnTo>
                  <a:lnTo>
                    <a:pt x="2527447" y="1756701"/>
                  </a:lnTo>
                  <a:lnTo>
                    <a:pt x="2526632" y="1756701"/>
                  </a:lnTo>
                  <a:lnTo>
                    <a:pt x="2525818" y="1756701"/>
                  </a:lnTo>
                  <a:lnTo>
                    <a:pt x="2525003" y="1756701"/>
                  </a:lnTo>
                  <a:lnTo>
                    <a:pt x="2524188" y="1756701"/>
                  </a:lnTo>
                  <a:lnTo>
                    <a:pt x="2523373" y="1756701"/>
                  </a:lnTo>
                  <a:lnTo>
                    <a:pt x="2522559" y="1756701"/>
                  </a:lnTo>
                  <a:lnTo>
                    <a:pt x="2521744" y="1756701"/>
                  </a:lnTo>
                  <a:lnTo>
                    <a:pt x="2520929" y="1756701"/>
                  </a:lnTo>
                  <a:lnTo>
                    <a:pt x="2520114" y="1756701"/>
                  </a:lnTo>
                  <a:lnTo>
                    <a:pt x="2519299" y="1756701"/>
                  </a:lnTo>
                  <a:lnTo>
                    <a:pt x="2518485" y="1756701"/>
                  </a:lnTo>
                  <a:lnTo>
                    <a:pt x="2517670" y="1756701"/>
                  </a:lnTo>
                  <a:lnTo>
                    <a:pt x="2516855" y="1756701"/>
                  </a:lnTo>
                  <a:lnTo>
                    <a:pt x="2516040" y="1756701"/>
                  </a:lnTo>
                  <a:lnTo>
                    <a:pt x="2515226" y="1756701"/>
                  </a:lnTo>
                  <a:lnTo>
                    <a:pt x="2514411" y="1756701"/>
                  </a:lnTo>
                  <a:lnTo>
                    <a:pt x="2513596" y="1756701"/>
                  </a:lnTo>
                  <a:lnTo>
                    <a:pt x="2512781" y="1756701"/>
                  </a:lnTo>
                  <a:lnTo>
                    <a:pt x="2511966" y="1756701"/>
                  </a:lnTo>
                  <a:lnTo>
                    <a:pt x="2511152" y="1756701"/>
                  </a:lnTo>
                  <a:lnTo>
                    <a:pt x="2510337" y="1756701"/>
                  </a:lnTo>
                  <a:lnTo>
                    <a:pt x="2509522" y="1756701"/>
                  </a:lnTo>
                  <a:lnTo>
                    <a:pt x="2508707" y="1756701"/>
                  </a:lnTo>
                  <a:lnTo>
                    <a:pt x="2507892" y="1756701"/>
                  </a:lnTo>
                  <a:lnTo>
                    <a:pt x="2507078" y="1756701"/>
                  </a:lnTo>
                  <a:lnTo>
                    <a:pt x="2506263" y="1756701"/>
                  </a:lnTo>
                  <a:lnTo>
                    <a:pt x="2505448" y="1756701"/>
                  </a:lnTo>
                  <a:lnTo>
                    <a:pt x="2504633" y="1756701"/>
                  </a:lnTo>
                  <a:lnTo>
                    <a:pt x="2503819" y="1756701"/>
                  </a:lnTo>
                  <a:lnTo>
                    <a:pt x="2503004" y="1756701"/>
                  </a:lnTo>
                  <a:lnTo>
                    <a:pt x="2502189" y="1756701"/>
                  </a:lnTo>
                  <a:lnTo>
                    <a:pt x="2501374" y="1756701"/>
                  </a:lnTo>
                  <a:lnTo>
                    <a:pt x="2500559" y="1756701"/>
                  </a:lnTo>
                  <a:lnTo>
                    <a:pt x="2499745" y="1756701"/>
                  </a:lnTo>
                  <a:lnTo>
                    <a:pt x="2498930" y="1756701"/>
                  </a:lnTo>
                  <a:lnTo>
                    <a:pt x="2498115" y="1756701"/>
                  </a:lnTo>
                  <a:lnTo>
                    <a:pt x="2497300" y="1756701"/>
                  </a:lnTo>
                  <a:lnTo>
                    <a:pt x="2496486" y="1756701"/>
                  </a:lnTo>
                  <a:lnTo>
                    <a:pt x="2495671" y="1756701"/>
                  </a:lnTo>
                  <a:lnTo>
                    <a:pt x="2494856" y="1756701"/>
                  </a:lnTo>
                  <a:lnTo>
                    <a:pt x="2494041" y="1756701"/>
                  </a:lnTo>
                  <a:lnTo>
                    <a:pt x="2493226" y="1756701"/>
                  </a:lnTo>
                  <a:lnTo>
                    <a:pt x="2492412" y="1756701"/>
                  </a:lnTo>
                  <a:lnTo>
                    <a:pt x="2491597" y="1756701"/>
                  </a:lnTo>
                  <a:lnTo>
                    <a:pt x="2490782" y="1756701"/>
                  </a:lnTo>
                  <a:lnTo>
                    <a:pt x="2489967" y="1756701"/>
                  </a:lnTo>
                  <a:lnTo>
                    <a:pt x="2489153" y="1756701"/>
                  </a:lnTo>
                  <a:lnTo>
                    <a:pt x="2488338" y="1756701"/>
                  </a:lnTo>
                  <a:lnTo>
                    <a:pt x="2487523" y="1756701"/>
                  </a:lnTo>
                  <a:lnTo>
                    <a:pt x="2486708" y="1756701"/>
                  </a:lnTo>
                  <a:lnTo>
                    <a:pt x="2485893" y="1756701"/>
                  </a:lnTo>
                  <a:lnTo>
                    <a:pt x="2485079" y="1756701"/>
                  </a:lnTo>
                  <a:lnTo>
                    <a:pt x="2484264" y="1756701"/>
                  </a:lnTo>
                  <a:lnTo>
                    <a:pt x="2483449" y="1756701"/>
                  </a:lnTo>
                  <a:lnTo>
                    <a:pt x="2482634" y="1756701"/>
                  </a:lnTo>
                  <a:lnTo>
                    <a:pt x="2481820" y="1756701"/>
                  </a:lnTo>
                  <a:lnTo>
                    <a:pt x="2481005" y="1756701"/>
                  </a:lnTo>
                  <a:lnTo>
                    <a:pt x="2480190" y="1756701"/>
                  </a:lnTo>
                  <a:lnTo>
                    <a:pt x="2479375" y="1756701"/>
                  </a:lnTo>
                  <a:lnTo>
                    <a:pt x="2478560" y="1756701"/>
                  </a:lnTo>
                  <a:lnTo>
                    <a:pt x="2477746" y="1756701"/>
                  </a:lnTo>
                  <a:lnTo>
                    <a:pt x="2476931" y="1756701"/>
                  </a:lnTo>
                  <a:lnTo>
                    <a:pt x="2476116" y="1756701"/>
                  </a:lnTo>
                  <a:lnTo>
                    <a:pt x="2475301" y="1756701"/>
                  </a:lnTo>
                  <a:lnTo>
                    <a:pt x="2474487" y="1756701"/>
                  </a:lnTo>
                  <a:lnTo>
                    <a:pt x="2473672" y="1756701"/>
                  </a:lnTo>
                  <a:lnTo>
                    <a:pt x="2472857" y="1756701"/>
                  </a:lnTo>
                  <a:lnTo>
                    <a:pt x="2472042" y="1756701"/>
                  </a:lnTo>
                  <a:lnTo>
                    <a:pt x="2471227" y="1756701"/>
                  </a:lnTo>
                  <a:lnTo>
                    <a:pt x="2470413" y="1756701"/>
                  </a:lnTo>
                  <a:lnTo>
                    <a:pt x="2469598" y="1756701"/>
                  </a:lnTo>
                  <a:lnTo>
                    <a:pt x="2468783" y="1756701"/>
                  </a:lnTo>
                  <a:lnTo>
                    <a:pt x="2467968" y="1756701"/>
                  </a:lnTo>
                  <a:lnTo>
                    <a:pt x="2467153" y="1756701"/>
                  </a:lnTo>
                  <a:lnTo>
                    <a:pt x="2466339" y="1756701"/>
                  </a:lnTo>
                  <a:lnTo>
                    <a:pt x="2465524" y="1756701"/>
                  </a:lnTo>
                  <a:lnTo>
                    <a:pt x="2464709" y="1756701"/>
                  </a:lnTo>
                  <a:lnTo>
                    <a:pt x="2463894" y="1756701"/>
                  </a:lnTo>
                  <a:lnTo>
                    <a:pt x="2463080" y="1756701"/>
                  </a:lnTo>
                  <a:lnTo>
                    <a:pt x="2462265" y="1756701"/>
                  </a:lnTo>
                  <a:lnTo>
                    <a:pt x="2461450" y="1756701"/>
                  </a:lnTo>
                  <a:lnTo>
                    <a:pt x="2460635" y="1756701"/>
                  </a:lnTo>
                  <a:lnTo>
                    <a:pt x="2459820" y="1756701"/>
                  </a:lnTo>
                  <a:lnTo>
                    <a:pt x="2459006" y="1756701"/>
                  </a:lnTo>
                  <a:lnTo>
                    <a:pt x="2458191" y="1756701"/>
                  </a:lnTo>
                  <a:lnTo>
                    <a:pt x="2457376" y="1756701"/>
                  </a:lnTo>
                  <a:lnTo>
                    <a:pt x="2456561" y="1756701"/>
                  </a:lnTo>
                  <a:lnTo>
                    <a:pt x="2455747" y="1756701"/>
                  </a:lnTo>
                  <a:lnTo>
                    <a:pt x="2454932" y="1756701"/>
                  </a:lnTo>
                  <a:lnTo>
                    <a:pt x="2454117" y="1756701"/>
                  </a:lnTo>
                  <a:lnTo>
                    <a:pt x="2453302" y="1756701"/>
                  </a:lnTo>
                  <a:lnTo>
                    <a:pt x="2452487" y="1756701"/>
                  </a:lnTo>
                  <a:lnTo>
                    <a:pt x="2451673" y="1756701"/>
                  </a:lnTo>
                  <a:lnTo>
                    <a:pt x="2450858" y="1756701"/>
                  </a:lnTo>
                  <a:lnTo>
                    <a:pt x="2450043" y="1756701"/>
                  </a:lnTo>
                  <a:lnTo>
                    <a:pt x="2449228" y="1756701"/>
                  </a:lnTo>
                  <a:lnTo>
                    <a:pt x="2448414" y="1756701"/>
                  </a:lnTo>
                  <a:lnTo>
                    <a:pt x="2447599" y="1756701"/>
                  </a:lnTo>
                  <a:lnTo>
                    <a:pt x="2446784" y="1756701"/>
                  </a:lnTo>
                  <a:lnTo>
                    <a:pt x="2445969" y="1756701"/>
                  </a:lnTo>
                  <a:lnTo>
                    <a:pt x="2445154" y="1756701"/>
                  </a:lnTo>
                  <a:lnTo>
                    <a:pt x="2444340" y="1756701"/>
                  </a:lnTo>
                  <a:lnTo>
                    <a:pt x="2443525" y="1756701"/>
                  </a:lnTo>
                  <a:lnTo>
                    <a:pt x="2442710" y="1756701"/>
                  </a:lnTo>
                  <a:lnTo>
                    <a:pt x="2441895" y="1756701"/>
                  </a:lnTo>
                  <a:lnTo>
                    <a:pt x="2441081" y="1756701"/>
                  </a:lnTo>
                  <a:lnTo>
                    <a:pt x="2440266" y="1756701"/>
                  </a:lnTo>
                  <a:lnTo>
                    <a:pt x="2439451" y="1756701"/>
                  </a:lnTo>
                  <a:lnTo>
                    <a:pt x="2438636" y="1756701"/>
                  </a:lnTo>
                  <a:lnTo>
                    <a:pt x="2437821" y="1756701"/>
                  </a:lnTo>
                  <a:lnTo>
                    <a:pt x="2437007" y="1756701"/>
                  </a:lnTo>
                  <a:lnTo>
                    <a:pt x="2436192" y="1756701"/>
                  </a:lnTo>
                  <a:lnTo>
                    <a:pt x="2435377" y="1756701"/>
                  </a:lnTo>
                  <a:lnTo>
                    <a:pt x="2434562" y="1756701"/>
                  </a:lnTo>
                  <a:lnTo>
                    <a:pt x="2433748" y="1756701"/>
                  </a:lnTo>
                  <a:lnTo>
                    <a:pt x="2432933" y="1756701"/>
                  </a:lnTo>
                  <a:lnTo>
                    <a:pt x="2432118" y="1756701"/>
                  </a:lnTo>
                  <a:lnTo>
                    <a:pt x="2431303" y="1756701"/>
                  </a:lnTo>
                  <a:lnTo>
                    <a:pt x="2430488" y="1756701"/>
                  </a:lnTo>
                  <a:lnTo>
                    <a:pt x="2429674" y="1756701"/>
                  </a:lnTo>
                  <a:lnTo>
                    <a:pt x="2428859" y="1756701"/>
                  </a:lnTo>
                  <a:lnTo>
                    <a:pt x="2428044" y="1756701"/>
                  </a:lnTo>
                  <a:lnTo>
                    <a:pt x="2427229" y="1756701"/>
                  </a:lnTo>
                  <a:lnTo>
                    <a:pt x="2426414" y="1756701"/>
                  </a:lnTo>
                  <a:lnTo>
                    <a:pt x="2425600" y="1756701"/>
                  </a:lnTo>
                  <a:lnTo>
                    <a:pt x="2424785" y="1756701"/>
                  </a:lnTo>
                  <a:lnTo>
                    <a:pt x="2423970" y="1756701"/>
                  </a:lnTo>
                  <a:lnTo>
                    <a:pt x="2423155" y="1756701"/>
                  </a:lnTo>
                  <a:lnTo>
                    <a:pt x="2422341" y="1756701"/>
                  </a:lnTo>
                  <a:lnTo>
                    <a:pt x="2421526" y="1756701"/>
                  </a:lnTo>
                  <a:lnTo>
                    <a:pt x="2420711" y="1756701"/>
                  </a:lnTo>
                  <a:lnTo>
                    <a:pt x="2419896" y="1756701"/>
                  </a:lnTo>
                  <a:lnTo>
                    <a:pt x="2419081" y="1756701"/>
                  </a:lnTo>
                  <a:lnTo>
                    <a:pt x="2418267" y="1756701"/>
                  </a:lnTo>
                  <a:lnTo>
                    <a:pt x="2417452" y="1756701"/>
                  </a:lnTo>
                  <a:lnTo>
                    <a:pt x="2416637" y="1756701"/>
                  </a:lnTo>
                  <a:lnTo>
                    <a:pt x="2415822" y="1756701"/>
                  </a:lnTo>
                  <a:lnTo>
                    <a:pt x="2415008" y="1756701"/>
                  </a:lnTo>
                  <a:lnTo>
                    <a:pt x="2414193" y="1756701"/>
                  </a:lnTo>
                  <a:lnTo>
                    <a:pt x="2413378" y="1756701"/>
                  </a:lnTo>
                  <a:lnTo>
                    <a:pt x="2412563" y="1756701"/>
                  </a:lnTo>
                  <a:lnTo>
                    <a:pt x="2411748" y="1756701"/>
                  </a:lnTo>
                  <a:lnTo>
                    <a:pt x="2410934" y="1756701"/>
                  </a:lnTo>
                  <a:lnTo>
                    <a:pt x="2410119" y="1756701"/>
                  </a:lnTo>
                  <a:lnTo>
                    <a:pt x="2409304" y="1756701"/>
                  </a:lnTo>
                  <a:lnTo>
                    <a:pt x="2408489" y="1756701"/>
                  </a:lnTo>
                  <a:lnTo>
                    <a:pt x="2407675" y="1756701"/>
                  </a:lnTo>
                  <a:lnTo>
                    <a:pt x="2406860" y="1756701"/>
                  </a:lnTo>
                  <a:lnTo>
                    <a:pt x="2406045" y="1756701"/>
                  </a:lnTo>
                  <a:lnTo>
                    <a:pt x="2405230" y="1756701"/>
                  </a:lnTo>
                  <a:lnTo>
                    <a:pt x="2404415" y="1756701"/>
                  </a:lnTo>
                  <a:lnTo>
                    <a:pt x="2403601" y="1756701"/>
                  </a:lnTo>
                  <a:lnTo>
                    <a:pt x="2402786" y="1756701"/>
                  </a:lnTo>
                  <a:lnTo>
                    <a:pt x="2401971" y="1756701"/>
                  </a:lnTo>
                  <a:lnTo>
                    <a:pt x="2401156" y="1756701"/>
                  </a:lnTo>
                  <a:lnTo>
                    <a:pt x="2400342" y="1756701"/>
                  </a:lnTo>
                  <a:lnTo>
                    <a:pt x="2399527" y="1756701"/>
                  </a:lnTo>
                  <a:lnTo>
                    <a:pt x="2398712" y="1756701"/>
                  </a:lnTo>
                  <a:lnTo>
                    <a:pt x="2397897" y="1756701"/>
                  </a:lnTo>
                  <a:lnTo>
                    <a:pt x="2397082" y="1756701"/>
                  </a:lnTo>
                  <a:lnTo>
                    <a:pt x="2396268" y="1756701"/>
                  </a:lnTo>
                  <a:lnTo>
                    <a:pt x="2395453" y="1756701"/>
                  </a:lnTo>
                  <a:lnTo>
                    <a:pt x="2394638" y="1756701"/>
                  </a:lnTo>
                  <a:lnTo>
                    <a:pt x="2393823" y="1756701"/>
                  </a:lnTo>
                  <a:lnTo>
                    <a:pt x="2393009" y="1756701"/>
                  </a:lnTo>
                  <a:lnTo>
                    <a:pt x="2392194" y="1756701"/>
                  </a:lnTo>
                  <a:lnTo>
                    <a:pt x="2391379" y="1756701"/>
                  </a:lnTo>
                  <a:lnTo>
                    <a:pt x="2390564" y="1756701"/>
                  </a:lnTo>
                  <a:lnTo>
                    <a:pt x="2389749" y="1756701"/>
                  </a:lnTo>
                  <a:lnTo>
                    <a:pt x="2388935" y="1756701"/>
                  </a:lnTo>
                  <a:lnTo>
                    <a:pt x="2388120" y="1756701"/>
                  </a:lnTo>
                  <a:lnTo>
                    <a:pt x="2387305" y="1756701"/>
                  </a:lnTo>
                  <a:lnTo>
                    <a:pt x="2386490" y="1756701"/>
                  </a:lnTo>
                  <a:lnTo>
                    <a:pt x="2385675" y="1756701"/>
                  </a:lnTo>
                  <a:lnTo>
                    <a:pt x="2384861" y="1756701"/>
                  </a:lnTo>
                  <a:lnTo>
                    <a:pt x="2384046" y="1756701"/>
                  </a:lnTo>
                  <a:lnTo>
                    <a:pt x="2383231" y="1756701"/>
                  </a:lnTo>
                  <a:lnTo>
                    <a:pt x="2382416" y="1756701"/>
                  </a:lnTo>
                  <a:lnTo>
                    <a:pt x="2381602" y="1756701"/>
                  </a:lnTo>
                  <a:lnTo>
                    <a:pt x="2380787" y="1756701"/>
                  </a:lnTo>
                  <a:lnTo>
                    <a:pt x="2379972" y="1756701"/>
                  </a:lnTo>
                  <a:lnTo>
                    <a:pt x="2379157" y="1756701"/>
                  </a:lnTo>
                  <a:lnTo>
                    <a:pt x="2378342" y="1756701"/>
                  </a:lnTo>
                  <a:lnTo>
                    <a:pt x="2377528" y="1756701"/>
                  </a:lnTo>
                  <a:lnTo>
                    <a:pt x="2376713" y="1756701"/>
                  </a:lnTo>
                  <a:lnTo>
                    <a:pt x="2375898" y="1756701"/>
                  </a:lnTo>
                  <a:lnTo>
                    <a:pt x="2375083" y="1756701"/>
                  </a:lnTo>
                  <a:lnTo>
                    <a:pt x="2374269" y="1756701"/>
                  </a:lnTo>
                  <a:lnTo>
                    <a:pt x="2373454" y="1756701"/>
                  </a:lnTo>
                  <a:lnTo>
                    <a:pt x="2372639" y="1756701"/>
                  </a:lnTo>
                  <a:lnTo>
                    <a:pt x="2371824" y="1756701"/>
                  </a:lnTo>
                  <a:lnTo>
                    <a:pt x="2371009" y="1756701"/>
                  </a:lnTo>
                  <a:lnTo>
                    <a:pt x="2370195" y="1756701"/>
                  </a:lnTo>
                  <a:lnTo>
                    <a:pt x="2369380" y="1756701"/>
                  </a:lnTo>
                  <a:lnTo>
                    <a:pt x="2368565" y="1756701"/>
                  </a:lnTo>
                  <a:lnTo>
                    <a:pt x="2367750" y="1756701"/>
                  </a:lnTo>
                  <a:lnTo>
                    <a:pt x="2366936" y="1756701"/>
                  </a:lnTo>
                  <a:lnTo>
                    <a:pt x="2366121" y="1756701"/>
                  </a:lnTo>
                  <a:lnTo>
                    <a:pt x="2365306" y="1756701"/>
                  </a:lnTo>
                  <a:lnTo>
                    <a:pt x="2364491" y="1756701"/>
                  </a:lnTo>
                  <a:lnTo>
                    <a:pt x="2363676" y="1756701"/>
                  </a:lnTo>
                  <a:lnTo>
                    <a:pt x="2362862" y="1756701"/>
                  </a:lnTo>
                  <a:lnTo>
                    <a:pt x="2362047" y="1756701"/>
                  </a:lnTo>
                  <a:lnTo>
                    <a:pt x="2361232" y="1756701"/>
                  </a:lnTo>
                  <a:lnTo>
                    <a:pt x="2360417" y="1756701"/>
                  </a:lnTo>
                  <a:lnTo>
                    <a:pt x="2359603" y="1756701"/>
                  </a:lnTo>
                  <a:lnTo>
                    <a:pt x="2358788" y="1756701"/>
                  </a:lnTo>
                  <a:lnTo>
                    <a:pt x="2357973" y="1756701"/>
                  </a:lnTo>
                  <a:lnTo>
                    <a:pt x="2357158" y="1756701"/>
                  </a:lnTo>
                  <a:lnTo>
                    <a:pt x="2356343" y="1756701"/>
                  </a:lnTo>
                  <a:lnTo>
                    <a:pt x="2355529" y="1756701"/>
                  </a:lnTo>
                  <a:lnTo>
                    <a:pt x="2354714" y="1756701"/>
                  </a:lnTo>
                  <a:lnTo>
                    <a:pt x="2353899" y="1756701"/>
                  </a:lnTo>
                  <a:lnTo>
                    <a:pt x="2353084" y="1756701"/>
                  </a:lnTo>
                  <a:lnTo>
                    <a:pt x="2352270" y="1756701"/>
                  </a:lnTo>
                  <a:lnTo>
                    <a:pt x="2351455" y="1756701"/>
                  </a:lnTo>
                  <a:lnTo>
                    <a:pt x="2350640" y="1756701"/>
                  </a:lnTo>
                  <a:lnTo>
                    <a:pt x="2349825" y="1756701"/>
                  </a:lnTo>
                  <a:lnTo>
                    <a:pt x="2349010" y="1756701"/>
                  </a:lnTo>
                  <a:lnTo>
                    <a:pt x="2348196" y="1756701"/>
                  </a:lnTo>
                  <a:lnTo>
                    <a:pt x="2347381" y="1756701"/>
                  </a:lnTo>
                  <a:lnTo>
                    <a:pt x="2346566" y="1756701"/>
                  </a:lnTo>
                  <a:lnTo>
                    <a:pt x="2345751" y="1756701"/>
                  </a:lnTo>
                  <a:lnTo>
                    <a:pt x="2344936" y="1756701"/>
                  </a:lnTo>
                  <a:lnTo>
                    <a:pt x="2344122" y="1756701"/>
                  </a:lnTo>
                  <a:lnTo>
                    <a:pt x="2343307" y="1756701"/>
                  </a:lnTo>
                  <a:lnTo>
                    <a:pt x="2342492" y="1756701"/>
                  </a:lnTo>
                  <a:lnTo>
                    <a:pt x="2341677" y="1756701"/>
                  </a:lnTo>
                  <a:lnTo>
                    <a:pt x="2340863" y="1756701"/>
                  </a:lnTo>
                  <a:lnTo>
                    <a:pt x="2340048" y="1756701"/>
                  </a:lnTo>
                  <a:lnTo>
                    <a:pt x="2339233" y="1756701"/>
                  </a:lnTo>
                  <a:lnTo>
                    <a:pt x="2338418" y="1756701"/>
                  </a:lnTo>
                  <a:lnTo>
                    <a:pt x="2337603" y="1756701"/>
                  </a:lnTo>
                  <a:lnTo>
                    <a:pt x="2336789" y="1756701"/>
                  </a:lnTo>
                  <a:lnTo>
                    <a:pt x="2335974" y="1756701"/>
                  </a:lnTo>
                  <a:lnTo>
                    <a:pt x="2335159" y="1756701"/>
                  </a:lnTo>
                  <a:lnTo>
                    <a:pt x="2334344" y="1756701"/>
                  </a:lnTo>
                  <a:lnTo>
                    <a:pt x="2333530" y="1756701"/>
                  </a:lnTo>
                  <a:lnTo>
                    <a:pt x="2332715" y="1756701"/>
                  </a:lnTo>
                  <a:lnTo>
                    <a:pt x="2331900" y="1756701"/>
                  </a:lnTo>
                  <a:lnTo>
                    <a:pt x="2331085" y="1756701"/>
                  </a:lnTo>
                  <a:lnTo>
                    <a:pt x="2330270" y="1756701"/>
                  </a:lnTo>
                  <a:lnTo>
                    <a:pt x="2329456" y="1756701"/>
                  </a:lnTo>
                  <a:lnTo>
                    <a:pt x="2328641" y="1756701"/>
                  </a:lnTo>
                  <a:lnTo>
                    <a:pt x="2327826" y="1756701"/>
                  </a:lnTo>
                  <a:lnTo>
                    <a:pt x="2327011" y="1756701"/>
                  </a:lnTo>
                  <a:lnTo>
                    <a:pt x="2326197" y="1756701"/>
                  </a:lnTo>
                  <a:lnTo>
                    <a:pt x="2325382" y="1756701"/>
                  </a:lnTo>
                  <a:lnTo>
                    <a:pt x="2324567" y="1756701"/>
                  </a:lnTo>
                  <a:lnTo>
                    <a:pt x="2323752" y="1756701"/>
                  </a:lnTo>
                  <a:lnTo>
                    <a:pt x="2322937" y="1756701"/>
                  </a:lnTo>
                  <a:lnTo>
                    <a:pt x="2322123" y="1756701"/>
                  </a:lnTo>
                  <a:lnTo>
                    <a:pt x="2321308" y="1756701"/>
                  </a:lnTo>
                  <a:lnTo>
                    <a:pt x="2320493" y="1756701"/>
                  </a:lnTo>
                  <a:lnTo>
                    <a:pt x="2319678" y="1756701"/>
                  </a:lnTo>
                  <a:lnTo>
                    <a:pt x="2318864" y="1756701"/>
                  </a:lnTo>
                  <a:lnTo>
                    <a:pt x="2318049" y="1756701"/>
                  </a:lnTo>
                  <a:lnTo>
                    <a:pt x="2317234" y="1756701"/>
                  </a:lnTo>
                  <a:lnTo>
                    <a:pt x="2316419" y="1756701"/>
                  </a:lnTo>
                  <a:lnTo>
                    <a:pt x="2315604" y="1756701"/>
                  </a:lnTo>
                  <a:lnTo>
                    <a:pt x="2314790" y="1756701"/>
                  </a:lnTo>
                  <a:lnTo>
                    <a:pt x="2313975" y="1756701"/>
                  </a:lnTo>
                  <a:lnTo>
                    <a:pt x="2313160" y="1756701"/>
                  </a:lnTo>
                  <a:lnTo>
                    <a:pt x="2312345" y="1756701"/>
                  </a:lnTo>
                  <a:lnTo>
                    <a:pt x="2311531" y="1756701"/>
                  </a:lnTo>
                  <a:lnTo>
                    <a:pt x="2310716" y="1756701"/>
                  </a:lnTo>
                  <a:lnTo>
                    <a:pt x="2309901" y="1756701"/>
                  </a:lnTo>
                  <a:lnTo>
                    <a:pt x="2309086" y="1756701"/>
                  </a:lnTo>
                  <a:lnTo>
                    <a:pt x="2308271" y="1756701"/>
                  </a:lnTo>
                  <a:lnTo>
                    <a:pt x="2307457" y="1756701"/>
                  </a:lnTo>
                  <a:lnTo>
                    <a:pt x="2306642" y="1756701"/>
                  </a:lnTo>
                  <a:lnTo>
                    <a:pt x="2305827" y="1756701"/>
                  </a:lnTo>
                  <a:lnTo>
                    <a:pt x="2305012" y="1756701"/>
                  </a:lnTo>
                  <a:lnTo>
                    <a:pt x="2304197" y="1756701"/>
                  </a:lnTo>
                  <a:lnTo>
                    <a:pt x="2303383" y="1756701"/>
                  </a:lnTo>
                  <a:lnTo>
                    <a:pt x="2302568" y="1756701"/>
                  </a:lnTo>
                  <a:lnTo>
                    <a:pt x="2301753" y="1756701"/>
                  </a:lnTo>
                  <a:lnTo>
                    <a:pt x="2300938" y="1756701"/>
                  </a:lnTo>
                  <a:lnTo>
                    <a:pt x="2300124" y="1756701"/>
                  </a:lnTo>
                  <a:lnTo>
                    <a:pt x="2299309" y="1756701"/>
                  </a:lnTo>
                  <a:lnTo>
                    <a:pt x="2298494" y="1756701"/>
                  </a:lnTo>
                  <a:lnTo>
                    <a:pt x="2297679" y="1756701"/>
                  </a:lnTo>
                  <a:lnTo>
                    <a:pt x="2296864" y="1756701"/>
                  </a:lnTo>
                  <a:lnTo>
                    <a:pt x="2296050" y="1756701"/>
                  </a:lnTo>
                  <a:lnTo>
                    <a:pt x="2295235" y="1756701"/>
                  </a:lnTo>
                  <a:lnTo>
                    <a:pt x="2294420" y="1756701"/>
                  </a:lnTo>
                  <a:lnTo>
                    <a:pt x="2293605" y="1756701"/>
                  </a:lnTo>
                  <a:lnTo>
                    <a:pt x="2292791" y="1756701"/>
                  </a:lnTo>
                  <a:lnTo>
                    <a:pt x="2291976" y="1756701"/>
                  </a:lnTo>
                  <a:lnTo>
                    <a:pt x="2291161" y="1756701"/>
                  </a:lnTo>
                  <a:lnTo>
                    <a:pt x="2290346" y="1756701"/>
                  </a:lnTo>
                  <a:lnTo>
                    <a:pt x="2289531" y="1756701"/>
                  </a:lnTo>
                  <a:lnTo>
                    <a:pt x="2288717" y="1756701"/>
                  </a:lnTo>
                  <a:lnTo>
                    <a:pt x="2287902" y="1756701"/>
                  </a:lnTo>
                  <a:lnTo>
                    <a:pt x="2287087" y="1756701"/>
                  </a:lnTo>
                  <a:lnTo>
                    <a:pt x="2286272" y="1756701"/>
                  </a:lnTo>
                  <a:lnTo>
                    <a:pt x="2285458" y="1756701"/>
                  </a:lnTo>
                  <a:lnTo>
                    <a:pt x="2284643" y="1756701"/>
                  </a:lnTo>
                  <a:lnTo>
                    <a:pt x="2283828" y="1756701"/>
                  </a:lnTo>
                  <a:lnTo>
                    <a:pt x="2283013" y="1756701"/>
                  </a:lnTo>
                  <a:lnTo>
                    <a:pt x="2282198" y="1756701"/>
                  </a:lnTo>
                  <a:lnTo>
                    <a:pt x="2281384" y="1756701"/>
                  </a:lnTo>
                  <a:lnTo>
                    <a:pt x="2280569" y="1756701"/>
                  </a:lnTo>
                  <a:lnTo>
                    <a:pt x="2279754" y="1756701"/>
                  </a:lnTo>
                  <a:lnTo>
                    <a:pt x="2278939" y="1756701"/>
                  </a:lnTo>
                  <a:lnTo>
                    <a:pt x="2278125" y="1756701"/>
                  </a:lnTo>
                  <a:lnTo>
                    <a:pt x="2277310" y="1756701"/>
                  </a:lnTo>
                  <a:lnTo>
                    <a:pt x="2276495" y="1756701"/>
                  </a:lnTo>
                  <a:lnTo>
                    <a:pt x="2275680" y="1756701"/>
                  </a:lnTo>
                  <a:lnTo>
                    <a:pt x="2274865" y="1756701"/>
                  </a:lnTo>
                  <a:lnTo>
                    <a:pt x="2274051" y="1756701"/>
                  </a:lnTo>
                  <a:lnTo>
                    <a:pt x="2273236" y="1756701"/>
                  </a:lnTo>
                  <a:lnTo>
                    <a:pt x="2272421" y="1756701"/>
                  </a:lnTo>
                  <a:lnTo>
                    <a:pt x="2271606" y="1756701"/>
                  </a:lnTo>
                  <a:lnTo>
                    <a:pt x="2270792" y="1756701"/>
                  </a:lnTo>
                  <a:lnTo>
                    <a:pt x="2269977" y="1756701"/>
                  </a:lnTo>
                  <a:lnTo>
                    <a:pt x="2269162" y="1756701"/>
                  </a:lnTo>
                  <a:lnTo>
                    <a:pt x="2268347" y="1756701"/>
                  </a:lnTo>
                  <a:lnTo>
                    <a:pt x="2267532" y="1756701"/>
                  </a:lnTo>
                  <a:lnTo>
                    <a:pt x="2266718" y="1756701"/>
                  </a:lnTo>
                  <a:lnTo>
                    <a:pt x="2265903" y="1756701"/>
                  </a:lnTo>
                  <a:lnTo>
                    <a:pt x="2265088" y="1756701"/>
                  </a:lnTo>
                  <a:lnTo>
                    <a:pt x="2264273" y="1756701"/>
                  </a:lnTo>
                  <a:lnTo>
                    <a:pt x="2263458" y="1756701"/>
                  </a:lnTo>
                  <a:lnTo>
                    <a:pt x="2262644" y="1756701"/>
                  </a:lnTo>
                  <a:lnTo>
                    <a:pt x="2261829" y="1756701"/>
                  </a:lnTo>
                  <a:lnTo>
                    <a:pt x="2261014" y="1756701"/>
                  </a:lnTo>
                  <a:lnTo>
                    <a:pt x="2260199" y="1756701"/>
                  </a:lnTo>
                  <a:lnTo>
                    <a:pt x="2259385" y="1756701"/>
                  </a:lnTo>
                  <a:lnTo>
                    <a:pt x="2258570" y="1756701"/>
                  </a:lnTo>
                  <a:lnTo>
                    <a:pt x="2257755" y="1756701"/>
                  </a:lnTo>
                  <a:lnTo>
                    <a:pt x="2256940" y="1756701"/>
                  </a:lnTo>
                  <a:lnTo>
                    <a:pt x="2256125" y="1756701"/>
                  </a:lnTo>
                  <a:lnTo>
                    <a:pt x="2255311" y="1756701"/>
                  </a:lnTo>
                  <a:lnTo>
                    <a:pt x="2254496" y="1756701"/>
                  </a:lnTo>
                  <a:lnTo>
                    <a:pt x="2253681" y="1756701"/>
                  </a:lnTo>
                  <a:lnTo>
                    <a:pt x="2252866" y="1756701"/>
                  </a:lnTo>
                  <a:lnTo>
                    <a:pt x="2252052" y="1756701"/>
                  </a:lnTo>
                  <a:lnTo>
                    <a:pt x="2251237" y="1756701"/>
                  </a:lnTo>
                  <a:lnTo>
                    <a:pt x="2250422" y="1756701"/>
                  </a:lnTo>
                  <a:lnTo>
                    <a:pt x="2249607" y="1756701"/>
                  </a:lnTo>
                  <a:lnTo>
                    <a:pt x="2248792" y="1756701"/>
                  </a:lnTo>
                  <a:lnTo>
                    <a:pt x="2247978" y="1756701"/>
                  </a:lnTo>
                  <a:lnTo>
                    <a:pt x="2247163" y="1756701"/>
                  </a:lnTo>
                  <a:lnTo>
                    <a:pt x="2246348" y="1756701"/>
                  </a:lnTo>
                  <a:lnTo>
                    <a:pt x="2245533" y="1756701"/>
                  </a:lnTo>
                  <a:lnTo>
                    <a:pt x="2244719" y="1756701"/>
                  </a:lnTo>
                  <a:lnTo>
                    <a:pt x="2243904" y="1756701"/>
                  </a:lnTo>
                  <a:lnTo>
                    <a:pt x="2243089" y="1756701"/>
                  </a:lnTo>
                  <a:lnTo>
                    <a:pt x="2242274" y="1756701"/>
                  </a:lnTo>
                  <a:lnTo>
                    <a:pt x="2241459" y="1756701"/>
                  </a:lnTo>
                  <a:lnTo>
                    <a:pt x="2240645" y="1756701"/>
                  </a:lnTo>
                  <a:lnTo>
                    <a:pt x="2239830" y="1756701"/>
                  </a:lnTo>
                  <a:lnTo>
                    <a:pt x="2239015" y="1756701"/>
                  </a:lnTo>
                  <a:lnTo>
                    <a:pt x="2238200" y="1756701"/>
                  </a:lnTo>
                  <a:lnTo>
                    <a:pt x="2237386" y="1756701"/>
                  </a:lnTo>
                  <a:lnTo>
                    <a:pt x="2236571" y="1756701"/>
                  </a:lnTo>
                  <a:lnTo>
                    <a:pt x="2235756" y="1756701"/>
                  </a:lnTo>
                  <a:lnTo>
                    <a:pt x="2234941" y="1756701"/>
                  </a:lnTo>
                  <a:lnTo>
                    <a:pt x="2234126" y="1756701"/>
                  </a:lnTo>
                  <a:lnTo>
                    <a:pt x="2233312" y="1756701"/>
                  </a:lnTo>
                  <a:lnTo>
                    <a:pt x="2232497" y="1756701"/>
                  </a:lnTo>
                  <a:lnTo>
                    <a:pt x="2231682" y="1756701"/>
                  </a:lnTo>
                  <a:lnTo>
                    <a:pt x="2230867" y="1756701"/>
                  </a:lnTo>
                  <a:lnTo>
                    <a:pt x="2230052" y="1756701"/>
                  </a:lnTo>
                  <a:lnTo>
                    <a:pt x="2229238" y="1756701"/>
                  </a:lnTo>
                  <a:lnTo>
                    <a:pt x="2228423" y="1756701"/>
                  </a:lnTo>
                  <a:lnTo>
                    <a:pt x="2227608" y="1756701"/>
                  </a:lnTo>
                  <a:lnTo>
                    <a:pt x="2226793" y="1756701"/>
                  </a:lnTo>
                  <a:lnTo>
                    <a:pt x="2225979" y="1756701"/>
                  </a:lnTo>
                  <a:lnTo>
                    <a:pt x="2225164" y="1756701"/>
                  </a:lnTo>
                  <a:lnTo>
                    <a:pt x="2224349" y="1756701"/>
                  </a:lnTo>
                  <a:lnTo>
                    <a:pt x="2223534" y="1756701"/>
                  </a:lnTo>
                  <a:lnTo>
                    <a:pt x="2222719" y="1756701"/>
                  </a:lnTo>
                  <a:lnTo>
                    <a:pt x="2221905" y="1756701"/>
                  </a:lnTo>
                  <a:lnTo>
                    <a:pt x="2221090" y="1756701"/>
                  </a:lnTo>
                  <a:lnTo>
                    <a:pt x="2220275" y="1756701"/>
                  </a:lnTo>
                  <a:lnTo>
                    <a:pt x="2219460" y="1756701"/>
                  </a:lnTo>
                  <a:lnTo>
                    <a:pt x="2218646" y="1756701"/>
                  </a:lnTo>
                  <a:lnTo>
                    <a:pt x="2217831" y="1756701"/>
                  </a:lnTo>
                  <a:lnTo>
                    <a:pt x="2217016" y="1756701"/>
                  </a:lnTo>
                  <a:lnTo>
                    <a:pt x="2216201" y="1756701"/>
                  </a:lnTo>
                  <a:lnTo>
                    <a:pt x="2215386" y="1756701"/>
                  </a:lnTo>
                  <a:lnTo>
                    <a:pt x="2214572" y="1756701"/>
                  </a:lnTo>
                  <a:lnTo>
                    <a:pt x="2213757" y="1756701"/>
                  </a:lnTo>
                  <a:lnTo>
                    <a:pt x="2212942" y="1756701"/>
                  </a:lnTo>
                  <a:lnTo>
                    <a:pt x="2212127" y="1756701"/>
                  </a:lnTo>
                  <a:lnTo>
                    <a:pt x="2211313" y="1756701"/>
                  </a:lnTo>
                  <a:lnTo>
                    <a:pt x="2210498" y="1756701"/>
                  </a:lnTo>
                  <a:lnTo>
                    <a:pt x="2209683" y="1756701"/>
                  </a:lnTo>
                  <a:lnTo>
                    <a:pt x="2208868" y="1756701"/>
                  </a:lnTo>
                  <a:lnTo>
                    <a:pt x="2208053" y="1756701"/>
                  </a:lnTo>
                  <a:lnTo>
                    <a:pt x="2207239" y="1756701"/>
                  </a:lnTo>
                  <a:lnTo>
                    <a:pt x="2206424" y="1756701"/>
                  </a:lnTo>
                  <a:lnTo>
                    <a:pt x="2205609" y="1756701"/>
                  </a:lnTo>
                  <a:lnTo>
                    <a:pt x="2204794" y="1756701"/>
                  </a:lnTo>
                  <a:lnTo>
                    <a:pt x="2203980" y="1756701"/>
                  </a:lnTo>
                  <a:lnTo>
                    <a:pt x="2203165" y="1756701"/>
                  </a:lnTo>
                  <a:lnTo>
                    <a:pt x="2202350" y="1756701"/>
                  </a:lnTo>
                  <a:lnTo>
                    <a:pt x="2201535" y="1756701"/>
                  </a:lnTo>
                  <a:lnTo>
                    <a:pt x="2200720" y="1756701"/>
                  </a:lnTo>
                  <a:lnTo>
                    <a:pt x="2199906" y="1756701"/>
                  </a:lnTo>
                  <a:lnTo>
                    <a:pt x="2199091" y="1756701"/>
                  </a:lnTo>
                  <a:lnTo>
                    <a:pt x="2198276" y="1756701"/>
                  </a:lnTo>
                  <a:lnTo>
                    <a:pt x="2197461" y="1756701"/>
                  </a:lnTo>
                  <a:lnTo>
                    <a:pt x="2196647" y="1756701"/>
                  </a:lnTo>
                  <a:lnTo>
                    <a:pt x="2195832" y="1756701"/>
                  </a:lnTo>
                  <a:lnTo>
                    <a:pt x="2195017" y="1756701"/>
                  </a:lnTo>
                  <a:lnTo>
                    <a:pt x="2194202" y="1756701"/>
                  </a:lnTo>
                  <a:lnTo>
                    <a:pt x="2193387" y="1756701"/>
                  </a:lnTo>
                  <a:lnTo>
                    <a:pt x="2192573" y="1756701"/>
                  </a:lnTo>
                  <a:lnTo>
                    <a:pt x="2191758" y="1756701"/>
                  </a:lnTo>
                  <a:lnTo>
                    <a:pt x="2190943" y="1756701"/>
                  </a:lnTo>
                  <a:lnTo>
                    <a:pt x="2190128" y="1756701"/>
                  </a:lnTo>
                  <a:lnTo>
                    <a:pt x="2189313" y="1756701"/>
                  </a:lnTo>
                  <a:lnTo>
                    <a:pt x="2188499" y="1756701"/>
                  </a:lnTo>
                  <a:lnTo>
                    <a:pt x="2187684" y="1756701"/>
                  </a:lnTo>
                  <a:lnTo>
                    <a:pt x="2186869" y="1756701"/>
                  </a:lnTo>
                  <a:lnTo>
                    <a:pt x="2186054" y="1756701"/>
                  </a:lnTo>
                  <a:lnTo>
                    <a:pt x="2185240" y="1756701"/>
                  </a:lnTo>
                  <a:lnTo>
                    <a:pt x="2184425" y="1756701"/>
                  </a:lnTo>
                  <a:lnTo>
                    <a:pt x="2183610" y="1756701"/>
                  </a:lnTo>
                  <a:lnTo>
                    <a:pt x="2182795" y="1756701"/>
                  </a:lnTo>
                  <a:lnTo>
                    <a:pt x="2181980" y="1756701"/>
                  </a:lnTo>
                  <a:lnTo>
                    <a:pt x="2181166" y="1756701"/>
                  </a:lnTo>
                  <a:lnTo>
                    <a:pt x="2180351" y="1756701"/>
                  </a:lnTo>
                  <a:lnTo>
                    <a:pt x="2179536" y="1756701"/>
                  </a:lnTo>
                  <a:lnTo>
                    <a:pt x="2178721" y="1756701"/>
                  </a:lnTo>
                  <a:lnTo>
                    <a:pt x="2177907" y="1756701"/>
                  </a:lnTo>
                  <a:lnTo>
                    <a:pt x="2177092" y="1756701"/>
                  </a:lnTo>
                  <a:lnTo>
                    <a:pt x="2176277" y="1756701"/>
                  </a:lnTo>
                  <a:lnTo>
                    <a:pt x="2175462" y="1756701"/>
                  </a:lnTo>
                  <a:lnTo>
                    <a:pt x="2174647" y="1756701"/>
                  </a:lnTo>
                  <a:lnTo>
                    <a:pt x="2173833" y="1756701"/>
                  </a:lnTo>
                  <a:lnTo>
                    <a:pt x="2173018" y="1756701"/>
                  </a:lnTo>
                  <a:lnTo>
                    <a:pt x="2172203" y="1756701"/>
                  </a:lnTo>
                  <a:lnTo>
                    <a:pt x="2171388" y="1756701"/>
                  </a:lnTo>
                  <a:lnTo>
                    <a:pt x="2170574" y="1756701"/>
                  </a:lnTo>
                  <a:lnTo>
                    <a:pt x="2169759" y="1756701"/>
                  </a:lnTo>
                  <a:lnTo>
                    <a:pt x="2168944" y="1756701"/>
                  </a:lnTo>
                  <a:lnTo>
                    <a:pt x="2168129" y="1756701"/>
                  </a:lnTo>
                  <a:lnTo>
                    <a:pt x="2167314" y="1756701"/>
                  </a:lnTo>
                  <a:lnTo>
                    <a:pt x="2166500" y="1756701"/>
                  </a:lnTo>
                  <a:lnTo>
                    <a:pt x="2165685" y="1756701"/>
                  </a:lnTo>
                  <a:lnTo>
                    <a:pt x="2164870" y="1756701"/>
                  </a:lnTo>
                  <a:lnTo>
                    <a:pt x="2164055" y="1756701"/>
                  </a:lnTo>
                  <a:lnTo>
                    <a:pt x="2163241" y="1756701"/>
                  </a:lnTo>
                  <a:lnTo>
                    <a:pt x="2162426" y="1756701"/>
                  </a:lnTo>
                  <a:lnTo>
                    <a:pt x="2161611" y="1756701"/>
                  </a:lnTo>
                  <a:lnTo>
                    <a:pt x="2160796" y="1756701"/>
                  </a:lnTo>
                  <a:lnTo>
                    <a:pt x="2159981" y="1756701"/>
                  </a:lnTo>
                  <a:lnTo>
                    <a:pt x="2159167" y="1756701"/>
                  </a:lnTo>
                  <a:lnTo>
                    <a:pt x="2158352" y="1756701"/>
                  </a:lnTo>
                  <a:lnTo>
                    <a:pt x="2157537" y="1756701"/>
                  </a:lnTo>
                  <a:lnTo>
                    <a:pt x="2156722" y="1756701"/>
                  </a:lnTo>
                  <a:lnTo>
                    <a:pt x="2155908" y="1756701"/>
                  </a:lnTo>
                  <a:lnTo>
                    <a:pt x="2155093" y="1756701"/>
                  </a:lnTo>
                  <a:lnTo>
                    <a:pt x="2154278" y="1756701"/>
                  </a:lnTo>
                  <a:lnTo>
                    <a:pt x="2153463" y="1756701"/>
                  </a:lnTo>
                  <a:lnTo>
                    <a:pt x="2152648" y="1756701"/>
                  </a:lnTo>
                  <a:lnTo>
                    <a:pt x="2151834" y="1756701"/>
                  </a:lnTo>
                  <a:lnTo>
                    <a:pt x="2151019" y="1756701"/>
                  </a:lnTo>
                  <a:lnTo>
                    <a:pt x="2150204" y="1756701"/>
                  </a:lnTo>
                  <a:lnTo>
                    <a:pt x="2149389" y="1756701"/>
                  </a:lnTo>
                  <a:lnTo>
                    <a:pt x="2148574" y="1756701"/>
                  </a:lnTo>
                  <a:lnTo>
                    <a:pt x="2147760" y="1756701"/>
                  </a:lnTo>
                  <a:lnTo>
                    <a:pt x="2146945" y="1756701"/>
                  </a:lnTo>
                  <a:lnTo>
                    <a:pt x="2146130" y="1756701"/>
                  </a:lnTo>
                  <a:lnTo>
                    <a:pt x="2145315" y="1756701"/>
                  </a:lnTo>
                  <a:lnTo>
                    <a:pt x="2144501" y="1756701"/>
                  </a:lnTo>
                  <a:lnTo>
                    <a:pt x="2143686" y="1756701"/>
                  </a:lnTo>
                  <a:lnTo>
                    <a:pt x="2142871" y="1756701"/>
                  </a:lnTo>
                  <a:lnTo>
                    <a:pt x="2142056" y="1756701"/>
                  </a:lnTo>
                  <a:lnTo>
                    <a:pt x="2141241" y="1756701"/>
                  </a:lnTo>
                  <a:lnTo>
                    <a:pt x="2140427" y="1756701"/>
                  </a:lnTo>
                  <a:lnTo>
                    <a:pt x="2139612" y="1756701"/>
                  </a:lnTo>
                  <a:lnTo>
                    <a:pt x="2138797" y="1756701"/>
                  </a:lnTo>
                  <a:lnTo>
                    <a:pt x="2137982" y="1756701"/>
                  </a:lnTo>
                  <a:lnTo>
                    <a:pt x="2137168" y="1756701"/>
                  </a:lnTo>
                  <a:lnTo>
                    <a:pt x="2136353" y="1756701"/>
                  </a:lnTo>
                  <a:lnTo>
                    <a:pt x="2135538" y="1756701"/>
                  </a:lnTo>
                  <a:lnTo>
                    <a:pt x="2134723" y="1756701"/>
                  </a:lnTo>
                  <a:lnTo>
                    <a:pt x="2133908" y="1756701"/>
                  </a:lnTo>
                  <a:lnTo>
                    <a:pt x="2133094" y="1756701"/>
                  </a:lnTo>
                  <a:lnTo>
                    <a:pt x="2132279" y="1756701"/>
                  </a:lnTo>
                  <a:lnTo>
                    <a:pt x="2131464" y="1756701"/>
                  </a:lnTo>
                  <a:lnTo>
                    <a:pt x="2130649" y="1756701"/>
                  </a:lnTo>
                  <a:lnTo>
                    <a:pt x="2129835" y="1756701"/>
                  </a:lnTo>
                  <a:lnTo>
                    <a:pt x="2129020" y="1756701"/>
                  </a:lnTo>
                  <a:lnTo>
                    <a:pt x="2128205" y="1756701"/>
                  </a:lnTo>
                  <a:lnTo>
                    <a:pt x="2127390" y="1756701"/>
                  </a:lnTo>
                  <a:lnTo>
                    <a:pt x="2126575" y="1756701"/>
                  </a:lnTo>
                  <a:lnTo>
                    <a:pt x="2125761" y="1756701"/>
                  </a:lnTo>
                  <a:lnTo>
                    <a:pt x="2124946" y="1756701"/>
                  </a:lnTo>
                  <a:lnTo>
                    <a:pt x="2124131" y="1756701"/>
                  </a:lnTo>
                  <a:lnTo>
                    <a:pt x="2123316" y="1756701"/>
                  </a:lnTo>
                  <a:lnTo>
                    <a:pt x="2122502" y="1756701"/>
                  </a:lnTo>
                  <a:lnTo>
                    <a:pt x="2121687" y="1756701"/>
                  </a:lnTo>
                  <a:lnTo>
                    <a:pt x="2120872" y="1756701"/>
                  </a:lnTo>
                  <a:lnTo>
                    <a:pt x="2120057" y="1756701"/>
                  </a:lnTo>
                  <a:lnTo>
                    <a:pt x="2119242" y="1756701"/>
                  </a:lnTo>
                  <a:lnTo>
                    <a:pt x="2118428" y="1756701"/>
                  </a:lnTo>
                  <a:lnTo>
                    <a:pt x="2117613" y="1756701"/>
                  </a:lnTo>
                  <a:lnTo>
                    <a:pt x="2116798" y="1756701"/>
                  </a:lnTo>
                  <a:lnTo>
                    <a:pt x="2115983" y="1756701"/>
                  </a:lnTo>
                  <a:lnTo>
                    <a:pt x="2115169" y="1756701"/>
                  </a:lnTo>
                  <a:lnTo>
                    <a:pt x="2114354" y="1756701"/>
                  </a:lnTo>
                  <a:lnTo>
                    <a:pt x="2113539" y="1756701"/>
                  </a:lnTo>
                  <a:lnTo>
                    <a:pt x="2112724" y="1756701"/>
                  </a:lnTo>
                  <a:lnTo>
                    <a:pt x="2111909" y="1756701"/>
                  </a:lnTo>
                  <a:lnTo>
                    <a:pt x="2111095" y="1756701"/>
                  </a:lnTo>
                  <a:lnTo>
                    <a:pt x="2110280" y="1756701"/>
                  </a:lnTo>
                  <a:lnTo>
                    <a:pt x="2109465" y="1756701"/>
                  </a:lnTo>
                  <a:lnTo>
                    <a:pt x="2108650" y="1756701"/>
                  </a:lnTo>
                  <a:lnTo>
                    <a:pt x="2107835" y="1756701"/>
                  </a:lnTo>
                  <a:lnTo>
                    <a:pt x="2107021" y="1756701"/>
                  </a:lnTo>
                  <a:lnTo>
                    <a:pt x="2106206" y="1756701"/>
                  </a:lnTo>
                  <a:lnTo>
                    <a:pt x="2105391" y="1756701"/>
                  </a:lnTo>
                  <a:lnTo>
                    <a:pt x="2104576" y="1756701"/>
                  </a:lnTo>
                  <a:lnTo>
                    <a:pt x="2103762" y="1756701"/>
                  </a:lnTo>
                  <a:lnTo>
                    <a:pt x="2102947" y="1756701"/>
                  </a:lnTo>
                  <a:lnTo>
                    <a:pt x="2102132" y="1756701"/>
                  </a:lnTo>
                  <a:lnTo>
                    <a:pt x="2101317" y="1756701"/>
                  </a:lnTo>
                  <a:lnTo>
                    <a:pt x="2100502" y="1756701"/>
                  </a:lnTo>
                  <a:lnTo>
                    <a:pt x="2099688" y="1756701"/>
                  </a:lnTo>
                  <a:lnTo>
                    <a:pt x="2098873" y="1756701"/>
                  </a:lnTo>
                  <a:lnTo>
                    <a:pt x="2098058" y="1756701"/>
                  </a:lnTo>
                  <a:lnTo>
                    <a:pt x="2097243" y="1756701"/>
                  </a:lnTo>
                  <a:lnTo>
                    <a:pt x="2096429" y="1756701"/>
                  </a:lnTo>
                  <a:lnTo>
                    <a:pt x="2095614" y="1756701"/>
                  </a:lnTo>
                  <a:lnTo>
                    <a:pt x="2094799" y="1756701"/>
                  </a:lnTo>
                  <a:lnTo>
                    <a:pt x="2093984" y="1756701"/>
                  </a:lnTo>
                  <a:lnTo>
                    <a:pt x="2093169" y="1756701"/>
                  </a:lnTo>
                  <a:lnTo>
                    <a:pt x="2092355" y="1756701"/>
                  </a:lnTo>
                  <a:lnTo>
                    <a:pt x="2091540" y="1756701"/>
                  </a:lnTo>
                  <a:lnTo>
                    <a:pt x="2090725" y="1756701"/>
                  </a:lnTo>
                  <a:lnTo>
                    <a:pt x="2089910" y="1756701"/>
                  </a:lnTo>
                  <a:lnTo>
                    <a:pt x="2089096" y="1756701"/>
                  </a:lnTo>
                  <a:lnTo>
                    <a:pt x="2088281" y="1756701"/>
                  </a:lnTo>
                  <a:lnTo>
                    <a:pt x="2087466" y="1756701"/>
                  </a:lnTo>
                  <a:lnTo>
                    <a:pt x="2086651" y="1756701"/>
                  </a:lnTo>
                  <a:lnTo>
                    <a:pt x="2085836" y="1756701"/>
                  </a:lnTo>
                  <a:lnTo>
                    <a:pt x="2085022" y="1756701"/>
                  </a:lnTo>
                  <a:lnTo>
                    <a:pt x="2084207" y="1756701"/>
                  </a:lnTo>
                  <a:lnTo>
                    <a:pt x="2083392" y="1756701"/>
                  </a:lnTo>
                  <a:lnTo>
                    <a:pt x="2082577" y="1756701"/>
                  </a:lnTo>
                  <a:lnTo>
                    <a:pt x="2081763" y="1756701"/>
                  </a:lnTo>
                  <a:lnTo>
                    <a:pt x="2080948" y="1756701"/>
                  </a:lnTo>
                  <a:lnTo>
                    <a:pt x="2080133" y="1756701"/>
                  </a:lnTo>
                  <a:lnTo>
                    <a:pt x="2079318" y="1756701"/>
                  </a:lnTo>
                  <a:lnTo>
                    <a:pt x="2078503" y="1756701"/>
                  </a:lnTo>
                  <a:lnTo>
                    <a:pt x="2077689" y="1756701"/>
                  </a:lnTo>
                  <a:lnTo>
                    <a:pt x="2076874" y="1756701"/>
                  </a:lnTo>
                  <a:lnTo>
                    <a:pt x="2076059" y="1756701"/>
                  </a:lnTo>
                  <a:lnTo>
                    <a:pt x="2075244" y="1756701"/>
                  </a:lnTo>
                  <a:lnTo>
                    <a:pt x="2074430" y="1756701"/>
                  </a:lnTo>
                  <a:lnTo>
                    <a:pt x="2073615" y="1756701"/>
                  </a:lnTo>
                  <a:lnTo>
                    <a:pt x="2072800" y="1756701"/>
                  </a:lnTo>
                  <a:lnTo>
                    <a:pt x="2071985" y="1756701"/>
                  </a:lnTo>
                  <a:lnTo>
                    <a:pt x="2071170" y="1756701"/>
                  </a:lnTo>
                  <a:lnTo>
                    <a:pt x="2070356" y="1756701"/>
                  </a:lnTo>
                  <a:lnTo>
                    <a:pt x="2069541" y="1756701"/>
                  </a:lnTo>
                  <a:lnTo>
                    <a:pt x="2068726" y="1756701"/>
                  </a:lnTo>
                  <a:lnTo>
                    <a:pt x="2067911" y="1756701"/>
                  </a:lnTo>
                  <a:lnTo>
                    <a:pt x="2067096" y="1756701"/>
                  </a:lnTo>
                  <a:lnTo>
                    <a:pt x="2066282" y="1756701"/>
                  </a:lnTo>
                  <a:lnTo>
                    <a:pt x="2065467" y="1756701"/>
                  </a:lnTo>
                  <a:lnTo>
                    <a:pt x="2064652" y="1756701"/>
                  </a:lnTo>
                  <a:lnTo>
                    <a:pt x="2063837" y="1756701"/>
                  </a:lnTo>
                  <a:lnTo>
                    <a:pt x="2063023" y="1756701"/>
                  </a:lnTo>
                  <a:lnTo>
                    <a:pt x="2062208" y="1756701"/>
                  </a:lnTo>
                  <a:lnTo>
                    <a:pt x="2061393" y="1756701"/>
                  </a:lnTo>
                  <a:lnTo>
                    <a:pt x="2060578" y="1756701"/>
                  </a:lnTo>
                  <a:lnTo>
                    <a:pt x="2059763" y="1756701"/>
                  </a:lnTo>
                  <a:lnTo>
                    <a:pt x="2058949" y="1756701"/>
                  </a:lnTo>
                  <a:lnTo>
                    <a:pt x="2058134" y="1756701"/>
                  </a:lnTo>
                  <a:lnTo>
                    <a:pt x="2057319" y="1756701"/>
                  </a:lnTo>
                  <a:lnTo>
                    <a:pt x="2056504" y="1756701"/>
                  </a:lnTo>
                  <a:lnTo>
                    <a:pt x="2055690" y="1756701"/>
                  </a:lnTo>
                  <a:lnTo>
                    <a:pt x="2054875" y="1756701"/>
                  </a:lnTo>
                  <a:lnTo>
                    <a:pt x="2054060" y="1756701"/>
                  </a:lnTo>
                  <a:lnTo>
                    <a:pt x="2053245" y="1756701"/>
                  </a:lnTo>
                  <a:lnTo>
                    <a:pt x="2052430" y="1756701"/>
                  </a:lnTo>
                  <a:lnTo>
                    <a:pt x="2051616" y="1756701"/>
                  </a:lnTo>
                  <a:lnTo>
                    <a:pt x="2050801" y="1756701"/>
                  </a:lnTo>
                  <a:lnTo>
                    <a:pt x="2049986" y="1756701"/>
                  </a:lnTo>
                  <a:lnTo>
                    <a:pt x="2049171" y="1756701"/>
                  </a:lnTo>
                  <a:lnTo>
                    <a:pt x="2048357" y="1756701"/>
                  </a:lnTo>
                  <a:lnTo>
                    <a:pt x="2047542" y="1756701"/>
                  </a:lnTo>
                  <a:lnTo>
                    <a:pt x="2046727" y="1756701"/>
                  </a:lnTo>
                  <a:lnTo>
                    <a:pt x="2045912" y="1756701"/>
                  </a:lnTo>
                  <a:lnTo>
                    <a:pt x="2045097" y="1756701"/>
                  </a:lnTo>
                  <a:lnTo>
                    <a:pt x="2044283" y="1756701"/>
                  </a:lnTo>
                  <a:lnTo>
                    <a:pt x="2043468" y="1756701"/>
                  </a:lnTo>
                  <a:lnTo>
                    <a:pt x="2042653" y="1756701"/>
                  </a:lnTo>
                  <a:lnTo>
                    <a:pt x="2041838" y="1756701"/>
                  </a:lnTo>
                  <a:lnTo>
                    <a:pt x="2041024" y="1756701"/>
                  </a:lnTo>
                  <a:lnTo>
                    <a:pt x="2040209" y="1756701"/>
                  </a:lnTo>
                  <a:lnTo>
                    <a:pt x="2039394" y="1756701"/>
                  </a:lnTo>
                  <a:lnTo>
                    <a:pt x="2038579" y="1756701"/>
                  </a:lnTo>
                  <a:lnTo>
                    <a:pt x="2037764" y="1756701"/>
                  </a:lnTo>
                  <a:lnTo>
                    <a:pt x="2036950" y="1756701"/>
                  </a:lnTo>
                  <a:lnTo>
                    <a:pt x="2036135" y="1756701"/>
                  </a:lnTo>
                  <a:lnTo>
                    <a:pt x="2035320" y="1756701"/>
                  </a:lnTo>
                  <a:lnTo>
                    <a:pt x="2034505" y="1756701"/>
                  </a:lnTo>
                  <a:lnTo>
                    <a:pt x="2033691" y="1756701"/>
                  </a:lnTo>
                  <a:lnTo>
                    <a:pt x="2032876" y="1756701"/>
                  </a:lnTo>
                  <a:lnTo>
                    <a:pt x="2032061" y="1756701"/>
                  </a:lnTo>
                  <a:lnTo>
                    <a:pt x="2031246" y="1756701"/>
                  </a:lnTo>
                  <a:lnTo>
                    <a:pt x="2030431" y="1756701"/>
                  </a:lnTo>
                  <a:lnTo>
                    <a:pt x="2029617" y="1756701"/>
                  </a:lnTo>
                  <a:lnTo>
                    <a:pt x="2028802" y="1756701"/>
                  </a:lnTo>
                  <a:lnTo>
                    <a:pt x="2027987" y="1756701"/>
                  </a:lnTo>
                  <a:lnTo>
                    <a:pt x="2027172" y="1756701"/>
                  </a:lnTo>
                  <a:lnTo>
                    <a:pt x="2026357" y="1756701"/>
                  </a:lnTo>
                  <a:lnTo>
                    <a:pt x="2025543" y="1756701"/>
                  </a:lnTo>
                  <a:lnTo>
                    <a:pt x="2024728" y="1756701"/>
                  </a:lnTo>
                  <a:lnTo>
                    <a:pt x="2023913" y="1756701"/>
                  </a:lnTo>
                  <a:lnTo>
                    <a:pt x="2023098" y="1756701"/>
                  </a:lnTo>
                  <a:lnTo>
                    <a:pt x="2022284" y="1756701"/>
                  </a:lnTo>
                  <a:lnTo>
                    <a:pt x="2021469" y="1756701"/>
                  </a:lnTo>
                  <a:lnTo>
                    <a:pt x="2020654" y="1756701"/>
                  </a:lnTo>
                  <a:lnTo>
                    <a:pt x="2019839" y="1756701"/>
                  </a:lnTo>
                  <a:lnTo>
                    <a:pt x="2019024" y="1756701"/>
                  </a:lnTo>
                  <a:lnTo>
                    <a:pt x="2018210" y="1756701"/>
                  </a:lnTo>
                  <a:lnTo>
                    <a:pt x="2017395" y="1756701"/>
                  </a:lnTo>
                  <a:lnTo>
                    <a:pt x="2016580" y="1756701"/>
                  </a:lnTo>
                  <a:lnTo>
                    <a:pt x="2015765" y="1756701"/>
                  </a:lnTo>
                  <a:lnTo>
                    <a:pt x="2014951" y="1756701"/>
                  </a:lnTo>
                  <a:lnTo>
                    <a:pt x="2014136" y="1756701"/>
                  </a:lnTo>
                  <a:lnTo>
                    <a:pt x="2013321" y="1756701"/>
                  </a:lnTo>
                  <a:lnTo>
                    <a:pt x="2012506" y="1756701"/>
                  </a:lnTo>
                  <a:lnTo>
                    <a:pt x="2011691" y="1756701"/>
                  </a:lnTo>
                  <a:lnTo>
                    <a:pt x="2010877" y="1756701"/>
                  </a:lnTo>
                  <a:lnTo>
                    <a:pt x="2010062" y="1756701"/>
                  </a:lnTo>
                  <a:lnTo>
                    <a:pt x="2009247" y="1756701"/>
                  </a:lnTo>
                  <a:lnTo>
                    <a:pt x="2008432" y="1756701"/>
                  </a:lnTo>
                  <a:lnTo>
                    <a:pt x="2007618" y="1756701"/>
                  </a:lnTo>
                  <a:lnTo>
                    <a:pt x="2006803" y="1756701"/>
                  </a:lnTo>
                  <a:lnTo>
                    <a:pt x="2005988" y="1756701"/>
                  </a:lnTo>
                  <a:lnTo>
                    <a:pt x="2005173" y="1756701"/>
                  </a:lnTo>
                  <a:lnTo>
                    <a:pt x="2004358" y="1756701"/>
                  </a:lnTo>
                  <a:lnTo>
                    <a:pt x="2003544" y="1756701"/>
                  </a:lnTo>
                  <a:lnTo>
                    <a:pt x="2002729" y="1756701"/>
                  </a:lnTo>
                  <a:lnTo>
                    <a:pt x="2001914" y="1756701"/>
                  </a:lnTo>
                  <a:lnTo>
                    <a:pt x="2001099" y="1756701"/>
                  </a:lnTo>
                  <a:lnTo>
                    <a:pt x="2000285" y="1756701"/>
                  </a:lnTo>
                  <a:lnTo>
                    <a:pt x="1999470" y="1756701"/>
                  </a:lnTo>
                  <a:lnTo>
                    <a:pt x="1998655" y="1756701"/>
                  </a:lnTo>
                  <a:lnTo>
                    <a:pt x="1997840" y="1756701"/>
                  </a:lnTo>
                  <a:lnTo>
                    <a:pt x="1997025" y="1756701"/>
                  </a:lnTo>
                  <a:lnTo>
                    <a:pt x="1996211" y="1756701"/>
                  </a:lnTo>
                  <a:lnTo>
                    <a:pt x="1995396" y="1756701"/>
                  </a:lnTo>
                  <a:lnTo>
                    <a:pt x="1994581" y="1756701"/>
                  </a:lnTo>
                  <a:lnTo>
                    <a:pt x="1993766" y="1756701"/>
                  </a:lnTo>
                  <a:lnTo>
                    <a:pt x="1992952" y="1756701"/>
                  </a:lnTo>
                  <a:lnTo>
                    <a:pt x="1992137" y="1756701"/>
                  </a:lnTo>
                  <a:lnTo>
                    <a:pt x="1991322" y="1756701"/>
                  </a:lnTo>
                  <a:lnTo>
                    <a:pt x="1990507" y="1756701"/>
                  </a:lnTo>
                  <a:lnTo>
                    <a:pt x="1989692" y="1756701"/>
                  </a:lnTo>
                  <a:lnTo>
                    <a:pt x="1988878" y="1756701"/>
                  </a:lnTo>
                  <a:lnTo>
                    <a:pt x="1988063" y="1756701"/>
                  </a:lnTo>
                  <a:lnTo>
                    <a:pt x="1987248" y="1756701"/>
                  </a:lnTo>
                  <a:lnTo>
                    <a:pt x="1986433" y="1756701"/>
                  </a:lnTo>
                  <a:lnTo>
                    <a:pt x="1985618" y="1756701"/>
                  </a:lnTo>
                  <a:lnTo>
                    <a:pt x="1984804" y="1756701"/>
                  </a:lnTo>
                  <a:lnTo>
                    <a:pt x="1983989" y="1756701"/>
                  </a:lnTo>
                  <a:lnTo>
                    <a:pt x="1983174" y="1756701"/>
                  </a:lnTo>
                  <a:lnTo>
                    <a:pt x="1982359" y="1756701"/>
                  </a:lnTo>
                  <a:lnTo>
                    <a:pt x="1981545" y="1756701"/>
                  </a:lnTo>
                  <a:lnTo>
                    <a:pt x="1980730" y="1756701"/>
                  </a:lnTo>
                  <a:lnTo>
                    <a:pt x="1979915" y="1756701"/>
                  </a:lnTo>
                  <a:lnTo>
                    <a:pt x="1979100" y="1756701"/>
                  </a:lnTo>
                  <a:lnTo>
                    <a:pt x="1978285" y="1756701"/>
                  </a:lnTo>
                  <a:lnTo>
                    <a:pt x="1977471" y="1756701"/>
                  </a:lnTo>
                  <a:lnTo>
                    <a:pt x="1976656" y="1756701"/>
                  </a:lnTo>
                  <a:lnTo>
                    <a:pt x="1975841" y="1756701"/>
                  </a:lnTo>
                  <a:lnTo>
                    <a:pt x="1975026" y="1756701"/>
                  </a:lnTo>
                  <a:lnTo>
                    <a:pt x="1974212" y="1756701"/>
                  </a:lnTo>
                  <a:lnTo>
                    <a:pt x="1973397" y="1756701"/>
                  </a:lnTo>
                  <a:lnTo>
                    <a:pt x="1972582" y="1756701"/>
                  </a:lnTo>
                  <a:lnTo>
                    <a:pt x="1971767" y="1756701"/>
                  </a:lnTo>
                  <a:lnTo>
                    <a:pt x="1970952" y="1756701"/>
                  </a:lnTo>
                  <a:lnTo>
                    <a:pt x="1970138" y="1756701"/>
                  </a:lnTo>
                  <a:lnTo>
                    <a:pt x="1969323" y="1756701"/>
                  </a:lnTo>
                  <a:lnTo>
                    <a:pt x="1968508" y="1756701"/>
                  </a:lnTo>
                  <a:lnTo>
                    <a:pt x="1967693" y="1756701"/>
                  </a:lnTo>
                  <a:lnTo>
                    <a:pt x="1966879" y="1756701"/>
                  </a:lnTo>
                  <a:lnTo>
                    <a:pt x="1966064" y="1756701"/>
                  </a:lnTo>
                  <a:lnTo>
                    <a:pt x="1965249" y="1756701"/>
                  </a:lnTo>
                  <a:lnTo>
                    <a:pt x="1964434" y="1756701"/>
                  </a:lnTo>
                  <a:lnTo>
                    <a:pt x="1963619" y="1756701"/>
                  </a:lnTo>
                  <a:lnTo>
                    <a:pt x="1962805" y="1756701"/>
                  </a:lnTo>
                  <a:lnTo>
                    <a:pt x="1961990" y="1756701"/>
                  </a:lnTo>
                  <a:lnTo>
                    <a:pt x="1961175" y="1756701"/>
                  </a:lnTo>
                  <a:lnTo>
                    <a:pt x="1960360" y="1756701"/>
                  </a:lnTo>
                  <a:lnTo>
                    <a:pt x="1959546" y="1756701"/>
                  </a:lnTo>
                  <a:lnTo>
                    <a:pt x="1958731" y="1756701"/>
                  </a:lnTo>
                  <a:lnTo>
                    <a:pt x="1957916" y="1756701"/>
                  </a:lnTo>
                  <a:lnTo>
                    <a:pt x="1957101" y="1756701"/>
                  </a:lnTo>
                  <a:lnTo>
                    <a:pt x="1956286" y="1756701"/>
                  </a:lnTo>
                  <a:lnTo>
                    <a:pt x="1955472" y="1756701"/>
                  </a:lnTo>
                  <a:lnTo>
                    <a:pt x="1954657" y="1756701"/>
                  </a:lnTo>
                  <a:lnTo>
                    <a:pt x="1953842" y="1756701"/>
                  </a:lnTo>
                  <a:lnTo>
                    <a:pt x="1953027" y="1756701"/>
                  </a:lnTo>
                  <a:lnTo>
                    <a:pt x="1952213" y="1756701"/>
                  </a:lnTo>
                  <a:lnTo>
                    <a:pt x="1951398" y="1756701"/>
                  </a:lnTo>
                  <a:lnTo>
                    <a:pt x="1950583" y="1756701"/>
                  </a:lnTo>
                  <a:lnTo>
                    <a:pt x="1949768" y="1756701"/>
                  </a:lnTo>
                  <a:lnTo>
                    <a:pt x="1948953" y="1756701"/>
                  </a:lnTo>
                  <a:lnTo>
                    <a:pt x="1948139" y="1756701"/>
                  </a:lnTo>
                  <a:lnTo>
                    <a:pt x="1947324" y="1756701"/>
                  </a:lnTo>
                  <a:lnTo>
                    <a:pt x="1946509" y="1756701"/>
                  </a:lnTo>
                  <a:lnTo>
                    <a:pt x="1945694" y="1756701"/>
                  </a:lnTo>
                  <a:lnTo>
                    <a:pt x="1944879" y="1756701"/>
                  </a:lnTo>
                  <a:lnTo>
                    <a:pt x="1944065" y="1756701"/>
                  </a:lnTo>
                  <a:lnTo>
                    <a:pt x="1943250" y="1756701"/>
                  </a:lnTo>
                  <a:lnTo>
                    <a:pt x="1942435" y="1756701"/>
                  </a:lnTo>
                  <a:lnTo>
                    <a:pt x="1941620" y="1756701"/>
                  </a:lnTo>
                  <a:lnTo>
                    <a:pt x="1940806" y="1756701"/>
                  </a:lnTo>
                  <a:lnTo>
                    <a:pt x="1939991" y="1756701"/>
                  </a:lnTo>
                  <a:lnTo>
                    <a:pt x="1939176" y="1756701"/>
                  </a:lnTo>
                  <a:lnTo>
                    <a:pt x="1938361" y="1756701"/>
                  </a:lnTo>
                  <a:lnTo>
                    <a:pt x="1937546" y="1756701"/>
                  </a:lnTo>
                  <a:lnTo>
                    <a:pt x="1936732" y="1756701"/>
                  </a:lnTo>
                  <a:lnTo>
                    <a:pt x="1935917" y="1756701"/>
                  </a:lnTo>
                  <a:lnTo>
                    <a:pt x="1935102" y="1756701"/>
                  </a:lnTo>
                  <a:lnTo>
                    <a:pt x="1934287" y="1756701"/>
                  </a:lnTo>
                  <a:lnTo>
                    <a:pt x="1933473" y="1756701"/>
                  </a:lnTo>
                  <a:lnTo>
                    <a:pt x="1932658" y="1756701"/>
                  </a:lnTo>
                  <a:lnTo>
                    <a:pt x="1931843" y="1756701"/>
                  </a:lnTo>
                  <a:lnTo>
                    <a:pt x="1931028" y="1756701"/>
                  </a:lnTo>
                  <a:lnTo>
                    <a:pt x="1930213" y="1756701"/>
                  </a:lnTo>
                  <a:lnTo>
                    <a:pt x="1929399" y="1756701"/>
                  </a:lnTo>
                  <a:lnTo>
                    <a:pt x="1928584" y="1756701"/>
                  </a:lnTo>
                  <a:lnTo>
                    <a:pt x="1927769" y="1756701"/>
                  </a:lnTo>
                  <a:lnTo>
                    <a:pt x="1926954" y="1756701"/>
                  </a:lnTo>
                  <a:lnTo>
                    <a:pt x="1926140" y="1756701"/>
                  </a:lnTo>
                  <a:lnTo>
                    <a:pt x="1925325" y="1756701"/>
                  </a:lnTo>
                  <a:lnTo>
                    <a:pt x="1924510" y="1756701"/>
                  </a:lnTo>
                  <a:lnTo>
                    <a:pt x="1923695" y="1756701"/>
                  </a:lnTo>
                  <a:lnTo>
                    <a:pt x="1922880" y="1756701"/>
                  </a:lnTo>
                  <a:lnTo>
                    <a:pt x="1922066" y="1756701"/>
                  </a:lnTo>
                  <a:lnTo>
                    <a:pt x="1921251" y="1756701"/>
                  </a:lnTo>
                  <a:lnTo>
                    <a:pt x="1920436" y="1756701"/>
                  </a:lnTo>
                  <a:lnTo>
                    <a:pt x="1919621" y="1756701"/>
                  </a:lnTo>
                  <a:lnTo>
                    <a:pt x="1918807" y="1756701"/>
                  </a:lnTo>
                  <a:lnTo>
                    <a:pt x="1917992" y="1756701"/>
                  </a:lnTo>
                  <a:lnTo>
                    <a:pt x="1917177" y="1756701"/>
                  </a:lnTo>
                  <a:lnTo>
                    <a:pt x="1916362" y="1756701"/>
                  </a:lnTo>
                  <a:lnTo>
                    <a:pt x="1915547" y="1756701"/>
                  </a:lnTo>
                  <a:lnTo>
                    <a:pt x="1914733" y="1756701"/>
                  </a:lnTo>
                  <a:lnTo>
                    <a:pt x="1913918" y="1756701"/>
                  </a:lnTo>
                  <a:lnTo>
                    <a:pt x="1913103" y="1756701"/>
                  </a:lnTo>
                  <a:lnTo>
                    <a:pt x="1912288" y="1756701"/>
                  </a:lnTo>
                  <a:lnTo>
                    <a:pt x="1911473" y="1756701"/>
                  </a:lnTo>
                  <a:lnTo>
                    <a:pt x="1910659" y="1756701"/>
                  </a:lnTo>
                  <a:lnTo>
                    <a:pt x="1909844" y="1756701"/>
                  </a:lnTo>
                  <a:lnTo>
                    <a:pt x="1909029" y="1756701"/>
                  </a:lnTo>
                  <a:lnTo>
                    <a:pt x="1908214" y="1756701"/>
                  </a:lnTo>
                  <a:lnTo>
                    <a:pt x="1907400" y="1756701"/>
                  </a:lnTo>
                  <a:lnTo>
                    <a:pt x="1906585" y="1756701"/>
                  </a:lnTo>
                  <a:lnTo>
                    <a:pt x="1905770" y="1756701"/>
                  </a:lnTo>
                  <a:lnTo>
                    <a:pt x="1904955" y="1756701"/>
                  </a:lnTo>
                  <a:lnTo>
                    <a:pt x="1904140" y="1756701"/>
                  </a:lnTo>
                  <a:lnTo>
                    <a:pt x="1903326" y="1756701"/>
                  </a:lnTo>
                  <a:lnTo>
                    <a:pt x="1902511" y="1756701"/>
                  </a:lnTo>
                  <a:lnTo>
                    <a:pt x="1901696" y="1756701"/>
                  </a:lnTo>
                  <a:lnTo>
                    <a:pt x="1900881" y="1756701"/>
                  </a:lnTo>
                  <a:lnTo>
                    <a:pt x="1900067" y="1756701"/>
                  </a:lnTo>
                  <a:lnTo>
                    <a:pt x="1899252" y="1756701"/>
                  </a:lnTo>
                  <a:lnTo>
                    <a:pt x="1898437" y="1756701"/>
                  </a:lnTo>
                  <a:lnTo>
                    <a:pt x="1897622" y="1756701"/>
                  </a:lnTo>
                  <a:lnTo>
                    <a:pt x="1896807" y="1756701"/>
                  </a:lnTo>
                  <a:lnTo>
                    <a:pt x="1895993" y="1756701"/>
                  </a:lnTo>
                  <a:lnTo>
                    <a:pt x="1895178" y="1756701"/>
                  </a:lnTo>
                  <a:lnTo>
                    <a:pt x="1894363" y="1756701"/>
                  </a:lnTo>
                  <a:lnTo>
                    <a:pt x="1893548" y="1756701"/>
                  </a:lnTo>
                  <a:lnTo>
                    <a:pt x="1892734" y="1756701"/>
                  </a:lnTo>
                  <a:lnTo>
                    <a:pt x="1891919" y="1756701"/>
                  </a:lnTo>
                  <a:lnTo>
                    <a:pt x="1891104" y="1756701"/>
                  </a:lnTo>
                  <a:lnTo>
                    <a:pt x="1890289" y="1756701"/>
                  </a:lnTo>
                  <a:lnTo>
                    <a:pt x="1889474" y="1756701"/>
                  </a:lnTo>
                  <a:lnTo>
                    <a:pt x="1888660" y="1756701"/>
                  </a:lnTo>
                  <a:lnTo>
                    <a:pt x="1887845" y="1756701"/>
                  </a:lnTo>
                  <a:lnTo>
                    <a:pt x="1887030" y="1756701"/>
                  </a:lnTo>
                  <a:lnTo>
                    <a:pt x="1886215" y="1756701"/>
                  </a:lnTo>
                  <a:lnTo>
                    <a:pt x="1885401" y="1756701"/>
                  </a:lnTo>
                  <a:lnTo>
                    <a:pt x="1884586" y="1756701"/>
                  </a:lnTo>
                  <a:lnTo>
                    <a:pt x="1883771" y="1756701"/>
                  </a:lnTo>
                  <a:lnTo>
                    <a:pt x="1882956" y="1756701"/>
                  </a:lnTo>
                  <a:lnTo>
                    <a:pt x="1882141" y="1756701"/>
                  </a:lnTo>
                  <a:lnTo>
                    <a:pt x="1881327" y="1756701"/>
                  </a:lnTo>
                  <a:lnTo>
                    <a:pt x="1880512" y="1756701"/>
                  </a:lnTo>
                  <a:lnTo>
                    <a:pt x="1879697" y="1756701"/>
                  </a:lnTo>
                  <a:lnTo>
                    <a:pt x="1878882" y="1756701"/>
                  </a:lnTo>
                  <a:lnTo>
                    <a:pt x="1878068" y="1756701"/>
                  </a:lnTo>
                  <a:lnTo>
                    <a:pt x="1877253" y="1756701"/>
                  </a:lnTo>
                  <a:lnTo>
                    <a:pt x="1876438" y="1756701"/>
                  </a:lnTo>
                  <a:lnTo>
                    <a:pt x="1875623" y="1756701"/>
                  </a:lnTo>
                  <a:lnTo>
                    <a:pt x="1874808" y="1756701"/>
                  </a:lnTo>
                  <a:lnTo>
                    <a:pt x="1873994" y="1756701"/>
                  </a:lnTo>
                  <a:lnTo>
                    <a:pt x="1873179" y="1756701"/>
                  </a:lnTo>
                  <a:lnTo>
                    <a:pt x="1872364" y="1756701"/>
                  </a:lnTo>
                  <a:lnTo>
                    <a:pt x="1871549" y="1756701"/>
                  </a:lnTo>
                  <a:lnTo>
                    <a:pt x="1870734" y="1756701"/>
                  </a:lnTo>
                  <a:lnTo>
                    <a:pt x="1869920" y="1756701"/>
                  </a:lnTo>
                  <a:lnTo>
                    <a:pt x="1869105" y="1756701"/>
                  </a:lnTo>
                  <a:lnTo>
                    <a:pt x="1868290" y="1756701"/>
                  </a:lnTo>
                  <a:lnTo>
                    <a:pt x="1867475" y="1756701"/>
                  </a:lnTo>
                  <a:lnTo>
                    <a:pt x="1866661" y="1756701"/>
                  </a:lnTo>
                  <a:lnTo>
                    <a:pt x="1865846" y="1756701"/>
                  </a:lnTo>
                  <a:lnTo>
                    <a:pt x="1865031" y="1756701"/>
                  </a:lnTo>
                  <a:lnTo>
                    <a:pt x="1864216" y="1756701"/>
                  </a:lnTo>
                  <a:lnTo>
                    <a:pt x="1863401" y="1756701"/>
                  </a:lnTo>
                  <a:lnTo>
                    <a:pt x="1862587" y="1756701"/>
                  </a:lnTo>
                  <a:lnTo>
                    <a:pt x="1861772" y="1756701"/>
                  </a:lnTo>
                  <a:lnTo>
                    <a:pt x="1860957" y="1756701"/>
                  </a:lnTo>
                  <a:lnTo>
                    <a:pt x="1860142" y="1756701"/>
                  </a:lnTo>
                  <a:lnTo>
                    <a:pt x="1859328" y="1756701"/>
                  </a:lnTo>
                  <a:lnTo>
                    <a:pt x="1858513" y="1756701"/>
                  </a:lnTo>
                  <a:lnTo>
                    <a:pt x="1857698" y="1756701"/>
                  </a:lnTo>
                  <a:lnTo>
                    <a:pt x="1856883" y="1756701"/>
                  </a:lnTo>
                  <a:lnTo>
                    <a:pt x="1856068" y="1756701"/>
                  </a:lnTo>
                  <a:lnTo>
                    <a:pt x="1855254" y="1756701"/>
                  </a:lnTo>
                  <a:lnTo>
                    <a:pt x="1854439" y="1756701"/>
                  </a:lnTo>
                  <a:lnTo>
                    <a:pt x="1853624" y="1756701"/>
                  </a:lnTo>
                  <a:lnTo>
                    <a:pt x="1852809" y="1756701"/>
                  </a:lnTo>
                  <a:lnTo>
                    <a:pt x="1851995" y="1756701"/>
                  </a:lnTo>
                  <a:lnTo>
                    <a:pt x="1851180" y="1756701"/>
                  </a:lnTo>
                  <a:lnTo>
                    <a:pt x="1850365" y="1756701"/>
                  </a:lnTo>
                  <a:lnTo>
                    <a:pt x="1849550" y="1756701"/>
                  </a:lnTo>
                  <a:lnTo>
                    <a:pt x="1848735" y="1756701"/>
                  </a:lnTo>
                  <a:lnTo>
                    <a:pt x="1847921" y="1756701"/>
                  </a:lnTo>
                  <a:lnTo>
                    <a:pt x="1847106" y="1756701"/>
                  </a:lnTo>
                  <a:lnTo>
                    <a:pt x="1846291" y="1756701"/>
                  </a:lnTo>
                  <a:lnTo>
                    <a:pt x="1845476" y="1756701"/>
                  </a:lnTo>
                  <a:lnTo>
                    <a:pt x="1844662" y="1756701"/>
                  </a:lnTo>
                  <a:lnTo>
                    <a:pt x="1843847" y="1756701"/>
                  </a:lnTo>
                  <a:lnTo>
                    <a:pt x="1843032" y="1756701"/>
                  </a:lnTo>
                  <a:lnTo>
                    <a:pt x="1842217" y="1756701"/>
                  </a:lnTo>
                  <a:lnTo>
                    <a:pt x="1841402" y="1756701"/>
                  </a:lnTo>
                  <a:lnTo>
                    <a:pt x="1840588" y="1756701"/>
                  </a:lnTo>
                  <a:lnTo>
                    <a:pt x="1839773" y="1756701"/>
                  </a:lnTo>
                  <a:lnTo>
                    <a:pt x="1838958" y="1756701"/>
                  </a:lnTo>
                  <a:lnTo>
                    <a:pt x="1838143" y="1756701"/>
                  </a:lnTo>
                  <a:lnTo>
                    <a:pt x="1837329" y="1756701"/>
                  </a:lnTo>
                  <a:lnTo>
                    <a:pt x="1836514" y="1756701"/>
                  </a:lnTo>
                  <a:lnTo>
                    <a:pt x="1835699" y="1756701"/>
                  </a:lnTo>
                  <a:lnTo>
                    <a:pt x="1834884" y="1756701"/>
                  </a:lnTo>
                  <a:lnTo>
                    <a:pt x="1834069" y="1756701"/>
                  </a:lnTo>
                  <a:lnTo>
                    <a:pt x="1833255" y="1756701"/>
                  </a:lnTo>
                  <a:lnTo>
                    <a:pt x="1832440" y="1756701"/>
                  </a:lnTo>
                  <a:lnTo>
                    <a:pt x="1831625" y="1756701"/>
                  </a:lnTo>
                  <a:lnTo>
                    <a:pt x="1830810" y="1756701"/>
                  </a:lnTo>
                  <a:lnTo>
                    <a:pt x="1829995" y="1756701"/>
                  </a:lnTo>
                  <a:lnTo>
                    <a:pt x="1829181" y="1756701"/>
                  </a:lnTo>
                  <a:lnTo>
                    <a:pt x="1828366" y="1756701"/>
                  </a:lnTo>
                  <a:lnTo>
                    <a:pt x="1827551" y="1756701"/>
                  </a:lnTo>
                  <a:lnTo>
                    <a:pt x="1826736" y="1756701"/>
                  </a:lnTo>
                  <a:lnTo>
                    <a:pt x="1825922" y="1756701"/>
                  </a:lnTo>
                  <a:lnTo>
                    <a:pt x="1825107" y="1756701"/>
                  </a:lnTo>
                  <a:lnTo>
                    <a:pt x="1824292" y="1756701"/>
                  </a:lnTo>
                  <a:lnTo>
                    <a:pt x="1823477" y="1756701"/>
                  </a:lnTo>
                  <a:lnTo>
                    <a:pt x="1822662" y="1756701"/>
                  </a:lnTo>
                  <a:lnTo>
                    <a:pt x="1821848" y="1756701"/>
                  </a:lnTo>
                  <a:lnTo>
                    <a:pt x="1821033" y="1756701"/>
                  </a:lnTo>
                  <a:lnTo>
                    <a:pt x="1820218" y="1756701"/>
                  </a:lnTo>
                  <a:lnTo>
                    <a:pt x="1819403" y="1756701"/>
                  </a:lnTo>
                  <a:lnTo>
                    <a:pt x="1818589" y="1756701"/>
                  </a:lnTo>
                  <a:lnTo>
                    <a:pt x="1817774" y="1756701"/>
                  </a:lnTo>
                  <a:lnTo>
                    <a:pt x="1816959" y="1756701"/>
                  </a:lnTo>
                  <a:lnTo>
                    <a:pt x="1816144" y="1756701"/>
                  </a:lnTo>
                  <a:lnTo>
                    <a:pt x="1815329" y="1756701"/>
                  </a:lnTo>
                  <a:lnTo>
                    <a:pt x="1814515" y="1756701"/>
                  </a:lnTo>
                  <a:lnTo>
                    <a:pt x="1813700" y="1756701"/>
                  </a:lnTo>
                  <a:lnTo>
                    <a:pt x="1812885" y="1756701"/>
                  </a:lnTo>
                  <a:lnTo>
                    <a:pt x="1812070" y="1756701"/>
                  </a:lnTo>
                  <a:lnTo>
                    <a:pt x="1811256" y="1756701"/>
                  </a:lnTo>
                  <a:lnTo>
                    <a:pt x="1810441" y="1756701"/>
                  </a:lnTo>
                  <a:lnTo>
                    <a:pt x="1809626" y="1756701"/>
                  </a:lnTo>
                  <a:lnTo>
                    <a:pt x="1808811" y="1756701"/>
                  </a:lnTo>
                  <a:lnTo>
                    <a:pt x="1807996" y="1756701"/>
                  </a:lnTo>
                  <a:lnTo>
                    <a:pt x="1807182" y="1756701"/>
                  </a:lnTo>
                  <a:lnTo>
                    <a:pt x="1806367" y="1756701"/>
                  </a:lnTo>
                  <a:lnTo>
                    <a:pt x="1805552" y="1756701"/>
                  </a:lnTo>
                  <a:lnTo>
                    <a:pt x="1804737" y="1756701"/>
                  </a:lnTo>
                  <a:lnTo>
                    <a:pt x="1803923" y="1756701"/>
                  </a:lnTo>
                  <a:lnTo>
                    <a:pt x="1803108" y="1756701"/>
                  </a:lnTo>
                  <a:lnTo>
                    <a:pt x="1802293" y="1756701"/>
                  </a:lnTo>
                  <a:lnTo>
                    <a:pt x="1801478" y="1756701"/>
                  </a:lnTo>
                  <a:lnTo>
                    <a:pt x="1800663" y="1756701"/>
                  </a:lnTo>
                  <a:lnTo>
                    <a:pt x="1799849" y="1756701"/>
                  </a:lnTo>
                  <a:lnTo>
                    <a:pt x="1799034" y="1756701"/>
                  </a:lnTo>
                  <a:lnTo>
                    <a:pt x="1798219" y="1756701"/>
                  </a:lnTo>
                  <a:lnTo>
                    <a:pt x="1797404" y="1756701"/>
                  </a:lnTo>
                  <a:lnTo>
                    <a:pt x="1796590" y="1756701"/>
                  </a:lnTo>
                  <a:lnTo>
                    <a:pt x="1795775" y="1756701"/>
                  </a:lnTo>
                  <a:lnTo>
                    <a:pt x="1794960" y="1756701"/>
                  </a:lnTo>
                  <a:lnTo>
                    <a:pt x="1794145" y="1756701"/>
                  </a:lnTo>
                  <a:lnTo>
                    <a:pt x="1793330" y="1756701"/>
                  </a:lnTo>
                  <a:lnTo>
                    <a:pt x="1792516" y="1756701"/>
                  </a:lnTo>
                  <a:lnTo>
                    <a:pt x="1791701" y="1756701"/>
                  </a:lnTo>
                  <a:lnTo>
                    <a:pt x="1790886" y="1756701"/>
                  </a:lnTo>
                  <a:lnTo>
                    <a:pt x="1790071" y="1756701"/>
                  </a:lnTo>
                  <a:lnTo>
                    <a:pt x="1789256" y="1756701"/>
                  </a:lnTo>
                  <a:lnTo>
                    <a:pt x="1788442" y="1756701"/>
                  </a:lnTo>
                  <a:lnTo>
                    <a:pt x="1787627" y="1756701"/>
                  </a:lnTo>
                  <a:lnTo>
                    <a:pt x="1786812" y="1756701"/>
                  </a:lnTo>
                  <a:lnTo>
                    <a:pt x="1785997" y="1756701"/>
                  </a:lnTo>
                  <a:lnTo>
                    <a:pt x="1785183" y="1756701"/>
                  </a:lnTo>
                  <a:lnTo>
                    <a:pt x="1784368" y="1756701"/>
                  </a:lnTo>
                  <a:lnTo>
                    <a:pt x="1783553" y="1756701"/>
                  </a:lnTo>
                  <a:lnTo>
                    <a:pt x="1782738" y="1756701"/>
                  </a:lnTo>
                  <a:lnTo>
                    <a:pt x="1781923" y="1756701"/>
                  </a:lnTo>
                  <a:lnTo>
                    <a:pt x="1781109" y="1756701"/>
                  </a:lnTo>
                  <a:lnTo>
                    <a:pt x="1780294" y="1756701"/>
                  </a:lnTo>
                  <a:lnTo>
                    <a:pt x="1779479" y="1756701"/>
                  </a:lnTo>
                  <a:lnTo>
                    <a:pt x="1778664" y="1756701"/>
                  </a:lnTo>
                  <a:lnTo>
                    <a:pt x="1777850" y="1756701"/>
                  </a:lnTo>
                  <a:lnTo>
                    <a:pt x="1777035" y="1756701"/>
                  </a:lnTo>
                  <a:lnTo>
                    <a:pt x="1776220" y="1756701"/>
                  </a:lnTo>
                  <a:lnTo>
                    <a:pt x="1775405" y="1756701"/>
                  </a:lnTo>
                  <a:lnTo>
                    <a:pt x="1774590" y="1756701"/>
                  </a:lnTo>
                  <a:lnTo>
                    <a:pt x="1773776" y="1756701"/>
                  </a:lnTo>
                  <a:lnTo>
                    <a:pt x="1772961" y="1756701"/>
                  </a:lnTo>
                  <a:lnTo>
                    <a:pt x="1772146" y="1756701"/>
                  </a:lnTo>
                  <a:lnTo>
                    <a:pt x="1771331" y="1756701"/>
                  </a:lnTo>
                  <a:lnTo>
                    <a:pt x="1770517" y="1756701"/>
                  </a:lnTo>
                  <a:lnTo>
                    <a:pt x="1769702" y="1756701"/>
                  </a:lnTo>
                  <a:lnTo>
                    <a:pt x="1768887" y="1756701"/>
                  </a:lnTo>
                  <a:lnTo>
                    <a:pt x="1768072" y="1756701"/>
                  </a:lnTo>
                  <a:lnTo>
                    <a:pt x="1767257" y="1756701"/>
                  </a:lnTo>
                  <a:lnTo>
                    <a:pt x="1766443" y="1756701"/>
                  </a:lnTo>
                  <a:lnTo>
                    <a:pt x="1765628" y="1756701"/>
                  </a:lnTo>
                  <a:lnTo>
                    <a:pt x="1764813" y="1756701"/>
                  </a:lnTo>
                  <a:lnTo>
                    <a:pt x="1763998" y="1756701"/>
                  </a:lnTo>
                  <a:lnTo>
                    <a:pt x="1763184" y="1756701"/>
                  </a:lnTo>
                  <a:lnTo>
                    <a:pt x="1762369" y="1756701"/>
                  </a:lnTo>
                  <a:lnTo>
                    <a:pt x="1761554" y="1756701"/>
                  </a:lnTo>
                  <a:lnTo>
                    <a:pt x="1760739" y="1756701"/>
                  </a:lnTo>
                  <a:lnTo>
                    <a:pt x="1759924" y="1756701"/>
                  </a:lnTo>
                  <a:lnTo>
                    <a:pt x="1759110" y="1756701"/>
                  </a:lnTo>
                  <a:lnTo>
                    <a:pt x="1758295" y="1756701"/>
                  </a:lnTo>
                  <a:lnTo>
                    <a:pt x="1757480" y="1756701"/>
                  </a:lnTo>
                  <a:lnTo>
                    <a:pt x="1756665" y="1756701"/>
                  </a:lnTo>
                  <a:lnTo>
                    <a:pt x="1755851" y="1756701"/>
                  </a:lnTo>
                  <a:lnTo>
                    <a:pt x="1755036" y="1756701"/>
                  </a:lnTo>
                  <a:lnTo>
                    <a:pt x="1754221" y="1756701"/>
                  </a:lnTo>
                  <a:lnTo>
                    <a:pt x="1753406" y="1756701"/>
                  </a:lnTo>
                  <a:lnTo>
                    <a:pt x="1752591" y="1756701"/>
                  </a:lnTo>
                  <a:lnTo>
                    <a:pt x="1751777" y="1756701"/>
                  </a:lnTo>
                  <a:lnTo>
                    <a:pt x="1750962" y="1756701"/>
                  </a:lnTo>
                  <a:lnTo>
                    <a:pt x="1750147" y="1756701"/>
                  </a:lnTo>
                  <a:lnTo>
                    <a:pt x="1749332" y="1756701"/>
                  </a:lnTo>
                  <a:lnTo>
                    <a:pt x="1748517" y="1756701"/>
                  </a:lnTo>
                  <a:lnTo>
                    <a:pt x="1747703" y="1756701"/>
                  </a:lnTo>
                  <a:lnTo>
                    <a:pt x="1746888" y="1756701"/>
                  </a:lnTo>
                  <a:lnTo>
                    <a:pt x="1746073" y="1756701"/>
                  </a:lnTo>
                  <a:lnTo>
                    <a:pt x="1745258" y="1756701"/>
                  </a:lnTo>
                  <a:lnTo>
                    <a:pt x="1744444" y="1756701"/>
                  </a:lnTo>
                  <a:lnTo>
                    <a:pt x="1743629" y="1756701"/>
                  </a:lnTo>
                  <a:lnTo>
                    <a:pt x="1742814" y="1756701"/>
                  </a:lnTo>
                  <a:lnTo>
                    <a:pt x="1741999" y="1756701"/>
                  </a:lnTo>
                  <a:lnTo>
                    <a:pt x="1741184" y="1756701"/>
                  </a:lnTo>
                  <a:lnTo>
                    <a:pt x="1740370" y="1756701"/>
                  </a:lnTo>
                  <a:lnTo>
                    <a:pt x="1739555" y="1756701"/>
                  </a:lnTo>
                  <a:lnTo>
                    <a:pt x="1738740" y="1756701"/>
                  </a:lnTo>
                  <a:lnTo>
                    <a:pt x="1737925" y="1756701"/>
                  </a:lnTo>
                  <a:lnTo>
                    <a:pt x="1737111" y="1756701"/>
                  </a:lnTo>
                  <a:lnTo>
                    <a:pt x="1736296" y="1756701"/>
                  </a:lnTo>
                  <a:lnTo>
                    <a:pt x="1735481" y="1756701"/>
                  </a:lnTo>
                  <a:lnTo>
                    <a:pt x="1734666" y="1756701"/>
                  </a:lnTo>
                  <a:lnTo>
                    <a:pt x="1733851" y="1756701"/>
                  </a:lnTo>
                  <a:lnTo>
                    <a:pt x="1733037" y="1756701"/>
                  </a:lnTo>
                  <a:lnTo>
                    <a:pt x="1732222" y="1756701"/>
                  </a:lnTo>
                  <a:lnTo>
                    <a:pt x="1731407" y="1756701"/>
                  </a:lnTo>
                  <a:lnTo>
                    <a:pt x="1730592" y="1756701"/>
                  </a:lnTo>
                  <a:lnTo>
                    <a:pt x="1729778" y="1756701"/>
                  </a:lnTo>
                  <a:lnTo>
                    <a:pt x="1728963" y="1756701"/>
                  </a:lnTo>
                  <a:lnTo>
                    <a:pt x="1728148" y="1756701"/>
                  </a:lnTo>
                  <a:lnTo>
                    <a:pt x="1727333" y="1756701"/>
                  </a:lnTo>
                  <a:lnTo>
                    <a:pt x="1726518" y="1756701"/>
                  </a:lnTo>
                  <a:lnTo>
                    <a:pt x="1725704" y="1756701"/>
                  </a:lnTo>
                  <a:lnTo>
                    <a:pt x="1724889" y="1756701"/>
                  </a:lnTo>
                  <a:lnTo>
                    <a:pt x="1724074" y="1756701"/>
                  </a:lnTo>
                  <a:lnTo>
                    <a:pt x="1723259" y="1756701"/>
                  </a:lnTo>
                  <a:lnTo>
                    <a:pt x="1722445" y="1756701"/>
                  </a:lnTo>
                  <a:lnTo>
                    <a:pt x="1721630" y="1756701"/>
                  </a:lnTo>
                  <a:lnTo>
                    <a:pt x="1720815" y="1756701"/>
                  </a:lnTo>
                  <a:lnTo>
                    <a:pt x="1720000" y="1756701"/>
                  </a:lnTo>
                  <a:lnTo>
                    <a:pt x="1719185" y="1756701"/>
                  </a:lnTo>
                  <a:lnTo>
                    <a:pt x="1718371" y="1756701"/>
                  </a:lnTo>
                  <a:lnTo>
                    <a:pt x="1717556" y="1756701"/>
                  </a:lnTo>
                  <a:lnTo>
                    <a:pt x="1716741" y="1756701"/>
                  </a:lnTo>
                  <a:lnTo>
                    <a:pt x="1715926" y="1756701"/>
                  </a:lnTo>
                  <a:lnTo>
                    <a:pt x="1715112" y="1756701"/>
                  </a:lnTo>
                  <a:lnTo>
                    <a:pt x="1714297" y="1756701"/>
                  </a:lnTo>
                  <a:lnTo>
                    <a:pt x="1713482" y="1756701"/>
                  </a:lnTo>
                  <a:lnTo>
                    <a:pt x="1712667" y="1756701"/>
                  </a:lnTo>
                  <a:lnTo>
                    <a:pt x="1711852" y="1756701"/>
                  </a:lnTo>
                  <a:lnTo>
                    <a:pt x="1711038" y="1756701"/>
                  </a:lnTo>
                  <a:lnTo>
                    <a:pt x="1710223" y="1756701"/>
                  </a:lnTo>
                  <a:lnTo>
                    <a:pt x="1709408" y="1756701"/>
                  </a:lnTo>
                  <a:lnTo>
                    <a:pt x="1708593" y="1756701"/>
                  </a:lnTo>
                  <a:lnTo>
                    <a:pt x="1707778" y="1756701"/>
                  </a:lnTo>
                  <a:lnTo>
                    <a:pt x="1706964" y="1756701"/>
                  </a:lnTo>
                  <a:lnTo>
                    <a:pt x="1706149" y="1756701"/>
                  </a:lnTo>
                  <a:lnTo>
                    <a:pt x="1705334" y="1756701"/>
                  </a:lnTo>
                  <a:lnTo>
                    <a:pt x="1704519" y="1756701"/>
                  </a:lnTo>
                  <a:lnTo>
                    <a:pt x="1703705" y="1756701"/>
                  </a:lnTo>
                  <a:lnTo>
                    <a:pt x="1702890" y="1756701"/>
                  </a:lnTo>
                  <a:lnTo>
                    <a:pt x="1702075" y="1756701"/>
                  </a:lnTo>
                  <a:lnTo>
                    <a:pt x="1701260" y="1756701"/>
                  </a:lnTo>
                  <a:lnTo>
                    <a:pt x="1700445" y="1756701"/>
                  </a:lnTo>
                  <a:lnTo>
                    <a:pt x="1699631" y="1756701"/>
                  </a:lnTo>
                  <a:lnTo>
                    <a:pt x="1698816" y="1756701"/>
                  </a:lnTo>
                  <a:lnTo>
                    <a:pt x="1698001" y="1756701"/>
                  </a:lnTo>
                  <a:lnTo>
                    <a:pt x="1697186" y="1756701"/>
                  </a:lnTo>
                  <a:lnTo>
                    <a:pt x="1696372" y="1756701"/>
                  </a:lnTo>
                  <a:lnTo>
                    <a:pt x="1695557" y="1756701"/>
                  </a:lnTo>
                  <a:lnTo>
                    <a:pt x="1694742" y="1756701"/>
                  </a:lnTo>
                  <a:lnTo>
                    <a:pt x="1693927" y="1756701"/>
                  </a:lnTo>
                  <a:lnTo>
                    <a:pt x="1693112" y="1756701"/>
                  </a:lnTo>
                  <a:lnTo>
                    <a:pt x="1692298" y="1756701"/>
                  </a:lnTo>
                  <a:lnTo>
                    <a:pt x="1691483" y="1756701"/>
                  </a:lnTo>
                  <a:lnTo>
                    <a:pt x="1690668" y="1756701"/>
                  </a:lnTo>
                  <a:lnTo>
                    <a:pt x="1689853" y="1756701"/>
                  </a:lnTo>
                  <a:lnTo>
                    <a:pt x="1689039" y="1756701"/>
                  </a:lnTo>
                  <a:lnTo>
                    <a:pt x="1688224" y="1756701"/>
                  </a:lnTo>
                  <a:lnTo>
                    <a:pt x="1687409" y="1756701"/>
                  </a:lnTo>
                  <a:lnTo>
                    <a:pt x="1686594" y="1756701"/>
                  </a:lnTo>
                  <a:lnTo>
                    <a:pt x="1685779" y="1756701"/>
                  </a:lnTo>
                  <a:lnTo>
                    <a:pt x="1684965" y="1756701"/>
                  </a:lnTo>
                  <a:lnTo>
                    <a:pt x="1684150" y="1756701"/>
                  </a:lnTo>
                  <a:lnTo>
                    <a:pt x="1683335" y="1756701"/>
                  </a:lnTo>
                  <a:lnTo>
                    <a:pt x="1682520" y="1756701"/>
                  </a:lnTo>
                  <a:lnTo>
                    <a:pt x="1681706" y="1756701"/>
                  </a:lnTo>
                  <a:lnTo>
                    <a:pt x="1680891" y="1756701"/>
                  </a:lnTo>
                  <a:lnTo>
                    <a:pt x="1680076" y="1756701"/>
                  </a:lnTo>
                  <a:lnTo>
                    <a:pt x="1679261" y="1756701"/>
                  </a:lnTo>
                  <a:lnTo>
                    <a:pt x="1678446" y="1756701"/>
                  </a:lnTo>
                  <a:lnTo>
                    <a:pt x="1677632" y="1756701"/>
                  </a:lnTo>
                  <a:lnTo>
                    <a:pt x="1676817" y="1756701"/>
                  </a:lnTo>
                  <a:lnTo>
                    <a:pt x="1676002" y="1756701"/>
                  </a:lnTo>
                  <a:lnTo>
                    <a:pt x="1675187" y="1756701"/>
                  </a:lnTo>
                  <a:lnTo>
                    <a:pt x="1674373" y="1756701"/>
                  </a:lnTo>
                  <a:lnTo>
                    <a:pt x="1673558" y="1756701"/>
                  </a:lnTo>
                  <a:lnTo>
                    <a:pt x="1672743" y="1756701"/>
                  </a:lnTo>
                  <a:lnTo>
                    <a:pt x="1671928" y="1756701"/>
                  </a:lnTo>
                  <a:lnTo>
                    <a:pt x="1671113" y="1756701"/>
                  </a:lnTo>
                  <a:lnTo>
                    <a:pt x="1670299" y="1756701"/>
                  </a:lnTo>
                  <a:lnTo>
                    <a:pt x="1669484" y="1756701"/>
                  </a:lnTo>
                  <a:lnTo>
                    <a:pt x="1668669" y="1756701"/>
                  </a:lnTo>
                  <a:lnTo>
                    <a:pt x="1667854" y="1756701"/>
                  </a:lnTo>
                  <a:lnTo>
                    <a:pt x="1667039" y="1756701"/>
                  </a:lnTo>
                  <a:lnTo>
                    <a:pt x="1666225" y="1756701"/>
                  </a:lnTo>
                  <a:lnTo>
                    <a:pt x="1665410" y="1756701"/>
                  </a:lnTo>
                  <a:lnTo>
                    <a:pt x="1664595" y="1756701"/>
                  </a:lnTo>
                  <a:lnTo>
                    <a:pt x="1663780" y="1756701"/>
                  </a:lnTo>
                  <a:lnTo>
                    <a:pt x="1662966" y="1756701"/>
                  </a:lnTo>
                  <a:lnTo>
                    <a:pt x="1662151" y="1756701"/>
                  </a:lnTo>
                  <a:lnTo>
                    <a:pt x="1661336" y="1756701"/>
                  </a:lnTo>
                  <a:lnTo>
                    <a:pt x="1660521" y="1756701"/>
                  </a:lnTo>
                  <a:lnTo>
                    <a:pt x="1659706" y="1756701"/>
                  </a:lnTo>
                  <a:lnTo>
                    <a:pt x="1658892" y="1756701"/>
                  </a:lnTo>
                  <a:lnTo>
                    <a:pt x="1658077" y="1756701"/>
                  </a:lnTo>
                  <a:lnTo>
                    <a:pt x="1657262" y="1756701"/>
                  </a:lnTo>
                  <a:lnTo>
                    <a:pt x="1656447" y="1756701"/>
                  </a:lnTo>
                  <a:lnTo>
                    <a:pt x="1655633" y="1756701"/>
                  </a:lnTo>
                  <a:lnTo>
                    <a:pt x="1654818" y="1756701"/>
                  </a:lnTo>
                  <a:lnTo>
                    <a:pt x="1654003" y="1756701"/>
                  </a:lnTo>
                  <a:lnTo>
                    <a:pt x="1653188" y="1756701"/>
                  </a:lnTo>
                  <a:lnTo>
                    <a:pt x="1652373" y="1756701"/>
                  </a:lnTo>
                  <a:lnTo>
                    <a:pt x="1651559" y="1756701"/>
                  </a:lnTo>
                  <a:lnTo>
                    <a:pt x="1650744" y="1756701"/>
                  </a:lnTo>
                  <a:lnTo>
                    <a:pt x="1649929" y="1756701"/>
                  </a:lnTo>
                  <a:lnTo>
                    <a:pt x="1649114" y="1756701"/>
                  </a:lnTo>
                  <a:lnTo>
                    <a:pt x="1648300" y="1756701"/>
                  </a:lnTo>
                  <a:lnTo>
                    <a:pt x="1647485" y="1756701"/>
                  </a:lnTo>
                  <a:lnTo>
                    <a:pt x="1646670" y="1756701"/>
                  </a:lnTo>
                  <a:lnTo>
                    <a:pt x="1645855" y="1756701"/>
                  </a:lnTo>
                  <a:lnTo>
                    <a:pt x="1645040" y="1756701"/>
                  </a:lnTo>
                  <a:lnTo>
                    <a:pt x="1644226" y="1756701"/>
                  </a:lnTo>
                  <a:lnTo>
                    <a:pt x="1643411" y="1756701"/>
                  </a:lnTo>
                  <a:lnTo>
                    <a:pt x="1642596" y="1756701"/>
                  </a:lnTo>
                  <a:lnTo>
                    <a:pt x="1641781" y="1756701"/>
                  </a:lnTo>
                  <a:lnTo>
                    <a:pt x="1640967" y="1756701"/>
                  </a:lnTo>
                  <a:lnTo>
                    <a:pt x="1640152" y="1756701"/>
                  </a:lnTo>
                  <a:lnTo>
                    <a:pt x="1639337" y="1756701"/>
                  </a:lnTo>
                  <a:lnTo>
                    <a:pt x="1638522" y="1756701"/>
                  </a:lnTo>
                  <a:lnTo>
                    <a:pt x="1637707" y="1756701"/>
                  </a:lnTo>
                  <a:lnTo>
                    <a:pt x="1636893" y="1756701"/>
                  </a:lnTo>
                  <a:lnTo>
                    <a:pt x="1636078" y="1756701"/>
                  </a:lnTo>
                  <a:lnTo>
                    <a:pt x="1635263" y="1756701"/>
                  </a:lnTo>
                  <a:lnTo>
                    <a:pt x="1634448" y="1756701"/>
                  </a:lnTo>
                  <a:lnTo>
                    <a:pt x="1633634" y="1756701"/>
                  </a:lnTo>
                  <a:lnTo>
                    <a:pt x="1632819" y="1756701"/>
                  </a:lnTo>
                  <a:lnTo>
                    <a:pt x="1632004" y="1756701"/>
                  </a:lnTo>
                  <a:lnTo>
                    <a:pt x="1631189" y="1756701"/>
                  </a:lnTo>
                  <a:lnTo>
                    <a:pt x="1630374" y="1756701"/>
                  </a:lnTo>
                  <a:lnTo>
                    <a:pt x="1629560" y="1756701"/>
                  </a:lnTo>
                  <a:lnTo>
                    <a:pt x="1628745" y="1756701"/>
                  </a:lnTo>
                  <a:lnTo>
                    <a:pt x="1627930" y="1756701"/>
                  </a:lnTo>
                  <a:lnTo>
                    <a:pt x="1627115" y="1756701"/>
                  </a:lnTo>
                  <a:lnTo>
                    <a:pt x="1626300" y="1756701"/>
                  </a:lnTo>
                  <a:lnTo>
                    <a:pt x="1625486" y="1756701"/>
                  </a:lnTo>
                  <a:lnTo>
                    <a:pt x="1624671" y="1756701"/>
                  </a:lnTo>
                  <a:lnTo>
                    <a:pt x="1623856" y="1756701"/>
                  </a:lnTo>
                  <a:lnTo>
                    <a:pt x="1623041" y="1756701"/>
                  </a:lnTo>
                  <a:lnTo>
                    <a:pt x="1622227" y="1756701"/>
                  </a:lnTo>
                  <a:lnTo>
                    <a:pt x="1621412" y="1756701"/>
                  </a:lnTo>
                  <a:lnTo>
                    <a:pt x="1620597" y="1756701"/>
                  </a:lnTo>
                  <a:lnTo>
                    <a:pt x="1619782" y="1756701"/>
                  </a:lnTo>
                  <a:lnTo>
                    <a:pt x="1618967" y="1756701"/>
                  </a:lnTo>
                  <a:lnTo>
                    <a:pt x="1618153" y="1756701"/>
                  </a:lnTo>
                  <a:lnTo>
                    <a:pt x="1617338" y="1756701"/>
                  </a:lnTo>
                  <a:lnTo>
                    <a:pt x="1616523" y="1756701"/>
                  </a:lnTo>
                  <a:lnTo>
                    <a:pt x="1615708" y="1756701"/>
                  </a:lnTo>
                  <a:lnTo>
                    <a:pt x="1614894" y="1756701"/>
                  </a:lnTo>
                  <a:lnTo>
                    <a:pt x="1614079" y="1756701"/>
                  </a:lnTo>
                  <a:lnTo>
                    <a:pt x="1613264" y="1756701"/>
                  </a:lnTo>
                  <a:lnTo>
                    <a:pt x="1612449" y="1756701"/>
                  </a:lnTo>
                  <a:lnTo>
                    <a:pt x="1611634" y="1756701"/>
                  </a:lnTo>
                  <a:lnTo>
                    <a:pt x="1610820" y="1756701"/>
                  </a:lnTo>
                  <a:lnTo>
                    <a:pt x="1610005" y="1756701"/>
                  </a:lnTo>
                  <a:lnTo>
                    <a:pt x="1609190" y="1756701"/>
                  </a:lnTo>
                  <a:lnTo>
                    <a:pt x="1608375" y="1756701"/>
                  </a:lnTo>
                  <a:lnTo>
                    <a:pt x="1607561" y="1756701"/>
                  </a:lnTo>
                  <a:lnTo>
                    <a:pt x="1606746" y="1756701"/>
                  </a:lnTo>
                  <a:lnTo>
                    <a:pt x="1605931" y="1756701"/>
                  </a:lnTo>
                  <a:lnTo>
                    <a:pt x="1605116" y="1756701"/>
                  </a:lnTo>
                  <a:lnTo>
                    <a:pt x="1604301" y="1756701"/>
                  </a:lnTo>
                  <a:lnTo>
                    <a:pt x="1603487" y="1756701"/>
                  </a:lnTo>
                  <a:lnTo>
                    <a:pt x="1602672" y="1756701"/>
                  </a:lnTo>
                  <a:lnTo>
                    <a:pt x="1601857" y="1756701"/>
                  </a:lnTo>
                  <a:lnTo>
                    <a:pt x="1601042" y="1756701"/>
                  </a:lnTo>
                  <a:lnTo>
                    <a:pt x="1600228" y="1756701"/>
                  </a:lnTo>
                  <a:lnTo>
                    <a:pt x="1599413" y="1756701"/>
                  </a:lnTo>
                  <a:lnTo>
                    <a:pt x="1598598" y="1756701"/>
                  </a:lnTo>
                  <a:lnTo>
                    <a:pt x="1597783" y="1756701"/>
                  </a:lnTo>
                  <a:lnTo>
                    <a:pt x="1596968" y="1756701"/>
                  </a:lnTo>
                  <a:lnTo>
                    <a:pt x="1596154" y="1756701"/>
                  </a:lnTo>
                  <a:lnTo>
                    <a:pt x="1595339" y="1756701"/>
                  </a:lnTo>
                  <a:lnTo>
                    <a:pt x="1594524" y="1756701"/>
                  </a:lnTo>
                  <a:lnTo>
                    <a:pt x="1593709" y="1756701"/>
                  </a:lnTo>
                  <a:lnTo>
                    <a:pt x="1592894" y="1756701"/>
                  </a:lnTo>
                  <a:lnTo>
                    <a:pt x="1592080" y="1756701"/>
                  </a:lnTo>
                  <a:lnTo>
                    <a:pt x="1591265" y="1756701"/>
                  </a:lnTo>
                  <a:lnTo>
                    <a:pt x="1590450" y="1756701"/>
                  </a:lnTo>
                  <a:lnTo>
                    <a:pt x="1589635" y="1756701"/>
                  </a:lnTo>
                  <a:lnTo>
                    <a:pt x="1588821" y="1756701"/>
                  </a:lnTo>
                  <a:lnTo>
                    <a:pt x="1588006" y="1756701"/>
                  </a:lnTo>
                  <a:lnTo>
                    <a:pt x="1587191" y="1756701"/>
                  </a:lnTo>
                  <a:lnTo>
                    <a:pt x="1586376" y="1756701"/>
                  </a:lnTo>
                  <a:lnTo>
                    <a:pt x="1585561" y="1756701"/>
                  </a:lnTo>
                  <a:lnTo>
                    <a:pt x="1584747" y="1756701"/>
                  </a:lnTo>
                  <a:lnTo>
                    <a:pt x="1583932" y="1756701"/>
                  </a:lnTo>
                  <a:lnTo>
                    <a:pt x="1583117" y="1756701"/>
                  </a:lnTo>
                  <a:lnTo>
                    <a:pt x="1582302" y="1756701"/>
                  </a:lnTo>
                  <a:lnTo>
                    <a:pt x="1581488" y="1756701"/>
                  </a:lnTo>
                  <a:lnTo>
                    <a:pt x="1580673" y="1756701"/>
                  </a:lnTo>
                  <a:lnTo>
                    <a:pt x="1579858" y="1756701"/>
                  </a:lnTo>
                  <a:lnTo>
                    <a:pt x="1579043" y="1756701"/>
                  </a:lnTo>
                  <a:lnTo>
                    <a:pt x="1578228" y="1756701"/>
                  </a:lnTo>
                  <a:lnTo>
                    <a:pt x="1577414" y="1756701"/>
                  </a:lnTo>
                  <a:lnTo>
                    <a:pt x="1576599" y="1756701"/>
                  </a:lnTo>
                  <a:lnTo>
                    <a:pt x="1575784" y="1756701"/>
                  </a:lnTo>
                  <a:lnTo>
                    <a:pt x="1574969" y="1756701"/>
                  </a:lnTo>
                  <a:lnTo>
                    <a:pt x="1574155" y="1756701"/>
                  </a:lnTo>
                  <a:lnTo>
                    <a:pt x="1573340" y="1756701"/>
                  </a:lnTo>
                  <a:lnTo>
                    <a:pt x="1572525" y="1756701"/>
                  </a:lnTo>
                  <a:lnTo>
                    <a:pt x="1571710" y="1756701"/>
                  </a:lnTo>
                  <a:lnTo>
                    <a:pt x="1570895" y="1756701"/>
                  </a:lnTo>
                  <a:lnTo>
                    <a:pt x="1570081" y="1756701"/>
                  </a:lnTo>
                  <a:lnTo>
                    <a:pt x="1569266" y="1756701"/>
                  </a:lnTo>
                  <a:lnTo>
                    <a:pt x="1568451" y="1756701"/>
                  </a:lnTo>
                  <a:lnTo>
                    <a:pt x="1567636" y="1756701"/>
                  </a:lnTo>
                  <a:lnTo>
                    <a:pt x="1566822" y="1756701"/>
                  </a:lnTo>
                  <a:lnTo>
                    <a:pt x="1566007" y="1756701"/>
                  </a:lnTo>
                  <a:lnTo>
                    <a:pt x="1565192" y="1756701"/>
                  </a:lnTo>
                  <a:lnTo>
                    <a:pt x="1564377" y="1756701"/>
                  </a:lnTo>
                  <a:lnTo>
                    <a:pt x="1563562" y="1756701"/>
                  </a:lnTo>
                  <a:lnTo>
                    <a:pt x="1562748" y="1756701"/>
                  </a:lnTo>
                  <a:lnTo>
                    <a:pt x="1561933" y="1756701"/>
                  </a:lnTo>
                  <a:lnTo>
                    <a:pt x="1561118" y="1756701"/>
                  </a:lnTo>
                  <a:lnTo>
                    <a:pt x="1560303" y="1756701"/>
                  </a:lnTo>
                  <a:lnTo>
                    <a:pt x="1559489" y="1756701"/>
                  </a:lnTo>
                  <a:lnTo>
                    <a:pt x="1558674" y="1756701"/>
                  </a:lnTo>
                  <a:lnTo>
                    <a:pt x="1557859" y="1756701"/>
                  </a:lnTo>
                  <a:lnTo>
                    <a:pt x="1557044" y="1756701"/>
                  </a:lnTo>
                  <a:lnTo>
                    <a:pt x="1556229" y="1756701"/>
                  </a:lnTo>
                  <a:lnTo>
                    <a:pt x="1555415" y="1756701"/>
                  </a:lnTo>
                  <a:lnTo>
                    <a:pt x="1554600" y="1756701"/>
                  </a:lnTo>
                  <a:lnTo>
                    <a:pt x="1553785" y="1756701"/>
                  </a:lnTo>
                  <a:lnTo>
                    <a:pt x="1552970" y="1756701"/>
                  </a:lnTo>
                  <a:lnTo>
                    <a:pt x="1552155" y="1756701"/>
                  </a:lnTo>
                  <a:lnTo>
                    <a:pt x="1551341" y="1756701"/>
                  </a:lnTo>
                  <a:lnTo>
                    <a:pt x="1550526" y="1756701"/>
                  </a:lnTo>
                  <a:lnTo>
                    <a:pt x="1549711" y="1756701"/>
                  </a:lnTo>
                  <a:lnTo>
                    <a:pt x="1548896" y="1756701"/>
                  </a:lnTo>
                  <a:lnTo>
                    <a:pt x="1548082" y="1756701"/>
                  </a:lnTo>
                  <a:lnTo>
                    <a:pt x="1547267" y="1756701"/>
                  </a:lnTo>
                  <a:lnTo>
                    <a:pt x="1546452" y="1756701"/>
                  </a:lnTo>
                  <a:lnTo>
                    <a:pt x="1545637" y="1756701"/>
                  </a:lnTo>
                  <a:lnTo>
                    <a:pt x="1544822" y="1756701"/>
                  </a:lnTo>
                  <a:lnTo>
                    <a:pt x="1544008" y="1756701"/>
                  </a:lnTo>
                  <a:lnTo>
                    <a:pt x="1543193" y="1756701"/>
                  </a:lnTo>
                  <a:lnTo>
                    <a:pt x="1542378" y="1756701"/>
                  </a:lnTo>
                  <a:lnTo>
                    <a:pt x="1541563" y="1756701"/>
                  </a:lnTo>
                  <a:lnTo>
                    <a:pt x="1540749" y="1756701"/>
                  </a:lnTo>
                  <a:lnTo>
                    <a:pt x="1539934" y="1756701"/>
                  </a:lnTo>
                  <a:lnTo>
                    <a:pt x="1539119" y="1756701"/>
                  </a:lnTo>
                  <a:lnTo>
                    <a:pt x="1538304" y="1756701"/>
                  </a:lnTo>
                  <a:lnTo>
                    <a:pt x="1537489" y="1756701"/>
                  </a:lnTo>
                  <a:lnTo>
                    <a:pt x="1536675" y="1756701"/>
                  </a:lnTo>
                  <a:lnTo>
                    <a:pt x="1535860" y="1756701"/>
                  </a:lnTo>
                  <a:lnTo>
                    <a:pt x="1535045" y="1756701"/>
                  </a:lnTo>
                  <a:lnTo>
                    <a:pt x="1534230" y="1756701"/>
                  </a:lnTo>
                  <a:lnTo>
                    <a:pt x="1533416" y="1756701"/>
                  </a:lnTo>
                  <a:lnTo>
                    <a:pt x="1532601" y="1756701"/>
                  </a:lnTo>
                  <a:lnTo>
                    <a:pt x="1531786" y="1756701"/>
                  </a:lnTo>
                  <a:lnTo>
                    <a:pt x="1530971" y="1756701"/>
                  </a:lnTo>
                  <a:lnTo>
                    <a:pt x="1530156" y="1756701"/>
                  </a:lnTo>
                  <a:lnTo>
                    <a:pt x="1529342" y="1756701"/>
                  </a:lnTo>
                  <a:lnTo>
                    <a:pt x="1528527" y="1756701"/>
                  </a:lnTo>
                  <a:lnTo>
                    <a:pt x="1527712" y="1756701"/>
                  </a:lnTo>
                  <a:lnTo>
                    <a:pt x="1526897" y="1756701"/>
                  </a:lnTo>
                  <a:lnTo>
                    <a:pt x="1526083" y="1756701"/>
                  </a:lnTo>
                  <a:lnTo>
                    <a:pt x="1525268" y="1756701"/>
                  </a:lnTo>
                  <a:lnTo>
                    <a:pt x="1524453" y="1756701"/>
                  </a:lnTo>
                  <a:lnTo>
                    <a:pt x="1523638" y="1756701"/>
                  </a:lnTo>
                  <a:lnTo>
                    <a:pt x="1522823" y="1756701"/>
                  </a:lnTo>
                  <a:lnTo>
                    <a:pt x="1522009" y="1756701"/>
                  </a:lnTo>
                  <a:lnTo>
                    <a:pt x="1521194" y="1756701"/>
                  </a:lnTo>
                  <a:lnTo>
                    <a:pt x="1520379" y="1756701"/>
                  </a:lnTo>
                  <a:lnTo>
                    <a:pt x="1519564" y="1756701"/>
                  </a:lnTo>
                  <a:lnTo>
                    <a:pt x="1518750" y="1756701"/>
                  </a:lnTo>
                  <a:lnTo>
                    <a:pt x="1517935" y="1756701"/>
                  </a:lnTo>
                  <a:lnTo>
                    <a:pt x="1517120" y="1756701"/>
                  </a:lnTo>
                  <a:lnTo>
                    <a:pt x="1516305" y="1756701"/>
                  </a:lnTo>
                  <a:lnTo>
                    <a:pt x="1515490" y="1756701"/>
                  </a:lnTo>
                  <a:lnTo>
                    <a:pt x="1514676" y="1756701"/>
                  </a:lnTo>
                  <a:lnTo>
                    <a:pt x="1513861" y="1756701"/>
                  </a:lnTo>
                  <a:lnTo>
                    <a:pt x="1513046" y="1756701"/>
                  </a:lnTo>
                  <a:lnTo>
                    <a:pt x="1512231" y="1756701"/>
                  </a:lnTo>
                  <a:lnTo>
                    <a:pt x="1511416" y="1756701"/>
                  </a:lnTo>
                  <a:lnTo>
                    <a:pt x="1510602" y="1756701"/>
                  </a:lnTo>
                  <a:lnTo>
                    <a:pt x="1509787" y="1756701"/>
                  </a:lnTo>
                  <a:lnTo>
                    <a:pt x="1508972" y="1756701"/>
                  </a:lnTo>
                  <a:lnTo>
                    <a:pt x="1508157" y="1756701"/>
                  </a:lnTo>
                  <a:lnTo>
                    <a:pt x="1507343" y="1756701"/>
                  </a:lnTo>
                  <a:lnTo>
                    <a:pt x="1506528" y="1756701"/>
                  </a:lnTo>
                  <a:lnTo>
                    <a:pt x="1505713" y="1756701"/>
                  </a:lnTo>
                  <a:lnTo>
                    <a:pt x="1504898" y="1756701"/>
                  </a:lnTo>
                  <a:lnTo>
                    <a:pt x="1504083" y="1756701"/>
                  </a:lnTo>
                  <a:lnTo>
                    <a:pt x="1503269" y="1756701"/>
                  </a:lnTo>
                  <a:lnTo>
                    <a:pt x="1502454" y="1756701"/>
                  </a:lnTo>
                  <a:lnTo>
                    <a:pt x="1501639" y="1756701"/>
                  </a:lnTo>
                  <a:lnTo>
                    <a:pt x="1500824" y="1756701"/>
                  </a:lnTo>
                  <a:lnTo>
                    <a:pt x="1500010" y="1756701"/>
                  </a:lnTo>
                  <a:lnTo>
                    <a:pt x="1499195" y="1756701"/>
                  </a:lnTo>
                  <a:lnTo>
                    <a:pt x="1498380" y="1756701"/>
                  </a:lnTo>
                  <a:lnTo>
                    <a:pt x="1497565" y="1756701"/>
                  </a:lnTo>
                  <a:lnTo>
                    <a:pt x="1496750" y="1756701"/>
                  </a:lnTo>
                  <a:lnTo>
                    <a:pt x="1495936" y="1756701"/>
                  </a:lnTo>
                  <a:lnTo>
                    <a:pt x="1495121" y="1756701"/>
                  </a:lnTo>
                  <a:lnTo>
                    <a:pt x="1494306" y="1756701"/>
                  </a:lnTo>
                  <a:lnTo>
                    <a:pt x="1493491" y="1756701"/>
                  </a:lnTo>
                  <a:lnTo>
                    <a:pt x="1492677" y="1756701"/>
                  </a:lnTo>
                  <a:lnTo>
                    <a:pt x="1491862" y="1756701"/>
                  </a:lnTo>
                  <a:lnTo>
                    <a:pt x="1491047" y="1756701"/>
                  </a:lnTo>
                  <a:lnTo>
                    <a:pt x="1490232" y="1756701"/>
                  </a:lnTo>
                  <a:lnTo>
                    <a:pt x="1489417" y="1756701"/>
                  </a:lnTo>
                  <a:lnTo>
                    <a:pt x="1488603" y="1756701"/>
                  </a:lnTo>
                  <a:lnTo>
                    <a:pt x="1487788" y="1756701"/>
                  </a:lnTo>
                  <a:lnTo>
                    <a:pt x="1486973" y="1756701"/>
                  </a:lnTo>
                  <a:lnTo>
                    <a:pt x="1486158" y="1756701"/>
                  </a:lnTo>
                  <a:lnTo>
                    <a:pt x="1485344" y="1756701"/>
                  </a:lnTo>
                  <a:lnTo>
                    <a:pt x="1484529" y="1756701"/>
                  </a:lnTo>
                  <a:lnTo>
                    <a:pt x="1483714" y="1756701"/>
                  </a:lnTo>
                  <a:lnTo>
                    <a:pt x="1482899" y="1756701"/>
                  </a:lnTo>
                  <a:lnTo>
                    <a:pt x="1482084" y="1756701"/>
                  </a:lnTo>
                  <a:lnTo>
                    <a:pt x="1481270" y="1756701"/>
                  </a:lnTo>
                  <a:lnTo>
                    <a:pt x="1480455" y="1756701"/>
                  </a:lnTo>
                  <a:lnTo>
                    <a:pt x="1479640" y="1756701"/>
                  </a:lnTo>
                  <a:lnTo>
                    <a:pt x="1478825" y="1756701"/>
                  </a:lnTo>
                  <a:lnTo>
                    <a:pt x="1478011" y="1756701"/>
                  </a:lnTo>
                  <a:lnTo>
                    <a:pt x="1477196" y="1756701"/>
                  </a:lnTo>
                  <a:lnTo>
                    <a:pt x="1476381" y="1756701"/>
                  </a:lnTo>
                  <a:lnTo>
                    <a:pt x="1475566" y="1756701"/>
                  </a:lnTo>
                  <a:lnTo>
                    <a:pt x="1474751" y="1756701"/>
                  </a:lnTo>
                  <a:lnTo>
                    <a:pt x="1473937" y="1756701"/>
                  </a:lnTo>
                  <a:lnTo>
                    <a:pt x="1473122" y="1756701"/>
                  </a:lnTo>
                  <a:lnTo>
                    <a:pt x="1472307" y="1756701"/>
                  </a:lnTo>
                  <a:lnTo>
                    <a:pt x="1471492" y="1756701"/>
                  </a:lnTo>
                  <a:lnTo>
                    <a:pt x="1470677" y="1756701"/>
                  </a:lnTo>
                  <a:lnTo>
                    <a:pt x="1469863" y="1756701"/>
                  </a:lnTo>
                  <a:lnTo>
                    <a:pt x="1469048" y="1756701"/>
                  </a:lnTo>
                  <a:lnTo>
                    <a:pt x="1468233" y="1756701"/>
                  </a:lnTo>
                  <a:lnTo>
                    <a:pt x="1467418" y="1756701"/>
                  </a:lnTo>
                  <a:lnTo>
                    <a:pt x="1466604" y="1756701"/>
                  </a:lnTo>
                  <a:lnTo>
                    <a:pt x="1465789" y="1756701"/>
                  </a:lnTo>
                  <a:lnTo>
                    <a:pt x="1464974" y="1756701"/>
                  </a:lnTo>
                  <a:lnTo>
                    <a:pt x="1464159" y="1756701"/>
                  </a:lnTo>
                  <a:lnTo>
                    <a:pt x="1463344" y="1756701"/>
                  </a:lnTo>
                  <a:lnTo>
                    <a:pt x="1462530" y="1756701"/>
                  </a:lnTo>
                  <a:lnTo>
                    <a:pt x="1461715" y="1756701"/>
                  </a:lnTo>
                  <a:lnTo>
                    <a:pt x="1460900" y="1756701"/>
                  </a:lnTo>
                  <a:lnTo>
                    <a:pt x="1460085" y="1756701"/>
                  </a:lnTo>
                  <a:lnTo>
                    <a:pt x="1459271" y="1756701"/>
                  </a:lnTo>
                  <a:lnTo>
                    <a:pt x="1458456" y="1756701"/>
                  </a:lnTo>
                  <a:lnTo>
                    <a:pt x="1457641" y="1756701"/>
                  </a:lnTo>
                  <a:lnTo>
                    <a:pt x="1456826" y="1756701"/>
                  </a:lnTo>
                  <a:lnTo>
                    <a:pt x="1456011" y="1756701"/>
                  </a:lnTo>
                  <a:lnTo>
                    <a:pt x="1455197" y="1756701"/>
                  </a:lnTo>
                  <a:lnTo>
                    <a:pt x="1454382" y="1756701"/>
                  </a:lnTo>
                  <a:lnTo>
                    <a:pt x="1453567" y="1756701"/>
                  </a:lnTo>
                  <a:lnTo>
                    <a:pt x="1452752" y="1756701"/>
                  </a:lnTo>
                  <a:lnTo>
                    <a:pt x="1451938" y="1756701"/>
                  </a:lnTo>
                  <a:lnTo>
                    <a:pt x="1451123" y="1756701"/>
                  </a:lnTo>
                  <a:lnTo>
                    <a:pt x="1450308" y="1756701"/>
                  </a:lnTo>
                  <a:lnTo>
                    <a:pt x="1449493" y="1756701"/>
                  </a:lnTo>
                  <a:lnTo>
                    <a:pt x="1448678" y="1756701"/>
                  </a:lnTo>
                  <a:lnTo>
                    <a:pt x="1447864" y="1756701"/>
                  </a:lnTo>
                  <a:lnTo>
                    <a:pt x="1447049" y="1756701"/>
                  </a:lnTo>
                  <a:lnTo>
                    <a:pt x="1446234" y="1756701"/>
                  </a:lnTo>
                  <a:lnTo>
                    <a:pt x="1445419" y="1756701"/>
                  </a:lnTo>
                  <a:lnTo>
                    <a:pt x="1444605" y="1756701"/>
                  </a:lnTo>
                  <a:lnTo>
                    <a:pt x="1443790" y="1756701"/>
                  </a:lnTo>
                  <a:lnTo>
                    <a:pt x="1442975" y="1756701"/>
                  </a:lnTo>
                  <a:lnTo>
                    <a:pt x="1442160" y="1756701"/>
                  </a:lnTo>
                  <a:lnTo>
                    <a:pt x="1441345" y="1756701"/>
                  </a:lnTo>
                  <a:lnTo>
                    <a:pt x="1440531" y="1756701"/>
                  </a:lnTo>
                  <a:lnTo>
                    <a:pt x="1439716" y="1756701"/>
                  </a:lnTo>
                  <a:lnTo>
                    <a:pt x="1438901" y="1756701"/>
                  </a:lnTo>
                  <a:lnTo>
                    <a:pt x="1438086" y="1756701"/>
                  </a:lnTo>
                  <a:lnTo>
                    <a:pt x="1437272" y="1756701"/>
                  </a:lnTo>
                  <a:lnTo>
                    <a:pt x="1436457" y="1756701"/>
                  </a:lnTo>
                  <a:lnTo>
                    <a:pt x="1435642" y="1756701"/>
                  </a:lnTo>
                  <a:lnTo>
                    <a:pt x="1434827" y="1756701"/>
                  </a:lnTo>
                  <a:lnTo>
                    <a:pt x="1434012" y="1756701"/>
                  </a:lnTo>
                  <a:lnTo>
                    <a:pt x="1433198" y="1756701"/>
                  </a:lnTo>
                  <a:lnTo>
                    <a:pt x="1432383" y="1756701"/>
                  </a:lnTo>
                  <a:lnTo>
                    <a:pt x="1431568" y="1756701"/>
                  </a:lnTo>
                  <a:lnTo>
                    <a:pt x="1430753" y="1756701"/>
                  </a:lnTo>
                  <a:lnTo>
                    <a:pt x="1429938" y="1756701"/>
                  </a:lnTo>
                  <a:lnTo>
                    <a:pt x="1429124" y="1756701"/>
                  </a:lnTo>
                  <a:lnTo>
                    <a:pt x="1428309" y="1756701"/>
                  </a:lnTo>
                  <a:lnTo>
                    <a:pt x="1427494" y="1756701"/>
                  </a:lnTo>
                  <a:lnTo>
                    <a:pt x="1426679" y="1756701"/>
                  </a:lnTo>
                  <a:lnTo>
                    <a:pt x="1425865" y="1756701"/>
                  </a:lnTo>
                  <a:lnTo>
                    <a:pt x="1425050" y="1756701"/>
                  </a:lnTo>
                  <a:lnTo>
                    <a:pt x="1424235" y="1756701"/>
                  </a:lnTo>
                  <a:lnTo>
                    <a:pt x="1423420" y="1756701"/>
                  </a:lnTo>
                  <a:lnTo>
                    <a:pt x="1422605" y="1756701"/>
                  </a:lnTo>
                  <a:lnTo>
                    <a:pt x="1421791" y="1756701"/>
                  </a:lnTo>
                  <a:lnTo>
                    <a:pt x="1420976" y="1756701"/>
                  </a:lnTo>
                  <a:lnTo>
                    <a:pt x="1420161" y="1756701"/>
                  </a:lnTo>
                  <a:lnTo>
                    <a:pt x="1419346" y="1756701"/>
                  </a:lnTo>
                  <a:lnTo>
                    <a:pt x="1418532" y="1756701"/>
                  </a:lnTo>
                  <a:lnTo>
                    <a:pt x="1417717" y="1756701"/>
                  </a:lnTo>
                  <a:lnTo>
                    <a:pt x="1416902" y="1756701"/>
                  </a:lnTo>
                  <a:lnTo>
                    <a:pt x="1416087" y="1756701"/>
                  </a:lnTo>
                  <a:lnTo>
                    <a:pt x="1415272" y="1756701"/>
                  </a:lnTo>
                  <a:lnTo>
                    <a:pt x="1414458" y="1756701"/>
                  </a:lnTo>
                  <a:lnTo>
                    <a:pt x="1413643" y="1756701"/>
                  </a:lnTo>
                  <a:lnTo>
                    <a:pt x="1412828" y="1756701"/>
                  </a:lnTo>
                  <a:lnTo>
                    <a:pt x="1412013" y="1756701"/>
                  </a:lnTo>
                  <a:lnTo>
                    <a:pt x="1411199" y="1756701"/>
                  </a:lnTo>
                  <a:lnTo>
                    <a:pt x="1410384" y="1756701"/>
                  </a:lnTo>
                  <a:lnTo>
                    <a:pt x="1409569" y="1756701"/>
                  </a:lnTo>
                  <a:lnTo>
                    <a:pt x="1408754" y="1756701"/>
                  </a:lnTo>
                  <a:lnTo>
                    <a:pt x="1407939" y="1756701"/>
                  </a:lnTo>
                  <a:lnTo>
                    <a:pt x="1407125" y="1756701"/>
                  </a:lnTo>
                  <a:lnTo>
                    <a:pt x="1406310" y="1756701"/>
                  </a:lnTo>
                  <a:lnTo>
                    <a:pt x="1405495" y="1756701"/>
                  </a:lnTo>
                  <a:lnTo>
                    <a:pt x="1404680" y="1756701"/>
                  </a:lnTo>
                  <a:lnTo>
                    <a:pt x="1403866" y="1756701"/>
                  </a:lnTo>
                  <a:lnTo>
                    <a:pt x="1403051" y="1756701"/>
                  </a:lnTo>
                  <a:lnTo>
                    <a:pt x="1402236" y="1756701"/>
                  </a:lnTo>
                  <a:lnTo>
                    <a:pt x="1401421" y="1756701"/>
                  </a:lnTo>
                  <a:lnTo>
                    <a:pt x="1400606" y="1756701"/>
                  </a:lnTo>
                  <a:lnTo>
                    <a:pt x="1399792" y="1756701"/>
                  </a:lnTo>
                  <a:lnTo>
                    <a:pt x="1398977" y="1756701"/>
                  </a:lnTo>
                  <a:lnTo>
                    <a:pt x="1398162" y="1756701"/>
                  </a:lnTo>
                  <a:lnTo>
                    <a:pt x="1397347" y="1756701"/>
                  </a:lnTo>
                  <a:lnTo>
                    <a:pt x="1396533" y="1756701"/>
                  </a:lnTo>
                  <a:lnTo>
                    <a:pt x="1395718" y="1756701"/>
                  </a:lnTo>
                  <a:lnTo>
                    <a:pt x="1394903" y="1756701"/>
                  </a:lnTo>
                  <a:lnTo>
                    <a:pt x="1394088" y="1756701"/>
                  </a:lnTo>
                  <a:lnTo>
                    <a:pt x="1393273" y="1756701"/>
                  </a:lnTo>
                  <a:lnTo>
                    <a:pt x="1392459" y="1756701"/>
                  </a:lnTo>
                  <a:lnTo>
                    <a:pt x="1391644" y="1756701"/>
                  </a:lnTo>
                  <a:lnTo>
                    <a:pt x="1390829" y="1756701"/>
                  </a:lnTo>
                  <a:lnTo>
                    <a:pt x="1390014" y="1756701"/>
                  </a:lnTo>
                  <a:lnTo>
                    <a:pt x="1389199" y="1756701"/>
                  </a:lnTo>
                  <a:lnTo>
                    <a:pt x="1388385" y="1756701"/>
                  </a:lnTo>
                  <a:lnTo>
                    <a:pt x="1387570" y="1756701"/>
                  </a:lnTo>
                  <a:lnTo>
                    <a:pt x="1386755" y="1756701"/>
                  </a:lnTo>
                  <a:lnTo>
                    <a:pt x="1385940" y="1756701"/>
                  </a:lnTo>
                  <a:lnTo>
                    <a:pt x="1385126" y="1756701"/>
                  </a:lnTo>
                  <a:lnTo>
                    <a:pt x="1384311" y="1756701"/>
                  </a:lnTo>
                  <a:lnTo>
                    <a:pt x="1383496" y="1756701"/>
                  </a:lnTo>
                  <a:lnTo>
                    <a:pt x="1382681" y="1756701"/>
                  </a:lnTo>
                  <a:lnTo>
                    <a:pt x="1381866" y="1756701"/>
                  </a:lnTo>
                  <a:lnTo>
                    <a:pt x="1381052" y="1756701"/>
                  </a:lnTo>
                  <a:lnTo>
                    <a:pt x="1380237" y="1756701"/>
                  </a:lnTo>
                  <a:lnTo>
                    <a:pt x="1379422" y="1756701"/>
                  </a:lnTo>
                  <a:lnTo>
                    <a:pt x="1378607" y="1756701"/>
                  </a:lnTo>
                  <a:lnTo>
                    <a:pt x="1377793" y="1756701"/>
                  </a:lnTo>
                  <a:lnTo>
                    <a:pt x="1376978" y="1756701"/>
                  </a:lnTo>
                  <a:lnTo>
                    <a:pt x="1376163" y="1756701"/>
                  </a:lnTo>
                  <a:lnTo>
                    <a:pt x="1375348" y="1756701"/>
                  </a:lnTo>
                  <a:lnTo>
                    <a:pt x="1374533" y="1756701"/>
                  </a:lnTo>
                  <a:lnTo>
                    <a:pt x="1373719" y="1756701"/>
                  </a:lnTo>
                  <a:lnTo>
                    <a:pt x="1372904" y="1756701"/>
                  </a:lnTo>
                  <a:lnTo>
                    <a:pt x="1372089" y="1756701"/>
                  </a:lnTo>
                  <a:lnTo>
                    <a:pt x="1371274" y="1756701"/>
                  </a:lnTo>
                  <a:lnTo>
                    <a:pt x="1370460" y="1756701"/>
                  </a:lnTo>
                  <a:lnTo>
                    <a:pt x="1369645" y="1756701"/>
                  </a:lnTo>
                  <a:lnTo>
                    <a:pt x="1368830" y="1756701"/>
                  </a:lnTo>
                  <a:lnTo>
                    <a:pt x="1368015" y="1756701"/>
                  </a:lnTo>
                  <a:lnTo>
                    <a:pt x="1367200" y="1756701"/>
                  </a:lnTo>
                  <a:lnTo>
                    <a:pt x="1366386" y="1756701"/>
                  </a:lnTo>
                  <a:lnTo>
                    <a:pt x="1365571" y="1756701"/>
                  </a:lnTo>
                  <a:lnTo>
                    <a:pt x="1364756" y="1756701"/>
                  </a:lnTo>
                  <a:lnTo>
                    <a:pt x="1363941" y="1756701"/>
                  </a:lnTo>
                  <a:lnTo>
                    <a:pt x="1363127" y="1756701"/>
                  </a:lnTo>
                  <a:lnTo>
                    <a:pt x="1362312" y="1756701"/>
                  </a:lnTo>
                  <a:lnTo>
                    <a:pt x="1361497" y="1756701"/>
                  </a:lnTo>
                  <a:lnTo>
                    <a:pt x="1360682" y="1756701"/>
                  </a:lnTo>
                  <a:lnTo>
                    <a:pt x="1359867" y="1756701"/>
                  </a:lnTo>
                  <a:lnTo>
                    <a:pt x="1359053" y="1756701"/>
                  </a:lnTo>
                  <a:lnTo>
                    <a:pt x="1358238" y="1756701"/>
                  </a:lnTo>
                  <a:lnTo>
                    <a:pt x="1357423" y="1756701"/>
                  </a:lnTo>
                  <a:lnTo>
                    <a:pt x="1356608" y="1756701"/>
                  </a:lnTo>
                  <a:lnTo>
                    <a:pt x="1355794" y="1756701"/>
                  </a:lnTo>
                  <a:lnTo>
                    <a:pt x="1354979" y="1756701"/>
                  </a:lnTo>
                  <a:lnTo>
                    <a:pt x="1354164" y="1756701"/>
                  </a:lnTo>
                  <a:lnTo>
                    <a:pt x="1353349" y="1756701"/>
                  </a:lnTo>
                  <a:lnTo>
                    <a:pt x="1352534" y="1756701"/>
                  </a:lnTo>
                  <a:lnTo>
                    <a:pt x="1351720" y="1756701"/>
                  </a:lnTo>
                  <a:lnTo>
                    <a:pt x="1350905" y="1756701"/>
                  </a:lnTo>
                  <a:lnTo>
                    <a:pt x="1350090" y="1756701"/>
                  </a:lnTo>
                  <a:lnTo>
                    <a:pt x="1349275" y="1756701"/>
                  </a:lnTo>
                  <a:lnTo>
                    <a:pt x="1348460" y="1756701"/>
                  </a:lnTo>
                  <a:lnTo>
                    <a:pt x="1347646" y="1756701"/>
                  </a:lnTo>
                  <a:lnTo>
                    <a:pt x="1346831" y="1756701"/>
                  </a:lnTo>
                  <a:lnTo>
                    <a:pt x="1346016" y="1756701"/>
                  </a:lnTo>
                  <a:lnTo>
                    <a:pt x="1345201" y="1756701"/>
                  </a:lnTo>
                  <a:lnTo>
                    <a:pt x="1344387" y="1756701"/>
                  </a:lnTo>
                  <a:lnTo>
                    <a:pt x="1343572" y="1756701"/>
                  </a:lnTo>
                  <a:lnTo>
                    <a:pt x="1342757" y="1756701"/>
                  </a:lnTo>
                  <a:lnTo>
                    <a:pt x="1341942" y="1756701"/>
                  </a:lnTo>
                  <a:lnTo>
                    <a:pt x="1341127" y="1756701"/>
                  </a:lnTo>
                  <a:lnTo>
                    <a:pt x="1340313" y="1756701"/>
                  </a:lnTo>
                  <a:lnTo>
                    <a:pt x="1339498" y="1756701"/>
                  </a:lnTo>
                  <a:lnTo>
                    <a:pt x="1338683" y="1756701"/>
                  </a:lnTo>
                  <a:lnTo>
                    <a:pt x="1337868" y="1756701"/>
                  </a:lnTo>
                  <a:lnTo>
                    <a:pt x="1337054" y="1756701"/>
                  </a:lnTo>
                  <a:lnTo>
                    <a:pt x="1336239" y="1756701"/>
                  </a:lnTo>
                  <a:lnTo>
                    <a:pt x="1335424" y="1756701"/>
                  </a:lnTo>
                  <a:lnTo>
                    <a:pt x="1334609" y="1756701"/>
                  </a:lnTo>
                  <a:lnTo>
                    <a:pt x="1333794" y="1756701"/>
                  </a:lnTo>
                  <a:lnTo>
                    <a:pt x="1332980" y="1756701"/>
                  </a:lnTo>
                  <a:lnTo>
                    <a:pt x="1332165" y="1756701"/>
                  </a:lnTo>
                  <a:lnTo>
                    <a:pt x="1331350" y="1756701"/>
                  </a:lnTo>
                  <a:lnTo>
                    <a:pt x="1330535" y="1756701"/>
                  </a:lnTo>
                  <a:lnTo>
                    <a:pt x="1329721" y="1756701"/>
                  </a:lnTo>
                  <a:lnTo>
                    <a:pt x="1328906" y="1756701"/>
                  </a:lnTo>
                  <a:lnTo>
                    <a:pt x="1328091" y="1756701"/>
                  </a:lnTo>
                  <a:lnTo>
                    <a:pt x="1327276" y="1756701"/>
                  </a:lnTo>
                  <a:lnTo>
                    <a:pt x="1326461" y="1756701"/>
                  </a:lnTo>
                  <a:lnTo>
                    <a:pt x="1325647" y="1756701"/>
                  </a:lnTo>
                  <a:lnTo>
                    <a:pt x="1324832" y="1756701"/>
                  </a:lnTo>
                  <a:lnTo>
                    <a:pt x="1324017" y="1756701"/>
                  </a:lnTo>
                  <a:lnTo>
                    <a:pt x="1323202" y="1756701"/>
                  </a:lnTo>
                  <a:lnTo>
                    <a:pt x="1322388" y="1756701"/>
                  </a:lnTo>
                  <a:lnTo>
                    <a:pt x="1321573" y="1756701"/>
                  </a:lnTo>
                  <a:lnTo>
                    <a:pt x="1320758" y="1756701"/>
                  </a:lnTo>
                  <a:lnTo>
                    <a:pt x="1319943" y="1756701"/>
                  </a:lnTo>
                  <a:lnTo>
                    <a:pt x="1319128" y="1756701"/>
                  </a:lnTo>
                  <a:lnTo>
                    <a:pt x="1318314" y="1756701"/>
                  </a:lnTo>
                  <a:lnTo>
                    <a:pt x="1317499" y="1756701"/>
                  </a:lnTo>
                  <a:lnTo>
                    <a:pt x="1316684" y="1756701"/>
                  </a:lnTo>
                  <a:lnTo>
                    <a:pt x="1315869" y="1756701"/>
                  </a:lnTo>
                  <a:lnTo>
                    <a:pt x="1315055" y="1756701"/>
                  </a:lnTo>
                  <a:lnTo>
                    <a:pt x="1314240" y="1756701"/>
                  </a:lnTo>
                  <a:lnTo>
                    <a:pt x="1313425" y="1756701"/>
                  </a:lnTo>
                  <a:lnTo>
                    <a:pt x="1312610" y="1756701"/>
                  </a:lnTo>
                  <a:lnTo>
                    <a:pt x="1311795" y="1756701"/>
                  </a:lnTo>
                  <a:lnTo>
                    <a:pt x="1310981" y="1756701"/>
                  </a:lnTo>
                  <a:lnTo>
                    <a:pt x="1310166" y="1756701"/>
                  </a:lnTo>
                  <a:lnTo>
                    <a:pt x="1309351" y="1756701"/>
                  </a:lnTo>
                  <a:lnTo>
                    <a:pt x="1308536" y="1756701"/>
                  </a:lnTo>
                  <a:lnTo>
                    <a:pt x="1307721" y="1756701"/>
                  </a:lnTo>
                  <a:lnTo>
                    <a:pt x="1306907" y="1756701"/>
                  </a:lnTo>
                  <a:lnTo>
                    <a:pt x="1306092" y="1756701"/>
                  </a:lnTo>
                  <a:lnTo>
                    <a:pt x="1305277" y="1756701"/>
                  </a:lnTo>
                  <a:lnTo>
                    <a:pt x="1304462" y="1756701"/>
                  </a:lnTo>
                  <a:lnTo>
                    <a:pt x="1303648" y="1756701"/>
                  </a:lnTo>
                  <a:lnTo>
                    <a:pt x="1302833" y="1756701"/>
                  </a:lnTo>
                  <a:lnTo>
                    <a:pt x="1302018" y="1756701"/>
                  </a:lnTo>
                  <a:lnTo>
                    <a:pt x="1301203" y="1756701"/>
                  </a:lnTo>
                  <a:lnTo>
                    <a:pt x="1300388" y="1756701"/>
                  </a:lnTo>
                  <a:lnTo>
                    <a:pt x="1299574" y="1756701"/>
                  </a:lnTo>
                  <a:lnTo>
                    <a:pt x="1298759" y="1756701"/>
                  </a:lnTo>
                  <a:lnTo>
                    <a:pt x="1297944" y="1756701"/>
                  </a:lnTo>
                  <a:lnTo>
                    <a:pt x="1297129" y="1756701"/>
                  </a:lnTo>
                  <a:lnTo>
                    <a:pt x="1296315" y="1756701"/>
                  </a:lnTo>
                  <a:lnTo>
                    <a:pt x="1295500" y="1756701"/>
                  </a:lnTo>
                  <a:lnTo>
                    <a:pt x="1294685" y="1756701"/>
                  </a:lnTo>
                  <a:lnTo>
                    <a:pt x="1293870" y="1756701"/>
                  </a:lnTo>
                  <a:lnTo>
                    <a:pt x="1293055" y="1756701"/>
                  </a:lnTo>
                  <a:lnTo>
                    <a:pt x="1292241" y="1756701"/>
                  </a:lnTo>
                  <a:lnTo>
                    <a:pt x="1291426" y="1756701"/>
                  </a:lnTo>
                  <a:lnTo>
                    <a:pt x="1290611" y="1756701"/>
                  </a:lnTo>
                  <a:lnTo>
                    <a:pt x="1289796" y="1756701"/>
                  </a:lnTo>
                  <a:lnTo>
                    <a:pt x="1288982" y="1756701"/>
                  </a:lnTo>
                  <a:lnTo>
                    <a:pt x="1288167" y="1756701"/>
                  </a:lnTo>
                  <a:lnTo>
                    <a:pt x="1287352" y="1756701"/>
                  </a:lnTo>
                  <a:lnTo>
                    <a:pt x="1286537" y="1756701"/>
                  </a:lnTo>
                  <a:lnTo>
                    <a:pt x="1285722" y="1756701"/>
                  </a:lnTo>
                  <a:lnTo>
                    <a:pt x="1284908" y="1756701"/>
                  </a:lnTo>
                  <a:lnTo>
                    <a:pt x="1284093" y="1756701"/>
                  </a:lnTo>
                  <a:lnTo>
                    <a:pt x="1283278" y="1756701"/>
                  </a:lnTo>
                  <a:lnTo>
                    <a:pt x="1282463" y="1756701"/>
                  </a:lnTo>
                  <a:lnTo>
                    <a:pt x="1281649" y="1756701"/>
                  </a:lnTo>
                  <a:lnTo>
                    <a:pt x="1280834" y="1756701"/>
                  </a:lnTo>
                  <a:lnTo>
                    <a:pt x="1280019" y="1756701"/>
                  </a:lnTo>
                  <a:lnTo>
                    <a:pt x="1279204" y="1756701"/>
                  </a:lnTo>
                  <a:lnTo>
                    <a:pt x="1278389" y="1756701"/>
                  </a:lnTo>
                  <a:lnTo>
                    <a:pt x="1277575" y="1756701"/>
                  </a:lnTo>
                  <a:lnTo>
                    <a:pt x="1276760" y="1756701"/>
                  </a:lnTo>
                  <a:lnTo>
                    <a:pt x="1275945" y="1756701"/>
                  </a:lnTo>
                  <a:lnTo>
                    <a:pt x="1275130" y="1756701"/>
                  </a:lnTo>
                  <a:lnTo>
                    <a:pt x="1274315" y="1756701"/>
                  </a:lnTo>
                  <a:lnTo>
                    <a:pt x="1273501" y="1756701"/>
                  </a:lnTo>
                  <a:lnTo>
                    <a:pt x="1272686" y="1756701"/>
                  </a:lnTo>
                  <a:lnTo>
                    <a:pt x="1271871" y="1756701"/>
                  </a:lnTo>
                  <a:lnTo>
                    <a:pt x="1271056" y="1756701"/>
                  </a:lnTo>
                  <a:lnTo>
                    <a:pt x="1270242" y="1756701"/>
                  </a:lnTo>
                  <a:lnTo>
                    <a:pt x="1269427" y="1756701"/>
                  </a:lnTo>
                  <a:lnTo>
                    <a:pt x="1268612" y="1756701"/>
                  </a:lnTo>
                  <a:lnTo>
                    <a:pt x="1267797" y="1756701"/>
                  </a:lnTo>
                  <a:lnTo>
                    <a:pt x="1266982" y="1756701"/>
                  </a:lnTo>
                  <a:lnTo>
                    <a:pt x="1266168" y="1756701"/>
                  </a:lnTo>
                  <a:lnTo>
                    <a:pt x="1265353" y="1756701"/>
                  </a:lnTo>
                  <a:lnTo>
                    <a:pt x="1264538" y="1756701"/>
                  </a:lnTo>
                  <a:lnTo>
                    <a:pt x="1263723" y="1756701"/>
                  </a:lnTo>
                  <a:lnTo>
                    <a:pt x="1262909" y="1756701"/>
                  </a:lnTo>
                  <a:lnTo>
                    <a:pt x="1262094" y="1756701"/>
                  </a:lnTo>
                  <a:lnTo>
                    <a:pt x="1261279" y="1756701"/>
                  </a:lnTo>
                  <a:lnTo>
                    <a:pt x="1260464" y="1756701"/>
                  </a:lnTo>
                  <a:lnTo>
                    <a:pt x="1259649" y="1756701"/>
                  </a:lnTo>
                  <a:lnTo>
                    <a:pt x="1258835" y="1756701"/>
                  </a:lnTo>
                  <a:lnTo>
                    <a:pt x="1258020" y="1756701"/>
                  </a:lnTo>
                  <a:lnTo>
                    <a:pt x="1257205" y="1756701"/>
                  </a:lnTo>
                  <a:lnTo>
                    <a:pt x="1256390" y="1756701"/>
                  </a:lnTo>
                  <a:lnTo>
                    <a:pt x="1255576" y="1756701"/>
                  </a:lnTo>
                  <a:lnTo>
                    <a:pt x="1254761" y="1756701"/>
                  </a:lnTo>
                  <a:lnTo>
                    <a:pt x="1253946" y="1756701"/>
                  </a:lnTo>
                  <a:lnTo>
                    <a:pt x="1253131" y="1756701"/>
                  </a:lnTo>
                  <a:lnTo>
                    <a:pt x="1252316" y="1756701"/>
                  </a:lnTo>
                  <a:lnTo>
                    <a:pt x="1251502" y="1756701"/>
                  </a:lnTo>
                  <a:lnTo>
                    <a:pt x="1250687" y="1756701"/>
                  </a:lnTo>
                  <a:lnTo>
                    <a:pt x="1249872" y="1756701"/>
                  </a:lnTo>
                  <a:lnTo>
                    <a:pt x="1249057" y="1756701"/>
                  </a:lnTo>
                  <a:lnTo>
                    <a:pt x="1248243" y="1756701"/>
                  </a:lnTo>
                  <a:lnTo>
                    <a:pt x="1247428" y="1756701"/>
                  </a:lnTo>
                  <a:lnTo>
                    <a:pt x="1246613" y="1756701"/>
                  </a:lnTo>
                  <a:lnTo>
                    <a:pt x="1245798" y="1756701"/>
                  </a:lnTo>
                  <a:lnTo>
                    <a:pt x="1244983" y="1756701"/>
                  </a:lnTo>
                  <a:lnTo>
                    <a:pt x="1244169" y="1756701"/>
                  </a:lnTo>
                  <a:lnTo>
                    <a:pt x="1243354" y="1756701"/>
                  </a:lnTo>
                  <a:lnTo>
                    <a:pt x="1242539" y="1756701"/>
                  </a:lnTo>
                  <a:lnTo>
                    <a:pt x="1241724" y="1756701"/>
                  </a:lnTo>
                  <a:lnTo>
                    <a:pt x="1240910" y="1756701"/>
                  </a:lnTo>
                  <a:lnTo>
                    <a:pt x="1240095" y="1756701"/>
                  </a:lnTo>
                  <a:lnTo>
                    <a:pt x="1239280" y="1756701"/>
                  </a:lnTo>
                  <a:lnTo>
                    <a:pt x="1238465" y="1756701"/>
                  </a:lnTo>
                  <a:lnTo>
                    <a:pt x="1237650" y="1756701"/>
                  </a:lnTo>
                  <a:lnTo>
                    <a:pt x="1236836" y="1756701"/>
                  </a:lnTo>
                  <a:lnTo>
                    <a:pt x="1236021" y="1756701"/>
                  </a:lnTo>
                  <a:lnTo>
                    <a:pt x="1235206" y="1756701"/>
                  </a:lnTo>
                  <a:lnTo>
                    <a:pt x="1234391" y="1756701"/>
                  </a:lnTo>
                  <a:lnTo>
                    <a:pt x="1233576" y="1756701"/>
                  </a:lnTo>
                  <a:lnTo>
                    <a:pt x="1232762" y="1756701"/>
                  </a:lnTo>
                  <a:lnTo>
                    <a:pt x="1231947" y="1756701"/>
                  </a:lnTo>
                  <a:lnTo>
                    <a:pt x="1231132" y="1756701"/>
                  </a:lnTo>
                  <a:lnTo>
                    <a:pt x="1230317" y="1756701"/>
                  </a:lnTo>
                  <a:lnTo>
                    <a:pt x="1229503" y="1756701"/>
                  </a:lnTo>
                  <a:lnTo>
                    <a:pt x="1228688" y="1756701"/>
                  </a:lnTo>
                  <a:lnTo>
                    <a:pt x="1227873" y="1756701"/>
                  </a:lnTo>
                  <a:lnTo>
                    <a:pt x="1227058" y="1756701"/>
                  </a:lnTo>
                  <a:lnTo>
                    <a:pt x="1226243" y="1756701"/>
                  </a:lnTo>
                  <a:lnTo>
                    <a:pt x="1225429" y="1756701"/>
                  </a:lnTo>
                  <a:lnTo>
                    <a:pt x="1224614" y="1756701"/>
                  </a:lnTo>
                  <a:lnTo>
                    <a:pt x="1223799" y="1756701"/>
                  </a:lnTo>
                  <a:lnTo>
                    <a:pt x="1222984" y="1756701"/>
                  </a:lnTo>
                  <a:lnTo>
                    <a:pt x="1222170" y="1756701"/>
                  </a:lnTo>
                  <a:lnTo>
                    <a:pt x="1221355" y="1756701"/>
                  </a:lnTo>
                  <a:lnTo>
                    <a:pt x="1220540" y="1756701"/>
                  </a:lnTo>
                  <a:lnTo>
                    <a:pt x="1219725" y="1756701"/>
                  </a:lnTo>
                  <a:lnTo>
                    <a:pt x="1218910" y="1756701"/>
                  </a:lnTo>
                  <a:lnTo>
                    <a:pt x="1218096" y="1756701"/>
                  </a:lnTo>
                  <a:lnTo>
                    <a:pt x="1217281" y="1756701"/>
                  </a:lnTo>
                  <a:lnTo>
                    <a:pt x="1216466" y="1756701"/>
                  </a:lnTo>
                  <a:lnTo>
                    <a:pt x="1215651" y="1756701"/>
                  </a:lnTo>
                  <a:lnTo>
                    <a:pt x="1214837" y="1756701"/>
                  </a:lnTo>
                  <a:lnTo>
                    <a:pt x="1214022" y="1756701"/>
                  </a:lnTo>
                  <a:lnTo>
                    <a:pt x="1213207" y="1756701"/>
                  </a:lnTo>
                  <a:lnTo>
                    <a:pt x="1212392" y="1756701"/>
                  </a:lnTo>
                  <a:lnTo>
                    <a:pt x="1211577" y="1756701"/>
                  </a:lnTo>
                  <a:lnTo>
                    <a:pt x="1210763" y="1756701"/>
                  </a:lnTo>
                  <a:lnTo>
                    <a:pt x="1209948" y="1756701"/>
                  </a:lnTo>
                  <a:lnTo>
                    <a:pt x="1209133" y="1756701"/>
                  </a:lnTo>
                  <a:lnTo>
                    <a:pt x="1208318" y="1756701"/>
                  </a:lnTo>
                  <a:lnTo>
                    <a:pt x="1207504" y="1756701"/>
                  </a:lnTo>
                  <a:lnTo>
                    <a:pt x="1206689" y="1756701"/>
                  </a:lnTo>
                  <a:lnTo>
                    <a:pt x="1205874" y="1756701"/>
                  </a:lnTo>
                  <a:lnTo>
                    <a:pt x="1205059" y="1756701"/>
                  </a:lnTo>
                  <a:lnTo>
                    <a:pt x="1204244" y="1756701"/>
                  </a:lnTo>
                  <a:lnTo>
                    <a:pt x="1203430" y="1756701"/>
                  </a:lnTo>
                  <a:lnTo>
                    <a:pt x="1202615" y="1756701"/>
                  </a:lnTo>
                  <a:lnTo>
                    <a:pt x="1201800" y="1756701"/>
                  </a:lnTo>
                  <a:lnTo>
                    <a:pt x="1200985" y="1756701"/>
                  </a:lnTo>
                  <a:lnTo>
                    <a:pt x="1200171" y="1756701"/>
                  </a:lnTo>
                  <a:lnTo>
                    <a:pt x="1199356" y="1756701"/>
                  </a:lnTo>
                  <a:lnTo>
                    <a:pt x="1198541" y="1756701"/>
                  </a:lnTo>
                  <a:lnTo>
                    <a:pt x="1197726" y="1756701"/>
                  </a:lnTo>
                  <a:lnTo>
                    <a:pt x="1196911" y="1756701"/>
                  </a:lnTo>
                  <a:lnTo>
                    <a:pt x="1196097" y="1756701"/>
                  </a:lnTo>
                  <a:lnTo>
                    <a:pt x="1195282" y="1756701"/>
                  </a:lnTo>
                  <a:lnTo>
                    <a:pt x="1194467" y="1756701"/>
                  </a:lnTo>
                  <a:lnTo>
                    <a:pt x="1193652" y="1756701"/>
                  </a:lnTo>
                  <a:lnTo>
                    <a:pt x="1192837" y="1756701"/>
                  </a:lnTo>
                  <a:lnTo>
                    <a:pt x="1192023" y="1756701"/>
                  </a:lnTo>
                  <a:lnTo>
                    <a:pt x="1191208" y="1756701"/>
                  </a:lnTo>
                  <a:lnTo>
                    <a:pt x="1190393" y="1756701"/>
                  </a:lnTo>
                  <a:lnTo>
                    <a:pt x="1189578" y="1756701"/>
                  </a:lnTo>
                  <a:lnTo>
                    <a:pt x="1188764" y="1756701"/>
                  </a:lnTo>
                  <a:lnTo>
                    <a:pt x="1187949" y="1756701"/>
                  </a:lnTo>
                  <a:lnTo>
                    <a:pt x="1187134" y="1756701"/>
                  </a:lnTo>
                  <a:lnTo>
                    <a:pt x="1186319" y="1756701"/>
                  </a:lnTo>
                  <a:lnTo>
                    <a:pt x="1185504" y="1756701"/>
                  </a:lnTo>
                  <a:lnTo>
                    <a:pt x="1184690" y="1756701"/>
                  </a:lnTo>
                  <a:lnTo>
                    <a:pt x="1183875" y="1756701"/>
                  </a:lnTo>
                  <a:lnTo>
                    <a:pt x="1183060" y="1756701"/>
                  </a:lnTo>
                  <a:lnTo>
                    <a:pt x="1182245" y="1756701"/>
                  </a:lnTo>
                  <a:lnTo>
                    <a:pt x="1181431" y="1756701"/>
                  </a:lnTo>
                  <a:lnTo>
                    <a:pt x="1180616" y="1756701"/>
                  </a:lnTo>
                  <a:lnTo>
                    <a:pt x="1179801" y="1756701"/>
                  </a:lnTo>
                  <a:lnTo>
                    <a:pt x="1178986" y="1756701"/>
                  </a:lnTo>
                  <a:lnTo>
                    <a:pt x="1178171" y="1756701"/>
                  </a:lnTo>
                  <a:lnTo>
                    <a:pt x="1177357" y="1756701"/>
                  </a:lnTo>
                  <a:lnTo>
                    <a:pt x="1176542" y="1756701"/>
                  </a:lnTo>
                  <a:lnTo>
                    <a:pt x="1175727" y="1756701"/>
                  </a:lnTo>
                  <a:lnTo>
                    <a:pt x="1174912" y="1756701"/>
                  </a:lnTo>
                  <a:lnTo>
                    <a:pt x="1174098" y="1756701"/>
                  </a:lnTo>
                  <a:lnTo>
                    <a:pt x="1173283" y="1756701"/>
                  </a:lnTo>
                  <a:lnTo>
                    <a:pt x="1172468" y="1756701"/>
                  </a:lnTo>
                  <a:lnTo>
                    <a:pt x="1171653" y="1756701"/>
                  </a:lnTo>
                  <a:lnTo>
                    <a:pt x="1170838" y="1756701"/>
                  </a:lnTo>
                  <a:lnTo>
                    <a:pt x="1170024" y="1756701"/>
                  </a:lnTo>
                  <a:lnTo>
                    <a:pt x="1169209" y="1756701"/>
                  </a:lnTo>
                  <a:lnTo>
                    <a:pt x="1168394" y="1756701"/>
                  </a:lnTo>
                  <a:lnTo>
                    <a:pt x="1167579" y="1756701"/>
                  </a:lnTo>
                  <a:lnTo>
                    <a:pt x="1166765" y="1756701"/>
                  </a:lnTo>
                  <a:lnTo>
                    <a:pt x="1165950" y="1756701"/>
                  </a:lnTo>
                  <a:lnTo>
                    <a:pt x="1165135" y="1756701"/>
                  </a:lnTo>
                  <a:lnTo>
                    <a:pt x="1164320" y="1756701"/>
                  </a:lnTo>
                  <a:lnTo>
                    <a:pt x="1163505" y="1756701"/>
                  </a:lnTo>
                  <a:lnTo>
                    <a:pt x="1162691" y="1756701"/>
                  </a:lnTo>
                  <a:lnTo>
                    <a:pt x="1161876" y="1756701"/>
                  </a:lnTo>
                  <a:lnTo>
                    <a:pt x="1161061" y="1756701"/>
                  </a:lnTo>
                  <a:lnTo>
                    <a:pt x="1160246" y="1756701"/>
                  </a:lnTo>
                  <a:lnTo>
                    <a:pt x="1159432" y="1756701"/>
                  </a:lnTo>
                  <a:lnTo>
                    <a:pt x="1158617" y="1756701"/>
                  </a:lnTo>
                  <a:lnTo>
                    <a:pt x="1157802" y="1756701"/>
                  </a:lnTo>
                  <a:lnTo>
                    <a:pt x="1156987" y="1756701"/>
                  </a:lnTo>
                  <a:lnTo>
                    <a:pt x="1156172" y="1756701"/>
                  </a:lnTo>
                  <a:lnTo>
                    <a:pt x="1155358" y="1756701"/>
                  </a:lnTo>
                  <a:lnTo>
                    <a:pt x="1154543" y="1756701"/>
                  </a:lnTo>
                  <a:lnTo>
                    <a:pt x="1153728" y="1756701"/>
                  </a:lnTo>
                  <a:lnTo>
                    <a:pt x="1152913" y="1756701"/>
                  </a:lnTo>
                  <a:lnTo>
                    <a:pt x="1152098" y="1756701"/>
                  </a:lnTo>
                  <a:lnTo>
                    <a:pt x="1151284" y="1756701"/>
                  </a:lnTo>
                  <a:lnTo>
                    <a:pt x="1150469" y="1756701"/>
                  </a:lnTo>
                  <a:lnTo>
                    <a:pt x="1149654" y="1756701"/>
                  </a:lnTo>
                  <a:lnTo>
                    <a:pt x="1148839" y="1756701"/>
                  </a:lnTo>
                  <a:lnTo>
                    <a:pt x="1148025" y="1756701"/>
                  </a:lnTo>
                  <a:lnTo>
                    <a:pt x="1147210" y="1756701"/>
                  </a:lnTo>
                  <a:lnTo>
                    <a:pt x="1146395" y="1756701"/>
                  </a:lnTo>
                  <a:lnTo>
                    <a:pt x="1145580" y="1756701"/>
                  </a:lnTo>
                  <a:lnTo>
                    <a:pt x="1144765" y="1756701"/>
                  </a:lnTo>
                  <a:lnTo>
                    <a:pt x="1143951" y="1756701"/>
                  </a:lnTo>
                  <a:lnTo>
                    <a:pt x="1143136" y="1756701"/>
                  </a:lnTo>
                  <a:lnTo>
                    <a:pt x="1142321" y="1756701"/>
                  </a:lnTo>
                  <a:lnTo>
                    <a:pt x="1141506" y="1756701"/>
                  </a:lnTo>
                  <a:lnTo>
                    <a:pt x="1140692" y="1756701"/>
                  </a:lnTo>
                  <a:lnTo>
                    <a:pt x="1139877" y="1756701"/>
                  </a:lnTo>
                  <a:lnTo>
                    <a:pt x="1139062" y="1756701"/>
                  </a:lnTo>
                  <a:lnTo>
                    <a:pt x="1138247" y="1756701"/>
                  </a:lnTo>
                  <a:lnTo>
                    <a:pt x="1137432" y="1756701"/>
                  </a:lnTo>
                  <a:lnTo>
                    <a:pt x="1136618" y="1756701"/>
                  </a:lnTo>
                  <a:lnTo>
                    <a:pt x="1135803" y="1756701"/>
                  </a:lnTo>
                  <a:lnTo>
                    <a:pt x="1134988" y="1756701"/>
                  </a:lnTo>
                  <a:lnTo>
                    <a:pt x="1134173" y="1756701"/>
                  </a:lnTo>
                  <a:lnTo>
                    <a:pt x="1133359" y="1756701"/>
                  </a:lnTo>
                  <a:lnTo>
                    <a:pt x="1132544" y="1756701"/>
                  </a:lnTo>
                  <a:lnTo>
                    <a:pt x="1131729" y="1756701"/>
                  </a:lnTo>
                  <a:lnTo>
                    <a:pt x="1130914" y="1756701"/>
                  </a:lnTo>
                  <a:lnTo>
                    <a:pt x="1130099" y="1756701"/>
                  </a:lnTo>
                  <a:lnTo>
                    <a:pt x="1129285" y="1756701"/>
                  </a:lnTo>
                  <a:lnTo>
                    <a:pt x="1128470" y="1756701"/>
                  </a:lnTo>
                  <a:lnTo>
                    <a:pt x="1127655" y="1756701"/>
                  </a:lnTo>
                  <a:lnTo>
                    <a:pt x="1126840" y="1756701"/>
                  </a:lnTo>
                  <a:lnTo>
                    <a:pt x="1126026" y="1756701"/>
                  </a:lnTo>
                  <a:lnTo>
                    <a:pt x="1125211" y="1756701"/>
                  </a:lnTo>
                  <a:lnTo>
                    <a:pt x="1124396" y="1756701"/>
                  </a:lnTo>
                  <a:lnTo>
                    <a:pt x="1123581" y="1756701"/>
                  </a:lnTo>
                  <a:lnTo>
                    <a:pt x="1122766" y="1756701"/>
                  </a:lnTo>
                  <a:lnTo>
                    <a:pt x="1121952" y="1756701"/>
                  </a:lnTo>
                  <a:lnTo>
                    <a:pt x="1121137" y="1756701"/>
                  </a:lnTo>
                  <a:lnTo>
                    <a:pt x="1120322" y="1756701"/>
                  </a:lnTo>
                  <a:lnTo>
                    <a:pt x="1119507" y="1756701"/>
                  </a:lnTo>
                  <a:lnTo>
                    <a:pt x="1118693" y="1756701"/>
                  </a:lnTo>
                  <a:lnTo>
                    <a:pt x="1117878" y="1756701"/>
                  </a:lnTo>
                  <a:lnTo>
                    <a:pt x="1117063" y="1756701"/>
                  </a:lnTo>
                  <a:lnTo>
                    <a:pt x="1116248" y="1756701"/>
                  </a:lnTo>
                  <a:lnTo>
                    <a:pt x="1115433" y="1756701"/>
                  </a:lnTo>
                  <a:lnTo>
                    <a:pt x="1114619" y="1756701"/>
                  </a:lnTo>
                  <a:lnTo>
                    <a:pt x="1113804" y="1756701"/>
                  </a:lnTo>
                  <a:lnTo>
                    <a:pt x="1112989" y="1756701"/>
                  </a:lnTo>
                  <a:lnTo>
                    <a:pt x="1112174" y="1756701"/>
                  </a:lnTo>
                  <a:lnTo>
                    <a:pt x="1111359" y="1756701"/>
                  </a:lnTo>
                  <a:lnTo>
                    <a:pt x="1110545" y="1756701"/>
                  </a:lnTo>
                  <a:lnTo>
                    <a:pt x="1109730" y="1756701"/>
                  </a:lnTo>
                  <a:lnTo>
                    <a:pt x="1108915" y="1756701"/>
                  </a:lnTo>
                  <a:lnTo>
                    <a:pt x="1108100" y="1756701"/>
                  </a:lnTo>
                  <a:lnTo>
                    <a:pt x="1107286" y="1756701"/>
                  </a:lnTo>
                  <a:lnTo>
                    <a:pt x="1106471" y="1756701"/>
                  </a:lnTo>
                  <a:lnTo>
                    <a:pt x="1105656" y="1756701"/>
                  </a:lnTo>
                  <a:lnTo>
                    <a:pt x="1104841" y="1756701"/>
                  </a:lnTo>
                  <a:lnTo>
                    <a:pt x="1104026" y="1756701"/>
                  </a:lnTo>
                  <a:lnTo>
                    <a:pt x="1103212" y="1756701"/>
                  </a:lnTo>
                  <a:lnTo>
                    <a:pt x="1102397" y="1756701"/>
                  </a:lnTo>
                  <a:lnTo>
                    <a:pt x="1101582" y="1756701"/>
                  </a:lnTo>
                  <a:lnTo>
                    <a:pt x="1100767" y="1756701"/>
                  </a:lnTo>
                  <a:lnTo>
                    <a:pt x="1099953" y="1756701"/>
                  </a:lnTo>
                  <a:lnTo>
                    <a:pt x="1099138" y="1756701"/>
                  </a:lnTo>
                  <a:lnTo>
                    <a:pt x="1098323" y="1756701"/>
                  </a:lnTo>
                  <a:lnTo>
                    <a:pt x="1097508" y="1756701"/>
                  </a:lnTo>
                  <a:lnTo>
                    <a:pt x="1096693" y="1756701"/>
                  </a:lnTo>
                  <a:lnTo>
                    <a:pt x="1095879" y="1756701"/>
                  </a:lnTo>
                  <a:lnTo>
                    <a:pt x="1095064" y="1756701"/>
                  </a:lnTo>
                  <a:lnTo>
                    <a:pt x="1094249" y="1756701"/>
                  </a:lnTo>
                  <a:lnTo>
                    <a:pt x="1093434" y="1756701"/>
                  </a:lnTo>
                  <a:lnTo>
                    <a:pt x="1092620" y="1756701"/>
                  </a:lnTo>
                  <a:lnTo>
                    <a:pt x="1091805" y="1756701"/>
                  </a:lnTo>
                  <a:lnTo>
                    <a:pt x="1090990" y="1756701"/>
                  </a:lnTo>
                  <a:lnTo>
                    <a:pt x="1090175" y="1756701"/>
                  </a:lnTo>
                  <a:lnTo>
                    <a:pt x="1089360" y="1756701"/>
                  </a:lnTo>
                  <a:lnTo>
                    <a:pt x="1088546" y="1756701"/>
                  </a:lnTo>
                  <a:lnTo>
                    <a:pt x="1087731" y="1756701"/>
                  </a:lnTo>
                  <a:lnTo>
                    <a:pt x="1086916" y="1756701"/>
                  </a:lnTo>
                  <a:lnTo>
                    <a:pt x="1086101" y="1756701"/>
                  </a:lnTo>
                  <a:lnTo>
                    <a:pt x="1085287" y="1756701"/>
                  </a:lnTo>
                  <a:lnTo>
                    <a:pt x="1084472" y="1756701"/>
                  </a:lnTo>
                  <a:lnTo>
                    <a:pt x="1083657" y="1756701"/>
                  </a:lnTo>
                  <a:lnTo>
                    <a:pt x="1082842" y="1756701"/>
                  </a:lnTo>
                  <a:lnTo>
                    <a:pt x="1082027" y="1756701"/>
                  </a:lnTo>
                  <a:lnTo>
                    <a:pt x="1081213" y="1756701"/>
                  </a:lnTo>
                  <a:lnTo>
                    <a:pt x="1080398" y="1756701"/>
                  </a:lnTo>
                  <a:lnTo>
                    <a:pt x="1079583" y="1756701"/>
                  </a:lnTo>
                  <a:lnTo>
                    <a:pt x="1078768" y="1756701"/>
                  </a:lnTo>
                  <a:lnTo>
                    <a:pt x="1077954" y="1756701"/>
                  </a:lnTo>
                  <a:lnTo>
                    <a:pt x="1077139" y="1756701"/>
                  </a:lnTo>
                  <a:lnTo>
                    <a:pt x="1076324" y="1756701"/>
                  </a:lnTo>
                  <a:lnTo>
                    <a:pt x="1075509" y="1756701"/>
                  </a:lnTo>
                  <a:lnTo>
                    <a:pt x="1074694" y="1756701"/>
                  </a:lnTo>
                  <a:lnTo>
                    <a:pt x="1073880" y="1756701"/>
                  </a:lnTo>
                  <a:lnTo>
                    <a:pt x="1073065" y="1756701"/>
                  </a:lnTo>
                  <a:lnTo>
                    <a:pt x="1072250" y="1756701"/>
                  </a:lnTo>
                  <a:lnTo>
                    <a:pt x="1071435" y="1756701"/>
                  </a:lnTo>
                  <a:lnTo>
                    <a:pt x="1070620" y="1756701"/>
                  </a:lnTo>
                  <a:lnTo>
                    <a:pt x="1069806" y="1756701"/>
                  </a:lnTo>
                  <a:lnTo>
                    <a:pt x="1068991" y="1756701"/>
                  </a:lnTo>
                  <a:lnTo>
                    <a:pt x="1068176" y="1756701"/>
                  </a:lnTo>
                  <a:lnTo>
                    <a:pt x="1067361" y="1756701"/>
                  </a:lnTo>
                  <a:lnTo>
                    <a:pt x="1066547" y="1756701"/>
                  </a:lnTo>
                  <a:lnTo>
                    <a:pt x="1065732" y="1756701"/>
                  </a:lnTo>
                  <a:lnTo>
                    <a:pt x="1064917" y="1756701"/>
                  </a:lnTo>
                  <a:lnTo>
                    <a:pt x="1064102" y="1756701"/>
                  </a:lnTo>
                  <a:lnTo>
                    <a:pt x="1063287" y="1756701"/>
                  </a:lnTo>
                  <a:lnTo>
                    <a:pt x="1062473" y="1756701"/>
                  </a:lnTo>
                  <a:lnTo>
                    <a:pt x="1061658" y="1756701"/>
                  </a:lnTo>
                  <a:lnTo>
                    <a:pt x="1060843" y="1756701"/>
                  </a:lnTo>
                  <a:lnTo>
                    <a:pt x="1060028" y="1756701"/>
                  </a:lnTo>
                  <a:lnTo>
                    <a:pt x="1059214" y="1756701"/>
                  </a:lnTo>
                  <a:lnTo>
                    <a:pt x="1058399" y="1756701"/>
                  </a:lnTo>
                  <a:lnTo>
                    <a:pt x="1057584" y="1756701"/>
                  </a:lnTo>
                  <a:lnTo>
                    <a:pt x="1056769" y="1756701"/>
                  </a:lnTo>
                  <a:lnTo>
                    <a:pt x="1055954" y="1756701"/>
                  </a:lnTo>
                  <a:lnTo>
                    <a:pt x="1055140" y="1756701"/>
                  </a:lnTo>
                  <a:lnTo>
                    <a:pt x="1054325" y="1756701"/>
                  </a:lnTo>
                  <a:lnTo>
                    <a:pt x="1053510" y="1756701"/>
                  </a:lnTo>
                  <a:lnTo>
                    <a:pt x="1052695" y="1756701"/>
                  </a:lnTo>
                  <a:lnTo>
                    <a:pt x="1051881" y="1756701"/>
                  </a:lnTo>
                  <a:lnTo>
                    <a:pt x="1051066" y="1756701"/>
                  </a:lnTo>
                  <a:lnTo>
                    <a:pt x="1050251" y="1756701"/>
                  </a:lnTo>
                  <a:lnTo>
                    <a:pt x="1049436" y="1756701"/>
                  </a:lnTo>
                  <a:lnTo>
                    <a:pt x="1048621" y="1756701"/>
                  </a:lnTo>
                  <a:lnTo>
                    <a:pt x="1047807" y="1756701"/>
                  </a:lnTo>
                  <a:lnTo>
                    <a:pt x="1046992" y="1756701"/>
                  </a:lnTo>
                  <a:lnTo>
                    <a:pt x="1046177" y="1756701"/>
                  </a:lnTo>
                  <a:lnTo>
                    <a:pt x="1045362" y="1756701"/>
                  </a:lnTo>
                  <a:lnTo>
                    <a:pt x="1044548" y="1756701"/>
                  </a:lnTo>
                  <a:lnTo>
                    <a:pt x="1043733" y="1756701"/>
                  </a:lnTo>
                  <a:lnTo>
                    <a:pt x="1042918" y="1756701"/>
                  </a:lnTo>
                  <a:lnTo>
                    <a:pt x="1042103" y="1756701"/>
                  </a:lnTo>
                  <a:lnTo>
                    <a:pt x="1041288" y="1756701"/>
                  </a:lnTo>
                  <a:lnTo>
                    <a:pt x="1040474" y="1756701"/>
                  </a:lnTo>
                  <a:lnTo>
                    <a:pt x="1039659" y="1756701"/>
                  </a:lnTo>
                  <a:lnTo>
                    <a:pt x="1038844" y="1756701"/>
                  </a:lnTo>
                  <a:lnTo>
                    <a:pt x="1038029" y="1756701"/>
                  </a:lnTo>
                  <a:lnTo>
                    <a:pt x="1037215" y="1756701"/>
                  </a:lnTo>
                  <a:lnTo>
                    <a:pt x="1036400" y="1756701"/>
                  </a:lnTo>
                  <a:lnTo>
                    <a:pt x="1035585" y="1756701"/>
                  </a:lnTo>
                  <a:lnTo>
                    <a:pt x="1034770" y="1756701"/>
                  </a:lnTo>
                  <a:lnTo>
                    <a:pt x="1033955" y="1756701"/>
                  </a:lnTo>
                  <a:lnTo>
                    <a:pt x="1033141" y="1756701"/>
                  </a:lnTo>
                  <a:lnTo>
                    <a:pt x="1032326" y="1756701"/>
                  </a:lnTo>
                  <a:lnTo>
                    <a:pt x="1031511" y="1756701"/>
                  </a:lnTo>
                  <a:lnTo>
                    <a:pt x="1030696" y="1756701"/>
                  </a:lnTo>
                  <a:lnTo>
                    <a:pt x="1029881" y="1756701"/>
                  </a:lnTo>
                  <a:lnTo>
                    <a:pt x="1029067" y="1756701"/>
                  </a:lnTo>
                  <a:lnTo>
                    <a:pt x="1028252" y="1756701"/>
                  </a:lnTo>
                  <a:lnTo>
                    <a:pt x="1027437" y="1756701"/>
                  </a:lnTo>
                  <a:lnTo>
                    <a:pt x="1026622" y="1756701"/>
                  </a:lnTo>
                  <a:lnTo>
                    <a:pt x="1025808" y="1756701"/>
                  </a:lnTo>
                  <a:lnTo>
                    <a:pt x="1024993" y="1756701"/>
                  </a:lnTo>
                  <a:lnTo>
                    <a:pt x="1024178" y="1756701"/>
                  </a:lnTo>
                  <a:lnTo>
                    <a:pt x="1023363" y="1756701"/>
                  </a:lnTo>
                  <a:lnTo>
                    <a:pt x="1022548" y="1756701"/>
                  </a:lnTo>
                  <a:lnTo>
                    <a:pt x="1021734" y="1756701"/>
                  </a:lnTo>
                  <a:lnTo>
                    <a:pt x="1020919" y="1756701"/>
                  </a:lnTo>
                  <a:lnTo>
                    <a:pt x="1020104" y="1756701"/>
                  </a:lnTo>
                  <a:lnTo>
                    <a:pt x="1019289" y="1756701"/>
                  </a:lnTo>
                  <a:lnTo>
                    <a:pt x="1018475" y="1756701"/>
                  </a:lnTo>
                  <a:lnTo>
                    <a:pt x="1017660" y="1756701"/>
                  </a:lnTo>
                  <a:lnTo>
                    <a:pt x="1016845" y="1756701"/>
                  </a:lnTo>
                  <a:lnTo>
                    <a:pt x="1016030" y="1756701"/>
                  </a:lnTo>
                  <a:lnTo>
                    <a:pt x="1015215" y="1756701"/>
                  </a:lnTo>
                  <a:lnTo>
                    <a:pt x="1014401" y="1756701"/>
                  </a:lnTo>
                  <a:lnTo>
                    <a:pt x="1013586" y="1756701"/>
                  </a:lnTo>
                  <a:lnTo>
                    <a:pt x="1012771" y="1756701"/>
                  </a:lnTo>
                  <a:lnTo>
                    <a:pt x="1011956" y="1756701"/>
                  </a:lnTo>
                  <a:lnTo>
                    <a:pt x="1011142" y="1756701"/>
                  </a:lnTo>
                  <a:lnTo>
                    <a:pt x="1010327" y="1756701"/>
                  </a:lnTo>
                  <a:lnTo>
                    <a:pt x="1009512" y="1756701"/>
                  </a:lnTo>
                  <a:lnTo>
                    <a:pt x="1008697" y="1756701"/>
                  </a:lnTo>
                  <a:lnTo>
                    <a:pt x="1007882" y="1756701"/>
                  </a:lnTo>
                  <a:lnTo>
                    <a:pt x="1007068" y="1756701"/>
                  </a:lnTo>
                  <a:lnTo>
                    <a:pt x="1006253" y="1756701"/>
                  </a:lnTo>
                  <a:lnTo>
                    <a:pt x="1005438" y="1756701"/>
                  </a:lnTo>
                  <a:lnTo>
                    <a:pt x="1004623" y="1756701"/>
                  </a:lnTo>
                  <a:lnTo>
                    <a:pt x="1003809" y="1756701"/>
                  </a:lnTo>
                  <a:lnTo>
                    <a:pt x="1002994" y="1756701"/>
                  </a:lnTo>
                  <a:lnTo>
                    <a:pt x="1002179" y="1756701"/>
                  </a:lnTo>
                  <a:lnTo>
                    <a:pt x="1001364" y="1756701"/>
                  </a:lnTo>
                  <a:lnTo>
                    <a:pt x="1000549" y="1756701"/>
                  </a:lnTo>
                  <a:lnTo>
                    <a:pt x="999735" y="1756701"/>
                  </a:lnTo>
                  <a:lnTo>
                    <a:pt x="998920" y="1756701"/>
                  </a:lnTo>
                  <a:lnTo>
                    <a:pt x="998105" y="1756701"/>
                  </a:lnTo>
                  <a:lnTo>
                    <a:pt x="997290" y="1756701"/>
                  </a:lnTo>
                  <a:lnTo>
                    <a:pt x="996476" y="1756701"/>
                  </a:lnTo>
                  <a:lnTo>
                    <a:pt x="995661" y="1756701"/>
                  </a:lnTo>
                  <a:lnTo>
                    <a:pt x="994846" y="1756701"/>
                  </a:lnTo>
                  <a:lnTo>
                    <a:pt x="994031" y="1756701"/>
                  </a:lnTo>
                  <a:lnTo>
                    <a:pt x="993216" y="1756701"/>
                  </a:lnTo>
                  <a:lnTo>
                    <a:pt x="992402" y="1756701"/>
                  </a:lnTo>
                  <a:lnTo>
                    <a:pt x="991587" y="1756701"/>
                  </a:lnTo>
                  <a:lnTo>
                    <a:pt x="990772" y="1756701"/>
                  </a:lnTo>
                  <a:lnTo>
                    <a:pt x="989957" y="1756701"/>
                  </a:lnTo>
                  <a:lnTo>
                    <a:pt x="989142" y="1756701"/>
                  </a:lnTo>
                  <a:lnTo>
                    <a:pt x="988328" y="1756701"/>
                  </a:lnTo>
                  <a:lnTo>
                    <a:pt x="987513" y="1756701"/>
                  </a:lnTo>
                  <a:lnTo>
                    <a:pt x="986698" y="1756701"/>
                  </a:lnTo>
                  <a:lnTo>
                    <a:pt x="985883" y="1756701"/>
                  </a:lnTo>
                  <a:lnTo>
                    <a:pt x="985069" y="1756701"/>
                  </a:lnTo>
                  <a:lnTo>
                    <a:pt x="984254" y="1756701"/>
                  </a:lnTo>
                  <a:lnTo>
                    <a:pt x="983439" y="1756701"/>
                  </a:lnTo>
                  <a:lnTo>
                    <a:pt x="982624" y="1756701"/>
                  </a:lnTo>
                  <a:lnTo>
                    <a:pt x="981809" y="1756701"/>
                  </a:lnTo>
                  <a:lnTo>
                    <a:pt x="980995" y="1756701"/>
                  </a:lnTo>
                  <a:lnTo>
                    <a:pt x="980180" y="1756701"/>
                  </a:lnTo>
                  <a:lnTo>
                    <a:pt x="979365" y="1756701"/>
                  </a:lnTo>
                  <a:lnTo>
                    <a:pt x="978550" y="1756701"/>
                  </a:lnTo>
                  <a:lnTo>
                    <a:pt x="977736" y="1756701"/>
                  </a:lnTo>
                  <a:lnTo>
                    <a:pt x="976921" y="1756701"/>
                  </a:lnTo>
                  <a:lnTo>
                    <a:pt x="976106" y="1756701"/>
                  </a:lnTo>
                  <a:lnTo>
                    <a:pt x="975291" y="1756701"/>
                  </a:lnTo>
                  <a:lnTo>
                    <a:pt x="974476" y="1756701"/>
                  </a:lnTo>
                  <a:lnTo>
                    <a:pt x="973662" y="1756701"/>
                  </a:lnTo>
                  <a:lnTo>
                    <a:pt x="972847" y="1756701"/>
                  </a:lnTo>
                  <a:lnTo>
                    <a:pt x="972032" y="1756701"/>
                  </a:lnTo>
                  <a:lnTo>
                    <a:pt x="971217" y="1756701"/>
                  </a:lnTo>
                  <a:lnTo>
                    <a:pt x="970403" y="1756701"/>
                  </a:lnTo>
                  <a:lnTo>
                    <a:pt x="969588" y="1756701"/>
                  </a:lnTo>
                  <a:lnTo>
                    <a:pt x="968773" y="1756701"/>
                  </a:lnTo>
                  <a:lnTo>
                    <a:pt x="967958" y="1756701"/>
                  </a:lnTo>
                  <a:lnTo>
                    <a:pt x="967143" y="1756701"/>
                  </a:lnTo>
                  <a:lnTo>
                    <a:pt x="966329" y="1756701"/>
                  </a:lnTo>
                  <a:lnTo>
                    <a:pt x="965514" y="1756701"/>
                  </a:lnTo>
                  <a:lnTo>
                    <a:pt x="964699" y="1756701"/>
                  </a:lnTo>
                  <a:lnTo>
                    <a:pt x="963884" y="1756701"/>
                  </a:lnTo>
                  <a:lnTo>
                    <a:pt x="963070" y="1756701"/>
                  </a:lnTo>
                  <a:lnTo>
                    <a:pt x="962255" y="1756701"/>
                  </a:lnTo>
                  <a:lnTo>
                    <a:pt x="961440" y="1756701"/>
                  </a:lnTo>
                  <a:lnTo>
                    <a:pt x="960625" y="1756701"/>
                  </a:lnTo>
                  <a:lnTo>
                    <a:pt x="959810" y="1756701"/>
                  </a:lnTo>
                  <a:lnTo>
                    <a:pt x="958996" y="1756701"/>
                  </a:lnTo>
                  <a:lnTo>
                    <a:pt x="958181" y="1756701"/>
                  </a:lnTo>
                  <a:lnTo>
                    <a:pt x="957366" y="1756701"/>
                  </a:lnTo>
                  <a:lnTo>
                    <a:pt x="956551" y="1756701"/>
                  </a:lnTo>
                  <a:lnTo>
                    <a:pt x="955736" y="1756701"/>
                  </a:lnTo>
                  <a:lnTo>
                    <a:pt x="954922" y="1756701"/>
                  </a:lnTo>
                  <a:lnTo>
                    <a:pt x="954107" y="1756701"/>
                  </a:lnTo>
                  <a:lnTo>
                    <a:pt x="953292" y="1756701"/>
                  </a:lnTo>
                  <a:lnTo>
                    <a:pt x="952477" y="1756701"/>
                  </a:lnTo>
                  <a:lnTo>
                    <a:pt x="951663" y="1756701"/>
                  </a:lnTo>
                  <a:lnTo>
                    <a:pt x="950848" y="1756701"/>
                  </a:lnTo>
                  <a:lnTo>
                    <a:pt x="950033" y="1756701"/>
                  </a:lnTo>
                  <a:lnTo>
                    <a:pt x="949218" y="1756701"/>
                  </a:lnTo>
                  <a:lnTo>
                    <a:pt x="948403" y="1756701"/>
                  </a:lnTo>
                  <a:lnTo>
                    <a:pt x="947589" y="1756701"/>
                  </a:lnTo>
                  <a:lnTo>
                    <a:pt x="946774" y="1756701"/>
                  </a:lnTo>
                  <a:lnTo>
                    <a:pt x="945959" y="1756701"/>
                  </a:lnTo>
                  <a:lnTo>
                    <a:pt x="945144" y="1756701"/>
                  </a:lnTo>
                  <a:lnTo>
                    <a:pt x="944330" y="1756701"/>
                  </a:lnTo>
                  <a:lnTo>
                    <a:pt x="943515" y="1756701"/>
                  </a:lnTo>
                  <a:lnTo>
                    <a:pt x="942700" y="1756701"/>
                  </a:lnTo>
                  <a:lnTo>
                    <a:pt x="941885" y="1756701"/>
                  </a:lnTo>
                  <a:lnTo>
                    <a:pt x="941070" y="1756701"/>
                  </a:lnTo>
                  <a:lnTo>
                    <a:pt x="940256" y="1756701"/>
                  </a:lnTo>
                  <a:lnTo>
                    <a:pt x="939441" y="1756701"/>
                  </a:lnTo>
                  <a:lnTo>
                    <a:pt x="938626" y="1756701"/>
                  </a:lnTo>
                  <a:lnTo>
                    <a:pt x="937811" y="1756701"/>
                  </a:lnTo>
                  <a:lnTo>
                    <a:pt x="936997" y="1756701"/>
                  </a:lnTo>
                  <a:lnTo>
                    <a:pt x="936182" y="1756701"/>
                  </a:lnTo>
                  <a:lnTo>
                    <a:pt x="935367" y="1756701"/>
                  </a:lnTo>
                  <a:lnTo>
                    <a:pt x="934552" y="1756701"/>
                  </a:lnTo>
                  <a:lnTo>
                    <a:pt x="933737" y="1756701"/>
                  </a:lnTo>
                  <a:lnTo>
                    <a:pt x="932923" y="1756701"/>
                  </a:lnTo>
                  <a:lnTo>
                    <a:pt x="932108" y="1756701"/>
                  </a:lnTo>
                  <a:lnTo>
                    <a:pt x="931293" y="1756701"/>
                  </a:lnTo>
                  <a:lnTo>
                    <a:pt x="930478" y="1756701"/>
                  </a:lnTo>
                  <a:lnTo>
                    <a:pt x="929664" y="1756701"/>
                  </a:lnTo>
                  <a:lnTo>
                    <a:pt x="928849" y="1756701"/>
                  </a:lnTo>
                  <a:lnTo>
                    <a:pt x="928034" y="1756701"/>
                  </a:lnTo>
                  <a:lnTo>
                    <a:pt x="927219" y="1756701"/>
                  </a:lnTo>
                  <a:lnTo>
                    <a:pt x="926404" y="1756701"/>
                  </a:lnTo>
                  <a:lnTo>
                    <a:pt x="925590" y="1756701"/>
                  </a:lnTo>
                  <a:lnTo>
                    <a:pt x="924775" y="1756701"/>
                  </a:lnTo>
                  <a:lnTo>
                    <a:pt x="923960" y="1756701"/>
                  </a:lnTo>
                  <a:lnTo>
                    <a:pt x="923145" y="1756701"/>
                  </a:lnTo>
                  <a:lnTo>
                    <a:pt x="922331" y="1756701"/>
                  </a:lnTo>
                  <a:lnTo>
                    <a:pt x="921516" y="1756701"/>
                  </a:lnTo>
                  <a:lnTo>
                    <a:pt x="920701" y="1756701"/>
                  </a:lnTo>
                  <a:lnTo>
                    <a:pt x="919886" y="1756701"/>
                  </a:lnTo>
                  <a:lnTo>
                    <a:pt x="919071" y="1756701"/>
                  </a:lnTo>
                  <a:lnTo>
                    <a:pt x="918257" y="1756701"/>
                  </a:lnTo>
                  <a:lnTo>
                    <a:pt x="917442" y="1756701"/>
                  </a:lnTo>
                  <a:lnTo>
                    <a:pt x="916627" y="1756701"/>
                  </a:lnTo>
                  <a:lnTo>
                    <a:pt x="915812" y="1756701"/>
                  </a:lnTo>
                  <a:lnTo>
                    <a:pt x="914997" y="1756701"/>
                  </a:lnTo>
                  <a:lnTo>
                    <a:pt x="914183" y="1756701"/>
                  </a:lnTo>
                  <a:lnTo>
                    <a:pt x="913368" y="1756701"/>
                  </a:lnTo>
                  <a:lnTo>
                    <a:pt x="912553" y="1756701"/>
                  </a:lnTo>
                  <a:lnTo>
                    <a:pt x="911738" y="1756701"/>
                  </a:lnTo>
                  <a:lnTo>
                    <a:pt x="910924" y="1756701"/>
                  </a:lnTo>
                  <a:lnTo>
                    <a:pt x="910109" y="1756701"/>
                  </a:lnTo>
                  <a:lnTo>
                    <a:pt x="909294" y="1756701"/>
                  </a:lnTo>
                  <a:lnTo>
                    <a:pt x="908479" y="1756701"/>
                  </a:lnTo>
                  <a:lnTo>
                    <a:pt x="907664" y="1756701"/>
                  </a:lnTo>
                  <a:lnTo>
                    <a:pt x="906850" y="1756701"/>
                  </a:lnTo>
                  <a:lnTo>
                    <a:pt x="906035" y="1756701"/>
                  </a:lnTo>
                  <a:lnTo>
                    <a:pt x="905220" y="1756701"/>
                  </a:lnTo>
                  <a:lnTo>
                    <a:pt x="904405" y="1756701"/>
                  </a:lnTo>
                  <a:lnTo>
                    <a:pt x="903591" y="1756701"/>
                  </a:lnTo>
                  <a:lnTo>
                    <a:pt x="902776" y="1756701"/>
                  </a:lnTo>
                  <a:lnTo>
                    <a:pt x="901961" y="1756701"/>
                  </a:lnTo>
                  <a:lnTo>
                    <a:pt x="901146" y="1756701"/>
                  </a:lnTo>
                  <a:lnTo>
                    <a:pt x="900331" y="1756701"/>
                  </a:lnTo>
                  <a:lnTo>
                    <a:pt x="899517" y="1756701"/>
                  </a:lnTo>
                  <a:lnTo>
                    <a:pt x="898702" y="1756701"/>
                  </a:lnTo>
                  <a:lnTo>
                    <a:pt x="897887" y="1756701"/>
                  </a:lnTo>
                  <a:lnTo>
                    <a:pt x="897072" y="1756701"/>
                  </a:lnTo>
                  <a:lnTo>
                    <a:pt x="896258" y="1756701"/>
                  </a:lnTo>
                  <a:lnTo>
                    <a:pt x="895443" y="1756701"/>
                  </a:lnTo>
                  <a:lnTo>
                    <a:pt x="894628" y="1756701"/>
                  </a:lnTo>
                  <a:lnTo>
                    <a:pt x="893813" y="1756701"/>
                  </a:lnTo>
                  <a:lnTo>
                    <a:pt x="892998" y="1756701"/>
                  </a:lnTo>
                  <a:lnTo>
                    <a:pt x="892184" y="1756701"/>
                  </a:lnTo>
                  <a:lnTo>
                    <a:pt x="891369" y="1756701"/>
                  </a:lnTo>
                  <a:lnTo>
                    <a:pt x="890554" y="1756701"/>
                  </a:lnTo>
                  <a:lnTo>
                    <a:pt x="889739" y="1756701"/>
                  </a:lnTo>
                  <a:lnTo>
                    <a:pt x="888925" y="1756701"/>
                  </a:lnTo>
                  <a:lnTo>
                    <a:pt x="888110" y="1756701"/>
                  </a:lnTo>
                  <a:lnTo>
                    <a:pt x="887295" y="1756701"/>
                  </a:lnTo>
                  <a:lnTo>
                    <a:pt x="886480" y="1756701"/>
                  </a:lnTo>
                  <a:lnTo>
                    <a:pt x="885665" y="1756701"/>
                  </a:lnTo>
                  <a:lnTo>
                    <a:pt x="884851" y="1756701"/>
                  </a:lnTo>
                  <a:lnTo>
                    <a:pt x="884036" y="1756701"/>
                  </a:lnTo>
                  <a:lnTo>
                    <a:pt x="883221" y="1756701"/>
                  </a:lnTo>
                  <a:lnTo>
                    <a:pt x="882406" y="1756701"/>
                  </a:lnTo>
                  <a:lnTo>
                    <a:pt x="881592" y="1756701"/>
                  </a:lnTo>
                  <a:lnTo>
                    <a:pt x="880777" y="1756701"/>
                  </a:lnTo>
                  <a:lnTo>
                    <a:pt x="879962" y="1756701"/>
                  </a:lnTo>
                  <a:lnTo>
                    <a:pt x="879147" y="1756701"/>
                  </a:lnTo>
                  <a:lnTo>
                    <a:pt x="878332" y="1756701"/>
                  </a:lnTo>
                  <a:lnTo>
                    <a:pt x="877518" y="1756701"/>
                  </a:lnTo>
                  <a:lnTo>
                    <a:pt x="876703" y="1756701"/>
                  </a:lnTo>
                  <a:lnTo>
                    <a:pt x="875888" y="1756701"/>
                  </a:lnTo>
                  <a:lnTo>
                    <a:pt x="875073" y="1756701"/>
                  </a:lnTo>
                  <a:lnTo>
                    <a:pt x="874258" y="1756701"/>
                  </a:lnTo>
                  <a:lnTo>
                    <a:pt x="873444" y="1756701"/>
                  </a:lnTo>
                  <a:lnTo>
                    <a:pt x="872629" y="1756701"/>
                  </a:lnTo>
                  <a:lnTo>
                    <a:pt x="871814" y="1756701"/>
                  </a:lnTo>
                  <a:lnTo>
                    <a:pt x="870999" y="1756701"/>
                  </a:lnTo>
                  <a:lnTo>
                    <a:pt x="870185" y="1756701"/>
                  </a:lnTo>
                  <a:lnTo>
                    <a:pt x="869370" y="1756701"/>
                  </a:lnTo>
                  <a:lnTo>
                    <a:pt x="868555" y="1756701"/>
                  </a:lnTo>
                  <a:lnTo>
                    <a:pt x="867740" y="1756701"/>
                  </a:lnTo>
                  <a:lnTo>
                    <a:pt x="866925" y="1756701"/>
                  </a:lnTo>
                  <a:lnTo>
                    <a:pt x="866111" y="1756701"/>
                  </a:lnTo>
                  <a:lnTo>
                    <a:pt x="865296" y="1756701"/>
                  </a:lnTo>
                  <a:lnTo>
                    <a:pt x="864481" y="1756701"/>
                  </a:lnTo>
                  <a:lnTo>
                    <a:pt x="863666" y="1756701"/>
                  </a:lnTo>
                  <a:lnTo>
                    <a:pt x="862852" y="1756701"/>
                  </a:lnTo>
                  <a:lnTo>
                    <a:pt x="862037" y="1756701"/>
                  </a:lnTo>
                  <a:lnTo>
                    <a:pt x="861222" y="1756701"/>
                  </a:lnTo>
                  <a:lnTo>
                    <a:pt x="860407" y="1756701"/>
                  </a:lnTo>
                  <a:lnTo>
                    <a:pt x="859592" y="1756701"/>
                  </a:lnTo>
                  <a:lnTo>
                    <a:pt x="858778" y="1756701"/>
                  </a:lnTo>
                  <a:lnTo>
                    <a:pt x="857963" y="1756701"/>
                  </a:lnTo>
                  <a:lnTo>
                    <a:pt x="857148" y="1756701"/>
                  </a:lnTo>
                  <a:lnTo>
                    <a:pt x="856333" y="1756701"/>
                  </a:lnTo>
                  <a:lnTo>
                    <a:pt x="855519" y="1756701"/>
                  </a:lnTo>
                  <a:lnTo>
                    <a:pt x="854704" y="1756701"/>
                  </a:lnTo>
                  <a:lnTo>
                    <a:pt x="853889" y="1756701"/>
                  </a:lnTo>
                  <a:lnTo>
                    <a:pt x="853074" y="1756701"/>
                  </a:lnTo>
                  <a:lnTo>
                    <a:pt x="852259" y="1756701"/>
                  </a:lnTo>
                  <a:lnTo>
                    <a:pt x="851445" y="1756701"/>
                  </a:lnTo>
                  <a:lnTo>
                    <a:pt x="850630" y="1756701"/>
                  </a:lnTo>
                  <a:lnTo>
                    <a:pt x="849815" y="1756701"/>
                  </a:lnTo>
                  <a:lnTo>
                    <a:pt x="849000" y="1756701"/>
                  </a:lnTo>
                  <a:lnTo>
                    <a:pt x="848186" y="1756701"/>
                  </a:lnTo>
                  <a:lnTo>
                    <a:pt x="847371" y="1756701"/>
                  </a:lnTo>
                  <a:lnTo>
                    <a:pt x="846556" y="1756701"/>
                  </a:lnTo>
                  <a:lnTo>
                    <a:pt x="845741" y="1756701"/>
                  </a:lnTo>
                  <a:lnTo>
                    <a:pt x="844926" y="1756701"/>
                  </a:lnTo>
                  <a:lnTo>
                    <a:pt x="844112" y="1756701"/>
                  </a:lnTo>
                  <a:lnTo>
                    <a:pt x="843297" y="1756701"/>
                  </a:lnTo>
                  <a:lnTo>
                    <a:pt x="842482" y="1756701"/>
                  </a:lnTo>
                  <a:lnTo>
                    <a:pt x="841667" y="1756701"/>
                  </a:lnTo>
                  <a:lnTo>
                    <a:pt x="840853" y="1756701"/>
                  </a:lnTo>
                  <a:lnTo>
                    <a:pt x="840038" y="1756701"/>
                  </a:lnTo>
                  <a:lnTo>
                    <a:pt x="839223" y="1756701"/>
                  </a:lnTo>
                  <a:lnTo>
                    <a:pt x="838408" y="1756701"/>
                  </a:lnTo>
                  <a:lnTo>
                    <a:pt x="837593" y="1756701"/>
                  </a:lnTo>
                  <a:lnTo>
                    <a:pt x="836779" y="1756701"/>
                  </a:lnTo>
                  <a:lnTo>
                    <a:pt x="835964" y="1756701"/>
                  </a:lnTo>
                  <a:lnTo>
                    <a:pt x="835149" y="1756701"/>
                  </a:lnTo>
                  <a:lnTo>
                    <a:pt x="834334" y="1756701"/>
                  </a:lnTo>
                  <a:lnTo>
                    <a:pt x="833519" y="1756701"/>
                  </a:lnTo>
                  <a:lnTo>
                    <a:pt x="832705" y="1756701"/>
                  </a:lnTo>
                  <a:lnTo>
                    <a:pt x="831890" y="1756701"/>
                  </a:lnTo>
                  <a:lnTo>
                    <a:pt x="831075" y="1756701"/>
                  </a:lnTo>
                  <a:lnTo>
                    <a:pt x="830260" y="1756701"/>
                  </a:lnTo>
                  <a:lnTo>
                    <a:pt x="829446" y="1756701"/>
                  </a:lnTo>
                  <a:lnTo>
                    <a:pt x="828631" y="1756701"/>
                  </a:lnTo>
                  <a:lnTo>
                    <a:pt x="827816" y="1756701"/>
                  </a:lnTo>
                  <a:lnTo>
                    <a:pt x="827001" y="1756701"/>
                  </a:lnTo>
                  <a:lnTo>
                    <a:pt x="826186" y="1756701"/>
                  </a:lnTo>
                  <a:lnTo>
                    <a:pt x="825372" y="1756701"/>
                  </a:lnTo>
                  <a:lnTo>
                    <a:pt x="824557" y="1756701"/>
                  </a:lnTo>
                  <a:lnTo>
                    <a:pt x="823742" y="1756701"/>
                  </a:lnTo>
                  <a:lnTo>
                    <a:pt x="822927" y="1756701"/>
                  </a:lnTo>
                  <a:lnTo>
                    <a:pt x="822113" y="1756701"/>
                  </a:lnTo>
                  <a:lnTo>
                    <a:pt x="821298" y="1756701"/>
                  </a:lnTo>
                  <a:lnTo>
                    <a:pt x="820483" y="1756701"/>
                  </a:lnTo>
                  <a:lnTo>
                    <a:pt x="819668" y="1756701"/>
                  </a:lnTo>
                  <a:lnTo>
                    <a:pt x="818853" y="1756701"/>
                  </a:lnTo>
                  <a:lnTo>
                    <a:pt x="818039" y="1756701"/>
                  </a:lnTo>
                  <a:lnTo>
                    <a:pt x="817224" y="1756701"/>
                  </a:lnTo>
                  <a:lnTo>
                    <a:pt x="816409" y="1756701"/>
                  </a:lnTo>
                  <a:lnTo>
                    <a:pt x="815594" y="1756701"/>
                  </a:lnTo>
                  <a:lnTo>
                    <a:pt x="814780" y="1756701"/>
                  </a:lnTo>
                  <a:lnTo>
                    <a:pt x="813965" y="1756701"/>
                  </a:lnTo>
                  <a:lnTo>
                    <a:pt x="813150" y="1756701"/>
                  </a:lnTo>
                  <a:lnTo>
                    <a:pt x="812335" y="1756701"/>
                  </a:lnTo>
                  <a:lnTo>
                    <a:pt x="811520" y="1756701"/>
                  </a:lnTo>
                  <a:lnTo>
                    <a:pt x="810706" y="1756701"/>
                  </a:lnTo>
                  <a:lnTo>
                    <a:pt x="809891" y="1756701"/>
                  </a:lnTo>
                  <a:lnTo>
                    <a:pt x="809076" y="1756701"/>
                  </a:lnTo>
                  <a:lnTo>
                    <a:pt x="808261" y="1756701"/>
                  </a:lnTo>
                  <a:lnTo>
                    <a:pt x="807447" y="1756701"/>
                  </a:lnTo>
                  <a:lnTo>
                    <a:pt x="806632" y="1756701"/>
                  </a:lnTo>
                  <a:lnTo>
                    <a:pt x="805817" y="1756701"/>
                  </a:lnTo>
                  <a:lnTo>
                    <a:pt x="805002" y="1756701"/>
                  </a:lnTo>
                  <a:lnTo>
                    <a:pt x="804187" y="1756701"/>
                  </a:lnTo>
                  <a:lnTo>
                    <a:pt x="803373" y="1756701"/>
                  </a:lnTo>
                  <a:lnTo>
                    <a:pt x="802558" y="1756701"/>
                  </a:lnTo>
                  <a:lnTo>
                    <a:pt x="801743" y="1756701"/>
                  </a:lnTo>
                  <a:lnTo>
                    <a:pt x="800928" y="1756701"/>
                  </a:lnTo>
                  <a:lnTo>
                    <a:pt x="800114" y="1756701"/>
                  </a:lnTo>
                  <a:lnTo>
                    <a:pt x="799299" y="1756701"/>
                  </a:lnTo>
                  <a:lnTo>
                    <a:pt x="798484" y="1756701"/>
                  </a:lnTo>
                  <a:lnTo>
                    <a:pt x="797669" y="1756701"/>
                  </a:lnTo>
                  <a:lnTo>
                    <a:pt x="796854" y="1756701"/>
                  </a:lnTo>
                  <a:lnTo>
                    <a:pt x="796040" y="1756701"/>
                  </a:lnTo>
                  <a:lnTo>
                    <a:pt x="795225" y="1756701"/>
                  </a:lnTo>
                  <a:lnTo>
                    <a:pt x="794410" y="1756701"/>
                  </a:lnTo>
                  <a:lnTo>
                    <a:pt x="793595" y="1756701"/>
                  </a:lnTo>
                  <a:lnTo>
                    <a:pt x="792780" y="1756701"/>
                  </a:lnTo>
                  <a:lnTo>
                    <a:pt x="791966" y="1756701"/>
                  </a:lnTo>
                  <a:lnTo>
                    <a:pt x="791151" y="1756701"/>
                  </a:lnTo>
                  <a:lnTo>
                    <a:pt x="790336" y="1756701"/>
                  </a:lnTo>
                  <a:lnTo>
                    <a:pt x="789521" y="1756701"/>
                  </a:lnTo>
                  <a:lnTo>
                    <a:pt x="788707" y="1756701"/>
                  </a:lnTo>
                  <a:lnTo>
                    <a:pt x="787892" y="1756701"/>
                  </a:lnTo>
                  <a:lnTo>
                    <a:pt x="787077" y="1756701"/>
                  </a:lnTo>
                  <a:lnTo>
                    <a:pt x="786262" y="1756701"/>
                  </a:lnTo>
                  <a:lnTo>
                    <a:pt x="785447" y="1756701"/>
                  </a:lnTo>
                  <a:lnTo>
                    <a:pt x="784633" y="1756701"/>
                  </a:lnTo>
                  <a:lnTo>
                    <a:pt x="783818" y="1756701"/>
                  </a:lnTo>
                  <a:lnTo>
                    <a:pt x="783003" y="1756701"/>
                  </a:lnTo>
                  <a:lnTo>
                    <a:pt x="782188" y="1756701"/>
                  </a:lnTo>
                  <a:lnTo>
                    <a:pt x="781374" y="1756701"/>
                  </a:lnTo>
                  <a:lnTo>
                    <a:pt x="780559" y="1756701"/>
                  </a:lnTo>
                  <a:lnTo>
                    <a:pt x="779744" y="1756701"/>
                  </a:lnTo>
                  <a:lnTo>
                    <a:pt x="778929" y="1756701"/>
                  </a:lnTo>
                  <a:lnTo>
                    <a:pt x="778114" y="1756701"/>
                  </a:lnTo>
                  <a:lnTo>
                    <a:pt x="777300" y="1756701"/>
                  </a:lnTo>
                  <a:lnTo>
                    <a:pt x="776485" y="1756701"/>
                  </a:lnTo>
                  <a:lnTo>
                    <a:pt x="775670" y="1756701"/>
                  </a:lnTo>
                  <a:lnTo>
                    <a:pt x="774855" y="1756701"/>
                  </a:lnTo>
                  <a:lnTo>
                    <a:pt x="774041" y="1756701"/>
                  </a:lnTo>
                  <a:lnTo>
                    <a:pt x="773226" y="1756701"/>
                  </a:lnTo>
                  <a:lnTo>
                    <a:pt x="772411" y="1756701"/>
                  </a:lnTo>
                  <a:lnTo>
                    <a:pt x="771596" y="1756701"/>
                  </a:lnTo>
                  <a:lnTo>
                    <a:pt x="770781" y="1756701"/>
                  </a:lnTo>
                  <a:lnTo>
                    <a:pt x="769967" y="1756701"/>
                  </a:lnTo>
                  <a:lnTo>
                    <a:pt x="769152" y="1756701"/>
                  </a:lnTo>
                  <a:lnTo>
                    <a:pt x="768337" y="1756701"/>
                  </a:lnTo>
                  <a:lnTo>
                    <a:pt x="767522" y="1756701"/>
                  </a:lnTo>
                  <a:lnTo>
                    <a:pt x="766708" y="1756701"/>
                  </a:lnTo>
                  <a:lnTo>
                    <a:pt x="765893" y="1756701"/>
                  </a:lnTo>
                  <a:lnTo>
                    <a:pt x="765078" y="1756701"/>
                  </a:lnTo>
                  <a:lnTo>
                    <a:pt x="764263" y="1756701"/>
                  </a:lnTo>
                  <a:lnTo>
                    <a:pt x="763448" y="1756701"/>
                  </a:lnTo>
                  <a:lnTo>
                    <a:pt x="762634" y="1756701"/>
                  </a:lnTo>
                  <a:lnTo>
                    <a:pt x="761819" y="1756701"/>
                  </a:lnTo>
                  <a:lnTo>
                    <a:pt x="761004" y="1756701"/>
                  </a:lnTo>
                  <a:lnTo>
                    <a:pt x="760189" y="1756701"/>
                  </a:lnTo>
                  <a:lnTo>
                    <a:pt x="759375" y="1756701"/>
                  </a:lnTo>
                  <a:lnTo>
                    <a:pt x="758560" y="1756701"/>
                  </a:lnTo>
                  <a:lnTo>
                    <a:pt x="757745" y="1756701"/>
                  </a:lnTo>
                  <a:lnTo>
                    <a:pt x="756930" y="1756701"/>
                  </a:lnTo>
                  <a:lnTo>
                    <a:pt x="756115" y="1756701"/>
                  </a:lnTo>
                  <a:lnTo>
                    <a:pt x="755301" y="1756701"/>
                  </a:lnTo>
                  <a:lnTo>
                    <a:pt x="754486" y="1756701"/>
                  </a:lnTo>
                  <a:lnTo>
                    <a:pt x="753671" y="1756701"/>
                  </a:lnTo>
                  <a:lnTo>
                    <a:pt x="752856" y="1756701"/>
                  </a:lnTo>
                  <a:lnTo>
                    <a:pt x="752041" y="1756701"/>
                  </a:lnTo>
                  <a:lnTo>
                    <a:pt x="751227" y="1756701"/>
                  </a:lnTo>
                  <a:lnTo>
                    <a:pt x="750412" y="1756701"/>
                  </a:lnTo>
                  <a:lnTo>
                    <a:pt x="749597" y="1756701"/>
                  </a:lnTo>
                  <a:lnTo>
                    <a:pt x="748782" y="1756701"/>
                  </a:lnTo>
                  <a:lnTo>
                    <a:pt x="747968" y="1756701"/>
                  </a:lnTo>
                  <a:lnTo>
                    <a:pt x="747153" y="1756701"/>
                  </a:lnTo>
                  <a:lnTo>
                    <a:pt x="746338" y="1756701"/>
                  </a:lnTo>
                  <a:lnTo>
                    <a:pt x="745523" y="1756701"/>
                  </a:lnTo>
                  <a:lnTo>
                    <a:pt x="744708" y="1756701"/>
                  </a:lnTo>
                  <a:lnTo>
                    <a:pt x="743894" y="1756701"/>
                  </a:lnTo>
                  <a:lnTo>
                    <a:pt x="743079" y="1756701"/>
                  </a:lnTo>
                  <a:lnTo>
                    <a:pt x="742264" y="1756701"/>
                  </a:lnTo>
                  <a:lnTo>
                    <a:pt x="741449" y="1756701"/>
                  </a:lnTo>
                  <a:lnTo>
                    <a:pt x="740635" y="1756701"/>
                  </a:lnTo>
                  <a:lnTo>
                    <a:pt x="739820" y="1756701"/>
                  </a:lnTo>
                  <a:lnTo>
                    <a:pt x="739005" y="1756701"/>
                  </a:lnTo>
                  <a:lnTo>
                    <a:pt x="738190" y="1756701"/>
                  </a:lnTo>
                  <a:lnTo>
                    <a:pt x="737375" y="1756701"/>
                  </a:lnTo>
                  <a:lnTo>
                    <a:pt x="736561" y="1756701"/>
                  </a:lnTo>
                  <a:lnTo>
                    <a:pt x="735746" y="1756701"/>
                  </a:lnTo>
                  <a:lnTo>
                    <a:pt x="734931" y="1756701"/>
                  </a:lnTo>
                  <a:lnTo>
                    <a:pt x="734116" y="1756701"/>
                  </a:lnTo>
                  <a:lnTo>
                    <a:pt x="733302" y="1756701"/>
                  </a:lnTo>
                  <a:lnTo>
                    <a:pt x="732487" y="1756701"/>
                  </a:lnTo>
                  <a:lnTo>
                    <a:pt x="731672" y="1756701"/>
                  </a:lnTo>
                  <a:lnTo>
                    <a:pt x="730857" y="1756701"/>
                  </a:lnTo>
                  <a:lnTo>
                    <a:pt x="730042" y="1756701"/>
                  </a:lnTo>
                  <a:lnTo>
                    <a:pt x="729228" y="1756701"/>
                  </a:lnTo>
                  <a:lnTo>
                    <a:pt x="728413" y="1756701"/>
                  </a:lnTo>
                  <a:lnTo>
                    <a:pt x="727598" y="1756701"/>
                  </a:lnTo>
                  <a:lnTo>
                    <a:pt x="726783" y="1756701"/>
                  </a:lnTo>
                  <a:lnTo>
                    <a:pt x="725969" y="1756701"/>
                  </a:lnTo>
                  <a:lnTo>
                    <a:pt x="725154" y="1756701"/>
                  </a:lnTo>
                  <a:lnTo>
                    <a:pt x="724339" y="1756701"/>
                  </a:lnTo>
                  <a:lnTo>
                    <a:pt x="723524" y="1756701"/>
                  </a:lnTo>
                  <a:lnTo>
                    <a:pt x="722709" y="1756701"/>
                  </a:lnTo>
                  <a:lnTo>
                    <a:pt x="721895" y="1756701"/>
                  </a:lnTo>
                  <a:lnTo>
                    <a:pt x="721080" y="1756701"/>
                  </a:lnTo>
                  <a:lnTo>
                    <a:pt x="720265" y="1756701"/>
                  </a:lnTo>
                  <a:lnTo>
                    <a:pt x="719450" y="1756701"/>
                  </a:lnTo>
                  <a:lnTo>
                    <a:pt x="718636" y="1756701"/>
                  </a:lnTo>
                  <a:lnTo>
                    <a:pt x="717821" y="1756701"/>
                  </a:lnTo>
                  <a:lnTo>
                    <a:pt x="717006" y="1756701"/>
                  </a:lnTo>
                  <a:lnTo>
                    <a:pt x="716191" y="1756701"/>
                  </a:lnTo>
                  <a:lnTo>
                    <a:pt x="715376" y="1756701"/>
                  </a:lnTo>
                  <a:lnTo>
                    <a:pt x="714562" y="1756701"/>
                  </a:lnTo>
                  <a:lnTo>
                    <a:pt x="713747" y="1756701"/>
                  </a:lnTo>
                  <a:lnTo>
                    <a:pt x="712932" y="1756701"/>
                  </a:lnTo>
                  <a:lnTo>
                    <a:pt x="712117" y="1756701"/>
                  </a:lnTo>
                  <a:lnTo>
                    <a:pt x="711302" y="1756701"/>
                  </a:lnTo>
                  <a:lnTo>
                    <a:pt x="710488" y="1756701"/>
                  </a:lnTo>
                  <a:lnTo>
                    <a:pt x="709673" y="1756701"/>
                  </a:lnTo>
                  <a:lnTo>
                    <a:pt x="708858" y="1756701"/>
                  </a:lnTo>
                  <a:lnTo>
                    <a:pt x="708043" y="1756701"/>
                  </a:lnTo>
                  <a:lnTo>
                    <a:pt x="707229" y="1756701"/>
                  </a:lnTo>
                  <a:lnTo>
                    <a:pt x="706414" y="1756701"/>
                  </a:lnTo>
                  <a:lnTo>
                    <a:pt x="705599" y="1756701"/>
                  </a:lnTo>
                  <a:lnTo>
                    <a:pt x="704784" y="1756701"/>
                  </a:lnTo>
                  <a:lnTo>
                    <a:pt x="703969" y="1756701"/>
                  </a:lnTo>
                  <a:lnTo>
                    <a:pt x="703155" y="1756701"/>
                  </a:lnTo>
                  <a:lnTo>
                    <a:pt x="702340" y="1756701"/>
                  </a:lnTo>
                  <a:lnTo>
                    <a:pt x="701525" y="1756701"/>
                  </a:lnTo>
                  <a:lnTo>
                    <a:pt x="700710" y="1756701"/>
                  </a:lnTo>
                  <a:lnTo>
                    <a:pt x="699896" y="1756701"/>
                  </a:lnTo>
                  <a:lnTo>
                    <a:pt x="699081" y="1756701"/>
                  </a:lnTo>
                  <a:lnTo>
                    <a:pt x="698266" y="1756701"/>
                  </a:lnTo>
                  <a:lnTo>
                    <a:pt x="697451" y="1756701"/>
                  </a:lnTo>
                  <a:lnTo>
                    <a:pt x="696636" y="1756701"/>
                  </a:lnTo>
                  <a:lnTo>
                    <a:pt x="695822" y="1756701"/>
                  </a:lnTo>
                  <a:lnTo>
                    <a:pt x="695007" y="1756701"/>
                  </a:lnTo>
                  <a:lnTo>
                    <a:pt x="694192" y="1756701"/>
                  </a:lnTo>
                  <a:lnTo>
                    <a:pt x="693377" y="1756701"/>
                  </a:lnTo>
                  <a:lnTo>
                    <a:pt x="692563" y="1756701"/>
                  </a:lnTo>
                  <a:lnTo>
                    <a:pt x="691748" y="1756701"/>
                  </a:lnTo>
                  <a:lnTo>
                    <a:pt x="690933" y="1756701"/>
                  </a:lnTo>
                  <a:lnTo>
                    <a:pt x="690118" y="1756701"/>
                  </a:lnTo>
                  <a:lnTo>
                    <a:pt x="689303" y="1756701"/>
                  </a:lnTo>
                  <a:lnTo>
                    <a:pt x="688489" y="1756701"/>
                  </a:lnTo>
                  <a:lnTo>
                    <a:pt x="687674" y="1756701"/>
                  </a:lnTo>
                  <a:lnTo>
                    <a:pt x="686859" y="1756701"/>
                  </a:lnTo>
                  <a:lnTo>
                    <a:pt x="686044" y="1756701"/>
                  </a:lnTo>
                  <a:lnTo>
                    <a:pt x="685230" y="1756701"/>
                  </a:lnTo>
                  <a:lnTo>
                    <a:pt x="684415" y="1756701"/>
                  </a:lnTo>
                  <a:lnTo>
                    <a:pt x="683600" y="1756701"/>
                  </a:lnTo>
                  <a:lnTo>
                    <a:pt x="682785" y="1756701"/>
                  </a:lnTo>
                  <a:lnTo>
                    <a:pt x="681970" y="1756701"/>
                  </a:lnTo>
                  <a:lnTo>
                    <a:pt x="681156" y="1756701"/>
                  </a:lnTo>
                  <a:lnTo>
                    <a:pt x="680341" y="1756701"/>
                  </a:lnTo>
                  <a:lnTo>
                    <a:pt x="679526" y="1756701"/>
                  </a:lnTo>
                  <a:lnTo>
                    <a:pt x="678711" y="1756701"/>
                  </a:lnTo>
                  <a:lnTo>
                    <a:pt x="677897" y="1756701"/>
                  </a:lnTo>
                  <a:lnTo>
                    <a:pt x="677082" y="1756701"/>
                  </a:lnTo>
                  <a:lnTo>
                    <a:pt x="676267" y="1756701"/>
                  </a:lnTo>
                  <a:lnTo>
                    <a:pt x="675452" y="1756701"/>
                  </a:lnTo>
                  <a:lnTo>
                    <a:pt x="674637" y="1756701"/>
                  </a:lnTo>
                  <a:lnTo>
                    <a:pt x="673823" y="1756701"/>
                  </a:lnTo>
                  <a:lnTo>
                    <a:pt x="673008" y="1756701"/>
                  </a:lnTo>
                  <a:lnTo>
                    <a:pt x="672193" y="1756701"/>
                  </a:lnTo>
                  <a:lnTo>
                    <a:pt x="671378" y="1756701"/>
                  </a:lnTo>
                  <a:lnTo>
                    <a:pt x="670563" y="1756701"/>
                  </a:lnTo>
                  <a:lnTo>
                    <a:pt x="669749" y="1756701"/>
                  </a:lnTo>
                  <a:lnTo>
                    <a:pt x="668934" y="1756701"/>
                  </a:lnTo>
                  <a:lnTo>
                    <a:pt x="668119" y="1756701"/>
                  </a:lnTo>
                  <a:lnTo>
                    <a:pt x="667304" y="1756701"/>
                  </a:lnTo>
                  <a:lnTo>
                    <a:pt x="666490" y="1756701"/>
                  </a:lnTo>
                  <a:lnTo>
                    <a:pt x="665675" y="1756701"/>
                  </a:lnTo>
                  <a:lnTo>
                    <a:pt x="664860" y="1756701"/>
                  </a:lnTo>
                  <a:lnTo>
                    <a:pt x="664045" y="1756701"/>
                  </a:lnTo>
                  <a:lnTo>
                    <a:pt x="663230" y="1756701"/>
                  </a:lnTo>
                  <a:lnTo>
                    <a:pt x="662416" y="1756701"/>
                  </a:lnTo>
                  <a:lnTo>
                    <a:pt x="661601" y="1756701"/>
                  </a:lnTo>
                  <a:lnTo>
                    <a:pt x="660786" y="1756701"/>
                  </a:lnTo>
                  <a:lnTo>
                    <a:pt x="659971" y="1756701"/>
                  </a:lnTo>
                  <a:lnTo>
                    <a:pt x="659157" y="1756701"/>
                  </a:lnTo>
                  <a:lnTo>
                    <a:pt x="658342" y="1756701"/>
                  </a:lnTo>
                  <a:lnTo>
                    <a:pt x="657527" y="1756701"/>
                  </a:lnTo>
                  <a:lnTo>
                    <a:pt x="656712" y="1756701"/>
                  </a:lnTo>
                  <a:lnTo>
                    <a:pt x="655897" y="1756701"/>
                  </a:lnTo>
                  <a:lnTo>
                    <a:pt x="655083" y="1756701"/>
                  </a:lnTo>
                  <a:lnTo>
                    <a:pt x="654268" y="1756701"/>
                  </a:lnTo>
                  <a:lnTo>
                    <a:pt x="653453" y="1756701"/>
                  </a:lnTo>
                  <a:lnTo>
                    <a:pt x="652638" y="1756701"/>
                  </a:lnTo>
                  <a:lnTo>
                    <a:pt x="651824" y="1756701"/>
                  </a:lnTo>
                  <a:lnTo>
                    <a:pt x="651009" y="1756701"/>
                  </a:lnTo>
                  <a:lnTo>
                    <a:pt x="650194" y="1756701"/>
                  </a:lnTo>
                  <a:lnTo>
                    <a:pt x="649379" y="1756701"/>
                  </a:lnTo>
                  <a:lnTo>
                    <a:pt x="648564" y="1756701"/>
                  </a:lnTo>
                  <a:lnTo>
                    <a:pt x="647750" y="1756701"/>
                  </a:lnTo>
                  <a:lnTo>
                    <a:pt x="646935" y="1756701"/>
                  </a:lnTo>
                  <a:lnTo>
                    <a:pt x="646120" y="1756701"/>
                  </a:lnTo>
                  <a:lnTo>
                    <a:pt x="645305" y="1756701"/>
                  </a:lnTo>
                  <a:lnTo>
                    <a:pt x="644491" y="1756701"/>
                  </a:lnTo>
                  <a:lnTo>
                    <a:pt x="643676" y="1756701"/>
                  </a:lnTo>
                  <a:lnTo>
                    <a:pt x="642861" y="1756701"/>
                  </a:lnTo>
                  <a:lnTo>
                    <a:pt x="642046" y="1756701"/>
                  </a:lnTo>
                  <a:lnTo>
                    <a:pt x="641231" y="1756701"/>
                  </a:lnTo>
                  <a:lnTo>
                    <a:pt x="640417" y="1756701"/>
                  </a:lnTo>
                  <a:lnTo>
                    <a:pt x="639602" y="1756701"/>
                  </a:lnTo>
                  <a:lnTo>
                    <a:pt x="638787" y="1756701"/>
                  </a:lnTo>
                  <a:lnTo>
                    <a:pt x="637972" y="1756701"/>
                  </a:lnTo>
                  <a:lnTo>
                    <a:pt x="637157" y="1756701"/>
                  </a:lnTo>
                  <a:lnTo>
                    <a:pt x="636343" y="1756701"/>
                  </a:lnTo>
                  <a:lnTo>
                    <a:pt x="635528" y="1756701"/>
                  </a:lnTo>
                  <a:lnTo>
                    <a:pt x="634713" y="1756701"/>
                  </a:lnTo>
                  <a:lnTo>
                    <a:pt x="633898" y="1756701"/>
                  </a:lnTo>
                  <a:lnTo>
                    <a:pt x="633084" y="1756701"/>
                  </a:lnTo>
                  <a:lnTo>
                    <a:pt x="632269" y="1756701"/>
                  </a:lnTo>
                  <a:lnTo>
                    <a:pt x="631454" y="1756701"/>
                  </a:lnTo>
                  <a:lnTo>
                    <a:pt x="630639" y="1756701"/>
                  </a:lnTo>
                  <a:lnTo>
                    <a:pt x="629824" y="1756701"/>
                  </a:lnTo>
                  <a:lnTo>
                    <a:pt x="629010" y="1756701"/>
                  </a:lnTo>
                  <a:lnTo>
                    <a:pt x="628195" y="1756701"/>
                  </a:lnTo>
                  <a:lnTo>
                    <a:pt x="627380" y="1756701"/>
                  </a:lnTo>
                  <a:lnTo>
                    <a:pt x="626565" y="1756701"/>
                  </a:lnTo>
                  <a:lnTo>
                    <a:pt x="625751" y="1756701"/>
                  </a:lnTo>
                  <a:lnTo>
                    <a:pt x="624936" y="1756701"/>
                  </a:lnTo>
                  <a:lnTo>
                    <a:pt x="624121" y="1756701"/>
                  </a:lnTo>
                  <a:lnTo>
                    <a:pt x="623306" y="1756701"/>
                  </a:lnTo>
                  <a:lnTo>
                    <a:pt x="622491" y="1756701"/>
                  </a:lnTo>
                  <a:lnTo>
                    <a:pt x="621677" y="1756701"/>
                  </a:lnTo>
                  <a:lnTo>
                    <a:pt x="620862" y="1756701"/>
                  </a:lnTo>
                  <a:lnTo>
                    <a:pt x="620047" y="1756701"/>
                  </a:lnTo>
                  <a:lnTo>
                    <a:pt x="619232" y="1756701"/>
                  </a:lnTo>
                  <a:lnTo>
                    <a:pt x="618418" y="1756701"/>
                  </a:lnTo>
                  <a:lnTo>
                    <a:pt x="617603" y="1756701"/>
                  </a:lnTo>
                  <a:lnTo>
                    <a:pt x="616788" y="1756701"/>
                  </a:lnTo>
                  <a:lnTo>
                    <a:pt x="615973" y="1756701"/>
                  </a:lnTo>
                  <a:lnTo>
                    <a:pt x="615158" y="1756701"/>
                  </a:lnTo>
                  <a:lnTo>
                    <a:pt x="614344" y="1756701"/>
                  </a:lnTo>
                  <a:lnTo>
                    <a:pt x="613529" y="1756701"/>
                  </a:lnTo>
                  <a:lnTo>
                    <a:pt x="612714" y="1756701"/>
                  </a:lnTo>
                  <a:lnTo>
                    <a:pt x="611899" y="1756701"/>
                  </a:lnTo>
                  <a:lnTo>
                    <a:pt x="611085" y="1756701"/>
                  </a:lnTo>
                  <a:lnTo>
                    <a:pt x="610270" y="1756701"/>
                  </a:lnTo>
                  <a:lnTo>
                    <a:pt x="609455" y="1756701"/>
                  </a:lnTo>
                  <a:lnTo>
                    <a:pt x="608640" y="1756701"/>
                  </a:lnTo>
                  <a:lnTo>
                    <a:pt x="607825" y="1756701"/>
                  </a:lnTo>
                  <a:lnTo>
                    <a:pt x="607011" y="1756701"/>
                  </a:lnTo>
                  <a:lnTo>
                    <a:pt x="606196" y="1756701"/>
                  </a:lnTo>
                  <a:lnTo>
                    <a:pt x="605381" y="1756701"/>
                  </a:lnTo>
                  <a:lnTo>
                    <a:pt x="604566" y="1756701"/>
                  </a:lnTo>
                  <a:lnTo>
                    <a:pt x="603752" y="1756701"/>
                  </a:lnTo>
                  <a:lnTo>
                    <a:pt x="602937" y="1756701"/>
                  </a:lnTo>
                  <a:lnTo>
                    <a:pt x="602122" y="1756701"/>
                  </a:lnTo>
                  <a:lnTo>
                    <a:pt x="601307" y="1756701"/>
                  </a:lnTo>
                  <a:lnTo>
                    <a:pt x="600492" y="1756701"/>
                  </a:lnTo>
                  <a:lnTo>
                    <a:pt x="599678" y="1756701"/>
                  </a:lnTo>
                  <a:lnTo>
                    <a:pt x="598863" y="1756701"/>
                  </a:lnTo>
                  <a:lnTo>
                    <a:pt x="598048" y="1756701"/>
                  </a:lnTo>
                  <a:lnTo>
                    <a:pt x="597233" y="1756701"/>
                  </a:lnTo>
                  <a:lnTo>
                    <a:pt x="596418" y="1756701"/>
                  </a:lnTo>
                  <a:lnTo>
                    <a:pt x="595604" y="1756701"/>
                  </a:lnTo>
                  <a:lnTo>
                    <a:pt x="594789" y="1756701"/>
                  </a:lnTo>
                  <a:lnTo>
                    <a:pt x="593974" y="1756701"/>
                  </a:lnTo>
                  <a:lnTo>
                    <a:pt x="593159" y="1756701"/>
                  </a:lnTo>
                  <a:lnTo>
                    <a:pt x="592345" y="1756701"/>
                  </a:lnTo>
                  <a:lnTo>
                    <a:pt x="591530" y="1756701"/>
                  </a:lnTo>
                  <a:lnTo>
                    <a:pt x="590715" y="1756701"/>
                  </a:lnTo>
                  <a:lnTo>
                    <a:pt x="589900" y="1756701"/>
                  </a:lnTo>
                  <a:lnTo>
                    <a:pt x="589085" y="1756701"/>
                  </a:lnTo>
                  <a:lnTo>
                    <a:pt x="588271" y="1756701"/>
                  </a:lnTo>
                  <a:lnTo>
                    <a:pt x="587456" y="1756701"/>
                  </a:lnTo>
                  <a:lnTo>
                    <a:pt x="586641" y="1756701"/>
                  </a:lnTo>
                  <a:lnTo>
                    <a:pt x="585826" y="1756701"/>
                  </a:lnTo>
                  <a:lnTo>
                    <a:pt x="585012" y="1756701"/>
                  </a:lnTo>
                  <a:lnTo>
                    <a:pt x="584197" y="1756701"/>
                  </a:lnTo>
                  <a:lnTo>
                    <a:pt x="583382" y="1756701"/>
                  </a:lnTo>
                  <a:lnTo>
                    <a:pt x="582567" y="1756701"/>
                  </a:lnTo>
                  <a:lnTo>
                    <a:pt x="581752" y="1756701"/>
                  </a:lnTo>
                  <a:lnTo>
                    <a:pt x="580938" y="1756701"/>
                  </a:lnTo>
                  <a:lnTo>
                    <a:pt x="580123" y="1756701"/>
                  </a:lnTo>
                  <a:lnTo>
                    <a:pt x="579308" y="1756701"/>
                  </a:lnTo>
                  <a:lnTo>
                    <a:pt x="578493" y="1756701"/>
                  </a:lnTo>
                  <a:lnTo>
                    <a:pt x="577679" y="1756701"/>
                  </a:lnTo>
                  <a:lnTo>
                    <a:pt x="576864" y="1756701"/>
                  </a:lnTo>
                  <a:lnTo>
                    <a:pt x="576049" y="1756701"/>
                  </a:lnTo>
                  <a:lnTo>
                    <a:pt x="575234" y="1756701"/>
                  </a:lnTo>
                  <a:lnTo>
                    <a:pt x="574419" y="1756701"/>
                  </a:lnTo>
                  <a:lnTo>
                    <a:pt x="573605" y="1756701"/>
                  </a:lnTo>
                  <a:lnTo>
                    <a:pt x="572790" y="1756701"/>
                  </a:lnTo>
                  <a:lnTo>
                    <a:pt x="571975" y="1756701"/>
                  </a:lnTo>
                  <a:lnTo>
                    <a:pt x="571160" y="1756701"/>
                  </a:lnTo>
                  <a:lnTo>
                    <a:pt x="570346" y="1756701"/>
                  </a:lnTo>
                  <a:lnTo>
                    <a:pt x="569531" y="1756701"/>
                  </a:lnTo>
                  <a:lnTo>
                    <a:pt x="568716" y="1756701"/>
                  </a:lnTo>
                  <a:lnTo>
                    <a:pt x="567901" y="1756701"/>
                  </a:lnTo>
                  <a:lnTo>
                    <a:pt x="567086" y="1756701"/>
                  </a:lnTo>
                  <a:lnTo>
                    <a:pt x="566272" y="1756701"/>
                  </a:lnTo>
                  <a:lnTo>
                    <a:pt x="565457" y="1756701"/>
                  </a:lnTo>
                  <a:lnTo>
                    <a:pt x="564642" y="1756701"/>
                  </a:lnTo>
                  <a:lnTo>
                    <a:pt x="563827" y="1756701"/>
                  </a:lnTo>
                  <a:lnTo>
                    <a:pt x="563013" y="1756701"/>
                  </a:lnTo>
                  <a:lnTo>
                    <a:pt x="562198" y="1756701"/>
                  </a:lnTo>
                  <a:lnTo>
                    <a:pt x="561383" y="1756701"/>
                  </a:lnTo>
                  <a:lnTo>
                    <a:pt x="560568" y="1756701"/>
                  </a:lnTo>
                  <a:lnTo>
                    <a:pt x="559753" y="1756701"/>
                  </a:lnTo>
                  <a:lnTo>
                    <a:pt x="558939" y="1756701"/>
                  </a:lnTo>
                  <a:lnTo>
                    <a:pt x="558124" y="1756701"/>
                  </a:lnTo>
                  <a:lnTo>
                    <a:pt x="557309" y="1756701"/>
                  </a:lnTo>
                  <a:lnTo>
                    <a:pt x="556494" y="1756701"/>
                  </a:lnTo>
                  <a:lnTo>
                    <a:pt x="555679" y="1756701"/>
                  </a:lnTo>
                  <a:lnTo>
                    <a:pt x="554865" y="1756701"/>
                  </a:lnTo>
                  <a:lnTo>
                    <a:pt x="554050" y="1756701"/>
                  </a:lnTo>
                  <a:lnTo>
                    <a:pt x="553235" y="1756701"/>
                  </a:lnTo>
                  <a:lnTo>
                    <a:pt x="552420" y="1756701"/>
                  </a:lnTo>
                  <a:lnTo>
                    <a:pt x="551606" y="1756701"/>
                  </a:lnTo>
                  <a:lnTo>
                    <a:pt x="550791" y="1756701"/>
                  </a:lnTo>
                  <a:lnTo>
                    <a:pt x="549976" y="1756701"/>
                  </a:lnTo>
                  <a:lnTo>
                    <a:pt x="549161" y="1756701"/>
                  </a:lnTo>
                  <a:lnTo>
                    <a:pt x="548346" y="1756701"/>
                  </a:lnTo>
                  <a:lnTo>
                    <a:pt x="547532" y="1756701"/>
                  </a:lnTo>
                  <a:lnTo>
                    <a:pt x="546717" y="1756701"/>
                  </a:lnTo>
                  <a:lnTo>
                    <a:pt x="545902" y="1756701"/>
                  </a:lnTo>
                  <a:lnTo>
                    <a:pt x="545087" y="1756701"/>
                  </a:lnTo>
                  <a:lnTo>
                    <a:pt x="544273" y="1756701"/>
                  </a:lnTo>
                  <a:lnTo>
                    <a:pt x="543458" y="1756701"/>
                  </a:lnTo>
                  <a:lnTo>
                    <a:pt x="542643" y="1756701"/>
                  </a:lnTo>
                  <a:lnTo>
                    <a:pt x="541828" y="1756701"/>
                  </a:lnTo>
                  <a:lnTo>
                    <a:pt x="541013" y="1756701"/>
                  </a:lnTo>
                  <a:lnTo>
                    <a:pt x="540199" y="1756701"/>
                  </a:lnTo>
                  <a:lnTo>
                    <a:pt x="539384" y="1756701"/>
                  </a:lnTo>
                  <a:lnTo>
                    <a:pt x="538569" y="1756701"/>
                  </a:lnTo>
                  <a:lnTo>
                    <a:pt x="537754" y="1756701"/>
                  </a:lnTo>
                  <a:lnTo>
                    <a:pt x="536940" y="1756701"/>
                  </a:lnTo>
                  <a:lnTo>
                    <a:pt x="536125" y="1756701"/>
                  </a:lnTo>
                  <a:lnTo>
                    <a:pt x="535310" y="1756701"/>
                  </a:lnTo>
                  <a:lnTo>
                    <a:pt x="534495" y="1756701"/>
                  </a:lnTo>
                  <a:lnTo>
                    <a:pt x="533680" y="1756701"/>
                  </a:lnTo>
                  <a:lnTo>
                    <a:pt x="532866" y="1756701"/>
                  </a:lnTo>
                  <a:lnTo>
                    <a:pt x="532051" y="1756701"/>
                  </a:lnTo>
                  <a:lnTo>
                    <a:pt x="531236" y="1756701"/>
                  </a:lnTo>
                  <a:lnTo>
                    <a:pt x="530421" y="1756701"/>
                  </a:lnTo>
                  <a:lnTo>
                    <a:pt x="529607" y="1756701"/>
                  </a:lnTo>
                  <a:lnTo>
                    <a:pt x="528792" y="1756701"/>
                  </a:lnTo>
                  <a:lnTo>
                    <a:pt x="527977" y="1756701"/>
                  </a:lnTo>
                  <a:lnTo>
                    <a:pt x="527162" y="1756701"/>
                  </a:lnTo>
                  <a:lnTo>
                    <a:pt x="526347" y="1756701"/>
                  </a:lnTo>
                  <a:lnTo>
                    <a:pt x="525533" y="1756701"/>
                  </a:lnTo>
                  <a:lnTo>
                    <a:pt x="524718" y="1756701"/>
                  </a:lnTo>
                  <a:lnTo>
                    <a:pt x="523903" y="1756701"/>
                  </a:lnTo>
                  <a:lnTo>
                    <a:pt x="523088" y="1756701"/>
                  </a:lnTo>
                  <a:lnTo>
                    <a:pt x="522274" y="1756701"/>
                  </a:lnTo>
                  <a:lnTo>
                    <a:pt x="521459" y="1756701"/>
                  </a:lnTo>
                  <a:lnTo>
                    <a:pt x="520644" y="1756701"/>
                  </a:lnTo>
                  <a:lnTo>
                    <a:pt x="519829" y="1756701"/>
                  </a:lnTo>
                  <a:lnTo>
                    <a:pt x="519014" y="1756701"/>
                  </a:lnTo>
                  <a:lnTo>
                    <a:pt x="518200" y="1756701"/>
                  </a:lnTo>
                  <a:lnTo>
                    <a:pt x="517385" y="1756701"/>
                  </a:lnTo>
                  <a:lnTo>
                    <a:pt x="516570" y="1756701"/>
                  </a:lnTo>
                  <a:lnTo>
                    <a:pt x="515755" y="1756701"/>
                  </a:lnTo>
                  <a:lnTo>
                    <a:pt x="514940" y="1756701"/>
                  </a:lnTo>
                  <a:lnTo>
                    <a:pt x="514126" y="1756701"/>
                  </a:lnTo>
                  <a:lnTo>
                    <a:pt x="513311" y="1756701"/>
                  </a:lnTo>
                  <a:lnTo>
                    <a:pt x="512496" y="1756701"/>
                  </a:lnTo>
                  <a:lnTo>
                    <a:pt x="511681" y="1756701"/>
                  </a:lnTo>
                  <a:lnTo>
                    <a:pt x="510867" y="1756701"/>
                  </a:lnTo>
                  <a:lnTo>
                    <a:pt x="510052" y="1756701"/>
                  </a:lnTo>
                  <a:lnTo>
                    <a:pt x="509237" y="1756701"/>
                  </a:lnTo>
                  <a:lnTo>
                    <a:pt x="508422" y="1756701"/>
                  </a:lnTo>
                  <a:lnTo>
                    <a:pt x="507607" y="1756701"/>
                  </a:lnTo>
                  <a:lnTo>
                    <a:pt x="506793" y="1756701"/>
                  </a:lnTo>
                  <a:lnTo>
                    <a:pt x="505978" y="1756701"/>
                  </a:lnTo>
                  <a:lnTo>
                    <a:pt x="505163" y="1756701"/>
                  </a:lnTo>
                  <a:lnTo>
                    <a:pt x="504348" y="1756701"/>
                  </a:lnTo>
                  <a:lnTo>
                    <a:pt x="503534" y="1756701"/>
                  </a:lnTo>
                  <a:lnTo>
                    <a:pt x="502719" y="1756701"/>
                  </a:lnTo>
                  <a:lnTo>
                    <a:pt x="501904" y="1756701"/>
                  </a:lnTo>
                  <a:lnTo>
                    <a:pt x="501089" y="1756701"/>
                  </a:lnTo>
                  <a:lnTo>
                    <a:pt x="500274" y="1756701"/>
                  </a:lnTo>
                  <a:lnTo>
                    <a:pt x="499460" y="1756701"/>
                  </a:lnTo>
                  <a:lnTo>
                    <a:pt x="498645" y="1756701"/>
                  </a:lnTo>
                  <a:lnTo>
                    <a:pt x="497830" y="1756701"/>
                  </a:lnTo>
                  <a:lnTo>
                    <a:pt x="497015" y="1756701"/>
                  </a:lnTo>
                  <a:lnTo>
                    <a:pt x="496201" y="1756701"/>
                  </a:lnTo>
                  <a:lnTo>
                    <a:pt x="495386" y="1756701"/>
                  </a:lnTo>
                  <a:lnTo>
                    <a:pt x="494571" y="1756701"/>
                  </a:lnTo>
                  <a:lnTo>
                    <a:pt x="493756" y="1756701"/>
                  </a:lnTo>
                  <a:lnTo>
                    <a:pt x="492941" y="1756701"/>
                  </a:lnTo>
                  <a:lnTo>
                    <a:pt x="492127" y="1756701"/>
                  </a:lnTo>
                  <a:lnTo>
                    <a:pt x="491312" y="1756701"/>
                  </a:lnTo>
                  <a:lnTo>
                    <a:pt x="490497" y="1756701"/>
                  </a:lnTo>
                  <a:lnTo>
                    <a:pt x="489682" y="1756701"/>
                  </a:lnTo>
                  <a:lnTo>
                    <a:pt x="488868" y="1756701"/>
                  </a:lnTo>
                  <a:lnTo>
                    <a:pt x="488053" y="1756701"/>
                  </a:lnTo>
                  <a:lnTo>
                    <a:pt x="487238" y="1756701"/>
                  </a:lnTo>
                  <a:lnTo>
                    <a:pt x="486423" y="1756701"/>
                  </a:lnTo>
                  <a:lnTo>
                    <a:pt x="485608" y="1756701"/>
                  </a:lnTo>
                  <a:lnTo>
                    <a:pt x="484794" y="1756701"/>
                  </a:lnTo>
                  <a:lnTo>
                    <a:pt x="483979" y="1756701"/>
                  </a:lnTo>
                  <a:lnTo>
                    <a:pt x="483164" y="1756701"/>
                  </a:lnTo>
                  <a:lnTo>
                    <a:pt x="482349" y="1756701"/>
                  </a:lnTo>
                  <a:lnTo>
                    <a:pt x="481535" y="1756701"/>
                  </a:lnTo>
                  <a:lnTo>
                    <a:pt x="480720" y="1756701"/>
                  </a:lnTo>
                  <a:lnTo>
                    <a:pt x="479905" y="1756701"/>
                  </a:lnTo>
                  <a:lnTo>
                    <a:pt x="479090" y="1756701"/>
                  </a:lnTo>
                  <a:lnTo>
                    <a:pt x="478275" y="1756701"/>
                  </a:lnTo>
                  <a:lnTo>
                    <a:pt x="477461" y="1756701"/>
                  </a:lnTo>
                  <a:lnTo>
                    <a:pt x="476646" y="1756701"/>
                  </a:lnTo>
                  <a:lnTo>
                    <a:pt x="475831" y="1756701"/>
                  </a:lnTo>
                  <a:lnTo>
                    <a:pt x="475016" y="1756701"/>
                  </a:lnTo>
                  <a:lnTo>
                    <a:pt x="474201" y="1756701"/>
                  </a:lnTo>
                  <a:lnTo>
                    <a:pt x="473387" y="1756701"/>
                  </a:lnTo>
                  <a:lnTo>
                    <a:pt x="472572" y="1756701"/>
                  </a:lnTo>
                  <a:lnTo>
                    <a:pt x="471757" y="1756701"/>
                  </a:lnTo>
                  <a:lnTo>
                    <a:pt x="470942" y="1756701"/>
                  </a:lnTo>
                  <a:lnTo>
                    <a:pt x="470128" y="1756701"/>
                  </a:lnTo>
                  <a:lnTo>
                    <a:pt x="469313" y="1756701"/>
                  </a:lnTo>
                  <a:lnTo>
                    <a:pt x="468498" y="1756701"/>
                  </a:lnTo>
                  <a:lnTo>
                    <a:pt x="467683" y="1756701"/>
                  </a:lnTo>
                  <a:lnTo>
                    <a:pt x="466868" y="1756701"/>
                  </a:lnTo>
                  <a:lnTo>
                    <a:pt x="466054" y="1756701"/>
                  </a:lnTo>
                  <a:lnTo>
                    <a:pt x="465239" y="1756701"/>
                  </a:lnTo>
                  <a:lnTo>
                    <a:pt x="464424" y="1756701"/>
                  </a:lnTo>
                  <a:lnTo>
                    <a:pt x="463609" y="1756701"/>
                  </a:lnTo>
                  <a:lnTo>
                    <a:pt x="462795" y="1756701"/>
                  </a:lnTo>
                  <a:lnTo>
                    <a:pt x="461980" y="1756701"/>
                  </a:lnTo>
                  <a:lnTo>
                    <a:pt x="461165" y="1756701"/>
                  </a:lnTo>
                  <a:lnTo>
                    <a:pt x="460350" y="1756701"/>
                  </a:lnTo>
                  <a:lnTo>
                    <a:pt x="459535" y="1756701"/>
                  </a:lnTo>
                  <a:lnTo>
                    <a:pt x="458721" y="1756701"/>
                  </a:lnTo>
                  <a:lnTo>
                    <a:pt x="457906" y="1756701"/>
                  </a:lnTo>
                  <a:lnTo>
                    <a:pt x="457091" y="1756701"/>
                  </a:lnTo>
                  <a:lnTo>
                    <a:pt x="456276" y="1756701"/>
                  </a:lnTo>
                  <a:lnTo>
                    <a:pt x="455462" y="1756701"/>
                  </a:lnTo>
                  <a:lnTo>
                    <a:pt x="454647" y="1756701"/>
                  </a:lnTo>
                  <a:lnTo>
                    <a:pt x="453832" y="1756701"/>
                  </a:lnTo>
                  <a:lnTo>
                    <a:pt x="453017" y="1756701"/>
                  </a:lnTo>
                  <a:lnTo>
                    <a:pt x="452202" y="1756701"/>
                  </a:lnTo>
                  <a:lnTo>
                    <a:pt x="451388" y="1756701"/>
                  </a:lnTo>
                  <a:lnTo>
                    <a:pt x="450573" y="1756701"/>
                  </a:lnTo>
                  <a:lnTo>
                    <a:pt x="449758" y="1756701"/>
                  </a:lnTo>
                  <a:lnTo>
                    <a:pt x="448943" y="1756701"/>
                  </a:lnTo>
                  <a:lnTo>
                    <a:pt x="448129" y="1756701"/>
                  </a:lnTo>
                  <a:lnTo>
                    <a:pt x="447314" y="1756701"/>
                  </a:lnTo>
                  <a:lnTo>
                    <a:pt x="446499" y="1756701"/>
                  </a:lnTo>
                  <a:lnTo>
                    <a:pt x="445684" y="1756701"/>
                  </a:lnTo>
                  <a:lnTo>
                    <a:pt x="444869" y="1756701"/>
                  </a:lnTo>
                  <a:lnTo>
                    <a:pt x="444055" y="1756701"/>
                  </a:lnTo>
                  <a:lnTo>
                    <a:pt x="443240" y="1756701"/>
                  </a:lnTo>
                  <a:lnTo>
                    <a:pt x="442425" y="1756701"/>
                  </a:lnTo>
                  <a:lnTo>
                    <a:pt x="441610" y="1756701"/>
                  </a:lnTo>
                  <a:lnTo>
                    <a:pt x="440796" y="1756701"/>
                  </a:lnTo>
                  <a:lnTo>
                    <a:pt x="439981" y="1756701"/>
                  </a:lnTo>
                  <a:lnTo>
                    <a:pt x="439166" y="1756701"/>
                  </a:lnTo>
                  <a:lnTo>
                    <a:pt x="438351" y="1756701"/>
                  </a:lnTo>
                  <a:lnTo>
                    <a:pt x="437536" y="1756701"/>
                  </a:lnTo>
                  <a:lnTo>
                    <a:pt x="436722" y="1756701"/>
                  </a:lnTo>
                  <a:lnTo>
                    <a:pt x="435907" y="1756701"/>
                  </a:lnTo>
                  <a:lnTo>
                    <a:pt x="435092" y="1756701"/>
                  </a:lnTo>
                  <a:lnTo>
                    <a:pt x="434277" y="1756701"/>
                  </a:lnTo>
                  <a:lnTo>
                    <a:pt x="433462" y="1756701"/>
                  </a:lnTo>
                  <a:lnTo>
                    <a:pt x="432648" y="1756701"/>
                  </a:lnTo>
                  <a:lnTo>
                    <a:pt x="431833" y="1756701"/>
                  </a:lnTo>
                  <a:lnTo>
                    <a:pt x="431018" y="1756701"/>
                  </a:lnTo>
                  <a:lnTo>
                    <a:pt x="430203" y="1756701"/>
                  </a:lnTo>
                  <a:lnTo>
                    <a:pt x="429389" y="1756701"/>
                  </a:lnTo>
                  <a:lnTo>
                    <a:pt x="428574" y="1756701"/>
                  </a:lnTo>
                  <a:lnTo>
                    <a:pt x="427759" y="1756701"/>
                  </a:lnTo>
                  <a:lnTo>
                    <a:pt x="426944" y="1756701"/>
                  </a:lnTo>
                  <a:lnTo>
                    <a:pt x="426129" y="1756701"/>
                  </a:lnTo>
                  <a:lnTo>
                    <a:pt x="425315" y="1756701"/>
                  </a:lnTo>
                  <a:lnTo>
                    <a:pt x="424500" y="1756701"/>
                  </a:lnTo>
                  <a:lnTo>
                    <a:pt x="423685" y="1756701"/>
                  </a:lnTo>
                  <a:lnTo>
                    <a:pt x="422870" y="1756701"/>
                  </a:lnTo>
                  <a:lnTo>
                    <a:pt x="422056" y="1756701"/>
                  </a:lnTo>
                  <a:lnTo>
                    <a:pt x="421241" y="1756701"/>
                  </a:lnTo>
                  <a:lnTo>
                    <a:pt x="420426" y="1756701"/>
                  </a:lnTo>
                  <a:lnTo>
                    <a:pt x="419611" y="1756701"/>
                  </a:lnTo>
                  <a:lnTo>
                    <a:pt x="418796" y="1756701"/>
                  </a:lnTo>
                  <a:lnTo>
                    <a:pt x="417982" y="1756701"/>
                  </a:lnTo>
                  <a:lnTo>
                    <a:pt x="417167" y="1756701"/>
                  </a:lnTo>
                  <a:lnTo>
                    <a:pt x="416352" y="1756701"/>
                  </a:lnTo>
                  <a:lnTo>
                    <a:pt x="415537" y="1756701"/>
                  </a:lnTo>
                  <a:lnTo>
                    <a:pt x="414723" y="1756701"/>
                  </a:lnTo>
                  <a:lnTo>
                    <a:pt x="413908" y="1756701"/>
                  </a:lnTo>
                  <a:lnTo>
                    <a:pt x="413093" y="1756701"/>
                  </a:lnTo>
                  <a:lnTo>
                    <a:pt x="412278" y="1756701"/>
                  </a:lnTo>
                  <a:lnTo>
                    <a:pt x="411463" y="1756701"/>
                  </a:lnTo>
                  <a:lnTo>
                    <a:pt x="410649" y="1756701"/>
                  </a:lnTo>
                  <a:lnTo>
                    <a:pt x="409834" y="1756701"/>
                  </a:lnTo>
                  <a:lnTo>
                    <a:pt x="409019" y="1756701"/>
                  </a:lnTo>
                  <a:lnTo>
                    <a:pt x="408204" y="1756701"/>
                  </a:lnTo>
                  <a:lnTo>
                    <a:pt x="407390" y="1756701"/>
                  </a:lnTo>
                  <a:lnTo>
                    <a:pt x="406575" y="1756701"/>
                  </a:lnTo>
                  <a:lnTo>
                    <a:pt x="405760" y="1756701"/>
                  </a:lnTo>
                  <a:lnTo>
                    <a:pt x="404945" y="1756701"/>
                  </a:lnTo>
                  <a:lnTo>
                    <a:pt x="404130" y="1756701"/>
                  </a:lnTo>
                  <a:lnTo>
                    <a:pt x="403316" y="1756701"/>
                  </a:lnTo>
                  <a:lnTo>
                    <a:pt x="402501" y="1756701"/>
                  </a:lnTo>
                  <a:lnTo>
                    <a:pt x="401686" y="1756701"/>
                  </a:lnTo>
                  <a:lnTo>
                    <a:pt x="400871" y="1756701"/>
                  </a:lnTo>
                  <a:lnTo>
                    <a:pt x="400057" y="1756701"/>
                  </a:lnTo>
                  <a:lnTo>
                    <a:pt x="399242" y="1756701"/>
                  </a:lnTo>
                  <a:lnTo>
                    <a:pt x="398427" y="1756701"/>
                  </a:lnTo>
                  <a:lnTo>
                    <a:pt x="397612" y="1756701"/>
                  </a:lnTo>
                  <a:lnTo>
                    <a:pt x="396797" y="1756701"/>
                  </a:lnTo>
                  <a:lnTo>
                    <a:pt x="395983" y="1756701"/>
                  </a:lnTo>
                  <a:lnTo>
                    <a:pt x="395168" y="1756701"/>
                  </a:lnTo>
                  <a:lnTo>
                    <a:pt x="394353" y="1756701"/>
                  </a:lnTo>
                  <a:lnTo>
                    <a:pt x="393538" y="1756701"/>
                  </a:lnTo>
                  <a:lnTo>
                    <a:pt x="392723" y="1756701"/>
                  </a:lnTo>
                  <a:lnTo>
                    <a:pt x="391909" y="1756701"/>
                  </a:lnTo>
                  <a:lnTo>
                    <a:pt x="391094" y="1756701"/>
                  </a:lnTo>
                  <a:lnTo>
                    <a:pt x="390279" y="1756701"/>
                  </a:lnTo>
                  <a:lnTo>
                    <a:pt x="389464" y="1756701"/>
                  </a:lnTo>
                  <a:lnTo>
                    <a:pt x="388650" y="1756701"/>
                  </a:lnTo>
                  <a:lnTo>
                    <a:pt x="387835" y="1756701"/>
                  </a:lnTo>
                  <a:lnTo>
                    <a:pt x="387020" y="1756701"/>
                  </a:lnTo>
                  <a:lnTo>
                    <a:pt x="386205" y="1756701"/>
                  </a:lnTo>
                  <a:lnTo>
                    <a:pt x="385390" y="1756701"/>
                  </a:lnTo>
                  <a:lnTo>
                    <a:pt x="384576" y="1756701"/>
                  </a:lnTo>
                  <a:lnTo>
                    <a:pt x="383761" y="1756701"/>
                  </a:lnTo>
                  <a:lnTo>
                    <a:pt x="382946" y="1756701"/>
                  </a:lnTo>
                  <a:lnTo>
                    <a:pt x="382131" y="1756701"/>
                  </a:lnTo>
                  <a:lnTo>
                    <a:pt x="381317" y="1756701"/>
                  </a:lnTo>
                  <a:lnTo>
                    <a:pt x="380502" y="1756701"/>
                  </a:lnTo>
                  <a:lnTo>
                    <a:pt x="379687" y="1756701"/>
                  </a:lnTo>
                  <a:lnTo>
                    <a:pt x="378872" y="1756701"/>
                  </a:lnTo>
                  <a:lnTo>
                    <a:pt x="378057" y="1756701"/>
                  </a:lnTo>
                  <a:lnTo>
                    <a:pt x="377243" y="1756701"/>
                  </a:lnTo>
                  <a:lnTo>
                    <a:pt x="376428" y="1756701"/>
                  </a:lnTo>
                  <a:lnTo>
                    <a:pt x="375613" y="1756701"/>
                  </a:lnTo>
                  <a:lnTo>
                    <a:pt x="374798" y="1756701"/>
                  </a:lnTo>
                  <a:lnTo>
                    <a:pt x="373984" y="1756701"/>
                  </a:lnTo>
                  <a:lnTo>
                    <a:pt x="373169" y="1756701"/>
                  </a:lnTo>
                  <a:lnTo>
                    <a:pt x="372354" y="1756701"/>
                  </a:lnTo>
                  <a:lnTo>
                    <a:pt x="371539" y="1756701"/>
                  </a:lnTo>
                  <a:lnTo>
                    <a:pt x="370724" y="1756701"/>
                  </a:lnTo>
                  <a:lnTo>
                    <a:pt x="369910" y="1756701"/>
                  </a:lnTo>
                  <a:lnTo>
                    <a:pt x="369095" y="1756701"/>
                  </a:lnTo>
                  <a:lnTo>
                    <a:pt x="368280" y="1756701"/>
                  </a:lnTo>
                  <a:lnTo>
                    <a:pt x="367465" y="1756701"/>
                  </a:lnTo>
                  <a:lnTo>
                    <a:pt x="366651" y="1756701"/>
                  </a:lnTo>
                  <a:lnTo>
                    <a:pt x="365836" y="1756701"/>
                  </a:lnTo>
                  <a:lnTo>
                    <a:pt x="365021" y="1756701"/>
                  </a:lnTo>
                  <a:lnTo>
                    <a:pt x="364206" y="1756701"/>
                  </a:lnTo>
                  <a:lnTo>
                    <a:pt x="363391" y="1756701"/>
                  </a:lnTo>
                  <a:lnTo>
                    <a:pt x="362577" y="1756701"/>
                  </a:lnTo>
                  <a:lnTo>
                    <a:pt x="361762" y="1756701"/>
                  </a:lnTo>
                  <a:lnTo>
                    <a:pt x="360947" y="1756701"/>
                  </a:lnTo>
                  <a:lnTo>
                    <a:pt x="360132" y="1756701"/>
                  </a:lnTo>
                  <a:lnTo>
                    <a:pt x="359318" y="1756701"/>
                  </a:lnTo>
                  <a:lnTo>
                    <a:pt x="358503" y="1756701"/>
                  </a:lnTo>
                  <a:lnTo>
                    <a:pt x="357688" y="1756701"/>
                  </a:lnTo>
                  <a:lnTo>
                    <a:pt x="356873" y="1756701"/>
                  </a:lnTo>
                  <a:lnTo>
                    <a:pt x="356058" y="1756701"/>
                  </a:lnTo>
                  <a:lnTo>
                    <a:pt x="355244" y="1756701"/>
                  </a:lnTo>
                  <a:lnTo>
                    <a:pt x="354429" y="1756701"/>
                  </a:lnTo>
                  <a:lnTo>
                    <a:pt x="353614" y="1756701"/>
                  </a:lnTo>
                  <a:lnTo>
                    <a:pt x="352799" y="1756701"/>
                  </a:lnTo>
                  <a:lnTo>
                    <a:pt x="351984" y="1756701"/>
                  </a:lnTo>
                  <a:lnTo>
                    <a:pt x="351170" y="1756701"/>
                  </a:lnTo>
                  <a:lnTo>
                    <a:pt x="350355" y="1756701"/>
                  </a:lnTo>
                  <a:lnTo>
                    <a:pt x="349540" y="1756701"/>
                  </a:lnTo>
                  <a:lnTo>
                    <a:pt x="348725" y="1756701"/>
                  </a:lnTo>
                  <a:lnTo>
                    <a:pt x="347911" y="1756701"/>
                  </a:lnTo>
                  <a:lnTo>
                    <a:pt x="347096" y="1756701"/>
                  </a:lnTo>
                  <a:lnTo>
                    <a:pt x="346281" y="1756701"/>
                  </a:lnTo>
                  <a:lnTo>
                    <a:pt x="345466" y="1756701"/>
                  </a:lnTo>
                  <a:lnTo>
                    <a:pt x="344651" y="1756701"/>
                  </a:lnTo>
                  <a:lnTo>
                    <a:pt x="343837" y="1756701"/>
                  </a:lnTo>
                  <a:lnTo>
                    <a:pt x="343022" y="1756701"/>
                  </a:lnTo>
                  <a:lnTo>
                    <a:pt x="342207" y="1756701"/>
                  </a:lnTo>
                  <a:lnTo>
                    <a:pt x="341392" y="1756701"/>
                  </a:lnTo>
                  <a:lnTo>
                    <a:pt x="340578" y="1756701"/>
                  </a:lnTo>
                  <a:lnTo>
                    <a:pt x="339763" y="1756701"/>
                  </a:lnTo>
                  <a:lnTo>
                    <a:pt x="338948" y="1756701"/>
                  </a:lnTo>
                  <a:lnTo>
                    <a:pt x="338133" y="1756701"/>
                  </a:lnTo>
                  <a:lnTo>
                    <a:pt x="337318" y="1756701"/>
                  </a:lnTo>
                  <a:lnTo>
                    <a:pt x="336504" y="1756701"/>
                  </a:lnTo>
                  <a:lnTo>
                    <a:pt x="335689" y="1756701"/>
                  </a:lnTo>
                  <a:lnTo>
                    <a:pt x="334874" y="1756701"/>
                  </a:lnTo>
                  <a:lnTo>
                    <a:pt x="334059" y="1756701"/>
                  </a:lnTo>
                  <a:lnTo>
                    <a:pt x="333245" y="1756701"/>
                  </a:lnTo>
                  <a:lnTo>
                    <a:pt x="332430" y="1756701"/>
                  </a:lnTo>
                  <a:lnTo>
                    <a:pt x="331615" y="1756701"/>
                  </a:lnTo>
                  <a:lnTo>
                    <a:pt x="330800" y="1756701"/>
                  </a:lnTo>
                  <a:lnTo>
                    <a:pt x="329985" y="1756701"/>
                  </a:lnTo>
                  <a:lnTo>
                    <a:pt x="329171" y="1756701"/>
                  </a:lnTo>
                  <a:lnTo>
                    <a:pt x="328356" y="1756701"/>
                  </a:lnTo>
                  <a:lnTo>
                    <a:pt x="327541" y="1756701"/>
                  </a:lnTo>
                  <a:lnTo>
                    <a:pt x="326726" y="1756701"/>
                  </a:lnTo>
                  <a:lnTo>
                    <a:pt x="325912" y="1756701"/>
                  </a:lnTo>
                  <a:lnTo>
                    <a:pt x="325097" y="1756701"/>
                  </a:lnTo>
                  <a:lnTo>
                    <a:pt x="324282" y="1756701"/>
                  </a:lnTo>
                  <a:lnTo>
                    <a:pt x="323467" y="1756701"/>
                  </a:lnTo>
                  <a:lnTo>
                    <a:pt x="322652" y="1756701"/>
                  </a:lnTo>
                  <a:lnTo>
                    <a:pt x="321838" y="1756701"/>
                  </a:lnTo>
                  <a:lnTo>
                    <a:pt x="321023" y="1756701"/>
                  </a:lnTo>
                  <a:lnTo>
                    <a:pt x="320208" y="1756701"/>
                  </a:lnTo>
                  <a:lnTo>
                    <a:pt x="319393" y="1756701"/>
                  </a:lnTo>
                  <a:lnTo>
                    <a:pt x="318578" y="1756701"/>
                  </a:lnTo>
                  <a:lnTo>
                    <a:pt x="317764" y="1756701"/>
                  </a:lnTo>
                  <a:lnTo>
                    <a:pt x="316949" y="1756701"/>
                  </a:lnTo>
                  <a:lnTo>
                    <a:pt x="316134" y="1756701"/>
                  </a:lnTo>
                  <a:lnTo>
                    <a:pt x="315319" y="1756701"/>
                  </a:lnTo>
                  <a:lnTo>
                    <a:pt x="314505" y="1756701"/>
                  </a:lnTo>
                  <a:lnTo>
                    <a:pt x="313690" y="1756701"/>
                  </a:lnTo>
                  <a:lnTo>
                    <a:pt x="312875" y="1756701"/>
                  </a:lnTo>
                  <a:lnTo>
                    <a:pt x="312060" y="1756701"/>
                  </a:lnTo>
                  <a:lnTo>
                    <a:pt x="311245" y="1756701"/>
                  </a:lnTo>
                  <a:lnTo>
                    <a:pt x="310431" y="1756701"/>
                  </a:lnTo>
                  <a:lnTo>
                    <a:pt x="309616" y="1756701"/>
                  </a:lnTo>
                  <a:lnTo>
                    <a:pt x="308801" y="1756701"/>
                  </a:lnTo>
                  <a:lnTo>
                    <a:pt x="307986" y="1756701"/>
                  </a:lnTo>
                  <a:lnTo>
                    <a:pt x="307172" y="1756701"/>
                  </a:lnTo>
                  <a:lnTo>
                    <a:pt x="306357" y="1756701"/>
                  </a:lnTo>
                  <a:lnTo>
                    <a:pt x="305542" y="1756701"/>
                  </a:lnTo>
                  <a:lnTo>
                    <a:pt x="304727" y="1756701"/>
                  </a:lnTo>
                  <a:lnTo>
                    <a:pt x="303912" y="1756701"/>
                  </a:lnTo>
                  <a:lnTo>
                    <a:pt x="303098" y="1756701"/>
                  </a:lnTo>
                  <a:lnTo>
                    <a:pt x="302283" y="1756701"/>
                  </a:lnTo>
                  <a:lnTo>
                    <a:pt x="301468" y="1756701"/>
                  </a:lnTo>
                  <a:lnTo>
                    <a:pt x="300653" y="1756701"/>
                  </a:lnTo>
                  <a:lnTo>
                    <a:pt x="299839" y="1756701"/>
                  </a:lnTo>
                  <a:lnTo>
                    <a:pt x="299024" y="1756701"/>
                  </a:lnTo>
                  <a:lnTo>
                    <a:pt x="298209" y="1756701"/>
                  </a:lnTo>
                  <a:lnTo>
                    <a:pt x="297394" y="1756701"/>
                  </a:lnTo>
                  <a:lnTo>
                    <a:pt x="296579" y="1756701"/>
                  </a:lnTo>
                  <a:lnTo>
                    <a:pt x="295765" y="1756701"/>
                  </a:lnTo>
                  <a:lnTo>
                    <a:pt x="294950" y="1756701"/>
                  </a:lnTo>
                  <a:lnTo>
                    <a:pt x="294135" y="1756701"/>
                  </a:lnTo>
                  <a:lnTo>
                    <a:pt x="293320" y="1756701"/>
                  </a:lnTo>
                  <a:lnTo>
                    <a:pt x="292506" y="1756701"/>
                  </a:lnTo>
                  <a:lnTo>
                    <a:pt x="291691" y="1756701"/>
                  </a:lnTo>
                  <a:lnTo>
                    <a:pt x="290876" y="1756701"/>
                  </a:lnTo>
                  <a:lnTo>
                    <a:pt x="290061" y="1756701"/>
                  </a:lnTo>
                  <a:lnTo>
                    <a:pt x="289246" y="1756701"/>
                  </a:lnTo>
                  <a:lnTo>
                    <a:pt x="288432" y="1756701"/>
                  </a:lnTo>
                  <a:lnTo>
                    <a:pt x="287617" y="1756701"/>
                  </a:lnTo>
                  <a:lnTo>
                    <a:pt x="286802" y="1756701"/>
                  </a:lnTo>
                  <a:lnTo>
                    <a:pt x="285987" y="1756701"/>
                  </a:lnTo>
                  <a:lnTo>
                    <a:pt x="285173" y="1756701"/>
                  </a:lnTo>
                  <a:lnTo>
                    <a:pt x="284358" y="1756701"/>
                  </a:lnTo>
                  <a:lnTo>
                    <a:pt x="283543" y="1756701"/>
                  </a:lnTo>
                  <a:lnTo>
                    <a:pt x="282728" y="1756701"/>
                  </a:lnTo>
                  <a:lnTo>
                    <a:pt x="281913" y="1756701"/>
                  </a:lnTo>
                  <a:lnTo>
                    <a:pt x="281099" y="1756701"/>
                  </a:lnTo>
                  <a:lnTo>
                    <a:pt x="280284" y="1756701"/>
                  </a:lnTo>
                  <a:lnTo>
                    <a:pt x="279469" y="1756701"/>
                  </a:lnTo>
                  <a:lnTo>
                    <a:pt x="278654" y="1756701"/>
                  </a:lnTo>
                  <a:lnTo>
                    <a:pt x="277839" y="1756701"/>
                  </a:lnTo>
                  <a:lnTo>
                    <a:pt x="277025" y="1756701"/>
                  </a:lnTo>
                  <a:lnTo>
                    <a:pt x="276210" y="1756701"/>
                  </a:lnTo>
                  <a:lnTo>
                    <a:pt x="275395" y="1756701"/>
                  </a:lnTo>
                  <a:lnTo>
                    <a:pt x="274580" y="1756701"/>
                  </a:lnTo>
                  <a:lnTo>
                    <a:pt x="273766" y="1756701"/>
                  </a:lnTo>
                  <a:lnTo>
                    <a:pt x="272951" y="1756701"/>
                  </a:lnTo>
                  <a:lnTo>
                    <a:pt x="272136" y="1756701"/>
                  </a:lnTo>
                  <a:lnTo>
                    <a:pt x="271321" y="1756701"/>
                  </a:lnTo>
                  <a:lnTo>
                    <a:pt x="270506" y="1756701"/>
                  </a:lnTo>
                  <a:lnTo>
                    <a:pt x="269692" y="1756701"/>
                  </a:lnTo>
                  <a:lnTo>
                    <a:pt x="268877" y="1756701"/>
                  </a:lnTo>
                  <a:lnTo>
                    <a:pt x="268062" y="1756701"/>
                  </a:lnTo>
                  <a:lnTo>
                    <a:pt x="267247" y="1756701"/>
                  </a:lnTo>
                  <a:lnTo>
                    <a:pt x="266433" y="1756701"/>
                  </a:lnTo>
                  <a:lnTo>
                    <a:pt x="265618" y="1756701"/>
                  </a:lnTo>
                  <a:lnTo>
                    <a:pt x="264803" y="1756701"/>
                  </a:lnTo>
                  <a:lnTo>
                    <a:pt x="263988" y="1756701"/>
                  </a:lnTo>
                  <a:lnTo>
                    <a:pt x="263173" y="1756701"/>
                  </a:lnTo>
                  <a:lnTo>
                    <a:pt x="262359" y="1756701"/>
                  </a:lnTo>
                  <a:lnTo>
                    <a:pt x="261544" y="1756701"/>
                  </a:lnTo>
                  <a:lnTo>
                    <a:pt x="260729" y="1756701"/>
                  </a:lnTo>
                  <a:lnTo>
                    <a:pt x="259914" y="1756701"/>
                  </a:lnTo>
                  <a:lnTo>
                    <a:pt x="259100" y="1756701"/>
                  </a:lnTo>
                  <a:lnTo>
                    <a:pt x="258285" y="1756701"/>
                  </a:lnTo>
                  <a:lnTo>
                    <a:pt x="257470" y="1756701"/>
                  </a:lnTo>
                  <a:lnTo>
                    <a:pt x="256655" y="1756701"/>
                  </a:lnTo>
                  <a:lnTo>
                    <a:pt x="255840" y="1756701"/>
                  </a:lnTo>
                  <a:lnTo>
                    <a:pt x="255026" y="1756701"/>
                  </a:lnTo>
                  <a:lnTo>
                    <a:pt x="254211" y="1756701"/>
                  </a:lnTo>
                  <a:lnTo>
                    <a:pt x="253396" y="1756701"/>
                  </a:lnTo>
                  <a:lnTo>
                    <a:pt x="252581" y="1756701"/>
                  </a:lnTo>
                  <a:lnTo>
                    <a:pt x="251767" y="1756701"/>
                  </a:lnTo>
                  <a:lnTo>
                    <a:pt x="250952" y="1756701"/>
                  </a:lnTo>
                  <a:lnTo>
                    <a:pt x="250137" y="1756701"/>
                  </a:lnTo>
                  <a:lnTo>
                    <a:pt x="249322" y="1756701"/>
                  </a:lnTo>
                  <a:lnTo>
                    <a:pt x="248507" y="1756701"/>
                  </a:lnTo>
                  <a:lnTo>
                    <a:pt x="247693" y="1756701"/>
                  </a:lnTo>
                  <a:lnTo>
                    <a:pt x="246878" y="1756701"/>
                  </a:lnTo>
                  <a:lnTo>
                    <a:pt x="246063" y="1756701"/>
                  </a:lnTo>
                  <a:lnTo>
                    <a:pt x="245248" y="1756701"/>
                  </a:lnTo>
                  <a:lnTo>
                    <a:pt x="244434" y="1756701"/>
                  </a:lnTo>
                  <a:lnTo>
                    <a:pt x="243619" y="1756701"/>
                  </a:lnTo>
                  <a:lnTo>
                    <a:pt x="242804" y="1756701"/>
                  </a:lnTo>
                  <a:lnTo>
                    <a:pt x="241989" y="1756701"/>
                  </a:lnTo>
                  <a:lnTo>
                    <a:pt x="241174" y="1756701"/>
                  </a:lnTo>
                  <a:lnTo>
                    <a:pt x="240360" y="1756701"/>
                  </a:lnTo>
                  <a:lnTo>
                    <a:pt x="239545" y="1756701"/>
                  </a:lnTo>
                  <a:lnTo>
                    <a:pt x="238730" y="1756701"/>
                  </a:lnTo>
                  <a:lnTo>
                    <a:pt x="237915" y="1756701"/>
                  </a:lnTo>
                  <a:lnTo>
                    <a:pt x="237100" y="1756701"/>
                  </a:lnTo>
                  <a:lnTo>
                    <a:pt x="236286" y="1756701"/>
                  </a:lnTo>
                  <a:lnTo>
                    <a:pt x="235471" y="1756701"/>
                  </a:lnTo>
                  <a:lnTo>
                    <a:pt x="234656" y="1756701"/>
                  </a:lnTo>
                  <a:lnTo>
                    <a:pt x="233841" y="1756701"/>
                  </a:lnTo>
                  <a:lnTo>
                    <a:pt x="233027" y="1756701"/>
                  </a:lnTo>
                  <a:lnTo>
                    <a:pt x="232212" y="1756701"/>
                  </a:lnTo>
                  <a:lnTo>
                    <a:pt x="231397" y="1756701"/>
                  </a:lnTo>
                  <a:lnTo>
                    <a:pt x="230582" y="1756701"/>
                  </a:lnTo>
                  <a:lnTo>
                    <a:pt x="229767" y="1756701"/>
                  </a:lnTo>
                  <a:lnTo>
                    <a:pt x="228953" y="1756701"/>
                  </a:lnTo>
                  <a:lnTo>
                    <a:pt x="228138" y="1756701"/>
                  </a:lnTo>
                  <a:lnTo>
                    <a:pt x="227323" y="1756701"/>
                  </a:lnTo>
                  <a:lnTo>
                    <a:pt x="226508" y="1756701"/>
                  </a:lnTo>
                  <a:lnTo>
                    <a:pt x="225694" y="1756701"/>
                  </a:lnTo>
                  <a:lnTo>
                    <a:pt x="224879" y="1756701"/>
                  </a:lnTo>
                  <a:lnTo>
                    <a:pt x="224064" y="1756701"/>
                  </a:lnTo>
                  <a:lnTo>
                    <a:pt x="223249" y="1756701"/>
                  </a:lnTo>
                  <a:lnTo>
                    <a:pt x="222434" y="1756701"/>
                  </a:lnTo>
                  <a:lnTo>
                    <a:pt x="221620" y="1756701"/>
                  </a:lnTo>
                  <a:lnTo>
                    <a:pt x="220805" y="1756701"/>
                  </a:lnTo>
                  <a:lnTo>
                    <a:pt x="219990" y="1756701"/>
                  </a:lnTo>
                  <a:lnTo>
                    <a:pt x="219175" y="1756701"/>
                  </a:lnTo>
                  <a:lnTo>
                    <a:pt x="218361" y="1756701"/>
                  </a:lnTo>
                  <a:lnTo>
                    <a:pt x="217546" y="1756701"/>
                  </a:lnTo>
                  <a:lnTo>
                    <a:pt x="216731" y="1756701"/>
                  </a:lnTo>
                  <a:lnTo>
                    <a:pt x="215916" y="1756701"/>
                  </a:lnTo>
                  <a:lnTo>
                    <a:pt x="215101" y="1756701"/>
                  </a:lnTo>
                  <a:lnTo>
                    <a:pt x="214287" y="1756701"/>
                  </a:lnTo>
                  <a:lnTo>
                    <a:pt x="213472" y="1756701"/>
                  </a:lnTo>
                  <a:lnTo>
                    <a:pt x="212657" y="1756701"/>
                  </a:lnTo>
                  <a:lnTo>
                    <a:pt x="211842" y="1756701"/>
                  </a:lnTo>
                  <a:lnTo>
                    <a:pt x="211028" y="1756701"/>
                  </a:lnTo>
                  <a:lnTo>
                    <a:pt x="210213" y="1756701"/>
                  </a:lnTo>
                  <a:lnTo>
                    <a:pt x="209398" y="1756701"/>
                  </a:lnTo>
                  <a:lnTo>
                    <a:pt x="208583" y="1756701"/>
                  </a:lnTo>
                  <a:lnTo>
                    <a:pt x="207768" y="1756701"/>
                  </a:lnTo>
                  <a:lnTo>
                    <a:pt x="206954" y="1756701"/>
                  </a:lnTo>
                  <a:lnTo>
                    <a:pt x="206139" y="1756701"/>
                  </a:lnTo>
                  <a:lnTo>
                    <a:pt x="205324" y="1756701"/>
                  </a:lnTo>
                  <a:lnTo>
                    <a:pt x="204509" y="1756701"/>
                  </a:lnTo>
                  <a:lnTo>
                    <a:pt x="203695" y="1756701"/>
                  </a:lnTo>
                  <a:lnTo>
                    <a:pt x="202880" y="1756701"/>
                  </a:lnTo>
                  <a:lnTo>
                    <a:pt x="202065" y="1756701"/>
                  </a:lnTo>
                  <a:lnTo>
                    <a:pt x="201250" y="1756701"/>
                  </a:lnTo>
                  <a:lnTo>
                    <a:pt x="200435" y="1756701"/>
                  </a:lnTo>
                  <a:lnTo>
                    <a:pt x="199621" y="1756701"/>
                  </a:lnTo>
                  <a:lnTo>
                    <a:pt x="198806" y="1756701"/>
                  </a:lnTo>
                  <a:lnTo>
                    <a:pt x="197991" y="1756701"/>
                  </a:lnTo>
                  <a:lnTo>
                    <a:pt x="197176" y="1756701"/>
                  </a:lnTo>
                  <a:lnTo>
                    <a:pt x="196361" y="1756701"/>
                  </a:lnTo>
                  <a:lnTo>
                    <a:pt x="195547" y="1756701"/>
                  </a:lnTo>
                  <a:lnTo>
                    <a:pt x="194732" y="1756701"/>
                  </a:lnTo>
                  <a:lnTo>
                    <a:pt x="193917" y="1756701"/>
                  </a:lnTo>
                  <a:lnTo>
                    <a:pt x="193102" y="1756701"/>
                  </a:lnTo>
                  <a:lnTo>
                    <a:pt x="192288" y="1756701"/>
                  </a:lnTo>
                  <a:lnTo>
                    <a:pt x="191473" y="1756701"/>
                  </a:lnTo>
                  <a:lnTo>
                    <a:pt x="190658" y="1756701"/>
                  </a:lnTo>
                  <a:lnTo>
                    <a:pt x="189843" y="1756701"/>
                  </a:lnTo>
                  <a:lnTo>
                    <a:pt x="189028" y="1756701"/>
                  </a:lnTo>
                  <a:lnTo>
                    <a:pt x="188214" y="1756701"/>
                  </a:lnTo>
                  <a:lnTo>
                    <a:pt x="187399" y="1756701"/>
                  </a:lnTo>
                  <a:lnTo>
                    <a:pt x="186584" y="1756701"/>
                  </a:lnTo>
                  <a:lnTo>
                    <a:pt x="185769" y="1756701"/>
                  </a:lnTo>
                  <a:lnTo>
                    <a:pt x="184955" y="1756701"/>
                  </a:lnTo>
                  <a:lnTo>
                    <a:pt x="184140" y="1756701"/>
                  </a:lnTo>
                  <a:lnTo>
                    <a:pt x="183325" y="1756701"/>
                  </a:lnTo>
                  <a:lnTo>
                    <a:pt x="182510" y="1756701"/>
                  </a:lnTo>
                  <a:lnTo>
                    <a:pt x="181695" y="1756701"/>
                  </a:lnTo>
                  <a:lnTo>
                    <a:pt x="180881" y="1756701"/>
                  </a:lnTo>
                  <a:lnTo>
                    <a:pt x="180066" y="1756701"/>
                  </a:lnTo>
                  <a:lnTo>
                    <a:pt x="179251" y="1756701"/>
                  </a:lnTo>
                  <a:lnTo>
                    <a:pt x="178436" y="1756701"/>
                  </a:lnTo>
                  <a:lnTo>
                    <a:pt x="177622" y="1756701"/>
                  </a:lnTo>
                  <a:lnTo>
                    <a:pt x="176807" y="1756701"/>
                  </a:lnTo>
                  <a:lnTo>
                    <a:pt x="175992" y="1756701"/>
                  </a:lnTo>
                  <a:lnTo>
                    <a:pt x="175177" y="1756701"/>
                  </a:lnTo>
                  <a:lnTo>
                    <a:pt x="174362" y="1756701"/>
                  </a:lnTo>
                  <a:lnTo>
                    <a:pt x="173548" y="1756701"/>
                  </a:lnTo>
                  <a:lnTo>
                    <a:pt x="172733" y="1756701"/>
                  </a:lnTo>
                  <a:lnTo>
                    <a:pt x="171918" y="1756701"/>
                  </a:lnTo>
                  <a:lnTo>
                    <a:pt x="171103" y="1756701"/>
                  </a:lnTo>
                  <a:lnTo>
                    <a:pt x="170289" y="1756701"/>
                  </a:lnTo>
                  <a:lnTo>
                    <a:pt x="169474" y="1756701"/>
                  </a:lnTo>
                  <a:lnTo>
                    <a:pt x="168659" y="1756701"/>
                  </a:lnTo>
                  <a:lnTo>
                    <a:pt x="167844" y="1756701"/>
                  </a:lnTo>
                  <a:lnTo>
                    <a:pt x="167029" y="1756701"/>
                  </a:lnTo>
                  <a:lnTo>
                    <a:pt x="166215" y="1756701"/>
                  </a:lnTo>
                  <a:lnTo>
                    <a:pt x="165400" y="1756701"/>
                  </a:lnTo>
                  <a:lnTo>
                    <a:pt x="164585" y="1756701"/>
                  </a:lnTo>
                  <a:lnTo>
                    <a:pt x="163770" y="1756701"/>
                  </a:lnTo>
                  <a:lnTo>
                    <a:pt x="162956" y="1756701"/>
                  </a:lnTo>
                  <a:lnTo>
                    <a:pt x="162141" y="1756701"/>
                  </a:lnTo>
                  <a:lnTo>
                    <a:pt x="161326" y="1756701"/>
                  </a:lnTo>
                  <a:lnTo>
                    <a:pt x="160511" y="1756701"/>
                  </a:lnTo>
                  <a:lnTo>
                    <a:pt x="159696" y="1756701"/>
                  </a:lnTo>
                  <a:lnTo>
                    <a:pt x="158882" y="1756701"/>
                  </a:lnTo>
                  <a:lnTo>
                    <a:pt x="158067" y="1756701"/>
                  </a:lnTo>
                  <a:lnTo>
                    <a:pt x="157252" y="1756701"/>
                  </a:lnTo>
                  <a:lnTo>
                    <a:pt x="156437" y="1756701"/>
                  </a:lnTo>
                  <a:lnTo>
                    <a:pt x="155622" y="1756701"/>
                  </a:lnTo>
                  <a:lnTo>
                    <a:pt x="154808" y="1756701"/>
                  </a:lnTo>
                  <a:lnTo>
                    <a:pt x="153993" y="1756701"/>
                  </a:lnTo>
                  <a:lnTo>
                    <a:pt x="153178" y="1756701"/>
                  </a:lnTo>
                  <a:lnTo>
                    <a:pt x="152363" y="1756701"/>
                  </a:lnTo>
                  <a:lnTo>
                    <a:pt x="151549" y="1756701"/>
                  </a:lnTo>
                  <a:lnTo>
                    <a:pt x="150734" y="1756701"/>
                  </a:lnTo>
                  <a:lnTo>
                    <a:pt x="149919" y="1756701"/>
                  </a:lnTo>
                  <a:lnTo>
                    <a:pt x="149104" y="1756701"/>
                  </a:lnTo>
                  <a:lnTo>
                    <a:pt x="148289" y="1756701"/>
                  </a:lnTo>
                  <a:lnTo>
                    <a:pt x="147475" y="1756701"/>
                  </a:lnTo>
                  <a:lnTo>
                    <a:pt x="146660" y="1756701"/>
                  </a:lnTo>
                  <a:lnTo>
                    <a:pt x="145845" y="1756701"/>
                  </a:lnTo>
                  <a:lnTo>
                    <a:pt x="145030" y="1756701"/>
                  </a:lnTo>
                  <a:lnTo>
                    <a:pt x="144216" y="1756701"/>
                  </a:lnTo>
                  <a:lnTo>
                    <a:pt x="143401" y="1756701"/>
                  </a:lnTo>
                  <a:lnTo>
                    <a:pt x="142586" y="1756701"/>
                  </a:lnTo>
                  <a:lnTo>
                    <a:pt x="141771" y="1756701"/>
                  </a:lnTo>
                  <a:lnTo>
                    <a:pt x="140956" y="1756701"/>
                  </a:lnTo>
                  <a:lnTo>
                    <a:pt x="140142" y="1756701"/>
                  </a:lnTo>
                  <a:lnTo>
                    <a:pt x="139327" y="1756701"/>
                  </a:lnTo>
                  <a:lnTo>
                    <a:pt x="138512" y="1756701"/>
                  </a:lnTo>
                  <a:lnTo>
                    <a:pt x="137697" y="1756701"/>
                  </a:lnTo>
                  <a:lnTo>
                    <a:pt x="136883" y="1756701"/>
                  </a:lnTo>
                  <a:lnTo>
                    <a:pt x="136068" y="1756701"/>
                  </a:lnTo>
                  <a:lnTo>
                    <a:pt x="135253" y="1756701"/>
                  </a:lnTo>
                  <a:lnTo>
                    <a:pt x="134438" y="1756701"/>
                  </a:lnTo>
                  <a:lnTo>
                    <a:pt x="133623" y="1756701"/>
                  </a:lnTo>
                  <a:lnTo>
                    <a:pt x="132809" y="1756701"/>
                  </a:lnTo>
                  <a:lnTo>
                    <a:pt x="131994" y="1756701"/>
                  </a:lnTo>
                  <a:lnTo>
                    <a:pt x="131179" y="1756701"/>
                  </a:lnTo>
                  <a:lnTo>
                    <a:pt x="130364" y="1756701"/>
                  </a:lnTo>
                  <a:lnTo>
                    <a:pt x="129550" y="1756701"/>
                  </a:lnTo>
                  <a:lnTo>
                    <a:pt x="128735" y="1756701"/>
                  </a:lnTo>
                  <a:lnTo>
                    <a:pt x="127920" y="1756701"/>
                  </a:lnTo>
                  <a:lnTo>
                    <a:pt x="127105" y="1756701"/>
                  </a:lnTo>
                  <a:lnTo>
                    <a:pt x="126290" y="1756701"/>
                  </a:lnTo>
                  <a:lnTo>
                    <a:pt x="125476" y="1756701"/>
                  </a:lnTo>
                  <a:lnTo>
                    <a:pt x="124661" y="1756701"/>
                  </a:lnTo>
                  <a:lnTo>
                    <a:pt x="123846" y="1756701"/>
                  </a:lnTo>
                  <a:lnTo>
                    <a:pt x="123031" y="1756701"/>
                  </a:lnTo>
                  <a:lnTo>
                    <a:pt x="122217" y="1756701"/>
                  </a:lnTo>
                  <a:lnTo>
                    <a:pt x="121402" y="1756701"/>
                  </a:lnTo>
                  <a:lnTo>
                    <a:pt x="120587" y="1756701"/>
                  </a:lnTo>
                  <a:lnTo>
                    <a:pt x="119772" y="1756701"/>
                  </a:lnTo>
                  <a:lnTo>
                    <a:pt x="118957" y="1756701"/>
                  </a:lnTo>
                  <a:lnTo>
                    <a:pt x="118143" y="1756701"/>
                  </a:lnTo>
                  <a:lnTo>
                    <a:pt x="117328" y="1756701"/>
                  </a:lnTo>
                  <a:lnTo>
                    <a:pt x="116513" y="1756701"/>
                  </a:lnTo>
                  <a:lnTo>
                    <a:pt x="115698" y="1756701"/>
                  </a:lnTo>
                  <a:lnTo>
                    <a:pt x="114883" y="1756701"/>
                  </a:lnTo>
                  <a:lnTo>
                    <a:pt x="114069" y="1756701"/>
                  </a:lnTo>
                  <a:lnTo>
                    <a:pt x="113254" y="1756701"/>
                  </a:lnTo>
                  <a:lnTo>
                    <a:pt x="112439" y="1756701"/>
                  </a:lnTo>
                  <a:lnTo>
                    <a:pt x="111624" y="1756701"/>
                  </a:lnTo>
                  <a:lnTo>
                    <a:pt x="110810" y="1756701"/>
                  </a:lnTo>
                  <a:lnTo>
                    <a:pt x="109995" y="1756701"/>
                  </a:lnTo>
                  <a:lnTo>
                    <a:pt x="109180" y="1756701"/>
                  </a:lnTo>
                  <a:lnTo>
                    <a:pt x="108365" y="1756701"/>
                  </a:lnTo>
                  <a:lnTo>
                    <a:pt x="107550" y="1756701"/>
                  </a:lnTo>
                  <a:lnTo>
                    <a:pt x="106736" y="1756701"/>
                  </a:lnTo>
                  <a:lnTo>
                    <a:pt x="105921" y="1756701"/>
                  </a:lnTo>
                  <a:lnTo>
                    <a:pt x="105106" y="1756701"/>
                  </a:lnTo>
                  <a:lnTo>
                    <a:pt x="104291" y="1756701"/>
                  </a:lnTo>
                  <a:lnTo>
                    <a:pt x="103477" y="1756701"/>
                  </a:lnTo>
                  <a:lnTo>
                    <a:pt x="102662" y="1756701"/>
                  </a:lnTo>
                  <a:lnTo>
                    <a:pt x="101847" y="1756701"/>
                  </a:lnTo>
                  <a:lnTo>
                    <a:pt x="101032" y="1756701"/>
                  </a:lnTo>
                  <a:lnTo>
                    <a:pt x="100217" y="1756701"/>
                  </a:lnTo>
                  <a:lnTo>
                    <a:pt x="99403" y="1756701"/>
                  </a:lnTo>
                  <a:lnTo>
                    <a:pt x="98588" y="1756701"/>
                  </a:lnTo>
                  <a:lnTo>
                    <a:pt x="97773" y="1756701"/>
                  </a:lnTo>
                  <a:lnTo>
                    <a:pt x="96958" y="1756701"/>
                  </a:lnTo>
                  <a:lnTo>
                    <a:pt x="96144" y="1756701"/>
                  </a:lnTo>
                  <a:lnTo>
                    <a:pt x="95329" y="1756701"/>
                  </a:lnTo>
                  <a:lnTo>
                    <a:pt x="94514" y="1756701"/>
                  </a:lnTo>
                  <a:lnTo>
                    <a:pt x="93699" y="1756701"/>
                  </a:lnTo>
                  <a:lnTo>
                    <a:pt x="92884" y="1756701"/>
                  </a:lnTo>
                  <a:lnTo>
                    <a:pt x="92070" y="1756701"/>
                  </a:lnTo>
                  <a:lnTo>
                    <a:pt x="91255" y="1756701"/>
                  </a:lnTo>
                  <a:lnTo>
                    <a:pt x="90440" y="1756701"/>
                  </a:lnTo>
                  <a:lnTo>
                    <a:pt x="89625" y="1756701"/>
                  </a:lnTo>
                  <a:lnTo>
                    <a:pt x="88811" y="1756701"/>
                  </a:lnTo>
                  <a:lnTo>
                    <a:pt x="87996" y="1756701"/>
                  </a:lnTo>
                  <a:lnTo>
                    <a:pt x="87181" y="1756701"/>
                  </a:lnTo>
                  <a:lnTo>
                    <a:pt x="86366" y="1756701"/>
                  </a:lnTo>
                  <a:lnTo>
                    <a:pt x="85551" y="1756701"/>
                  </a:lnTo>
                  <a:lnTo>
                    <a:pt x="84737" y="1756701"/>
                  </a:lnTo>
                  <a:lnTo>
                    <a:pt x="83922" y="1756701"/>
                  </a:lnTo>
                  <a:lnTo>
                    <a:pt x="83107" y="1756701"/>
                  </a:lnTo>
                  <a:lnTo>
                    <a:pt x="82292" y="1756701"/>
                  </a:lnTo>
                  <a:lnTo>
                    <a:pt x="81478" y="1756701"/>
                  </a:lnTo>
                  <a:lnTo>
                    <a:pt x="80663" y="1756701"/>
                  </a:lnTo>
                  <a:lnTo>
                    <a:pt x="79848" y="1756701"/>
                  </a:lnTo>
                  <a:lnTo>
                    <a:pt x="79033" y="1756701"/>
                  </a:lnTo>
                  <a:lnTo>
                    <a:pt x="78218" y="1756701"/>
                  </a:lnTo>
                  <a:lnTo>
                    <a:pt x="77404" y="1756701"/>
                  </a:lnTo>
                  <a:lnTo>
                    <a:pt x="76589" y="1756701"/>
                  </a:lnTo>
                  <a:lnTo>
                    <a:pt x="75774" y="1756701"/>
                  </a:lnTo>
                  <a:lnTo>
                    <a:pt x="74959" y="1756701"/>
                  </a:lnTo>
                  <a:lnTo>
                    <a:pt x="74144" y="1756701"/>
                  </a:lnTo>
                  <a:lnTo>
                    <a:pt x="73330" y="1756701"/>
                  </a:lnTo>
                  <a:lnTo>
                    <a:pt x="72515" y="1756701"/>
                  </a:lnTo>
                  <a:lnTo>
                    <a:pt x="71700" y="1756701"/>
                  </a:lnTo>
                  <a:lnTo>
                    <a:pt x="70885" y="1756701"/>
                  </a:lnTo>
                  <a:lnTo>
                    <a:pt x="70071" y="1756701"/>
                  </a:lnTo>
                  <a:lnTo>
                    <a:pt x="69256" y="1756701"/>
                  </a:lnTo>
                  <a:lnTo>
                    <a:pt x="68441" y="1756701"/>
                  </a:lnTo>
                  <a:lnTo>
                    <a:pt x="67626" y="1756701"/>
                  </a:lnTo>
                  <a:lnTo>
                    <a:pt x="66811" y="1756701"/>
                  </a:lnTo>
                  <a:lnTo>
                    <a:pt x="65997" y="1756701"/>
                  </a:lnTo>
                  <a:lnTo>
                    <a:pt x="65182" y="1756701"/>
                  </a:lnTo>
                  <a:lnTo>
                    <a:pt x="64367" y="1756701"/>
                  </a:lnTo>
                  <a:lnTo>
                    <a:pt x="63552" y="1756701"/>
                  </a:lnTo>
                  <a:lnTo>
                    <a:pt x="62738" y="1756701"/>
                  </a:lnTo>
                  <a:lnTo>
                    <a:pt x="61923" y="1756701"/>
                  </a:lnTo>
                  <a:lnTo>
                    <a:pt x="61108" y="1756701"/>
                  </a:lnTo>
                  <a:lnTo>
                    <a:pt x="60293" y="1756701"/>
                  </a:lnTo>
                  <a:lnTo>
                    <a:pt x="59478" y="1756701"/>
                  </a:lnTo>
                  <a:lnTo>
                    <a:pt x="58664" y="1756701"/>
                  </a:lnTo>
                  <a:lnTo>
                    <a:pt x="57849" y="1756701"/>
                  </a:lnTo>
                  <a:lnTo>
                    <a:pt x="57034" y="1756701"/>
                  </a:lnTo>
                  <a:lnTo>
                    <a:pt x="56219" y="1756701"/>
                  </a:lnTo>
                  <a:lnTo>
                    <a:pt x="55405" y="1756701"/>
                  </a:lnTo>
                  <a:lnTo>
                    <a:pt x="54590" y="1756701"/>
                  </a:lnTo>
                  <a:lnTo>
                    <a:pt x="53775" y="1756701"/>
                  </a:lnTo>
                  <a:lnTo>
                    <a:pt x="52960" y="1756701"/>
                  </a:lnTo>
                  <a:lnTo>
                    <a:pt x="52145" y="1756701"/>
                  </a:lnTo>
                  <a:lnTo>
                    <a:pt x="51331" y="1756701"/>
                  </a:lnTo>
                  <a:lnTo>
                    <a:pt x="50516" y="1756701"/>
                  </a:lnTo>
                  <a:lnTo>
                    <a:pt x="49701" y="1756701"/>
                  </a:lnTo>
                  <a:lnTo>
                    <a:pt x="48886" y="1756701"/>
                  </a:lnTo>
                  <a:lnTo>
                    <a:pt x="48072" y="1756701"/>
                  </a:lnTo>
                  <a:lnTo>
                    <a:pt x="47257" y="1756701"/>
                  </a:lnTo>
                  <a:lnTo>
                    <a:pt x="46442" y="1756701"/>
                  </a:lnTo>
                  <a:lnTo>
                    <a:pt x="45627" y="1756701"/>
                  </a:lnTo>
                  <a:lnTo>
                    <a:pt x="44812" y="1756701"/>
                  </a:lnTo>
                  <a:lnTo>
                    <a:pt x="43998" y="1756701"/>
                  </a:lnTo>
                  <a:lnTo>
                    <a:pt x="43183" y="1756701"/>
                  </a:lnTo>
                  <a:lnTo>
                    <a:pt x="42368" y="1756701"/>
                  </a:lnTo>
                  <a:lnTo>
                    <a:pt x="41553" y="1756701"/>
                  </a:lnTo>
                  <a:lnTo>
                    <a:pt x="40739" y="1756701"/>
                  </a:lnTo>
                  <a:lnTo>
                    <a:pt x="39924" y="1756701"/>
                  </a:lnTo>
                  <a:lnTo>
                    <a:pt x="39109" y="1756701"/>
                  </a:lnTo>
                  <a:lnTo>
                    <a:pt x="38294" y="1756701"/>
                  </a:lnTo>
                  <a:lnTo>
                    <a:pt x="37479" y="1756701"/>
                  </a:lnTo>
                  <a:lnTo>
                    <a:pt x="36665" y="1756701"/>
                  </a:lnTo>
                  <a:lnTo>
                    <a:pt x="35850" y="1756701"/>
                  </a:lnTo>
                  <a:lnTo>
                    <a:pt x="35035" y="1756701"/>
                  </a:lnTo>
                  <a:lnTo>
                    <a:pt x="34220" y="1756701"/>
                  </a:lnTo>
                  <a:lnTo>
                    <a:pt x="33405" y="1756701"/>
                  </a:lnTo>
                  <a:lnTo>
                    <a:pt x="32591" y="1756701"/>
                  </a:lnTo>
                  <a:lnTo>
                    <a:pt x="31776" y="1756701"/>
                  </a:lnTo>
                  <a:lnTo>
                    <a:pt x="30961" y="1756701"/>
                  </a:lnTo>
                  <a:lnTo>
                    <a:pt x="30146" y="1756701"/>
                  </a:lnTo>
                  <a:lnTo>
                    <a:pt x="29332" y="1756701"/>
                  </a:lnTo>
                  <a:lnTo>
                    <a:pt x="28517" y="1756701"/>
                  </a:lnTo>
                  <a:lnTo>
                    <a:pt x="27702" y="1756701"/>
                  </a:lnTo>
                  <a:lnTo>
                    <a:pt x="26887" y="1756701"/>
                  </a:lnTo>
                  <a:lnTo>
                    <a:pt x="26072" y="1756701"/>
                  </a:lnTo>
                  <a:lnTo>
                    <a:pt x="25258" y="1756701"/>
                  </a:lnTo>
                  <a:lnTo>
                    <a:pt x="24443" y="1756701"/>
                  </a:lnTo>
                  <a:lnTo>
                    <a:pt x="23628" y="1756701"/>
                  </a:lnTo>
                  <a:lnTo>
                    <a:pt x="22813" y="1756701"/>
                  </a:lnTo>
                  <a:lnTo>
                    <a:pt x="21999" y="1756701"/>
                  </a:lnTo>
                  <a:lnTo>
                    <a:pt x="21184" y="1756701"/>
                  </a:lnTo>
                  <a:lnTo>
                    <a:pt x="20369" y="1756701"/>
                  </a:lnTo>
                  <a:lnTo>
                    <a:pt x="19554" y="1756701"/>
                  </a:lnTo>
                  <a:lnTo>
                    <a:pt x="18739" y="1756701"/>
                  </a:lnTo>
                  <a:lnTo>
                    <a:pt x="17925" y="1756701"/>
                  </a:lnTo>
                  <a:lnTo>
                    <a:pt x="17110" y="1756701"/>
                  </a:lnTo>
                  <a:lnTo>
                    <a:pt x="16295" y="1756701"/>
                  </a:lnTo>
                  <a:lnTo>
                    <a:pt x="15480" y="1756701"/>
                  </a:lnTo>
                  <a:lnTo>
                    <a:pt x="14666" y="1756701"/>
                  </a:lnTo>
                  <a:lnTo>
                    <a:pt x="13851" y="1756701"/>
                  </a:lnTo>
                  <a:lnTo>
                    <a:pt x="13036" y="1756701"/>
                  </a:lnTo>
                  <a:lnTo>
                    <a:pt x="12221" y="1756701"/>
                  </a:lnTo>
                  <a:lnTo>
                    <a:pt x="11406" y="1756701"/>
                  </a:lnTo>
                  <a:lnTo>
                    <a:pt x="10592" y="1756701"/>
                  </a:lnTo>
                  <a:lnTo>
                    <a:pt x="9777" y="1756701"/>
                  </a:lnTo>
                  <a:lnTo>
                    <a:pt x="8962" y="1756701"/>
                  </a:lnTo>
                  <a:lnTo>
                    <a:pt x="8147" y="1756701"/>
                  </a:lnTo>
                  <a:lnTo>
                    <a:pt x="7333" y="1756701"/>
                  </a:lnTo>
                  <a:lnTo>
                    <a:pt x="6518" y="1756701"/>
                  </a:lnTo>
                  <a:lnTo>
                    <a:pt x="5703" y="1756701"/>
                  </a:lnTo>
                  <a:lnTo>
                    <a:pt x="4888" y="1756701"/>
                  </a:lnTo>
                  <a:lnTo>
                    <a:pt x="4073" y="1756701"/>
                  </a:lnTo>
                  <a:lnTo>
                    <a:pt x="3259" y="1756701"/>
                  </a:lnTo>
                  <a:lnTo>
                    <a:pt x="2444" y="1756701"/>
                  </a:lnTo>
                  <a:lnTo>
                    <a:pt x="1629" y="1756701"/>
                  </a:lnTo>
                  <a:lnTo>
                    <a:pt x="814" y="1756701"/>
                  </a:lnTo>
                  <a:lnTo>
                    <a:pt x="0" y="1756701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444934" y="4622748"/>
              <a:ext cx="8553560" cy="1756701"/>
            </a:xfrm>
            <a:custGeom>
              <a:avLst/>
              <a:pathLst>
                <a:path w="8553560" h="1756701">
                  <a:moveTo>
                    <a:pt x="0" y="1333747"/>
                  </a:moveTo>
                  <a:lnTo>
                    <a:pt x="814" y="1386960"/>
                  </a:lnTo>
                  <a:lnTo>
                    <a:pt x="1629" y="1466929"/>
                  </a:lnTo>
                  <a:lnTo>
                    <a:pt x="2444" y="1441782"/>
                  </a:lnTo>
                  <a:lnTo>
                    <a:pt x="3259" y="1420297"/>
                  </a:lnTo>
                  <a:lnTo>
                    <a:pt x="4073" y="1402695"/>
                  </a:lnTo>
                  <a:lnTo>
                    <a:pt x="4888" y="1470211"/>
                  </a:lnTo>
                  <a:lnTo>
                    <a:pt x="5703" y="1432017"/>
                  </a:lnTo>
                  <a:lnTo>
                    <a:pt x="6518" y="1422286"/>
                  </a:lnTo>
                  <a:lnTo>
                    <a:pt x="7333" y="1496400"/>
                  </a:lnTo>
                  <a:lnTo>
                    <a:pt x="8147" y="1498798"/>
                  </a:lnTo>
                  <a:lnTo>
                    <a:pt x="8962" y="1424764"/>
                  </a:lnTo>
                  <a:lnTo>
                    <a:pt x="9777" y="1408839"/>
                  </a:lnTo>
                  <a:lnTo>
                    <a:pt x="10592" y="1425275"/>
                  </a:lnTo>
                  <a:lnTo>
                    <a:pt x="11406" y="1468083"/>
                  </a:lnTo>
                  <a:lnTo>
                    <a:pt x="12221" y="1448091"/>
                  </a:lnTo>
                  <a:lnTo>
                    <a:pt x="13036" y="1475142"/>
                  </a:lnTo>
                  <a:lnTo>
                    <a:pt x="13851" y="1447669"/>
                  </a:lnTo>
                  <a:lnTo>
                    <a:pt x="14666" y="1485314"/>
                  </a:lnTo>
                  <a:lnTo>
                    <a:pt x="15480" y="1482164"/>
                  </a:lnTo>
                  <a:lnTo>
                    <a:pt x="16295" y="1514844"/>
                  </a:lnTo>
                  <a:lnTo>
                    <a:pt x="17110" y="1537517"/>
                  </a:lnTo>
                  <a:lnTo>
                    <a:pt x="17925" y="1558830"/>
                  </a:lnTo>
                  <a:lnTo>
                    <a:pt x="18739" y="1600435"/>
                  </a:lnTo>
                  <a:lnTo>
                    <a:pt x="19554" y="1567426"/>
                  </a:lnTo>
                  <a:lnTo>
                    <a:pt x="20369" y="1539026"/>
                  </a:lnTo>
                  <a:lnTo>
                    <a:pt x="21184" y="1487447"/>
                  </a:lnTo>
                  <a:lnTo>
                    <a:pt x="21999" y="1400134"/>
                  </a:lnTo>
                  <a:lnTo>
                    <a:pt x="22813" y="1471552"/>
                  </a:lnTo>
                  <a:lnTo>
                    <a:pt x="23628" y="1460968"/>
                  </a:lnTo>
                  <a:lnTo>
                    <a:pt x="24443" y="1521633"/>
                  </a:lnTo>
                  <a:lnTo>
                    <a:pt x="25258" y="1508574"/>
                  </a:lnTo>
                  <a:lnTo>
                    <a:pt x="26072" y="1467355"/>
                  </a:lnTo>
                  <a:lnTo>
                    <a:pt x="26887" y="1442914"/>
                  </a:lnTo>
                  <a:lnTo>
                    <a:pt x="27702" y="1351412"/>
                  </a:lnTo>
                  <a:lnTo>
                    <a:pt x="28517" y="1293324"/>
                  </a:lnTo>
                  <a:lnTo>
                    <a:pt x="29332" y="1271928"/>
                  </a:lnTo>
                  <a:lnTo>
                    <a:pt x="30146" y="1330549"/>
                  </a:lnTo>
                  <a:lnTo>
                    <a:pt x="30961" y="1427656"/>
                  </a:lnTo>
                  <a:lnTo>
                    <a:pt x="31776" y="1426745"/>
                  </a:lnTo>
                  <a:lnTo>
                    <a:pt x="32591" y="1449642"/>
                  </a:lnTo>
                  <a:lnTo>
                    <a:pt x="33405" y="1460872"/>
                  </a:lnTo>
                  <a:lnTo>
                    <a:pt x="34220" y="1497481"/>
                  </a:lnTo>
                  <a:lnTo>
                    <a:pt x="35035" y="1446449"/>
                  </a:lnTo>
                  <a:lnTo>
                    <a:pt x="35850" y="1464032"/>
                  </a:lnTo>
                  <a:lnTo>
                    <a:pt x="36665" y="1384881"/>
                  </a:lnTo>
                  <a:lnTo>
                    <a:pt x="37479" y="1277470"/>
                  </a:lnTo>
                  <a:lnTo>
                    <a:pt x="38294" y="1250211"/>
                  </a:lnTo>
                  <a:lnTo>
                    <a:pt x="39109" y="1327288"/>
                  </a:lnTo>
                  <a:lnTo>
                    <a:pt x="39924" y="1418741"/>
                  </a:lnTo>
                  <a:lnTo>
                    <a:pt x="40739" y="1452203"/>
                  </a:lnTo>
                  <a:lnTo>
                    <a:pt x="41553" y="1391689"/>
                  </a:lnTo>
                  <a:lnTo>
                    <a:pt x="42368" y="1357951"/>
                  </a:lnTo>
                  <a:lnTo>
                    <a:pt x="43183" y="1365458"/>
                  </a:lnTo>
                  <a:lnTo>
                    <a:pt x="43998" y="1282665"/>
                  </a:lnTo>
                  <a:lnTo>
                    <a:pt x="44812" y="1339718"/>
                  </a:lnTo>
                  <a:lnTo>
                    <a:pt x="45627" y="1359434"/>
                  </a:lnTo>
                  <a:lnTo>
                    <a:pt x="46442" y="1379341"/>
                  </a:lnTo>
                  <a:lnTo>
                    <a:pt x="47257" y="1393635"/>
                  </a:lnTo>
                  <a:lnTo>
                    <a:pt x="48072" y="1232178"/>
                  </a:lnTo>
                  <a:lnTo>
                    <a:pt x="48886" y="1222174"/>
                  </a:lnTo>
                  <a:lnTo>
                    <a:pt x="49701" y="1326653"/>
                  </a:lnTo>
                  <a:lnTo>
                    <a:pt x="50516" y="1471612"/>
                  </a:lnTo>
                  <a:lnTo>
                    <a:pt x="51331" y="1523930"/>
                  </a:lnTo>
                  <a:lnTo>
                    <a:pt x="52145" y="1477539"/>
                  </a:lnTo>
                  <a:lnTo>
                    <a:pt x="52960" y="1473600"/>
                  </a:lnTo>
                  <a:lnTo>
                    <a:pt x="53775" y="1462437"/>
                  </a:lnTo>
                  <a:lnTo>
                    <a:pt x="54590" y="1430979"/>
                  </a:lnTo>
                  <a:lnTo>
                    <a:pt x="55405" y="1451872"/>
                  </a:lnTo>
                  <a:lnTo>
                    <a:pt x="56219" y="1485846"/>
                  </a:lnTo>
                  <a:lnTo>
                    <a:pt x="57034" y="1495505"/>
                  </a:lnTo>
                  <a:lnTo>
                    <a:pt x="57849" y="1502795"/>
                  </a:lnTo>
                  <a:lnTo>
                    <a:pt x="58664" y="1563686"/>
                  </a:lnTo>
                  <a:lnTo>
                    <a:pt x="59478" y="1587911"/>
                  </a:lnTo>
                  <a:lnTo>
                    <a:pt x="60293" y="1610725"/>
                  </a:lnTo>
                  <a:lnTo>
                    <a:pt x="61108" y="1571587"/>
                  </a:lnTo>
                  <a:lnTo>
                    <a:pt x="61923" y="1575980"/>
                  </a:lnTo>
                  <a:lnTo>
                    <a:pt x="62738" y="1445366"/>
                  </a:lnTo>
                  <a:lnTo>
                    <a:pt x="63552" y="1390417"/>
                  </a:lnTo>
                  <a:lnTo>
                    <a:pt x="64367" y="1431507"/>
                  </a:lnTo>
                  <a:lnTo>
                    <a:pt x="65182" y="1432421"/>
                  </a:lnTo>
                  <a:lnTo>
                    <a:pt x="65997" y="1543242"/>
                  </a:lnTo>
                  <a:lnTo>
                    <a:pt x="66811" y="1540394"/>
                  </a:lnTo>
                  <a:lnTo>
                    <a:pt x="67626" y="1551370"/>
                  </a:lnTo>
                  <a:lnTo>
                    <a:pt x="68441" y="1524906"/>
                  </a:lnTo>
                  <a:lnTo>
                    <a:pt x="69256" y="1421018"/>
                  </a:lnTo>
                  <a:lnTo>
                    <a:pt x="70071" y="1312648"/>
                  </a:lnTo>
                  <a:lnTo>
                    <a:pt x="70885" y="1203667"/>
                  </a:lnTo>
                  <a:lnTo>
                    <a:pt x="71700" y="1201067"/>
                  </a:lnTo>
                  <a:lnTo>
                    <a:pt x="72515" y="1269780"/>
                  </a:lnTo>
                  <a:lnTo>
                    <a:pt x="73330" y="1208382"/>
                  </a:lnTo>
                  <a:lnTo>
                    <a:pt x="74144" y="1249719"/>
                  </a:lnTo>
                  <a:lnTo>
                    <a:pt x="74959" y="1249469"/>
                  </a:lnTo>
                  <a:lnTo>
                    <a:pt x="75774" y="1333369"/>
                  </a:lnTo>
                  <a:lnTo>
                    <a:pt x="76589" y="1435748"/>
                  </a:lnTo>
                  <a:lnTo>
                    <a:pt x="77404" y="1430149"/>
                  </a:lnTo>
                  <a:lnTo>
                    <a:pt x="78218" y="1512853"/>
                  </a:lnTo>
                  <a:lnTo>
                    <a:pt x="79033" y="1571967"/>
                  </a:lnTo>
                  <a:lnTo>
                    <a:pt x="79848" y="1596013"/>
                  </a:lnTo>
                  <a:lnTo>
                    <a:pt x="80663" y="1594577"/>
                  </a:lnTo>
                  <a:lnTo>
                    <a:pt x="81478" y="1620221"/>
                  </a:lnTo>
                  <a:lnTo>
                    <a:pt x="82292" y="1624029"/>
                  </a:lnTo>
                  <a:lnTo>
                    <a:pt x="83107" y="1618004"/>
                  </a:lnTo>
                  <a:lnTo>
                    <a:pt x="83922" y="1643732"/>
                  </a:lnTo>
                  <a:lnTo>
                    <a:pt x="84737" y="1614527"/>
                  </a:lnTo>
                  <a:lnTo>
                    <a:pt x="85551" y="1617617"/>
                  </a:lnTo>
                  <a:lnTo>
                    <a:pt x="86366" y="1597127"/>
                  </a:lnTo>
                  <a:lnTo>
                    <a:pt x="87181" y="1632628"/>
                  </a:lnTo>
                  <a:lnTo>
                    <a:pt x="87996" y="1645902"/>
                  </a:lnTo>
                  <a:lnTo>
                    <a:pt x="88811" y="1596052"/>
                  </a:lnTo>
                  <a:lnTo>
                    <a:pt x="89625" y="1556049"/>
                  </a:lnTo>
                  <a:lnTo>
                    <a:pt x="90440" y="1552605"/>
                  </a:lnTo>
                  <a:lnTo>
                    <a:pt x="91255" y="1552238"/>
                  </a:lnTo>
                  <a:lnTo>
                    <a:pt x="92070" y="1583696"/>
                  </a:lnTo>
                  <a:lnTo>
                    <a:pt x="92884" y="1651710"/>
                  </a:lnTo>
                  <a:lnTo>
                    <a:pt x="93699" y="1667811"/>
                  </a:lnTo>
                  <a:lnTo>
                    <a:pt x="94514" y="1688242"/>
                  </a:lnTo>
                  <a:lnTo>
                    <a:pt x="95329" y="1675869"/>
                  </a:lnTo>
                  <a:lnTo>
                    <a:pt x="96144" y="1675452"/>
                  </a:lnTo>
                  <a:lnTo>
                    <a:pt x="96958" y="1704057"/>
                  </a:lnTo>
                  <a:lnTo>
                    <a:pt x="97773" y="1694990"/>
                  </a:lnTo>
                  <a:lnTo>
                    <a:pt x="98588" y="1639103"/>
                  </a:lnTo>
                  <a:lnTo>
                    <a:pt x="99403" y="1622857"/>
                  </a:lnTo>
                  <a:lnTo>
                    <a:pt x="100217" y="1643412"/>
                  </a:lnTo>
                  <a:lnTo>
                    <a:pt x="101032" y="1643343"/>
                  </a:lnTo>
                  <a:lnTo>
                    <a:pt x="101847" y="1669802"/>
                  </a:lnTo>
                  <a:lnTo>
                    <a:pt x="102662" y="1659279"/>
                  </a:lnTo>
                  <a:lnTo>
                    <a:pt x="103477" y="1683508"/>
                  </a:lnTo>
                  <a:lnTo>
                    <a:pt x="104291" y="1685906"/>
                  </a:lnTo>
                  <a:lnTo>
                    <a:pt x="105106" y="1642442"/>
                  </a:lnTo>
                  <a:lnTo>
                    <a:pt x="105921" y="1636115"/>
                  </a:lnTo>
                  <a:lnTo>
                    <a:pt x="106736" y="1637993"/>
                  </a:lnTo>
                  <a:lnTo>
                    <a:pt x="107550" y="1654811"/>
                  </a:lnTo>
                  <a:lnTo>
                    <a:pt x="108365" y="1636596"/>
                  </a:lnTo>
                  <a:lnTo>
                    <a:pt x="109180" y="1614031"/>
                  </a:lnTo>
                  <a:lnTo>
                    <a:pt x="109995" y="1592948"/>
                  </a:lnTo>
                  <a:lnTo>
                    <a:pt x="110810" y="1587894"/>
                  </a:lnTo>
                  <a:lnTo>
                    <a:pt x="111624" y="1549306"/>
                  </a:lnTo>
                  <a:lnTo>
                    <a:pt x="112439" y="1515246"/>
                  </a:lnTo>
                  <a:lnTo>
                    <a:pt x="113254" y="1501642"/>
                  </a:lnTo>
                  <a:lnTo>
                    <a:pt x="114069" y="1462443"/>
                  </a:lnTo>
                  <a:lnTo>
                    <a:pt x="114883" y="1505789"/>
                  </a:lnTo>
                  <a:lnTo>
                    <a:pt x="115698" y="1507030"/>
                  </a:lnTo>
                  <a:lnTo>
                    <a:pt x="116513" y="1562578"/>
                  </a:lnTo>
                  <a:lnTo>
                    <a:pt x="117328" y="1620303"/>
                  </a:lnTo>
                  <a:lnTo>
                    <a:pt x="118143" y="1632265"/>
                  </a:lnTo>
                  <a:lnTo>
                    <a:pt x="118957" y="1646424"/>
                  </a:lnTo>
                  <a:lnTo>
                    <a:pt x="119772" y="1621942"/>
                  </a:lnTo>
                  <a:lnTo>
                    <a:pt x="120587" y="1579234"/>
                  </a:lnTo>
                  <a:lnTo>
                    <a:pt x="121402" y="1607322"/>
                  </a:lnTo>
                  <a:lnTo>
                    <a:pt x="122217" y="1642117"/>
                  </a:lnTo>
                  <a:lnTo>
                    <a:pt x="123031" y="1651528"/>
                  </a:lnTo>
                  <a:lnTo>
                    <a:pt x="123846" y="1673288"/>
                  </a:lnTo>
                  <a:lnTo>
                    <a:pt x="124661" y="1661874"/>
                  </a:lnTo>
                  <a:lnTo>
                    <a:pt x="125476" y="1646775"/>
                  </a:lnTo>
                  <a:lnTo>
                    <a:pt x="126290" y="1662603"/>
                  </a:lnTo>
                  <a:lnTo>
                    <a:pt x="127105" y="1545112"/>
                  </a:lnTo>
                  <a:lnTo>
                    <a:pt x="127920" y="1488428"/>
                  </a:lnTo>
                  <a:lnTo>
                    <a:pt x="128735" y="1492982"/>
                  </a:lnTo>
                  <a:lnTo>
                    <a:pt x="129550" y="1489969"/>
                  </a:lnTo>
                  <a:lnTo>
                    <a:pt x="130364" y="1582009"/>
                  </a:lnTo>
                  <a:lnTo>
                    <a:pt x="131179" y="1444764"/>
                  </a:lnTo>
                  <a:lnTo>
                    <a:pt x="131994" y="1501832"/>
                  </a:lnTo>
                  <a:lnTo>
                    <a:pt x="132809" y="1588844"/>
                  </a:lnTo>
                  <a:lnTo>
                    <a:pt x="133623" y="1602702"/>
                  </a:lnTo>
                  <a:lnTo>
                    <a:pt x="134438" y="1648540"/>
                  </a:lnTo>
                  <a:lnTo>
                    <a:pt x="135253" y="1614765"/>
                  </a:lnTo>
                  <a:lnTo>
                    <a:pt x="136068" y="1690322"/>
                  </a:lnTo>
                  <a:lnTo>
                    <a:pt x="136883" y="1707707"/>
                  </a:lnTo>
                  <a:lnTo>
                    <a:pt x="137697" y="1665657"/>
                  </a:lnTo>
                  <a:lnTo>
                    <a:pt x="138512" y="1682552"/>
                  </a:lnTo>
                  <a:lnTo>
                    <a:pt x="139327" y="1672066"/>
                  </a:lnTo>
                  <a:lnTo>
                    <a:pt x="140142" y="1666265"/>
                  </a:lnTo>
                  <a:lnTo>
                    <a:pt x="140956" y="1684084"/>
                  </a:lnTo>
                  <a:lnTo>
                    <a:pt x="141771" y="1648807"/>
                  </a:lnTo>
                  <a:lnTo>
                    <a:pt x="142586" y="1659651"/>
                  </a:lnTo>
                  <a:lnTo>
                    <a:pt x="143401" y="1573715"/>
                  </a:lnTo>
                  <a:lnTo>
                    <a:pt x="144216" y="1504797"/>
                  </a:lnTo>
                  <a:lnTo>
                    <a:pt x="145030" y="1409111"/>
                  </a:lnTo>
                  <a:lnTo>
                    <a:pt x="145845" y="1318264"/>
                  </a:lnTo>
                  <a:lnTo>
                    <a:pt x="146660" y="1365896"/>
                  </a:lnTo>
                  <a:lnTo>
                    <a:pt x="147475" y="1410653"/>
                  </a:lnTo>
                  <a:lnTo>
                    <a:pt x="148289" y="1484825"/>
                  </a:lnTo>
                  <a:lnTo>
                    <a:pt x="149104" y="1571537"/>
                  </a:lnTo>
                  <a:lnTo>
                    <a:pt x="149919" y="1576110"/>
                  </a:lnTo>
                  <a:lnTo>
                    <a:pt x="150734" y="1639363"/>
                  </a:lnTo>
                  <a:lnTo>
                    <a:pt x="151549" y="1628324"/>
                  </a:lnTo>
                  <a:lnTo>
                    <a:pt x="152363" y="1591051"/>
                  </a:lnTo>
                  <a:lnTo>
                    <a:pt x="153178" y="1547865"/>
                  </a:lnTo>
                  <a:lnTo>
                    <a:pt x="153993" y="1543307"/>
                  </a:lnTo>
                  <a:lnTo>
                    <a:pt x="154808" y="1507031"/>
                  </a:lnTo>
                  <a:lnTo>
                    <a:pt x="155622" y="1547484"/>
                  </a:lnTo>
                  <a:lnTo>
                    <a:pt x="156437" y="1521521"/>
                  </a:lnTo>
                  <a:lnTo>
                    <a:pt x="157252" y="1532499"/>
                  </a:lnTo>
                  <a:lnTo>
                    <a:pt x="158067" y="1601913"/>
                  </a:lnTo>
                  <a:lnTo>
                    <a:pt x="158882" y="1643522"/>
                  </a:lnTo>
                  <a:lnTo>
                    <a:pt x="159696" y="1669453"/>
                  </a:lnTo>
                  <a:lnTo>
                    <a:pt x="160511" y="1638256"/>
                  </a:lnTo>
                  <a:lnTo>
                    <a:pt x="161326" y="1627408"/>
                  </a:lnTo>
                  <a:lnTo>
                    <a:pt x="162141" y="1645479"/>
                  </a:lnTo>
                  <a:lnTo>
                    <a:pt x="162956" y="1637009"/>
                  </a:lnTo>
                  <a:lnTo>
                    <a:pt x="163770" y="1669815"/>
                  </a:lnTo>
                  <a:lnTo>
                    <a:pt x="164585" y="1618707"/>
                  </a:lnTo>
                  <a:lnTo>
                    <a:pt x="165400" y="1642481"/>
                  </a:lnTo>
                  <a:lnTo>
                    <a:pt x="166215" y="1698387"/>
                  </a:lnTo>
                  <a:lnTo>
                    <a:pt x="167029" y="1691177"/>
                  </a:lnTo>
                  <a:lnTo>
                    <a:pt x="167844" y="1688797"/>
                  </a:lnTo>
                  <a:lnTo>
                    <a:pt x="168659" y="1722319"/>
                  </a:lnTo>
                  <a:lnTo>
                    <a:pt x="169474" y="1697182"/>
                  </a:lnTo>
                  <a:lnTo>
                    <a:pt x="170289" y="1729784"/>
                  </a:lnTo>
                  <a:lnTo>
                    <a:pt x="171103" y="1683184"/>
                  </a:lnTo>
                  <a:lnTo>
                    <a:pt x="171918" y="1621405"/>
                  </a:lnTo>
                  <a:lnTo>
                    <a:pt x="172733" y="1673069"/>
                  </a:lnTo>
                  <a:lnTo>
                    <a:pt x="173548" y="1532334"/>
                  </a:lnTo>
                  <a:lnTo>
                    <a:pt x="174362" y="1479079"/>
                  </a:lnTo>
                  <a:lnTo>
                    <a:pt x="175177" y="1469361"/>
                  </a:lnTo>
                  <a:lnTo>
                    <a:pt x="175992" y="1549074"/>
                  </a:lnTo>
                  <a:lnTo>
                    <a:pt x="176807" y="1634621"/>
                  </a:lnTo>
                  <a:lnTo>
                    <a:pt x="177622" y="1554270"/>
                  </a:lnTo>
                  <a:lnTo>
                    <a:pt x="178436" y="1583915"/>
                  </a:lnTo>
                  <a:lnTo>
                    <a:pt x="179251" y="1582431"/>
                  </a:lnTo>
                  <a:lnTo>
                    <a:pt x="180066" y="1551875"/>
                  </a:lnTo>
                  <a:lnTo>
                    <a:pt x="180881" y="1486009"/>
                  </a:lnTo>
                  <a:lnTo>
                    <a:pt x="181695" y="1311691"/>
                  </a:lnTo>
                  <a:lnTo>
                    <a:pt x="182510" y="1273105"/>
                  </a:lnTo>
                  <a:lnTo>
                    <a:pt x="183325" y="1248122"/>
                  </a:lnTo>
                  <a:lnTo>
                    <a:pt x="184140" y="1379125"/>
                  </a:lnTo>
                  <a:lnTo>
                    <a:pt x="184955" y="1297163"/>
                  </a:lnTo>
                  <a:lnTo>
                    <a:pt x="185769" y="1220127"/>
                  </a:lnTo>
                  <a:lnTo>
                    <a:pt x="186584" y="1232654"/>
                  </a:lnTo>
                  <a:lnTo>
                    <a:pt x="187399" y="1235729"/>
                  </a:lnTo>
                  <a:lnTo>
                    <a:pt x="188214" y="1231536"/>
                  </a:lnTo>
                  <a:lnTo>
                    <a:pt x="189028" y="1219306"/>
                  </a:lnTo>
                  <a:lnTo>
                    <a:pt x="189843" y="1293387"/>
                  </a:lnTo>
                  <a:lnTo>
                    <a:pt x="190658" y="1370276"/>
                  </a:lnTo>
                  <a:lnTo>
                    <a:pt x="191473" y="1403344"/>
                  </a:lnTo>
                  <a:lnTo>
                    <a:pt x="192288" y="1446319"/>
                  </a:lnTo>
                  <a:lnTo>
                    <a:pt x="193102" y="1473199"/>
                  </a:lnTo>
                  <a:lnTo>
                    <a:pt x="193917" y="1509696"/>
                  </a:lnTo>
                  <a:lnTo>
                    <a:pt x="194732" y="1489441"/>
                  </a:lnTo>
                  <a:lnTo>
                    <a:pt x="195547" y="1459103"/>
                  </a:lnTo>
                  <a:lnTo>
                    <a:pt x="196361" y="1481691"/>
                  </a:lnTo>
                  <a:lnTo>
                    <a:pt x="197176" y="1485595"/>
                  </a:lnTo>
                  <a:lnTo>
                    <a:pt x="197991" y="1485384"/>
                  </a:lnTo>
                  <a:lnTo>
                    <a:pt x="198806" y="1444364"/>
                  </a:lnTo>
                  <a:lnTo>
                    <a:pt x="199621" y="1285437"/>
                  </a:lnTo>
                  <a:lnTo>
                    <a:pt x="200435" y="1330161"/>
                  </a:lnTo>
                  <a:lnTo>
                    <a:pt x="201250" y="1239964"/>
                  </a:lnTo>
                  <a:lnTo>
                    <a:pt x="202065" y="1206031"/>
                  </a:lnTo>
                  <a:lnTo>
                    <a:pt x="202880" y="1162174"/>
                  </a:lnTo>
                  <a:lnTo>
                    <a:pt x="203695" y="1235747"/>
                  </a:lnTo>
                  <a:lnTo>
                    <a:pt x="204509" y="1273283"/>
                  </a:lnTo>
                  <a:lnTo>
                    <a:pt x="205324" y="1247389"/>
                  </a:lnTo>
                  <a:lnTo>
                    <a:pt x="206139" y="1187455"/>
                  </a:lnTo>
                  <a:lnTo>
                    <a:pt x="206954" y="1212322"/>
                  </a:lnTo>
                  <a:lnTo>
                    <a:pt x="207768" y="1305883"/>
                  </a:lnTo>
                  <a:lnTo>
                    <a:pt x="208583" y="1304611"/>
                  </a:lnTo>
                  <a:lnTo>
                    <a:pt x="209398" y="1272534"/>
                  </a:lnTo>
                  <a:lnTo>
                    <a:pt x="210213" y="1223587"/>
                  </a:lnTo>
                  <a:lnTo>
                    <a:pt x="211028" y="1314887"/>
                  </a:lnTo>
                  <a:lnTo>
                    <a:pt x="211842" y="1312246"/>
                  </a:lnTo>
                  <a:lnTo>
                    <a:pt x="212657" y="1279058"/>
                  </a:lnTo>
                  <a:lnTo>
                    <a:pt x="213472" y="1249908"/>
                  </a:lnTo>
                  <a:lnTo>
                    <a:pt x="214287" y="1258431"/>
                  </a:lnTo>
                  <a:lnTo>
                    <a:pt x="215101" y="1335451"/>
                  </a:lnTo>
                  <a:lnTo>
                    <a:pt x="215916" y="1255135"/>
                  </a:lnTo>
                  <a:lnTo>
                    <a:pt x="216731" y="1250878"/>
                  </a:lnTo>
                  <a:lnTo>
                    <a:pt x="217546" y="1277379"/>
                  </a:lnTo>
                  <a:lnTo>
                    <a:pt x="218361" y="1379595"/>
                  </a:lnTo>
                  <a:lnTo>
                    <a:pt x="219175" y="1409883"/>
                  </a:lnTo>
                  <a:lnTo>
                    <a:pt x="219990" y="1437287"/>
                  </a:lnTo>
                  <a:lnTo>
                    <a:pt x="220805" y="1464571"/>
                  </a:lnTo>
                  <a:lnTo>
                    <a:pt x="221620" y="1491203"/>
                  </a:lnTo>
                  <a:lnTo>
                    <a:pt x="222434" y="1470590"/>
                  </a:lnTo>
                  <a:lnTo>
                    <a:pt x="223249" y="1415035"/>
                  </a:lnTo>
                  <a:lnTo>
                    <a:pt x="224064" y="1369029"/>
                  </a:lnTo>
                  <a:lnTo>
                    <a:pt x="224879" y="1305728"/>
                  </a:lnTo>
                  <a:lnTo>
                    <a:pt x="225694" y="1400174"/>
                  </a:lnTo>
                  <a:lnTo>
                    <a:pt x="226508" y="1319924"/>
                  </a:lnTo>
                  <a:lnTo>
                    <a:pt x="227323" y="1335977"/>
                  </a:lnTo>
                  <a:lnTo>
                    <a:pt x="228138" y="1424743"/>
                  </a:lnTo>
                  <a:lnTo>
                    <a:pt x="228953" y="1520950"/>
                  </a:lnTo>
                  <a:lnTo>
                    <a:pt x="229767" y="1579080"/>
                  </a:lnTo>
                  <a:lnTo>
                    <a:pt x="230582" y="1582561"/>
                  </a:lnTo>
                  <a:lnTo>
                    <a:pt x="231397" y="1598500"/>
                  </a:lnTo>
                  <a:lnTo>
                    <a:pt x="232212" y="1624750"/>
                  </a:lnTo>
                  <a:lnTo>
                    <a:pt x="233027" y="1618690"/>
                  </a:lnTo>
                  <a:lnTo>
                    <a:pt x="233841" y="1603132"/>
                  </a:lnTo>
                  <a:lnTo>
                    <a:pt x="234656" y="1555648"/>
                  </a:lnTo>
                  <a:lnTo>
                    <a:pt x="235471" y="1455484"/>
                  </a:lnTo>
                  <a:lnTo>
                    <a:pt x="236286" y="1377722"/>
                  </a:lnTo>
                  <a:lnTo>
                    <a:pt x="237100" y="1363754"/>
                  </a:lnTo>
                  <a:lnTo>
                    <a:pt x="237915" y="1292025"/>
                  </a:lnTo>
                  <a:lnTo>
                    <a:pt x="238730" y="1389658"/>
                  </a:lnTo>
                  <a:lnTo>
                    <a:pt x="239545" y="1384139"/>
                  </a:lnTo>
                  <a:lnTo>
                    <a:pt x="240360" y="1333753"/>
                  </a:lnTo>
                  <a:lnTo>
                    <a:pt x="241174" y="1323706"/>
                  </a:lnTo>
                  <a:lnTo>
                    <a:pt x="241989" y="1278286"/>
                  </a:lnTo>
                  <a:lnTo>
                    <a:pt x="242804" y="1362501"/>
                  </a:lnTo>
                  <a:lnTo>
                    <a:pt x="243619" y="1440823"/>
                  </a:lnTo>
                  <a:lnTo>
                    <a:pt x="244434" y="1422073"/>
                  </a:lnTo>
                  <a:lnTo>
                    <a:pt x="245248" y="1408390"/>
                  </a:lnTo>
                  <a:lnTo>
                    <a:pt x="246063" y="1365421"/>
                  </a:lnTo>
                  <a:lnTo>
                    <a:pt x="246878" y="1389042"/>
                  </a:lnTo>
                  <a:lnTo>
                    <a:pt x="247693" y="1391495"/>
                  </a:lnTo>
                  <a:lnTo>
                    <a:pt x="248507" y="1474327"/>
                  </a:lnTo>
                  <a:lnTo>
                    <a:pt x="249322" y="1440111"/>
                  </a:lnTo>
                  <a:lnTo>
                    <a:pt x="250137" y="1369601"/>
                  </a:lnTo>
                  <a:lnTo>
                    <a:pt x="250952" y="1317948"/>
                  </a:lnTo>
                  <a:lnTo>
                    <a:pt x="251767" y="1354334"/>
                  </a:lnTo>
                  <a:lnTo>
                    <a:pt x="252581" y="1325728"/>
                  </a:lnTo>
                  <a:lnTo>
                    <a:pt x="253396" y="1330739"/>
                  </a:lnTo>
                  <a:lnTo>
                    <a:pt x="254211" y="1390830"/>
                  </a:lnTo>
                  <a:lnTo>
                    <a:pt x="255026" y="1452352"/>
                  </a:lnTo>
                  <a:lnTo>
                    <a:pt x="255840" y="1469340"/>
                  </a:lnTo>
                  <a:lnTo>
                    <a:pt x="256655" y="1478970"/>
                  </a:lnTo>
                  <a:lnTo>
                    <a:pt x="257470" y="1432992"/>
                  </a:lnTo>
                  <a:lnTo>
                    <a:pt x="258285" y="1462212"/>
                  </a:lnTo>
                  <a:lnTo>
                    <a:pt x="259100" y="1512665"/>
                  </a:lnTo>
                  <a:lnTo>
                    <a:pt x="259914" y="1574809"/>
                  </a:lnTo>
                  <a:lnTo>
                    <a:pt x="260729" y="1604382"/>
                  </a:lnTo>
                  <a:lnTo>
                    <a:pt x="261544" y="1651981"/>
                  </a:lnTo>
                  <a:lnTo>
                    <a:pt x="262359" y="1650808"/>
                  </a:lnTo>
                  <a:lnTo>
                    <a:pt x="263173" y="1619513"/>
                  </a:lnTo>
                  <a:lnTo>
                    <a:pt x="263988" y="1614788"/>
                  </a:lnTo>
                  <a:lnTo>
                    <a:pt x="264803" y="1616994"/>
                  </a:lnTo>
                  <a:lnTo>
                    <a:pt x="265618" y="1612006"/>
                  </a:lnTo>
                  <a:lnTo>
                    <a:pt x="266433" y="1562684"/>
                  </a:lnTo>
                  <a:lnTo>
                    <a:pt x="267247" y="1535384"/>
                  </a:lnTo>
                  <a:lnTo>
                    <a:pt x="268062" y="1584803"/>
                  </a:lnTo>
                  <a:lnTo>
                    <a:pt x="268877" y="1581680"/>
                  </a:lnTo>
                  <a:lnTo>
                    <a:pt x="269692" y="1593327"/>
                  </a:lnTo>
                  <a:lnTo>
                    <a:pt x="270506" y="1487369"/>
                  </a:lnTo>
                  <a:lnTo>
                    <a:pt x="271321" y="1480333"/>
                  </a:lnTo>
                  <a:lnTo>
                    <a:pt x="272136" y="1548053"/>
                  </a:lnTo>
                  <a:lnTo>
                    <a:pt x="272951" y="1469805"/>
                  </a:lnTo>
                  <a:lnTo>
                    <a:pt x="273766" y="1378186"/>
                  </a:lnTo>
                  <a:lnTo>
                    <a:pt x="274580" y="1468259"/>
                  </a:lnTo>
                  <a:lnTo>
                    <a:pt x="275395" y="1553787"/>
                  </a:lnTo>
                  <a:lnTo>
                    <a:pt x="276210" y="1558407"/>
                  </a:lnTo>
                  <a:lnTo>
                    <a:pt x="277025" y="1503475"/>
                  </a:lnTo>
                  <a:lnTo>
                    <a:pt x="277839" y="1446916"/>
                  </a:lnTo>
                  <a:lnTo>
                    <a:pt x="278654" y="1348685"/>
                  </a:lnTo>
                  <a:lnTo>
                    <a:pt x="279469" y="1318307"/>
                  </a:lnTo>
                  <a:lnTo>
                    <a:pt x="280284" y="1306133"/>
                  </a:lnTo>
                  <a:lnTo>
                    <a:pt x="281099" y="1340754"/>
                  </a:lnTo>
                  <a:lnTo>
                    <a:pt x="281913" y="1397587"/>
                  </a:lnTo>
                  <a:lnTo>
                    <a:pt x="282728" y="1391083"/>
                  </a:lnTo>
                  <a:lnTo>
                    <a:pt x="283543" y="1397080"/>
                  </a:lnTo>
                  <a:lnTo>
                    <a:pt x="284358" y="1367672"/>
                  </a:lnTo>
                  <a:lnTo>
                    <a:pt x="285173" y="1291389"/>
                  </a:lnTo>
                  <a:lnTo>
                    <a:pt x="285987" y="1294592"/>
                  </a:lnTo>
                  <a:lnTo>
                    <a:pt x="286802" y="1250083"/>
                  </a:lnTo>
                  <a:lnTo>
                    <a:pt x="287617" y="1247691"/>
                  </a:lnTo>
                  <a:lnTo>
                    <a:pt x="288432" y="1365490"/>
                  </a:lnTo>
                  <a:lnTo>
                    <a:pt x="289246" y="1349448"/>
                  </a:lnTo>
                  <a:lnTo>
                    <a:pt x="290061" y="1385123"/>
                  </a:lnTo>
                  <a:lnTo>
                    <a:pt x="290876" y="1502611"/>
                  </a:lnTo>
                  <a:lnTo>
                    <a:pt x="291691" y="1613057"/>
                  </a:lnTo>
                  <a:lnTo>
                    <a:pt x="292506" y="1647693"/>
                  </a:lnTo>
                  <a:lnTo>
                    <a:pt x="293320" y="1633187"/>
                  </a:lnTo>
                  <a:lnTo>
                    <a:pt x="294135" y="1672662"/>
                  </a:lnTo>
                  <a:lnTo>
                    <a:pt x="294950" y="1662764"/>
                  </a:lnTo>
                  <a:lnTo>
                    <a:pt x="295765" y="1668521"/>
                  </a:lnTo>
                  <a:lnTo>
                    <a:pt x="296579" y="1662409"/>
                  </a:lnTo>
                  <a:lnTo>
                    <a:pt x="297394" y="1573649"/>
                  </a:lnTo>
                  <a:lnTo>
                    <a:pt x="298209" y="1536205"/>
                  </a:lnTo>
                  <a:lnTo>
                    <a:pt x="299024" y="1634467"/>
                  </a:lnTo>
                  <a:lnTo>
                    <a:pt x="299839" y="1659559"/>
                  </a:lnTo>
                  <a:lnTo>
                    <a:pt x="300653" y="1691636"/>
                  </a:lnTo>
                  <a:lnTo>
                    <a:pt x="301468" y="1658737"/>
                  </a:lnTo>
                  <a:lnTo>
                    <a:pt x="302283" y="1699811"/>
                  </a:lnTo>
                  <a:lnTo>
                    <a:pt x="303098" y="1690965"/>
                  </a:lnTo>
                  <a:lnTo>
                    <a:pt x="303912" y="1685162"/>
                  </a:lnTo>
                  <a:lnTo>
                    <a:pt x="304727" y="1648732"/>
                  </a:lnTo>
                  <a:lnTo>
                    <a:pt x="305542" y="1635459"/>
                  </a:lnTo>
                  <a:lnTo>
                    <a:pt x="306357" y="1638160"/>
                  </a:lnTo>
                  <a:lnTo>
                    <a:pt x="307172" y="1669983"/>
                  </a:lnTo>
                  <a:lnTo>
                    <a:pt x="307986" y="1679921"/>
                  </a:lnTo>
                  <a:lnTo>
                    <a:pt x="308801" y="1673832"/>
                  </a:lnTo>
                  <a:lnTo>
                    <a:pt x="309616" y="1675394"/>
                  </a:lnTo>
                  <a:lnTo>
                    <a:pt x="310431" y="1650086"/>
                  </a:lnTo>
                  <a:lnTo>
                    <a:pt x="311245" y="1633363"/>
                  </a:lnTo>
                  <a:lnTo>
                    <a:pt x="312060" y="1607252"/>
                  </a:lnTo>
                  <a:lnTo>
                    <a:pt x="312875" y="1553598"/>
                  </a:lnTo>
                  <a:lnTo>
                    <a:pt x="313690" y="1535949"/>
                  </a:lnTo>
                  <a:lnTo>
                    <a:pt x="314505" y="1439072"/>
                  </a:lnTo>
                  <a:lnTo>
                    <a:pt x="315319" y="1394021"/>
                  </a:lnTo>
                  <a:lnTo>
                    <a:pt x="316134" y="1289525"/>
                  </a:lnTo>
                  <a:lnTo>
                    <a:pt x="316949" y="1161379"/>
                  </a:lnTo>
                  <a:lnTo>
                    <a:pt x="317764" y="1133118"/>
                  </a:lnTo>
                  <a:lnTo>
                    <a:pt x="318578" y="1063402"/>
                  </a:lnTo>
                  <a:lnTo>
                    <a:pt x="319393" y="1164697"/>
                  </a:lnTo>
                  <a:lnTo>
                    <a:pt x="320208" y="1205418"/>
                  </a:lnTo>
                  <a:lnTo>
                    <a:pt x="321023" y="1265026"/>
                  </a:lnTo>
                  <a:lnTo>
                    <a:pt x="321838" y="1311401"/>
                  </a:lnTo>
                  <a:lnTo>
                    <a:pt x="322652" y="1370471"/>
                  </a:lnTo>
                  <a:lnTo>
                    <a:pt x="323467" y="1365365"/>
                  </a:lnTo>
                  <a:lnTo>
                    <a:pt x="324282" y="1317894"/>
                  </a:lnTo>
                  <a:lnTo>
                    <a:pt x="325097" y="1282903"/>
                  </a:lnTo>
                  <a:lnTo>
                    <a:pt x="325912" y="1291651"/>
                  </a:lnTo>
                  <a:lnTo>
                    <a:pt x="326726" y="1403559"/>
                  </a:lnTo>
                  <a:lnTo>
                    <a:pt x="327541" y="1401388"/>
                  </a:lnTo>
                  <a:lnTo>
                    <a:pt x="328356" y="1371743"/>
                  </a:lnTo>
                  <a:lnTo>
                    <a:pt x="329171" y="1305634"/>
                  </a:lnTo>
                  <a:lnTo>
                    <a:pt x="329985" y="1359488"/>
                  </a:lnTo>
                  <a:lnTo>
                    <a:pt x="330800" y="1299536"/>
                  </a:lnTo>
                  <a:lnTo>
                    <a:pt x="331615" y="1228221"/>
                  </a:lnTo>
                  <a:lnTo>
                    <a:pt x="332430" y="1217698"/>
                  </a:lnTo>
                  <a:lnTo>
                    <a:pt x="333245" y="1229707"/>
                  </a:lnTo>
                  <a:lnTo>
                    <a:pt x="334059" y="1253895"/>
                  </a:lnTo>
                  <a:lnTo>
                    <a:pt x="334874" y="1269602"/>
                  </a:lnTo>
                  <a:lnTo>
                    <a:pt x="335689" y="1349247"/>
                  </a:lnTo>
                  <a:lnTo>
                    <a:pt x="336504" y="1412211"/>
                  </a:lnTo>
                  <a:lnTo>
                    <a:pt x="337318" y="1439992"/>
                  </a:lnTo>
                  <a:lnTo>
                    <a:pt x="338133" y="1442645"/>
                  </a:lnTo>
                  <a:lnTo>
                    <a:pt x="338948" y="1408750"/>
                  </a:lnTo>
                  <a:lnTo>
                    <a:pt x="339763" y="1314245"/>
                  </a:lnTo>
                  <a:lnTo>
                    <a:pt x="340578" y="1327239"/>
                  </a:lnTo>
                  <a:lnTo>
                    <a:pt x="341392" y="1388213"/>
                  </a:lnTo>
                  <a:lnTo>
                    <a:pt x="342207" y="1409810"/>
                  </a:lnTo>
                  <a:lnTo>
                    <a:pt x="343022" y="1469428"/>
                  </a:lnTo>
                  <a:lnTo>
                    <a:pt x="343837" y="1478545"/>
                  </a:lnTo>
                  <a:lnTo>
                    <a:pt x="344651" y="1561046"/>
                  </a:lnTo>
                  <a:lnTo>
                    <a:pt x="345466" y="1572366"/>
                  </a:lnTo>
                  <a:lnTo>
                    <a:pt x="346281" y="1479228"/>
                  </a:lnTo>
                  <a:lnTo>
                    <a:pt x="347096" y="1416124"/>
                  </a:lnTo>
                  <a:lnTo>
                    <a:pt x="347911" y="1309512"/>
                  </a:lnTo>
                  <a:lnTo>
                    <a:pt x="348725" y="1351787"/>
                  </a:lnTo>
                  <a:lnTo>
                    <a:pt x="349540" y="1318435"/>
                  </a:lnTo>
                  <a:lnTo>
                    <a:pt x="350355" y="1367522"/>
                  </a:lnTo>
                  <a:lnTo>
                    <a:pt x="351170" y="1349239"/>
                  </a:lnTo>
                  <a:lnTo>
                    <a:pt x="351984" y="1455380"/>
                  </a:lnTo>
                  <a:lnTo>
                    <a:pt x="352799" y="1408737"/>
                  </a:lnTo>
                  <a:lnTo>
                    <a:pt x="353614" y="1444182"/>
                  </a:lnTo>
                  <a:lnTo>
                    <a:pt x="354429" y="1432073"/>
                  </a:lnTo>
                  <a:lnTo>
                    <a:pt x="355244" y="1507146"/>
                  </a:lnTo>
                  <a:lnTo>
                    <a:pt x="356058" y="1570368"/>
                  </a:lnTo>
                  <a:lnTo>
                    <a:pt x="356873" y="1581967"/>
                  </a:lnTo>
                  <a:lnTo>
                    <a:pt x="357688" y="1560245"/>
                  </a:lnTo>
                  <a:lnTo>
                    <a:pt x="358503" y="1619645"/>
                  </a:lnTo>
                  <a:lnTo>
                    <a:pt x="359318" y="1618929"/>
                  </a:lnTo>
                  <a:lnTo>
                    <a:pt x="360132" y="1626831"/>
                  </a:lnTo>
                  <a:lnTo>
                    <a:pt x="360947" y="1622566"/>
                  </a:lnTo>
                  <a:lnTo>
                    <a:pt x="361762" y="1611904"/>
                  </a:lnTo>
                  <a:lnTo>
                    <a:pt x="362577" y="1629022"/>
                  </a:lnTo>
                  <a:lnTo>
                    <a:pt x="363391" y="1621316"/>
                  </a:lnTo>
                  <a:lnTo>
                    <a:pt x="364206" y="1588478"/>
                  </a:lnTo>
                  <a:lnTo>
                    <a:pt x="365021" y="1520664"/>
                  </a:lnTo>
                  <a:lnTo>
                    <a:pt x="365836" y="1527558"/>
                  </a:lnTo>
                  <a:lnTo>
                    <a:pt x="366651" y="1552567"/>
                  </a:lnTo>
                  <a:lnTo>
                    <a:pt x="367465" y="1576291"/>
                  </a:lnTo>
                  <a:lnTo>
                    <a:pt x="368280" y="1596947"/>
                  </a:lnTo>
                  <a:lnTo>
                    <a:pt x="369095" y="1536508"/>
                  </a:lnTo>
                  <a:lnTo>
                    <a:pt x="369910" y="1500824"/>
                  </a:lnTo>
                  <a:lnTo>
                    <a:pt x="370724" y="1529200"/>
                  </a:lnTo>
                  <a:lnTo>
                    <a:pt x="371539" y="1598484"/>
                  </a:lnTo>
                  <a:lnTo>
                    <a:pt x="372354" y="1615428"/>
                  </a:lnTo>
                  <a:lnTo>
                    <a:pt x="373169" y="1589642"/>
                  </a:lnTo>
                  <a:lnTo>
                    <a:pt x="373984" y="1607530"/>
                  </a:lnTo>
                  <a:lnTo>
                    <a:pt x="374798" y="1610225"/>
                  </a:lnTo>
                  <a:lnTo>
                    <a:pt x="375613" y="1613657"/>
                  </a:lnTo>
                  <a:lnTo>
                    <a:pt x="376428" y="1605520"/>
                  </a:lnTo>
                  <a:lnTo>
                    <a:pt x="377243" y="1479286"/>
                  </a:lnTo>
                  <a:lnTo>
                    <a:pt x="378057" y="1442667"/>
                  </a:lnTo>
                  <a:lnTo>
                    <a:pt x="378872" y="1489503"/>
                  </a:lnTo>
                  <a:lnTo>
                    <a:pt x="379687" y="1556376"/>
                  </a:lnTo>
                  <a:lnTo>
                    <a:pt x="380502" y="1581565"/>
                  </a:lnTo>
                  <a:lnTo>
                    <a:pt x="381317" y="1541313"/>
                  </a:lnTo>
                  <a:lnTo>
                    <a:pt x="382131" y="1562196"/>
                  </a:lnTo>
                  <a:lnTo>
                    <a:pt x="382946" y="1490271"/>
                  </a:lnTo>
                  <a:lnTo>
                    <a:pt x="383761" y="1482342"/>
                  </a:lnTo>
                  <a:lnTo>
                    <a:pt x="384576" y="1446323"/>
                  </a:lnTo>
                  <a:lnTo>
                    <a:pt x="385390" y="1410071"/>
                  </a:lnTo>
                  <a:lnTo>
                    <a:pt x="386205" y="1386604"/>
                  </a:lnTo>
                  <a:lnTo>
                    <a:pt x="387020" y="1430737"/>
                  </a:lnTo>
                  <a:lnTo>
                    <a:pt x="387835" y="1388887"/>
                  </a:lnTo>
                  <a:lnTo>
                    <a:pt x="388650" y="1467972"/>
                  </a:lnTo>
                  <a:lnTo>
                    <a:pt x="389464" y="1417060"/>
                  </a:lnTo>
                  <a:lnTo>
                    <a:pt x="390279" y="1392343"/>
                  </a:lnTo>
                  <a:lnTo>
                    <a:pt x="391094" y="1312474"/>
                  </a:lnTo>
                  <a:lnTo>
                    <a:pt x="391909" y="1173718"/>
                  </a:lnTo>
                  <a:lnTo>
                    <a:pt x="392723" y="1310809"/>
                  </a:lnTo>
                  <a:lnTo>
                    <a:pt x="393538" y="1212194"/>
                  </a:lnTo>
                  <a:lnTo>
                    <a:pt x="394353" y="1284873"/>
                  </a:lnTo>
                  <a:lnTo>
                    <a:pt x="395168" y="1269790"/>
                  </a:lnTo>
                  <a:lnTo>
                    <a:pt x="395983" y="1389123"/>
                  </a:lnTo>
                  <a:lnTo>
                    <a:pt x="396797" y="1436542"/>
                  </a:lnTo>
                  <a:lnTo>
                    <a:pt x="397612" y="1328218"/>
                  </a:lnTo>
                  <a:lnTo>
                    <a:pt x="398427" y="1354362"/>
                  </a:lnTo>
                  <a:lnTo>
                    <a:pt x="399242" y="1393228"/>
                  </a:lnTo>
                  <a:lnTo>
                    <a:pt x="400057" y="1488946"/>
                  </a:lnTo>
                  <a:lnTo>
                    <a:pt x="400871" y="1480987"/>
                  </a:lnTo>
                  <a:lnTo>
                    <a:pt x="401686" y="1454689"/>
                  </a:lnTo>
                  <a:lnTo>
                    <a:pt x="402501" y="1487266"/>
                  </a:lnTo>
                  <a:lnTo>
                    <a:pt x="403316" y="1514001"/>
                  </a:lnTo>
                  <a:lnTo>
                    <a:pt x="404130" y="1471171"/>
                  </a:lnTo>
                  <a:lnTo>
                    <a:pt x="404945" y="1433188"/>
                  </a:lnTo>
                  <a:lnTo>
                    <a:pt x="405760" y="1498856"/>
                  </a:lnTo>
                  <a:lnTo>
                    <a:pt x="406575" y="1528587"/>
                  </a:lnTo>
                  <a:lnTo>
                    <a:pt x="407390" y="1572801"/>
                  </a:lnTo>
                  <a:lnTo>
                    <a:pt x="408204" y="1509417"/>
                  </a:lnTo>
                  <a:lnTo>
                    <a:pt x="409019" y="1523129"/>
                  </a:lnTo>
                  <a:lnTo>
                    <a:pt x="409834" y="1454480"/>
                  </a:lnTo>
                  <a:lnTo>
                    <a:pt x="410649" y="1432054"/>
                  </a:lnTo>
                  <a:lnTo>
                    <a:pt x="411463" y="1436268"/>
                  </a:lnTo>
                  <a:lnTo>
                    <a:pt x="412278" y="1310131"/>
                  </a:lnTo>
                  <a:lnTo>
                    <a:pt x="413093" y="1365361"/>
                  </a:lnTo>
                  <a:lnTo>
                    <a:pt x="413908" y="1411554"/>
                  </a:lnTo>
                  <a:lnTo>
                    <a:pt x="414723" y="1475456"/>
                  </a:lnTo>
                  <a:lnTo>
                    <a:pt x="415537" y="1523660"/>
                  </a:lnTo>
                  <a:lnTo>
                    <a:pt x="416352" y="1546896"/>
                  </a:lnTo>
                  <a:lnTo>
                    <a:pt x="417167" y="1580199"/>
                  </a:lnTo>
                  <a:lnTo>
                    <a:pt x="417982" y="1487431"/>
                  </a:lnTo>
                  <a:lnTo>
                    <a:pt x="418796" y="1395415"/>
                  </a:lnTo>
                  <a:lnTo>
                    <a:pt x="419611" y="1361334"/>
                  </a:lnTo>
                  <a:lnTo>
                    <a:pt x="420426" y="1360019"/>
                  </a:lnTo>
                  <a:lnTo>
                    <a:pt x="421241" y="1445580"/>
                  </a:lnTo>
                  <a:lnTo>
                    <a:pt x="422056" y="1497758"/>
                  </a:lnTo>
                  <a:lnTo>
                    <a:pt x="422870" y="1458983"/>
                  </a:lnTo>
                  <a:lnTo>
                    <a:pt x="423685" y="1375063"/>
                  </a:lnTo>
                  <a:lnTo>
                    <a:pt x="424500" y="1362489"/>
                  </a:lnTo>
                  <a:lnTo>
                    <a:pt x="425315" y="1290719"/>
                  </a:lnTo>
                  <a:lnTo>
                    <a:pt x="426129" y="1371242"/>
                  </a:lnTo>
                  <a:lnTo>
                    <a:pt x="426944" y="1357695"/>
                  </a:lnTo>
                  <a:lnTo>
                    <a:pt x="427759" y="1335772"/>
                  </a:lnTo>
                  <a:lnTo>
                    <a:pt x="428574" y="1374484"/>
                  </a:lnTo>
                  <a:lnTo>
                    <a:pt x="429389" y="1473726"/>
                  </a:lnTo>
                  <a:lnTo>
                    <a:pt x="430203" y="1471211"/>
                  </a:lnTo>
                  <a:lnTo>
                    <a:pt x="431018" y="1480644"/>
                  </a:lnTo>
                  <a:lnTo>
                    <a:pt x="431833" y="1517418"/>
                  </a:lnTo>
                  <a:lnTo>
                    <a:pt x="432648" y="1544520"/>
                  </a:lnTo>
                  <a:lnTo>
                    <a:pt x="433462" y="1566291"/>
                  </a:lnTo>
                  <a:lnTo>
                    <a:pt x="434277" y="1566974"/>
                  </a:lnTo>
                  <a:lnTo>
                    <a:pt x="435092" y="1517323"/>
                  </a:lnTo>
                  <a:lnTo>
                    <a:pt x="435907" y="1526376"/>
                  </a:lnTo>
                  <a:lnTo>
                    <a:pt x="436722" y="1522450"/>
                  </a:lnTo>
                  <a:lnTo>
                    <a:pt x="437536" y="1518450"/>
                  </a:lnTo>
                  <a:lnTo>
                    <a:pt x="438351" y="1477286"/>
                  </a:lnTo>
                  <a:lnTo>
                    <a:pt x="439166" y="1458993"/>
                  </a:lnTo>
                  <a:lnTo>
                    <a:pt x="439981" y="1399079"/>
                  </a:lnTo>
                  <a:lnTo>
                    <a:pt x="440796" y="1372822"/>
                  </a:lnTo>
                  <a:lnTo>
                    <a:pt x="441610" y="1475955"/>
                  </a:lnTo>
                  <a:lnTo>
                    <a:pt x="442425" y="1450918"/>
                  </a:lnTo>
                  <a:lnTo>
                    <a:pt x="443240" y="1410086"/>
                  </a:lnTo>
                  <a:lnTo>
                    <a:pt x="444055" y="1377565"/>
                  </a:lnTo>
                  <a:lnTo>
                    <a:pt x="444869" y="1372992"/>
                  </a:lnTo>
                  <a:lnTo>
                    <a:pt x="445684" y="1370928"/>
                  </a:lnTo>
                  <a:lnTo>
                    <a:pt x="446499" y="1301980"/>
                  </a:lnTo>
                  <a:lnTo>
                    <a:pt x="447314" y="1257884"/>
                  </a:lnTo>
                  <a:lnTo>
                    <a:pt x="448129" y="1275504"/>
                  </a:lnTo>
                  <a:lnTo>
                    <a:pt x="448943" y="1310708"/>
                  </a:lnTo>
                  <a:lnTo>
                    <a:pt x="449758" y="1315460"/>
                  </a:lnTo>
                  <a:lnTo>
                    <a:pt x="450573" y="1461214"/>
                  </a:lnTo>
                  <a:lnTo>
                    <a:pt x="451388" y="1491117"/>
                  </a:lnTo>
                  <a:lnTo>
                    <a:pt x="452202" y="1478151"/>
                  </a:lnTo>
                  <a:lnTo>
                    <a:pt x="453017" y="1437516"/>
                  </a:lnTo>
                  <a:lnTo>
                    <a:pt x="453832" y="1512218"/>
                  </a:lnTo>
                  <a:lnTo>
                    <a:pt x="454647" y="1551574"/>
                  </a:lnTo>
                  <a:lnTo>
                    <a:pt x="455462" y="1533763"/>
                  </a:lnTo>
                  <a:lnTo>
                    <a:pt x="456276" y="1522569"/>
                  </a:lnTo>
                  <a:lnTo>
                    <a:pt x="457091" y="1508373"/>
                  </a:lnTo>
                  <a:lnTo>
                    <a:pt x="457906" y="1513143"/>
                  </a:lnTo>
                  <a:lnTo>
                    <a:pt x="458721" y="1474538"/>
                  </a:lnTo>
                  <a:lnTo>
                    <a:pt x="459535" y="1425169"/>
                  </a:lnTo>
                  <a:lnTo>
                    <a:pt x="460350" y="1329465"/>
                  </a:lnTo>
                  <a:lnTo>
                    <a:pt x="461165" y="1253663"/>
                  </a:lnTo>
                  <a:lnTo>
                    <a:pt x="461980" y="1273480"/>
                  </a:lnTo>
                  <a:lnTo>
                    <a:pt x="462795" y="1258132"/>
                  </a:lnTo>
                  <a:lnTo>
                    <a:pt x="463609" y="1224347"/>
                  </a:lnTo>
                  <a:lnTo>
                    <a:pt x="464424" y="1253573"/>
                  </a:lnTo>
                  <a:lnTo>
                    <a:pt x="465239" y="1316223"/>
                  </a:lnTo>
                  <a:lnTo>
                    <a:pt x="466054" y="1339725"/>
                  </a:lnTo>
                  <a:lnTo>
                    <a:pt x="466868" y="1398608"/>
                  </a:lnTo>
                  <a:lnTo>
                    <a:pt x="467683" y="1373157"/>
                  </a:lnTo>
                  <a:lnTo>
                    <a:pt x="468498" y="1385416"/>
                  </a:lnTo>
                  <a:lnTo>
                    <a:pt x="469313" y="1357271"/>
                  </a:lnTo>
                  <a:lnTo>
                    <a:pt x="470128" y="1416431"/>
                  </a:lnTo>
                  <a:lnTo>
                    <a:pt x="470942" y="1547872"/>
                  </a:lnTo>
                  <a:lnTo>
                    <a:pt x="471757" y="1518673"/>
                  </a:lnTo>
                  <a:lnTo>
                    <a:pt x="472572" y="1486540"/>
                  </a:lnTo>
                  <a:lnTo>
                    <a:pt x="473387" y="1411700"/>
                  </a:lnTo>
                  <a:lnTo>
                    <a:pt x="474201" y="1473940"/>
                  </a:lnTo>
                  <a:lnTo>
                    <a:pt x="475016" y="1537718"/>
                  </a:lnTo>
                  <a:lnTo>
                    <a:pt x="475831" y="1538998"/>
                  </a:lnTo>
                  <a:lnTo>
                    <a:pt x="476646" y="1541223"/>
                  </a:lnTo>
                  <a:lnTo>
                    <a:pt x="477461" y="1613774"/>
                  </a:lnTo>
                  <a:lnTo>
                    <a:pt x="478275" y="1605220"/>
                  </a:lnTo>
                  <a:lnTo>
                    <a:pt x="479090" y="1600118"/>
                  </a:lnTo>
                  <a:lnTo>
                    <a:pt x="479905" y="1523868"/>
                  </a:lnTo>
                  <a:lnTo>
                    <a:pt x="480720" y="1467981"/>
                  </a:lnTo>
                  <a:lnTo>
                    <a:pt x="481535" y="1501401"/>
                  </a:lnTo>
                  <a:lnTo>
                    <a:pt x="482349" y="1484576"/>
                  </a:lnTo>
                  <a:lnTo>
                    <a:pt x="483164" y="1386491"/>
                  </a:lnTo>
                  <a:lnTo>
                    <a:pt x="483979" y="1412250"/>
                  </a:lnTo>
                  <a:lnTo>
                    <a:pt x="484794" y="1437949"/>
                  </a:lnTo>
                  <a:lnTo>
                    <a:pt x="485608" y="1472832"/>
                  </a:lnTo>
                  <a:lnTo>
                    <a:pt x="486423" y="1441670"/>
                  </a:lnTo>
                  <a:lnTo>
                    <a:pt x="487238" y="1507007"/>
                  </a:lnTo>
                  <a:lnTo>
                    <a:pt x="488053" y="1483010"/>
                  </a:lnTo>
                  <a:lnTo>
                    <a:pt x="488868" y="1516026"/>
                  </a:lnTo>
                  <a:lnTo>
                    <a:pt x="489682" y="1369506"/>
                  </a:lnTo>
                  <a:lnTo>
                    <a:pt x="490497" y="1389864"/>
                  </a:lnTo>
                  <a:lnTo>
                    <a:pt x="491312" y="1526072"/>
                  </a:lnTo>
                  <a:lnTo>
                    <a:pt x="492127" y="1541035"/>
                  </a:lnTo>
                  <a:lnTo>
                    <a:pt x="492941" y="1598111"/>
                  </a:lnTo>
                  <a:lnTo>
                    <a:pt x="493756" y="1587824"/>
                  </a:lnTo>
                  <a:lnTo>
                    <a:pt x="494571" y="1640571"/>
                  </a:lnTo>
                  <a:lnTo>
                    <a:pt x="495386" y="1677131"/>
                  </a:lnTo>
                  <a:lnTo>
                    <a:pt x="496201" y="1682257"/>
                  </a:lnTo>
                  <a:lnTo>
                    <a:pt x="497015" y="1661692"/>
                  </a:lnTo>
                  <a:lnTo>
                    <a:pt x="497830" y="1665826"/>
                  </a:lnTo>
                  <a:lnTo>
                    <a:pt x="498645" y="1684725"/>
                  </a:lnTo>
                  <a:lnTo>
                    <a:pt x="499460" y="1675671"/>
                  </a:lnTo>
                  <a:lnTo>
                    <a:pt x="500274" y="1680861"/>
                  </a:lnTo>
                  <a:lnTo>
                    <a:pt x="501089" y="1643135"/>
                  </a:lnTo>
                  <a:lnTo>
                    <a:pt x="501904" y="1610429"/>
                  </a:lnTo>
                  <a:lnTo>
                    <a:pt x="502719" y="1594940"/>
                  </a:lnTo>
                  <a:lnTo>
                    <a:pt x="503534" y="1584094"/>
                  </a:lnTo>
                  <a:lnTo>
                    <a:pt x="504348" y="1625905"/>
                  </a:lnTo>
                  <a:lnTo>
                    <a:pt x="505163" y="1625240"/>
                  </a:lnTo>
                  <a:lnTo>
                    <a:pt x="505978" y="1642800"/>
                  </a:lnTo>
                  <a:lnTo>
                    <a:pt x="506793" y="1664873"/>
                  </a:lnTo>
                  <a:lnTo>
                    <a:pt x="507607" y="1639551"/>
                  </a:lnTo>
                  <a:lnTo>
                    <a:pt x="508422" y="1630895"/>
                  </a:lnTo>
                  <a:lnTo>
                    <a:pt x="509237" y="1618163"/>
                  </a:lnTo>
                  <a:lnTo>
                    <a:pt x="510052" y="1548844"/>
                  </a:lnTo>
                  <a:lnTo>
                    <a:pt x="510867" y="1602085"/>
                  </a:lnTo>
                  <a:lnTo>
                    <a:pt x="511681" y="1587024"/>
                  </a:lnTo>
                  <a:lnTo>
                    <a:pt x="512496" y="1578870"/>
                  </a:lnTo>
                  <a:lnTo>
                    <a:pt x="513311" y="1610246"/>
                  </a:lnTo>
                  <a:lnTo>
                    <a:pt x="514126" y="1627577"/>
                  </a:lnTo>
                  <a:lnTo>
                    <a:pt x="514940" y="1699967"/>
                  </a:lnTo>
                  <a:lnTo>
                    <a:pt x="515755" y="1685925"/>
                  </a:lnTo>
                  <a:lnTo>
                    <a:pt x="516570" y="1665928"/>
                  </a:lnTo>
                  <a:lnTo>
                    <a:pt x="517385" y="1616453"/>
                  </a:lnTo>
                  <a:lnTo>
                    <a:pt x="518200" y="1548398"/>
                  </a:lnTo>
                  <a:lnTo>
                    <a:pt x="519014" y="1615968"/>
                  </a:lnTo>
                  <a:lnTo>
                    <a:pt x="519829" y="1603371"/>
                  </a:lnTo>
                  <a:lnTo>
                    <a:pt x="520644" y="1542123"/>
                  </a:lnTo>
                  <a:lnTo>
                    <a:pt x="521459" y="1491696"/>
                  </a:lnTo>
                  <a:lnTo>
                    <a:pt x="522274" y="1590154"/>
                  </a:lnTo>
                  <a:lnTo>
                    <a:pt x="523088" y="1620289"/>
                  </a:lnTo>
                  <a:lnTo>
                    <a:pt x="523903" y="1611272"/>
                  </a:lnTo>
                  <a:lnTo>
                    <a:pt x="524718" y="1604430"/>
                  </a:lnTo>
                  <a:lnTo>
                    <a:pt x="525533" y="1488192"/>
                  </a:lnTo>
                  <a:lnTo>
                    <a:pt x="526347" y="1459748"/>
                  </a:lnTo>
                  <a:lnTo>
                    <a:pt x="527162" y="1467924"/>
                  </a:lnTo>
                  <a:lnTo>
                    <a:pt x="527977" y="1531989"/>
                  </a:lnTo>
                  <a:lnTo>
                    <a:pt x="528792" y="1535152"/>
                  </a:lnTo>
                  <a:lnTo>
                    <a:pt x="529607" y="1533258"/>
                  </a:lnTo>
                  <a:lnTo>
                    <a:pt x="530421" y="1527409"/>
                  </a:lnTo>
                  <a:lnTo>
                    <a:pt x="531236" y="1500922"/>
                  </a:lnTo>
                  <a:lnTo>
                    <a:pt x="532051" y="1496869"/>
                  </a:lnTo>
                  <a:lnTo>
                    <a:pt x="532866" y="1547061"/>
                  </a:lnTo>
                  <a:lnTo>
                    <a:pt x="533680" y="1572608"/>
                  </a:lnTo>
                  <a:lnTo>
                    <a:pt x="534495" y="1564849"/>
                  </a:lnTo>
                  <a:lnTo>
                    <a:pt x="535310" y="1455073"/>
                  </a:lnTo>
                  <a:lnTo>
                    <a:pt x="536125" y="1503638"/>
                  </a:lnTo>
                  <a:lnTo>
                    <a:pt x="536940" y="1482124"/>
                  </a:lnTo>
                  <a:lnTo>
                    <a:pt x="537754" y="1451702"/>
                  </a:lnTo>
                  <a:lnTo>
                    <a:pt x="538569" y="1385271"/>
                  </a:lnTo>
                  <a:lnTo>
                    <a:pt x="539384" y="1418314"/>
                  </a:lnTo>
                  <a:lnTo>
                    <a:pt x="540199" y="1432252"/>
                  </a:lnTo>
                  <a:lnTo>
                    <a:pt x="541013" y="1427479"/>
                  </a:lnTo>
                  <a:lnTo>
                    <a:pt x="541828" y="1440904"/>
                  </a:lnTo>
                  <a:lnTo>
                    <a:pt x="542643" y="1350197"/>
                  </a:lnTo>
                  <a:lnTo>
                    <a:pt x="543458" y="1397041"/>
                  </a:lnTo>
                  <a:lnTo>
                    <a:pt x="544273" y="1352307"/>
                  </a:lnTo>
                  <a:lnTo>
                    <a:pt x="545087" y="1332815"/>
                  </a:lnTo>
                  <a:lnTo>
                    <a:pt x="545902" y="1354406"/>
                  </a:lnTo>
                  <a:lnTo>
                    <a:pt x="546717" y="1463780"/>
                  </a:lnTo>
                  <a:lnTo>
                    <a:pt x="547532" y="1402933"/>
                  </a:lnTo>
                  <a:lnTo>
                    <a:pt x="548346" y="1417519"/>
                  </a:lnTo>
                  <a:lnTo>
                    <a:pt x="549161" y="1440033"/>
                  </a:lnTo>
                  <a:lnTo>
                    <a:pt x="549976" y="1536433"/>
                  </a:lnTo>
                  <a:lnTo>
                    <a:pt x="550791" y="1557912"/>
                  </a:lnTo>
                  <a:lnTo>
                    <a:pt x="551606" y="1572102"/>
                  </a:lnTo>
                  <a:lnTo>
                    <a:pt x="552420" y="1603151"/>
                  </a:lnTo>
                  <a:lnTo>
                    <a:pt x="553235" y="1613458"/>
                  </a:lnTo>
                  <a:lnTo>
                    <a:pt x="554050" y="1637859"/>
                  </a:lnTo>
                  <a:lnTo>
                    <a:pt x="554865" y="1594698"/>
                  </a:lnTo>
                  <a:lnTo>
                    <a:pt x="555679" y="1530139"/>
                  </a:lnTo>
                  <a:lnTo>
                    <a:pt x="556494" y="1487769"/>
                  </a:lnTo>
                  <a:lnTo>
                    <a:pt x="557309" y="1464176"/>
                  </a:lnTo>
                  <a:lnTo>
                    <a:pt x="558124" y="1528170"/>
                  </a:lnTo>
                  <a:lnTo>
                    <a:pt x="558939" y="1522376"/>
                  </a:lnTo>
                  <a:lnTo>
                    <a:pt x="559753" y="1494358"/>
                  </a:lnTo>
                  <a:lnTo>
                    <a:pt x="560568" y="1477281"/>
                  </a:lnTo>
                  <a:lnTo>
                    <a:pt x="561383" y="1488249"/>
                  </a:lnTo>
                  <a:lnTo>
                    <a:pt x="562198" y="1380650"/>
                  </a:lnTo>
                  <a:lnTo>
                    <a:pt x="563013" y="1337697"/>
                  </a:lnTo>
                  <a:lnTo>
                    <a:pt x="563827" y="1315748"/>
                  </a:lnTo>
                  <a:lnTo>
                    <a:pt x="564642" y="1301773"/>
                  </a:lnTo>
                  <a:lnTo>
                    <a:pt x="565457" y="1374357"/>
                  </a:lnTo>
                  <a:lnTo>
                    <a:pt x="566272" y="1387101"/>
                  </a:lnTo>
                  <a:lnTo>
                    <a:pt x="567086" y="1351646"/>
                  </a:lnTo>
                  <a:lnTo>
                    <a:pt x="567901" y="1376918"/>
                  </a:lnTo>
                  <a:lnTo>
                    <a:pt x="568716" y="1516874"/>
                  </a:lnTo>
                  <a:lnTo>
                    <a:pt x="569531" y="1543662"/>
                  </a:lnTo>
                  <a:lnTo>
                    <a:pt x="570346" y="1596740"/>
                  </a:lnTo>
                  <a:lnTo>
                    <a:pt x="571160" y="1543915"/>
                  </a:lnTo>
                  <a:lnTo>
                    <a:pt x="571975" y="1613853"/>
                  </a:lnTo>
                  <a:lnTo>
                    <a:pt x="572790" y="1586671"/>
                  </a:lnTo>
                  <a:lnTo>
                    <a:pt x="573605" y="1520281"/>
                  </a:lnTo>
                  <a:lnTo>
                    <a:pt x="574419" y="1429359"/>
                  </a:lnTo>
                  <a:lnTo>
                    <a:pt x="575234" y="1378789"/>
                  </a:lnTo>
                  <a:lnTo>
                    <a:pt x="576049" y="1549631"/>
                  </a:lnTo>
                  <a:lnTo>
                    <a:pt x="576864" y="1519710"/>
                  </a:lnTo>
                  <a:lnTo>
                    <a:pt x="577679" y="1489586"/>
                  </a:lnTo>
                  <a:lnTo>
                    <a:pt x="578493" y="1509745"/>
                  </a:lnTo>
                  <a:lnTo>
                    <a:pt x="579308" y="1437719"/>
                  </a:lnTo>
                  <a:lnTo>
                    <a:pt x="580123" y="1478276"/>
                  </a:lnTo>
                  <a:lnTo>
                    <a:pt x="580938" y="1442950"/>
                  </a:lnTo>
                  <a:lnTo>
                    <a:pt x="581752" y="1481120"/>
                  </a:lnTo>
                  <a:lnTo>
                    <a:pt x="582567" y="1576512"/>
                  </a:lnTo>
                  <a:lnTo>
                    <a:pt x="583382" y="1531287"/>
                  </a:lnTo>
                  <a:lnTo>
                    <a:pt x="584197" y="1462306"/>
                  </a:lnTo>
                  <a:lnTo>
                    <a:pt x="585012" y="1339501"/>
                  </a:lnTo>
                  <a:lnTo>
                    <a:pt x="585826" y="1387541"/>
                  </a:lnTo>
                  <a:lnTo>
                    <a:pt x="586641" y="1452872"/>
                  </a:lnTo>
                  <a:lnTo>
                    <a:pt x="587456" y="1334645"/>
                  </a:lnTo>
                  <a:lnTo>
                    <a:pt x="588271" y="1421530"/>
                  </a:lnTo>
                  <a:lnTo>
                    <a:pt x="589085" y="1455059"/>
                  </a:lnTo>
                  <a:lnTo>
                    <a:pt x="589900" y="1438830"/>
                  </a:lnTo>
                  <a:lnTo>
                    <a:pt x="590715" y="1445456"/>
                  </a:lnTo>
                  <a:lnTo>
                    <a:pt x="591530" y="1422207"/>
                  </a:lnTo>
                  <a:lnTo>
                    <a:pt x="592345" y="1462069"/>
                  </a:lnTo>
                  <a:lnTo>
                    <a:pt x="593159" y="1563951"/>
                  </a:lnTo>
                  <a:lnTo>
                    <a:pt x="593974" y="1597384"/>
                  </a:lnTo>
                  <a:lnTo>
                    <a:pt x="594789" y="1584846"/>
                  </a:lnTo>
                  <a:lnTo>
                    <a:pt x="595604" y="1568720"/>
                  </a:lnTo>
                  <a:lnTo>
                    <a:pt x="596418" y="1559041"/>
                  </a:lnTo>
                  <a:lnTo>
                    <a:pt x="597233" y="1492661"/>
                  </a:lnTo>
                  <a:lnTo>
                    <a:pt x="598048" y="1458570"/>
                  </a:lnTo>
                  <a:lnTo>
                    <a:pt x="598863" y="1432668"/>
                  </a:lnTo>
                  <a:lnTo>
                    <a:pt x="599678" y="1384330"/>
                  </a:lnTo>
                  <a:lnTo>
                    <a:pt x="600492" y="1511445"/>
                  </a:lnTo>
                  <a:lnTo>
                    <a:pt x="601307" y="1565299"/>
                  </a:lnTo>
                  <a:lnTo>
                    <a:pt x="602122" y="1626683"/>
                  </a:lnTo>
                  <a:lnTo>
                    <a:pt x="602937" y="1546120"/>
                  </a:lnTo>
                  <a:lnTo>
                    <a:pt x="603752" y="1572658"/>
                  </a:lnTo>
                  <a:lnTo>
                    <a:pt x="604566" y="1595774"/>
                  </a:lnTo>
                  <a:lnTo>
                    <a:pt x="605381" y="1627596"/>
                  </a:lnTo>
                  <a:lnTo>
                    <a:pt x="606196" y="1592669"/>
                  </a:lnTo>
                  <a:lnTo>
                    <a:pt x="607011" y="1576828"/>
                  </a:lnTo>
                  <a:lnTo>
                    <a:pt x="607825" y="1572288"/>
                  </a:lnTo>
                  <a:lnTo>
                    <a:pt x="608640" y="1599689"/>
                  </a:lnTo>
                  <a:lnTo>
                    <a:pt x="609455" y="1631620"/>
                  </a:lnTo>
                  <a:lnTo>
                    <a:pt x="610270" y="1585511"/>
                  </a:lnTo>
                  <a:lnTo>
                    <a:pt x="611085" y="1569500"/>
                  </a:lnTo>
                  <a:lnTo>
                    <a:pt x="611899" y="1461028"/>
                  </a:lnTo>
                  <a:lnTo>
                    <a:pt x="612714" y="1434478"/>
                  </a:lnTo>
                  <a:lnTo>
                    <a:pt x="613529" y="1396613"/>
                  </a:lnTo>
                  <a:lnTo>
                    <a:pt x="614344" y="1273974"/>
                  </a:lnTo>
                  <a:lnTo>
                    <a:pt x="615158" y="1253564"/>
                  </a:lnTo>
                  <a:lnTo>
                    <a:pt x="615973" y="1294863"/>
                  </a:lnTo>
                  <a:lnTo>
                    <a:pt x="616788" y="1421500"/>
                  </a:lnTo>
                  <a:lnTo>
                    <a:pt x="617603" y="1443890"/>
                  </a:lnTo>
                  <a:lnTo>
                    <a:pt x="618418" y="1356891"/>
                  </a:lnTo>
                  <a:lnTo>
                    <a:pt x="619232" y="1349581"/>
                  </a:lnTo>
                  <a:lnTo>
                    <a:pt x="620047" y="1373646"/>
                  </a:lnTo>
                  <a:lnTo>
                    <a:pt x="620862" y="1316186"/>
                  </a:lnTo>
                  <a:lnTo>
                    <a:pt x="621677" y="1280093"/>
                  </a:lnTo>
                  <a:lnTo>
                    <a:pt x="622491" y="1270714"/>
                  </a:lnTo>
                  <a:lnTo>
                    <a:pt x="623306" y="1358907"/>
                  </a:lnTo>
                  <a:lnTo>
                    <a:pt x="624121" y="1436538"/>
                  </a:lnTo>
                  <a:lnTo>
                    <a:pt x="624936" y="1526991"/>
                  </a:lnTo>
                  <a:lnTo>
                    <a:pt x="625751" y="1528866"/>
                  </a:lnTo>
                  <a:lnTo>
                    <a:pt x="626565" y="1534233"/>
                  </a:lnTo>
                  <a:lnTo>
                    <a:pt x="627380" y="1565371"/>
                  </a:lnTo>
                  <a:lnTo>
                    <a:pt x="628195" y="1526589"/>
                  </a:lnTo>
                  <a:lnTo>
                    <a:pt x="629010" y="1587039"/>
                  </a:lnTo>
                  <a:lnTo>
                    <a:pt x="629824" y="1592407"/>
                  </a:lnTo>
                  <a:lnTo>
                    <a:pt x="630639" y="1596668"/>
                  </a:lnTo>
                  <a:lnTo>
                    <a:pt x="631454" y="1643776"/>
                  </a:lnTo>
                  <a:lnTo>
                    <a:pt x="632269" y="1617612"/>
                  </a:lnTo>
                  <a:lnTo>
                    <a:pt x="633084" y="1613186"/>
                  </a:lnTo>
                  <a:lnTo>
                    <a:pt x="633898" y="1629334"/>
                  </a:lnTo>
                  <a:lnTo>
                    <a:pt x="634713" y="1594778"/>
                  </a:lnTo>
                  <a:lnTo>
                    <a:pt x="635528" y="1593995"/>
                  </a:lnTo>
                  <a:lnTo>
                    <a:pt x="636343" y="1573031"/>
                  </a:lnTo>
                  <a:lnTo>
                    <a:pt x="637157" y="1492005"/>
                  </a:lnTo>
                  <a:lnTo>
                    <a:pt x="637972" y="1462811"/>
                  </a:lnTo>
                  <a:lnTo>
                    <a:pt x="638787" y="1503675"/>
                  </a:lnTo>
                  <a:lnTo>
                    <a:pt x="639602" y="1534724"/>
                  </a:lnTo>
                  <a:lnTo>
                    <a:pt x="640417" y="1534202"/>
                  </a:lnTo>
                  <a:lnTo>
                    <a:pt x="641231" y="1496258"/>
                  </a:lnTo>
                  <a:lnTo>
                    <a:pt x="642046" y="1575163"/>
                  </a:lnTo>
                  <a:lnTo>
                    <a:pt x="642861" y="1568209"/>
                  </a:lnTo>
                  <a:lnTo>
                    <a:pt x="643676" y="1586268"/>
                  </a:lnTo>
                  <a:lnTo>
                    <a:pt x="644491" y="1598857"/>
                  </a:lnTo>
                  <a:lnTo>
                    <a:pt x="645305" y="1577607"/>
                  </a:lnTo>
                  <a:lnTo>
                    <a:pt x="646120" y="1553434"/>
                  </a:lnTo>
                  <a:lnTo>
                    <a:pt x="646935" y="1539662"/>
                  </a:lnTo>
                  <a:lnTo>
                    <a:pt x="647750" y="1544196"/>
                  </a:lnTo>
                  <a:lnTo>
                    <a:pt x="648564" y="1576037"/>
                  </a:lnTo>
                  <a:lnTo>
                    <a:pt x="649379" y="1553906"/>
                  </a:lnTo>
                  <a:lnTo>
                    <a:pt x="650194" y="1545028"/>
                  </a:lnTo>
                  <a:lnTo>
                    <a:pt x="651009" y="1532876"/>
                  </a:lnTo>
                  <a:lnTo>
                    <a:pt x="651824" y="1516121"/>
                  </a:lnTo>
                  <a:lnTo>
                    <a:pt x="652638" y="1521576"/>
                  </a:lnTo>
                  <a:lnTo>
                    <a:pt x="653453" y="1499938"/>
                  </a:lnTo>
                  <a:lnTo>
                    <a:pt x="654268" y="1540995"/>
                  </a:lnTo>
                  <a:lnTo>
                    <a:pt x="655083" y="1615251"/>
                  </a:lnTo>
                  <a:lnTo>
                    <a:pt x="655897" y="1643726"/>
                  </a:lnTo>
                  <a:lnTo>
                    <a:pt x="656712" y="1606740"/>
                  </a:lnTo>
                  <a:lnTo>
                    <a:pt x="657527" y="1586663"/>
                  </a:lnTo>
                  <a:lnTo>
                    <a:pt x="658342" y="1519958"/>
                  </a:lnTo>
                  <a:lnTo>
                    <a:pt x="659157" y="1556840"/>
                  </a:lnTo>
                  <a:lnTo>
                    <a:pt x="659971" y="1635635"/>
                  </a:lnTo>
                  <a:lnTo>
                    <a:pt x="660786" y="1620392"/>
                  </a:lnTo>
                  <a:lnTo>
                    <a:pt x="661601" y="1641992"/>
                  </a:lnTo>
                  <a:lnTo>
                    <a:pt x="662416" y="1646108"/>
                  </a:lnTo>
                  <a:lnTo>
                    <a:pt x="663230" y="1638011"/>
                  </a:lnTo>
                  <a:lnTo>
                    <a:pt x="664045" y="1652040"/>
                  </a:lnTo>
                  <a:lnTo>
                    <a:pt x="664860" y="1654527"/>
                  </a:lnTo>
                  <a:lnTo>
                    <a:pt x="665675" y="1660926"/>
                  </a:lnTo>
                  <a:lnTo>
                    <a:pt x="666490" y="1676638"/>
                  </a:lnTo>
                  <a:lnTo>
                    <a:pt x="667304" y="1686893"/>
                  </a:lnTo>
                  <a:lnTo>
                    <a:pt x="668119" y="1698867"/>
                  </a:lnTo>
                  <a:lnTo>
                    <a:pt x="668934" y="1720479"/>
                  </a:lnTo>
                  <a:lnTo>
                    <a:pt x="669749" y="1726244"/>
                  </a:lnTo>
                  <a:lnTo>
                    <a:pt x="670563" y="1718692"/>
                  </a:lnTo>
                  <a:lnTo>
                    <a:pt x="671378" y="1711029"/>
                  </a:lnTo>
                  <a:lnTo>
                    <a:pt x="672193" y="1715567"/>
                  </a:lnTo>
                  <a:lnTo>
                    <a:pt x="673008" y="1686522"/>
                  </a:lnTo>
                  <a:lnTo>
                    <a:pt x="673823" y="1673227"/>
                  </a:lnTo>
                  <a:lnTo>
                    <a:pt x="674637" y="1617022"/>
                  </a:lnTo>
                  <a:lnTo>
                    <a:pt x="675452" y="1629554"/>
                  </a:lnTo>
                  <a:lnTo>
                    <a:pt x="676267" y="1634353"/>
                  </a:lnTo>
                  <a:lnTo>
                    <a:pt x="677082" y="1611351"/>
                  </a:lnTo>
                  <a:lnTo>
                    <a:pt x="677897" y="1615688"/>
                  </a:lnTo>
                  <a:lnTo>
                    <a:pt x="678711" y="1628989"/>
                  </a:lnTo>
                  <a:lnTo>
                    <a:pt x="679526" y="1608531"/>
                  </a:lnTo>
                  <a:lnTo>
                    <a:pt x="680341" y="1632612"/>
                  </a:lnTo>
                  <a:lnTo>
                    <a:pt x="681156" y="1568844"/>
                  </a:lnTo>
                  <a:lnTo>
                    <a:pt x="681970" y="1532275"/>
                  </a:lnTo>
                  <a:lnTo>
                    <a:pt x="682785" y="1459512"/>
                  </a:lnTo>
                  <a:lnTo>
                    <a:pt x="683600" y="1398632"/>
                  </a:lnTo>
                  <a:lnTo>
                    <a:pt x="684415" y="1447741"/>
                  </a:lnTo>
                  <a:lnTo>
                    <a:pt x="685230" y="1418127"/>
                  </a:lnTo>
                  <a:lnTo>
                    <a:pt x="686044" y="1411099"/>
                  </a:lnTo>
                  <a:lnTo>
                    <a:pt x="686859" y="1442128"/>
                  </a:lnTo>
                  <a:lnTo>
                    <a:pt x="687674" y="1513537"/>
                  </a:lnTo>
                  <a:lnTo>
                    <a:pt x="688489" y="1540086"/>
                  </a:lnTo>
                  <a:lnTo>
                    <a:pt x="689303" y="1537469"/>
                  </a:lnTo>
                  <a:lnTo>
                    <a:pt x="690118" y="1520740"/>
                  </a:lnTo>
                  <a:lnTo>
                    <a:pt x="690933" y="1460122"/>
                  </a:lnTo>
                  <a:lnTo>
                    <a:pt x="691748" y="1407218"/>
                  </a:lnTo>
                  <a:lnTo>
                    <a:pt x="692563" y="1342025"/>
                  </a:lnTo>
                  <a:lnTo>
                    <a:pt x="693377" y="1371797"/>
                  </a:lnTo>
                  <a:lnTo>
                    <a:pt x="694192" y="1333369"/>
                  </a:lnTo>
                  <a:lnTo>
                    <a:pt x="695007" y="1289386"/>
                  </a:lnTo>
                  <a:lnTo>
                    <a:pt x="695822" y="1329559"/>
                  </a:lnTo>
                  <a:lnTo>
                    <a:pt x="696636" y="1339006"/>
                  </a:lnTo>
                  <a:lnTo>
                    <a:pt x="697451" y="1356359"/>
                  </a:lnTo>
                  <a:lnTo>
                    <a:pt x="698266" y="1292167"/>
                  </a:lnTo>
                  <a:lnTo>
                    <a:pt x="699081" y="1267939"/>
                  </a:lnTo>
                  <a:lnTo>
                    <a:pt x="699896" y="1281713"/>
                  </a:lnTo>
                  <a:lnTo>
                    <a:pt x="700710" y="1258603"/>
                  </a:lnTo>
                  <a:lnTo>
                    <a:pt x="701525" y="1276901"/>
                  </a:lnTo>
                  <a:lnTo>
                    <a:pt x="702340" y="1317626"/>
                  </a:lnTo>
                  <a:lnTo>
                    <a:pt x="703155" y="1443528"/>
                  </a:lnTo>
                  <a:lnTo>
                    <a:pt x="703969" y="1490613"/>
                  </a:lnTo>
                  <a:lnTo>
                    <a:pt x="704784" y="1511027"/>
                  </a:lnTo>
                  <a:lnTo>
                    <a:pt x="705599" y="1443176"/>
                  </a:lnTo>
                  <a:lnTo>
                    <a:pt x="706414" y="1439285"/>
                  </a:lnTo>
                  <a:lnTo>
                    <a:pt x="707229" y="1426209"/>
                  </a:lnTo>
                  <a:lnTo>
                    <a:pt x="708043" y="1499296"/>
                  </a:lnTo>
                  <a:lnTo>
                    <a:pt x="708858" y="1477085"/>
                  </a:lnTo>
                  <a:lnTo>
                    <a:pt x="709673" y="1510865"/>
                  </a:lnTo>
                  <a:lnTo>
                    <a:pt x="710488" y="1498246"/>
                  </a:lnTo>
                  <a:lnTo>
                    <a:pt x="711302" y="1490852"/>
                  </a:lnTo>
                  <a:lnTo>
                    <a:pt x="712117" y="1427891"/>
                  </a:lnTo>
                  <a:lnTo>
                    <a:pt x="712932" y="1450331"/>
                  </a:lnTo>
                  <a:lnTo>
                    <a:pt x="713747" y="1526241"/>
                  </a:lnTo>
                  <a:lnTo>
                    <a:pt x="714562" y="1513643"/>
                  </a:lnTo>
                  <a:lnTo>
                    <a:pt x="715376" y="1484212"/>
                  </a:lnTo>
                  <a:lnTo>
                    <a:pt x="716191" y="1486726"/>
                  </a:lnTo>
                  <a:lnTo>
                    <a:pt x="717006" y="1555821"/>
                  </a:lnTo>
                  <a:lnTo>
                    <a:pt x="717821" y="1511289"/>
                  </a:lnTo>
                  <a:lnTo>
                    <a:pt x="718636" y="1501105"/>
                  </a:lnTo>
                  <a:lnTo>
                    <a:pt x="719450" y="1490949"/>
                  </a:lnTo>
                  <a:lnTo>
                    <a:pt x="720265" y="1486419"/>
                  </a:lnTo>
                  <a:lnTo>
                    <a:pt x="721080" y="1381335"/>
                  </a:lnTo>
                  <a:lnTo>
                    <a:pt x="721895" y="1311977"/>
                  </a:lnTo>
                  <a:lnTo>
                    <a:pt x="722709" y="1357613"/>
                  </a:lnTo>
                  <a:lnTo>
                    <a:pt x="723524" y="1352227"/>
                  </a:lnTo>
                  <a:lnTo>
                    <a:pt x="724339" y="1404256"/>
                  </a:lnTo>
                  <a:lnTo>
                    <a:pt x="725154" y="1445252"/>
                  </a:lnTo>
                  <a:lnTo>
                    <a:pt x="725969" y="1511693"/>
                  </a:lnTo>
                  <a:lnTo>
                    <a:pt x="726783" y="1463529"/>
                  </a:lnTo>
                  <a:lnTo>
                    <a:pt x="727598" y="1422912"/>
                  </a:lnTo>
                  <a:lnTo>
                    <a:pt x="728413" y="1359535"/>
                  </a:lnTo>
                  <a:lnTo>
                    <a:pt x="729228" y="1341011"/>
                  </a:lnTo>
                  <a:lnTo>
                    <a:pt x="730042" y="1260325"/>
                  </a:lnTo>
                  <a:lnTo>
                    <a:pt x="730857" y="1113102"/>
                  </a:lnTo>
                  <a:lnTo>
                    <a:pt x="731672" y="1062404"/>
                  </a:lnTo>
                  <a:lnTo>
                    <a:pt x="732487" y="972722"/>
                  </a:lnTo>
                  <a:lnTo>
                    <a:pt x="733302" y="936109"/>
                  </a:lnTo>
                  <a:lnTo>
                    <a:pt x="734116" y="890468"/>
                  </a:lnTo>
                  <a:lnTo>
                    <a:pt x="734931" y="884263"/>
                  </a:lnTo>
                  <a:lnTo>
                    <a:pt x="735746" y="945489"/>
                  </a:lnTo>
                  <a:lnTo>
                    <a:pt x="736561" y="953774"/>
                  </a:lnTo>
                  <a:lnTo>
                    <a:pt x="737375" y="1065121"/>
                  </a:lnTo>
                  <a:lnTo>
                    <a:pt x="738190" y="1151928"/>
                  </a:lnTo>
                  <a:lnTo>
                    <a:pt x="739005" y="1258394"/>
                  </a:lnTo>
                  <a:lnTo>
                    <a:pt x="739820" y="1322714"/>
                  </a:lnTo>
                  <a:lnTo>
                    <a:pt x="740635" y="1358671"/>
                  </a:lnTo>
                  <a:lnTo>
                    <a:pt x="741449" y="1389257"/>
                  </a:lnTo>
                  <a:lnTo>
                    <a:pt x="742264" y="1398557"/>
                  </a:lnTo>
                  <a:lnTo>
                    <a:pt x="743079" y="1309878"/>
                  </a:lnTo>
                  <a:lnTo>
                    <a:pt x="743894" y="1369590"/>
                  </a:lnTo>
                  <a:lnTo>
                    <a:pt x="744708" y="1477341"/>
                  </a:lnTo>
                  <a:lnTo>
                    <a:pt x="745523" y="1523236"/>
                  </a:lnTo>
                  <a:lnTo>
                    <a:pt x="746338" y="1549682"/>
                  </a:lnTo>
                  <a:lnTo>
                    <a:pt x="747153" y="1587117"/>
                  </a:lnTo>
                  <a:lnTo>
                    <a:pt x="747968" y="1599093"/>
                  </a:lnTo>
                  <a:lnTo>
                    <a:pt x="748782" y="1601893"/>
                  </a:lnTo>
                  <a:lnTo>
                    <a:pt x="749597" y="1587356"/>
                  </a:lnTo>
                  <a:lnTo>
                    <a:pt x="750412" y="1519830"/>
                  </a:lnTo>
                  <a:lnTo>
                    <a:pt x="751227" y="1501227"/>
                  </a:lnTo>
                  <a:lnTo>
                    <a:pt x="752041" y="1610750"/>
                  </a:lnTo>
                  <a:lnTo>
                    <a:pt x="752856" y="1637447"/>
                  </a:lnTo>
                  <a:lnTo>
                    <a:pt x="753671" y="1616283"/>
                  </a:lnTo>
                  <a:lnTo>
                    <a:pt x="754486" y="1589575"/>
                  </a:lnTo>
                  <a:lnTo>
                    <a:pt x="755301" y="1530902"/>
                  </a:lnTo>
                  <a:lnTo>
                    <a:pt x="756115" y="1454870"/>
                  </a:lnTo>
                  <a:lnTo>
                    <a:pt x="756930" y="1368229"/>
                  </a:lnTo>
                  <a:lnTo>
                    <a:pt x="757745" y="1293749"/>
                  </a:lnTo>
                  <a:lnTo>
                    <a:pt x="758560" y="1336376"/>
                  </a:lnTo>
                  <a:lnTo>
                    <a:pt x="759375" y="1443826"/>
                  </a:lnTo>
                  <a:lnTo>
                    <a:pt x="760189" y="1485348"/>
                  </a:lnTo>
                  <a:lnTo>
                    <a:pt x="761004" y="1530374"/>
                  </a:lnTo>
                  <a:lnTo>
                    <a:pt x="761819" y="1456446"/>
                  </a:lnTo>
                  <a:lnTo>
                    <a:pt x="762634" y="1503825"/>
                  </a:lnTo>
                  <a:lnTo>
                    <a:pt x="763448" y="1488514"/>
                  </a:lnTo>
                  <a:lnTo>
                    <a:pt x="764263" y="1457341"/>
                  </a:lnTo>
                  <a:lnTo>
                    <a:pt x="765078" y="1426628"/>
                  </a:lnTo>
                  <a:lnTo>
                    <a:pt x="765893" y="1449975"/>
                  </a:lnTo>
                  <a:lnTo>
                    <a:pt x="766708" y="1497858"/>
                  </a:lnTo>
                  <a:lnTo>
                    <a:pt x="767522" y="1532482"/>
                  </a:lnTo>
                  <a:lnTo>
                    <a:pt x="768337" y="1401787"/>
                  </a:lnTo>
                  <a:lnTo>
                    <a:pt x="769152" y="1331712"/>
                  </a:lnTo>
                  <a:lnTo>
                    <a:pt x="769967" y="1347643"/>
                  </a:lnTo>
                  <a:lnTo>
                    <a:pt x="770781" y="1396688"/>
                  </a:lnTo>
                  <a:lnTo>
                    <a:pt x="771596" y="1442835"/>
                  </a:lnTo>
                  <a:lnTo>
                    <a:pt x="772411" y="1459916"/>
                  </a:lnTo>
                  <a:lnTo>
                    <a:pt x="773226" y="1496401"/>
                  </a:lnTo>
                  <a:lnTo>
                    <a:pt x="774041" y="1453511"/>
                  </a:lnTo>
                  <a:lnTo>
                    <a:pt x="774855" y="1452405"/>
                  </a:lnTo>
                  <a:lnTo>
                    <a:pt x="775670" y="1364566"/>
                  </a:lnTo>
                  <a:lnTo>
                    <a:pt x="776485" y="1270517"/>
                  </a:lnTo>
                  <a:lnTo>
                    <a:pt x="777300" y="1280757"/>
                  </a:lnTo>
                  <a:lnTo>
                    <a:pt x="778114" y="1339408"/>
                  </a:lnTo>
                  <a:lnTo>
                    <a:pt x="778929" y="1373922"/>
                  </a:lnTo>
                  <a:lnTo>
                    <a:pt x="779744" y="1335169"/>
                  </a:lnTo>
                  <a:lnTo>
                    <a:pt x="780559" y="1337819"/>
                  </a:lnTo>
                  <a:lnTo>
                    <a:pt x="781374" y="1334180"/>
                  </a:lnTo>
                  <a:lnTo>
                    <a:pt x="782188" y="1289260"/>
                  </a:lnTo>
                  <a:lnTo>
                    <a:pt x="783003" y="1286284"/>
                  </a:lnTo>
                  <a:lnTo>
                    <a:pt x="783818" y="1301506"/>
                  </a:lnTo>
                  <a:lnTo>
                    <a:pt x="784633" y="1412677"/>
                  </a:lnTo>
                  <a:lnTo>
                    <a:pt x="785447" y="1449114"/>
                  </a:lnTo>
                  <a:lnTo>
                    <a:pt x="786262" y="1477452"/>
                  </a:lnTo>
                  <a:lnTo>
                    <a:pt x="787077" y="1472092"/>
                  </a:lnTo>
                  <a:lnTo>
                    <a:pt x="787892" y="1410443"/>
                  </a:lnTo>
                  <a:lnTo>
                    <a:pt x="788707" y="1445170"/>
                  </a:lnTo>
                  <a:lnTo>
                    <a:pt x="789521" y="1479288"/>
                  </a:lnTo>
                  <a:lnTo>
                    <a:pt x="790336" y="1501356"/>
                  </a:lnTo>
                  <a:lnTo>
                    <a:pt x="791151" y="1464711"/>
                  </a:lnTo>
                  <a:lnTo>
                    <a:pt x="791966" y="1459544"/>
                  </a:lnTo>
                  <a:lnTo>
                    <a:pt x="792780" y="1413185"/>
                  </a:lnTo>
                  <a:lnTo>
                    <a:pt x="793595" y="1422158"/>
                  </a:lnTo>
                  <a:lnTo>
                    <a:pt x="794410" y="1349986"/>
                  </a:lnTo>
                  <a:lnTo>
                    <a:pt x="795225" y="1267491"/>
                  </a:lnTo>
                  <a:lnTo>
                    <a:pt x="796040" y="1266284"/>
                  </a:lnTo>
                  <a:lnTo>
                    <a:pt x="796854" y="1354140"/>
                  </a:lnTo>
                  <a:lnTo>
                    <a:pt x="797669" y="1336218"/>
                  </a:lnTo>
                  <a:lnTo>
                    <a:pt x="798484" y="1235878"/>
                  </a:lnTo>
                  <a:lnTo>
                    <a:pt x="799299" y="1195607"/>
                  </a:lnTo>
                  <a:lnTo>
                    <a:pt x="800114" y="1151945"/>
                  </a:lnTo>
                  <a:lnTo>
                    <a:pt x="800928" y="1157382"/>
                  </a:lnTo>
                  <a:lnTo>
                    <a:pt x="801743" y="1148875"/>
                  </a:lnTo>
                  <a:lnTo>
                    <a:pt x="802558" y="1215617"/>
                  </a:lnTo>
                  <a:lnTo>
                    <a:pt x="803373" y="1277754"/>
                  </a:lnTo>
                  <a:lnTo>
                    <a:pt x="804187" y="1355024"/>
                  </a:lnTo>
                  <a:lnTo>
                    <a:pt x="805002" y="1430214"/>
                  </a:lnTo>
                  <a:lnTo>
                    <a:pt x="805817" y="1462173"/>
                  </a:lnTo>
                  <a:lnTo>
                    <a:pt x="806632" y="1526287"/>
                  </a:lnTo>
                  <a:lnTo>
                    <a:pt x="807447" y="1572285"/>
                  </a:lnTo>
                  <a:lnTo>
                    <a:pt x="808261" y="1616535"/>
                  </a:lnTo>
                  <a:lnTo>
                    <a:pt x="809076" y="1597631"/>
                  </a:lnTo>
                  <a:lnTo>
                    <a:pt x="809891" y="1581740"/>
                  </a:lnTo>
                  <a:lnTo>
                    <a:pt x="810706" y="1588644"/>
                  </a:lnTo>
                  <a:lnTo>
                    <a:pt x="811520" y="1581281"/>
                  </a:lnTo>
                  <a:lnTo>
                    <a:pt x="812335" y="1509590"/>
                  </a:lnTo>
                  <a:lnTo>
                    <a:pt x="813150" y="1410778"/>
                  </a:lnTo>
                  <a:lnTo>
                    <a:pt x="813965" y="1385708"/>
                  </a:lnTo>
                  <a:lnTo>
                    <a:pt x="814780" y="1418471"/>
                  </a:lnTo>
                  <a:lnTo>
                    <a:pt x="815594" y="1402614"/>
                  </a:lnTo>
                  <a:lnTo>
                    <a:pt x="816409" y="1355993"/>
                  </a:lnTo>
                  <a:lnTo>
                    <a:pt x="817224" y="1411775"/>
                  </a:lnTo>
                  <a:lnTo>
                    <a:pt x="818039" y="1488550"/>
                  </a:lnTo>
                  <a:lnTo>
                    <a:pt x="818853" y="1477949"/>
                  </a:lnTo>
                  <a:lnTo>
                    <a:pt x="819668" y="1475935"/>
                  </a:lnTo>
                  <a:lnTo>
                    <a:pt x="820483" y="1452652"/>
                  </a:lnTo>
                  <a:lnTo>
                    <a:pt x="821298" y="1421068"/>
                  </a:lnTo>
                  <a:lnTo>
                    <a:pt x="822113" y="1394223"/>
                  </a:lnTo>
                  <a:lnTo>
                    <a:pt x="822927" y="1289373"/>
                  </a:lnTo>
                  <a:lnTo>
                    <a:pt x="823742" y="1319972"/>
                  </a:lnTo>
                  <a:lnTo>
                    <a:pt x="824557" y="1311339"/>
                  </a:lnTo>
                  <a:lnTo>
                    <a:pt x="825372" y="1242846"/>
                  </a:lnTo>
                  <a:lnTo>
                    <a:pt x="826186" y="1271266"/>
                  </a:lnTo>
                  <a:lnTo>
                    <a:pt x="827001" y="1291406"/>
                  </a:lnTo>
                  <a:lnTo>
                    <a:pt x="827816" y="1367934"/>
                  </a:lnTo>
                  <a:lnTo>
                    <a:pt x="828631" y="1286167"/>
                  </a:lnTo>
                  <a:lnTo>
                    <a:pt x="829446" y="1203586"/>
                  </a:lnTo>
                  <a:lnTo>
                    <a:pt x="830260" y="1336403"/>
                  </a:lnTo>
                  <a:lnTo>
                    <a:pt x="831075" y="1374050"/>
                  </a:lnTo>
                  <a:lnTo>
                    <a:pt x="831890" y="1378473"/>
                  </a:lnTo>
                  <a:lnTo>
                    <a:pt x="832705" y="1292932"/>
                  </a:lnTo>
                  <a:lnTo>
                    <a:pt x="833519" y="1299097"/>
                  </a:lnTo>
                  <a:lnTo>
                    <a:pt x="834334" y="1357025"/>
                  </a:lnTo>
                  <a:lnTo>
                    <a:pt x="835149" y="1289884"/>
                  </a:lnTo>
                  <a:lnTo>
                    <a:pt x="835964" y="1222213"/>
                  </a:lnTo>
                  <a:lnTo>
                    <a:pt x="836779" y="1246546"/>
                  </a:lnTo>
                  <a:lnTo>
                    <a:pt x="837593" y="1337556"/>
                  </a:lnTo>
                  <a:lnTo>
                    <a:pt x="838408" y="1434876"/>
                  </a:lnTo>
                  <a:lnTo>
                    <a:pt x="839223" y="1363142"/>
                  </a:lnTo>
                  <a:lnTo>
                    <a:pt x="840038" y="1295778"/>
                  </a:lnTo>
                  <a:lnTo>
                    <a:pt x="840853" y="1317626"/>
                  </a:lnTo>
                  <a:lnTo>
                    <a:pt x="841667" y="1308027"/>
                  </a:lnTo>
                  <a:lnTo>
                    <a:pt x="842482" y="1405010"/>
                  </a:lnTo>
                  <a:lnTo>
                    <a:pt x="843297" y="1371973"/>
                  </a:lnTo>
                  <a:lnTo>
                    <a:pt x="844112" y="1445501"/>
                  </a:lnTo>
                  <a:lnTo>
                    <a:pt x="844926" y="1467479"/>
                  </a:lnTo>
                  <a:lnTo>
                    <a:pt x="845741" y="1450898"/>
                  </a:lnTo>
                  <a:lnTo>
                    <a:pt x="846556" y="1544654"/>
                  </a:lnTo>
                  <a:lnTo>
                    <a:pt x="847371" y="1531291"/>
                  </a:lnTo>
                  <a:lnTo>
                    <a:pt x="848186" y="1466162"/>
                  </a:lnTo>
                  <a:lnTo>
                    <a:pt x="849000" y="1489947"/>
                  </a:lnTo>
                  <a:lnTo>
                    <a:pt x="849815" y="1646480"/>
                  </a:lnTo>
                  <a:lnTo>
                    <a:pt x="850630" y="1685077"/>
                  </a:lnTo>
                  <a:lnTo>
                    <a:pt x="851445" y="1652764"/>
                  </a:lnTo>
                  <a:lnTo>
                    <a:pt x="852259" y="1662608"/>
                  </a:lnTo>
                  <a:lnTo>
                    <a:pt x="853074" y="1663263"/>
                  </a:lnTo>
                  <a:lnTo>
                    <a:pt x="853889" y="1672035"/>
                  </a:lnTo>
                  <a:lnTo>
                    <a:pt x="854704" y="1651459"/>
                  </a:lnTo>
                  <a:lnTo>
                    <a:pt x="855519" y="1581968"/>
                  </a:lnTo>
                  <a:lnTo>
                    <a:pt x="856333" y="1574733"/>
                  </a:lnTo>
                  <a:lnTo>
                    <a:pt x="857148" y="1637868"/>
                  </a:lnTo>
                  <a:lnTo>
                    <a:pt x="857963" y="1642519"/>
                  </a:lnTo>
                  <a:lnTo>
                    <a:pt x="858778" y="1632348"/>
                  </a:lnTo>
                  <a:lnTo>
                    <a:pt x="859592" y="1612268"/>
                  </a:lnTo>
                  <a:lnTo>
                    <a:pt x="860407" y="1535074"/>
                  </a:lnTo>
                  <a:lnTo>
                    <a:pt x="861222" y="1600581"/>
                  </a:lnTo>
                  <a:lnTo>
                    <a:pt x="862037" y="1561816"/>
                  </a:lnTo>
                  <a:lnTo>
                    <a:pt x="862852" y="1528971"/>
                  </a:lnTo>
                  <a:lnTo>
                    <a:pt x="863666" y="1518732"/>
                  </a:lnTo>
                  <a:lnTo>
                    <a:pt x="864481" y="1505445"/>
                  </a:lnTo>
                  <a:lnTo>
                    <a:pt x="865296" y="1460948"/>
                  </a:lnTo>
                  <a:lnTo>
                    <a:pt x="866111" y="1372854"/>
                  </a:lnTo>
                  <a:lnTo>
                    <a:pt x="866925" y="1397353"/>
                  </a:lnTo>
                  <a:lnTo>
                    <a:pt x="867740" y="1312994"/>
                  </a:lnTo>
                  <a:lnTo>
                    <a:pt x="868555" y="1330957"/>
                  </a:lnTo>
                  <a:lnTo>
                    <a:pt x="869370" y="1269604"/>
                  </a:lnTo>
                  <a:lnTo>
                    <a:pt x="870185" y="1274682"/>
                  </a:lnTo>
                  <a:lnTo>
                    <a:pt x="870999" y="1277608"/>
                  </a:lnTo>
                  <a:lnTo>
                    <a:pt x="871814" y="1251772"/>
                  </a:lnTo>
                  <a:lnTo>
                    <a:pt x="872629" y="1190989"/>
                  </a:lnTo>
                  <a:lnTo>
                    <a:pt x="873444" y="1089825"/>
                  </a:lnTo>
                  <a:lnTo>
                    <a:pt x="874258" y="1043251"/>
                  </a:lnTo>
                  <a:lnTo>
                    <a:pt x="875073" y="1008185"/>
                  </a:lnTo>
                  <a:lnTo>
                    <a:pt x="875888" y="971908"/>
                  </a:lnTo>
                  <a:lnTo>
                    <a:pt x="876703" y="1006516"/>
                  </a:lnTo>
                  <a:lnTo>
                    <a:pt x="877518" y="1025243"/>
                  </a:lnTo>
                  <a:lnTo>
                    <a:pt x="878332" y="1116500"/>
                  </a:lnTo>
                  <a:lnTo>
                    <a:pt x="879147" y="1068444"/>
                  </a:lnTo>
                  <a:lnTo>
                    <a:pt x="879962" y="1102616"/>
                  </a:lnTo>
                  <a:lnTo>
                    <a:pt x="880777" y="1112801"/>
                  </a:lnTo>
                  <a:lnTo>
                    <a:pt x="881592" y="1069672"/>
                  </a:lnTo>
                  <a:lnTo>
                    <a:pt x="882406" y="1103373"/>
                  </a:lnTo>
                  <a:lnTo>
                    <a:pt x="883221" y="1038813"/>
                  </a:lnTo>
                  <a:lnTo>
                    <a:pt x="884036" y="1054674"/>
                  </a:lnTo>
                  <a:lnTo>
                    <a:pt x="884851" y="1073519"/>
                  </a:lnTo>
                  <a:lnTo>
                    <a:pt x="885665" y="1035535"/>
                  </a:lnTo>
                  <a:lnTo>
                    <a:pt x="886480" y="1057000"/>
                  </a:lnTo>
                  <a:lnTo>
                    <a:pt x="887295" y="1119949"/>
                  </a:lnTo>
                  <a:lnTo>
                    <a:pt x="888110" y="1081177"/>
                  </a:lnTo>
                  <a:lnTo>
                    <a:pt x="888925" y="1079132"/>
                  </a:lnTo>
                  <a:lnTo>
                    <a:pt x="889739" y="1068932"/>
                  </a:lnTo>
                  <a:lnTo>
                    <a:pt x="890554" y="1029907"/>
                  </a:lnTo>
                  <a:lnTo>
                    <a:pt x="891369" y="1127744"/>
                  </a:lnTo>
                  <a:lnTo>
                    <a:pt x="892184" y="1192676"/>
                  </a:lnTo>
                  <a:lnTo>
                    <a:pt x="892998" y="1239442"/>
                  </a:lnTo>
                  <a:lnTo>
                    <a:pt x="893813" y="1199395"/>
                  </a:lnTo>
                  <a:lnTo>
                    <a:pt x="894628" y="1260769"/>
                  </a:lnTo>
                  <a:lnTo>
                    <a:pt x="895443" y="1394917"/>
                  </a:lnTo>
                  <a:lnTo>
                    <a:pt x="896258" y="1373934"/>
                  </a:lnTo>
                  <a:lnTo>
                    <a:pt x="897072" y="1346449"/>
                  </a:lnTo>
                  <a:lnTo>
                    <a:pt x="897887" y="1256384"/>
                  </a:lnTo>
                  <a:lnTo>
                    <a:pt x="898702" y="1368572"/>
                  </a:lnTo>
                  <a:lnTo>
                    <a:pt x="899517" y="1384380"/>
                  </a:lnTo>
                  <a:lnTo>
                    <a:pt x="900331" y="1262521"/>
                  </a:lnTo>
                  <a:lnTo>
                    <a:pt x="901146" y="1163190"/>
                  </a:lnTo>
                  <a:lnTo>
                    <a:pt x="901961" y="1153194"/>
                  </a:lnTo>
                  <a:lnTo>
                    <a:pt x="902776" y="1155142"/>
                  </a:lnTo>
                  <a:lnTo>
                    <a:pt x="903591" y="1123719"/>
                  </a:lnTo>
                  <a:lnTo>
                    <a:pt x="904405" y="1175905"/>
                  </a:lnTo>
                  <a:lnTo>
                    <a:pt x="905220" y="1192214"/>
                  </a:lnTo>
                  <a:lnTo>
                    <a:pt x="906035" y="1353132"/>
                  </a:lnTo>
                  <a:lnTo>
                    <a:pt x="906850" y="1368588"/>
                  </a:lnTo>
                  <a:lnTo>
                    <a:pt x="907664" y="1470960"/>
                  </a:lnTo>
                  <a:lnTo>
                    <a:pt x="908479" y="1545860"/>
                  </a:lnTo>
                  <a:lnTo>
                    <a:pt x="909294" y="1567477"/>
                  </a:lnTo>
                  <a:lnTo>
                    <a:pt x="910109" y="1593089"/>
                  </a:lnTo>
                  <a:lnTo>
                    <a:pt x="910924" y="1532174"/>
                  </a:lnTo>
                  <a:lnTo>
                    <a:pt x="911738" y="1596097"/>
                  </a:lnTo>
                  <a:lnTo>
                    <a:pt x="912553" y="1541870"/>
                  </a:lnTo>
                  <a:lnTo>
                    <a:pt x="913368" y="1490322"/>
                  </a:lnTo>
                  <a:lnTo>
                    <a:pt x="914183" y="1431999"/>
                  </a:lnTo>
                  <a:lnTo>
                    <a:pt x="914997" y="1353379"/>
                  </a:lnTo>
                  <a:lnTo>
                    <a:pt x="915812" y="1336278"/>
                  </a:lnTo>
                  <a:lnTo>
                    <a:pt x="916627" y="1268341"/>
                  </a:lnTo>
                  <a:lnTo>
                    <a:pt x="917442" y="1259486"/>
                  </a:lnTo>
                  <a:lnTo>
                    <a:pt x="918257" y="1268422"/>
                  </a:lnTo>
                  <a:lnTo>
                    <a:pt x="919071" y="1234032"/>
                  </a:lnTo>
                  <a:lnTo>
                    <a:pt x="919886" y="1215337"/>
                  </a:lnTo>
                  <a:lnTo>
                    <a:pt x="920701" y="1258753"/>
                  </a:lnTo>
                  <a:lnTo>
                    <a:pt x="921516" y="1327666"/>
                  </a:lnTo>
                  <a:lnTo>
                    <a:pt x="922331" y="1379160"/>
                  </a:lnTo>
                  <a:lnTo>
                    <a:pt x="923145" y="1303693"/>
                  </a:lnTo>
                  <a:lnTo>
                    <a:pt x="923960" y="1352818"/>
                  </a:lnTo>
                  <a:lnTo>
                    <a:pt x="924775" y="1429823"/>
                  </a:lnTo>
                  <a:lnTo>
                    <a:pt x="925590" y="1452616"/>
                  </a:lnTo>
                  <a:lnTo>
                    <a:pt x="926404" y="1489081"/>
                  </a:lnTo>
                  <a:lnTo>
                    <a:pt x="927219" y="1556679"/>
                  </a:lnTo>
                  <a:lnTo>
                    <a:pt x="928034" y="1551457"/>
                  </a:lnTo>
                  <a:lnTo>
                    <a:pt x="928849" y="1567168"/>
                  </a:lnTo>
                  <a:lnTo>
                    <a:pt x="929664" y="1551780"/>
                  </a:lnTo>
                  <a:lnTo>
                    <a:pt x="930478" y="1501476"/>
                  </a:lnTo>
                  <a:lnTo>
                    <a:pt x="931293" y="1476951"/>
                  </a:lnTo>
                  <a:lnTo>
                    <a:pt x="932108" y="1418673"/>
                  </a:lnTo>
                  <a:lnTo>
                    <a:pt x="932923" y="1403406"/>
                  </a:lnTo>
                  <a:lnTo>
                    <a:pt x="933737" y="1404346"/>
                  </a:lnTo>
                  <a:lnTo>
                    <a:pt x="934552" y="1401304"/>
                  </a:lnTo>
                  <a:lnTo>
                    <a:pt x="935367" y="1313245"/>
                  </a:lnTo>
                  <a:lnTo>
                    <a:pt x="936182" y="1234427"/>
                  </a:lnTo>
                  <a:lnTo>
                    <a:pt x="936997" y="1279877"/>
                  </a:lnTo>
                  <a:lnTo>
                    <a:pt x="937811" y="1308203"/>
                  </a:lnTo>
                  <a:lnTo>
                    <a:pt x="938626" y="1419469"/>
                  </a:lnTo>
                  <a:lnTo>
                    <a:pt x="939441" y="1459597"/>
                  </a:lnTo>
                  <a:lnTo>
                    <a:pt x="940256" y="1440894"/>
                  </a:lnTo>
                  <a:lnTo>
                    <a:pt x="941070" y="1381173"/>
                  </a:lnTo>
                  <a:lnTo>
                    <a:pt x="941885" y="1384553"/>
                  </a:lnTo>
                  <a:lnTo>
                    <a:pt x="942700" y="1416144"/>
                  </a:lnTo>
                  <a:lnTo>
                    <a:pt x="943515" y="1380951"/>
                  </a:lnTo>
                  <a:lnTo>
                    <a:pt x="944330" y="1345147"/>
                  </a:lnTo>
                  <a:lnTo>
                    <a:pt x="945144" y="1320052"/>
                  </a:lnTo>
                  <a:lnTo>
                    <a:pt x="945959" y="1469289"/>
                  </a:lnTo>
                  <a:lnTo>
                    <a:pt x="946774" y="1440178"/>
                  </a:lnTo>
                  <a:lnTo>
                    <a:pt x="947589" y="1398430"/>
                  </a:lnTo>
                  <a:lnTo>
                    <a:pt x="948403" y="1374284"/>
                  </a:lnTo>
                  <a:lnTo>
                    <a:pt x="949218" y="1377543"/>
                  </a:lnTo>
                  <a:lnTo>
                    <a:pt x="950033" y="1362066"/>
                  </a:lnTo>
                  <a:lnTo>
                    <a:pt x="950848" y="1269625"/>
                  </a:lnTo>
                  <a:lnTo>
                    <a:pt x="951663" y="1331398"/>
                  </a:lnTo>
                  <a:lnTo>
                    <a:pt x="952477" y="1314207"/>
                  </a:lnTo>
                  <a:lnTo>
                    <a:pt x="953292" y="1347417"/>
                  </a:lnTo>
                  <a:lnTo>
                    <a:pt x="954107" y="1245699"/>
                  </a:lnTo>
                  <a:lnTo>
                    <a:pt x="954922" y="1321948"/>
                  </a:lnTo>
                  <a:lnTo>
                    <a:pt x="955736" y="1381553"/>
                  </a:lnTo>
                  <a:lnTo>
                    <a:pt x="956551" y="1314061"/>
                  </a:lnTo>
                  <a:lnTo>
                    <a:pt x="957366" y="1203277"/>
                  </a:lnTo>
                  <a:lnTo>
                    <a:pt x="958181" y="1057798"/>
                  </a:lnTo>
                  <a:lnTo>
                    <a:pt x="958996" y="1109002"/>
                  </a:lnTo>
                  <a:lnTo>
                    <a:pt x="959810" y="1180903"/>
                  </a:lnTo>
                  <a:lnTo>
                    <a:pt x="960625" y="1087753"/>
                  </a:lnTo>
                  <a:lnTo>
                    <a:pt x="961440" y="1152244"/>
                  </a:lnTo>
                  <a:lnTo>
                    <a:pt x="962255" y="1216157"/>
                  </a:lnTo>
                  <a:lnTo>
                    <a:pt x="963070" y="1298737"/>
                  </a:lnTo>
                  <a:lnTo>
                    <a:pt x="963884" y="1327818"/>
                  </a:lnTo>
                  <a:lnTo>
                    <a:pt x="964699" y="1267031"/>
                  </a:lnTo>
                  <a:lnTo>
                    <a:pt x="965514" y="1333627"/>
                  </a:lnTo>
                  <a:lnTo>
                    <a:pt x="966329" y="1382740"/>
                  </a:lnTo>
                  <a:lnTo>
                    <a:pt x="967143" y="1355820"/>
                  </a:lnTo>
                  <a:lnTo>
                    <a:pt x="967958" y="1324366"/>
                  </a:lnTo>
                  <a:lnTo>
                    <a:pt x="968773" y="1371668"/>
                  </a:lnTo>
                  <a:lnTo>
                    <a:pt x="969588" y="1477482"/>
                  </a:lnTo>
                  <a:lnTo>
                    <a:pt x="970403" y="1534485"/>
                  </a:lnTo>
                  <a:lnTo>
                    <a:pt x="971217" y="1565948"/>
                  </a:lnTo>
                  <a:lnTo>
                    <a:pt x="972032" y="1554405"/>
                  </a:lnTo>
                  <a:lnTo>
                    <a:pt x="972847" y="1588807"/>
                  </a:lnTo>
                  <a:lnTo>
                    <a:pt x="973662" y="1549315"/>
                  </a:lnTo>
                  <a:lnTo>
                    <a:pt x="974476" y="1531619"/>
                  </a:lnTo>
                  <a:lnTo>
                    <a:pt x="975291" y="1516160"/>
                  </a:lnTo>
                  <a:lnTo>
                    <a:pt x="976106" y="1598967"/>
                  </a:lnTo>
                  <a:lnTo>
                    <a:pt x="976921" y="1590886"/>
                  </a:lnTo>
                  <a:lnTo>
                    <a:pt x="977736" y="1650352"/>
                  </a:lnTo>
                  <a:lnTo>
                    <a:pt x="978550" y="1654401"/>
                  </a:lnTo>
                  <a:lnTo>
                    <a:pt x="979365" y="1624653"/>
                  </a:lnTo>
                  <a:lnTo>
                    <a:pt x="980180" y="1679071"/>
                  </a:lnTo>
                  <a:lnTo>
                    <a:pt x="980995" y="1604840"/>
                  </a:lnTo>
                  <a:lnTo>
                    <a:pt x="981809" y="1592214"/>
                  </a:lnTo>
                  <a:lnTo>
                    <a:pt x="982624" y="1582442"/>
                  </a:lnTo>
                  <a:lnTo>
                    <a:pt x="983439" y="1607507"/>
                  </a:lnTo>
                  <a:lnTo>
                    <a:pt x="984254" y="1650071"/>
                  </a:lnTo>
                  <a:lnTo>
                    <a:pt x="985069" y="1600213"/>
                  </a:lnTo>
                  <a:lnTo>
                    <a:pt x="985883" y="1603452"/>
                  </a:lnTo>
                  <a:lnTo>
                    <a:pt x="986698" y="1569995"/>
                  </a:lnTo>
                  <a:lnTo>
                    <a:pt x="987513" y="1516818"/>
                  </a:lnTo>
                  <a:lnTo>
                    <a:pt x="988328" y="1528546"/>
                  </a:lnTo>
                  <a:lnTo>
                    <a:pt x="989142" y="1361471"/>
                  </a:lnTo>
                  <a:lnTo>
                    <a:pt x="989957" y="1315898"/>
                  </a:lnTo>
                  <a:lnTo>
                    <a:pt x="990772" y="1289620"/>
                  </a:lnTo>
                  <a:lnTo>
                    <a:pt x="991587" y="1371055"/>
                  </a:lnTo>
                  <a:lnTo>
                    <a:pt x="992402" y="1409801"/>
                  </a:lnTo>
                  <a:lnTo>
                    <a:pt x="993216" y="1439727"/>
                  </a:lnTo>
                  <a:lnTo>
                    <a:pt x="994031" y="1298082"/>
                  </a:lnTo>
                  <a:lnTo>
                    <a:pt x="994846" y="1314618"/>
                  </a:lnTo>
                  <a:lnTo>
                    <a:pt x="995661" y="1305756"/>
                  </a:lnTo>
                  <a:lnTo>
                    <a:pt x="996476" y="1348497"/>
                  </a:lnTo>
                  <a:lnTo>
                    <a:pt x="997290" y="1416540"/>
                  </a:lnTo>
                  <a:lnTo>
                    <a:pt x="998105" y="1430617"/>
                  </a:lnTo>
                  <a:lnTo>
                    <a:pt x="998920" y="1439801"/>
                  </a:lnTo>
                  <a:lnTo>
                    <a:pt x="999735" y="1393215"/>
                  </a:lnTo>
                  <a:lnTo>
                    <a:pt x="1000549" y="1392321"/>
                  </a:lnTo>
                  <a:lnTo>
                    <a:pt x="1001364" y="1325100"/>
                  </a:lnTo>
                  <a:lnTo>
                    <a:pt x="1002179" y="1323027"/>
                  </a:lnTo>
                  <a:lnTo>
                    <a:pt x="1002994" y="1303200"/>
                  </a:lnTo>
                  <a:lnTo>
                    <a:pt x="1003809" y="1330550"/>
                  </a:lnTo>
                  <a:lnTo>
                    <a:pt x="1004623" y="1297501"/>
                  </a:lnTo>
                  <a:lnTo>
                    <a:pt x="1005438" y="1364439"/>
                  </a:lnTo>
                  <a:lnTo>
                    <a:pt x="1006253" y="1429688"/>
                  </a:lnTo>
                  <a:lnTo>
                    <a:pt x="1007068" y="1478670"/>
                  </a:lnTo>
                  <a:lnTo>
                    <a:pt x="1007882" y="1495308"/>
                  </a:lnTo>
                  <a:lnTo>
                    <a:pt x="1008697" y="1486850"/>
                  </a:lnTo>
                  <a:lnTo>
                    <a:pt x="1009512" y="1451444"/>
                  </a:lnTo>
                  <a:lnTo>
                    <a:pt x="1010327" y="1457431"/>
                  </a:lnTo>
                  <a:lnTo>
                    <a:pt x="1011142" y="1487526"/>
                  </a:lnTo>
                  <a:lnTo>
                    <a:pt x="1011956" y="1547494"/>
                  </a:lnTo>
                  <a:lnTo>
                    <a:pt x="1012771" y="1603891"/>
                  </a:lnTo>
                  <a:lnTo>
                    <a:pt x="1013586" y="1648303"/>
                  </a:lnTo>
                  <a:lnTo>
                    <a:pt x="1014401" y="1631517"/>
                  </a:lnTo>
                  <a:lnTo>
                    <a:pt x="1015215" y="1642055"/>
                  </a:lnTo>
                  <a:lnTo>
                    <a:pt x="1016030" y="1667816"/>
                  </a:lnTo>
                  <a:lnTo>
                    <a:pt x="1016845" y="1645784"/>
                  </a:lnTo>
                  <a:lnTo>
                    <a:pt x="1017660" y="1626668"/>
                  </a:lnTo>
                  <a:lnTo>
                    <a:pt x="1018475" y="1637712"/>
                  </a:lnTo>
                  <a:lnTo>
                    <a:pt x="1019289" y="1660483"/>
                  </a:lnTo>
                  <a:lnTo>
                    <a:pt x="1020104" y="1672941"/>
                  </a:lnTo>
                  <a:lnTo>
                    <a:pt x="1020919" y="1685131"/>
                  </a:lnTo>
                  <a:lnTo>
                    <a:pt x="1021734" y="1631176"/>
                  </a:lnTo>
                  <a:lnTo>
                    <a:pt x="1022548" y="1665998"/>
                  </a:lnTo>
                  <a:lnTo>
                    <a:pt x="1023363" y="1658702"/>
                  </a:lnTo>
                  <a:lnTo>
                    <a:pt x="1024178" y="1615744"/>
                  </a:lnTo>
                  <a:lnTo>
                    <a:pt x="1024993" y="1525008"/>
                  </a:lnTo>
                  <a:lnTo>
                    <a:pt x="1025808" y="1548777"/>
                  </a:lnTo>
                  <a:lnTo>
                    <a:pt x="1026622" y="1595319"/>
                  </a:lnTo>
                  <a:lnTo>
                    <a:pt x="1027437" y="1594184"/>
                  </a:lnTo>
                  <a:lnTo>
                    <a:pt x="1028252" y="1553003"/>
                  </a:lnTo>
                  <a:lnTo>
                    <a:pt x="1029067" y="1593992"/>
                  </a:lnTo>
                  <a:lnTo>
                    <a:pt x="1029881" y="1603279"/>
                  </a:lnTo>
                  <a:lnTo>
                    <a:pt x="1030696" y="1606173"/>
                  </a:lnTo>
                  <a:lnTo>
                    <a:pt x="1031511" y="1606012"/>
                  </a:lnTo>
                  <a:lnTo>
                    <a:pt x="1032326" y="1527759"/>
                  </a:lnTo>
                  <a:lnTo>
                    <a:pt x="1033141" y="1495603"/>
                  </a:lnTo>
                  <a:lnTo>
                    <a:pt x="1033955" y="1548021"/>
                  </a:lnTo>
                  <a:lnTo>
                    <a:pt x="1034770" y="1540549"/>
                  </a:lnTo>
                  <a:lnTo>
                    <a:pt x="1035585" y="1544429"/>
                  </a:lnTo>
                  <a:lnTo>
                    <a:pt x="1036400" y="1527026"/>
                  </a:lnTo>
                  <a:lnTo>
                    <a:pt x="1037215" y="1539335"/>
                  </a:lnTo>
                  <a:lnTo>
                    <a:pt x="1038029" y="1476590"/>
                  </a:lnTo>
                  <a:lnTo>
                    <a:pt x="1038844" y="1423518"/>
                  </a:lnTo>
                  <a:lnTo>
                    <a:pt x="1039659" y="1397545"/>
                  </a:lnTo>
                  <a:lnTo>
                    <a:pt x="1040474" y="1343166"/>
                  </a:lnTo>
                  <a:lnTo>
                    <a:pt x="1041288" y="1414154"/>
                  </a:lnTo>
                  <a:lnTo>
                    <a:pt x="1042103" y="1500746"/>
                  </a:lnTo>
                  <a:lnTo>
                    <a:pt x="1042918" y="1446161"/>
                  </a:lnTo>
                  <a:lnTo>
                    <a:pt x="1043733" y="1412754"/>
                  </a:lnTo>
                  <a:lnTo>
                    <a:pt x="1044548" y="1499092"/>
                  </a:lnTo>
                  <a:lnTo>
                    <a:pt x="1045362" y="1586662"/>
                  </a:lnTo>
                  <a:lnTo>
                    <a:pt x="1046177" y="1585675"/>
                  </a:lnTo>
                  <a:lnTo>
                    <a:pt x="1046992" y="1563666"/>
                  </a:lnTo>
                  <a:lnTo>
                    <a:pt x="1047807" y="1571339"/>
                  </a:lnTo>
                  <a:lnTo>
                    <a:pt x="1048621" y="1565076"/>
                  </a:lnTo>
                  <a:lnTo>
                    <a:pt x="1049436" y="1547336"/>
                  </a:lnTo>
                  <a:lnTo>
                    <a:pt x="1050251" y="1551933"/>
                  </a:lnTo>
                  <a:lnTo>
                    <a:pt x="1051066" y="1514587"/>
                  </a:lnTo>
                  <a:lnTo>
                    <a:pt x="1051881" y="1549869"/>
                  </a:lnTo>
                  <a:lnTo>
                    <a:pt x="1052695" y="1530055"/>
                  </a:lnTo>
                  <a:lnTo>
                    <a:pt x="1053510" y="1470981"/>
                  </a:lnTo>
                  <a:lnTo>
                    <a:pt x="1054325" y="1489464"/>
                  </a:lnTo>
                  <a:lnTo>
                    <a:pt x="1055140" y="1522744"/>
                  </a:lnTo>
                  <a:lnTo>
                    <a:pt x="1055954" y="1540864"/>
                  </a:lnTo>
                  <a:lnTo>
                    <a:pt x="1056769" y="1516635"/>
                  </a:lnTo>
                  <a:lnTo>
                    <a:pt x="1057584" y="1551832"/>
                  </a:lnTo>
                  <a:lnTo>
                    <a:pt x="1058399" y="1546262"/>
                  </a:lnTo>
                  <a:lnTo>
                    <a:pt x="1059214" y="1528380"/>
                  </a:lnTo>
                  <a:lnTo>
                    <a:pt x="1060028" y="1542225"/>
                  </a:lnTo>
                  <a:lnTo>
                    <a:pt x="1060843" y="1530068"/>
                  </a:lnTo>
                  <a:lnTo>
                    <a:pt x="1061658" y="1544496"/>
                  </a:lnTo>
                  <a:lnTo>
                    <a:pt x="1062473" y="1544191"/>
                  </a:lnTo>
                  <a:lnTo>
                    <a:pt x="1063287" y="1526799"/>
                  </a:lnTo>
                  <a:lnTo>
                    <a:pt x="1064102" y="1561941"/>
                  </a:lnTo>
                  <a:lnTo>
                    <a:pt x="1064917" y="1551824"/>
                  </a:lnTo>
                  <a:lnTo>
                    <a:pt x="1065732" y="1535701"/>
                  </a:lnTo>
                  <a:lnTo>
                    <a:pt x="1066547" y="1510796"/>
                  </a:lnTo>
                  <a:lnTo>
                    <a:pt x="1067361" y="1561207"/>
                  </a:lnTo>
                  <a:lnTo>
                    <a:pt x="1068176" y="1572156"/>
                  </a:lnTo>
                  <a:lnTo>
                    <a:pt x="1068991" y="1583607"/>
                  </a:lnTo>
                  <a:lnTo>
                    <a:pt x="1069806" y="1616858"/>
                  </a:lnTo>
                  <a:lnTo>
                    <a:pt x="1070620" y="1648136"/>
                  </a:lnTo>
                  <a:lnTo>
                    <a:pt x="1071435" y="1652116"/>
                  </a:lnTo>
                  <a:lnTo>
                    <a:pt x="1072250" y="1630813"/>
                  </a:lnTo>
                  <a:lnTo>
                    <a:pt x="1073065" y="1645074"/>
                  </a:lnTo>
                  <a:lnTo>
                    <a:pt x="1073880" y="1641387"/>
                  </a:lnTo>
                  <a:lnTo>
                    <a:pt x="1074694" y="1619383"/>
                  </a:lnTo>
                  <a:lnTo>
                    <a:pt x="1075509" y="1599909"/>
                  </a:lnTo>
                  <a:lnTo>
                    <a:pt x="1076324" y="1560621"/>
                  </a:lnTo>
                  <a:lnTo>
                    <a:pt x="1077139" y="1520363"/>
                  </a:lnTo>
                  <a:lnTo>
                    <a:pt x="1077954" y="1495501"/>
                  </a:lnTo>
                  <a:lnTo>
                    <a:pt x="1078768" y="1475425"/>
                  </a:lnTo>
                  <a:lnTo>
                    <a:pt x="1079583" y="1441986"/>
                  </a:lnTo>
                  <a:lnTo>
                    <a:pt x="1080398" y="1544975"/>
                  </a:lnTo>
                  <a:lnTo>
                    <a:pt x="1081213" y="1576941"/>
                  </a:lnTo>
                  <a:lnTo>
                    <a:pt x="1082027" y="1618437"/>
                  </a:lnTo>
                  <a:lnTo>
                    <a:pt x="1082842" y="1648397"/>
                  </a:lnTo>
                  <a:lnTo>
                    <a:pt x="1083657" y="1686978"/>
                  </a:lnTo>
                  <a:lnTo>
                    <a:pt x="1084472" y="1681249"/>
                  </a:lnTo>
                  <a:lnTo>
                    <a:pt x="1085287" y="1674768"/>
                  </a:lnTo>
                  <a:lnTo>
                    <a:pt x="1086101" y="1691386"/>
                  </a:lnTo>
                  <a:lnTo>
                    <a:pt x="1086916" y="1682299"/>
                  </a:lnTo>
                  <a:lnTo>
                    <a:pt x="1087731" y="1705310"/>
                  </a:lnTo>
                  <a:lnTo>
                    <a:pt x="1088546" y="1698622"/>
                  </a:lnTo>
                  <a:lnTo>
                    <a:pt x="1089360" y="1684798"/>
                  </a:lnTo>
                  <a:lnTo>
                    <a:pt x="1090175" y="1705387"/>
                  </a:lnTo>
                  <a:lnTo>
                    <a:pt x="1090990" y="1688836"/>
                  </a:lnTo>
                  <a:lnTo>
                    <a:pt x="1091805" y="1675104"/>
                  </a:lnTo>
                  <a:lnTo>
                    <a:pt x="1092620" y="1672421"/>
                  </a:lnTo>
                  <a:lnTo>
                    <a:pt x="1093434" y="1697827"/>
                  </a:lnTo>
                  <a:lnTo>
                    <a:pt x="1094249" y="1711595"/>
                  </a:lnTo>
                  <a:lnTo>
                    <a:pt x="1095064" y="1681571"/>
                  </a:lnTo>
                  <a:lnTo>
                    <a:pt x="1095879" y="1698564"/>
                  </a:lnTo>
                  <a:lnTo>
                    <a:pt x="1096693" y="1688022"/>
                  </a:lnTo>
                  <a:lnTo>
                    <a:pt x="1097508" y="1703711"/>
                  </a:lnTo>
                  <a:lnTo>
                    <a:pt x="1098323" y="1695874"/>
                  </a:lnTo>
                  <a:lnTo>
                    <a:pt x="1099138" y="1674477"/>
                  </a:lnTo>
                  <a:lnTo>
                    <a:pt x="1099953" y="1674428"/>
                  </a:lnTo>
                  <a:lnTo>
                    <a:pt x="1100767" y="1641195"/>
                  </a:lnTo>
                  <a:lnTo>
                    <a:pt x="1101582" y="1611141"/>
                  </a:lnTo>
                  <a:lnTo>
                    <a:pt x="1102397" y="1606557"/>
                  </a:lnTo>
                  <a:lnTo>
                    <a:pt x="1103212" y="1620931"/>
                  </a:lnTo>
                  <a:lnTo>
                    <a:pt x="1104026" y="1623700"/>
                  </a:lnTo>
                  <a:lnTo>
                    <a:pt x="1104841" y="1613323"/>
                  </a:lnTo>
                  <a:lnTo>
                    <a:pt x="1105656" y="1642556"/>
                  </a:lnTo>
                  <a:lnTo>
                    <a:pt x="1106471" y="1637699"/>
                  </a:lnTo>
                  <a:lnTo>
                    <a:pt x="1107286" y="1641831"/>
                  </a:lnTo>
                  <a:lnTo>
                    <a:pt x="1108100" y="1624011"/>
                  </a:lnTo>
                  <a:lnTo>
                    <a:pt x="1108915" y="1617873"/>
                  </a:lnTo>
                  <a:lnTo>
                    <a:pt x="1109730" y="1649917"/>
                  </a:lnTo>
                  <a:lnTo>
                    <a:pt x="1110545" y="1655787"/>
                  </a:lnTo>
                  <a:lnTo>
                    <a:pt x="1111359" y="1656138"/>
                  </a:lnTo>
                  <a:lnTo>
                    <a:pt x="1112174" y="1651052"/>
                  </a:lnTo>
                  <a:lnTo>
                    <a:pt x="1112989" y="1628227"/>
                  </a:lnTo>
                  <a:lnTo>
                    <a:pt x="1113804" y="1628169"/>
                  </a:lnTo>
                  <a:lnTo>
                    <a:pt x="1114619" y="1613789"/>
                  </a:lnTo>
                  <a:lnTo>
                    <a:pt x="1115433" y="1569627"/>
                  </a:lnTo>
                  <a:lnTo>
                    <a:pt x="1116248" y="1497606"/>
                  </a:lnTo>
                  <a:lnTo>
                    <a:pt x="1117063" y="1442066"/>
                  </a:lnTo>
                  <a:lnTo>
                    <a:pt x="1117878" y="1455821"/>
                  </a:lnTo>
                  <a:lnTo>
                    <a:pt x="1118693" y="1478536"/>
                  </a:lnTo>
                  <a:lnTo>
                    <a:pt x="1119507" y="1557231"/>
                  </a:lnTo>
                  <a:lnTo>
                    <a:pt x="1120322" y="1587026"/>
                  </a:lnTo>
                  <a:lnTo>
                    <a:pt x="1121137" y="1583343"/>
                  </a:lnTo>
                  <a:lnTo>
                    <a:pt x="1121952" y="1550317"/>
                  </a:lnTo>
                  <a:lnTo>
                    <a:pt x="1122766" y="1550473"/>
                  </a:lnTo>
                  <a:lnTo>
                    <a:pt x="1123581" y="1573265"/>
                  </a:lnTo>
                  <a:lnTo>
                    <a:pt x="1124396" y="1619230"/>
                  </a:lnTo>
                  <a:lnTo>
                    <a:pt x="1125211" y="1637885"/>
                  </a:lnTo>
                  <a:lnTo>
                    <a:pt x="1126026" y="1669433"/>
                  </a:lnTo>
                  <a:lnTo>
                    <a:pt x="1126840" y="1676767"/>
                  </a:lnTo>
                  <a:lnTo>
                    <a:pt x="1127655" y="1694345"/>
                  </a:lnTo>
                  <a:lnTo>
                    <a:pt x="1128470" y="1702323"/>
                  </a:lnTo>
                  <a:lnTo>
                    <a:pt x="1129285" y="1696488"/>
                  </a:lnTo>
                  <a:lnTo>
                    <a:pt x="1130099" y="1690197"/>
                  </a:lnTo>
                  <a:lnTo>
                    <a:pt x="1130914" y="1681948"/>
                  </a:lnTo>
                  <a:lnTo>
                    <a:pt x="1131729" y="1705669"/>
                  </a:lnTo>
                  <a:lnTo>
                    <a:pt x="1132544" y="1711470"/>
                  </a:lnTo>
                  <a:lnTo>
                    <a:pt x="1133359" y="1710485"/>
                  </a:lnTo>
                  <a:lnTo>
                    <a:pt x="1134173" y="1698676"/>
                  </a:lnTo>
                  <a:lnTo>
                    <a:pt x="1134988" y="1714119"/>
                  </a:lnTo>
                  <a:lnTo>
                    <a:pt x="1135803" y="1689497"/>
                  </a:lnTo>
                  <a:lnTo>
                    <a:pt x="1136618" y="1660417"/>
                  </a:lnTo>
                  <a:lnTo>
                    <a:pt x="1137432" y="1624385"/>
                  </a:lnTo>
                  <a:lnTo>
                    <a:pt x="1138247" y="1601575"/>
                  </a:lnTo>
                  <a:lnTo>
                    <a:pt x="1139062" y="1657239"/>
                  </a:lnTo>
                  <a:lnTo>
                    <a:pt x="1139877" y="1659221"/>
                  </a:lnTo>
                  <a:lnTo>
                    <a:pt x="1140692" y="1659138"/>
                  </a:lnTo>
                  <a:lnTo>
                    <a:pt x="1141506" y="1686003"/>
                  </a:lnTo>
                  <a:lnTo>
                    <a:pt x="1142321" y="1649449"/>
                  </a:lnTo>
                  <a:lnTo>
                    <a:pt x="1143136" y="1655781"/>
                  </a:lnTo>
                  <a:lnTo>
                    <a:pt x="1143951" y="1650843"/>
                  </a:lnTo>
                  <a:lnTo>
                    <a:pt x="1144765" y="1650501"/>
                  </a:lnTo>
                  <a:lnTo>
                    <a:pt x="1145580" y="1639819"/>
                  </a:lnTo>
                  <a:lnTo>
                    <a:pt x="1146395" y="1614589"/>
                  </a:lnTo>
                  <a:lnTo>
                    <a:pt x="1147210" y="1624871"/>
                  </a:lnTo>
                  <a:lnTo>
                    <a:pt x="1148025" y="1648541"/>
                  </a:lnTo>
                  <a:lnTo>
                    <a:pt x="1148839" y="1619370"/>
                  </a:lnTo>
                  <a:lnTo>
                    <a:pt x="1149654" y="1610856"/>
                  </a:lnTo>
                  <a:lnTo>
                    <a:pt x="1150469" y="1604979"/>
                  </a:lnTo>
                  <a:lnTo>
                    <a:pt x="1151284" y="1614598"/>
                  </a:lnTo>
                  <a:lnTo>
                    <a:pt x="1152098" y="1607821"/>
                  </a:lnTo>
                  <a:lnTo>
                    <a:pt x="1152913" y="1582534"/>
                  </a:lnTo>
                  <a:lnTo>
                    <a:pt x="1153728" y="1571506"/>
                  </a:lnTo>
                  <a:lnTo>
                    <a:pt x="1154543" y="1570737"/>
                  </a:lnTo>
                  <a:lnTo>
                    <a:pt x="1155358" y="1613891"/>
                  </a:lnTo>
                  <a:lnTo>
                    <a:pt x="1156172" y="1598175"/>
                  </a:lnTo>
                  <a:lnTo>
                    <a:pt x="1156987" y="1558559"/>
                  </a:lnTo>
                  <a:lnTo>
                    <a:pt x="1157802" y="1499603"/>
                  </a:lnTo>
                  <a:lnTo>
                    <a:pt x="1158617" y="1552309"/>
                  </a:lnTo>
                  <a:lnTo>
                    <a:pt x="1159432" y="1602199"/>
                  </a:lnTo>
                  <a:lnTo>
                    <a:pt x="1160246" y="1528188"/>
                  </a:lnTo>
                  <a:lnTo>
                    <a:pt x="1161061" y="1545635"/>
                  </a:lnTo>
                  <a:lnTo>
                    <a:pt x="1161876" y="1566094"/>
                  </a:lnTo>
                  <a:lnTo>
                    <a:pt x="1162691" y="1547895"/>
                  </a:lnTo>
                  <a:lnTo>
                    <a:pt x="1163505" y="1558260"/>
                  </a:lnTo>
                  <a:lnTo>
                    <a:pt x="1164320" y="1561453"/>
                  </a:lnTo>
                  <a:lnTo>
                    <a:pt x="1165135" y="1553613"/>
                  </a:lnTo>
                  <a:lnTo>
                    <a:pt x="1165950" y="1546890"/>
                  </a:lnTo>
                  <a:lnTo>
                    <a:pt x="1166765" y="1541154"/>
                  </a:lnTo>
                  <a:lnTo>
                    <a:pt x="1167579" y="1567920"/>
                  </a:lnTo>
                  <a:lnTo>
                    <a:pt x="1168394" y="1540391"/>
                  </a:lnTo>
                  <a:lnTo>
                    <a:pt x="1169209" y="1530778"/>
                  </a:lnTo>
                  <a:lnTo>
                    <a:pt x="1170024" y="1541814"/>
                  </a:lnTo>
                  <a:lnTo>
                    <a:pt x="1170838" y="1474835"/>
                  </a:lnTo>
                  <a:lnTo>
                    <a:pt x="1171653" y="1444404"/>
                  </a:lnTo>
                  <a:lnTo>
                    <a:pt x="1172468" y="1424424"/>
                  </a:lnTo>
                  <a:lnTo>
                    <a:pt x="1173283" y="1476837"/>
                  </a:lnTo>
                  <a:lnTo>
                    <a:pt x="1174098" y="1532424"/>
                  </a:lnTo>
                  <a:lnTo>
                    <a:pt x="1174912" y="1543382"/>
                  </a:lnTo>
                  <a:lnTo>
                    <a:pt x="1175727" y="1554039"/>
                  </a:lnTo>
                  <a:lnTo>
                    <a:pt x="1176542" y="1559864"/>
                  </a:lnTo>
                  <a:lnTo>
                    <a:pt x="1177357" y="1499579"/>
                  </a:lnTo>
                  <a:lnTo>
                    <a:pt x="1178171" y="1469143"/>
                  </a:lnTo>
                  <a:lnTo>
                    <a:pt x="1178986" y="1508449"/>
                  </a:lnTo>
                  <a:lnTo>
                    <a:pt x="1179801" y="1525313"/>
                  </a:lnTo>
                  <a:lnTo>
                    <a:pt x="1180616" y="1487050"/>
                  </a:lnTo>
                  <a:lnTo>
                    <a:pt x="1181431" y="1465895"/>
                  </a:lnTo>
                  <a:lnTo>
                    <a:pt x="1182245" y="1563427"/>
                  </a:lnTo>
                  <a:lnTo>
                    <a:pt x="1183060" y="1555767"/>
                  </a:lnTo>
                  <a:lnTo>
                    <a:pt x="1183875" y="1609640"/>
                  </a:lnTo>
                  <a:lnTo>
                    <a:pt x="1184690" y="1594246"/>
                  </a:lnTo>
                  <a:lnTo>
                    <a:pt x="1185504" y="1627015"/>
                  </a:lnTo>
                  <a:lnTo>
                    <a:pt x="1186319" y="1624110"/>
                  </a:lnTo>
                  <a:lnTo>
                    <a:pt x="1187134" y="1624696"/>
                  </a:lnTo>
                  <a:lnTo>
                    <a:pt x="1187949" y="1612740"/>
                  </a:lnTo>
                  <a:lnTo>
                    <a:pt x="1188764" y="1645237"/>
                  </a:lnTo>
                  <a:lnTo>
                    <a:pt x="1189578" y="1667739"/>
                  </a:lnTo>
                  <a:lnTo>
                    <a:pt x="1190393" y="1603183"/>
                  </a:lnTo>
                  <a:lnTo>
                    <a:pt x="1191208" y="1590984"/>
                  </a:lnTo>
                  <a:lnTo>
                    <a:pt x="1192023" y="1558282"/>
                  </a:lnTo>
                  <a:lnTo>
                    <a:pt x="1192837" y="1522977"/>
                  </a:lnTo>
                  <a:lnTo>
                    <a:pt x="1193652" y="1531554"/>
                  </a:lnTo>
                  <a:lnTo>
                    <a:pt x="1194467" y="1474343"/>
                  </a:lnTo>
                  <a:lnTo>
                    <a:pt x="1195282" y="1381013"/>
                  </a:lnTo>
                  <a:lnTo>
                    <a:pt x="1196097" y="1343974"/>
                  </a:lnTo>
                  <a:lnTo>
                    <a:pt x="1196911" y="1358749"/>
                  </a:lnTo>
                  <a:lnTo>
                    <a:pt x="1197726" y="1380724"/>
                  </a:lnTo>
                  <a:lnTo>
                    <a:pt x="1198541" y="1306957"/>
                  </a:lnTo>
                  <a:lnTo>
                    <a:pt x="1199356" y="1281922"/>
                  </a:lnTo>
                  <a:lnTo>
                    <a:pt x="1200171" y="1332006"/>
                  </a:lnTo>
                  <a:lnTo>
                    <a:pt x="1200985" y="1348260"/>
                  </a:lnTo>
                  <a:lnTo>
                    <a:pt x="1201800" y="1391677"/>
                  </a:lnTo>
                  <a:lnTo>
                    <a:pt x="1202615" y="1395406"/>
                  </a:lnTo>
                  <a:lnTo>
                    <a:pt x="1203430" y="1385309"/>
                  </a:lnTo>
                  <a:lnTo>
                    <a:pt x="1204244" y="1370899"/>
                  </a:lnTo>
                  <a:lnTo>
                    <a:pt x="1205059" y="1362005"/>
                  </a:lnTo>
                  <a:lnTo>
                    <a:pt x="1205874" y="1397094"/>
                  </a:lnTo>
                  <a:lnTo>
                    <a:pt x="1206689" y="1304198"/>
                  </a:lnTo>
                  <a:lnTo>
                    <a:pt x="1207504" y="1315134"/>
                  </a:lnTo>
                  <a:lnTo>
                    <a:pt x="1208318" y="1291427"/>
                  </a:lnTo>
                  <a:lnTo>
                    <a:pt x="1209133" y="1326526"/>
                  </a:lnTo>
                  <a:lnTo>
                    <a:pt x="1209948" y="1307752"/>
                  </a:lnTo>
                  <a:lnTo>
                    <a:pt x="1210763" y="1328449"/>
                  </a:lnTo>
                  <a:lnTo>
                    <a:pt x="1211577" y="1404533"/>
                  </a:lnTo>
                  <a:lnTo>
                    <a:pt x="1212392" y="1423938"/>
                  </a:lnTo>
                  <a:lnTo>
                    <a:pt x="1213207" y="1463953"/>
                  </a:lnTo>
                  <a:lnTo>
                    <a:pt x="1214022" y="1475384"/>
                  </a:lnTo>
                  <a:lnTo>
                    <a:pt x="1214837" y="1478459"/>
                  </a:lnTo>
                  <a:lnTo>
                    <a:pt x="1215651" y="1488020"/>
                  </a:lnTo>
                  <a:lnTo>
                    <a:pt x="1216466" y="1505791"/>
                  </a:lnTo>
                  <a:lnTo>
                    <a:pt x="1217281" y="1513401"/>
                  </a:lnTo>
                  <a:lnTo>
                    <a:pt x="1218096" y="1517712"/>
                  </a:lnTo>
                  <a:lnTo>
                    <a:pt x="1218910" y="1478877"/>
                  </a:lnTo>
                  <a:lnTo>
                    <a:pt x="1219725" y="1424791"/>
                  </a:lnTo>
                  <a:lnTo>
                    <a:pt x="1220540" y="1438650"/>
                  </a:lnTo>
                  <a:lnTo>
                    <a:pt x="1221355" y="1414023"/>
                  </a:lnTo>
                  <a:lnTo>
                    <a:pt x="1222170" y="1418938"/>
                  </a:lnTo>
                  <a:lnTo>
                    <a:pt x="1222984" y="1470740"/>
                  </a:lnTo>
                  <a:lnTo>
                    <a:pt x="1223799" y="1492580"/>
                  </a:lnTo>
                  <a:lnTo>
                    <a:pt x="1224614" y="1511345"/>
                  </a:lnTo>
                  <a:lnTo>
                    <a:pt x="1225429" y="1489870"/>
                  </a:lnTo>
                  <a:lnTo>
                    <a:pt x="1226243" y="1471742"/>
                  </a:lnTo>
                  <a:lnTo>
                    <a:pt x="1227058" y="1403854"/>
                  </a:lnTo>
                  <a:lnTo>
                    <a:pt x="1227873" y="1305031"/>
                  </a:lnTo>
                  <a:lnTo>
                    <a:pt x="1228688" y="1240287"/>
                  </a:lnTo>
                  <a:lnTo>
                    <a:pt x="1229503" y="1284325"/>
                  </a:lnTo>
                  <a:lnTo>
                    <a:pt x="1230317" y="1320875"/>
                  </a:lnTo>
                  <a:lnTo>
                    <a:pt x="1231132" y="1294903"/>
                  </a:lnTo>
                  <a:lnTo>
                    <a:pt x="1231947" y="1352612"/>
                  </a:lnTo>
                  <a:lnTo>
                    <a:pt x="1232762" y="1380363"/>
                  </a:lnTo>
                  <a:lnTo>
                    <a:pt x="1233576" y="1373971"/>
                  </a:lnTo>
                  <a:lnTo>
                    <a:pt x="1234391" y="1412869"/>
                  </a:lnTo>
                  <a:lnTo>
                    <a:pt x="1235206" y="1384727"/>
                  </a:lnTo>
                  <a:lnTo>
                    <a:pt x="1236021" y="1270511"/>
                  </a:lnTo>
                  <a:lnTo>
                    <a:pt x="1236836" y="1300046"/>
                  </a:lnTo>
                  <a:lnTo>
                    <a:pt x="1237650" y="1239391"/>
                  </a:lnTo>
                  <a:lnTo>
                    <a:pt x="1238465" y="1308507"/>
                  </a:lnTo>
                  <a:lnTo>
                    <a:pt x="1239280" y="1369739"/>
                  </a:lnTo>
                  <a:lnTo>
                    <a:pt x="1240095" y="1411480"/>
                  </a:lnTo>
                  <a:lnTo>
                    <a:pt x="1240910" y="1545395"/>
                  </a:lnTo>
                  <a:lnTo>
                    <a:pt x="1241724" y="1551689"/>
                  </a:lnTo>
                  <a:lnTo>
                    <a:pt x="1242539" y="1494695"/>
                  </a:lnTo>
                  <a:lnTo>
                    <a:pt x="1243354" y="1396412"/>
                  </a:lnTo>
                  <a:lnTo>
                    <a:pt x="1244169" y="1428389"/>
                  </a:lnTo>
                  <a:lnTo>
                    <a:pt x="1244983" y="1515613"/>
                  </a:lnTo>
                  <a:lnTo>
                    <a:pt x="1245798" y="1536567"/>
                  </a:lnTo>
                  <a:lnTo>
                    <a:pt x="1246613" y="1531490"/>
                  </a:lnTo>
                  <a:lnTo>
                    <a:pt x="1247428" y="1568030"/>
                  </a:lnTo>
                  <a:lnTo>
                    <a:pt x="1248243" y="1524534"/>
                  </a:lnTo>
                  <a:lnTo>
                    <a:pt x="1249057" y="1599671"/>
                  </a:lnTo>
                  <a:lnTo>
                    <a:pt x="1249872" y="1575485"/>
                  </a:lnTo>
                  <a:lnTo>
                    <a:pt x="1250687" y="1431392"/>
                  </a:lnTo>
                  <a:lnTo>
                    <a:pt x="1251502" y="1457066"/>
                  </a:lnTo>
                  <a:lnTo>
                    <a:pt x="1252316" y="1425348"/>
                  </a:lnTo>
                  <a:lnTo>
                    <a:pt x="1253131" y="1462188"/>
                  </a:lnTo>
                  <a:lnTo>
                    <a:pt x="1253946" y="1520832"/>
                  </a:lnTo>
                  <a:lnTo>
                    <a:pt x="1254761" y="1459010"/>
                  </a:lnTo>
                  <a:lnTo>
                    <a:pt x="1255576" y="1424760"/>
                  </a:lnTo>
                  <a:lnTo>
                    <a:pt x="1256390" y="1440336"/>
                  </a:lnTo>
                  <a:lnTo>
                    <a:pt x="1257205" y="1450243"/>
                  </a:lnTo>
                  <a:lnTo>
                    <a:pt x="1258020" y="1475178"/>
                  </a:lnTo>
                  <a:lnTo>
                    <a:pt x="1258835" y="1486318"/>
                  </a:lnTo>
                  <a:lnTo>
                    <a:pt x="1259649" y="1510562"/>
                  </a:lnTo>
                  <a:lnTo>
                    <a:pt x="1260464" y="1525494"/>
                  </a:lnTo>
                  <a:lnTo>
                    <a:pt x="1261279" y="1493607"/>
                  </a:lnTo>
                  <a:lnTo>
                    <a:pt x="1262094" y="1508306"/>
                  </a:lnTo>
                  <a:lnTo>
                    <a:pt x="1262909" y="1461934"/>
                  </a:lnTo>
                  <a:lnTo>
                    <a:pt x="1263723" y="1403309"/>
                  </a:lnTo>
                  <a:lnTo>
                    <a:pt x="1264538" y="1419643"/>
                  </a:lnTo>
                  <a:lnTo>
                    <a:pt x="1265353" y="1536014"/>
                  </a:lnTo>
                  <a:lnTo>
                    <a:pt x="1266168" y="1561172"/>
                  </a:lnTo>
                  <a:lnTo>
                    <a:pt x="1266982" y="1593118"/>
                  </a:lnTo>
                  <a:lnTo>
                    <a:pt x="1267797" y="1623420"/>
                  </a:lnTo>
                  <a:lnTo>
                    <a:pt x="1268612" y="1606378"/>
                  </a:lnTo>
                  <a:lnTo>
                    <a:pt x="1269427" y="1605630"/>
                  </a:lnTo>
                  <a:lnTo>
                    <a:pt x="1270242" y="1596460"/>
                  </a:lnTo>
                  <a:lnTo>
                    <a:pt x="1271056" y="1628119"/>
                  </a:lnTo>
                  <a:lnTo>
                    <a:pt x="1271871" y="1639585"/>
                  </a:lnTo>
                  <a:lnTo>
                    <a:pt x="1272686" y="1645698"/>
                  </a:lnTo>
                  <a:lnTo>
                    <a:pt x="1273501" y="1670014"/>
                  </a:lnTo>
                  <a:lnTo>
                    <a:pt x="1274315" y="1677478"/>
                  </a:lnTo>
                  <a:lnTo>
                    <a:pt x="1275130" y="1681388"/>
                  </a:lnTo>
                  <a:lnTo>
                    <a:pt x="1275945" y="1673828"/>
                  </a:lnTo>
                  <a:lnTo>
                    <a:pt x="1276760" y="1679199"/>
                  </a:lnTo>
                  <a:lnTo>
                    <a:pt x="1277575" y="1671312"/>
                  </a:lnTo>
                  <a:lnTo>
                    <a:pt x="1278389" y="1639289"/>
                  </a:lnTo>
                  <a:lnTo>
                    <a:pt x="1279204" y="1630053"/>
                  </a:lnTo>
                  <a:lnTo>
                    <a:pt x="1280019" y="1602345"/>
                  </a:lnTo>
                  <a:lnTo>
                    <a:pt x="1280834" y="1588032"/>
                  </a:lnTo>
                  <a:lnTo>
                    <a:pt x="1281649" y="1453462"/>
                  </a:lnTo>
                  <a:lnTo>
                    <a:pt x="1282463" y="1403717"/>
                  </a:lnTo>
                  <a:lnTo>
                    <a:pt x="1283278" y="1448058"/>
                  </a:lnTo>
                  <a:lnTo>
                    <a:pt x="1284093" y="1589705"/>
                  </a:lnTo>
                  <a:lnTo>
                    <a:pt x="1284908" y="1585613"/>
                  </a:lnTo>
                  <a:lnTo>
                    <a:pt x="1285722" y="1619736"/>
                  </a:lnTo>
                  <a:lnTo>
                    <a:pt x="1286537" y="1592922"/>
                  </a:lnTo>
                  <a:lnTo>
                    <a:pt x="1287352" y="1647592"/>
                  </a:lnTo>
                  <a:lnTo>
                    <a:pt x="1288167" y="1635361"/>
                  </a:lnTo>
                  <a:lnTo>
                    <a:pt x="1288982" y="1637176"/>
                  </a:lnTo>
                  <a:lnTo>
                    <a:pt x="1289796" y="1597296"/>
                  </a:lnTo>
                  <a:lnTo>
                    <a:pt x="1290611" y="1552741"/>
                  </a:lnTo>
                  <a:lnTo>
                    <a:pt x="1291426" y="1600246"/>
                  </a:lnTo>
                  <a:lnTo>
                    <a:pt x="1292241" y="1567400"/>
                  </a:lnTo>
                  <a:lnTo>
                    <a:pt x="1293055" y="1578235"/>
                  </a:lnTo>
                  <a:lnTo>
                    <a:pt x="1293870" y="1570529"/>
                  </a:lnTo>
                  <a:lnTo>
                    <a:pt x="1294685" y="1582895"/>
                  </a:lnTo>
                  <a:lnTo>
                    <a:pt x="1295500" y="1590911"/>
                  </a:lnTo>
                  <a:lnTo>
                    <a:pt x="1296315" y="1607012"/>
                  </a:lnTo>
                  <a:lnTo>
                    <a:pt x="1297129" y="1655764"/>
                  </a:lnTo>
                  <a:lnTo>
                    <a:pt x="1297944" y="1690267"/>
                  </a:lnTo>
                  <a:lnTo>
                    <a:pt x="1298759" y="1691516"/>
                  </a:lnTo>
                  <a:lnTo>
                    <a:pt x="1299574" y="1666236"/>
                  </a:lnTo>
                  <a:lnTo>
                    <a:pt x="1300388" y="1636911"/>
                  </a:lnTo>
                  <a:lnTo>
                    <a:pt x="1301203" y="1646431"/>
                  </a:lnTo>
                  <a:lnTo>
                    <a:pt x="1302018" y="1614648"/>
                  </a:lnTo>
                  <a:lnTo>
                    <a:pt x="1302833" y="1593916"/>
                  </a:lnTo>
                  <a:lnTo>
                    <a:pt x="1303648" y="1593790"/>
                  </a:lnTo>
                  <a:lnTo>
                    <a:pt x="1304462" y="1537803"/>
                  </a:lnTo>
                  <a:lnTo>
                    <a:pt x="1305277" y="1521360"/>
                  </a:lnTo>
                  <a:lnTo>
                    <a:pt x="1306092" y="1483135"/>
                  </a:lnTo>
                  <a:lnTo>
                    <a:pt x="1306907" y="1421445"/>
                  </a:lnTo>
                  <a:lnTo>
                    <a:pt x="1307721" y="1393466"/>
                  </a:lnTo>
                  <a:lnTo>
                    <a:pt x="1308536" y="1411880"/>
                  </a:lnTo>
                  <a:lnTo>
                    <a:pt x="1309351" y="1517498"/>
                  </a:lnTo>
                  <a:lnTo>
                    <a:pt x="1310166" y="1528779"/>
                  </a:lnTo>
                  <a:lnTo>
                    <a:pt x="1310981" y="1543604"/>
                  </a:lnTo>
                  <a:lnTo>
                    <a:pt x="1311795" y="1565344"/>
                  </a:lnTo>
                  <a:lnTo>
                    <a:pt x="1312610" y="1551157"/>
                  </a:lnTo>
                  <a:lnTo>
                    <a:pt x="1313425" y="1555920"/>
                  </a:lnTo>
                  <a:lnTo>
                    <a:pt x="1314240" y="1508184"/>
                  </a:lnTo>
                  <a:lnTo>
                    <a:pt x="1315055" y="1481296"/>
                  </a:lnTo>
                  <a:lnTo>
                    <a:pt x="1315869" y="1401134"/>
                  </a:lnTo>
                  <a:lnTo>
                    <a:pt x="1316684" y="1345701"/>
                  </a:lnTo>
                  <a:lnTo>
                    <a:pt x="1317499" y="1392484"/>
                  </a:lnTo>
                  <a:lnTo>
                    <a:pt x="1318314" y="1475775"/>
                  </a:lnTo>
                  <a:lnTo>
                    <a:pt x="1319128" y="1498690"/>
                  </a:lnTo>
                  <a:lnTo>
                    <a:pt x="1319943" y="1493621"/>
                  </a:lnTo>
                  <a:lnTo>
                    <a:pt x="1320758" y="1484071"/>
                  </a:lnTo>
                  <a:lnTo>
                    <a:pt x="1321573" y="1430182"/>
                  </a:lnTo>
                  <a:lnTo>
                    <a:pt x="1322388" y="1359608"/>
                  </a:lnTo>
                  <a:lnTo>
                    <a:pt x="1323202" y="1338895"/>
                  </a:lnTo>
                  <a:lnTo>
                    <a:pt x="1324017" y="1341920"/>
                  </a:lnTo>
                  <a:lnTo>
                    <a:pt x="1324832" y="1406289"/>
                  </a:lnTo>
                  <a:lnTo>
                    <a:pt x="1325647" y="1483099"/>
                  </a:lnTo>
                  <a:lnTo>
                    <a:pt x="1326461" y="1548710"/>
                  </a:lnTo>
                  <a:lnTo>
                    <a:pt x="1327276" y="1553402"/>
                  </a:lnTo>
                  <a:lnTo>
                    <a:pt x="1328091" y="1497825"/>
                  </a:lnTo>
                  <a:lnTo>
                    <a:pt x="1328906" y="1461745"/>
                  </a:lnTo>
                  <a:lnTo>
                    <a:pt x="1329721" y="1520755"/>
                  </a:lnTo>
                  <a:lnTo>
                    <a:pt x="1330535" y="1548707"/>
                  </a:lnTo>
                  <a:lnTo>
                    <a:pt x="1331350" y="1572034"/>
                  </a:lnTo>
                  <a:lnTo>
                    <a:pt x="1332165" y="1597830"/>
                  </a:lnTo>
                  <a:lnTo>
                    <a:pt x="1332980" y="1603659"/>
                  </a:lnTo>
                  <a:lnTo>
                    <a:pt x="1333794" y="1592812"/>
                  </a:lnTo>
                  <a:lnTo>
                    <a:pt x="1334609" y="1539360"/>
                  </a:lnTo>
                  <a:lnTo>
                    <a:pt x="1335424" y="1457509"/>
                  </a:lnTo>
                  <a:lnTo>
                    <a:pt x="1336239" y="1428841"/>
                  </a:lnTo>
                  <a:lnTo>
                    <a:pt x="1337054" y="1409013"/>
                  </a:lnTo>
                  <a:lnTo>
                    <a:pt x="1337868" y="1421800"/>
                  </a:lnTo>
                  <a:lnTo>
                    <a:pt x="1338683" y="1527004"/>
                  </a:lnTo>
                  <a:lnTo>
                    <a:pt x="1339498" y="1551190"/>
                  </a:lnTo>
                  <a:lnTo>
                    <a:pt x="1340313" y="1573365"/>
                  </a:lnTo>
                  <a:lnTo>
                    <a:pt x="1341127" y="1563511"/>
                  </a:lnTo>
                  <a:lnTo>
                    <a:pt x="1341942" y="1572103"/>
                  </a:lnTo>
                  <a:lnTo>
                    <a:pt x="1342757" y="1542519"/>
                  </a:lnTo>
                  <a:lnTo>
                    <a:pt x="1343572" y="1478757"/>
                  </a:lnTo>
                  <a:lnTo>
                    <a:pt x="1344387" y="1548755"/>
                  </a:lnTo>
                  <a:lnTo>
                    <a:pt x="1345201" y="1563387"/>
                  </a:lnTo>
                  <a:lnTo>
                    <a:pt x="1346016" y="1582665"/>
                  </a:lnTo>
                  <a:lnTo>
                    <a:pt x="1346831" y="1559552"/>
                  </a:lnTo>
                  <a:lnTo>
                    <a:pt x="1347646" y="1599533"/>
                  </a:lnTo>
                  <a:lnTo>
                    <a:pt x="1348460" y="1638157"/>
                  </a:lnTo>
                  <a:lnTo>
                    <a:pt x="1349275" y="1664418"/>
                  </a:lnTo>
                  <a:lnTo>
                    <a:pt x="1350090" y="1623012"/>
                  </a:lnTo>
                  <a:lnTo>
                    <a:pt x="1350905" y="1587255"/>
                  </a:lnTo>
                  <a:lnTo>
                    <a:pt x="1351720" y="1600219"/>
                  </a:lnTo>
                  <a:lnTo>
                    <a:pt x="1352534" y="1635818"/>
                  </a:lnTo>
                  <a:lnTo>
                    <a:pt x="1353349" y="1625635"/>
                  </a:lnTo>
                  <a:lnTo>
                    <a:pt x="1354164" y="1644160"/>
                  </a:lnTo>
                  <a:lnTo>
                    <a:pt x="1354979" y="1669105"/>
                  </a:lnTo>
                  <a:lnTo>
                    <a:pt x="1355794" y="1656301"/>
                  </a:lnTo>
                  <a:lnTo>
                    <a:pt x="1356608" y="1648162"/>
                  </a:lnTo>
                  <a:lnTo>
                    <a:pt x="1357423" y="1622877"/>
                  </a:lnTo>
                  <a:lnTo>
                    <a:pt x="1358238" y="1545298"/>
                  </a:lnTo>
                  <a:lnTo>
                    <a:pt x="1359053" y="1518317"/>
                  </a:lnTo>
                  <a:lnTo>
                    <a:pt x="1359867" y="1487968"/>
                  </a:lnTo>
                  <a:lnTo>
                    <a:pt x="1360682" y="1511457"/>
                  </a:lnTo>
                  <a:lnTo>
                    <a:pt x="1361497" y="1465585"/>
                  </a:lnTo>
                  <a:lnTo>
                    <a:pt x="1362312" y="1394143"/>
                  </a:lnTo>
                  <a:lnTo>
                    <a:pt x="1363127" y="1371273"/>
                  </a:lnTo>
                  <a:lnTo>
                    <a:pt x="1363941" y="1388435"/>
                  </a:lnTo>
                  <a:lnTo>
                    <a:pt x="1364756" y="1476596"/>
                  </a:lnTo>
                  <a:lnTo>
                    <a:pt x="1365571" y="1494218"/>
                  </a:lnTo>
                  <a:lnTo>
                    <a:pt x="1366386" y="1504028"/>
                  </a:lnTo>
                  <a:lnTo>
                    <a:pt x="1367200" y="1555834"/>
                  </a:lnTo>
                  <a:lnTo>
                    <a:pt x="1368015" y="1623870"/>
                  </a:lnTo>
                  <a:lnTo>
                    <a:pt x="1368830" y="1650167"/>
                  </a:lnTo>
                  <a:lnTo>
                    <a:pt x="1369645" y="1649638"/>
                  </a:lnTo>
                  <a:lnTo>
                    <a:pt x="1370460" y="1672236"/>
                  </a:lnTo>
                  <a:lnTo>
                    <a:pt x="1371274" y="1657608"/>
                  </a:lnTo>
                  <a:lnTo>
                    <a:pt x="1372089" y="1691605"/>
                  </a:lnTo>
                  <a:lnTo>
                    <a:pt x="1372904" y="1682167"/>
                  </a:lnTo>
                  <a:lnTo>
                    <a:pt x="1373719" y="1634229"/>
                  </a:lnTo>
                  <a:lnTo>
                    <a:pt x="1374533" y="1639060"/>
                  </a:lnTo>
                  <a:lnTo>
                    <a:pt x="1375348" y="1659131"/>
                  </a:lnTo>
                  <a:lnTo>
                    <a:pt x="1376163" y="1667232"/>
                  </a:lnTo>
                  <a:lnTo>
                    <a:pt x="1376978" y="1662995"/>
                  </a:lnTo>
                  <a:lnTo>
                    <a:pt x="1377793" y="1642541"/>
                  </a:lnTo>
                  <a:lnTo>
                    <a:pt x="1378607" y="1641097"/>
                  </a:lnTo>
                  <a:lnTo>
                    <a:pt x="1379422" y="1617521"/>
                  </a:lnTo>
                  <a:lnTo>
                    <a:pt x="1380237" y="1576258"/>
                  </a:lnTo>
                  <a:lnTo>
                    <a:pt x="1381052" y="1459396"/>
                  </a:lnTo>
                  <a:lnTo>
                    <a:pt x="1381866" y="1399901"/>
                  </a:lnTo>
                  <a:lnTo>
                    <a:pt x="1382681" y="1481346"/>
                  </a:lnTo>
                  <a:lnTo>
                    <a:pt x="1383496" y="1480769"/>
                  </a:lnTo>
                  <a:lnTo>
                    <a:pt x="1384311" y="1400622"/>
                  </a:lnTo>
                  <a:lnTo>
                    <a:pt x="1385126" y="1382043"/>
                  </a:lnTo>
                  <a:lnTo>
                    <a:pt x="1385940" y="1502147"/>
                  </a:lnTo>
                  <a:lnTo>
                    <a:pt x="1386755" y="1535857"/>
                  </a:lnTo>
                  <a:lnTo>
                    <a:pt x="1387570" y="1497142"/>
                  </a:lnTo>
                  <a:lnTo>
                    <a:pt x="1388385" y="1498407"/>
                  </a:lnTo>
                  <a:lnTo>
                    <a:pt x="1389199" y="1506682"/>
                  </a:lnTo>
                  <a:lnTo>
                    <a:pt x="1390014" y="1493345"/>
                  </a:lnTo>
                  <a:lnTo>
                    <a:pt x="1390829" y="1469452"/>
                  </a:lnTo>
                  <a:lnTo>
                    <a:pt x="1391644" y="1425783"/>
                  </a:lnTo>
                  <a:lnTo>
                    <a:pt x="1392459" y="1477622"/>
                  </a:lnTo>
                  <a:lnTo>
                    <a:pt x="1393273" y="1474115"/>
                  </a:lnTo>
                  <a:lnTo>
                    <a:pt x="1394088" y="1509410"/>
                  </a:lnTo>
                  <a:lnTo>
                    <a:pt x="1394903" y="1517574"/>
                  </a:lnTo>
                  <a:lnTo>
                    <a:pt x="1395718" y="1464825"/>
                  </a:lnTo>
                  <a:lnTo>
                    <a:pt x="1396533" y="1380418"/>
                  </a:lnTo>
                  <a:lnTo>
                    <a:pt x="1397347" y="1331723"/>
                  </a:lnTo>
                  <a:lnTo>
                    <a:pt x="1398162" y="1356798"/>
                  </a:lnTo>
                  <a:lnTo>
                    <a:pt x="1398977" y="1387443"/>
                  </a:lnTo>
                  <a:lnTo>
                    <a:pt x="1399792" y="1333687"/>
                  </a:lnTo>
                  <a:lnTo>
                    <a:pt x="1400606" y="1316226"/>
                  </a:lnTo>
                  <a:lnTo>
                    <a:pt x="1401421" y="1399693"/>
                  </a:lnTo>
                  <a:lnTo>
                    <a:pt x="1402236" y="1423538"/>
                  </a:lnTo>
                  <a:lnTo>
                    <a:pt x="1403051" y="1471674"/>
                  </a:lnTo>
                  <a:lnTo>
                    <a:pt x="1403866" y="1493895"/>
                  </a:lnTo>
                  <a:lnTo>
                    <a:pt x="1404680" y="1515652"/>
                  </a:lnTo>
                  <a:lnTo>
                    <a:pt x="1405495" y="1495660"/>
                  </a:lnTo>
                  <a:lnTo>
                    <a:pt x="1406310" y="1473836"/>
                  </a:lnTo>
                  <a:lnTo>
                    <a:pt x="1407125" y="1397346"/>
                  </a:lnTo>
                  <a:lnTo>
                    <a:pt x="1407939" y="1343460"/>
                  </a:lnTo>
                  <a:lnTo>
                    <a:pt x="1408754" y="1317725"/>
                  </a:lnTo>
                  <a:lnTo>
                    <a:pt x="1409569" y="1332306"/>
                  </a:lnTo>
                  <a:lnTo>
                    <a:pt x="1410384" y="1341347"/>
                  </a:lnTo>
                  <a:lnTo>
                    <a:pt x="1411199" y="1430541"/>
                  </a:lnTo>
                  <a:lnTo>
                    <a:pt x="1412013" y="1544730"/>
                  </a:lnTo>
                  <a:lnTo>
                    <a:pt x="1412828" y="1581310"/>
                  </a:lnTo>
                  <a:lnTo>
                    <a:pt x="1413643" y="1609689"/>
                  </a:lnTo>
                  <a:lnTo>
                    <a:pt x="1414458" y="1617209"/>
                  </a:lnTo>
                  <a:lnTo>
                    <a:pt x="1415272" y="1603508"/>
                  </a:lnTo>
                  <a:lnTo>
                    <a:pt x="1416087" y="1581033"/>
                  </a:lnTo>
                  <a:lnTo>
                    <a:pt x="1416902" y="1582921"/>
                  </a:lnTo>
                  <a:lnTo>
                    <a:pt x="1417717" y="1549559"/>
                  </a:lnTo>
                  <a:lnTo>
                    <a:pt x="1418532" y="1534711"/>
                  </a:lnTo>
                  <a:lnTo>
                    <a:pt x="1419346" y="1564196"/>
                  </a:lnTo>
                  <a:lnTo>
                    <a:pt x="1420161" y="1635748"/>
                  </a:lnTo>
                  <a:lnTo>
                    <a:pt x="1420976" y="1655819"/>
                  </a:lnTo>
                  <a:lnTo>
                    <a:pt x="1421791" y="1681961"/>
                  </a:lnTo>
                  <a:lnTo>
                    <a:pt x="1422605" y="1675295"/>
                  </a:lnTo>
                  <a:lnTo>
                    <a:pt x="1423420" y="1677963"/>
                  </a:lnTo>
                  <a:lnTo>
                    <a:pt x="1424235" y="1689374"/>
                  </a:lnTo>
                  <a:lnTo>
                    <a:pt x="1425050" y="1675297"/>
                  </a:lnTo>
                  <a:lnTo>
                    <a:pt x="1425865" y="1681298"/>
                  </a:lnTo>
                  <a:lnTo>
                    <a:pt x="1426679" y="1622043"/>
                  </a:lnTo>
                  <a:lnTo>
                    <a:pt x="1427494" y="1619733"/>
                  </a:lnTo>
                  <a:lnTo>
                    <a:pt x="1428309" y="1622946"/>
                  </a:lnTo>
                  <a:lnTo>
                    <a:pt x="1429124" y="1626829"/>
                  </a:lnTo>
                  <a:lnTo>
                    <a:pt x="1429938" y="1632695"/>
                  </a:lnTo>
                  <a:lnTo>
                    <a:pt x="1430753" y="1615383"/>
                  </a:lnTo>
                  <a:lnTo>
                    <a:pt x="1431568" y="1629850"/>
                  </a:lnTo>
                  <a:lnTo>
                    <a:pt x="1432383" y="1569088"/>
                  </a:lnTo>
                  <a:lnTo>
                    <a:pt x="1433198" y="1588903"/>
                  </a:lnTo>
                  <a:lnTo>
                    <a:pt x="1434012" y="1630788"/>
                  </a:lnTo>
                  <a:lnTo>
                    <a:pt x="1434827" y="1640665"/>
                  </a:lnTo>
                  <a:lnTo>
                    <a:pt x="1435642" y="1681118"/>
                  </a:lnTo>
                  <a:lnTo>
                    <a:pt x="1436457" y="1679012"/>
                  </a:lnTo>
                  <a:lnTo>
                    <a:pt x="1437272" y="1659164"/>
                  </a:lnTo>
                  <a:lnTo>
                    <a:pt x="1438086" y="1652739"/>
                  </a:lnTo>
                  <a:lnTo>
                    <a:pt x="1438901" y="1628281"/>
                  </a:lnTo>
                  <a:lnTo>
                    <a:pt x="1439716" y="1618687"/>
                  </a:lnTo>
                  <a:lnTo>
                    <a:pt x="1440531" y="1534935"/>
                  </a:lnTo>
                  <a:lnTo>
                    <a:pt x="1441345" y="1519591"/>
                  </a:lnTo>
                  <a:lnTo>
                    <a:pt x="1442160" y="1499293"/>
                  </a:lnTo>
                  <a:lnTo>
                    <a:pt x="1442975" y="1482585"/>
                  </a:lnTo>
                  <a:lnTo>
                    <a:pt x="1443790" y="1520021"/>
                  </a:lnTo>
                  <a:lnTo>
                    <a:pt x="1444605" y="1590848"/>
                  </a:lnTo>
                  <a:lnTo>
                    <a:pt x="1445419" y="1634950"/>
                  </a:lnTo>
                  <a:lnTo>
                    <a:pt x="1446234" y="1643754"/>
                  </a:lnTo>
                  <a:lnTo>
                    <a:pt x="1447049" y="1660342"/>
                  </a:lnTo>
                  <a:lnTo>
                    <a:pt x="1447864" y="1672965"/>
                  </a:lnTo>
                  <a:lnTo>
                    <a:pt x="1448678" y="1666089"/>
                  </a:lnTo>
                  <a:lnTo>
                    <a:pt x="1449493" y="1661504"/>
                  </a:lnTo>
                  <a:lnTo>
                    <a:pt x="1450308" y="1658506"/>
                  </a:lnTo>
                  <a:lnTo>
                    <a:pt x="1451123" y="1627751"/>
                  </a:lnTo>
                  <a:lnTo>
                    <a:pt x="1451938" y="1647753"/>
                  </a:lnTo>
                  <a:lnTo>
                    <a:pt x="1452752" y="1630551"/>
                  </a:lnTo>
                  <a:lnTo>
                    <a:pt x="1453567" y="1567295"/>
                  </a:lnTo>
                  <a:lnTo>
                    <a:pt x="1454382" y="1579913"/>
                  </a:lnTo>
                  <a:lnTo>
                    <a:pt x="1455197" y="1597286"/>
                  </a:lnTo>
                  <a:lnTo>
                    <a:pt x="1456011" y="1663678"/>
                  </a:lnTo>
                  <a:lnTo>
                    <a:pt x="1456826" y="1613639"/>
                  </a:lnTo>
                  <a:lnTo>
                    <a:pt x="1457641" y="1612269"/>
                  </a:lnTo>
                  <a:lnTo>
                    <a:pt x="1458456" y="1581360"/>
                  </a:lnTo>
                  <a:lnTo>
                    <a:pt x="1459271" y="1490588"/>
                  </a:lnTo>
                  <a:lnTo>
                    <a:pt x="1460085" y="1553220"/>
                  </a:lnTo>
                  <a:lnTo>
                    <a:pt x="1460900" y="1535793"/>
                  </a:lnTo>
                  <a:lnTo>
                    <a:pt x="1461715" y="1544506"/>
                  </a:lnTo>
                  <a:lnTo>
                    <a:pt x="1462530" y="1561970"/>
                  </a:lnTo>
                  <a:lnTo>
                    <a:pt x="1463344" y="1597465"/>
                  </a:lnTo>
                  <a:lnTo>
                    <a:pt x="1464159" y="1579843"/>
                  </a:lnTo>
                  <a:lnTo>
                    <a:pt x="1464974" y="1492031"/>
                  </a:lnTo>
                  <a:lnTo>
                    <a:pt x="1465789" y="1447023"/>
                  </a:lnTo>
                  <a:lnTo>
                    <a:pt x="1466604" y="1460489"/>
                  </a:lnTo>
                  <a:lnTo>
                    <a:pt x="1467418" y="1564771"/>
                  </a:lnTo>
                  <a:lnTo>
                    <a:pt x="1468233" y="1563610"/>
                  </a:lnTo>
                  <a:lnTo>
                    <a:pt x="1469048" y="1601154"/>
                  </a:lnTo>
                  <a:lnTo>
                    <a:pt x="1469863" y="1602781"/>
                  </a:lnTo>
                  <a:lnTo>
                    <a:pt x="1470677" y="1627142"/>
                  </a:lnTo>
                  <a:lnTo>
                    <a:pt x="1471492" y="1600829"/>
                  </a:lnTo>
                  <a:lnTo>
                    <a:pt x="1472307" y="1547068"/>
                  </a:lnTo>
                  <a:lnTo>
                    <a:pt x="1473122" y="1498545"/>
                  </a:lnTo>
                  <a:lnTo>
                    <a:pt x="1473937" y="1420275"/>
                  </a:lnTo>
                  <a:lnTo>
                    <a:pt x="1474751" y="1516716"/>
                  </a:lnTo>
                  <a:lnTo>
                    <a:pt x="1475566" y="1584901"/>
                  </a:lnTo>
                  <a:lnTo>
                    <a:pt x="1476381" y="1625079"/>
                  </a:lnTo>
                  <a:lnTo>
                    <a:pt x="1477196" y="1649608"/>
                  </a:lnTo>
                  <a:lnTo>
                    <a:pt x="1478011" y="1609616"/>
                  </a:lnTo>
                  <a:lnTo>
                    <a:pt x="1478825" y="1606040"/>
                  </a:lnTo>
                  <a:lnTo>
                    <a:pt x="1479640" y="1588467"/>
                  </a:lnTo>
                  <a:lnTo>
                    <a:pt x="1480455" y="1610070"/>
                  </a:lnTo>
                  <a:lnTo>
                    <a:pt x="1481270" y="1629942"/>
                  </a:lnTo>
                  <a:lnTo>
                    <a:pt x="1482084" y="1633368"/>
                  </a:lnTo>
                  <a:lnTo>
                    <a:pt x="1482899" y="1675122"/>
                  </a:lnTo>
                  <a:lnTo>
                    <a:pt x="1483714" y="1670728"/>
                  </a:lnTo>
                  <a:lnTo>
                    <a:pt x="1484529" y="1651689"/>
                  </a:lnTo>
                  <a:lnTo>
                    <a:pt x="1485344" y="1617538"/>
                  </a:lnTo>
                  <a:lnTo>
                    <a:pt x="1486158" y="1558538"/>
                  </a:lnTo>
                  <a:lnTo>
                    <a:pt x="1486973" y="1523655"/>
                  </a:lnTo>
                  <a:lnTo>
                    <a:pt x="1487788" y="1529728"/>
                  </a:lnTo>
                  <a:lnTo>
                    <a:pt x="1488603" y="1565022"/>
                  </a:lnTo>
                  <a:lnTo>
                    <a:pt x="1489417" y="1599303"/>
                  </a:lnTo>
                  <a:lnTo>
                    <a:pt x="1490232" y="1667037"/>
                  </a:lnTo>
                  <a:lnTo>
                    <a:pt x="1491047" y="1631633"/>
                  </a:lnTo>
                  <a:lnTo>
                    <a:pt x="1491862" y="1582862"/>
                  </a:lnTo>
                  <a:lnTo>
                    <a:pt x="1492677" y="1473650"/>
                  </a:lnTo>
                  <a:lnTo>
                    <a:pt x="1493491" y="1532577"/>
                  </a:lnTo>
                  <a:lnTo>
                    <a:pt x="1494306" y="1559109"/>
                  </a:lnTo>
                  <a:lnTo>
                    <a:pt x="1495121" y="1558162"/>
                  </a:lnTo>
                  <a:lnTo>
                    <a:pt x="1495936" y="1580735"/>
                  </a:lnTo>
                  <a:lnTo>
                    <a:pt x="1496750" y="1537405"/>
                  </a:lnTo>
                  <a:lnTo>
                    <a:pt x="1497565" y="1488676"/>
                  </a:lnTo>
                  <a:lnTo>
                    <a:pt x="1498380" y="1471515"/>
                  </a:lnTo>
                  <a:lnTo>
                    <a:pt x="1499195" y="1573809"/>
                  </a:lnTo>
                  <a:lnTo>
                    <a:pt x="1500010" y="1559630"/>
                  </a:lnTo>
                  <a:lnTo>
                    <a:pt x="1500824" y="1598446"/>
                  </a:lnTo>
                  <a:lnTo>
                    <a:pt x="1501639" y="1590868"/>
                  </a:lnTo>
                  <a:lnTo>
                    <a:pt x="1502454" y="1571433"/>
                  </a:lnTo>
                  <a:lnTo>
                    <a:pt x="1503269" y="1504339"/>
                  </a:lnTo>
                  <a:lnTo>
                    <a:pt x="1504083" y="1565613"/>
                  </a:lnTo>
                  <a:lnTo>
                    <a:pt x="1504898" y="1634661"/>
                  </a:lnTo>
                  <a:lnTo>
                    <a:pt x="1505713" y="1625199"/>
                  </a:lnTo>
                  <a:lnTo>
                    <a:pt x="1506528" y="1622304"/>
                  </a:lnTo>
                  <a:lnTo>
                    <a:pt x="1507343" y="1638452"/>
                  </a:lnTo>
                  <a:lnTo>
                    <a:pt x="1508157" y="1594272"/>
                  </a:lnTo>
                  <a:lnTo>
                    <a:pt x="1508972" y="1558059"/>
                  </a:lnTo>
                  <a:lnTo>
                    <a:pt x="1509787" y="1559441"/>
                  </a:lnTo>
                  <a:lnTo>
                    <a:pt x="1510602" y="1570135"/>
                  </a:lnTo>
                  <a:lnTo>
                    <a:pt x="1511416" y="1572391"/>
                  </a:lnTo>
                  <a:lnTo>
                    <a:pt x="1512231" y="1598450"/>
                  </a:lnTo>
                  <a:lnTo>
                    <a:pt x="1513046" y="1615025"/>
                  </a:lnTo>
                  <a:lnTo>
                    <a:pt x="1513861" y="1628411"/>
                  </a:lnTo>
                  <a:lnTo>
                    <a:pt x="1514676" y="1640299"/>
                  </a:lnTo>
                  <a:lnTo>
                    <a:pt x="1515490" y="1628071"/>
                  </a:lnTo>
                  <a:lnTo>
                    <a:pt x="1516305" y="1647295"/>
                  </a:lnTo>
                  <a:lnTo>
                    <a:pt x="1517120" y="1656482"/>
                  </a:lnTo>
                  <a:lnTo>
                    <a:pt x="1517935" y="1657953"/>
                  </a:lnTo>
                  <a:lnTo>
                    <a:pt x="1518750" y="1664775"/>
                  </a:lnTo>
                  <a:lnTo>
                    <a:pt x="1519564" y="1680808"/>
                  </a:lnTo>
                  <a:lnTo>
                    <a:pt x="1520379" y="1702119"/>
                  </a:lnTo>
                  <a:lnTo>
                    <a:pt x="1521194" y="1693517"/>
                  </a:lnTo>
                  <a:lnTo>
                    <a:pt x="1522009" y="1693279"/>
                  </a:lnTo>
                  <a:lnTo>
                    <a:pt x="1522823" y="1654140"/>
                  </a:lnTo>
                  <a:lnTo>
                    <a:pt x="1523638" y="1621960"/>
                  </a:lnTo>
                  <a:lnTo>
                    <a:pt x="1524453" y="1572697"/>
                  </a:lnTo>
                  <a:lnTo>
                    <a:pt x="1525268" y="1532589"/>
                  </a:lnTo>
                  <a:lnTo>
                    <a:pt x="1526083" y="1595858"/>
                  </a:lnTo>
                  <a:lnTo>
                    <a:pt x="1526897" y="1600455"/>
                  </a:lnTo>
                  <a:lnTo>
                    <a:pt x="1527712" y="1622111"/>
                  </a:lnTo>
                  <a:lnTo>
                    <a:pt x="1528527" y="1644692"/>
                  </a:lnTo>
                  <a:lnTo>
                    <a:pt x="1529342" y="1660150"/>
                  </a:lnTo>
                  <a:lnTo>
                    <a:pt x="1530156" y="1629415"/>
                  </a:lnTo>
                  <a:lnTo>
                    <a:pt x="1530971" y="1631384"/>
                  </a:lnTo>
                  <a:lnTo>
                    <a:pt x="1531786" y="1641010"/>
                  </a:lnTo>
                  <a:lnTo>
                    <a:pt x="1532601" y="1671047"/>
                  </a:lnTo>
                  <a:lnTo>
                    <a:pt x="1533416" y="1664328"/>
                  </a:lnTo>
                  <a:lnTo>
                    <a:pt x="1534230" y="1661080"/>
                  </a:lnTo>
                  <a:lnTo>
                    <a:pt x="1535045" y="1698125"/>
                  </a:lnTo>
                  <a:lnTo>
                    <a:pt x="1535860" y="1678269"/>
                  </a:lnTo>
                  <a:lnTo>
                    <a:pt x="1536675" y="1642033"/>
                  </a:lnTo>
                  <a:lnTo>
                    <a:pt x="1537489" y="1639641"/>
                  </a:lnTo>
                  <a:lnTo>
                    <a:pt x="1538304" y="1644144"/>
                  </a:lnTo>
                  <a:lnTo>
                    <a:pt x="1539119" y="1635678"/>
                  </a:lnTo>
                  <a:lnTo>
                    <a:pt x="1539934" y="1630000"/>
                  </a:lnTo>
                  <a:lnTo>
                    <a:pt x="1540749" y="1586092"/>
                  </a:lnTo>
                  <a:lnTo>
                    <a:pt x="1541563" y="1455950"/>
                  </a:lnTo>
                  <a:lnTo>
                    <a:pt x="1542378" y="1467511"/>
                  </a:lnTo>
                  <a:lnTo>
                    <a:pt x="1543193" y="1594751"/>
                  </a:lnTo>
                  <a:lnTo>
                    <a:pt x="1544008" y="1624945"/>
                  </a:lnTo>
                  <a:lnTo>
                    <a:pt x="1544822" y="1629308"/>
                  </a:lnTo>
                  <a:lnTo>
                    <a:pt x="1545637" y="1629677"/>
                  </a:lnTo>
                  <a:lnTo>
                    <a:pt x="1546452" y="1645124"/>
                  </a:lnTo>
                  <a:lnTo>
                    <a:pt x="1547267" y="1648593"/>
                  </a:lnTo>
                  <a:lnTo>
                    <a:pt x="1548082" y="1614925"/>
                  </a:lnTo>
                  <a:lnTo>
                    <a:pt x="1548896" y="1607716"/>
                  </a:lnTo>
                  <a:lnTo>
                    <a:pt x="1549711" y="1644504"/>
                  </a:lnTo>
                  <a:lnTo>
                    <a:pt x="1550526" y="1689288"/>
                  </a:lnTo>
                  <a:lnTo>
                    <a:pt x="1551341" y="1678902"/>
                  </a:lnTo>
                  <a:lnTo>
                    <a:pt x="1552155" y="1678346"/>
                  </a:lnTo>
                  <a:lnTo>
                    <a:pt x="1552970" y="1680761"/>
                  </a:lnTo>
                  <a:lnTo>
                    <a:pt x="1553785" y="1654627"/>
                  </a:lnTo>
                  <a:lnTo>
                    <a:pt x="1554600" y="1637359"/>
                  </a:lnTo>
                  <a:lnTo>
                    <a:pt x="1555415" y="1647681"/>
                  </a:lnTo>
                  <a:lnTo>
                    <a:pt x="1556229" y="1508801"/>
                  </a:lnTo>
                  <a:lnTo>
                    <a:pt x="1557044" y="1532537"/>
                  </a:lnTo>
                  <a:lnTo>
                    <a:pt x="1557859" y="1612473"/>
                  </a:lnTo>
                  <a:lnTo>
                    <a:pt x="1558674" y="1684741"/>
                  </a:lnTo>
                  <a:lnTo>
                    <a:pt x="1559489" y="1619918"/>
                  </a:lnTo>
                  <a:lnTo>
                    <a:pt x="1560303" y="1609447"/>
                  </a:lnTo>
                  <a:lnTo>
                    <a:pt x="1561118" y="1630211"/>
                  </a:lnTo>
                  <a:lnTo>
                    <a:pt x="1561933" y="1643089"/>
                  </a:lnTo>
                  <a:lnTo>
                    <a:pt x="1562748" y="1659334"/>
                  </a:lnTo>
                  <a:lnTo>
                    <a:pt x="1563562" y="1634634"/>
                  </a:lnTo>
                  <a:lnTo>
                    <a:pt x="1564377" y="1605861"/>
                  </a:lnTo>
                  <a:lnTo>
                    <a:pt x="1565192" y="1631081"/>
                  </a:lnTo>
                  <a:lnTo>
                    <a:pt x="1566007" y="1618088"/>
                  </a:lnTo>
                  <a:lnTo>
                    <a:pt x="1566822" y="1542603"/>
                  </a:lnTo>
                  <a:lnTo>
                    <a:pt x="1567636" y="1520097"/>
                  </a:lnTo>
                  <a:lnTo>
                    <a:pt x="1568451" y="1561298"/>
                  </a:lnTo>
                  <a:lnTo>
                    <a:pt x="1569266" y="1603419"/>
                  </a:lnTo>
                  <a:lnTo>
                    <a:pt x="1570081" y="1593395"/>
                  </a:lnTo>
                  <a:lnTo>
                    <a:pt x="1570895" y="1569550"/>
                  </a:lnTo>
                  <a:lnTo>
                    <a:pt x="1571710" y="1576771"/>
                  </a:lnTo>
                  <a:lnTo>
                    <a:pt x="1572525" y="1606034"/>
                  </a:lnTo>
                  <a:lnTo>
                    <a:pt x="1573340" y="1619970"/>
                  </a:lnTo>
                  <a:lnTo>
                    <a:pt x="1574155" y="1586697"/>
                  </a:lnTo>
                  <a:lnTo>
                    <a:pt x="1574969" y="1542762"/>
                  </a:lnTo>
                  <a:lnTo>
                    <a:pt x="1575784" y="1563523"/>
                  </a:lnTo>
                  <a:lnTo>
                    <a:pt x="1576599" y="1610339"/>
                  </a:lnTo>
                  <a:lnTo>
                    <a:pt x="1577414" y="1644806"/>
                  </a:lnTo>
                  <a:lnTo>
                    <a:pt x="1578228" y="1618293"/>
                  </a:lnTo>
                  <a:lnTo>
                    <a:pt x="1579043" y="1658564"/>
                  </a:lnTo>
                  <a:lnTo>
                    <a:pt x="1579858" y="1606817"/>
                  </a:lnTo>
                  <a:lnTo>
                    <a:pt x="1580673" y="1626613"/>
                  </a:lnTo>
                  <a:lnTo>
                    <a:pt x="1581488" y="1667604"/>
                  </a:lnTo>
                  <a:lnTo>
                    <a:pt x="1582302" y="1696810"/>
                  </a:lnTo>
                  <a:lnTo>
                    <a:pt x="1583117" y="1706712"/>
                  </a:lnTo>
                  <a:lnTo>
                    <a:pt x="1583932" y="1668132"/>
                  </a:lnTo>
                  <a:lnTo>
                    <a:pt x="1584747" y="1668109"/>
                  </a:lnTo>
                  <a:lnTo>
                    <a:pt x="1585561" y="1670041"/>
                  </a:lnTo>
                  <a:lnTo>
                    <a:pt x="1586376" y="1656601"/>
                  </a:lnTo>
                  <a:lnTo>
                    <a:pt x="1587191" y="1633330"/>
                  </a:lnTo>
                  <a:lnTo>
                    <a:pt x="1588006" y="1597906"/>
                  </a:lnTo>
                  <a:lnTo>
                    <a:pt x="1588821" y="1566037"/>
                  </a:lnTo>
                  <a:lnTo>
                    <a:pt x="1589635" y="1541737"/>
                  </a:lnTo>
                  <a:lnTo>
                    <a:pt x="1590450" y="1501315"/>
                  </a:lnTo>
                  <a:lnTo>
                    <a:pt x="1591265" y="1502885"/>
                  </a:lnTo>
                  <a:lnTo>
                    <a:pt x="1592080" y="1509657"/>
                  </a:lnTo>
                  <a:lnTo>
                    <a:pt x="1592894" y="1535608"/>
                  </a:lnTo>
                  <a:lnTo>
                    <a:pt x="1593709" y="1604176"/>
                  </a:lnTo>
                  <a:lnTo>
                    <a:pt x="1594524" y="1604360"/>
                  </a:lnTo>
                  <a:lnTo>
                    <a:pt x="1595339" y="1660498"/>
                  </a:lnTo>
                  <a:lnTo>
                    <a:pt x="1596154" y="1662724"/>
                  </a:lnTo>
                  <a:lnTo>
                    <a:pt x="1596968" y="1643161"/>
                  </a:lnTo>
                  <a:lnTo>
                    <a:pt x="1597783" y="1649767"/>
                  </a:lnTo>
                  <a:lnTo>
                    <a:pt x="1598598" y="1622608"/>
                  </a:lnTo>
                  <a:lnTo>
                    <a:pt x="1599413" y="1655322"/>
                  </a:lnTo>
                  <a:lnTo>
                    <a:pt x="1600228" y="1645149"/>
                  </a:lnTo>
                  <a:lnTo>
                    <a:pt x="1601042" y="1607642"/>
                  </a:lnTo>
                  <a:lnTo>
                    <a:pt x="1601857" y="1537309"/>
                  </a:lnTo>
                  <a:lnTo>
                    <a:pt x="1602672" y="1600466"/>
                  </a:lnTo>
                  <a:lnTo>
                    <a:pt x="1603487" y="1617464"/>
                  </a:lnTo>
                  <a:lnTo>
                    <a:pt x="1604301" y="1675940"/>
                  </a:lnTo>
                  <a:lnTo>
                    <a:pt x="1605116" y="1671731"/>
                  </a:lnTo>
                  <a:lnTo>
                    <a:pt x="1605931" y="1690402"/>
                  </a:lnTo>
                  <a:lnTo>
                    <a:pt x="1606746" y="1671690"/>
                  </a:lnTo>
                  <a:lnTo>
                    <a:pt x="1607561" y="1685172"/>
                  </a:lnTo>
                  <a:lnTo>
                    <a:pt x="1608375" y="1671744"/>
                  </a:lnTo>
                  <a:lnTo>
                    <a:pt x="1609190" y="1641929"/>
                  </a:lnTo>
                  <a:lnTo>
                    <a:pt x="1610005" y="1651993"/>
                  </a:lnTo>
                  <a:lnTo>
                    <a:pt x="1610820" y="1640317"/>
                  </a:lnTo>
                  <a:lnTo>
                    <a:pt x="1611634" y="1627807"/>
                  </a:lnTo>
                  <a:lnTo>
                    <a:pt x="1612449" y="1654019"/>
                  </a:lnTo>
                  <a:lnTo>
                    <a:pt x="1613264" y="1689094"/>
                  </a:lnTo>
                  <a:lnTo>
                    <a:pt x="1614079" y="1695966"/>
                  </a:lnTo>
                  <a:lnTo>
                    <a:pt x="1614894" y="1668101"/>
                  </a:lnTo>
                  <a:lnTo>
                    <a:pt x="1615708" y="1701658"/>
                  </a:lnTo>
                  <a:lnTo>
                    <a:pt x="1616523" y="1676955"/>
                  </a:lnTo>
                  <a:lnTo>
                    <a:pt x="1617338" y="1697894"/>
                  </a:lnTo>
                  <a:lnTo>
                    <a:pt x="1618153" y="1667482"/>
                  </a:lnTo>
                  <a:lnTo>
                    <a:pt x="1618967" y="1668419"/>
                  </a:lnTo>
                  <a:lnTo>
                    <a:pt x="1619782" y="1700279"/>
                  </a:lnTo>
                  <a:lnTo>
                    <a:pt x="1620597" y="1695706"/>
                  </a:lnTo>
                  <a:lnTo>
                    <a:pt x="1621412" y="1689027"/>
                  </a:lnTo>
                  <a:lnTo>
                    <a:pt x="1622227" y="1680754"/>
                  </a:lnTo>
                  <a:lnTo>
                    <a:pt x="1623041" y="1666979"/>
                  </a:lnTo>
                  <a:lnTo>
                    <a:pt x="1623856" y="1650901"/>
                  </a:lnTo>
                  <a:lnTo>
                    <a:pt x="1624671" y="1620541"/>
                  </a:lnTo>
                  <a:lnTo>
                    <a:pt x="1625486" y="1669872"/>
                  </a:lnTo>
                  <a:lnTo>
                    <a:pt x="1626300" y="1675855"/>
                  </a:lnTo>
                  <a:lnTo>
                    <a:pt x="1627115" y="1686815"/>
                  </a:lnTo>
                  <a:lnTo>
                    <a:pt x="1627930" y="1681027"/>
                  </a:lnTo>
                  <a:lnTo>
                    <a:pt x="1628745" y="1626975"/>
                  </a:lnTo>
                  <a:lnTo>
                    <a:pt x="1629560" y="1601819"/>
                  </a:lnTo>
                  <a:lnTo>
                    <a:pt x="1630374" y="1655791"/>
                  </a:lnTo>
                  <a:lnTo>
                    <a:pt x="1631189" y="1646133"/>
                  </a:lnTo>
                  <a:lnTo>
                    <a:pt x="1632004" y="1641109"/>
                  </a:lnTo>
                  <a:lnTo>
                    <a:pt x="1632819" y="1607422"/>
                  </a:lnTo>
                  <a:lnTo>
                    <a:pt x="1633634" y="1629801"/>
                  </a:lnTo>
                  <a:lnTo>
                    <a:pt x="1634448" y="1594442"/>
                  </a:lnTo>
                  <a:lnTo>
                    <a:pt x="1635263" y="1587584"/>
                  </a:lnTo>
                  <a:lnTo>
                    <a:pt x="1636078" y="1579995"/>
                  </a:lnTo>
                  <a:lnTo>
                    <a:pt x="1636893" y="1562167"/>
                  </a:lnTo>
                  <a:lnTo>
                    <a:pt x="1637707" y="1574757"/>
                  </a:lnTo>
                  <a:lnTo>
                    <a:pt x="1638522" y="1590292"/>
                  </a:lnTo>
                  <a:lnTo>
                    <a:pt x="1639337" y="1610558"/>
                  </a:lnTo>
                  <a:lnTo>
                    <a:pt x="1640152" y="1607574"/>
                  </a:lnTo>
                  <a:lnTo>
                    <a:pt x="1640967" y="1612701"/>
                  </a:lnTo>
                  <a:lnTo>
                    <a:pt x="1641781" y="1644643"/>
                  </a:lnTo>
                  <a:lnTo>
                    <a:pt x="1642596" y="1654198"/>
                  </a:lnTo>
                  <a:lnTo>
                    <a:pt x="1643411" y="1664524"/>
                  </a:lnTo>
                  <a:lnTo>
                    <a:pt x="1644226" y="1659595"/>
                  </a:lnTo>
                  <a:lnTo>
                    <a:pt x="1645040" y="1650841"/>
                  </a:lnTo>
                  <a:lnTo>
                    <a:pt x="1645855" y="1628393"/>
                  </a:lnTo>
                  <a:lnTo>
                    <a:pt x="1646670" y="1694740"/>
                  </a:lnTo>
                  <a:lnTo>
                    <a:pt x="1647485" y="1677872"/>
                  </a:lnTo>
                  <a:lnTo>
                    <a:pt x="1648300" y="1637961"/>
                  </a:lnTo>
                  <a:lnTo>
                    <a:pt x="1649114" y="1672889"/>
                  </a:lnTo>
                  <a:lnTo>
                    <a:pt x="1649929" y="1647610"/>
                  </a:lnTo>
                  <a:lnTo>
                    <a:pt x="1650744" y="1703274"/>
                  </a:lnTo>
                  <a:lnTo>
                    <a:pt x="1651559" y="1666934"/>
                  </a:lnTo>
                  <a:lnTo>
                    <a:pt x="1652373" y="1615201"/>
                  </a:lnTo>
                  <a:lnTo>
                    <a:pt x="1653188" y="1563315"/>
                  </a:lnTo>
                  <a:lnTo>
                    <a:pt x="1654003" y="1623114"/>
                  </a:lnTo>
                  <a:lnTo>
                    <a:pt x="1654818" y="1644637"/>
                  </a:lnTo>
                  <a:lnTo>
                    <a:pt x="1655633" y="1598075"/>
                  </a:lnTo>
                  <a:lnTo>
                    <a:pt x="1656447" y="1550806"/>
                  </a:lnTo>
                  <a:lnTo>
                    <a:pt x="1657262" y="1532888"/>
                  </a:lnTo>
                  <a:lnTo>
                    <a:pt x="1658077" y="1520033"/>
                  </a:lnTo>
                  <a:lnTo>
                    <a:pt x="1658892" y="1525685"/>
                  </a:lnTo>
                  <a:lnTo>
                    <a:pt x="1659706" y="1422381"/>
                  </a:lnTo>
                  <a:lnTo>
                    <a:pt x="1660521" y="1370717"/>
                  </a:lnTo>
                  <a:lnTo>
                    <a:pt x="1661336" y="1382515"/>
                  </a:lnTo>
                  <a:lnTo>
                    <a:pt x="1662151" y="1452504"/>
                  </a:lnTo>
                  <a:lnTo>
                    <a:pt x="1662966" y="1431146"/>
                  </a:lnTo>
                  <a:lnTo>
                    <a:pt x="1663780" y="1458650"/>
                  </a:lnTo>
                  <a:lnTo>
                    <a:pt x="1664595" y="1517068"/>
                  </a:lnTo>
                  <a:lnTo>
                    <a:pt x="1665410" y="1559445"/>
                  </a:lnTo>
                  <a:lnTo>
                    <a:pt x="1666225" y="1546075"/>
                  </a:lnTo>
                  <a:lnTo>
                    <a:pt x="1667039" y="1545740"/>
                  </a:lnTo>
                  <a:lnTo>
                    <a:pt x="1667854" y="1522880"/>
                  </a:lnTo>
                  <a:lnTo>
                    <a:pt x="1668669" y="1562611"/>
                  </a:lnTo>
                  <a:lnTo>
                    <a:pt x="1669484" y="1643884"/>
                  </a:lnTo>
                  <a:lnTo>
                    <a:pt x="1670299" y="1667826"/>
                  </a:lnTo>
                  <a:lnTo>
                    <a:pt x="1671113" y="1677562"/>
                  </a:lnTo>
                  <a:lnTo>
                    <a:pt x="1671928" y="1708155"/>
                  </a:lnTo>
                  <a:lnTo>
                    <a:pt x="1672743" y="1708475"/>
                  </a:lnTo>
                  <a:lnTo>
                    <a:pt x="1673558" y="1720678"/>
                  </a:lnTo>
                  <a:lnTo>
                    <a:pt x="1674373" y="1709592"/>
                  </a:lnTo>
                  <a:lnTo>
                    <a:pt x="1675187" y="1703577"/>
                  </a:lnTo>
                  <a:lnTo>
                    <a:pt x="1676002" y="1712999"/>
                  </a:lnTo>
                  <a:lnTo>
                    <a:pt x="1676817" y="1692580"/>
                  </a:lnTo>
                  <a:lnTo>
                    <a:pt x="1677632" y="1699148"/>
                  </a:lnTo>
                  <a:lnTo>
                    <a:pt x="1678446" y="1673651"/>
                  </a:lnTo>
                  <a:lnTo>
                    <a:pt x="1679261" y="1673093"/>
                  </a:lnTo>
                  <a:lnTo>
                    <a:pt x="1680076" y="1701795"/>
                  </a:lnTo>
                  <a:lnTo>
                    <a:pt x="1680891" y="1691846"/>
                  </a:lnTo>
                  <a:lnTo>
                    <a:pt x="1681706" y="1692340"/>
                  </a:lnTo>
                  <a:lnTo>
                    <a:pt x="1682520" y="1681063"/>
                  </a:lnTo>
                  <a:lnTo>
                    <a:pt x="1683335" y="1680407"/>
                  </a:lnTo>
                  <a:lnTo>
                    <a:pt x="1684150" y="1669018"/>
                  </a:lnTo>
                  <a:lnTo>
                    <a:pt x="1684965" y="1651586"/>
                  </a:lnTo>
                  <a:lnTo>
                    <a:pt x="1685779" y="1611572"/>
                  </a:lnTo>
                  <a:lnTo>
                    <a:pt x="1686594" y="1558591"/>
                  </a:lnTo>
                  <a:lnTo>
                    <a:pt x="1687409" y="1531371"/>
                  </a:lnTo>
                  <a:lnTo>
                    <a:pt x="1688224" y="1566972"/>
                  </a:lnTo>
                  <a:lnTo>
                    <a:pt x="1689039" y="1607304"/>
                  </a:lnTo>
                  <a:lnTo>
                    <a:pt x="1689853" y="1627523"/>
                  </a:lnTo>
                  <a:lnTo>
                    <a:pt x="1690668" y="1620274"/>
                  </a:lnTo>
                  <a:lnTo>
                    <a:pt x="1691483" y="1651948"/>
                  </a:lnTo>
                  <a:lnTo>
                    <a:pt x="1692298" y="1636407"/>
                  </a:lnTo>
                  <a:lnTo>
                    <a:pt x="1693112" y="1650954"/>
                  </a:lnTo>
                  <a:lnTo>
                    <a:pt x="1693927" y="1667555"/>
                  </a:lnTo>
                  <a:lnTo>
                    <a:pt x="1694742" y="1670918"/>
                  </a:lnTo>
                  <a:lnTo>
                    <a:pt x="1695557" y="1705301"/>
                  </a:lnTo>
                  <a:lnTo>
                    <a:pt x="1696372" y="1691371"/>
                  </a:lnTo>
                  <a:lnTo>
                    <a:pt x="1697186" y="1721439"/>
                  </a:lnTo>
                  <a:lnTo>
                    <a:pt x="1698001" y="1700999"/>
                  </a:lnTo>
                  <a:lnTo>
                    <a:pt x="1698816" y="1648248"/>
                  </a:lnTo>
                  <a:lnTo>
                    <a:pt x="1699631" y="1620757"/>
                  </a:lnTo>
                  <a:lnTo>
                    <a:pt x="1700445" y="1656749"/>
                  </a:lnTo>
                  <a:lnTo>
                    <a:pt x="1701260" y="1698330"/>
                  </a:lnTo>
                  <a:lnTo>
                    <a:pt x="1702075" y="1664509"/>
                  </a:lnTo>
                  <a:lnTo>
                    <a:pt x="1702890" y="1630611"/>
                  </a:lnTo>
                  <a:lnTo>
                    <a:pt x="1703705" y="1645178"/>
                  </a:lnTo>
                  <a:lnTo>
                    <a:pt x="1704519" y="1642710"/>
                  </a:lnTo>
                  <a:lnTo>
                    <a:pt x="1705334" y="1683408"/>
                  </a:lnTo>
                  <a:lnTo>
                    <a:pt x="1706149" y="1618058"/>
                  </a:lnTo>
                  <a:lnTo>
                    <a:pt x="1706964" y="1571549"/>
                  </a:lnTo>
                  <a:lnTo>
                    <a:pt x="1707778" y="1598387"/>
                  </a:lnTo>
                  <a:lnTo>
                    <a:pt x="1708593" y="1644113"/>
                  </a:lnTo>
                  <a:lnTo>
                    <a:pt x="1709408" y="1686634"/>
                  </a:lnTo>
                  <a:lnTo>
                    <a:pt x="1710223" y="1671373"/>
                  </a:lnTo>
                  <a:lnTo>
                    <a:pt x="1711038" y="1685411"/>
                  </a:lnTo>
                  <a:lnTo>
                    <a:pt x="1711852" y="1684274"/>
                  </a:lnTo>
                  <a:lnTo>
                    <a:pt x="1712667" y="1675427"/>
                  </a:lnTo>
                  <a:lnTo>
                    <a:pt x="1713482" y="1669749"/>
                  </a:lnTo>
                  <a:lnTo>
                    <a:pt x="1714297" y="1633855"/>
                  </a:lnTo>
                  <a:lnTo>
                    <a:pt x="1715112" y="1602215"/>
                  </a:lnTo>
                  <a:lnTo>
                    <a:pt x="1715926" y="1580571"/>
                  </a:lnTo>
                  <a:lnTo>
                    <a:pt x="1716741" y="1550652"/>
                  </a:lnTo>
                  <a:lnTo>
                    <a:pt x="1717556" y="1504651"/>
                  </a:lnTo>
                  <a:lnTo>
                    <a:pt x="1718371" y="1411750"/>
                  </a:lnTo>
                  <a:lnTo>
                    <a:pt x="1719185" y="1351666"/>
                  </a:lnTo>
                  <a:lnTo>
                    <a:pt x="1720000" y="1439742"/>
                  </a:lnTo>
                  <a:lnTo>
                    <a:pt x="1720815" y="1505421"/>
                  </a:lnTo>
                  <a:lnTo>
                    <a:pt x="1721630" y="1477545"/>
                  </a:lnTo>
                  <a:lnTo>
                    <a:pt x="1722445" y="1400017"/>
                  </a:lnTo>
                  <a:lnTo>
                    <a:pt x="1723259" y="1485599"/>
                  </a:lnTo>
                  <a:lnTo>
                    <a:pt x="1724074" y="1513708"/>
                  </a:lnTo>
                  <a:lnTo>
                    <a:pt x="1724889" y="1522688"/>
                  </a:lnTo>
                  <a:lnTo>
                    <a:pt x="1725704" y="1524424"/>
                  </a:lnTo>
                  <a:lnTo>
                    <a:pt x="1726518" y="1582333"/>
                  </a:lnTo>
                  <a:lnTo>
                    <a:pt x="1727333" y="1559449"/>
                  </a:lnTo>
                  <a:lnTo>
                    <a:pt x="1728148" y="1524897"/>
                  </a:lnTo>
                  <a:lnTo>
                    <a:pt x="1728963" y="1493820"/>
                  </a:lnTo>
                  <a:lnTo>
                    <a:pt x="1729778" y="1484741"/>
                  </a:lnTo>
                  <a:lnTo>
                    <a:pt x="1730592" y="1404096"/>
                  </a:lnTo>
                  <a:lnTo>
                    <a:pt x="1731407" y="1313629"/>
                  </a:lnTo>
                  <a:lnTo>
                    <a:pt x="1732222" y="1360029"/>
                  </a:lnTo>
                  <a:lnTo>
                    <a:pt x="1733037" y="1499013"/>
                  </a:lnTo>
                  <a:lnTo>
                    <a:pt x="1733851" y="1497969"/>
                  </a:lnTo>
                  <a:lnTo>
                    <a:pt x="1734666" y="1595003"/>
                  </a:lnTo>
                  <a:lnTo>
                    <a:pt x="1735481" y="1556603"/>
                  </a:lnTo>
                  <a:lnTo>
                    <a:pt x="1736296" y="1533398"/>
                  </a:lnTo>
                  <a:lnTo>
                    <a:pt x="1737111" y="1528940"/>
                  </a:lnTo>
                  <a:lnTo>
                    <a:pt x="1737925" y="1449144"/>
                  </a:lnTo>
                  <a:lnTo>
                    <a:pt x="1738740" y="1473933"/>
                  </a:lnTo>
                  <a:lnTo>
                    <a:pt x="1739555" y="1426715"/>
                  </a:lnTo>
                  <a:lnTo>
                    <a:pt x="1740370" y="1471522"/>
                  </a:lnTo>
                  <a:lnTo>
                    <a:pt x="1741184" y="1522406"/>
                  </a:lnTo>
                  <a:lnTo>
                    <a:pt x="1741999" y="1422692"/>
                  </a:lnTo>
                  <a:lnTo>
                    <a:pt x="1742814" y="1356463"/>
                  </a:lnTo>
                  <a:lnTo>
                    <a:pt x="1743629" y="1374160"/>
                  </a:lnTo>
                  <a:lnTo>
                    <a:pt x="1744444" y="1419361"/>
                  </a:lnTo>
                  <a:lnTo>
                    <a:pt x="1745258" y="1516247"/>
                  </a:lnTo>
                  <a:lnTo>
                    <a:pt x="1746073" y="1573913"/>
                  </a:lnTo>
                  <a:lnTo>
                    <a:pt x="1746888" y="1566216"/>
                  </a:lnTo>
                  <a:lnTo>
                    <a:pt x="1747703" y="1575869"/>
                  </a:lnTo>
                  <a:lnTo>
                    <a:pt x="1748517" y="1549682"/>
                  </a:lnTo>
                  <a:lnTo>
                    <a:pt x="1749332" y="1471354"/>
                  </a:lnTo>
                  <a:lnTo>
                    <a:pt x="1750147" y="1426639"/>
                  </a:lnTo>
                  <a:lnTo>
                    <a:pt x="1750962" y="1454071"/>
                  </a:lnTo>
                  <a:lnTo>
                    <a:pt x="1751777" y="1477098"/>
                  </a:lnTo>
                  <a:lnTo>
                    <a:pt x="1752591" y="1453149"/>
                  </a:lnTo>
                  <a:lnTo>
                    <a:pt x="1753406" y="1505736"/>
                  </a:lnTo>
                  <a:lnTo>
                    <a:pt x="1754221" y="1559101"/>
                  </a:lnTo>
                  <a:lnTo>
                    <a:pt x="1755036" y="1627594"/>
                  </a:lnTo>
                  <a:lnTo>
                    <a:pt x="1755851" y="1605668"/>
                  </a:lnTo>
                  <a:lnTo>
                    <a:pt x="1756665" y="1587620"/>
                  </a:lnTo>
                  <a:lnTo>
                    <a:pt x="1757480" y="1569268"/>
                  </a:lnTo>
                  <a:lnTo>
                    <a:pt x="1758295" y="1503640"/>
                  </a:lnTo>
                  <a:lnTo>
                    <a:pt x="1759110" y="1449651"/>
                  </a:lnTo>
                  <a:lnTo>
                    <a:pt x="1759924" y="1393806"/>
                  </a:lnTo>
                  <a:lnTo>
                    <a:pt x="1760739" y="1396631"/>
                  </a:lnTo>
                  <a:lnTo>
                    <a:pt x="1761554" y="1386566"/>
                  </a:lnTo>
                  <a:lnTo>
                    <a:pt x="1762369" y="1371675"/>
                  </a:lnTo>
                  <a:lnTo>
                    <a:pt x="1763184" y="1407035"/>
                  </a:lnTo>
                  <a:lnTo>
                    <a:pt x="1763998" y="1469024"/>
                  </a:lnTo>
                  <a:lnTo>
                    <a:pt x="1764813" y="1435194"/>
                  </a:lnTo>
                  <a:lnTo>
                    <a:pt x="1765628" y="1444634"/>
                  </a:lnTo>
                  <a:lnTo>
                    <a:pt x="1766443" y="1403603"/>
                  </a:lnTo>
                  <a:lnTo>
                    <a:pt x="1767257" y="1441101"/>
                  </a:lnTo>
                  <a:lnTo>
                    <a:pt x="1768072" y="1379590"/>
                  </a:lnTo>
                  <a:lnTo>
                    <a:pt x="1768887" y="1398743"/>
                  </a:lnTo>
                  <a:lnTo>
                    <a:pt x="1769702" y="1463188"/>
                  </a:lnTo>
                  <a:lnTo>
                    <a:pt x="1770517" y="1561219"/>
                  </a:lnTo>
                  <a:lnTo>
                    <a:pt x="1771331" y="1612600"/>
                  </a:lnTo>
                  <a:lnTo>
                    <a:pt x="1772146" y="1600340"/>
                  </a:lnTo>
                  <a:lnTo>
                    <a:pt x="1772961" y="1625148"/>
                  </a:lnTo>
                  <a:lnTo>
                    <a:pt x="1773776" y="1650448"/>
                  </a:lnTo>
                  <a:lnTo>
                    <a:pt x="1774590" y="1649608"/>
                  </a:lnTo>
                  <a:lnTo>
                    <a:pt x="1775405" y="1618262"/>
                  </a:lnTo>
                  <a:lnTo>
                    <a:pt x="1776220" y="1595467"/>
                  </a:lnTo>
                  <a:lnTo>
                    <a:pt x="1777035" y="1598788"/>
                  </a:lnTo>
                  <a:lnTo>
                    <a:pt x="1777850" y="1587842"/>
                  </a:lnTo>
                  <a:lnTo>
                    <a:pt x="1778664" y="1532312"/>
                  </a:lnTo>
                  <a:lnTo>
                    <a:pt x="1779479" y="1521179"/>
                  </a:lnTo>
                  <a:lnTo>
                    <a:pt x="1780294" y="1426371"/>
                  </a:lnTo>
                  <a:lnTo>
                    <a:pt x="1781109" y="1469987"/>
                  </a:lnTo>
                  <a:lnTo>
                    <a:pt x="1781923" y="1496337"/>
                  </a:lnTo>
                  <a:lnTo>
                    <a:pt x="1782738" y="1444623"/>
                  </a:lnTo>
                  <a:lnTo>
                    <a:pt x="1783553" y="1392101"/>
                  </a:lnTo>
                  <a:lnTo>
                    <a:pt x="1784368" y="1383813"/>
                  </a:lnTo>
                  <a:lnTo>
                    <a:pt x="1785183" y="1497154"/>
                  </a:lnTo>
                  <a:lnTo>
                    <a:pt x="1785997" y="1518990"/>
                  </a:lnTo>
                  <a:lnTo>
                    <a:pt x="1786812" y="1537535"/>
                  </a:lnTo>
                  <a:lnTo>
                    <a:pt x="1787627" y="1592803"/>
                  </a:lnTo>
                  <a:lnTo>
                    <a:pt x="1788442" y="1576823"/>
                  </a:lnTo>
                  <a:lnTo>
                    <a:pt x="1789256" y="1630744"/>
                  </a:lnTo>
                  <a:lnTo>
                    <a:pt x="1790071" y="1573160"/>
                  </a:lnTo>
                  <a:lnTo>
                    <a:pt x="1790886" y="1582219"/>
                  </a:lnTo>
                  <a:lnTo>
                    <a:pt x="1791701" y="1576744"/>
                  </a:lnTo>
                  <a:lnTo>
                    <a:pt x="1792516" y="1551375"/>
                  </a:lnTo>
                  <a:lnTo>
                    <a:pt x="1793330" y="1544843"/>
                  </a:lnTo>
                  <a:lnTo>
                    <a:pt x="1794145" y="1590433"/>
                  </a:lnTo>
                  <a:lnTo>
                    <a:pt x="1794960" y="1623034"/>
                  </a:lnTo>
                  <a:lnTo>
                    <a:pt x="1795775" y="1662792"/>
                  </a:lnTo>
                  <a:lnTo>
                    <a:pt x="1796590" y="1627204"/>
                  </a:lnTo>
                  <a:lnTo>
                    <a:pt x="1797404" y="1658671"/>
                  </a:lnTo>
                  <a:lnTo>
                    <a:pt x="1798219" y="1676580"/>
                  </a:lnTo>
                  <a:lnTo>
                    <a:pt x="1799034" y="1678391"/>
                  </a:lnTo>
                  <a:lnTo>
                    <a:pt x="1799849" y="1676750"/>
                  </a:lnTo>
                  <a:lnTo>
                    <a:pt x="1800663" y="1677142"/>
                  </a:lnTo>
                  <a:lnTo>
                    <a:pt x="1801478" y="1709283"/>
                  </a:lnTo>
                  <a:lnTo>
                    <a:pt x="1802293" y="1672545"/>
                  </a:lnTo>
                  <a:lnTo>
                    <a:pt x="1803108" y="1657661"/>
                  </a:lnTo>
                  <a:lnTo>
                    <a:pt x="1803923" y="1657394"/>
                  </a:lnTo>
                  <a:lnTo>
                    <a:pt x="1804737" y="1635728"/>
                  </a:lnTo>
                  <a:lnTo>
                    <a:pt x="1805552" y="1636178"/>
                  </a:lnTo>
                  <a:lnTo>
                    <a:pt x="1806367" y="1622441"/>
                  </a:lnTo>
                  <a:lnTo>
                    <a:pt x="1807182" y="1602841"/>
                  </a:lnTo>
                  <a:lnTo>
                    <a:pt x="1807996" y="1584513"/>
                  </a:lnTo>
                  <a:lnTo>
                    <a:pt x="1808811" y="1505587"/>
                  </a:lnTo>
                  <a:lnTo>
                    <a:pt x="1809626" y="1450199"/>
                  </a:lnTo>
                  <a:lnTo>
                    <a:pt x="1810441" y="1542871"/>
                  </a:lnTo>
                  <a:lnTo>
                    <a:pt x="1811256" y="1571314"/>
                  </a:lnTo>
                  <a:lnTo>
                    <a:pt x="1812070" y="1602261"/>
                  </a:lnTo>
                  <a:lnTo>
                    <a:pt x="1812885" y="1568001"/>
                  </a:lnTo>
                  <a:lnTo>
                    <a:pt x="1813700" y="1591124"/>
                  </a:lnTo>
                  <a:lnTo>
                    <a:pt x="1814515" y="1564242"/>
                  </a:lnTo>
                  <a:lnTo>
                    <a:pt x="1815329" y="1419522"/>
                  </a:lnTo>
                  <a:lnTo>
                    <a:pt x="1816144" y="1428336"/>
                  </a:lnTo>
                  <a:lnTo>
                    <a:pt x="1816959" y="1352272"/>
                  </a:lnTo>
                  <a:lnTo>
                    <a:pt x="1817774" y="1368464"/>
                  </a:lnTo>
                  <a:lnTo>
                    <a:pt x="1818589" y="1374938"/>
                  </a:lnTo>
                  <a:lnTo>
                    <a:pt x="1819403" y="1396960"/>
                  </a:lnTo>
                  <a:lnTo>
                    <a:pt x="1820218" y="1417822"/>
                  </a:lnTo>
                  <a:lnTo>
                    <a:pt x="1821033" y="1496680"/>
                  </a:lnTo>
                  <a:lnTo>
                    <a:pt x="1821848" y="1515553"/>
                  </a:lnTo>
                  <a:lnTo>
                    <a:pt x="1822662" y="1495931"/>
                  </a:lnTo>
                  <a:lnTo>
                    <a:pt x="1823477" y="1491564"/>
                  </a:lnTo>
                  <a:lnTo>
                    <a:pt x="1824292" y="1501193"/>
                  </a:lnTo>
                  <a:lnTo>
                    <a:pt x="1825107" y="1526967"/>
                  </a:lnTo>
                  <a:lnTo>
                    <a:pt x="1825922" y="1605939"/>
                  </a:lnTo>
                  <a:lnTo>
                    <a:pt x="1826736" y="1652968"/>
                  </a:lnTo>
                  <a:lnTo>
                    <a:pt x="1827551" y="1677417"/>
                  </a:lnTo>
                  <a:lnTo>
                    <a:pt x="1828366" y="1604615"/>
                  </a:lnTo>
                  <a:lnTo>
                    <a:pt x="1829181" y="1606381"/>
                  </a:lnTo>
                  <a:lnTo>
                    <a:pt x="1829995" y="1605479"/>
                  </a:lnTo>
                  <a:lnTo>
                    <a:pt x="1830810" y="1595375"/>
                  </a:lnTo>
                  <a:lnTo>
                    <a:pt x="1831625" y="1548654"/>
                  </a:lnTo>
                  <a:lnTo>
                    <a:pt x="1832440" y="1436519"/>
                  </a:lnTo>
                  <a:lnTo>
                    <a:pt x="1833255" y="1499361"/>
                  </a:lnTo>
                  <a:lnTo>
                    <a:pt x="1834069" y="1406587"/>
                  </a:lnTo>
                  <a:lnTo>
                    <a:pt x="1834884" y="1447405"/>
                  </a:lnTo>
                  <a:lnTo>
                    <a:pt x="1835699" y="1476160"/>
                  </a:lnTo>
                  <a:lnTo>
                    <a:pt x="1836514" y="1460353"/>
                  </a:lnTo>
                  <a:lnTo>
                    <a:pt x="1837329" y="1400898"/>
                  </a:lnTo>
                  <a:lnTo>
                    <a:pt x="1838143" y="1262501"/>
                  </a:lnTo>
                  <a:lnTo>
                    <a:pt x="1838958" y="1195291"/>
                  </a:lnTo>
                  <a:lnTo>
                    <a:pt x="1839773" y="1159175"/>
                  </a:lnTo>
                  <a:lnTo>
                    <a:pt x="1840588" y="1136355"/>
                  </a:lnTo>
                  <a:lnTo>
                    <a:pt x="1841402" y="1104260"/>
                  </a:lnTo>
                  <a:lnTo>
                    <a:pt x="1842217" y="1181127"/>
                  </a:lnTo>
                  <a:lnTo>
                    <a:pt x="1843032" y="1193809"/>
                  </a:lnTo>
                  <a:lnTo>
                    <a:pt x="1843847" y="1412015"/>
                  </a:lnTo>
                  <a:lnTo>
                    <a:pt x="1844662" y="1421685"/>
                  </a:lnTo>
                  <a:lnTo>
                    <a:pt x="1845476" y="1409491"/>
                  </a:lnTo>
                  <a:lnTo>
                    <a:pt x="1846291" y="1471650"/>
                  </a:lnTo>
                  <a:lnTo>
                    <a:pt x="1847106" y="1466634"/>
                  </a:lnTo>
                  <a:lnTo>
                    <a:pt x="1847921" y="1310483"/>
                  </a:lnTo>
                  <a:lnTo>
                    <a:pt x="1848735" y="1349539"/>
                  </a:lnTo>
                  <a:lnTo>
                    <a:pt x="1849550" y="1366484"/>
                  </a:lnTo>
                  <a:lnTo>
                    <a:pt x="1850365" y="1283285"/>
                  </a:lnTo>
                  <a:lnTo>
                    <a:pt x="1851180" y="1242989"/>
                  </a:lnTo>
                  <a:lnTo>
                    <a:pt x="1851995" y="1326670"/>
                  </a:lnTo>
                  <a:lnTo>
                    <a:pt x="1852809" y="1370238"/>
                  </a:lnTo>
                  <a:lnTo>
                    <a:pt x="1853624" y="1282378"/>
                  </a:lnTo>
                  <a:lnTo>
                    <a:pt x="1854439" y="1185555"/>
                  </a:lnTo>
                  <a:lnTo>
                    <a:pt x="1855254" y="1068211"/>
                  </a:lnTo>
                  <a:lnTo>
                    <a:pt x="1856068" y="973888"/>
                  </a:lnTo>
                  <a:lnTo>
                    <a:pt x="1856883" y="1006576"/>
                  </a:lnTo>
                  <a:lnTo>
                    <a:pt x="1857698" y="1030544"/>
                  </a:lnTo>
                  <a:lnTo>
                    <a:pt x="1858513" y="1027735"/>
                  </a:lnTo>
                  <a:lnTo>
                    <a:pt x="1859328" y="1048519"/>
                  </a:lnTo>
                  <a:lnTo>
                    <a:pt x="1860142" y="1069407"/>
                  </a:lnTo>
                  <a:lnTo>
                    <a:pt x="1860957" y="1111008"/>
                  </a:lnTo>
                  <a:lnTo>
                    <a:pt x="1861772" y="1011934"/>
                  </a:lnTo>
                  <a:lnTo>
                    <a:pt x="1862587" y="1009272"/>
                  </a:lnTo>
                  <a:lnTo>
                    <a:pt x="1863401" y="709352"/>
                  </a:lnTo>
                  <a:lnTo>
                    <a:pt x="1864216" y="642639"/>
                  </a:lnTo>
                  <a:lnTo>
                    <a:pt x="1865031" y="549243"/>
                  </a:lnTo>
                  <a:lnTo>
                    <a:pt x="1865846" y="374667"/>
                  </a:lnTo>
                  <a:lnTo>
                    <a:pt x="1866661" y="339131"/>
                  </a:lnTo>
                  <a:lnTo>
                    <a:pt x="1867475" y="297498"/>
                  </a:lnTo>
                  <a:lnTo>
                    <a:pt x="1868290" y="166857"/>
                  </a:lnTo>
                  <a:lnTo>
                    <a:pt x="1869105" y="323586"/>
                  </a:lnTo>
                  <a:lnTo>
                    <a:pt x="1869920" y="184577"/>
                  </a:lnTo>
                  <a:lnTo>
                    <a:pt x="1870734" y="93454"/>
                  </a:lnTo>
                  <a:lnTo>
                    <a:pt x="1871549" y="97220"/>
                  </a:lnTo>
                  <a:lnTo>
                    <a:pt x="1872364" y="62814"/>
                  </a:lnTo>
                  <a:lnTo>
                    <a:pt x="1873179" y="197343"/>
                  </a:lnTo>
                  <a:lnTo>
                    <a:pt x="1873994" y="169155"/>
                  </a:lnTo>
                  <a:lnTo>
                    <a:pt x="1874808" y="212655"/>
                  </a:lnTo>
                  <a:lnTo>
                    <a:pt x="1875623" y="211965"/>
                  </a:lnTo>
                  <a:lnTo>
                    <a:pt x="1876438" y="174090"/>
                  </a:lnTo>
                  <a:lnTo>
                    <a:pt x="1877253" y="76437"/>
                  </a:lnTo>
                  <a:lnTo>
                    <a:pt x="1878068" y="68689"/>
                  </a:lnTo>
                  <a:lnTo>
                    <a:pt x="1878882" y="88459"/>
                  </a:lnTo>
                  <a:lnTo>
                    <a:pt x="1879697" y="126274"/>
                  </a:lnTo>
                  <a:lnTo>
                    <a:pt x="1880512" y="107010"/>
                  </a:lnTo>
                  <a:lnTo>
                    <a:pt x="1881327" y="98619"/>
                  </a:lnTo>
                  <a:lnTo>
                    <a:pt x="1882141" y="0"/>
                  </a:lnTo>
                  <a:lnTo>
                    <a:pt x="1882956" y="89256"/>
                  </a:lnTo>
                  <a:lnTo>
                    <a:pt x="1883771" y="219616"/>
                  </a:lnTo>
                  <a:lnTo>
                    <a:pt x="1884586" y="404550"/>
                  </a:lnTo>
                  <a:lnTo>
                    <a:pt x="1885401" y="402638"/>
                  </a:lnTo>
                  <a:lnTo>
                    <a:pt x="1886215" y="533504"/>
                  </a:lnTo>
                  <a:lnTo>
                    <a:pt x="1887030" y="763098"/>
                  </a:lnTo>
                  <a:lnTo>
                    <a:pt x="1887845" y="692270"/>
                  </a:lnTo>
                  <a:lnTo>
                    <a:pt x="1888660" y="1085602"/>
                  </a:lnTo>
                  <a:lnTo>
                    <a:pt x="1889474" y="1013437"/>
                  </a:lnTo>
                  <a:lnTo>
                    <a:pt x="1890289" y="1007013"/>
                  </a:lnTo>
                  <a:lnTo>
                    <a:pt x="1891104" y="987122"/>
                  </a:lnTo>
                  <a:lnTo>
                    <a:pt x="1891919" y="958359"/>
                  </a:lnTo>
                  <a:lnTo>
                    <a:pt x="1892734" y="1067412"/>
                  </a:lnTo>
                  <a:lnTo>
                    <a:pt x="1893548" y="1062249"/>
                  </a:lnTo>
                  <a:lnTo>
                    <a:pt x="1894363" y="1123782"/>
                  </a:lnTo>
                  <a:lnTo>
                    <a:pt x="1895178" y="1098583"/>
                  </a:lnTo>
                  <a:lnTo>
                    <a:pt x="1895993" y="1078983"/>
                  </a:lnTo>
                  <a:lnTo>
                    <a:pt x="1896807" y="1142367"/>
                  </a:lnTo>
                  <a:lnTo>
                    <a:pt x="1897622" y="1107176"/>
                  </a:lnTo>
                  <a:lnTo>
                    <a:pt x="1898437" y="1147486"/>
                  </a:lnTo>
                  <a:lnTo>
                    <a:pt x="1899252" y="1073632"/>
                  </a:lnTo>
                  <a:lnTo>
                    <a:pt x="1900067" y="1003514"/>
                  </a:lnTo>
                  <a:lnTo>
                    <a:pt x="1900881" y="984198"/>
                  </a:lnTo>
                  <a:lnTo>
                    <a:pt x="1901696" y="1188641"/>
                  </a:lnTo>
                  <a:lnTo>
                    <a:pt x="1902511" y="1229250"/>
                  </a:lnTo>
                  <a:lnTo>
                    <a:pt x="1903326" y="1364765"/>
                  </a:lnTo>
                  <a:lnTo>
                    <a:pt x="1904140" y="1442660"/>
                  </a:lnTo>
                  <a:lnTo>
                    <a:pt x="1904955" y="1443800"/>
                  </a:lnTo>
                  <a:lnTo>
                    <a:pt x="1905770" y="1422083"/>
                  </a:lnTo>
                  <a:lnTo>
                    <a:pt x="1906585" y="1441592"/>
                  </a:lnTo>
                  <a:lnTo>
                    <a:pt x="1907400" y="1518260"/>
                  </a:lnTo>
                  <a:lnTo>
                    <a:pt x="1908214" y="1517443"/>
                  </a:lnTo>
                  <a:lnTo>
                    <a:pt x="1909029" y="1519356"/>
                  </a:lnTo>
                  <a:lnTo>
                    <a:pt x="1909844" y="1566784"/>
                  </a:lnTo>
                  <a:lnTo>
                    <a:pt x="1910659" y="1567737"/>
                  </a:lnTo>
                  <a:lnTo>
                    <a:pt x="1911473" y="1548582"/>
                  </a:lnTo>
                  <a:lnTo>
                    <a:pt x="1912288" y="1544591"/>
                  </a:lnTo>
                  <a:lnTo>
                    <a:pt x="1913103" y="1547149"/>
                  </a:lnTo>
                  <a:lnTo>
                    <a:pt x="1913918" y="1549741"/>
                  </a:lnTo>
                  <a:lnTo>
                    <a:pt x="1914733" y="1566366"/>
                  </a:lnTo>
                  <a:lnTo>
                    <a:pt x="1915547" y="1597610"/>
                  </a:lnTo>
                  <a:lnTo>
                    <a:pt x="1916362" y="1609678"/>
                  </a:lnTo>
                  <a:lnTo>
                    <a:pt x="1917177" y="1584105"/>
                  </a:lnTo>
                  <a:lnTo>
                    <a:pt x="1917992" y="1408485"/>
                  </a:lnTo>
                  <a:lnTo>
                    <a:pt x="1918807" y="1406132"/>
                  </a:lnTo>
                  <a:lnTo>
                    <a:pt x="1919621" y="1395378"/>
                  </a:lnTo>
                  <a:lnTo>
                    <a:pt x="1920436" y="1438242"/>
                  </a:lnTo>
                  <a:lnTo>
                    <a:pt x="1921251" y="1504730"/>
                  </a:lnTo>
                  <a:lnTo>
                    <a:pt x="1922066" y="1518758"/>
                  </a:lnTo>
                  <a:lnTo>
                    <a:pt x="1922880" y="1586845"/>
                  </a:lnTo>
                  <a:lnTo>
                    <a:pt x="1923695" y="1578501"/>
                  </a:lnTo>
                  <a:lnTo>
                    <a:pt x="1924510" y="1580030"/>
                  </a:lnTo>
                  <a:lnTo>
                    <a:pt x="1925325" y="1594766"/>
                  </a:lnTo>
                  <a:lnTo>
                    <a:pt x="1926140" y="1590236"/>
                  </a:lnTo>
                  <a:lnTo>
                    <a:pt x="1926954" y="1568314"/>
                  </a:lnTo>
                  <a:lnTo>
                    <a:pt x="1927769" y="1570702"/>
                  </a:lnTo>
                  <a:lnTo>
                    <a:pt x="1928584" y="1560767"/>
                  </a:lnTo>
                  <a:lnTo>
                    <a:pt x="1929399" y="1565317"/>
                  </a:lnTo>
                  <a:lnTo>
                    <a:pt x="1930213" y="1578688"/>
                  </a:lnTo>
                  <a:lnTo>
                    <a:pt x="1931028" y="1572900"/>
                  </a:lnTo>
                  <a:lnTo>
                    <a:pt x="1931843" y="1541767"/>
                  </a:lnTo>
                  <a:lnTo>
                    <a:pt x="1932658" y="1555904"/>
                  </a:lnTo>
                  <a:lnTo>
                    <a:pt x="1933473" y="1554112"/>
                  </a:lnTo>
                  <a:lnTo>
                    <a:pt x="1934287" y="1580708"/>
                  </a:lnTo>
                  <a:lnTo>
                    <a:pt x="1935102" y="1600500"/>
                  </a:lnTo>
                  <a:lnTo>
                    <a:pt x="1935917" y="1601614"/>
                  </a:lnTo>
                  <a:lnTo>
                    <a:pt x="1936732" y="1585553"/>
                  </a:lnTo>
                  <a:lnTo>
                    <a:pt x="1937546" y="1599862"/>
                  </a:lnTo>
                  <a:lnTo>
                    <a:pt x="1938361" y="1540800"/>
                  </a:lnTo>
                  <a:lnTo>
                    <a:pt x="1939176" y="1511399"/>
                  </a:lnTo>
                  <a:lnTo>
                    <a:pt x="1939991" y="1528025"/>
                  </a:lnTo>
                  <a:lnTo>
                    <a:pt x="1940806" y="1467316"/>
                  </a:lnTo>
                  <a:lnTo>
                    <a:pt x="1941620" y="1499553"/>
                  </a:lnTo>
                  <a:lnTo>
                    <a:pt x="1942435" y="1473629"/>
                  </a:lnTo>
                  <a:lnTo>
                    <a:pt x="1943250" y="1506258"/>
                  </a:lnTo>
                  <a:lnTo>
                    <a:pt x="1944065" y="1571696"/>
                  </a:lnTo>
                  <a:lnTo>
                    <a:pt x="1944879" y="1594238"/>
                  </a:lnTo>
                  <a:lnTo>
                    <a:pt x="1945694" y="1622640"/>
                  </a:lnTo>
                  <a:lnTo>
                    <a:pt x="1946509" y="1614766"/>
                  </a:lnTo>
                  <a:lnTo>
                    <a:pt x="1947324" y="1602358"/>
                  </a:lnTo>
                  <a:lnTo>
                    <a:pt x="1948139" y="1568098"/>
                  </a:lnTo>
                  <a:lnTo>
                    <a:pt x="1948953" y="1565283"/>
                  </a:lnTo>
                  <a:lnTo>
                    <a:pt x="1949768" y="1552500"/>
                  </a:lnTo>
                  <a:lnTo>
                    <a:pt x="1950583" y="1615301"/>
                  </a:lnTo>
                  <a:lnTo>
                    <a:pt x="1951398" y="1623385"/>
                  </a:lnTo>
                  <a:lnTo>
                    <a:pt x="1952213" y="1576905"/>
                  </a:lnTo>
                  <a:lnTo>
                    <a:pt x="1953027" y="1461633"/>
                  </a:lnTo>
                  <a:lnTo>
                    <a:pt x="1953842" y="1542168"/>
                  </a:lnTo>
                  <a:lnTo>
                    <a:pt x="1954657" y="1564309"/>
                  </a:lnTo>
                  <a:lnTo>
                    <a:pt x="1955472" y="1535145"/>
                  </a:lnTo>
                  <a:lnTo>
                    <a:pt x="1956286" y="1482764"/>
                  </a:lnTo>
                  <a:lnTo>
                    <a:pt x="1957101" y="1466071"/>
                  </a:lnTo>
                  <a:lnTo>
                    <a:pt x="1957916" y="1388687"/>
                  </a:lnTo>
                  <a:lnTo>
                    <a:pt x="1958731" y="1386744"/>
                  </a:lnTo>
                  <a:lnTo>
                    <a:pt x="1959546" y="1403417"/>
                  </a:lnTo>
                  <a:lnTo>
                    <a:pt x="1960360" y="1417911"/>
                  </a:lnTo>
                  <a:lnTo>
                    <a:pt x="1961175" y="1337598"/>
                  </a:lnTo>
                  <a:lnTo>
                    <a:pt x="1961990" y="1402961"/>
                  </a:lnTo>
                  <a:lnTo>
                    <a:pt x="1962805" y="1447821"/>
                  </a:lnTo>
                  <a:lnTo>
                    <a:pt x="1963619" y="1533256"/>
                  </a:lnTo>
                  <a:lnTo>
                    <a:pt x="1964434" y="1471951"/>
                  </a:lnTo>
                  <a:lnTo>
                    <a:pt x="1965249" y="1502470"/>
                  </a:lnTo>
                  <a:lnTo>
                    <a:pt x="1966064" y="1485329"/>
                  </a:lnTo>
                  <a:lnTo>
                    <a:pt x="1966879" y="1539890"/>
                  </a:lnTo>
                  <a:lnTo>
                    <a:pt x="1967693" y="1594361"/>
                  </a:lnTo>
                  <a:lnTo>
                    <a:pt x="1968508" y="1520485"/>
                  </a:lnTo>
                  <a:lnTo>
                    <a:pt x="1969323" y="1524046"/>
                  </a:lnTo>
                  <a:lnTo>
                    <a:pt x="1970138" y="1609233"/>
                  </a:lnTo>
                  <a:lnTo>
                    <a:pt x="1970952" y="1612626"/>
                  </a:lnTo>
                  <a:lnTo>
                    <a:pt x="1971767" y="1646358"/>
                  </a:lnTo>
                  <a:lnTo>
                    <a:pt x="1972582" y="1595957"/>
                  </a:lnTo>
                  <a:lnTo>
                    <a:pt x="1973397" y="1658094"/>
                  </a:lnTo>
                  <a:lnTo>
                    <a:pt x="1974212" y="1692632"/>
                  </a:lnTo>
                  <a:lnTo>
                    <a:pt x="1975026" y="1675646"/>
                  </a:lnTo>
                  <a:lnTo>
                    <a:pt x="1975841" y="1690068"/>
                  </a:lnTo>
                  <a:lnTo>
                    <a:pt x="1976656" y="1679014"/>
                  </a:lnTo>
                  <a:lnTo>
                    <a:pt x="1977471" y="1710235"/>
                  </a:lnTo>
                  <a:lnTo>
                    <a:pt x="1978285" y="1720204"/>
                  </a:lnTo>
                  <a:lnTo>
                    <a:pt x="1979100" y="1730154"/>
                  </a:lnTo>
                  <a:lnTo>
                    <a:pt x="1979915" y="1740401"/>
                  </a:lnTo>
                  <a:lnTo>
                    <a:pt x="1980730" y="1738004"/>
                  </a:lnTo>
                  <a:lnTo>
                    <a:pt x="1981545" y="1734968"/>
                  </a:lnTo>
                  <a:lnTo>
                    <a:pt x="1982359" y="1735216"/>
                  </a:lnTo>
                  <a:lnTo>
                    <a:pt x="1983174" y="1735998"/>
                  </a:lnTo>
                  <a:lnTo>
                    <a:pt x="1983989" y="1732845"/>
                  </a:lnTo>
                  <a:lnTo>
                    <a:pt x="1984804" y="1729799"/>
                  </a:lnTo>
                  <a:lnTo>
                    <a:pt x="1985618" y="1724323"/>
                  </a:lnTo>
                  <a:lnTo>
                    <a:pt x="1986433" y="1717866"/>
                  </a:lnTo>
                  <a:lnTo>
                    <a:pt x="1987248" y="1711215"/>
                  </a:lnTo>
                  <a:lnTo>
                    <a:pt x="1988063" y="1697160"/>
                  </a:lnTo>
                  <a:lnTo>
                    <a:pt x="1988878" y="1669243"/>
                  </a:lnTo>
                  <a:lnTo>
                    <a:pt x="1989692" y="1650550"/>
                  </a:lnTo>
                  <a:lnTo>
                    <a:pt x="1990507" y="1615132"/>
                  </a:lnTo>
                  <a:lnTo>
                    <a:pt x="1991322" y="1542893"/>
                  </a:lnTo>
                  <a:lnTo>
                    <a:pt x="1992137" y="1461899"/>
                  </a:lnTo>
                  <a:lnTo>
                    <a:pt x="1992952" y="1451545"/>
                  </a:lnTo>
                  <a:lnTo>
                    <a:pt x="1993766" y="1562553"/>
                  </a:lnTo>
                  <a:lnTo>
                    <a:pt x="1994581" y="1513909"/>
                  </a:lnTo>
                  <a:lnTo>
                    <a:pt x="1995396" y="1496708"/>
                  </a:lnTo>
                  <a:lnTo>
                    <a:pt x="1996211" y="1582828"/>
                  </a:lnTo>
                  <a:lnTo>
                    <a:pt x="1997025" y="1605711"/>
                  </a:lnTo>
                  <a:lnTo>
                    <a:pt x="1997840" y="1639349"/>
                  </a:lnTo>
                  <a:lnTo>
                    <a:pt x="1998655" y="1593258"/>
                  </a:lnTo>
                  <a:lnTo>
                    <a:pt x="1999470" y="1614466"/>
                  </a:lnTo>
                  <a:lnTo>
                    <a:pt x="2000285" y="1624628"/>
                  </a:lnTo>
                  <a:lnTo>
                    <a:pt x="2001099" y="1628882"/>
                  </a:lnTo>
                  <a:lnTo>
                    <a:pt x="2001914" y="1650231"/>
                  </a:lnTo>
                  <a:lnTo>
                    <a:pt x="2002729" y="1625307"/>
                  </a:lnTo>
                  <a:lnTo>
                    <a:pt x="2003544" y="1663193"/>
                  </a:lnTo>
                  <a:lnTo>
                    <a:pt x="2004358" y="1673888"/>
                  </a:lnTo>
                  <a:lnTo>
                    <a:pt x="2005173" y="1688787"/>
                  </a:lnTo>
                  <a:lnTo>
                    <a:pt x="2005988" y="1707652"/>
                  </a:lnTo>
                  <a:lnTo>
                    <a:pt x="2006803" y="1704576"/>
                  </a:lnTo>
                  <a:lnTo>
                    <a:pt x="2007618" y="1729166"/>
                  </a:lnTo>
                  <a:lnTo>
                    <a:pt x="2008432" y="1716240"/>
                  </a:lnTo>
                  <a:lnTo>
                    <a:pt x="2009247" y="1744837"/>
                  </a:lnTo>
                  <a:lnTo>
                    <a:pt x="2010062" y="1741045"/>
                  </a:lnTo>
                  <a:lnTo>
                    <a:pt x="2010877" y="1732964"/>
                  </a:lnTo>
                  <a:lnTo>
                    <a:pt x="2011691" y="1738032"/>
                  </a:lnTo>
                  <a:lnTo>
                    <a:pt x="2012506" y="1704599"/>
                  </a:lnTo>
                  <a:lnTo>
                    <a:pt x="2013321" y="1717878"/>
                  </a:lnTo>
                  <a:lnTo>
                    <a:pt x="2014136" y="1702029"/>
                  </a:lnTo>
                  <a:lnTo>
                    <a:pt x="2014951" y="1675224"/>
                  </a:lnTo>
                  <a:lnTo>
                    <a:pt x="2015765" y="1638864"/>
                  </a:lnTo>
                  <a:lnTo>
                    <a:pt x="2016580" y="1620660"/>
                  </a:lnTo>
                  <a:lnTo>
                    <a:pt x="2017395" y="1633719"/>
                  </a:lnTo>
                  <a:lnTo>
                    <a:pt x="2018210" y="1616659"/>
                  </a:lnTo>
                  <a:lnTo>
                    <a:pt x="2019024" y="1572516"/>
                  </a:lnTo>
                  <a:lnTo>
                    <a:pt x="2019839" y="1552383"/>
                  </a:lnTo>
                  <a:lnTo>
                    <a:pt x="2020654" y="1464829"/>
                  </a:lnTo>
                  <a:lnTo>
                    <a:pt x="2021469" y="1434791"/>
                  </a:lnTo>
                  <a:lnTo>
                    <a:pt x="2022284" y="1420001"/>
                  </a:lnTo>
                  <a:lnTo>
                    <a:pt x="2023098" y="1416002"/>
                  </a:lnTo>
                  <a:lnTo>
                    <a:pt x="2023913" y="1361514"/>
                  </a:lnTo>
                  <a:lnTo>
                    <a:pt x="2024728" y="1398685"/>
                  </a:lnTo>
                  <a:lnTo>
                    <a:pt x="2025543" y="1484845"/>
                  </a:lnTo>
                  <a:lnTo>
                    <a:pt x="2026357" y="1509282"/>
                  </a:lnTo>
                  <a:lnTo>
                    <a:pt x="2027172" y="1551280"/>
                  </a:lnTo>
                  <a:lnTo>
                    <a:pt x="2027987" y="1607226"/>
                  </a:lnTo>
                  <a:lnTo>
                    <a:pt x="2028802" y="1618818"/>
                  </a:lnTo>
                  <a:lnTo>
                    <a:pt x="2029617" y="1638517"/>
                  </a:lnTo>
                  <a:lnTo>
                    <a:pt x="2030431" y="1627196"/>
                  </a:lnTo>
                  <a:lnTo>
                    <a:pt x="2031246" y="1601952"/>
                  </a:lnTo>
                  <a:lnTo>
                    <a:pt x="2032061" y="1538757"/>
                  </a:lnTo>
                  <a:lnTo>
                    <a:pt x="2032876" y="1515744"/>
                  </a:lnTo>
                  <a:lnTo>
                    <a:pt x="2033691" y="1596717"/>
                  </a:lnTo>
                  <a:lnTo>
                    <a:pt x="2034505" y="1609045"/>
                  </a:lnTo>
                  <a:lnTo>
                    <a:pt x="2035320" y="1614823"/>
                  </a:lnTo>
                  <a:lnTo>
                    <a:pt x="2036135" y="1629770"/>
                  </a:lnTo>
                  <a:lnTo>
                    <a:pt x="2036950" y="1560478"/>
                  </a:lnTo>
                  <a:lnTo>
                    <a:pt x="2037764" y="1527984"/>
                  </a:lnTo>
                  <a:lnTo>
                    <a:pt x="2038579" y="1538004"/>
                  </a:lnTo>
                  <a:lnTo>
                    <a:pt x="2039394" y="1544256"/>
                  </a:lnTo>
                  <a:lnTo>
                    <a:pt x="2040209" y="1529921"/>
                  </a:lnTo>
                  <a:lnTo>
                    <a:pt x="2041024" y="1514964"/>
                  </a:lnTo>
                  <a:lnTo>
                    <a:pt x="2041838" y="1516794"/>
                  </a:lnTo>
                  <a:lnTo>
                    <a:pt x="2042653" y="1490234"/>
                  </a:lnTo>
                  <a:lnTo>
                    <a:pt x="2043468" y="1482646"/>
                  </a:lnTo>
                  <a:lnTo>
                    <a:pt x="2044283" y="1385088"/>
                  </a:lnTo>
                  <a:lnTo>
                    <a:pt x="2045097" y="1413897"/>
                  </a:lnTo>
                  <a:lnTo>
                    <a:pt x="2045912" y="1454801"/>
                  </a:lnTo>
                  <a:lnTo>
                    <a:pt x="2046727" y="1459506"/>
                  </a:lnTo>
                  <a:lnTo>
                    <a:pt x="2047542" y="1446118"/>
                  </a:lnTo>
                  <a:lnTo>
                    <a:pt x="2048357" y="1453998"/>
                  </a:lnTo>
                  <a:lnTo>
                    <a:pt x="2049171" y="1530051"/>
                  </a:lnTo>
                  <a:lnTo>
                    <a:pt x="2049986" y="1513951"/>
                  </a:lnTo>
                  <a:lnTo>
                    <a:pt x="2050801" y="1482007"/>
                  </a:lnTo>
                  <a:lnTo>
                    <a:pt x="2051616" y="1434844"/>
                  </a:lnTo>
                  <a:lnTo>
                    <a:pt x="2052430" y="1475200"/>
                  </a:lnTo>
                  <a:lnTo>
                    <a:pt x="2053245" y="1554185"/>
                  </a:lnTo>
                  <a:lnTo>
                    <a:pt x="2054060" y="1563207"/>
                  </a:lnTo>
                  <a:lnTo>
                    <a:pt x="2054875" y="1539130"/>
                  </a:lnTo>
                  <a:lnTo>
                    <a:pt x="2055690" y="1581637"/>
                  </a:lnTo>
                  <a:lnTo>
                    <a:pt x="2056504" y="1626713"/>
                  </a:lnTo>
                  <a:lnTo>
                    <a:pt x="2057319" y="1608458"/>
                  </a:lnTo>
                  <a:lnTo>
                    <a:pt x="2058134" y="1602363"/>
                  </a:lnTo>
                  <a:lnTo>
                    <a:pt x="2058949" y="1548207"/>
                  </a:lnTo>
                  <a:lnTo>
                    <a:pt x="2059763" y="1526584"/>
                  </a:lnTo>
                  <a:lnTo>
                    <a:pt x="2060578" y="1493410"/>
                  </a:lnTo>
                  <a:lnTo>
                    <a:pt x="2061393" y="1532287"/>
                  </a:lnTo>
                  <a:lnTo>
                    <a:pt x="2062208" y="1509834"/>
                  </a:lnTo>
                  <a:lnTo>
                    <a:pt x="2063023" y="1510931"/>
                  </a:lnTo>
                  <a:lnTo>
                    <a:pt x="2063837" y="1519158"/>
                  </a:lnTo>
                  <a:lnTo>
                    <a:pt x="2064652" y="1507984"/>
                  </a:lnTo>
                  <a:lnTo>
                    <a:pt x="2065467" y="1391493"/>
                  </a:lnTo>
                  <a:lnTo>
                    <a:pt x="2066282" y="1296595"/>
                  </a:lnTo>
                  <a:lnTo>
                    <a:pt x="2067096" y="1287844"/>
                  </a:lnTo>
                  <a:lnTo>
                    <a:pt x="2067911" y="1316541"/>
                  </a:lnTo>
                  <a:lnTo>
                    <a:pt x="2068726" y="1393038"/>
                  </a:lnTo>
                  <a:lnTo>
                    <a:pt x="2069541" y="1346118"/>
                  </a:lnTo>
                  <a:lnTo>
                    <a:pt x="2070356" y="1358176"/>
                  </a:lnTo>
                  <a:lnTo>
                    <a:pt x="2071170" y="1402970"/>
                  </a:lnTo>
                  <a:lnTo>
                    <a:pt x="2071985" y="1503517"/>
                  </a:lnTo>
                  <a:lnTo>
                    <a:pt x="2072800" y="1450198"/>
                  </a:lnTo>
                  <a:lnTo>
                    <a:pt x="2073615" y="1397544"/>
                  </a:lnTo>
                  <a:lnTo>
                    <a:pt x="2074430" y="1420002"/>
                  </a:lnTo>
                  <a:lnTo>
                    <a:pt x="2075244" y="1498506"/>
                  </a:lnTo>
                  <a:lnTo>
                    <a:pt x="2076059" y="1554126"/>
                  </a:lnTo>
                  <a:lnTo>
                    <a:pt x="2076874" y="1597135"/>
                  </a:lnTo>
                  <a:lnTo>
                    <a:pt x="2077689" y="1566545"/>
                  </a:lnTo>
                  <a:lnTo>
                    <a:pt x="2078503" y="1595700"/>
                  </a:lnTo>
                  <a:lnTo>
                    <a:pt x="2079318" y="1570995"/>
                  </a:lnTo>
                  <a:lnTo>
                    <a:pt x="2080133" y="1579628"/>
                  </a:lnTo>
                  <a:lnTo>
                    <a:pt x="2080948" y="1553001"/>
                  </a:lnTo>
                  <a:lnTo>
                    <a:pt x="2081763" y="1561381"/>
                  </a:lnTo>
                  <a:lnTo>
                    <a:pt x="2082577" y="1525706"/>
                  </a:lnTo>
                  <a:lnTo>
                    <a:pt x="2083392" y="1540179"/>
                  </a:lnTo>
                  <a:lnTo>
                    <a:pt x="2084207" y="1548877"/>
                  </a:lnTo>
                  <a:lnTo>
                    <a:pt x="2085022" y="1554194"/>
                  </a:lnTo>
                  <a:lnTo>
                    <a:pt x="2085836" y="1546874"/>
                  </a:lnTo>
                  <a:lnTo>
                    <a:pt x="2086651" y="1492249"/>
                  </a:lnTo>
                  <a:lnTo>
                    <a:pt x="2087466" y="1497555"/>
                  </a:lnTo>
                  <a:lnTo>
                    <a:pt x="2088281" y="1555596"/>
                  </a:lnTo>
                  <a:lnTo>
                    <a:pt x="2089096" y="1555393"/>
                  </a:lnTo>
                  <a:lnTo>
                    <a:pt x="2089910" y="1572164"/>
                  </a:lnTo>
                  <a:lnTo>
                    <a:pt x="2090725" y="1457864"/>
                  </a:lnTo>
                  <a:lnTo>
                    <a:pt x="2091540" y="1486099"/>
                  </a:lnTo>
                  <a:lnTo>
                    <a:pt x="2092355" y="1513447"/>
                  </a:lnTo>
                  <a:lnTo>
                    <a:pt x="2093169" y="1512840"/>
                  </a:lnTo>
                  <a:lnTo>
                    <a:pt x="2093984" y="1382011"/>
                  </a:lnTo>
                  <a:lnTo>
                    <a:pt x="2094799" y="1318061"/>
                  </a:lnTo>
                  <a:lnTo>
                    <a:pt x="2095614" y="1344857"/>
                  </a:lnTo>
                  <a:lnTo>
                    <a:pt x="2096429" y="1344173"/>
                  </a:lnTo>
                  <a:lnTo>
                    <a:pt x="2097243" y="1346618"/>
                  </a:lnTo>
                  <a:lnTo>
                    <a:pt x="2098058" y="1311478"/>
                  </a:lnTo>
                  <a:lnTo>
                    <a:pt x="2098873" y="1260179"/>
                  </a:lnTo>
                  <a:lnTo>
                    <a:pt x="2099688" y="1232286"/>
                  </a:lnTo>
                  <a:lnTo>
                    <a:pt x="2100502" y="1186652"/>
                  </a:lnTo>
                  <a:lnTo>
                    <a:pt x="2101317" y="1240545"/>
                  </a:lnTo>
                  <a:lnTo>
                    <a:pt x="2102132" y="1201525"/>
                  </a:lnTo>
                  <a:lnTo>
                    <a:pt x="2102947" y="1255279"/>
                  </a:lnTo>
                  <a:lnTo>
                    <a:pt x="2103762" y="1290319"/>
                  </a:lnTo>
                  <a:lnTo>
                    <a:pt x="2104576" y="1302291"/>
                  </a:lnTo>
                  <a:lnTo>
                    <a:pt x="2105391" y="1505033"/>
                  </a:lnTo>
                  <a:lnTo>
                    <a:pt x="2106206" y="1431909"/>
                  </a:lnTo>
                  <a:lnTo>
                    <a:pt x="2107021" y="1464496"/>
                  </a:lnTo>
                  <a:lnTo>
                    <a:pt x="2107835" y="1380520"/>
                  </a:lnTo>
                  <a:lnTo>
                    <a:pt x="2108650" y="1340536"/>
                  </a:lnTo>
                  <a:lnTo>
                    <a:pt x="2109465" y="1401330"/>
                  </a:lnTo>
                  <a:lnTo>
                    <a:pt x="2110280" y="1400005"/>
                  </a:lnTo>
                  <a:lnTo>
                    <a:pt x="2111095" y="1373877"/>
                  </a:lnTo>
                  <a:lnTo>
                    <a:pt x="2111909" y="1360255"/>
                  </a:lnTo>
                  <a:lnTo>
                    <a:pt x="2112724" y="1446716"/>
                  </a:lnTo>
                  <a:lnTo>
                    <a:pt x="2113539" y="1441262"/>
                  </a:lnTo>
                  <a:lnTo>
                    <a:pt x="2114354" y="1434432"/>
                  </a:lnTo>
                  <a:lnTo>
                    <a:pt x="2115169" y="1397442"/>
                  </a:lnTo>
                  <a:lnTo>
                    <a:pt x="2115983" y="1417314"/>
                  </a:lnTo>
                  <a:lnTo>
                    <a:pt x="2116798" y="1422943"/>
                  </a:lnTo>
                  <a:lnTo>
                    <a:pt x="2117613" y="1482279"/>
                  </a:lnTo>
                  <a:lnTo>
                    <a:pt x="2118428" y="1507249"/>
                  </a:lnTo>
                  <a:lnTo>
                    <a:pt x="2119242" y="1529172"/>
                  </a:lnTo>
                  <a:lnTo>
                    <a:pt x="2120057" y="1478740"/>
                  </a:lnTo>
                  <a:lnTo>
                    <a:pt x="2120872" y="1482233"/>
                  </a:lnTo>
                  <a:lnTo>
                    <a:pt x="2121687" y="1439512"/>
                  </a:lnTo>
                  <a:lnTo>
                    <a:pt x="2122502" y="1529163"/>
                  </a:lnTo>
                  <a:lnTo>
                    <a:pt x="2123316" y="1525016"/>
                  </a:lnTo>
                  <a:lnTo>
                    <a:pt x="2124131" y="1561985"/>
                  </a:lnTo>
                  <a:lnTo>
                    <a:pt x="2124946" y="1495724"/>
                  </a:lnTo>
                  <a:lnTo>
                    <a:pt x="2125761" y="1568227"/>
                  </a:lnTo>
                  <a:lnTo>
                    <a:pt x="2126575" y="1595917"/>
                  </a:lnTo>
                  <a:lnTo>
                    <a:pt x="2127390" y="1558627"/>
                  </a:lnTo>
                  <a:lnTo>
                    <a:pt x="2128205" y="1586016"/>
                  </a:lnTo>
                  <a:lnTo>
                    <a:pt x="2129020" y="1547168"/>
                  </a:lnTo>
                  <a:lnTo>
                    <a:pt x="2129835" y="1525930"/>
                  </a:lnTo>
                  <a:lnTo>
                    <a:pt x="2130649" y="1553148"/>
                  </a:lnTo>
                  <a:lnTo>
                    <a:pt x="2131464" y="1623451"/>
                  </a:lnTo>
                  <a:lnTo>
                    <a:pt x="2132279" y="1670811"/>
                  </a:lnTo>
                  <a:lnTo>
                    <a:pt x="2133094" y="1606398"/>
                  </a:lnTo>
                  <a:lnTo>
                    <a:pt x="2133908" y="1626812"/>
                  </a:lnTo>
                  <a:lnTo>
                    <a:pt x="2134723" y="1662475"/>
                  </a:lnTo>
                  <a:lnTo>
                    <a:pt x="2135538" y="1658509"/>
                  </a:lnTo>
                  <a:lnTo>
                    <a:pt x="2136353" y="1628199"/>
                  </a:lnTo>
                  <a:lnTo>
                    <a:pt x="2137168" y="1461050"/>
                  </a:lnTo>
                  <a:lnTo>
                    <a:pt x="2137982" y="1424392"/>
                  </a:lnTo>
                  <a:lnTo>
                    <a:pt x="2138797" y="1507072"/>
                  </a:lnTo>
                  <a:lnTo>
                    <a:pt x="2139612" y="1490675"/>
                  </a:lnTo>
                  <a:lnTo>
                    <a:pt x="2140427" y="1358869"/>
                  </a:lnTo>
                  <a:lnTo>
                    <a:pt x="2141241" y="1219623"/>
                  </a:lnTo>
                  <a:lnTo>
                    <a:pt x="2142056" y="1198680"/>
                  </a:lnTo>
                  <a:lnTo>
                    <a:pt x="2142871" y="1209260"/>
                  </a:lnTo>
                  <a:lnTo>
                    <a:pt x="2143686" y="1142108"/>
                  </a:lnTo>
                  <a:lnTo>
                    <a:pt x="2144501" y="1153127"/>
                  </a:lnTo>
                  <a:lnTo>
                    <a:pt x="2145315" y="1131924"/>
                  </a:lnTo>
                  <a:lnTo>
                    <a:pt x="2146130" y="1167435"/>
                  </a:lnTo>
                  <a:lnTo>
                    <a:pt x="2146945" y="1166212"/>
                  </a:lnTo>
                  <a:lnTo>
                    <a:pt x="2147760" y="1148658"/>
                  </a:lnTo>
                  <a:lnTo>
                    <a:pt x="2148574" y="1261861"/>
                  </a:lnTo>
                  <a:lnTo>
                    <a:pt x="2149389" y="1257860"/>
                  </a:lnTo>
                  <a:lnTo>
                    <a:pt x="2150204" y="1373616"/>
                  </a:lnTo>
                  <a:lnTo>
                    <a:pt x="2151019" y="1381656"/>
                  </a:lnTo>
                  <a:lnTo>
                    <a:pt x="2151834" y="1433082"/>
                  </a:lnTo>
                  <a:lnTo>
                    <a:pt x="2152648" y="1508009"/>
                  </a:lnTo>
                  <a:lnTo>
                    <a:pt x="2153463" y="1498368"/>
                  </a:lnTo>
                  <a:lnTo>
                    <a:pt x="2154278" y="1498369"/>
                  </a:lnTo>
                  <a:lnTo>
                    <a:pt x="2155093" y="1418072"/>
                  </a:lnTo>
                  <a:lnTo>
                    <a:pt x="2155908" y="1398204"/>
                  </a:lnTo>
                  <a:lnTo>
                    <a:pt x="2156722" y="1436580"/>
                  </a:lnTo>
                  <a:lnTo>
                    <a:pt x="2157537" y="1417062"/>
                  </a:lnTo>
                  <a:lnTo>
                    <a:pt x="2158352" y="1361638"/>
                  </a:lnTo>
                  <a:lnTo>
                    <a:pt x="2159167" y="1399128"/>
                  </a:lnTo>
                  <a:lnTo>
                    <a:pt x="2159981" y="1466732"/>
                  </a:lnTo>
                  <a:lnTo>
                    <a:pt x="2160796" y="1457506"/>
                  </a:lnTo>
                  <a:lnTo>
                    <a:pt x="2161611" y="1452781"/>
                  </a:lnTo>
                  <a:lnTo>
                    <a:pt x="2162426" y="1352435"/>
                  </a:lnTo>
                  <a:lnTo>
                    <a:pt x="2163241" y="1355767"/>
                  </a:lnTo>
                  <a:lnTo>
                    <a:pt x="2164055" y="1388354"/>
                  </a:lnTo>
                  <a:lnTo>
                    <a:pt x="2164870" y="1383343"/>
                  </a:lnTo>
                  <a:lnTo>
                    <a:pt x="2165685" y="1390368"/>
                  </a:lnTo>
                  <a:lnTo>
                    <a:pt x="2166500" y="1313254"/>
                  </a:lnTo>
                  <a:lnTo>
                    <a:pt x="2167314" y="1313512"/>
                  </a:lnTo>
                  <a:lnTo>
                    <a:pt x="2168129" y="1397045"/>
                  </a:lnTo>
                  <a:lnTo>
                    <a:pt x="2168944" y="1345731"/>
                  </a:lnTo>
                  <a:lnTo>
                    <a:pt x="2169759" y="1333649"/>
                  </a:lnTo>
                  <a:lnTo>
                    <a:pt x="2170574" y="1326904"/>
                  </a:lnTo>
                  <a:lnTo>
                    <a:pt x="2171388" y="1495412"/>
                  </a:lnTo>
                  <a:lnTo>
                    <a:pt x="2172203" y="1481178"/>
                  </a:lnTo>
                  <a:lnTo>
                    <a:pt x="2173018" y="1386864"/>
                  </a:lnTo>
                  <a:lnTo>
                    <a:pt x="2173833" y="1312851"/>
                  </a:lnTo>
                  <a:lnTo>
                    <a:pt x="2174647" y="1351058"/>
                  </a:lnTo>
                  <a:lnTo>
                    <a:pt x="2175462" y="1322339"/>
                  </a:lnTo>
                  <a:lnTo>
                    <a:pt x="2176277" y="1282629"/>
                  </a:lnTo>
                  <a:lnTo>
                    <a:pt x="2177092" y="1262572"/>
                  </a:lnTo>
                  <a:lnTo>
                    <a:pt x="2177907" y="1252938"/>
                  </a:lnTo>
                  <a:lnTo>
                    <a:pt x="2178721" y="1328143"/>
                  </a:lnTo>
                  <a:lnTo>
                    <a:pt x="2179536" y="1260734"/>
                  </a:lnTo>
                  <a:lnTo>
                    <a:pt x="2180351" y="1259712"/>
                  </a:lnTo>
                  <a:lnTo>
                    <a:pt x="2181166" y="1294657"/>
                  </a:lnTo>
                  <a:lnTo>
                    <a:pt x="2181980" y="1300962"/>
                  </a:lnTo>
                  <a:lnTo>
                    <a:pt x="2182795" y="1290565"/>
                  </a:lnTo>
                  <a:lnTo>
                    <a:pt x="2183610" y="1287765"/>
                  </a:lnTo>
                  <a:lnTo>
                    <a:pt x="2184425" y="1282755"/>
                  </a:lnTo>
                  <a:lnTo>
                    <a:pt x="2185240" y="1264912"/>
                  </a:lnTo>
                  <a:lnTo>
                    <a:pt x="2186054" y="1263492"/>
                  </a:lnTo>
                  <a:lnTo>
                    <a:pt x="2186869" y="1304600"/>
                  </a:lnTo>
                  <a:lnTo>
                    <a:pt x="2187684" y="1313027"/>
                  </a:lnTo>
                  <a:lnTo>
                    <a:pt x="2188499" y="1296767"/>
                  </a:lnTo>
                  <a:lnTo>
                    <a:pt x="2189313" y="1303307"/>
                  </a:lnTo>
                  <a:lnTo>
                    <a:pt x="2190128" y="1372642"/>
                  </a:lnTo>
                  <a:lnTo>
                    <a:pt x="2190943" y="1328620"/>
                  </a:lnTo>
                  <a:lnTo>
                    <a:pt x="2191758" y="1316935"/>
                  </a:lnTo>
                  <a:lnTo>
                    <a:pt x="2192573" y="1288621"/>
                  </a:lnTo>
                  <a:lnTo>
                    <a:pt x="2193387" y="1327930"/>
                  </a:lnTo>
                  <a:lnTo>
                    <a:pt x="2194202" y="1299423"/>
                  </a:lnTo>
                  <a:lnTo>
                    <a:pt x="2195017" y="1270554"/>
                  </a:lnTo>
                  <a:lnTo>
                    <a:pt x="2195832" y="1218920"/>
                  </a:lnTo>
                  <a:lnTo>
                    <a:pt x="2196647" y="1240833"/>
                  </a:lnTo>
                  <a:lnTo>
                    <a:pt x="2197461" y="1270167"/>
                  </a:lnTo>
                  <a:lnTo>
                    <a:pt x="2198276" y="1260291"/>
                  </a:lnTo>
                  <a:lnTo>
                    <a:pt x="2199091" y="1298863"/>
                  </a:lnTo>
                  <a:lnTo>
                    <a:pt x="2199906" y="1362352"/>
                  </a:lnTo>
                  <a:lnTo>
                    <a:pt x="2200720" y="1415913"/>
                  </a:lnTo>
                  <a:lnTo>
                    <a:pt x="2201535" y="1493002"/>
                  </a:lnTo>
                  <a:lnTo>
                    <a:pt x="2202350" y="1515411"/>
                  </a:lnTo>
                  <a:lnTo>
                    <a:pt x="2203165" y="1560665"/>
                  </a:lnTo>
                  <a:lnTo>
                    <a:pt x="2203980" y="1537084"/>
                  </a:lnTo>
                  <a:lnTo>
                    <a:pt x="2204794" y="1547544"/>
                  </a:lnTo>
                  <a:lnTo>
                    <a:pt x="2205609" y="1554137"/>
                  </a:lnTo>
                  <a:lnTo>
                    <a:pt x="2206424" y="1540858"/>
                  </a:lnTo>
                  <a:lnTo>
                    <a:pt x="2207239" y="1474541"/>
                  </a:lnTo>
                  <a:lnTo>
                    <a:pt x="2208053" y="1428102"/>
                  </a:lnTo>
                  <a:lnTo>
                    <a:pt x="2208868" y="1478166"/>
                  </a:lnTo>
                  <a:lnTo>
                    <a:pt x="2209683" y="1392364"/>
                  </a:lnTo>
                  <a:lnTo>
                    <a:pt x="2210498" y="1356249"/>
                  </a:lnTo>
                  <a:lnTo>
                    <a:pt x="2211313" y="1371218"/>
                  </a:lnTo>
                  <a:lnTo>
                    <a:pt x="2212127" y="1527605"/>
                  </a:lnTo>
                  <a:lnTo>
                    <a:pt x="2212942" y="1543466"/>
                  </a:lnTo>
                  <a:lnTo>
                    <a:pt x="2213757" y="1545635"/>
                  </a:lnTo>
                  <a:lnTo>
                    <a:pt x="2214572" y="1555248"/>
                  </a:lnTo>
                  <a:lnTo>
                    <a:pt x="2215386" y="1621521"/>
                  </a:lnTo>
                  <a:lnTo>
                    <a:pt x="2216201" y="1621566"/>
                  </a:lnTo>
                  <a:lnTo>
                    <a:pt x="2217016" y="1600346"/>
                  </a:lnTo>
                  <a:lnTo>
                    <a:pt x="2217831" y="1559348"/>
                  </a:lnTo>
                  <a:lnTo>
                    <a:pt x="2218646" y="1556424"/>
                  </a:lnTo>
                  <a:lnTo>
                    <a:pt x="2219460" y="1522540"/>
                  </a:lnTo>
                  <a:lnTo>
                    <a:pt x="2220275" y="1428427"/>
                  </a:lnTo>
                  <a:lnTo>
                    <a:pt x="2221090" y="1398684"/>
                  </a:lnTo>
                  <a:lnTo>
                    <a:pt x="2221905" y="1337228"/>
                  </a:lnTo>
                  <a:lnTo>
                    <a:pt x="2222719" y="1370284"/>
                  </a:lnTo>
                  <a:lnTo>
                    <a:pt x="2223534" y="1362508"/>
                  </a:lnTo>
                  <a:lnTo>
                    <a:pt x="2224349" y="1412876"/>
                  </a:lnTo>
                  <a:lnTo>
                    <a:pt x="2225164" y="1401024"/>
                  </a:lnTo>
                  <a:lnTo>
                    <a:pt x="2225979" y="1364448"/>
                  </a:lnTo>
                  <a:lnTo>
                    <a:pt x="2226793" y="1366909"/>
                  </a:lnTo>
                  <a:lnTo>
                    <a:pt x="2227608" y="1375104"/>
                  </a:lnTo>
                  <a:lnTo>
                    <a:pt x="2228423" y="1500543"/>
                  </a:lnTo>
                  <a:lnTo>
                    <a:pt x="2229238" y="1518708"/>
                  </a:lnTo>
                  <a:lnTo>
                    <a:pt x="2230052" y="1450562"/>
                  </a:lnTo>
                  <a:lnTo>
                    <a:pt x="2230867" y="1463652"/>
                  </a:lnTo>
                  <a:lnTo>
                    <a:pt x="2231682" y="1551178"/>
                  </a:lnTo>
                  <a:lnTo>
                    <a:pt x="2232497" y="1572900"/>
                  </a:lnTo>
                  <a:lnTo>
                    <a:pt x="2233312" y="1534628"/>
                  </a:lnTo>
                  <a:lnTo>
                    <a:pt x="2234126" y="1493195"/>
                  </a:lnTo>
                  <a:lnTo>
                    <a:pt x="2234941" y="1565550"/>
                  </a:lnTo>
                  <a:lnTo>
                    <a:pt x="2235756" y="1617242"/>
                  </a:lnTo>
                  <a:lnTo>
                    <a:pt x="2236571" y="1642874"/>
                  </a:lnTo>
                  <a:lnTo>
                    <a:pt x="2237386" y="1652958"/>
                  </a:lnTo>
                  <a:lnTo>
                    <a:pt x="2238200" y="1653890"/>
                  </a:lnTo>
                  <a:lnTo>
                    <a:pt x="2239015" y="1679348"/>
                  </a:lnTo>
                  <a:lnTo>
                    <a:pt x="2239830" y="1706982"/>
                  </a:lnTo>
                  <a:lnTo>
                    <a:pt x="2240645" y="1680634"/>
                  </a:lnTo>
                  <a:lnTo>
                    <a:pt x="2241459" y="1649891"/>
                  </a:lnTo>
                  <a:lnTo>
                    <a:pt x="2242274" y="1660964"/>
                  </a:lnTo>
                  <a:lnTo>
                    <a:pt x="2243089" y="1640754"/>
                  </a:lnTo>
                  <a:lnTo>
                    <a:pt x="2243904" y="1684700"/>
                  </a:lnTo>
                  <a:lnTo>
                    <a:pt x="2244719" y="1699136"/>
                  </a:lnTo>
                  <a:lnTo>
                    <a:pt x="2245533" y="1701347"/>
                  </a:lnTo>
                  <a:lnTo>
                    <a:pt x="2246348" y="1705171"/>
                  </a:lnTo>
                  <a:lnTo>
                    <a:pt x="2247163" y="1671449"/>
                  </a:lnTo>
                  <a:lnTo>
                    <a:pt x="2247978" y="1726315"/>
                  </a:lnTo>
                  <a:lnTo>
                    <a:pt x="2248792" y="1736081"/>
                  </a:lnTo>
                  <a:lnTo>
                    <a:pt x="2249607" y="1756701"/>
                  </a:lnTo>
                  <a:lnTo>
                    <a:pt x="2249607" y="1756701"/>
                  </a:lnTo>
                  <a:lnTo>
                    <a:pt x="2250422" y="1756701"/>
                  </a:lnTo>
                  <a:lnTo>
                    <a:pt x="2251237" y="1756701"/>
                  </a:lnTo>
                  <a:lnTo>
                    <a:pt x="2252052" y="1756701"/>
                  </a:lnTo>
                  <a:lnTo>
                    <a:pt x="2252866" y="1756701"/>
                  </a:lnTo>
                  <a:lnTo>
                    <a:pt x="2253681" y="1756701"/>
                  </a:lnTo>
                  <a:lnTo>
                    <a:pt x="2254496" y="1756701"/>
                  </a:lnTo>
                  <a:lnTo>
                    <a:pt x="2255311" y="1756701"/>
                  </a:lnTo>
                  <a:lnTo>
                    <a:pt x="2256125" y="1756701"/>
                  </a:lnTo>
                  <a:lnTo>
                    <a:pt x="2256940" y="1756701"/>
                  </a:lnTo>
                  <a:lnTo>
                    <a:pt x="2257755" y="1756701"/>
                  </a:lnTo>
                  <a:lnTo>
                    <a:pt x="2258570" y="1756701"/>
                  </a:lnTo>
                  <a:lnTo>
                    <a:pt x="2259385" y="1755061"/>
                  </a:lnTo>
                  <a:lnTo>
                    <a:pt x="2260199" y="1756169"/>
                  </a:lnTo>
                  <a:lnTo>
                    <a:pt x="2261014" y="1753145"/>
                  </a:lnTo>
                  <a:lnTo>
                    <a:pt x="2261829" y="1753023"/>
                  </a:lnTo>
                  <a:lnTo>
                    <a:pt x="2262644" y="1738637"/>
                  </a:lnTo>
                  <a:lnTo>
                    <a:pt x="2263458" y="1727343"/>
                  </a:lnTo>
                  <a:lnTo>
                    <a:pt x="2264273" y="1725370"/>
                  </a:lnTo>
                  <a:lnTo>
                    <a:pt x="2265088" y="1692306"/>
                  </a:lnTo>
                  <a:lnTo>
                    <a:pt x="2265903" y="1663189"/>
                  </a:lnTo>
                  <a:lnTo>
                    <a:pt x="2266718" y="1551603"/>
                  </a:lnTo>
                  <a:lnTo>
                    <a:pt x="2267532" y="1606800"/>
                  </a:lnTo>
                  <a:lnTo>
                    <a:pt x="2268347" y="1666252"/>
                  </a:lnTo>
                  <a:lnTo>
                    <a:pt x="2269162" y="1652669"/>
                  </a:lnTo>
                  <a:lnTo>
                    <a:pt x="2269977" y="1548112"/>
                  </a:lnTo>
                  <a:lnTo>
                    <a:pt x="2270792" y="1588950"/>
                  </a:lnTo>
                  <a:lnTo>
                    <a:pt x="2271606" y="1649270"/>
                  </a:lnTo>
                  <a:lnTo>
                    <a:pt x="2272421" y="1675434"/>
                  </a:lnTo>
                  <a:lnTo>
                    <a:pt x="2273236" y="1652084"/>
                  </a:lnTo>
                  <a:lnTo>
                    <a:pt x="2274051" y="1673862"/>
                  </a:lnTo>
                  <a:lnTo>
                    <a:pt x="2274865" y="1639509"/>
                  </a:lnTo>
                  <a:lnTo>
                    <a:pt x="2275680" y="1585849"/>
                  </a:lnTo>
                  <a:lnTo>
                    <a:pt x="2276495" y="1550137"/>
                  </a:lnTo>
                  <a:lnTo>
                    <a:pt x="2277310" y="1506116"/>
                  </a:lnTo>
                  <a:lnTo>
                    <a:pt x="2278125" y="1458887"/>
                  </a:lnTo>
                  <a:lnTo>
                    <a:pt x="2278939" y="1414353"/>
                  </a:lnTo>
                  <a:lnTo>
                    <a:pt x="2279754" y="1438301"/>
                  </a:lnTo>
                  <a:lnTo>
                    <a:pt x="2280569" y="1464086"/>
                  </a:lnTo>
                  <a:lnTo>
                    <a:pt x="2281384" y="1407732"/>
                  </a:lnTo>
                  <a:lnTo>
                    <a:pt x="2282198" y="1428140"/>
                  </a:lnTo>
                  <a:lnTo>
                    <a:pt x="2283013" y="1396542"/>
                  </a:lnTo>
                  <a:lnTo>
                    <a:pt x="2283828" y="1421974"/>
                  </a:lnTo>
                  <a:lnTo>
                    <a:pt x="2284643" y="1458181"/>
                  </a:lnTo>
                  <a:lnTo>
                    <a:pt x="2285458" y="1564210"/>
                  </a:lnTo>
                  <a:lnTo>
                    <a:pt x="2286272" y="1601805"/>
                  </a:lnTo>
                  <a:lnTo>
                    <a:pt x="2287087" y="1621646"/>
                  </a:lnTo>
                  <a:lnTo>
                    <a:pt x="2287902" y="1619752"/>
                  </a:lnTo>
                  <a:lnTo>
                    <a:pt x="2288717" y="1643102"/>
                  </a:lnTo>
                  <a:lnTo>
                    <a:pt x="2289531" y="1674435"/>
                  </a:lnTo>
                  <a:lnTo>
                    <a:pt x="2290346" y="1661497"/>
                  </a:lnTo>
                  <a:lnTo>
                    <a:pt x="2291161" y="1643859"/>
                  </a:lnTo>
                  <a:lnTo>
                    <a:pt x="2291976" y="1639329"/>
                  </a:lnTo>
                  <a:lnTo>
                    <a:pt x="2292791" y="1658899"/>
                  </a:lnTo>
                  <a:lnTo>
                    <a:pt x="2293605" y="1620664"/>
                  </a:lnTo>
                  <a:lnTo>
                    <a:pt x="2294420" y="1603188"/>
                  </a:lnTo>
                  <a:lnTo>
                    <a:pt x="2295235" y="1590442"/>
                  </a:lnTo>
                  <a:lnTo>
                    <a:pt x="2296050" y="1541045"/>
                  </a:lnTo>
                  <a:lnTo>
                    <a:pt x="2296864" y="1609635"/>
                  </a:lnTo>
                  <a:lnTo>
                    <a:pt x="2297679" y="1598292"/>
                  </a:lnTo>
                  <a:lnTo>
                    <a:pt x="2298494" y="1611769"/>
                  </a:lnTo>
                  <a:lnTo>
                    <a:pt x="2299309" y="1595736"/>
                  </a:lnTo>
                  <a:lnTo>
                    <a:pt x="2300124" y="1605124"/>
                  </a:lnTo>
                  <a:lnTo>
                    <a:pt x="2300938" y="1537191"/>
                  </a:lnTo>
                  <a:lnTo>
                    <a:pt x="2301753" y="1450320"/>
                  </a:lnTo>
                  <a:lnTo>
                    <a:pt x="2302568" y="1460147"/>
                  </a:lnTo>
                  <a:lnTo>
                    <a:pt x="2303383" y="1472349"/>
                  </a:lnTo>
                  <a:lnTo>
                    <a:pt x="2304197" y="1498241"/>
                  </a:lnTo>
                  <a:lnTo>
                    <a:pt x="2305012" y="1478694"/>
                  </a:lnTo>
                  <a:lnTo>
                    <a:pt x="2305827" y="1458202"/>
                  </a:lnTo>
                  <a:lnTo>
                    <a:pt x="2306642" y="1377081"/>
                  </a:lnTo>
                  <a:lnTo>
                    <a:pt x="2307457" y="1275123"/>
                  </a:lnTo>
                  <a:lnTo>
                    <a:pt x="2308271" y="1261335"/>
                  </a:lnTo>
                  <a:lnTo>
                    <a:pt x="2309086" y="1263999"/>
                  </a:lnTo>
                  <a:lnTo>
                    <a:pt x="2309901" y="1263833"/>
                  </a:lnTo>
                  <a:lnTo>
                    <a:pt x="2310716" y="1266767"/>
                  </a:lnTo>
                  <a:lnTo>
                    <a:pt x="2311531" y="1308660"/>
                  </a:lnTo>
                  <a:lnTo>
                    <a:pt x="2312345" y="1351430"/>
                  </a:lnTo>
                  <a:lnTo>
                    <a:pt x="2313160" y="1391305"/>
                  </a:lnTo>
                  <a:lnTo>
                    <a:pt x="2313975" y="1415597"/>
                  </a:lnTo>
                  <a:lnTo>
                    <a:pt x="2314790" y="1409457"/>
                  </a:lnTo>
                  <a:lnTo>
                    <a:pt x="2315604" y="1393668"/>
                  </a:lnTo>
                  <a:lnTo>
                    <a:pt x="2316419" y="1437001"/>
                  </a:lnTo>
                  <a:lnTo>
                    <a:pt x="2317234" y="1406122"/>
                  </a:lnTo>
                  <a:lnTo>
                    <a:pt x="2318049" y="1415517"/>
                  </a:lnTo>
                  <a:lnTo>
                    <a:pt x="2318864" y="1440789"/>
                  </a:lnTo>
                  <a:lnTo>
                    <a:pt x="2319678" y="1491509"/>
                  </a:lnTo>
                  <a:lnTo>
                    <a:pt x="2320493" y="1457279"/>
                  </a:lnTo>
                  <a:lnTo>
                    <a:pt x="2321308" y="1439563"/>
                  </a:lnTo>
                  <a:lnTo>
                    <a:pt x="2322123" y="1493555"/>
                  </a:lnTo>
                  <a:lnTo>
                    <a:pt x="2322937" y="1467405"/>
                  </a:lnTo>
                  <a:lnTo>
                    <a:pt x="2323752" y="1463491"/>
                  </a:lnTo>
                  <a:lnTo>
                    <a:pt x="2324567" y="1572596"/>
                  </a:lnTo>
                  <a:lnTo>
                    <a:pt x="2325382" y="1575953"/>
                  </a:lnTo>
                  <a:lnTo>
                    <a:pt x="2326197" y="1610051"/>
                  </a:lnTo>
                  <a:lnTo>
                    <a:pt x="2327011" y="1582691"/>
                  </a:lnTo>
                  <a:lnTo>
                    <a:pt x="2327826" y="1528627"/>
                  </a:lnTo>
                  <a:lnTo>
                    <a:pt x="2328641" y="1525698"/>
                  </a:lnTo>
                  <a:lnTo>
                    <a:pt x="2329456" y="1529593"/>
                  </a:lnTo>
                  <a:lnTo>
                    <a:pt x="2330270" y="1537997"/>
                  </a:lnTo>
                  <a:lnTo>
                    <a:pt x="2331085" y="1507615"/>
                  </a:lnTo>
                  <a:lnTo>
                    <a:pt x="2331900" y="1533885"/>
                  </a:lnTo>
                  <a:lnTo>
                    <a:pt x="2332715" y="1564510"/>
                  </a:lnTo>
                  <a:lnTo>
                    <a:pt x="2333530" y="1617300"/>
                  </a:lnTo>
                  <a:lnTo>
                    <a:pt x="2334344" y="1589230"/>
                  </a:lnTo>
                  <a:lnTo>
                    <a:pt x="2335159" y="1536351"/>
                  </a:lnTo>
                  <a:lnTo>
                    <a:pt x="2335974" y="1489356"/>
                  </a:lnTo>
                  <a:lnTo>
                    <a:pt x="2336789" y="1494750"/>
                  </a:lnTo>
                  <a:lnTo>
                    <a:pt x="2337603" y="1503208"/>
                  </a:lnTo>
                  <a:lnTo>
                    <a:pt x="2338418" y="1498679"/>
                  </a:lnTo>
                  <a:lnTo>
                    <a:pt x="2339233" y="1545153"/>
                  </a:lnTo>
                  <a:lnTo>
                    <a:pt x="2340048" y="1573405"/>
                  </a:lnTo>
                  <a:lnTo>
                    <a:pt x="2340863" y="1618131"/>
                  </a:lnTo>
                  <a:lnTo>
                    <a:pt x="2341677" y="1632819"/>
                  </a:lnTo>
                  <a:lnTo>
                    <a:pt x="2342492" y="1633638"/>
                  </a:lnTo>
                  <a:lnTo>
                    <a:pt x="2343307" y="1621809"/>
                  </a:lnTo>
                  <a:lnTo>
                    <a:pt x="2344122" y="1587973"/>
                  </a:lnTo>
                  <a:lnTo>
                    <a:pt x="2344936" y="1506547"/>
                  </a:lnTo>
                  <a:lnTo>
                    <a:pt x="2345751" y="1533138"/>
                  </a:lnTo>
                  <a:lnTo>
                    <a:pt x="2346566" y="1588616"/>
                  </a:lnTo>
                  <a:lnTo>
                    <a:pt x="2347381" y="1559163"/>
                  </a:lnTo>
                  <a:lnTo>
                    <a:pt x="2348196" y="1509776"/>
                  </a:lnTo>
                  <a:lnTo>
                    <a:pt x="2349010" y="1512511"/>
                  </a:lnTo>
                  <a:lnTo>
                    <a:pt x="2349825" y="1556626"/>
                  </a:lnTo>
                  <a:lnTo>
                    <a:pt x="2350640" y="1636425"/>
                  </a:lnTo>
                  <a:lnTo>
                    <a:pt x="2351455" y="1629335"/>
                  </a:lnTo>
                  <a:lnTo>
                    <a:pt x="2352270" y="1646115"/>
                  </a:lnTo>
                  <a:lnTo>
                    <a:pt x="2353084" y="1615615"/>
                  </a:lnTo>
                  <a:lnTo>
                    <a:pt x="2353899" y="1636962"/>
                  </a:lnTo>
                  <a:lnTo>
                    <a:pt x="2354714" y="1617856"/>
                  </a:lnTo>
                  <a:lnTo>
                    <a:pt x="2355529" y="1571575"/>
                  </a:lnTo>
                  <a:lnTo>
                    <a:pt x="2356343" y="1566515"/>
                  </a:lnTo>
                  <a:lnTo>
                    <a:pt x="2357158" y="1583866"/>
                  </a:lnTo>
                  <a:lnTo>
                    <a:pt x="2357973" y="1579249"/>
                  </a:lnTo>
                  <a:lnTo>
                    <a:pt x="2358788" y="1554221"/>
                  </a:lnTo>
                  <a:lnTo>
                    <a:pt x="2359603" y="1552615"/>
                  </a:lnTo>
                  <a:lnTo>
                    <a:pt x="2360417" y="1560376"/>
                  </a:lnTo>
                  <a:lnTo>
                    <a:pt x="2361232" y="1568948"/>
                  </a:lnTo>
                  <a:lnTo>
                    <a:pt x="2362047" y="1563941"/>
                  </a:lnTo>
                  <a:lnTo>
                    <a:pt x="2362862" y="1522940"/>
                  </a:lnTo>
                  <a:lnTo>
                    <a:pt x="2363676" y="1437499"/>
                  </a:lnTo>
                  <a:lnTo>
                    <a:pt x="2364491" y="1371866"/>
                  </a:lnTo>
                  <a:lnTo>
                    <a:pt x="2365306" y="1502190"/>
                  </a:lnTo>
                  <a:lnTo>
                    <a:pt x="2366121" y="1525386"/>
                  </a:lnTo>
                  <a:lnTo>
                    <a:pt x="2366936" y="1525478"/>
                  </a:lnTo>
                  <a:lnTo>
                    <a:pt x="2367750" y="1563780"/>
                  </a:lnTo>
                  <a:lnTo>
                    <a:pt x="2368565" y="1539873"/>
                  </a:lnTo>
                  <a:lnTo>
                    <a:pt x="2369380" y="1529840"/>
                  </a:lnTo>
                  <a:lnTo>
                    <a:pt x="2370195" y="1497573"/>
                  </a:lnTo>
                  <a:lnTo>
                    <a:pt x="2371009" y="1460731"/>
                  </a:lnTo>
                  <a:lnTo>
                    <a:pt x="2371824" y="1457884"/>
                  </a:lnTo>
                  <a:lnTo>
                    <a:pt x="2372639" y="1407254"/>
                  </a:lnTo>
                  <a:lnTo>
                    <a:pt x="2373454" y="1429017"/>
                  </a:lnTo>
                  <a:lnTo>
                    <a:pt x="2374269" y="1400745"/>
                  </a:lnTo>
                  <a:lnTo>
                    <a:pt x="2375083" y="1382121"/>
                  </a:lnTo>
                  <a:lnTo>
                    <a:pt x="2375898" y="1374895"/>
                  </a:lnTo>
                  <a:lnTo>
                    <a:pt x="2376713" y="1351242"/>
                  </a:lnTo>
                  <a:lnTo>
                    <a:pt x="2377528" y="1321388"/>
                  </a:lnTo>
                  <a:lnTo>
                    <a:pt x="2378342" y="1244961"/>
                  </a:lnTo>
                  <a:lnTo>
                    <a:pt x="2379157" y="1175129"/>
                  </a:lnTo>
                  <a:lnTo>
                    <a:pt x="2379972" y="1117035"/>
                  </a:lnTo>
                  <a:lnTo>
                    <a:pt x="2380787" y="958924"/>
                  </a:lnTo>
                  <a:lnTo>
                    <a:pt x="2381602" y="815462"/>
                  </a:lnTo>
                  <a:lnTo>
                    <a:pt x="2382416" y="866113"/>
                  </a:lnTo>
                  <a:lnTo>
                    <a:pt x="2383231" y="772418"/>
                  </a:lnTo>
                  <a:lnTo>
                    <a:pt x="2384046" y="789854"/>
                  </a:lnTo>
                  <a:lnTo>
                    <a:pt x="2384861" y="685075"/>
                  </a:lnTo>
                  <a:lnTo>
                    <a:pt x="2385675" y="644278"/>
                  </a:lnTo>
                  <a:lnTo>
                    <a:pt x="2386490" y="513740"/>
                  </a:lnTo>
                  <a:lnTo>
                    <a:pt x="2387305" y="386674"/>
                  </a:lnTo>
                  <a:lnTo>
                    <a:pt x="2388120" y="336114"/>
                  </a:lnTo>
                  <a:lnTo>
                    <a:pt x="2388935" y="373489"/>
                  </a:lnTo>
                  <a:lnTo>
                    <a:pt x="2389749" y="579648"/>
                  </a:lnTo>
                  <a:lnTo>
                    <a:pt x="2390564" y="656416"/>
                  </a:lnTo>
                  <a:lnTo>
                    <a:pt x="2391379" y="617208"/>
                  </a:lnTo>
                  <a:lnTo>
                    <a:pt x="2392194" y="650513"/>
                  </a:lnTo>
                  <a:lnTo>
                    <a:pt x="2393009" y="688812"/>
                  </a:lnTo>
                  <a:lnTo>
                    <a:pt x="2393823" y="719888"/>
                  </a:lnTo>
                  <a:lnTo>
                    <a:pt x="2394638" y="701330"/>
                  </a:lnTo>
                  <a:lnTo>
                    <a:pt x="2395453" y="671995"/>
                  </a:lnTo>
                  <a:lnTo>
                    <a:pt x="2396268" y="702528"/>
                  </a:lnTo>
                  <a:lnTo>
                    <a:pt x="2397082" y="664532"/>
                  </a:lnTo>
                  <a:lnTo>
                    <a:pt x="2397897" y="633303"/>
                  </a:lnTo>
                  <a:lnTo>
                    <a:pt x="2398712" y="569745"/>
                  </a:lnTo>
                  <a:lnTo>
                    <a:pt x="2399527" y="417960"/>
                  </a:lnTo>
                  <a:lnTo>
                    <a:pt x="2400342" y="294714"/>
                  </a:lnTo>
                  <a:lnTo>
                    <a:pt x="2401156" y="453710"/>
                  </a:lnTo>
                  <a:lnTo>
                    <a:pt x="2401971" y="511419"/>
                  </a:lnTo>
                  <a:lnTo>
                    <a:pt x="2402786" y="565821"/>
                  </a:lnTo>
                  <a:lnTo>
                    <a:pt x="2403601" y="686666"/>
                  </a:lnTo>
                  <a:lnTo>
                    <a:pt x="2404415" y="580957"/>
                  </a:lnTo>
                  <a:lnTo>
                    <a:pt x="2405230" y="734948"/>
                  </a:lnTo>
                  <a:lnTo>
                    <a:pt x="2406045" y="902577"/>
                  </a:lnTo>
                  <a:lnTo>
                    <a:pt x="2406860" y="1015580"/>
                  </a:lnTo>
                  <a:lnTo>
                    <a:pt x="2407675" y="982678"/>
                  </a:lnTo>
                  <a:lnTo>
                    <a:pt x="2408489" y="1030956"/>
                  </a:lnTo>
                  <a:lnTo>
                    <a:pt x="2409304" y="1245227"/>
                  </a:lnTo>
                  <a:lnTo>
                    <a:pt x="2410119" y="1274760"/>
                  </a:lnTo>
                  <a:lnTo>
                    <a:pt x="2410934" y="1236950"/>
                  </a:lnTo>
                  <a:lnTo>
                    <a:pt x="2411748" y="1334029"/>
                  </a:lnTo>
                  <a:lnTo>
                    <a:pt x="2412563" y="1352180"/>
                  </a:lnTo>
                  <a:lnTo>
                    <a:pt x="2413378" y="1295087"/>
                  </a:lnTo>
                  <a:lnTo>
                    <a:pt x="2414193" y="1296780"/>
                  </a:lnTo>
                  <a:lnTo>
                    <a:pt x="2415008" y="1234402"/>
                  </a:lnTo>
                  <a:lnTo>
                    <a:pt x="2415822" y="1269050"/>
                  </a:lnTo>
                  <a:lnTo>
                    <a:pt x="2416637" y="1384556"/>
                  </a:lnTo>
                  <a:lnTo>
                    <a:pt x="2417452" y="1316154"/>
                  </a:lnTo>
                  <a:lnTo>
                    <a:pt x="2418267" y="1203273"/>
                  </a:lnTo>
                  <a:lnTo>
                    <a:pt x="2419081" y="1338679"/>
                  </a:lnTo>
                  <a:lnTo>
                    <a:pt x="2419896" y="1320238"/>
                  </a:lnTo>
                  <a:lnTo>
                    <a:pt x="2420711" y="1277845"/>
                  </a:lnTo>
                  <a:lnTo>
                    <a:pt x="2421526" y="1223671"/>
                  </a:lnTo>
                  <a:lnTo>
                    <a:pt x="2422341" y="1382574"/>
                  </a:lnTo>
                  <a:lnTo>
                    <a:pt x="2423155" y="1381244"/>
                  </a:lnTo>
                  <a:lnTo>
                    <a:pt x="2423970" y="1320029"/>
                  </a:lnTo>
                  <a:lnTo>
                    <a:pt x="2424785" y="1344650"/>
                  </a:lnTo>
                  <a:lnTo>
                    <a:pt x="2425600" y="1431627"/>
                  </a:lnTo>
                  <a:lnTo>
                    <a:pt x="2426414" y="1533034"/>
                  </a:lnTo>
                  <a:lnTo>
                    <a:pt x="2427229" y="1497292"/>
                  </a:lnTo>
                  <a:lnTo>
                    <a:pt x="2428044" y="1499915"/>
                  </a:lnTo>
                  <a:lnTo>
                    <a:pt x="2428859" y="1526663"/>
                  </a:lnTo>
                  <a:lnTo>
                    <a:pt x="2429674" y="1408543"/>
                  </a:lnTo>
                  <a:lnTo>
                    <a:pt x="2430488" y="1399726"/>
                  </a:lnTo>
                  <a:lnTo>
                    <a:pt x="2431303" y="1334684"/>
                  </a:lnTo>
                  <a:lnTo>
                    <a:pt x="2432118" y="1379890"/>
                  </a:lnTo>
                  <a:lnTo>
                    <a:pt x="2432933" y="1334572"/>
                  </a:lnTo>
                  <a:lnTo>
                    <a:pt x="2433748" y="1301395"/>
                  </a:lnTo>
                  <a:lnTo>
                    <a:pt x="2434562" y="1326285"/>
                  </a:lnTo>
                  <a:lnTo>
                    <a:pt x="2435377" y="1340463"/>
                  </a:lnTo>
                  <a:lnTo>
                    <a:pt x="2436192" y="1339143"/>
                  </a:lnTo>
                  <a:lnTo>
                    <a:pt x="2437007" y="1367635"/>
                  </a:lnTo>
                  <a:lnTo>
                    <a:pt x="2437821" y="1313298"/>
                  </a:lnTo>
                  <a:lnTo>
                    <a:pt x="2438636" y="1325782"/>
                  </a:lnTo>
                  <a:lnTo>
                    <a:pt x="2439451" y="1259333"/>
                  </a:lnTo>
                  <a:lnTo>
                    <a:pt x="2440266" y="1204984"/>
                  </a:lnTo>
                  <a:lnTo>
                    <a:pt x="2441081" y="1191500"/>
                  </a:lnTo>
                  <a:lnTo>
                    <a:pt x="2441895" y="1180023"/>
                  </a:lnTo>
                  <a:lnTo>
                    <a:pt x="2442710" y="1139270"/>
                  </a:lnTo>
                  <a:lnTo>
                    <a:pt x="2443525" y="1125233"/>
                  </a:lnTo>
                  <a:lnTo>
                    <a:pt x="2444340" y="1185788"/>
                  </a:lnTo>
                  <a:lnTo>
                    <a:pt x="2445154" y="1152166"/>
                  </a:lnTo>
                  <a:lnTo>
                    <a:pt x="2445969" y="1153522"/>
                  </a:lnTo>
                  <a:lnTo>
                    <a:pt x="2446784" y="1209066"/>
                  </a:lnTo>
                  <a:lnTo>
                    <a:pt x="2447599" y="1176374"/>
                  </a:lnTo>
                  <a:lnTo>
                    <a:pt x="2448414" y="1243502"/>
                  </a:lnTo>
                  <a:lnTo>
                    <a:pt x="2449228" y="1206371"/>
                  </a:lnTo>
                  <a:lnTo>
                    <a:pt x="2450043" y="1238107"/>
                  </a:lnTo>
                  <a:lnTo>
                    <a:pt x="2450858" y="1346931"/>
                  </a:lnTo>
                  <a:lnTo>
                    <a:pt x="2451673" y="1317128"/>
                  </a:lnTo>
                  <a:lnTo>
                    <a:pt x="2452487" y="1393996"/>
                  </a:lnTo>
                  <a:lnTo>
                    <a:pt x="2453302" y="1418575"/>
                  </a:lnTo>
                  <a:lnTo>
                    <a:pt x="2454117" y="1441063"/>
                  </a:lnTo>
                  <a:lnTo>
                    <a:pt x="2454932" y="1566213"/>
                  </a:lnTo>
                  <a:lnTo>
                    <a:pt x="2455747" y="1485238"/>
                  </a:lnTo>
                  <a:lnTo>
                    <a:pt x="2456561" y="1532228"/>
                  </a:lnTo>
                  <a:lnTo>
                    <a:pt x="2457376" y="1550315"/>
                  </a:lnTo>
                  <a:lnTo>
                    <a:pt x="2458191" y="1582707"/>
                  </a:lnTo>
                  <a:lnTo>
                    <a:pt x="2459006" y="1641561"/>
                  </a:lnTo>
                  <a:lnTo>
                    <a:pt x="2459820" y="1614766"/>
                  </a:lnTo>
                  <a:lnTo>
                    <a:pt x="2460635" y="1605457"/>
                  </a:lnTo>
                  <a:lnTo>
                    <a:pt x="2461450" y="1592689"/>
                  </a:lnTo>
                  <a:lnTo>
                    <a:pt x="2462265" y="1494692"/>
                  </a:lnTo>
                  <a:lnTo>
                    <a:pt x="2463080" y="1369732"/>
                  </a:lnTo>
                  <a:lnTo>
                    <a:pt x="2463894" y="1430410"/>
                  </a:lnTo>
                  <a:lnTo>
                    <a:pt x="2464709" y="1463020"/>
                  </a:lnTo>
                  <a:lnTo>
                    <a:pt x="2465524" y="1440678"/>
                  </a:lnTo>
                  <a:lnTo>
                    <a:pt x="2466339" y="1422839"/>
                  </a:lnTo>
                  <a:lnTo>
                    <a:pt x="2467153" y="1495944"/>
                  </a:lnTo>
                  <a:lnTo>
                    <a:pt x="2467968" y="1519968"/>
                  </a:lnTo>
                  <a:lnTo>
                    <a:pt x="2468783" y="1552469"/>
                  </a:lnTo>
                  <a:lnTo>
                    <a:pt x="2469598" y="1455386"/>
                  </a:lnTo>
                  <a:lnTo>
                    <a:pt x="2470413" y="1436907"/>
                  </a:lnTo>
                  <a:lnTo>
                    <a:pt x="2471227" y="1520517"/>
                  </a:lnTo>
                  <a:lnTo>
                    <a:pt x="2472042" y="1540918"/>
                  </a:lnTo>
                  <a:lnTo>
                    <a:pt x="2472857" y="1596872"/>
                  </a:lnTo>
                  <a:lnTo>
                    <a:pt x="2473672" y="1581581"/>
                  </a:lnTo>
                  <a:lnTo>
                    <a:pt x="2474487" y="1615177"/>
                  </a:lnTo>
                  <a:lnTo>
                    <a:pt x="2475301" y="1620949"/>
                  </a:lnTo>
                  <a:lnTo>
                    <a:pt x="2476116" y="1604719"/>
                  </a:lnTo>
                  <a:lnTo>
                    <a:pt x="2476931" y="1598148"/>
                  </a:lnTo>
                  <a:lnTo>
                    <a:pt x="2477746" y="1584128"/>
                  </a:lnTo>
                  <a:lnTo>
                    <a:pt x="2478560" y="1593597"/>
                  </a:lnTo>
                  <a:lnTo>
                    <a:pt x="2479375" y="1499307"/>
                  </a:lnTo>
                  <a:lnTo>
                    <a:pt x="2480190" y="1466791"/>
                  </a:lnTo>
                  <a:lnTo>
                    <a:pt x="2481005" y="1610567"/>
                  </a:lnTo>
                  <a:lnTo>
                    <a:pt x="2481820" y="1646910"/>
                  </a:lnTo>
                  <a:lnTo>
                    <a:pt x="2482634" y="1648013"/>
                  </a:lnTo>
                  <a:lnTo>
                    <a:pt x="2483449" y="1619472"/>
                  </a:lnTo>
                  <a:lnTo>
                    <a:pt x="2484264" y="1643690"/>
                  </a:lnTo>
                  <a:lnTo>
                    <a:pt x="2485079" y="1625127"/>
                  </a:lnTo>
                  <a:lnTo>
                    <a:pt x="2485893" y="1616830"/>
                  </a:lnTo>
                  <a:lnTo>
                    <a:pt x="2486708" y="1590330"/>
                  </a:lnTo>
                  <a:lnTo>
                    <a:pt x="2487523" y="1566294"/>
                  </a:lnTo>
                  <a:lnTo>
                    <a:pt x="2488338" y="1598836"/>
                  </a:lnTo>
                  <a:lnTo>
                    <a:pt x="2489153" y="1627873"/>
                  </a:lnTo>
                  <a:lnTo>
                    <a:pt x="2489967" y="1628056"/>
                  </a:lnTo>
                  <a:lnTo>
                    <a:pt x="2490782" y="1609539"/>
                  </a:lnTo>
                  <a:lnTo>
                    <a:pt x="2491597" y="1633479"/>
                  </a:lnTo>
                  <a:lnTo>
                    <a:pt x="2492412" y="1651039"/>
                  </a:lnTo>
                  <a:lnTo>
                    <a:pt x="2493226" y="1674759"/>
                  </a:lnTo>
                  <a:lnTo>
                    <a:pt x="2494041" y="1679729"/>
                  </a:lnTo>
                  <a:lnTo>
                    <a:pt x="2494856" y="1659300"/>
                  </a:lnTo>
                  <a:lnTo>
                    <a:pt x="2495671" y="1658553"/>
                  </a:lnTo>
                  <a:lnTo>
                    <a:pt x="2496486" y="1623739"/>
                  </a:lnTo>
                  <a:lnTo>
                    <a:pt x="2497300" y="1500078"/>
                  </a:lnTo>
                  <a:lnTo>
                    <a:pt x="2498115" y="1488941"/>
                  </a:lnTo>
                  <a:lnTo>
                    <a:pt x="2498930" y="1477717"/>
                  </a:lnTo>
                  <a:lnTo>
                    <a:pt x="2499745" y="1526728"/>
                  </a:lnTo>
                  <a:lnTo>
                    <a:pt x="2500559" y="1551192"/>
                  </a:lnTo>
                  <a:lnTo>
                    <a:pt x="2501374" y="1569548"/>
                  </a:lnTo>
                  <a:lnTo>
                    <a:pt x="2502189" y="1552115"/>
                  </a:lnTo>
                  <a:lnTo>
                    <a:pt x="2503004" y="1556160"/>
                  </a:lnTo>
                  <a:lnTo>
                    <a:pt x="2503819" y="1518747"/>
                  </a:lnTo>
                  <a:lnTo>
                    <a:pt x="2504633" y="1460491"/>
                  </a:lnTo>
                  <a:lnTo>
                    <a:pt x="2505448" y="1423629"/>
                  </a:lnTo>
                  <a:lnTo>
                    <a:pt x="2506263" y="1455610"/>
                  </a:lnTo>
                  <a:lnTo>
                    <a:pt x="2507078" y="1432031"/>
                  </a:lnTo>
                  <a:lnTo>
                    <a:pt x="2507892" y="1369386"/>
                  </a:lnTo>
                  <a:lnTo>
                    <a:pt x="2508707" y="1314307"/>
                  </a:lnTo>
                  <a:lnTo>
                    <a:pt x="2509522" y="1296742"/>
                  </a:lnTo>
                  <a:lnTo>
                    <a:pt x="2510337" y="1328979"/>
                  </a:lnTo>
                  <a:lnTo>
                    <a:pt x="2511152" y="1357077"/>
                  </a:lnTo>
                  <a:lnTo>
                    <a:pt x="2511966" y="1398849"/>
                  </a:lnTo>
                  <a:lnTo>
                    <a:pt x="2512781" y="1505737"/>
                  </a:lnTo>
                  <a:lnTo>
                    <a:pt x="2513596" y="1536710"/>
                  </a:lnTo>
                  <a:lnTo>
                    <a:pt x="2514411" y="1511134"/>
                  </a:lnTo>
                  <a:lnTo>
                    <a:pt x="2515226" y="1432419"/>
                  </a:lnTo>
                  <a:lnTo>
                    <a:pt x="2516040" y="1471768"/>
                  </a:lnTo>
                  <a:lnTo>
                    <a:pt x="2516855" y="1563225"/>
                  </a:lnTo>
                  <a:lnTo>
                    <a:pt x="2517670" y="1617504"/>
                  </a:lnTo>
                  <a:lnTo>
                    <a:pt x="2518485" y="1583714"/>
                  </a:lnTo>
                  <a:lnTo>
                    <a:pt x="2519299" y="1582369"/>
                  </a:lnTo>
                  <a:lnTo>
                    <a:pt x="2520114" y="1623835"/>
                  </a:lnTo>
                  <a:lnTo>
                    <a:pt x="2520929" y="1621944"/>
                  </a:lnTo>
                  <a:lnTo>
                    <a:pt x="2521744" y="1617012"/>
                  </a:lnTo>
                  <a:lnTo>
                    <a:pt x="2522559" y="1592752"/>
                  </a:lnTo>
                  <a:lnTo>
                    <a:pt x="2523373" y="1634490"/>
                  </a:lnTo>
                  <a:lnTo>
                    <a:pt x="2524188" y="1621486"/>
                  </a:lnTo>
                  <a:lnTo>
                    <a:pt x="2525003" y="1611305"/>
                  </a:lnTo>
                  <a:lnTo>
                    <a:pt x="2525818" y="1565501"/>
                  </a:lnTo>
                  <a:lnTo>
                    <a:pt x="2526632" y="1521077"/>
                  </a:lnTo>
                  <a:lnTo>
                    <a:pt x="2527447" y="1549437"/>
                  </a:lnTo>
                  <a:lnTo>
                    <a:pt x="2528262" y="1509167"/>
                  </a:lnTo>
                  <a:lnTo>
                    <a:pt x="2529077" y="1376825"/>
                  </a:lnTo>
                  <a:lnTo>
                    <a:pt x="2529892" y="1391595"/>
                  </a:lnTo>
                  <a:lnTo>
                    <a:pt x="2530706" y="1392635"/>
                  </a:lnTo>
                  <a:lnTo>
                    <a:pt x="2531521" y="1364437"/>
                  </a:lnTo>
                  <a:lnTo>
                    <a:pt x="2532336" y="1393380"/>
                  </a:lnTo>
                  <a:lnTo>
                    <a:pt x="2533151" y="1372033"/>
                  </a:lnTo>
                  <a:lnTo>
                    <a:pt x="2533965" y="1441945"/>
                  </a:lnTo>
                  <a:lnTo>
                    <a:pt x="2534780" y="1528887"/>
                  </a:lnTo>
                  <a:lnTo>
                    <a:pt x="2535595" y="1550234"/>
                  </a:lnTo>
                  <a:lnTo>
                    <a:pt x="2536410" y="1554459"/>
                  </a:lnTo>
                  <a:lnTo>
                    <a:pt x="2537225" y="1573751"/>
                  </a:lnTo>
                  <a:lnTo>
                    <a:pt x="2538039" y="1633094"/>
                  </a:lnTo>
                  <a:lnTo>
                    <a:pt x="2538854" y="1599957"/>
                  </a:lnTo>
                  <a:lnTo>
                    <a:pt x="2539669" y="1586444"/>
                  </a:lnTo>
                  <a:lnTo>
                    <a:pt x="2540484" y="1562857"/>
                  </a:lnTo>
                  <a:lnTo>
                    <a:pt x="2541298" y="1630225"/>
                  </a:lnTo>
                  <a:lnTo>
                    <a:pt x="2542113" y="1506483"/>
                  </a:lnTo>
                  <a:lnTo>
                    <a:pt x="2542928" y="1465223"/>
                  </a:lnTo>
                  <a:lnTo>
                    <a:pt x="2543743" y="1534542"/>
                  </a:lnTo>
                  <a:lnTo>
                    <a:pt x="2544558" y="1602195"/>
                  </a:lnTo>
                  <a:lnTo>
                    <a:pt x="2545372" y="1666617"/>
                  </a:lnTo>
                  <a:lnTo>
                    <a:pt x="2546187" y="1647101"/>
                  </a:lnTo>
                  <a:lnTo>
                    <a:pt x="2547002" y="1609763"/>
                  </a:lnTo>
                  <a:lnTo>
                    <a:pt x="2547817" y="1614761"/>
                  </a:lnTo>
                  <a:lnTo>
                    <a:pt x="2548631" y="1652363"/>
                  </a:lnTo>
                  <a:lnTo>
                    <a:pt x="2549446" y="1696766"/>
                  </a:lnTo>
                  <a:lnTo>
                    <a:pt x="2550261" y="1683604"/>
                  </a:lnTo>
                  <a:lnTo>
                    <a:pt x="2551076" y="1664346"/>
                  </a:lnTo>
                  <a:lnTo>
                    <a:pt x="2551891" y="1672664"/>
                  </a:lnTo>
                  <a:lnTo>
                    <a:pt x="2552705" y="1654586"/>
                  </a:lnTo>
                  <a:lnTo>
                    <a:pt x="2553520" y="1627481"/>
                  </a:lnTo>
                  <a:lnTo>
                    <a:pt x="2554335" y="1609497"/>
                  </a:lnTo>
                  <a:lnTo>
                    <a:pt x="2555150" y="1581793"/>
                  </a:lnTo>
                  <a:lnTo>
                    <a:pt x="2555965" y="1549882"/>
                  </a:lnTo>
                  <a:lnTo>
                    <a:pt x="2556779" y="1508598"/>
                  </a:lnTo>
                  <a:lnTo>
                    <a:pt x="2557594" y="1391347"/>
                  </a:lnTo>
                  <a:lnTo>
                    <a:pt x="2558409" y="1391905"/>
                  </a:lnTo>
                  <a:lnTo>
                    <a:pt x="2559224" y="1339954"/>
                  </a:lnTo>
                  <a:lnTo>
                    <a:pt x="2560038" y="1297746"/>
                  </a:lnTo>
                  <a:lnTo>
                    <a:pt x="2560853" y="1334994"/>
                  </a:lnTo>
                  <a:lnTo>
                    <a:pt x="2561668" y="1323021"/>
                  </a:lnTo>
                  <a:lnTo>
                    <a:pt x="2562483" y="1386498"/>
                  </a:lnTo>
                  <a:lnTo>
                    <a:pt x="2563298" y="1356857"/>
                  </a:lnTo>
                  <a:lnTo>
                    <a:pt x="2564112" y="1358631"/>
                  </a:lnTo>
                  <a:lnTo>
                    <a:pt x="2564927" y="1396028"/>
                  </a:lnTo>
                  <a:lnTo>
                    <a:pt x="2565742" y="1434796"/>
                  </a:lnTo>
                  <a:lnTo>
                    <a:pt x="2566557" y="1464807"/>
                  </a:lnTo>
                  <a:lnTo>
                    <a:pt x="2567371" y="1430991"/>
                  </a:lnTo>
                  <a:lnTo>
                    <a:pt x="2568186" y="1410416"/>
                  </a:lnTo>
                  <a:lnTo>
                    <a:pt x="2569001" y="1391703"/>
                  </a:lnTo>
                  <a:lnTo>
                    <a:pt x="2569816" y="1368847"/>
                  </a:lnTo>
                  <a:lnTo>
                    <a:pt x="2570631" y="1341813"/>
                  </a:lnTo>
                  <a:lnTo>
                    <a:pt x="2571445" y="1384397"/>
                  </a:lnTo>
                  <a:lnTo>
                    <a:pt x="2572260" y="1441420"/>
                  </a:lnTo>
                  <a:lnTo>
                    <a:pt x="2573075" y="1419828"/>
                  </a:lnTo>
                  <a:lnTo>
                    <a:pt x="2573890" y="1423485"/>
                  </a:lnTo>
                  <a:lnTo>
                    <a:pt x="2574704" y="1396457"/>
                  </a:lnTo>
                  <a:lnTo>
                    <a:pt x="2575519" y="1480556"/>
                  </a:lnTo>
                  <a:lnTo>
                    <a:pt x="2576334" y="1579751"/>
                  </a:lnTo>
                  <a:lnTo>
                    <a:pt x="2577149" y="1544764"/>
                  </a:lnTo>
                  <a:lnTo>
                    <a:pt x="2577964" y="1578082"/>
                  </a:lnTo>
                  <a:lnTo>
                    <a:pt x="2578778" y="1569253"/>
                  </a:lnTo>
                  <a:lnTo>
                    <a:pt x="2579593" y="1574244"/>
                  </a:lnTo>
                  <a:lnTo>
                    <a:pt x="2580408" y="1522939"/>
                  </a:lnTo>
                  <a:lnTo>
                    <a:pt x="2581223" y="1498085"/>
                  </a:lnTo>
                  <a:lnTo>
                    <a:pt x="2582037" y="1583298"/>
                  </a:lnTo>
                  <a:lnTo>
                    <a:pt x="2582852" y="1591898"/>
                  </a:lnTo>
                  <a:lnTo>
                    <a:pt x="2583667" y="1586947"/>
                  </a:lnTo>
                  <a:lnTo>
                    <a:pt x="2584482" y="1466582"/>
                  </a:lnTo>
                  <a:lnTo>
                    <a:pt x="2585297" y="1427429"/>
                  </a:lnTo>
                  <a:lnTo>
                    <a:pt x="2586111" y="1463682"/>
                  </a:lnTo>
                  <a:lnTo>
                    <a:pt x="2586926" y="1562047"/>
                  </a:lnTo>
                  <a:lnTo>
                    <a:pt x="2587741" y="1575800"/>
                  </a:lnTo>
                  <a:lnTo>
                    <a:pt x="2588556" y="1604373"/>
                  </a:lnTo>
                  <a:lnTo>
                    <a:pt x="2589371" y="1616334"/>
                  </a:lnTo>
                  <a:lnTo>
                    <a:pt x="2590185" y="1601508"/>
                  </a:lnTo>
                  <a:lnTo>
                    <a:pt x="2591000" y="1583239"/>
                  </a:lnTo>
                  <a:lnTo>
                    <a:pt x="2591815" y="1460745"/>
                  </a:lnTo>
                  <a:lnTo>
                    <a:pt x="2592630" y="1441376"/>
                  </a:lnTo>
                  <a:lnTo>
                    <a:pt x="2593444" y="1522302"/>
                  </a:lnTo>
                  <a:lnTo>
                    <a:pt x="2594259" y="1502166"/>
                  </a:lnTo>
                  <a:lnTo>
                    <a:pt x="2595074" y="1385380"/>
                  </a:lnTo>
                  <a:lnTo>
                    <a:pt x="2595889" y="1365725"/>
                  </a:lnTo>
                  <a:lnTo>
                    <a:pt x="2596704" y="1428614"/>
                  </a:lnTo>
                  <a:lnTo>
                    <a:pt x="2597518" y="1452473"/>
                  </a:lnTo>
                  <a:lnTo>
                    <a:pt x="2598333" y="1479614"/>
                  </a:lnTo>
                  <a:lnTo>
                    <a:pt x="2599148" y="1493787"/>
                  </a:lnTo>
                  <a:lnTo>
                    <a:pt x="2599963" y="1569667"/>
                  </a:lnTo>
                  <a:lnTo>
                    <a:pt x="2600777" y="1462322"/>
                  </a:lnTo>
                  <a:lnTo>
                    <a:pt x="2601592" y="1429785"/>
                  </a:lnTo>
                  <a:lnTo>
                    <a:pt x="2602407" y="1431796"/>
                  </a:lnTo>
                  <a:lnTo>
                    <a:pt x="2603222" y="1531573"/>
                  </a:lnTo>
                  <a:lnTo>
                    <a:pt x="2604037" y="1572009"/>
                  </a:lnTo>
                  <a:lnTo>
                    <a:pt x="2604851" y="1562070"/>
                  </a:lnTo>
                  <a:lnTo>
                    <a:pt x="2605666" y="1508881"/>
                  </a:lnTo>
                  <a:lnTo>
                    <a:pt x="2606481" y="1484925"/>
                  </a:lnTo>
                  <a:lnTo>
                    <a:pt x="2607296" y="1446007"/>
                  </a:lnTo>
                  <a:lnTo>
                    <a:pt x="2608110" y="1466668"/>
                  </a:lnTo>
                  <a:lnTo>
                    <a:pt x="2608925" y="1493798"/>
                  </a:lnTo>
                  <a:lnTo>
                    <a:pt x="2609740" y="1542722"/>
                  </a:lnTo>
                  <a:lnTo>
                    <a:pt x="2610555" y="1580875"/>
                  </a:lnTo>
                  <a:lnTo>
                    <a:pt x="2611370" y="1555060"/>
                  </a:lnTo>
                  <a:lnTo>
                    <a:pt x="2612184" y="1446964"/>
                  </a:lnTo>
                  <a:lnTo>
                    <a:pt x="2612999" y="1421600"/>
                  </a:lnTo>
                  <a:lnTo>
                    <a:pt x="2613814" y="1415726"/>
                  </a:lnTo>
                  <a:lnTo>
                    <a:pt x="2614629" y="1445518"/>
                  </a:lnTo>
                  <a:lnTo>
                    <a:pt x="2615443" y="1448291"/>
                  </a:lnTo>
                  <a:lnTo>
                    <a:pt x="2616258" y="1449585"/>
                  </a:lnTo>
                  <a:lnTo>
                    <a:pt x="2617073" y="1466352"/>
                  </a:lnTo>
                  <a:lnTo>
                    <a:pt x="2617888" y="1502201"/>
                  </a:lnTo>
                  <a:lnTo>
                    <a:pt x="2618703" y="1569799"/>
                  </a:lnTo>
                  <a:lnTo>
                    <a:pt x="2619517" y="1574298"/>
                  </a:lnTo>
                  <a:lnTo>
                    <a:pt x="2620332" y="1588221"/>
                  </a:lnTo>
                  <a:lnTo>
                    <a:pt x="2621147" y="1585710"/>
                  </a:lnTo>
                  <a:lnTo>
                    <a:pt x="2621962" y="1493758"/>
                  </a:lnTo>
                  <a:lnTo>
                    <a:pt x="2622776" y="1445606"/>
                  </a:lnTo>
                  <a:lnTo>
                    <a:pt x="2623591" y="1437043"/>
                  </a:lnTo>
                  <a:lnTo>
                    <a:pt x="2624406" y="1462769"/>
                  </a:lnTo>
                  <a:lnTo>
                    <a:pt x="2625221" y="1444291"/>
                  </a:lnTo>
                  <a:lnTo>
                    <a:pt x="2626036" y="1415959"/>
                  </a:lnTo>
                  <a:lnTo>
                    <a:pt x="2626850" y="1461500"/>
                  </a:lnTo>
                  <a:lnTo>
                    <a:pt x="2627665" y="1462221"/>
                  </a:lnTo>
                  <a:lnTo>
                    <a:pt x="2628480" y="1471465"/>
                  </a:lnTo>
                  <a:lnTo>
                    <a:pt x="2629295" y="1416037"/>
                  </a:lnTo>
                  <a:lnTo>
                    <a:pt x="2630110" y="1364139"/>
                  </a:lnTo>
                  <a:lnTo>
                    <a:pt x="2630924" y="1342004"/>
                  </a:lnTo>
                  <a:lnTo>
                    <a:pt x="2631739" y="1310090"/>
                  </a:lnTo>
                  <a:lnTo>
                    <a:pt x="2632554" y="1340698"/>
                  </a:lnTo>
                  <a:lnTo>
                    <a:pt x="2633369" y="1375722"/>
                  </a:lnTo>
                  <a:lnTo>
                    <a:pt x="2634183" y="1379066"/>
                  </a:lnTo>
                  <a:lnTo>
                    <a:pt x="2634998" y="1400620"/>
                  </a:lnTo>
                  <a:lnTo>
                    <a:pt x="2635813" y="1407273"/>
                  </a:lnTo>
                  <a:lnTo>
                    <a:pt x="2636628" y="1509877"/>
                  </a:lnTo>
                  <a:lnTo>
                    <a:pt x="2637443" y="1509012"/>
                  </a:lnTo>
                  <a:lnTo>
                    <a:pt x="2638257" y="1397818"/>
                  </a:lnTo>
                  <a:lnTo>
                    <a:pt x="2639072" y="1421302"/>
                  </a:lnTo>
                  <a:lnTo>
                    <a:pt x="2639887" y="1395092"/>
                  </a:lnTo>
                  <a:lnTo>
                    <a:pt x="2640702" y="1426125"/>
                  </a:lnTo>
                  <a:lnTo>
                    <a:pt x="2641516" y="1455865"/>
                  </a:lnTo>
                  <a:lnTo>
                    <a:pt x="2642331" y="1577416"/>
                  </a:lnTo>
                  <a:lnTo>
                    <a:pt x="2643146" y="1617767"/>
                  </a:lnTo>
                  <a:lnTo>
                    <a:pt x="2643961" y="1647108"/>
                  </a:lnTo>
                  <a:lnTo>
                    <a:pt x="2644776" y="1647896"/>
                  </a:lnTo>
                  <a:lnTo>
                    <a:pt x="2645590" y="1690362"/>
                  </a:lnTo>
                  <a:lnTo>
                    <a:pt x="2646405" y="1711318"/>
                  </a:lnTo>
                  <a:lnTo>
                    <a:pt x="2647220" y="1708434"/>
                  </a:lnTo>
                  <a:lnTo>
                    <a:pt x="2648035" y="1693826"/>
                  </a:lnTo>
                  <a:lnTo>
                    <a:pt x="2648849" y="1699877"/>
                  </a:lnTo>
                  <a:lnTo>
                    <a:pt x="2649664" y="1727284"/>
                  </a:lnTo>
                  <a:lnTo>
                    <a:pt x="2650479" y="1712410"/>
                  </a:lnTo>
                  <a:lnTo>
                    <a:pt x="2651294" y="1682071"/>
                  </a:lnTo>
                  <a:lnTo>
                    <a:pt x="2652109" y="1674220"/>
                  </a:lnTo>
                  <a:lnTo>
                    <a:pt x="2652923" y="1640308"/>
                  </a:lnTo>
                  <a:lnTo>
                    <a:pt x="2653738" y="1654348"/>
                  </a:lnTo>
                  <a:lnTo>
                    <a:pt x="2654553" y="1639324"/>
                  </a:lnTo>
                  <a:lnTo>
                    <a:pt x="2655368" y="1605534"/>
                  </a:lnTo>
                  <a:lnTo>
                    <a:pt x="2656182" y="1611851"/>
                  </a:lnTo>
                  <a:lnTo>
                    <a:pt x="2656997" y="1597286"/>
                  </a:lnTo>
                  <a:lnTo>
                    <a:pt x="2657812" y="1565760"/>
                  </a:lnTo>
                  <a:lnTo>
                    <a:pt x="2658627" y="1552071"/>
                  </a:lnTo>
                  <a:lnTo>
                    <a:pt x="2659442" y="1564761"/>
                  </a:lnTo>
                  <a:lnTo>
                    <a:pt x="2660256" y="1484045"/>
                  </a:lnTo>
                  <a:lnTo>
                    <a:pt x="2661071" y="1437358"/>
                  </a:lnTo>
                  <a:lnTo>
                    <a:pt x="2661886" y="1435405"/>
                  </a:lnTo>
                  <a:lnTo>
                    <a:pt x="2662701" y="1475149"/>
                  </a:lnTo>
                  <a:lnTo>
                    <a:pt x="2663515" y="1531304"/>
                  </a:lnTo>
                  <a:lnTo>
                    <a:pt x="2664330" y="1572007"/>
                  </a:lnTo>
                  <a:lnTo>
                    <a:pt x="2665145" y="1590624"/>
                  </a:lnTo>
                  <a:lnTo>
                    <a:pt x="2665960" y="1554062"/>
                  </a:lnTo>
                  <a:lnTo>
                    <a:pt x="2666775" y="1576587"/>
                  </a:lnTo>
                  <a:lnTo>
                    <a:pt x="2667589" y="1587128"/>
                  </a:lnTo>
                  <a:lnTo>
                    <a:pt x="2668404" y="1539955"/>
                  </a:lnTo>
                  <a:lnTo>
                    <a:pt x="2669219" y="1492090"/>
                  </a:lnTo>
                  <a:lnTo>
                    <a:pt x="2670034" y="1548715"/>
                  </a:lnTo>
                  <a:lnTo>
                    <a:pt x="2670849" y="1580694"/>
                  </a:lnTo>
                  <a:lnTo>
                    <a:pt x="2671663" y="1572837"/>
                  </a:lnTo>
                  <a:lnTo>
                    <a:pt x="2672478" y="1499828"/>
                  </a:lnTo>
                  <a:lnTo>
                    <a:pt x="2673293" y="1497496"/>
                  </a:lnTo>
                  <a:lnTo>
                    <a:pt x="2674108" y="1560317"/>
                  </a:lnTo>
                  <a:lnTo>
                    <a:pt x="2674922" y="1608033"/>
                  </a:lnTo>
                  <a:lnTo>
                    <a:pt x="2675737" y="1596824"/>
                  </a:lnTo>
                  <a:lnTo>
                    <a:pt x="2676552" y="1616082"/>
                  </a:lnTo>
                  <a:lnTo>
                    <a:pt x="2677367" y="1610991"/>
                  </a:lnTo>
                  <a:lnTo>
                    <a:pt x="2678182" y="1611550"/>
                  </a:lnTo>
                  <a:lnTo>
                    <a:pt x="2678996" y="1628977"/>
                  </a:lnTo>
                  <a:lnTo>
                    <a:pt x="2679811" y="1629743"/>
                  </a:lnTo>
                  <a:lnTo>
                    <a:pt x="2680626" y="1661081"/>
                  </a:lnTo>
                  <a:lnTo>
                    <a:pt x="2681441" y="1578804"/>
                  </a:lnTo>
                  <a:lnTo>
                    <a:pt x="2682255" y="1610397"/>
                  </a:lnTo>
                  <a:lnTo>
                    <a:pt x="2683070" y="1563598"/>
                  </a:lnTo>
                  <a:lnTo>
                    <a:pt x="2683885" y="1671894"/>
                  </a:lnTo>
                  <a:lnTo>
                    <a:pt x="2684700" y="1688114"/>
                  </a:lnTo>
                  <a:lnTo>
                    <a:pt x="2685515" y="1581192"/>
                  </a:lnTo>
                  <a:lnTo>
                    <a:pt x="2686329" y="1575854"/>
                  </a:lnTo>
                  <a:lnTo>
                    <a:pt x="2687144" y="1633100"/>
                  </a:lnTo>
                  <a:lnTo>
                    <a:pt x="2687959" y="1609065"/>
                  </a:lnTo>
                  <a:lnTo>
                    <a:pt x="2688774" y="1524596"/>
                  </a:lnTo>
                  <a:lnTo>
                    <a:pt x="2689588" y="1442778"/>
                  </a:lnTo>
                  <a:lnTo>
                    <a:pt x="2690403" y="1489376"/>
                  </a:lnTo>
                  <a:lnTo>
                    <a:pt x="2691218" y="1571494"/>
                  </a:lnTo>
                  <a:lnTo>
                    <a:pt x="2692033" y="1568798"/>
                  </a:lnTo>
                  <a:lnTo>
                    <a:pt x="2692848" y="1498214"/>
                  </a:lnTo>
                  <a:lnTo>
                    <a:pt x="2693662" y="1446661"/>
                  </a:lnTo>
                  <a:lnTo>
                    <a:pt x="2694477" y="1490209"/>
                  </a:lnTo>
                  <a:lnTo>
                    <a:pt x="2695292" y="1475055"/>
                  </a:lnTo>
                  <a:lnTo>
                    <a:pt x="2696107" y="1502856"/>
                  </a:lnTo>
                  <a:lnTo>
                    <a:pt x="2696921" y="1488751"/>
                  </a:lnTo>
                  <a:lnTo>
                    <a:pt x="2697736" y="1430718"/>
                  </a:lnTo>
                  <a:lnTo>
                    <a:pt x="2698551" y="1420074"/>
                  </a:lnTo>
                  <a:lnTo>
                    <a:pt x="2699366" y="1396453"/>
                  </a:lnTo>
                  <a:lnTo>
                    <a:pt x="2700181" y="1392633"/>
                  </a:lnTo>
                  <a:lnTo>
                    <a:pt x="2700995" y="1405335"/>
                  </a:lnTo>
                  <a:lnTo>
                    <a:pt x="2701810" y="1373773"/>
                  </a:lnTo>
                  <a:lnTo>
                    <a:pt x="2702625" y="1408147"/>
                  </a:lnTo>
                  <a:lnTo>
                    <a:pt x="2703440" y="1391721"/>
                  </a:lnTo>
                  <a:lnTo>
                    <a:pt x="2704254" y="1433161"/>
                  </a:lnTo>
                  <a:lnTo>
                    <a:pt x="2705069" y="1522795"/>
                  </a:lnTo>
                  <a:lnTo>
                    <a:pt x="2705884" y="1586206"/>
                  </a:lnTo>
                  <a:lnTo>
                    <a:pt x="2706699" y="1624529"/>
                  </a:lnTo>
                  <a:lnTo>
                    <a:pt x="2707514" y="1612135"/>
                  </a:lnTo>
                  <a:lnTo>
                    <a:pt x="2708328" y="1568749"/>
                  </a:lnTo>
                  <a:lnTo>
                    <a:pt x="2709143" y="1551393"/>
                  </a:lnTo>
                  <a:lnTo>
                    <a:pt x="2709958" y="1529166"/>
                  </a:lnTo>
                  <a:lnTo>
                    <a:pt x="2710773" y="1567190"/>
                  </a:lnTo>
                  <a:lnTo>
                    <a:pt x="2711588" y="1514619"/>
                  </a:lnTo>
                  <a:lnTo>
                    <a:pt x="2712402" y="1487578"/>
                  </a:lnTo>
                  <a:lnTo>
                    <a:pt x="2713217" y="1600034"/>
                  </a:lnTo>
                  <a:lnTo>
                    <a:pt x="2714032" y="1637410"/>
                  </a:lnTo>
                  <a:lnTo>
                    <a:pt x="2714847" y="1530071"/>
                  </a:lnTo>
                  <a:lnTo>
                    <a:pt x="2715661" y="1543000"/>
                  </a:lnTo>
                  <a:lnTo>
                    <a:pt x="2716476" y="1573216"/>
                  </a:lnTo>
                  <a:lnTo>
                    <a:pt x="2717291" y="1640400"/>
                  </a:lnTo>
                  <a:lnTo>
                    <a:pt x="2718106" y="1666001"/>
                  </a:lnTo>
                  <a:lnTo>
                    <a:pt x="2718921" y="1670368"/>
                  </a:lnTo>
                  <a:lnTo>
                    <a:pt x="2719735" y="1695521"/>
                  </a:lnTo>
                  <a:lnTo>
                    <a:pt x="2720550" y="1686687"/>
                  </a:lnTo>
                  <a:lnTo>
                    <a:pt x="2721365" y="1691232"/>
                  </a:lnTo>
                  <a:lnTo>
                    <a:pt x="2722180" y="1636944"/>
                  </a:lnTo>
                  <a:lnTo>
                    <a:pt x="2722994" y="1652262"/>
                  </a:lnTo>
                  <a:lnTo>
                    <a:pt x="2723809" y="1661520"/>
                  </a:lnTo>
                  <a:lnTo>
                    <a:pt x="2724624" y="1711031"/>
                  </a:lnTo>
                  <a:lnTo>
                    <a:pt x="2725439" y="1713628"/>
                  </a:lnTo>
                  <a:lnTo>
                    <a:pt x="2726254" y="1691382"/>
                  </a:lnTo>
                  <a:lnTo>
                    <a:pt x="2727068" y="1624961"/>
                  </a:lnTo>
                  <a:lnTo>
                    <a:pt x="2727883" y="1645921"/>
                  </a:lnTo>
                  <a:lnTo>
                    <a:pt x="2728698" y="1646306"/>
                  </a:lnTo>
                  <a:lnTo>
                    <a:pt x="2729513" y="1650680"/>
                  </a:lnTo>
                  <a:lnTo>
                    <a:pt x="2730327" y="1604805"/>
                  </a:lnTo>
                  <a:lnTo>
                    <a:pt x="2731142" y="1621110"/>
                  </a:lnTo>
                  <a:lnTo>
                    <a:pt x="2731957" y="1652343"/>
                  </a:lnTo>
                  <a:lnTo>
                    <a:pt x="2732772" y="1654869"/>
                  </a:lnTo>
                  <a:lnTo>
                    <a:pt x="2733587" y="1589020"/>
                  </a:lnTo>
                  <a:lnTo>
                    <a:pt x="2734401" y="1463717"/>
                  </a:lnTo>
                  <a:lnTo>
                    <a:pt x="2735216" y="1418477"/>
                  </a:lnTo>
                  <a:lnTo>
                    <a:pt x="2736031" y="1383374"/>
                  </a:lnTo>
                  <a:lnTo>
                    <a:pt x="2736846" y="1321196"/>
                  </a:lnTo>
                  <a:lnTo>
                    <a:pt x="2737660" y="1291292"/>
                  </a:lnTo>
                  <a:lnTo>
                    <a:pt x="2738475" y="1332830"/>
                  </a:lnTo>
                  <a:lnTo>
                    <a:pt x="2739290" y="1355557"/>
                  </a:lnTo>
                  <a:lnTo>
                    <a:pt x="2740105" y="1399692"/>
                  </a:lnTo>
                  <a:lnTo>
                    <a:pt x="2740920" y="1412466"/>
                  </a:lnTo>
                  <a:lnTo>
                    <a:pt x="2741734" y="1458667"/>
                  </a:lnTo>
                  <a:lnTo>
                    <a:pt x="2742549" y="1525488"/>
                  </a:lnTo>
                  <a:lnTo>
                    <a:pt x="2743364" y="1522141"/>
                  </a:lnTo>
                  <a:lnTo>
                    <a:pt x="2744179" y="1488738"/>
                  </a:lnTo>
                  <a:lnTo>
                    <a:pt x="2744993" y="1481264"/>
                  </a:lnTo>
                  <a:lnTo>
                    <a:pt x="2745808" y="1513387"/>
                  </a:lnTo>
                  <a:lnTo>
                    <a:pt x="2746623" y="1518654"/>
                  </a:lnTo>
                  <a:lnTo>
                    <a:pt x="2747438" y="1586824"/>
                  </a:lnTo>
                  <a:lnTo>
                    <a:pt x="2748253" y="1645654"/>
                  </a:lnTo>
                  <a:lnTo>
                    <a:pt x="2749067" y="1719892"/>
                  </a:lnTo>
                  <a:lnTo>
                    <a:pt x="2749882" y="1716144"/>
                  </a:lnTo>
                  <a:lnTo>
                    <a:pt x="2750697" y="1705515"/>
                  </a:lnTo>
                  <a:lnTo>
                    <a:pt x="2751512" y="1665408"/>
                  </a:lnTo>
                  <a:lnTo>
                    <a:pt x="2752327" y="1687120"/>
                  </a:lnTo>
                  <a:lnTo>
                    <a:pt x="2753141" y="1707818"/>
                  </a:lnTo>
                  <a:lnTo>
                    <a:pt x="2753956" y="1647167"/>
                  </a:lnTo>
                  <a:lnTo>
                    <a:pt x="2754771" y="1637631"/>
                  </a:lnTo>
                  <a:lnTo>
                    <a:pt x="2755586" y="1641690"/>
                  </a:lnTo>
                  <a:lnTo>
                    <a:pt x="2756400" y="1700262"/>
                  </a:lnTo>
                  <a:lnTo>
                    <a:pt x="2757215" y="1670690"/>
                  </a:lnTo>
                  <a:lnTo>
                    <a:pt x="2758030" y="1637312"/>
                  </a:lnTo>
                  <a:lnTo>
                    <a:pt x="2758845" y="1615691"/>
                  </a:lnTo>
                  <a:lnTo>
                    <a:pt x="2759660" y="1635487"/>
                  </a:lnTo>
                  <a:lnTo>
                    <a:pt x="2760474" y="1658974"/>
                  </a:lnTo>
                  <a:lnTo>
                    <a:pt x="2761289" y="1656004"/>
                  </a:lnTo>
                  <a:lnTo>
                    <a:pt x="2762104" y="1590702"/>
                  </a:lnTo>
                  <a:lnTo>
                    <a:pt x="2762919" y="1595971"/>
                  </a:lnTo>
                  <a:lnTo>
                    <a:pt x="2763733" y="1628405"/>
                  </a:lnTo>
                  <a:lnTo>
                    <a:pt x="2764548" y="1640678"/>
                  </a:lnTo>
                  <a:lnTo>
                    <a:pt x="2765363" y="1614663"/>
                  </a:lnTo>
                  <a:lnTo>
                    <a:pt x="2766178" y="1550152"/>
                  </a:lnTo>
                  <a:lnTo>
                    <a:pt x="2766993" y="1533348"/>
                  </a:lnTo>
                  <a:lnTo>
                    <a:pt x="2767807" y="1558534"/>
                  </a:lnTo>
                  <a:lnTo>
                    <a:pt x="2768622" y="1599780"/>
                  </a:lnTo>
                  <a:lnTo>
                    <a:pt x="2769437" y="1551999"/>
                  </a:lnTo>
                  <a:lnTo>
                    <a:pt x="2770252" y="1536549"/>
                  </a:lnTo>
                  <a:lnTo>
                    <a:pt x="2771066" y="1486483"/>
                  </a:lnTo>
                  <a:lnTo>
                    <a:pt x="2771881" y="1491654"/>
                  </a:lnTo>
                  <a:lnTo>
                    <a:pt x="2772696" y="1492062"/>
                  </a:lnTo>
                  <a:lnTo>
                    <a:pt x="2773511" y="1479402"/>
                  </a:lnTo>
                  <a:lnTo>
                    <a:pt x="2774326" y="1517911"/>
                  </a:lnTo>
                  <a:lnTo>
                    <a:pt x="2775140" y="1554198"/>
                  </a:lnTo>
                  <a:lnTo>
                    <a:pt x="2775955" y="1540566"/>
                  </a:lnTo>
                  <a:lnTo>
                    <a:pt x="2776770" y="1524096"/>
                  </a:lnTo>
                  <a:lnTo>
                    <a:pt x="2777585" y="1481761"/>
                  </a:lnTo>
                  <a:lnTo>
                    <a:pt x="2778399" y="1499789"/>
                  </a:lnTo>
                  <a:lnTo>
                    <a:pt x="2779214" y="1445392"/>
                  </a:lnTo>
                  <a:lnTo>
                    <a:pt x="2780029" y="1507991"/>
                  </a:lnTo>
                  <a:lnTo>
                    <a:pt x="2780844" y="1518146"/>
                  </a:lnTo>
                  <a:lnTo>
                    <a:pt x="2781659" y="1617176"/>
                  </a:lnTo>
                  <a:lnTo>
                    <a:pt x="2782473" y="1638839"/>
                  </a:lnTo>
                  <a:lnTo>
                    <a:pt x="2783288" y="1663792"/>
                  </a:lnTo>
                  <a:lnTo>
                    <a:pt x="2784103" y="1628720"/>
                  </a:lnTo>
                  <a:lnTo>
                    <a:pt x="2784918" y="1655028"/>
                  </a:lnTo>
                  <a:lnTo>
                    <a:pt x="2785732" y="1628232"/>
                  </a:lnTo>
                  <a:lnTo>
                    <a:pt x="2786547" y="1581927"/>
                  </a:lnTo>
                  <a:lnTo>
                    <a:pt x="2787362" y="1607708"/>
                  </a:lnTo>
                  <a:lnTo>
                    <a:pt x="2788177" y="1680293"/>
                  </a:lnTo>
                  <a:lnTo>
                    <a:pt x="2788992" y="1670240"/>
                  </a:lnTo>
                  <a:lnTo>
                    <a:pt x="2789806" y="1631394"/>
                  </a:lnTo>
                  <a:lnTo>
                    <a:pt x="2790621" y="1669140"/>
                  </a:lnTo>
                  <a:lnTo>
                    <a:pt x="2791436" y="1652296"/>
                  </a:lnTo>
                  <a:lnTo>
                    <a:pt x="2792251" y="1614179"/>
                  </a:lnTo>
                  <a:lnTo>
                    <a:pt x="2793066" y="1567011"/>
                  </a:lnTo>
                  <a:lnTo>
                    <a:pt x="2793880" y="1527948"/>
                  </a:lnTo>
                  <a:lnTo>
                    <a:pt x="2794695" y="1548644"/>
                  </a:lnTo>
                  <a:lnTo>
                    <a:pt x="2795510" y="1541113"/>
                  </a:lnTo>
                  <a:lnTo>
                    <a:pt x="2796325" y="1572930"/>
                  </a:lnTo>
                  <a:lnTo>
                    <a:pt x="2797139" y="1527019"/>
                  </a:lnTo>
                  <a:lnTo>
                    <a:pt x="2797954" y="1552806"/>
                  </a:lnTo>
                  <a:lnTo>
                    <a:pt x="2798769" y="1574531"/>
                  </a:lnTo>
                  <a:lnTo>
                    <a:pt x="2799584" y="1572623"/>
                  </a:lnTo>
                  <a:lnTo>
                    <a:pt x="2800399" y="1536096"/>
                  </a:lnTo>
                  <a:lnTo>
                    <a:pt x="2801213" y="1487815"/>
                  </a:lnTo>
                  <a:lnTo>
                    <a:pt x="2802028" y="1540260"/>
                  </a:lnTo>
                  <a:lnTo>
                    <a:pt x="2802843" y="1526991"/>
                  </a:lnTo>
                  <a:lnTo>
                    <a:pt x="2803658" y="1576473"/>
                  </a:lnTo>
                  <a:lnTo>
                    <a:pt x="2804472" y="1598296"/>
                  </a:lnTo>
                  <a:lnTo>
                    <a:pt x="2805287" y="1536897"/>
                  </a:lnTo>
                  <a:lnTo>
                    <a:pt x="2806102" y="1566803"/>
                  </a:lnTo>
                  <a:lnTo>
                    <a:pt x="2806917" y="1517150"/>
                  </a:lnTo>
                  <a:lnTo>
                    <a:pt x="2807732" y="1488197"/>
                  </a:lnTo>
                  <a:lnTo>
                    <a:pt x="2808546" y="1480258"/>
                  </a:lnTo>
                  <a:lnTo>
                    <a:pt x="2809361" y="1471201"/>
                  </a:lnTo>
                  <a:lnTo>
                    <a:pt x="2810176" y="1540831"/>
                  </a:lnTo>
                  <a:lnTo>
                    <a:pt x="2810991" y="1526405"/>
                  </a:lnTo>
                  <a:lnTo>
                    <a:pt x="2811805" y="1501265"/>
                  </a:lnTo>
                  <a:lnTo>
                    <a:pt x="2812620" y="1430582"/>
                  </a:lnTo>
                  <a:lnTo>
                    <a:pt x="2813435" y="1431916"/>
                  </a:lnTo>
                  <a:lnTo>
                    <a:pt x="2814250" y="1464508"/>
                  </a:lnTo>
                  <a:lnTo>
                    <a:pt x="2815065" y="1448439"/>
                  </a:lnTo>
                  <a:lnTo>
                    <a:pt x="2815879" y="1424717"/>
                  </a:lnTo>
                  <a:lnTo>
                    <a:pt x="2816694" y="1443750"/>
                  </a:lnTo>
                  <a:lnTo>
                    <a:pt x="2817509" y="1472054"/>
                  </a:lnTo>
                  <a:lnTo>
                    <a:pt x="2818324" y="1465401"/>
                  </a:lnTo>
                  <a:lnTo>
                    <a:pt x="2819138" y="1444431"/>
                  </a:lnTo>
                  <a:lnTo>
                    <a:pt x="2819953" y="1438839"/>
                  </a:lnTo>
                  <a:lnTo>
                    <a:pt x="2820768" y="1409026"/>
                  </a:lnTo>
                  <a:lnTo>
                    <a:pt x="2821583" y="1426864"/>
                  </a:lnTo>
                  <a:lnTo>
                    <a:pt x="2822398" y="1385728"/>
                  </a:lnTo>
                  <a:lnTo>
                    <a:pt x="2823212" y="1364311"/>
                  </a:lnTo>
                  <a:lnTo>
                    <a:pt x="2824027" y="1338363"/>
                  </a:lnTo>
                  <a:lnTo>
                    <a:pt x="2824842" y="1368806"/>
                  </a:lnTo>
                  <a:lnTo>
                    <a:pt x="2825657" y="1400479"/>
                  </a:lnTo>
                  <a:lnTo>
                    <a:pt x="2826471" y="1412891"/>
                  </a:lnTo>
                  <a:lnTo>
                    <a:pt x="2827286" y="1469755"/>
                  </a:lnTo>
                  <a:lnTo>
                    <a:pt x="2828101" y="1506722"/>
                  </a:lnTo>
                  <a:lnTo>
                    <a:pt x="2828916" y="1550755"/>
                  </a:lnTo>
                  <a:lnTo>
                    <a:pt x="2829731" y="1539148"/>
                  </a:lnTo>
                  <a:lnTo>
                    <a:pt x="2830545" y="1589582"/>
                  </a:lnTo>
                  <a:lnTo>
                    <a:pt x="2831360" y="1589046"/>
                  </a:lnTo>
                  <a:lnTo>
                    <a:pt x="2832175" y="1620019"/>
                  </a:lnTo>
                  <a:lnTo>
                    <a:pt x="2832990" y="1599036"/>
                  </a:lnTo>
                  <a:lnTo>
                    <a:pt x="2833805" y="1565738"/>
                  </a:lnTo>
                  <a:lnTo>
                    <a:pt x="2834619" y="1549195"/>
                  </a:lnTo>
                  <a:lnTo>
                    <a:pt x="2835434" y="1567422"/>
                  </a:lnTo>
                  <a:lnTo>
                    <a:pt x="2836249" y="1621191"/>
                  </a:lnTo>
                  <a:lnTo>
                    <a:pt x="2837064" y="1588486"/>
                  </a:lnTo>
                  <a:lnTo>
                    <a:pt x="2837878" y="1605622"/>
                  </a:lnTo>
                  <a:lnTo>
                    <a:pt x="2838693" y="1602624"/>
                  </a:lnTo>
                  <a:lnTo>
                    <a:pt x="2839508" y="1632505"/>
                  </a:lnTo>
                  <a:lnTo>
                    <a:pt x="2840323" y="1685855"/>
                  </a:lnTo>
                  <a:lnTo>
                    <a:pt x="2841138" y="1686858"/>
                  </a:lnTo>
                  <a:lnTo>
                    <a:pt x="2841952" y="1639231"/>
                  </a:lnTo>
                  <a:lnTo>
                    <a:pt x="2842767" y="1607561"/>
                  </a:lnTo>
                  <a:lnTo>
                    <a:pt x="2843582" y="1630408"/>
                  </a:lnTo>
                  <a:lnTo>
                    <a:pt x="2844397" y="1584971"/>
                  </a:lnTo>
                  <a:lnTo>
                    <a:pt x="2845211" y="1567103"/>
                  </a:lnTo>
                  <a:lnTo>
                    <a:pt x="2846026" y="1546466"/>
                  </a:lnTo>
                  <a:lnTo>
                    <a:pt x="2846841" y="1447621"/>
                  </a:lnTo>
                  <a:lnTo>
                    <a:pt x="2847656" y="1450198"/>
                  </a:lnTo>
                  <a:lnTo>
                    <a:pt x="2848471" y="1426431"/>
                  </a:lnTo>
                  <a:lnTo>
                    <a:pt x="2849285" y="1381735"/>
                  </a:lnTo>
                  <a:lnTo>
                    <a:pt x="2850100" y="1316539"/>
                  </a:lnTo>
                  <a:lnTo>
                    <a:pt x="2850915" y="1301649"/>
                  </a:lnTo>
                  <a:lnTo>
                    <a:pt x="2851730" y="1290134"/>
                  </a:lnTo>
                  <a:lnTo>
                    <a:pt x="2852544" y="1223683"/>
                  </a:lnTo>
                  <a:lnTo>
                    <a:pt x="2853359" y="1253659"/>
                  </a:lnTo>
                  <a:lnTo>
                    <a:pt x="2854174" y="1282094"/>
                  </a:lnTo>
                  <a:lnTo>
                    <a:pt x="2854989" y="1265340"/>
                  </a:lnTo>
                  <a:lnTo>
                    <a:pt x="2855804" y="1285068"/>
                  </a:lnTo>
                  <a:lnTo>
                    <a:pt x="2856618" y="1308367"/>
                  </a:lnTo>
                  <a:lnTo>
                    <a:pt x="2857433" y="1367247"/>
                  </a:lnTo>
                  <a:lnTo>
                    <a:pt x="2858248" y="1367914"/>
                  </a:lnTo>
                  <a:lnTo>
                    <a:pt x="2859063" y="1398991"/>
                  </a:lnTo>
                  <a:lnTo>
                    <a:pt x="2859877" y="1453894"/>
                  </a:lnTo>
                  <a:lnTo>
                    <a:pt x="2860692" y="1475914"/>
                  </a:lnTo>
                  <a:lnTo>
                    <a:pt x="2861507" y="1488403"/>
                  </a:lnTo>
                  <a:lnTo>
                    <a:pt x="2862322" y="1496602"/>
                  </a:lnTo>
                  <a:lnTo>
                    <a:pt x="2863137" y="1485383"/>
                  </a:lnTo>
                  <a:lnTo>
                    <a:pt x="2863951" y="1487108"/>
                  </a:lnTo>
                  <a:lnTo>
                    <a:pt x="2864766" y="1488556"/>
                  </a:lnTo>
                  <a:lnTo>
                    <a:pt x="2865581" y="1448439"/>
                  </a:lnTo>
                  <a:lnTo>
                    <a:pt x="2866396" y="1491077"/>
                  </a:lnTo>
                  <a:lnTo>
                    <a:pt x="2867210" y="1482291"/>
                  </a:lnTo>
                  <a:lnTo>
                    <a:pt x="2868025" y="1460593"/>
                  </a:lnTo>
                  <a:lnTo>
                    <a:pt x="2868840" y="1515493"/>
                  </a:lnTo>
                  <a:lnTo>
                    <a:pt x="2869655" y="1507391"/>
                  </a:lnTo>
                  <a:lnTo>
                    <a:pt x="2870470" y="1475848"/>
                  </a:lnTo>
                  <a:lnTo>
                    <a:pt x="2871284" y="1489036"/>
                  </a:lnTo>
                  <a:lnTo>
                    <a:pt x="2872099" y="1422541"/>
                  </a:lnTo>
                  <a:lnTo>
                    <a:pt x="2872914" y="1480324"/>
                  </a:lnTo>
                  <a:lnTo>
                    <a:pt x="2873729" y="1449623"/>
                  </a:lnTo>
                  <a:lnTo>
                    <a:pt x="2874544" y="1489783"/>
                  </a:lnTo>
                  <a:lnTo>
                    <a:pt x="2875358" y="1486621"/>
                  </a:lnTo>
                  <a:lnTo>
                    <a:pt x="2876173" y="1477516"/>
                  </a:lnTo>
                  <a:lnTo>
                    <a:pt x="2876988" y="1455130"/>
                  </a:lnTo>
                  <a:lnTo>
                    <a:pt x="2877803" y="1422917"/>
                  </a:lnTo>
                  <a:lnTo>
                    <a:pt x="2878617" y="1411150"/>
                  </a:lnTo>
                  <a:lnTo>
                    <a:pt x="2879432" y="1418037"/>
                  </a:lnTo>
                  <a:lnTo>
                    <a:pt x="2880247" y="1437127"/>
                  </a:lnTo>
                  <a:lnTo>
                    <a:pt x="2881062" y="1412690"/>
                  </a:lnTo>
                  <a:lnTo>
                    <a:pt x="2881877" y="1419605"/>
                  </a:lnTo>
                  <a:lnTo>
                    <a:pt x="2882691" y="1430223"/>
                  </a:lnTo>
                  <a:lnTo>
                    <a:pt x="2883506" y="1433053"/>
                  </a:lnTo>
                  <a:lnTo>
                    <a:pt x="2884321" y="1479432"/>
                  </a:lnTo>
                  <a:lnTo>
                    <a:pt x="2885136" y="1423314"/>
                  </a:lnTo>
                  <a:lnTo>
                    <a:pt x="2885950" y="1440327"/>
                  </a:lnTo>
                  <a:lnTo>
                    <a:pt x="2886765" y="1460019"/>
                  </a:lnTo>
                  <a:lnTo>
                    <a:pt x="2887580" y="1418080"/>
                  </a:lnTo>
                  <a:lnTo>
                    <a:pt x="2888395" y="1437611"/>
                  </a:lnTo>
                  <a:lnTo>
                    <a:pt x="2889210" y="1385069"/>
                  </a:lnTo>
                  <a:lnTo>
                    <a:pt x="2890024" y="1394331"/>
                  </a:lnTo>
                  <a:lnTo>
                    <a:pt x="2890839" y="1447418"/>
                  </a:lnTo>
                  <a:lnTo>
                    <a:pt x="2891654" y="1424146"/>
                  </a:lnTo>
                  <a:lnTo>
                    <a:pt x="2892469" y="1475230"/>
                  </a:lnTo>
                  <a:lnTo>
                    <a:pt x="2893283" y="1464424"/>
                  </a:lnTo>
                  <a:lnTo>
                    <a:pt x="2894098" y="1445813"/>
                  </a:lnTo>
                  <a:lnTo>
                    <a:pt x="2894913" y="1419503"/>
                  </a:lnTo>
                  <a:lnTo>
                    <a:pt x="2895728" y="1362772"/>
                  </a:lnTo>
                  <a:lnTo>
                    <a:pt x="2896543" y="1384097"/>
                  </a:lnTo>
                  <a:lnTo>
                    <a:pt x="2897357" y="1410317"/>
                  </a:lnTo>
                  <a:lnTo>
                    <a:pt x="2898172" y="1406746"/>
                  </a:lnTo>
                  <a:lnTo>
                    <a:pt x="2898987" y="1422927"/>
                  </a:lnTo>
                  <a:lnTo>
                    <a:pt x="2899802" y="1498789"/>
                  </a:lnTo>
                  <a:lnTo>
                    <a:pt x="2900616" y="1551910"/>
                  </a:lnTo>
                  <a:lnTo>
                    <a:pt x="2901431" y="1575466"/>
                  </a:lnTo>
                  <a:lnTo>
                    <a:pt x="2902246" y="1576709"/>
                  </a:lnTo>
                  <a:lnTo>
                    <a:pt x="2903061" y="1533363"/>
                  </a:lnTo>
                  <a:lnTo>
                    <a:pt x="2903876" y="1566048"/>
                  </a:lnTo>
                  <a:lnTo>
                    <a:pt x="2904690" y="1619387"/>
                  </a:lnTo>
                  <a:lnTo>
                    <a:pt x="2905505" y="1622762"/>
                  </a:lnTo>
                  <a:lnTo>
                    <a:pt x="2906320" y="1637289"/>
                  </a:lnTo>
                  <a:lnTo>
                    <a:pt x="2907135" y="1648922"/>
                  </a:lnTo>
                  <a:lnTo>
                    <a:pt x="2907950" y="1614770"/>
                  </a:lnTo>
                  <a:lnTo>
                    <a:pt x="2908764" y="1583871"/>
                  </a:lnTo>
                  <a:lnTo>
                    <a:pt x="2909579" y="1502916"/>
                  </a:lnTo>
                  <a:lnTo>
                    <a:pt x="2910394" y="1469081"/>
                  </a:lnTo>
                  <a:lnTo>
                    <a:pt x="2911209" y="1415062"/>
                  </a:lnTo>
                  <a:lnTo>
                    <a:pt x="2912023" y="1378393"/>
                  </a:lnTo>
                  <a:lnTo>
                    <a:pt x="2912838" y="1380820"/>
                  </a:lnTo>
                  <a:lnTo>
                    <a:pt x="2913653" y="1359294"/>
                  </a:lnTo>
                  <a:lnTo>
                    <a:pt x="2914468" y="1337469"/>
                  </a:lnTo>
                  <a:lnTo>
                    <a:pt x="2915283" y="1356860"/>
                  </a:lnTo>
                  <a:lnTo>
                    <a:pt x="2916097" y="1336291"/>
                  </a:lnTo>
                  <a:lnTo>
                    <a:pt x="2916912" y="1372797"/>
                  </a:lnTo>
                  <a:lnTo>
                    <a:pt x="2917727" y="1413637"/>
                  </a:lnTo>
                  <a:lnTo>
                    <a:pt x="2918542" y="1382290"/>
                  </a:lnTo>
                  <a:lnTo>
                    <a:pt x="2919356" y="1417453"/>
                  </a:lnTo>
                  <a:lnTo>
                    <a:pt x="2920171" y="1441430"/>
                  </a:lnTo>
                  <a:lnTo>
                    <a:pt x="2920986" y="1406570"/>
                  </a:lnTo>
                  <a:lnTo>
                    <a:pt x="2921801" y="1529984"/>
                  </a:lnTo>
                  <a:lnTo>
                    <a:pt x="2922616" y="1489063"/>
                  </a:lnTo>
                  <a:lnTo>
                    <a:pt x="2923430" y="1457215"/>
                  </a:lnTo>
                  <a:lnTo>
                    <a:pt x="2924245" y="1475946"/>
                  </a:lnTo>
                  <a:lnTo>
                    <a:pt x="2925060" y="1518873"/>
                  </a:lnTo>
                  <a:lnTo>
                    <a:pt x="2925875" y="1497326"/>
                  </a:lnTo>
                  <a:lnTo>
                    <a:pt x="2926689" y="1445168"/>
                  </a:lnTo>
                  <a:lnTo>
                    <a:pt x="2927504" y="1404109"/>
                  </a:lnTo>
                  <a:lnTo>
                    <a:pt x="2928319" y="1440609"/>
                  </a:lnTo>
                  <a:lnTo>
                    <a:pt x="2929134" y="1439248"/>
                  </a:lnTo>
                  <a:lnTo>
                    <a:pt x="2929949" y="1358490"/>
                  </a:lnTo>
                  <a:lnTo>
                    <a:pt x="2930763" y="1412077"/>
                  </a:lnTo>
                  <a:lnTo>
                    <a:pt x="2931578" y="1447432"/>
                  </a:lnTo>
                  <a:lnTo>
                    <a:pt x="2932393" y="1457738"/>
                  </a:lnTo>
                  <a:lnTo>
                    <a:pt x="2933208" y="1451287"/>
                  </a:lnTo>
                  <a:lnTo>
                    <a:pt x="2934022" y="1390323"/>
                  </a:lnTo>
                  <a:lnTo>
                    <a:pt x="2934837" y="1418061"/>
                  </a:lnTo>
                  <a:lnTo>
                    <a:pt x="2935652" y="1379234"/>
                  </a:lnTo>
                  <a:lnTo>
                    <a:pt x="2936467" y="1433984"/>
                  </a:lnTo>
                  <a:lnTo>
                    <a:pt x="2937282" y="1427922"/>
                  </a:lnTo>
                  <a:lnTo>
                    <a:pt x="2938096" y="1444201"/>
                  </a:lnTo>
                  <a:lnTo>
                    <a:pt x="2938911" y="1479548"/>
                  </a:lnTo>
                  <a:lnTo>
                    <a:pt x="2939726" y="1519133"/>
                  </a:lnTo>
                  <a:lnTo>
                    <a:pt x="2940541" y="1555320"/>
                  </a:lnTo>
                  <a:lnTo>
                    <a:pt x="2941355" y="1546908"/>
                  </a:lnTo>
                  <a:lnTo>
                    <a:pt x="2942170" y="1536041"/>
                  </a:lnTo>
                  <a:lnTo>
                    <a:pt x="2942985" y="1546358"/>
                  </a:lnTo>
                  <a:lnTo>
                    <a:pt x="2943800" y="1556413"/>
                  </a:lnTo>
                  <a:lnTo>
                    <a:pt x="2944615" y="1604556"/>
                  </a:lnTo>
                  <a:lnTo>
                    <a:pt x="2945429" y="1574702"/>
                  </a:lnTo>
                  <a:lnTo>
                    <a:pt x="2946244" y="1568200"/>
                  </a:lnTo>
                  <a:lnTo>
                    <a:pt x="2947059" y="1467415"/>
                  </a:lnTo>
                  <a:lnTo>
                    <a:pt x="2947874" y="1467831"/>
                  </a:lnTo>
                  <a:lnTo>
                    <a:pt x="2948689" y="1420318"/>
                  </a:lnTo>
                  <a:lnTo>
                    <a:pt x="2949503" y="1438385"/>
                  </a:lnTo>
                  <a:lnTo>
                    <a:pt x="2950318" y="1456688"/>
                  </a:lnTo>
                  <a:lnTo>
                    <a:pt x="2951133" y="1514251"/>
                  </a:lnTo>
                  <a:lnTo>
                    <a:pt x="2951948" y="1542133"/>
                  </a:lnTo>
                  <a:lnTo>
                    <a:pt x="2952762" y="1561934"/>
                  </a:lnTo>
                  <a:lnTo>
                    <a:pt x="2953577" y="1573153"/>
                  </a:lnTo>
                  <a:lnTo>
                    <a:pt x="2954392" y="1570882"/>
                  </a:lnTo>
                  <a:lnTo>
                    <a:pt x="2955207" y="1594439"/>
                  </a:lnTo>
                  <a:lnTo>
                    <a:pt x="2956022" y="1647752"/>
                  </a:lnTo>
                  <a:lnTo>
                    <a:pt x="2956836" y="1633228"/>
                  </a:lnTo>
                  <a:lnTo>
                    <a:pt x="2957651" y="1591389"/>
                  </a:lnTo>
                  <a:lnTo>
                    <a:pt x="2958466" y="1651663"/>
                  </a:lnTo>
                  <a:lnTo>
                    <a:pt x="2959281" y="1645873"/>
                  </a:lnTo>
                  <a:lnTo>
                    <a:pt x="2960095" y="1656900"/>
                  </a:lnTo>
                  <a:lnTo>
                    <a:pt x="2960910" y="1629688"/>
                  </a:lnTo>
                  <a:lnTo>
                    <a:pt x="2961725" y="1658010"/>
                  </a:lnTo>
                  <a:lnTo>
                    <a:pt x="2962540" y="1640407"/>
                  </a:lnTo>
                  <a:lnTo>
                    <a:pt x="2963355" y="1659459"/>
                  </a:lnTo>
                  <a:lnTo>
                    <a:pt x="2964169" y="1655551"/>
                  </a:lnTo>
                  <a:lnTo>
                    <a:pt x="2964984" y="1651728"/>
                  </a:lnTo>
                  <a:lnTo>
                    <a:pt x="2965799" y="1628994"/>
                  </a:lnTo>
                  <a:lnTo>
                    <a:pt x="2966614" y="1564149"/>
                  </a:lnTo>
                  <a:lnTo>
                    <a:pt x="2967428" y="1503534"/>
                  </a:lnTo>
                  <a:lnTo>
                    <a:pt x="2968243" y="1480992"/>
                  </a:lnTo>
                  <a:lnTo>
                    <a:pt x="2969058" y="1502720"/>
                  </a:lnTo>
                  <a:lnTo>
                    <a:pt x="2969873" y="1518636"/>
                  </a:lnTo>
                  <a:lnTo>
                    <a:pt x="2970688" y="1452069"/>
                  </a:lnTo>
                  <a:lnTo>
                    <a:pt x="2971502" y="1478589"/>
                  </a:lnTo>
                  <a:lnTo>
                    <a:pt x="2972317" y="1492286"/>
                  </a:lnTo>
                  <a:lnTo>
                    <a:pt x="2973132" y="1479931"/>
                  </a:lnTo>
                  <a:lnTo>
                    <a:pt x="2973947" y="1452804"/>
                  </a:lnTo>
                  <a:lnTo>
                    <a:pt x="2974761" y="1473467"/>
                  </a:lnTo>
                  <a:lnTo>
                    <a:pt x="2975576" y="1507703"/>
                  </a:lnTo>
                  <a:lnTo>
                    <a:pt x="2976391" y="1536014"/>
                  </a:lnTo>
                  <a:lnTo>
                    <a:pt x="2977206" y="1534997"/>
                  </a:lnTo>
                  <a:lnTo>
                    <a:pt x="2978021" y="1510220"/>
                  </a:lnTo>
                  <a:lnTo>
                    <a:pt x="2978835" y="1544290"/>
                  </a:lnTo>
                  <a:lnTo>
                    <a:pt x="2979650" y="1571094"/>
                  </a:lnTo>
                  <a:lnTo>
                    <a:pt x="2980465" y="1559757"/>
                  </a:lnTo>
                  <a:lnTo>
                    <a:pt x="2981280" y="1533263"/>
                  </a:lnTo>
                  <a:lnTo>
                    <a:pt x="2982094" y="1574132"/>
                  </a:lnTo>
                  <a:lnTo>
                    <a:pt x="2982909" y="1576718"/>
                  </a:lnTo>
                  <a:lnTo>
                    <a:pt x="2983724" y="1564473"/>
                  </a:lnTo>
                  <a:lnTo>
                    <a:pt x="2984539" y="1599673"/>
                  </a:lnTo>
                  <a:lnTo>
                    <a:pt x="2985354" y="1624929"/>
                  </a:lnTo>
                  <a:lnTo>
                    <a:pt x="2986168" y="1650402"/>
                  </a:lnTo>
                  <a:lnTo>
                    <a:pt x="2986983" y="1616994"/>
                  </a:lnTo>
                  <a:lnTo>
                    <a:pt x="2987798" y="1585807"/>
                  </a:lnTo>
                  <a:lnTo>
                    <a:pt x="2988613" y="1579805"/>
                  </a:lnTo>
                  <a:lnTo>
                    <a:pt x="2989428" y="1527642"/>
                  </a:lnTo>
                  <a:lnTo>
                    <a:pt x="2990242" y="1560054"/>
                  </a:lnTo>
                  <a:lnTo>
                    <a:pt x="2991057" y="1535342"/>
                  </a:lnTo>
                  <a:lnTo>
                    <a:pt x="2991872" y="1572995"/>
                  </a:lnTo>
                  <a:lnTo>
                    <a:pt x="2992687" y="1561022"/>
                  </a:lnTo>
                  <a:lnTo>
                    <a:pt x="2993501" y="1527874"/>
                  </a:lnTo>
                  <a:lnTo>
                    <a:pt x="2994316" y="1527084"/>
                  </a:lnTo>
                  <a:lnTo>
                    <a:pt x="2995131" y="1558787"/>
                  </a:lnTo>
                  <a:lnTo>
                    <a:pt x="2995946" y="1576922"/>
                  </a:lnTo>
                  <a:lnTo>
                    <a:pt x="2996761" y="1634312"/>
                  </a:lnTo>
                  <a:lnTo>
                    <a:pt x="2997575" y="1646098"/>
                  </a:lnTo>
                  <a:lnTo>
                    <a:pt x="2998390" y="1643399"/>
                  </a:lnTo>
                  <a:lnTo>
                    <a:pt x="2999205" y="1631832"/>
                  </a:lnTo>
                  <a:lnTo>
                    <a:pt x="3000020" y="1656979"/>
                  </a:lnTo>
                  <a:lnTo>
                    <a:pt x="3000834" y="1654804"/>
                  </a:lnTo>
                  <a:lnTo>
                    <a:pt x="3001649" y="1614635"/>
                  </a:lnTo>
                  <a:lnTo>
                    <a:pt x="3002464" y="1549688"/>
                  </a:lnTo>
                  <a:lnTo>
                    <a:pt x="3003279" y="1572794"/>
                  </a:lnTo>
                  <a:lnTo>
                    <a:pt x="3004094" y="1577730"/>
                  </a:lnTo>
                  <a:lnTo>
                    <a:pt x="3004908" y="1572365"/>
                  </a:lnTo>
                  <a:lnTo>
                    <a:pt x="3005723" y="1611382"/>
                  </a:lnTo>
                  <a:lnTo>
                    <a:pt x="3006538" y="1614289"/>
                  </a:lnTo>
                  <a:lnTo>
                    <a:pt x="3007353" y="1617768"/>
                  </a:lnTo>
                  <a:lnTo>
                    <a:pt x="3008167" y="1603995"/>
                  </a:lnTo>
                  <a:lnTo>
                    <a:pt x="3008982" y="1619866"/>
                  </a:lnTo>
                  <a:lnTo>
                    <a:pt x="3009797" y="1726788"/>
                  </a:lnTo>
                  <a:lnTo>
                    <a:pt x="3010612" y="1741016"/>
                  </a:lnTo>
                  <a:lnTo>
                    <a:pt x="3011427" y="1743426"/>
                  </a:lnTo>
                  <a:lnTo>
                    <a:pt x="3012241" y="1713766"/>
                  </a:lnTo>
                  <a:lnTo>
                    <a:pt x="3013056" y="1736088"/>
                  </a:lnTo>
                  <a:lnTo>
                    <a:pt x="3013871" y="1699484"/>
                  </a:lnTo>
                  <a:lnTo>
                    <a:pt x="3014686" y="1717527"/>
                  </a:lnTo>
                  <a:lnTo>
                    <a:pt x="3015500" y="1701075"/>
                  </a:lnTo>
                  <a:lnTo>
                    <a:pt x="3016315" y="1743866"/>
                  </a:lnTo>
                  <a:lnTo>
                    <a:pt x="3017130" y="1726012"/>
                  </a:lnTo>
                  <a:lnTo>
                    <a:pt x="3017945" y="1705813"/>
                  </a:lnTo>
                  <a:lnTo>
                    <a:pt x="3018760" y="1695721"/>
                  </a:lnTo>
                  <a:lnTo>
                    <a:pt x="3019574" y="1707486"/>
                  </a:lnTo>
                  <a:lnTo>
                    <a:pt x="3020389" y="1732471"/>
                  </a:lnTo>
                  <a:lnTo>
                    <a:pt x="3021204" y="1710094"/>
                  </a:lnTo>
                  <a:lnTo>
                    <a:pt x="3022019" y="1739733"/>
                  </a:lnTo>
                  <a:lnTo>
                    <a:pt x="3022833" y="1724451"/>
                  </a:lnTo>
                  <a:lnTo>
                    <a:pt x="3023648" y="1756701"/>
                  </a:lnTo>
                  <a:lnTo>
                    <a:pt x="3023648" y="1756701"/>
                  </a:lnTo>
                  <a:lnTo>
                    <a:pt x="3024463" y="1756701"/>
                  </a:lnTo>
                  <a:lnTo>
                    <a:pt x="3025278" y="1756701"/>
                  </a:lnTo>
                  <a:lnTo>
                    <a:pt x="3026093" y="1756099"/>
                  </a:lnTo>
                  <a:lnTo>
                    <a:pt x="3026907" y="1746632"/>
                  </a:lnTo>
                  <a:lnTo>
                    <a:pt x="3027722" y="1756701"/>
                  </a:lnTo>
                  <a:lnTo>
                    <a:pt x="3027722" y="1756701"/>
                  </a:lnTo>
                  <a:lnTo>
                    <a:pt x="3028537" y="1756701"/>
                  </a:lnTo>
                  <a:lnTo>
                    <a:pt x="3029352" y="1755973"/>
                  </a:lnTo>
                  <a:lnTo>
                    <a:pt x="3030167" y="1756701"/>
                  </a:lnTo>
                  <a:lnTo>
                    <a:pt x="3030167" y="1756701"/>
                  </a:lnTo>
                  <a:lnTo>
                    <a:pt x="3030981" y="1737673"/>
                  </a:lnTo>
                  <a:lnTo>
                    <a:pt x="3031796" y="1708674"/>
                  </a:lnTo>
                  <a:lnTo>
                    <a:pt x="3032611" y="1707483"/>
                  </a:lnTo>
                  <a:lnTo>
                    <a:pt x="3033426" y="1677379"/>
                  </a:lnTo>
                  <a:lnTo>
                    <a:pt x="3034240" y="1676334"/>
                  </a:lnTo>
                  <a:lnTo>
                    <a:pt x="3035055" y="1668918"/>
                  </a:lnTo>
                  <a:lnTo>
                    <a:pt x="3035870" y="1654629"/>
                  </a:lnTo>
                  <a:lnTo>
                    <a:pt x="3036685" y="1643306"/>
                  </a:lnTo>
                  <a:lnTo>
                    <a:pt x="3037500" y="1644755"/>
                  </a:lnTo>
                  <a:lnTo>
                    <a:pt x="3038314" y="1623879"/>
                  </a:lnTo>
                  <a:lnTo>
                    <a:pt x="3039129" y="1638928"/>
                  </a:lnTo>
                  <a:lnTo>
                    <a:pt x="3039944" y="1647129"/>
                  </a:lnTo>
                  <a:lnTo>
                    <a:pt x="3040759" y="1635712"/>
                  </a:lnTo>
                  <a:lnTo>
                    <a:pt x="3041573" y="1625975"/>
                  </a:lnTo>
                  <a:lnTo>
                    <a:pt x="3042388" y="1633665"/>
                  </a:lnTo>
                  <a:lnTo>
                    <a:pt x="3043203" y="1628519"/>
                  </a:lnTo>
                  <a:lnTo>
                    <a:pt x="3044018" y="1628708"/>
                  </a:lnTo>
                  <a:lnTo>
                    <a:pt x="3044833" y="1631558"/>
                  </a:lnTo>
                  <a:lnTo>
                    <a:pt x="3045647" y="1632056"/>
                  </a:lnTo>
                  <a:lnTo>
                    <a:pt x="3046462" y="1639753"/>
                  </a:lnTo>
                  <a:lnTo>
                    <a:pt x="3047277" y="1637507"/>
                  </a:lnTo>
                  <a:lnTo>
                    <a:pt x="3048092" y="1658763"/>
                  </a:lnTo>
                  <a:lnTo>
                    <a:pt x="3048906" y="1692344"/>
                  </a:lnTo>
                  <a:lnTo>
                    <a:pt x="3049721" y="1678584"/>
                  </a:lnTo>
                  <a:lnTo>
                    <a:pt x="3050536" y="1674191"/>
                  </a:lnTo>
                  <a:lnTo>
                    <a:pt x="3051351" y="1726733"/>
                  </a:lnTo>
                  <a:lnTo>
                    <a:pt x="3052166" y="1747432"/>
                  </a:lnTo>
                  <a:lnTo>
                    <a:pt x="3052980" y="1743745"/>
                  </a:lnTo>
                  <a:lnTo>
                    <a:pt x="3053795" y="1724188"/>
                  </a:lnTo>
                  <a:lnTo>
                    <a:pt x="3054610" y="1739288"/>
                  </a:lnTo>
                  <a:lnTo>
                    <a:pt x="3055425" y="1756701"/>
                  </a:lnTo>
                  <a:lnTo>
                    <a:pt x="3055425" y="1756701"/>
                  </a:lnTo>
                  <a:lnTo>
                    <a:pt x="3056239" y="1756701"/>
                  </a:lnTo>
                  <a:lnTo>
                    <a:pt x="3057054" y="1756701"/>
                  </a:lnTo>
                  <a:lnTo>
                    <a:pt x="3057869" y="1756701"/>
                  </a:lnTo>
                  <a:lnTo>
                    <a:pt x="3058684" y="1756701"/>
                  </a:lnTo>
                  <a:lnTo>
                    <a:pt x="3059499" y="1756701"/>
                  </a:lnTo>
                  <a:lnTo>
                    <a:pt x="3060313" y="1756701"/>
                  </a:lnTo>
                  <a:lnTo>
                    <a:pt x="3061128" y="1756701"/>
                  </a:lnTo>
                  <a:lnTo>
                    <a:pt x="3061943" y="1756701"/>
                  </a:lnTo>
                  <a:lnTo>
                    <a:pt x="3062758" y="1756701"/>
                  </a:lnTo>
                  <a:lnTo>
                    <a:pt x="3063572" y="1756701"/>
                  </a:lnTo>
                  <a:lnTo>
                    <a:pt x="3064387" y="1756701"/>
                  </a:lnTo>
                  <a:lnTo>
                    <a:pt x="3065202" y="1756701"/>
                  </a:lnTo>
                  <a:lnTo>
                    <a:pt x="3066017" y="1756701"/>
                  </a:lnTo>
                  <a:lnTo>
                    <a:pt x="3066832" y="1756701"/>
                  </a:lnTo>
                  <a:lnTo>
                    <a:pt x="3067646" y="1756701"/>
                  </a:lnTo>
                  <a:lnTo>
                    <a:pt x="3068461" y="1756701"/>
                  </a:lnTo>
                  <a:lnTo>
                    <a:pt x="3069276" y="1756701"/>
                  </a:lnTo>
                  <a:lnTo>
                    <a:pt x="3070091" y="1756701"/>
                  </a:lnTo>
                  <a:lnTo>
                    <a:pt x="3070906" y="1756701"/>
                  </a:lnTo>
                  <a:lnTo>
                    <a:pt x="3071720" y="1756701"/>
                  </a:lnTo>
                  <a:lnTo>
                    <a:pt x="3072535" y="1756701"/>
                  </a:lnTo>
                  <a:lnTo>
                    <a:pt x="3073350" y="1734765"/>
                  </a:lnTo>
                  <a:lnTo>
                    <a:pt x="3074165" y="1743763"/>
                  </a:lnTo>
                  <a:lnTo>
                    <a:pt x="3074979" y="1742541"/>
                  </a:lnTo>
                  <a:lnTo>
                    <a:pt x="3075794" y="1726308"/>
                  </a:lnTo>
                  <a:lnTo>
                    <a:pt x="3076609" y="1703200"/>
                  </a:lnTo>
                  <a:lnTo>
                    <a:pt x="3077424" y="1702862"/>
                  </a:lnTo>
                  <a:lnTo>
                    <a:pt x="3078239" y="1686601"/>
                  </a:lnTo>
                  <a:lnTo>
                    <a:pt x="3079053" y="1677388"/>
                  </a:lnTo>
                  <a:lnTo>
                    <a:pt x="3079868" y="1666211"/>
                  </a:lnTo>
                  <a:lnTo>
                    <a:pt x="3080683" y="1666310"/>
                  </a:lnTo>
                  <a:lnTo>
                    <a:pt x="3081498" y="1684839"/>
                  </a:lnTo>
                  <a:lnTo>
                    <a:pt x="3082312" y="1655167"/>
                  </a:lnTo>
                  <a:lnTo>
                    <a:pt x="3083127" y="1729543"/>
                  </a:lnTo>
                  <a:lnTo>
                    <a:pt x="3083942" y="1719749"/>
                  </a:lnTo>
                  <a:lnTo>
                    <a:pt x="3084757" y="1756701"/>
                  </a:lnTo>
                  <a:lnTo>
                    <a:pt x="3084757" y="1756701"/>
                  </a:lnTo>
                  <a:lnTo>
                    <a:pt x="3085572" y="1756701"/>
                  </a:lnTo>
                  <a:lnTo>
                    <a:pt x="3086386" y="1756701"/>
                  </a:lnTo>
                  <a:lnTo>
                    <a:pt x="3087201" y="1733094"/>
                  </a:lnTo>
                  <a:lnTo>
                    <a:pt x="3088016" y="1730912"/>
                  </a:lnTo>
                  <a:lnTo>
                    <a:pt x="3088831" y="1732844"/>
                  </a:lnTo>
                  <a:lnTo>
                    <a:pt x="3089645" y="1742618"/>
                  </a:lnTo>
                  <a:lnTo>
                    <a:pt x="3090460" y="1747435"/>
                  </a:lnTo>
                  <a:lnTo>
                    <a:pt x="3091275" y="1756701"/>
                  </a:lnTo>
                  <a:lnTo>
                    <a:pt x="3091275" y="1756701"/>
                  </a:lnTo>
                  <a:lnTo>
                    <a:pt x="3092090" y="1727815"/>
                  </a:lnTo>
                  <a:lnTo>
                    <a:pt x="3092905" y="1727406"/>
                  </a:lnTo>
                  <a:lnTo>
                    <a:pt x="3093719" y="1737186"/>
                  </a:lnTo>
                  <a:lnTo>
                    <a:pt x="3094534" y="1756701"/>
                  </a:lnTo>
                  <a:lnTo>
                    <a:pt x="3094534" y="1756701"/>
                  </a:lnTo>
                  <a:lnTo>
                    <a:pt x="3095349" y="1756701"/>
                  </a:lnTo>
                  <a:lnTo>
                    <a:pt x="3096164" y="1756701"/>
                  </a:lnTo>
                  <a:lnTo>
                    <a:pt x="3096978" y="1756701"/>
                  </a:lnTo>
                  <a:lnTo>
                    <a:pt x="3097793" y="1748175"/>
                  </a:lnTo>
                  <a:lnTo>
                    <a:pt x="3098608" y="1756701"/>
                  </a:lnTo>
                  <a:lnTo>
                    <a:pt x="3098608" y="1756701"/>
                  </a:lnTo>
                  <a:lnTo>
                    <a:pt x="3099423" y="1756701"/>
                  </a:lnTo>
                  <a:lnTo>
                    <a:pt x="3100238" y="1756701"/>
                  </a:lnTo>
                  <a:lnTo>
                    <a:pt x="3101052" y="1756701"/>
                  </a:lnTo>
                  <a:lnTo>
                    <a:pt x="3101867" y="1741642"/>
                  </a:lnTo>
                  <a:lnTo>
                    <a:pt x="3102682" y="1746479"/>
                  </a:lnTo>
                  <a:lnTo>
                    <a:pt x="3103497" y="1755148"/>
                  </a:lnTo>
                  <a:lnTo>
                    <a:pt x="3104311" y="1756701"/>
                  </a:lnTo>
                  <a:lnTo>
                    <a:pt x="3104311" y="1756701"/>
                  </a:lnTo>
                  <a:lnTo>
                    <a:pt x="3105126" y="1756701"/>
                  </a:lnTo>
                  <a:lnTo>
                    <a:pt x="3105941" y="1756701"/>
                  </a:lnTo>
                  <a:lnTo>
                    <a:pt x="3106756" y="1756701"/>
                  </a:lnTo>
                  <a:lnTo>
                    <a:pt x="3107571" y="1756701"/>
                  </a:lnTo>
                  <a:lnTo>
                    <a:pt x="3108385" y="1756701"/>
                  </a:lnTo>
                  <a:lnTo>
                    <a:pt x="3109200" y="1756701"/>
                  </a:lnTo>
                  <a:lnTo>
                    <a:pt x="3110015" y="1756701"/>
                  </a:lnTo>
                  <a:lnTo>
                    <a:pt x="3110830" y="1756701"/>
                  </a:lnTo>
                  <a:lnTo>
                    <a:pt x="3111645" y="1720728"/>
                  </a:lnTo>
                  <a:lnTo>
                    <a:pt x="3112459" y="1680510"/>
                  </a:lnTo>
                  <a:lnTo>
                    <a:pt x="3113274" y="1710040"/>
                  </a:lnTo>
                  <a:lnTo>
                    <a:pt x="3114089" y="1698261"/>
                  </a:lnTo>
                  <a:lnTo>
                    <a:pt x="3114904" y="1680569"/>
                  </a:lnTo>
                  <a:lnTo>
                    <a:pt x="3115718" y="1715444"/>
                  </a:lnTo>
                  <a:lnTo>
                    <a:pt x="3116533" y="1743725"/>
                  </a:lnTo>
                  <a:lnTo>
                    <a:pt x="3117348" y="1756701"/>
                  </a:lnTo>
                  <a:lnTo>
                    <a:pt x="3117348" y="1756701"/>
                  </a:lnTo>
                  <a:lnTo>
                    <a:pt x="3118163" y="1756701"/>
                  </a:lnTo>
                  <a:lnTo>
                    <a:pt x="3118978" y="1756701"/>
                  </a:lnTo>
                  <a:lnTo>
                    <a:pt x="3119792" y="1756701"/>
                  </a:lnTo>
                  <a:lnTo>
                    <a:pt x="3120607" y="1756701"/>
                  </a:lnTo>
                  <a:lnTo>
                    <a:pt x="3121422" y="1756701"/>
                  </a:lnTo>
                  <a:lnTo>
                    <a:pt x="3122237" y="1749667"/>
                  </a:lnTo>
                  <a:lnTo>
                    <a:pt x="3123051" y="1756701"/>
                  </a:lnTo>
                  <a:lnTo>
                    <a:pt x="3123051" y="1756701"/>
                  </a:lnTo>
                  <a:lnTo>
                    <a:pt x="3123866" y="1698992"/>
                  </a:lnTo>
                  <a:lnTo>
                    <a:pt x="3124681" y="1651003"/>
                  </a:lnTo>
                  <a:lnTo>
                    <a:pt x="3125496" y="1613776"/>
                  </a:lnTo>
                  <a:lnTo>
                    <a:pt x="3126311" y="1530975"/>
                  </a:lnTo>
                  <a:lnTo>
                    <a:pt x="3127125" y="1629857"/>
                  </a:lnTo>
                  <a:lnTo>
                    <a:pt x="3127940" y="1632571"/>
                  </a:lnTo>
                  <a:lnTo>
                    <a:pt x="3128755" y="1571426"/>
                  </a:lnTo>
                  <a:lnTo>
                    <a:pt x="3129570" y="1668179"/>
                  </a:lnTo>
                  <a:lnTo>
                    <a:pt x="3130384" y="1621820"/>
                  </a:lnTo>
                  <a:lnTo>
                    <a:pt x="3131199" y="1649272"/>
                  </a:lnTo>
                  <a:lnTo>
                    <a:pt x="3132014" y="1716620"/>
                  </a:lnTo>
                  <a:lnTo>
                    <a:pt x="3132829" y="1654697"/>
                  </a:lnTo>
                  <a:lnTo>
                    <a:pt x="3133644" y="1697997"/>
                  </a:lnTo>
                  <a:lnTo>
                    <a:pt x="3134458" y="1700127"/>
                  </a:lnTo>
                  <a:lnTo>
                    <a:pt x="3135273" y="1668150"/>
                  </a:lnTo>
                  <a:lnTo>
                    <a:pt x="3136088" y="1697315"/>
                  </a:lnTo>
                  <a:lnTo>
                    <a:pt x="3136903" y="1684032"/>
                  </a:lnTo>
                  <a:lnTo>
                    <a:pt x="3137717" y="1684607"/>
                  </a:lnTo>
                  <a:lnTo>
                    <a:pt x="3138532" y="1693606"/>
                  </a:lnTo>
                  <a:lnTo>
                    <a:pt x="3139347" y="1673932"/>
                  </a:lnTo>
                  <a:lnTo>
                    <a:pt x="3140162" y="1691814"/>
                  </a:lnTo>
                  <a:lnTo>
                    <a:pt x="3140977" y="1668179"/>
                  </a:lnTo>
                  <a:lnTo>
                    <a:pt x="3141791" y="1648274"/>
                  </a:lnTo>
                  <a:lnTo>
                    <a:pt x="3142606" y="1627968"/>
                  </a:lnTo>
                  <a:lnTo>
                    <a:pt x="3143421" y="1630099"/>
                  </a:lnTo>
                  <a:lnTo>
                    <a:pt x="3144236" y="1579928"/>
                  </a:lnTo>
                  <a:lnTo>
                    <a:pt x="3145050" y="1582961"/>
                  </a:lnTo>
                  <a:lnTo>
                    <a:pt x="3145865" y="1568435"/>
                  </a:lnTo>
                  <a:lnTo>
                    <a:pt x="3146680" y="1531913"/>
                  </a:lnTo>
                  <a:lnTo>
                    <a:pt x="3147495" y="1600566"/>
                  </a:lnTo>
                  <a:lnTo>
                    <a:pt x="3148310" y="1573866"/>
                  </a:lnTo>
                  <a:lnTo>
                    <a:pt x="3149124" y="1565772"/>
                  </a:lnTo>
                  <a:lnTo>
                    <a:pt x="3149939" y="1620659"/>
                  </a:lnTo>
                  <a:lnTo>
                    <a:pt x="3150754" y="1575505"/>
                  </a:lnTo>
                  <a:lnTo>
                    <a:pt x="3151569" y="1614704"/>
                  </a:lnTo>
                  <a:lnTo>
                    <a:pt x="3152384" y="1569678"/>
                  </a:lnTo>
                  <a:lnTo>
                    <a:pt x="3153198" y="1583606"/>
                  </a:lnTo>
                  <a:lnTo>
                    <a:pt x="3154013" y="1654905"/>
                  </a:lnTo>
                  <a:lnTo>
                    <a:pt x="3154828" y="1626037"/>
                  </a:lnTo>
                  <a:lnTo>
                    <a:pt x="3155643" y="1644601"/>
                  </a:lnTo>
                  <a:lnTo>
                    <a:pt x="3156457" y="1608892"/>
                  </a:lnTo>
                  <a:lnTo>
                    <a:pt x="3157272" y="1618551"/>
                  </a:lnTo>
                  <a:lnTo>
                    <a:pt x="3158087" y="1637478"/>
                  </a:lnTo>
                  <a:lnTo>
                    <a:pt x="3158902" y="1598935"/>
                  </a:lnTo>
                  <a:lnTo>
                    <a:pt x="3159717" y="1589130"/>
                  </a:lnTo>
                  <a:lnTo>
                    <a:pt x="3160531" y="1641501"/>
                  </a:lnTo>
                  <a:lnTo>
                    <a:pt x="3161346" y="1644415"/>
                  </a:lnTo>
                  <a:lnTo>
                    <a:pt x="3162161" y="1646319"/>
                  </a:lnTo>
                  <a:lnTo>
                    <a:pt x="3162976" y="1624227"/>
                  </a:lnTo>
                  <a:lnTo>
                    <a:pt x="3163790" y="1594328"/>
                  </a:lnTo>
                  <a:lnTo>
                    <a:pt x="3164605" y="1617691"/>
                  </a:lnTo>
                  <a:lnTo>
                    <a:pt x="3165420" y="1656544"/>
                  </a:lnTo>
                  <a:lnTo>
                    <a:pt x="3166235" y="1671585"/>
                  </a:lnTo>
                  <a:lnTo>
                    <a:pt x="3167050" y="1670654"/>
                  </a:lnTo>
                  <a:lnTo>
                    <a:pt x="3167864" y="1689707"/>
                  </a:lnTo>
                  <a:lnTo>
                    <a:pt x="3168679" y="1685356"/>
                  </a:lnTo>
                  <a:lnTo>
                    <a:pt x="3169494" y="1688406"/>
                  </a:lnTo>
                  <a:lnTo>
                    <a:pt x="3170309" y="1712899"/>
                  </a:lnTo>
                  <a:lnTo>
                    <a:pt x="3171123" y="1756701"/>
                  </a:lnTo>
                  <a:lnTo>
                    <a:pt x="3171123" y="1756701"/>
                  </a:lnTo>
                  <a:lnTo>
                    <a:pt x="3171938" y="1756701"/>
                  </a:lnTo>
                  <a:lnTo>
                    <a:pt x="3172753" y="1756701"/>
                  </a:lnTo>
                  <a:lnTo>
                    <a:pt x="3173568" y="1721146"/>
                  </a:lnTo>
                  <a:lnTo>
                    <a:pt x="3174383" y="1715361"/>
                  </a:lnTo>
                  <a:lnTo>
                    <a:pt x="3175197" y="1695846"/>
                  </a:lnTo>
                  <a:lnTo>
                    <a:pt x="3176012" y="1709960"/>
                  </a:lnTo>
                  <a:lnTo>
                    <a:pt x="3176827" y="1699315"/>
                  </a:lnTo>
                  <a:lnTo>
                    <a:pt x="3177642" y="1678504"/>
                  </a:lnTo>
                  <a:lnTo>
                    <a:pt x="3178456" y="1702191"/>
                  </a:lnTo>
                  <a:lnTo>
                    <a:pt x="3179271" y="1663831"/>
                  </a:lnTo>
                  <a:lnTo>
                    <a:pt x="3180086" y="1650774"/>
                  </a:lnTo>
                  <a:lnTo>
                    <a:pt x="3180901" y="1640035"/>
                  </a:lnTo>
                  <a:lnTo>
                    <a:pt x="3181716" y="1646072"/>
                  </a:lnTo>
                  <a:lnTo>
                    <a:pt x="3182530" y="1725106"/>
                  </a:lnTo>
                  <a:lnTo>
                    <a:pt x="3183345" y="1752466"/>
                  </a:lnTo>
                  <a:lnTo>
                    <a:pt x="3184160" y="1733326"/>
                  </a:lnTo>
                  <a:lnTo>
                    <a:pt x="3184975" y="1727407"/>
                  </a:lnTo>
                  <a:lnTo>
                    <a:pt x="3185789" y="1756701"/>
                  </a:lnTo>
                  <a:lnTo>
                    <a:pt x="3185789" y="1756701"/>
                  </a:lnTo>
                  <a:lnTo>
                    <a:pt x="3186604" y="1756701"/>
                  </a:lnTo>
                  <a:lnTo>
                    <a:pt x="3187419" y="1756701"/>
                  </a:lnTo>
                  <a:lnTo>
                    <a:pt x="3188234" y="1756701"/>
                  </a:lnTo>
                  <a:lnTo>
                    <a:pt x="3189049" y="1709444"/>
                  </a:lnTo>
                  <a:lnTo>
                    <a:pt x="3189863" y="1716604"/>
                  </a:lnTo>
                  <a:lnTo>
                    <a:pt x="3190678" y="1737760"/>
                  </a:lnTo>
                  <a:lnTo>
                    <a:pt x="3191493" y="1752603"/>
                  </a:lnTo>
                  <a:lnTo>
                    <a:pt x="3192308" y="1722738"/>
                  </a:lnTo>
                  <a:lnTo>
                    <a:pt x="3193123" y="1662803"/>
                  </a:lnTo>
                  <a:lnTo>
                    <a:pt x="3193937" y="1683320"/>
                  </a:lnTo>
                  <a:lnTo>
                    <a:pt x="3194752" y="1667824"/>
                  </a:lnTo>
                  <a:lnTo>
                    <a:pt x="3195567" y="1654909"/>
                  </a:lnTo>
                  <a:lnTo>
                    <a:pt x="3196382" y="1652811"/>
                  </a:lnTo>
                  <a:lnTo>
                    <a:pt x="3197196" y="1662496"/>
                  </a:lnTo>
                  <a:lnTo>
                    <a:pt x="3198011" y="1639548"/>
                  </a:lnTo>
                  <a:lnTo>
                    <a:pt x="3198826" y="1626826"/>
                  </a:lnTo>
                  <a:lnTo>
                    <a:pt x="3199641" y="1670122"/>
                  </a:lnTo>
                  <a:lnTo>
                    <a:pt x="3200456" y="1676029"/>
                  </a:lnTo>
                  <a:lnTo>
                    <a:pt x="3201270" y="1672773"/>
                  </a:lnTo>
                  <a:lnTo>
                    <a:pt x="3202085" y="1693225"/>
                  </a:lnTo>
                  <a:lnTo>
                    <a:pt x="3202900" y="1657053"/>
                  </a:lnTo>
                  <a:lnTo>
                    <a:pt x="3203715" y="1593717"/>
                  </a:lnTo>
                  <a:lnTo>
                    <a:pt x="3204529" y="1597681"/>
                  </a:lnTo>
                  <a:lnTo>
                    <a:pt x="3205344" y="1571819"/>
                  </a:lnTo>
                  <a:lnTo>
                    <a:pt x="3206159" y="1539362"/>
                  </a:lnTo>
                  <a:lnTo>
                    <a:pt x="3206974" y="1567900"/>
                  </a:lnTo>
                  <a:lnTo>
                    <a:pt x="3207789" y="1575965"/>
                  </a:lnTo>
                  <a:lnTo>
                    <a:pt x="3208603" y="1627614"/>
                  </a:lnTo>
                  <a:lnTo>
                    <a:pt x="3209418" y="1598781"/>
                  </a:lnTo>
                  <a:lnTo>
                    <a:pt x="3210233" y="1558805"/>
                  </a:lnTo>
                  <a:lnTo>
                    <a:pt x="3211048" y="1616927"/>
                  </a:lnTo>
                  <a:lnTo>
                    <a:pt x="3211862" y="1612236"/>
                  </a:lnTo>
                  <a:lnTo>
                    <a:pt x="3212677" y="1618290"/>
                  </a:lnTo>
                  <a:lnTo>
                    <a:pt x="3213492" y="1627842"/>
                  </a:lnTo>
                  <a:lnTo>
                    <a:pt x="3214307" y="1637542"/>
                  </a:lnTo>
                  <a:lnTo>
                    <a:pt x="3215122" y="1650037"/>
                  </a:lnTo>
                  <a:lnTo>
                    <a:pt x="3215936" y="1632118"/>
                  </a:lnTo>
                  <a:lnTo>
                    <a:pt x="3216751" y="1616356"/>
                  </a:lnTo>
                  <a:lnTo>
                    <a:pt x="3217566" y="1577265"/>
                  </a:lnTo>
                  <a:lnTo>
                    <a:pt x="3218381" y="1564285"/>
                  </a:lnTo>
                  <a:lnTo>
                    <a:pt x="3219195" y="1581741"/>
                  </a:lnTo>
                  <a:lnTo>
                    <a:pt x="3220010" y="1609357"/>
                  </a:lnTo>
                  <a:lnTo>
                    <a:pt x="3220825" y="1597066"/>
                  </a:lnTo>
                  <a:lnTo>
                    <a:pt x="3221640" y="1629166"/>
                  </a:lnTo>
                  <a:lnTo>
                    <a:pt x="3222455" y="1641500"/>
                  </a:lnTo>
                  <a:lnTo>
                    <a:pt x="3223269" y="1634761"/>
                  </a:lnTo>
                  <a:lnTo>
                    <a:pt x="3224084" y="1662762"/>
                  </a:lnTo>
                  <a:lnTo>
                    <a:pt x="3224899" y="1646417"/>
                  </a:lnTo>
                  <a:lnTo>
                    <a:pt x="3225714" y="1667439"/>
                  </a:lnTo>
                  <a:lnTo>
                    <a:pt x="3226529" y="1668071"/>
                  </a:lnTo>
                  <a:lnTo>
                    <a:pt x="3227343" y="1672931"/>
                  </a:lnTo>
                  <a:lnTo>
                    <a:pt x="3228158" y="1678546"/>
                  </a:lnTo>
                  <a:lnTo>
                    <a:pt x="3228973" y="1687873"/>
                  </a:lnTo>
                  <a:lnTo>
                    <a:pt x="3229788" y="1659940"/>
                  </a:lnTo>
                  <a:lnTo>
                    <a:pt x="3230602" y="1615181"/>
                  </a:lnTo>
                  <a:lnTo>
                    <a:pt x="3231417" y="1597981"/>
                  </a:lnTo>
                  <a:lnTo>
                    <a:pt x="3232232" y="1577467"/>
                  </a:lnTo>
                  <a:lnTo>
                    <a:pt x="3233047" y="1599318"/>
                  </a:lnTo>
                  <a:lnTo>
                    <a:pt x="3233862" y="1507410"/>
                  </a:lnTo>
                  <a:lnTo>
                    <a:pt x="3234676" y="1445603"/>
                  </a:lnTo>
                  <a:lnTo>
                    <a:pt x="3235491" y="1489706"/>
                  </a:lnTo>
                  <a:lnTo>
                    <a:pt x="3236306" y="1563782"/>
                  </a:lnTo>
                  <a:lnTo>
                    <a:pt x="3237121" y="1520262"/>
                  </a:lnTo>
                  <a:lnTo>
                    <a:pt x="3237935" y="1490482"/>
                  </a:lnTo>
                  <a:lnTo>
                    <a:pt x="3238750" y="1501727"/>
                  </a:lnTo>
                  <a:lnTo>
                    <a:pt x="3239565" y="1597339"/>
                  </a:lnTo>
                  <a:lnTo>
                    <a:pt x="3240380" y="1601511"/>
                  </a:lnTo>
                  <a:lnTo>
                    <a:pt x="3241195" y="1566799"/>
                  </a:lnTo>
                  <a:lnTo>
                    <a:pt x="3242009" y="1525325"/>
                  </a:lnTo>
                  <a:lnTo>
                    <a:pt x="3242824" y="1584810"/>
                  </a:lnTo>
                  <a:lnTo>
                    <a:pt x="3243639" y="1617103"/>
                  </a:lnTo>
                  <a:lnTo>
                    <a:pt x="3244454" y="1570968"/>
                  </a:lnTo>
                  <a:lnTo>
                    <a:pt x="3245268" y="1513213"/>
                  </a:lnTo>
                  <a:lnTo>
                    <a:pt x="3246083" y="1535965"/>
                  </a:lnTo>
                  <a:lnTo>
                    <a:pt x="3246898" y="1567990"/>
                  </a:lnTo>
                  <a:lnTo>
                    <a:pt x="3247713" y="1585214"/>
                  </a:lnTo>
                  <a:lnTo>
                    <a:pt x="3248528" y="1560465"/>
                  </a:lnTo>
                  <a:lnTo>
                    <a:pt x="3249342" y="1566294"/>
                  </a:lnTo>
                  <a:lnTo>
                    <a:pt x="3250157" y="1605723"/>
                  </a:lnTo>
                  <a:lnTo>
                    <a:pt x="3250972" y="1622815"/>
                  </a:lnTo>
                  <a:lnTo>
                    <a:pt x="3251787" y="1623932"/>
                  </a:lnTo>
                  <a:lnTo>
                    <a:pt x="3252601" y="1634314"/>
                  </a:lnTo>
                  <a:lnTo>
                    <a:pt x="3253416" y="1618142"/>
                  </a:lnTo>
                  <a:lnTo>
                    <a:pt x="3254231" y="1639809"/>
                  </a:lnTo>
                  <a:lnTo>
                    <a:pt x="3255046" y="1633135"/>
                  </a:lnTo>
                  <a:lnTo>
                    <a:pt x="3255861" y="1639642"/>
                  </a:lnTo>
                  <a:lnTo>
                    <a:pt x="3256675" y="1631886"/>
                  </a:lnTo>
                  <a:lnTo>
                    <a:pt x="3257490" y="1651186"/>
                  </a:lnTo>
                  <a:lnTo>
                    <a:pt x="3258305" y="1619933"/>
                  </a:lnTo>
                  <a:lnTo>
                    <a:pt x="3259120" y="1624642"/>
                  </a:lnTo>
                  <a:lnTo>
                    <a:pt x="3259934" y="1617858"/>
                  </a:lnTo>
                  <a:lnTo>
                    <a:pt x="3260749" y="1571538"/>
                  </a:lnTo>
                  <a:lnTo>
                    <a:pt x="3261564" y="1632736"/>
                  </a:lnTo>
                  <a:lnTo>
                    <a:pt x="3262379" y="1637239"/>
                  </a:lnTo>
                  <a:lnTo>
                    <a:pt x="3263194" y="1584910"/>
                  </a:lnTo>
                  <a:lnTo>
                    <a:pt x="3264008" y="1607870"/>
                  </a:lnTo>
                  <a:lnTo>
                    <a:pt x="3264823" y="1644361"/>
                  </a:lnTo>
                  <a:lnTo>
                    <a:pt x="3265638" y="1671353"/>
                  </a:lnTo>
                  <a:lnTo>
                    <a:pt x="3266453" y="1729542"/>
                  </a:lnTo>
                  <a:lnTo>
                    <a:pt x="3267268" y="1721619"/>
                  </a:lnTo>
                  <a:lnTo>
                    <a:pt x="3268082" y="1756701"/>
                  </a:lnTo>
                  <a:lnTo>
                    <a:pt x="3268082" y="1756701"/>
                  </a:lnTo>
                  <a:lnTo>
                    <a:pt x="3268897" y="1722081"/>
                  </a:lnTo>
                  <a:lnTo>
                    <a:pt x="3269712" y="1727913"/>
                  </a:lnTo>
                  <a:lnTo>
                    <a:pt x="3270527" y="1745633"/>
                  </a:lnTo>
                  <a:lnTo>
                    <a:pt x="3271341" y="1756701"/>
                  </a:lnTo>
                  <a:lnTo>
                    <a:pt x="3271341" y="1756701"/>
                  </a:lnTo>
                  <a:lnTo>
                    <a:pt x="3272156" y="1712833"/>
                  </a:lnTo>
                  <a:lnTo>
                    <a:pt x="3272971" y="1657196"/>
                  </a:lnTo>
                  <a:lnTo>
                    <a:pt x="3273786" y="1672857"/>
                  </a:lnTo>
                  <a:lnTo>
                    <a:pt x="3274601" y="1661646"/>
                  </a:lnTo>
                  <a:lnTo>
                    <a:pt x="3275415" y="1678656"/>
                  </a:lnTo>
                  <a:lnTo>
                    <a:pt x="3276230" y="1661142"/>
                  </a:lnTo>
                  <a:lnTo>
                    <a:pt x="3277045" y="1669243"/>
                  </a:lnTo>
                  <a:lnTo>
                    <a:pt x="3277860" y="1692603"/>
                  </a:lnTo>
                  <a:lnTo>
                    <a:pt x="3278674" y="1715011"/>
                  </a:lnTo>
                  <a:lnTo>
                    <a:pt x="3279489" y="1698278"/>
                  </a:lnTo>
                  <a:lnTo>
                    <a:pt x="3280304" y="1684251"/>
                  </a:lnTo>
                  <a:lnTo>
                    <a:pt x="3281119" y="1702372"/>
                  </a:lnTo>
                  <a:lnTo>
                    <a:pt x="3281934" y="1723522"/>
                  </a:lnTo>
                  <a:lnTo>
                    <a:pt x="3282748" y="1711985"/>
                  </a:lnTo>
                  <a:lnTo>
                    <a:pt x="3283563" y="1694306"/>
                  </a:lnTo>
                  <a:lnTo>
                    <a:pt x="3284378" y="1698584"/>
                  </a:lnTo>
                  <a:lnTo>
                    <a:pt x="3285193" y="1734051"/>
                  </a:lnTo>
                  <a:lnTo>
                    <a:pt x="3286007" y="1756701"/>
                  </a:lnTo>
                  <a:lnTo>
                    <a:pt x="3286007" y="1756701"/>
                  </a:lnTo>
                  <a:lnTo>
                    <a:pt x="3286822" y="1756701"/>
                  </a:lnTo>
                  <a:lnTo>
                    <a:pt x="3287637" y="1756701"/>
                  </a:lnTo>
                  <a:lnTo>
                    <a:pt x="3288452" y="1756215"/>
                  </a:lnTo>
                  <a:lnTo>
                    <a:pt x="3289267" y="1756701"/>
                  </a:lnTo>
                  <a:lnTo>
                    <a:pt x="3289267" y="1756701"/>
                  </a:lnTo>
                  <a:lnTo>
                    <a:pt x="3290081" y="1756701"/>
                  </a:lnTo>
                  <a:lnTo>
                    <a:pt x="3290896" y="1652802"/>
                  </a:lnTo>
                  <a:lnTo>
                    <a:pt x="3291711" y="1596644"/>
                  </a:lnTo>
                  <a:lnTo>
                    <a:pt x="3292526" y="1559845"/>
                  </a:lnTo>
                  <a:lnTo>
                    <a:pt x="3293340" y="1584032"/>
                  </a:lnTo>
                  <a:lnTo>
                    <a:pt x="3294155" y="1549270"/>
                  </a:lnTo>
                  <a:lnTo>
                    <a:pt x="3294970" y="1594918"/>
                  </a:lnTo>
                  <a:lnTo>
                    <a:pt x="3295785" y="1534837"/>
                  </a:lnTo>
                  <a:lnTo>
                    <a:pt x="3296600" y="1526145"/>
                  </a:lnTo>
                  <a:lnTo>
                    <a:pt x="3297414" y="1608599"/>
                  </a:lnTo>
                  <a:lnTo>
                    <a:pt x="3298229" y="1583583"/>
                  </a:lnTo>
                  <a:lnTo>
                    <a:pt x="3299044" y="1551887"/>
                  </a:lnTo>
                  <a:lnTo>
                    <a:pt x="3299859" y="1603518"/>
                  </a:lnTo>
                  <a:lnTo>
                    <a:pt x="3300673" y="1551088"/>
                  </a:lnTo>
                  <a:lnTo>
                    <a:pt x="3301488" y="1581211"/>
                  </a:lnTo>
                  <a:lnTo>
                    <a:pt x="3302303" y="1579902"/>
                  </a:lnTo>
                  <a:lnTo>
                    <a:pt x="3303118" y="1614523"/>
                  </a:lnTo>
                  <a:lnTo>
                    <a:pt x="3303933" y="1665436"/>
                  </a:lnTo>
                  <a:lnTo>
                    <a:pt x="3304747" y="1648204"/>
                  </a:lnTo>
                  <a:lnTo>
                    <a:pt x="3305562" y="1644485"/>
                  </a:lnTo>
                  <a:lnTo>
                    <a:pt x="3306377" y="1636693"/>
                  </a:lnTo>
                  <a:lnTo>
                    <a:pt x="3307192" y="1585791"/>
                  </a:lnTo>
                  <a:lnTo>
                    <a:pt x="3308007" y="1611612"/>
                  </a:lnTo>
                  <a:lnTo>
                    <a:pt x="3308821" y="1563250"/>
                  </a:lnTo>
                  <a:lnTo>
                    <a:pt x="3309636" y="1581526"/>
                  </a:lnTo>
                  <a:lnTo>
                    <a:pt x="3310451" y="1626720"/>
                  </a:lnTo>
                  <a:lnTo>
                    <a:pt x="3311266" y="1560790"/>
                  </a:lnTo>
                  <a:lnTo>
                    <a:pt x="3312080" y="1559508"/>
                  </a:lnTo>
                  <a:lnTo>
                    <a:pt x="3312895" y="1544365"/>
                  </a:lnTo>
                  <a:lnTo>
                    <a:pt x="3313710" y="1582863"/>
                  </a:lnTo>
                  <a:lnTo>
                    <a:pt x="3314525" y="1561113"/>
                  </a:lnTo>
                  <a:lnTo>
                    <a:pt x="3315340" y="1631176"/>
                  </a:lnTo>
                  <a:lnTo>
                    <a:pt x="3316154" y="1703838"/>
                  </a:lnTo>
                  <a:lnTo>
                    <a:pt x="3316969" y="1706301"/>
                  </a:lnTo>
                  <a:lnTo>
                    <a:pt x="3317784" y="1756701"/>
                  </a:lnTo>
                  <a:lnTo>
                    <a:pt x="3317784" y="1756701"/>
                  </a:lnTo>
                  <a:lnTo>
                    <a:pt x="3318599" y="1709505"/>
                  </a:lnTo>
                  <a:lnTo>
                    <a:pt x="3319413" y="1747824"/>
                  </a:lnTo>
                  <a:lnTo>
                    <a:pt x="3320228" y="1731336"/>
                  </a:lnTo>
                  <a:lnTo>
                    <a:pt x="3321043" y="1742635"/>
                  </a:lnTo>
                  <a:lnTo>
                    <a:pt x="3321858" y="1735995"/>
                  </a:lnTo>
                  <a:lnTo>
                    <a:pt x="3322673" y="1714409"/>
                  </a:lnTo>
                  <a:lnTo>
                    <a:pt x="3323487" y="1712181"/>
                  </a:lnTo>
                  <a:lnTo>
                    <a:pt x="3324302" y="1689428"/>
                  </a:lnTo>
                  <a:lnTo>
                    <a:pt x="3325117" y="1669965"/>
                  </a:lnTo>
                  <a:lnTo>
                    <a:pt x="3325932" y="1620239"/>
                  </a:lnTo>
                  <a:lnTo>
                    <a:pt x="3326746" y="1560369"/>
                  </a:lnTo>
                  <a:lnTo>
                    <a:pt x="3327561" y="1602849"/>
                  </a:lnTo>
                  <a:lnTo>
                    <a:pt x="3328376" y="1667532"/>
                  </a:lnTo>
                  <a:lnTo>
                    <a:pt x="3329191" y="1664800"/>
                  </a:lnTo>
                  <a:lnTo>
                    <a:pt x="3330006" y="1679714"/>
                  </a:lnTo>
                  <a:lnTo>
                    <a:pt x="3330820" y="1683376"/>
                  </a:lnTo>
                  <a:lnTo>
                    <a:pt x="3331635" y="1746029"/>
                  </a:lnTo>
                  <a:lnTo>
                    <a:pt x="3332450" y="1751902"/>
                  </a:lnTo>
                  <a:lnTo>
                    <a:pt x="3333265" y="1700473"/>
                  </a:lnTo>
                  <a:lnTo>
                    <a:pt x="3334079" y="1705373"/>
                  </a:lnTo>
                  <a:lnTo>
                    <a:pt x="3334894" y="1730527"/>
                  </a:lnTo>
                  <a:lnTo>
                    <a:pt x="3335709" y="1737301"/>
                  </a:lnTo>
                  <a:lnTo>
                    <a:pt x="3336524" y="1755960"/>
                  </a:lnTo>
                  <a:lnTo>
                    <a:pt x="3337339" y="1685083"/>
                  </a:lnTo>
                  <a:lnTo>
                    <a:pt x="3338153" y="1677958"/>
                  </a:lnTo>
                  <a:lnTo>
                    <a:pt x="3338968" y="1673946"/>
                  </a:lnTo>
                  <a:lnTo>
                    <a:pt x="3339783" y="1708845"/>
                  </a:lnTo>
                  <a:lnTo>
                    <a:pt x="3340598" y="1637253"/>
                  </a:lnTo>
                  <a:lnTo>
                    <a:pt x="3341412" y="1588618"/>
                  </a:lnTo>
                  <a:lnTo>
                    <a:pt x="3342227" y="1622678"/>
                  </a:lnTo>
                  <a:lnTo>
                    <a:pt x="3343042" y="1563408"/>
                  </a:lnTo>
                  <a:lnTo>
                    <a:pt x="3343857" y="1576727"/>
                  </a:lnTo>
                  <a:lnTo>
                    <a:pt x="3344672" y="1539194"/>
                  </a:lnTo>
                  <a:lnTo>
                    <a:pt x="3345486" y="1566364"/>
                  </a:lnTo>
                  <a:lnTo>
                    <a:pt x="3346301" y="1577901"/>
                  </a:lnTo>
                  <a:lnTo>
                    <a:pt x="3347116" y="1462810"/>
                  </a:lnTo>
                  <a:lnTo>
                    <a:pt x="3347931" y="1433894"/>
                  </a:lnTo>
                  <a:lnTo>
                    <a:pt x="3348746" y="1461144"/>
                  </a:lnTo>
                  <a:lnTo>
                    <a:pt x="3349560" y="1438084"/>
                  </a:lnTo>
                  <a:lnTo>
                    <a:pt x="3350375" y="1430949"/>
                  </a:lnTo>
                  <a:lnTo>
                    <a:pt x="3351190" y="1475872"/>
                  </a:lnTo>
                  <a:lnTo>
                    <a:pt x="3352005" y="1552346"/>
                  </a:lnTo>
                  <a:lnTo>
                    <a:pt x="3352819" y="1577541"/>
                  </a:lnTo>
                  <a:lnTo>
                    <a:pt x="3353634" y="1557976"/>
                  </a:lnTo>
                  <a:lnTo>
                    <a:pt x="3354449" y="1595551"/>
                  </a:lnTo>
                  <a:lnTo>
                    <a:pt x="3355264" y="1618340"/>
                  </a:lnTo>
                  <a:lnTo>
                    <a:pt x="3356079" y="1588811"/>
                  </a:lnTo>
                  <a:lnTo>
                    <a:pt x="3356893" y="1554986"/>
                  </a:lnTo>
                  <a:lnTo>
                    <a:pt x="3357708" y="1541628"/>
                  </a:lnTo>
                  <a:lnTo>
                    <a:pt x="3358523" y="1533086"/>
                  </a:lnTo>
                  <a:lnTo>
                    <a:pt x="3359338" y="1595077"/>
                  </a:lnTo>
                  <a:lnTo>
                    <a:pt x="3360152" y="1618193"/>
                  </a:lnTo>
                  <a:lnTo>
                    <a:pt x="3360967" y="1613734"/>
                  </a:lnTo>
                  <a:lnTo>
                    <a:pt x="3361782" y="1637809"/>
                  </a:lnTo>
                  <a:lnTo>
                    <a:pt x="3362597" y="1644165"/>
                  </a:lnTo>
                  <a:lnTo>
                    <a:pt x="3363412" y="1625104"/>
                  </a:lnTo>
                  <a:lnTo>
                    <a:pt x="3364226" y="1611711"/>
                  </a:lnTo>
                  <a:lnTo>
                    <a:pt x="3365041" y="1573891"/>
                  </a:lnTo>
                  <a:lnTo>
                    <a:pt x="3365856" y="1589916"/>
                  </a:lnTo>
                  <a:lnTo>
                    <a:pt x="3366671" y="1629109"/>
                  </a:lnTo>
                  <a:lnTo>
                    <a:pt x="3367485" y="1672286"/>
                  </a:lnTo>
                  <a:lnTo>
                    <a:pt x="3368300" y="1683035"/>
                  </a:lnTo>
                  <a:lnTo>
                    <a:pt x="3369115" y="1697443"/>
                  </a:lnTo>
                  <a:lnTo>
                    <a:pt x="3369930" y="1710380"/>
                  </a:lnTo>
                  <a:lnTo>
                    <a:pt x="3370745" y="1686561"/>
                  </a:lnTo>
                  <a:lnTo>
                    <a:pt x="3371559" y="1679352"/>
                  </a:lnTo>
                  <a:lnTo>
                    <a:pt x="3372374" y="1705130"/>
                  </a:lnTo>
                  <a:lnTo>
                    <a:pt x="3373189" y="1663747"/>
                  </a:lnTo>
                  <a:lnTo>
                    <a:pt x="3374004" y="1700029"/>
                  </a:lnTo>
                  <a:lnTo>
                    <a:pt x="3374818" y="1683780"/>
                  </a:lnTo>
                  <a:lnTo>
                    <a:pt x="3375633" y="1700966"/>
                  </a:lnTo>
                  <a:lnTo>
                    <a:pt x="3376448" y="1672764"/>
                  </a:lnTo>
                  <a:lnTo>
                    <a:pt x="3377263" y="1634973"/>
                  </a:lnTo>
                  <a:lnTo>
                    <a:pt x="3378078" y="1618463"/>
                  </a:lnTo>
                  <a:lnTo>
                    <a:pt x="3378892" y="1656375"/>
                  </a:lnTo>
                  <a:lnTo>
                    <a:pt x="3379707" y="1666223"/>
                  </a:lnTo>
                  <a:lnTo>
                    <a:pt x="3380522" y="1686574"/>
                  </a:lnTo>
                  <a:lnTo>
                    <a:pt x="3381337" y="1625754"/>
                  </a:lnTo>
                  <a:lnTo>
                    <a:pt x="3382151" y="1643235"/>
                  </a:lnTo>
                  <a:lnTo>
                    <a:pt x="3382966" y="1635968"/>
                  </a:lnTo>
                  <a:lnTo>
                    <a:pt x="3383781" y="1616998"/>
                  </a:lnTo>
                  <a:lnTo>
                    <a:pt x="3384596" y="1520732"/>
                  </a:lnTo>
                  <a:lnTo>
                    <a:pt x="3385411" y="1546635"/>
                  </a:lnTo>
                  <a:lnTo>
                    <a:pt x="3386225" y="1594588"/>
                  </a:lnTo>
                  <a:lnTo>
                    <a:pt x="3387040" y="1577782"/>
                  </a:lnTo>
                  <a:lnTo>
                    <a:pt x="3387855" y="1614504"/>
                  </a:lnTo>
                  <a:lnTo>
                    <a:pt x="3388670" y="1589273"/>
                  </a:lnTo>
                  <a:lnTo>
                    <a:pt x="3389485" y="1614046"/>
                  </a:lnTo>
                  <a:lnTo>
                    <a:pt x="3390299" y="1621904"/>
                  </a:lnTo>
                  <a:lnTo>
                    <a:pt x="3391114" y="1642162"/>
                  </a:lnTo>
                  <a:lnTo>
                    <a:pt x="3391929" y="1664430"/>
                  </a:lnTo>
                  <a:lnTo>
                    <a:pt x="3392744" y="1637634"/>
                  </a:lnTo>
                  <a:lnTo>
                    <a:pt x="3393558" y="1641804"/>
                  </a:lnTo>
                  <a:lnTo>
                    <a:pt x="3394373" y="1633854"/>
                  </a:lnTo>
                  <a:lnTo>
                    <a:pt x="3395188" y="1662954"/>
                  </a:lnTo>
                  <a:lnTo>
                    <a:pt x="3396003" y="1647429"/>
                  </a:lnTo>
                  <a:lnTo>
                    <a:pt x="3396818" y="1633894"/>
                  </a:lnTo>
                  <a:lnTo>
                    <a:pt x="3397632" y="1664153"/>
                  </a:lnTo>
                  <a:lnTo>
                    <a:pt x="3398447" y="1674820"/>
                  </a:lnTo>
                  <a:lnTo>
                    <a:pt x="3399262" y="1682351"/>
                  </a:lnTo>
                  <a:lnTo>
                    <a:pt x="3400077" y="1654754"/>
                  </a:lnTo>
                  <a:lnTo>
                    <a:pt x="3400891" y="1661608"/>
                  </a:lnTo>
                  <a:lnTo>
                    <a:pt x="3401706" y="1557738"/>
                  </a:lnTo>
                  <a:lnTo>
                    <a:pt x="3402521" y="1556101"/>
                  </a:lnTo>
                  <a:lnTo>
                    <a:pt x="3403336" y="1420365"/>
                  </a:lnTo>
                  <a:lnTo>
                    <a:pt x="3404151" y="1377528"/>
                  </a:lnTo>
                  <a:lnTo>
                    <a:pt x="3404965" y="1305527"/>
                  </a:lnTo>
                  <a:lnTo>
                    <a:pt x="3405780" y="1197938"/>
                  </a:lnTo>
                  <a:lnTo>
                    <a:pt x="3406595" y="1312423"/>
                  </a:lnTo>
                  <a:lnTo>
                    <a:pt x="3407410" y="1271736"/>
                  </a:lnTo>
                  <a:lnTo>
                    <a:pt x="3408224" y="1405542"/>
                  </a:lnTo>
                  <a:lnTo>
                    <a:pt x="3409039" y="1446986"/>
                  </a:lnTo>
                  <a:lnTo>
                    <a:pt x="3409854" y="1352890"/>
                  </a:lnTo>
                  <a:lnTo>
                    <a:pt x="3410669" y="1372884"/>
                  </a:lnTo>
                  <a:lnTo>
                    <a:pt x="3411484" y="1457013"/>
                  </a:lnTo>
                  <a:lnTo>
                    <a:pt x="3412298" y="1458416"/>
                  </a:lnTo>
                  <a:lnTo>
                    <a:pt x="3413113" y="1533819"/>
                  </a:lnTo>
                  <a:lnTo>
                    <a:pt x="3413928" y="1497063"/>
                  </a:lnTo>
                  <a:lnTo>
                    <a:pt x="3414743" y="1443632"/>
                  </a:lnTo>
                  <a:lnTo>
                    <a:pt x="3415557" y="1304179"/>
                  </a:lnTo>
                  <a:lnTo>
                    <a:pt x="3416372" y="1347469"/>
                  </a:lnTo>
                  <a:lnTo>
                    <a:pt x="3417187" y="1453376"/>
                  </a:lnTo>
                  <a:lnTo>
                    <a:pt x="3418002" y="1455702"/>
                  </a:lnTo>
                  <a:lnTo>
                    <a:pt x="3418817" y="1366562"/>
                  </a:lnTo>
                  <a:lnTo>
                    <a:pt x="3419631" y="1380616"/>
                  </a:lnTo>
                  <a:lnTo>
                    <a:pt x="3420446" y="1230593"/>
                  </a:lnTo>
                  <a:lnTo>
                    <a:pt x="3421261" y="1179251"/>
                  </a:lnTo>
                  <a:lnTo>
                    <a:pt x="3422076" y="1188590"/>
                  </a:lnTo>
                  <a:lnTo>
                    <a:pt x="3422890" y="1166304"/>
                  </a:lnTo>
                  <a:lnTo>
                    <a:pt x="3423705" y="1223363"/>
                  </a:lnTo>
                  <a:lnTo>
                    <a:pt x="3424520" y="1325849"/>
                  </a:lnTo>
                  <a:lnTo>
                    <a:pt x="3425335" y="1371373"/>
                  </a:lnTo>
                  <a:lnTo>
                    <a:pt x="3426150" y="1180910"/>
                  </a:lnTo>
                  <a:lnTo>
                    <a:pt x="3426964" y="1146046"/>
                  </a:lnTo>
                  <a:lnTo>
                    <a:pt x="3427779" y="1069694"/>
                  </a:lnTo>
                  <a:lnTo>
                    <a:pt x="3428594" y="1090999"/>
                  </a:lnTo>
                  <a:lnTo>
                    <a:pt x="3429409" y="1156305"/>
                  </a:lnTo>
                  <a:lnTo>
                    <a:pt x="3430224" y="1051875"/>
                  </a:lnTo>
                  <a:lnTo>
                    <a:pt x="3431038" y="1161324"/>
                  </a:lnTo>
                  <a:lnTo>
                    <a:pt x="3431853" y="1195891"/>
                  </a:lnTo>
                  <a:lnTo>
                    <a:pt x="3432668" y="1286687"/>
                  </a:lnTo>
                  <a:lnTo>
                    <a:pt x="3433483" y="1307621"/>
                  </a:lnTo>
                  <a:lnTo>
                    <a:pt x="3434297" y="1241681"/>
                  </a:lnTo>
                  <a:lnTo>
                    <a:pt x="3435112" y="1409062"/>
                  </a:lnTo>
                  <a:lnTo>
                    <a:pt x="3435927" y="1384593"/>
                  </a:lnTo>
                  <a:lnTo>
                    <a:pt x="3436742" y="1252023"/>
                  </a:lnTo>
                  <a:lnTo>
                    <a:pt x="3437557" y="1398878"/>
                  </a:lnTo>
                  <a:lnTo>
                    <a:pt x="3438371" y="1440359"/>
                  </a:lnTo>
                  <a:lnTo>
                    <a:pt x="3439186" y="1600241"/>
                  </a:lnTo>
                  <a:lnTo>
                    <a:pt x="3440001" y="1605945"/>
                  </a:lnTo>
                  <a:lnTo>
                    <a:pt x="3440816" y="1633612"/>
                  </a:lnTo>
                  <a:lnTo>
                    <a:pt x="3441630" y="1572688"/>
                  </a:lnTo>
                  <a:lnTo>
                    <a:pt x="3442445" y="1500450"/>
                  </a:lnTo>
                  <a:lnTo>
                    <a:pt x="3443260" y="1387869"/>
                  </a:lnTo>
                  <a:lnTo>
                    <a:pt x="3444075" y="1358609"/>
                  </a:lnTo>
                  <a:lnTo>
                    <a:pt x="3444890" y="1444062"/>
                  </a:lnTo>
                  <a:lnTo>
                    <a:pt x="3445704" y="1474511"/>
                  </a:lnTo>
                  <a:lnTo>
                    <a:pt x="3446519" y="1346005"/>
                  </a:lnTo>
                  <a:lnTo>
                    <a:pt x="3447334" y="1295522"/>
                  </a:lnTo>
                  <a:lnTo>
                    <a:pt x="3448149" y="1303146"/>
                  </a:lnTo>
                  <a:lnTo>
                    <a:pt x="3448963" y="1390549"/>
                  </a:lnTo>
                  <a:lnTo>
                    <a:pt x="3449778" y="1462161"/>
                  </a:lnTo>
                  <a:lnTo>
                    <a:pt x="3450593" y="1486910"/>
                  </a:lnTo>
                  <a:lnTo>
                    <a:pt x="3451408" y="1452177"/>
                  </a:lnTo>
                  <a:lnTo>
                    <a:pt x="3452223" y="1461626"/>
                  </a:lnTo>
                  <a:lnTo>
                    <a:pt x="3453037" y="1422551"/>
                  </a:lnTo>
                  <a:lnTo>
                    <a:pt x="3453852" y="1489733"/>
                  </a:lnTo>
                  <a:lnTo>
                    <a:pt x="3454667" y="1446067"/>
                  </a:lnTo>
                  <a:lnTo>
                    <a:pt x="3455482" y="1329572"/>
                  </a:lnTo>
                  <a:lnTo>
                    <a:pt x="3456296" y="1420387"/>
                  </a:lnTo>
                  <a:lnTo>
                    <a:pt x="3457111" y="1557270"/>
                  </a:lnTo>
                  <a:lnTo>
                    <a:pt x="3457926" y="1590963"/>
                  </a:lnTo>
                  <a:lnTo>
                    <a:pt x="3458741" y="1585712"/>
                  </a:lnTo>
                  <a:lnTo>
                    <a:pt x="3459556" y="1616156"/>
                  </a:lnTo>
                  <a:lnTo>
                    <a:pt x="3460370" y="1644614"/>
                  </a:lnTo>
                  <a:lnTo>
                    <a:pt x="3461185" y="1636207"/>
                  </a:lnTo>
                  <a:lnTo>
                    <a:pt x="3462000" y="1578568"/>
                  </a:lnTo>
                  <a:lnTo>
                    <a:pt x="3462815" y="1527016"/>
                  </a:lnTo>
                  <a:lnTo>
                    <a:pt x="3463629" y="1497061"/>
                  </a:lnTo>
                  <a:lnTo>
                    <a:pt x="3464444" y="1601922"/>
                  </a:lnTo>
                  <a:lnTo>
                    <a:pt x="3465259" y="1522507"/>
                  </a:lnTo>
                  <a:lnTo>
                    <a:pt x="3466074" y="1537485"/>
                  </a:lnTo>
                  <a:lnTo>
                    <a:pt x="3466889" y="1490792"/>
                  </a:lnTo>
                  <a:lnTo>
                    <a:pt x="3467703" y="1348699"/>
                  </a:lnTo>
                  <a:lnTo>
                    <a:pt x="3468518" y="1314909"/>
                  </a:lnTo>
                  <a:lnTo>
                    <a:pt x="3469333" y="1341400"/>
                  </a:lnTo>
                  <a:lnTo>
                    <a:pt x="3470148" y="1326594"/>
                  </a:lnTo>
                  <a:lnTo>
                    <a:pt x="3470963" y="1390372"/>
                  </a:lnTo>
                  <a:lnTo>
                    <a:pt x="3471777" y="1324579"/>
                  </a:lnTo>
                  <a:lnTo>
                    <a:pt x="3472592" y="1361608"/>
                  </a:lnTo>
                  <a:lnTo>
                    <a:pt x="3473407" y="1260709"/>
                  </a:lnTo>
                  <a:lnTo>
                    <a:pt x="3474222" y="1359308"/>
                  </a:lnTo>
                  <a:lnTo>
                    <a:pt x="3475036" y="1369247"/>
                  </a:lnTo>
                  <a:lnTo>
                    <a:pt x="3475851" y="1470585"/>
                  </a:lnTo>
                  <a:lnTo>
                    <a:pt x="3476666" y="1517004"/>
                  </a:lnTo>
                  <a:lnTo>
                    <a:pt x="3477481" y="1406952"/>
                  </a:lnTo>
                  <a:lnTo>
                    <a:pt x="3478296" y="1470033"/>
                  </a:lnTo>
                  <a:lnTo>
                    <a:pt x="3479110" y="1445925"/>
                  </a:lnTo>
                  <a:lnTo>
                    <a:pt x="3479925" y="1480559"/>
                  </a:lnTo>
                  <a:lnTo>
                    <a:pt x="3480740" y="1576652"/>
                  </a:lnTo>
                  <a:lnTo>
                    <a:pt x="3481555" y="1575900"/>
                  </a:lnTo>
                  <a:lnTo>
                    <a:pt x="3482369" y="1582117"/>
                  </a:lnTo>
                  <a:lnTo>
                    <a:pt x="3483184" y="1631172"/>
                  </a:lnTo>
                  <a:lnTo>
                    <a:pt x="3483999" y="1592917"/>
                  </a:lnTo>
                  <a:lnTo>
                    <a:pt x="3484814" y="1663784"/>
                  </a:lnTo>
                  <a:lnTo>
                    <a:pt x="3485629" y="1599497"/>
                  </a:lnTo>
                  <a:lnTo>
                    <a:pt x="3486443" y="1597131"/>
                  </a:lnTo>
                  <a:lnTo>
                    <a:pt x="3487258" y="1565352"/>
                  </a:lnTo>
                  <a:lnTo>
                    <a:pt x="3488073" y="1637633"/>
                  </a:lnTo>
                  <a:lnTo>
                    <a:pt x="3488888" y="1694790"/>
                  </a:lnTo>
                  <a:lnTo>
                    <a:pt x="3489702" y="1655812"/>
                  </a:lnTo>
                  <a:lnTo>
                    <a:pt x="3490517" y="1619837"/>
                  </a:lnTo>
                  <a:lnTo>
                    <a:pt x="3491332" y="1664702"/>
                  </a:lnTo>
                  <a:lnTo>
                    <a:pt x="3492147" y="1647692"/>
                  </a:lnTo>
                  <a:lnTo>
                    <a:pt x="3492962" y="1614650"/>
                  </a:lnTo>
                  <a:lnTo>
                    <a:pt x="3493776" y="1525745"/>
                  </a:lnTo>
                  <a:lnTo>
                    <a:pt x="3494591" y="1464323"/>
                  </a:lnTo>
                  <a:lnTo>
                    <a:pt x="3495406" y="1491463"/>
                  </a:lnTo>
                  <a:lnTo>
                    <a:pt x="3496221" y="1526664"/>
                  </a:lnTo>
                  <a:lnTo>
                    <a:pt x="3497035" y="1537239"/>
                  </a:lnTo>
                  <a:lnTo>
                    <a:pt x="3497850" y="1576429"/>
                  </a:lnTo>
                  <a:lnTo>
                    <a:pt x="3498665" y="1545074"/>
                  </a:lnTo>
                  <a:lnTo>
                    <a:pt x="3499480" y="1645748"/>
                  </a:lnTo>
                  <a:lnTo>
                    <a:pt x="3500295" y="1595552"/>
                  </a:lnTo>
                  <a:lnTo>
                    <a:pt x="3501109" y="1513982"/>
                  </a:lnTo>
                  <a:lnTo>
                    <a:pt x="3501924" y="1483775"/>
                  </a:lnTo>
                  <a:lnTo>
                    <a:pt x="3502739" y="1481162"/>
                  </a:lnTo>
                  <a:lnTo>
                    <a:pt x="3503554" y="1532773"/>
                  </a:lnTo>
                  <a:lnTo>
                    <a:pt x="3504368" y="1589575"/>
                  </a:lnTo>
                  <a:lnTo>
                    <a:pt x="3505183" y="1597282"/>
                  </a:lnTo>
                  <a:lnTo>
                    <a:pt x="3505998" y="1594966"/>
                  </a:lnTo>
                  <a:lnTo>
                    <a:pt x="3506813" y="1560851"/>
                  </a:lnTo>
                  <a:lnTo>
                    <a:pt x="3507628" y="1498971"/>
                  </a:lnTo>
                  <a:lnTo>
                    <a:pt x="3508442" y="1561420"/>
                  </a:lnTo>
                  <a:lnTo>
                    <a:pt x="3509257" y="1635736"/>
                  </a:lnTo>
                  <a:lnTo>
                    <a:pt x="3510072" y="1642123"/>
                  </a:lnTo>
                  <a:lnTo>
                    <a:pt x="3510887" y="1692316"/>
                  </a:lnTo>
                  <a:lnTo>
                    <a:pt x="3511702" y="1652788"/>
                  </a:lnTo>
                  <a:lnTo>
                    <a:pt x="3512516" y="1635913"/>
                  </a:lnTo>
                  <a:lnTo>
                    <a:pt x="3513331" y="1564588"/>
                  </a:lnTo>
                  <a:lnTo>
                    <a:pt x="3514146" y="1593744"/>
                  </a:lnTo>
                  <a:lnTo>
                    <a:pt x="3514961" y="1544966"/>
                  </a:lnTo>
                  <a:lnTo>
                    <a:pt x="3515775" y="1481957"/>
                  </a:lnTo>
                  <a:lnTo>
                    <a:pt x="3516590" y="1498730"/>
                  </a:lnTo>
                  <a:lnTo>
                    <a:pt x="3517405" y="1529952"/>
                  </a:lnTo>
                  <a:lnTo>
                    <a:pt x="3518220" y="1479058"/>
                  </a:lnTo>
                  <a:lnTo>
                    <a:pt x="3519035" y="1461019"/>
                  </a:lnTo>
                  <a:lnTo>
                    <a:pt x="3519849" y="1334744"/>
                  </a:lnTo>
                  <a:lnTo>
                    <a:pt x="3520664" y="1280306"/>
                  </a:lnTo>
                  <a:lnTo>
                    <a:pt x="3521479" y="1279134"/>
                  </a:lnTo>
                  <a:lnTo>
                    <a:pt x="3522294" y="1178444"/>
                  </a:lnTo>
                  <a:lnTo>
                    <a:pt x="3523108" y="1176480"/>
                  </a:lnTo>
                  <a:lnTo>
                    <a:pt x="3523923" y="1109251"/>
                  </a:lnTo>
                  <a:lnTo>
                    <a:pt x="3524738" y="1108023"/>
                  </a:lnTo>
                  <a:lnTo>
                    <a:pt x="3525553" y="1141330"/>
                  </a:lnTo>
                  <a:lnTo>
                    <a:pt x="3526368" y="1188035"/>
                  </a:lnTo>
                  <a:lnTo>
                    <a:pt x="3527182" y="1178852"/>
                  </a:lnTo>
                  <a:lnTo>
                    <a:pt x="3527997" y="1178114"/>
                  </a:lnTo>
                  <a:lnTo>
                    <a:pt x="3528812" y="1151801"/>
                  </a:lnTo>
                  <a:lnTo>
                    <a:pt x="3529627" y="1158450"/>
                  </a:lnTo>
                  <a:lnTo>
                    <a:pt x="3530441" y="1220712"/>
                  </a:lnTo>
                  <a:lnTo>
                    <a:pt x="3531256" y="1240582"/>
                  </a:lnTo>
                  <a:lnTo>
                    <a:pt x="3532071" y="1294601"/>
                  </a:lnTo>
                  <a:lnTo>
                    <a:pt x="3532886" y="1246338"/>
                  </a:lnTo>
                  <a:lnTo>
                    <a:pt x="3533701" y="1251508"/>
                  </a:lnTo>
                  <a:lnTo>
                    <a:pt x="3534515" y="1293549"/>
                  </a:lnTo>
                  <a:lnTo>
                    <a:pt x="3535330" y="1246889"/>
                  </a:lnTo>
                  <a:lnTo>
                    <a:pt x="3536145" y="1373931"/>
                  </a:lnTo>
                  <a:lnTo>
                    <a:pt x="3536960" y="1450088"/>
                  </a:lnTo>
                  <a:lnTo>
                    <a:pt x="3537774" y="1519064"/>
                  </a:lnTo>
                  <a:lnTo>
                    <a:pt x="3538589" y="1590040"/>
                  </a:lnTo>
                  <a:lnTo>
                    <a:pt x="3539404" y="1593101"/>
                  </a:lnTo>
                  <a:lnTo>
                    <a:pt x="3540219" y="1608658"/>
                  </a:lnTo>
                  <a:lnTo>
                    <a:pt x="3541034" y="1571428"/>
                  </a:lnTo>
                  <a:lnTo>
                    <a:pt x="3541848" y="1578245"/>
                  </a:lnTo>
                  <a:lnTo>
                    <a:pt x="3542663" y="1602053"/>
                  </a:lnTo>
                  <a:lnTo>
                    <a:pt x="3543478" y="1609551"/>
                  </a:lnTo>
                  <a:lnTo>
                    <a:pt x="3544293" y="1633751"/>
                  </a:lnTo>
                  <a:lnTo>
                    <a:pt x="3545108" y="1645635"/>
                  </a:lnTo>
                  <a:lnTo>
                    <a:pt x="3545922" y="1678444"/>
                  </a:lnTo>
                  <a:lnTo>
                    <a:pt x="3546737" y="1692755"/>
                  </a:lnTo>
                  <a:lnTo>
                    <a:pt x="3547552" y="1673982"/>
                  </a:lnTo>
                  <a:lnTo>
                    <a:pt x="3548367" y="1652556"/>
                  </a:lnTo>
                  <a:lnTo>
                    <a:pt x="3549181" y="1640457"/>
                  </a:lnTo>
                  <a:lnTo>
                    <a:pt x="3549996" y="1585361"/>
                  </a:lnTo>
                  <a:lnTo>
                    <a:pt x="3550811" y="1595439"/>
                  </a:lnTo>
                  <a:lnTo>
                    <a:pt x="3551626" y="1625295"/>
                  </a:lnTo>
                  <a:lnTo>
                    <a:pt x="3552441" y="1634751"/>
                  </a:lnTo>
                  <a:lnTo>
                    <a:pt x="3553255" y="1643195"/>
                  </a:lnTo>
                  <a:lnTo>
                    <a:pt x="3554070" y="1636843"/>
                  </a:lnTo>
                  <a:lnTo>
                    <a:pt x="3554885" y="1597492"/>
                  </a:lnTo>
                  <a:lnTo>
                    <a:pt x="3555700" y="1606092"/>
                  </a:lnTo>
                  <a:lnTo>
                    <a:pt x="3556514" y="1574803"/>
                  </a:lnTo>
                  <a:lnTo>
                    <a:pt x="3557329" y="1579696"/>
                  </a:lnTo>
                  <a:lnTo>
                    <a:pt x="3558144" y="1523341"/>
                  </a:lnTo>
                  <a:lnTo>
                    <a:pt x="3558959" y="1496521"/>
                  </a:lnTo>
                  <a:lnTo>
                    <a:pt x="3559774" y="1425945"/>
                  </a:lnTo>
                  <a:lnTo>
                    <a:pt x="3560588" y="1481542"/>
                  </a:lnTo>
                  <a:lnTo>
                    <a:pt x="3561403" y="1521534"/>
                  </a:lnTo>
                  <a:lnTo>
                    <a:pt x="3562218" y="1550236"/>
                  </a:lnTo>
                  <a:lnTo>
                    <a:pt x="3563033" y="1543946"/>
                  </a:lnTo>
                  <a:lnTo>
                    <a:pt x="3563847" y="1593323"/>
                  </a:lnTo>
                  <a:lnTo>
                    <a:pt x="3564662" y="1614068"/>
                  </a:lnTo>
                  <a:lnTo>
                    <a:pt x="3565477" y="1598492"/>
                  </a:lnTo>
                  <a:lnTo>
                    <a:pt x="3566292" y="1587374"/>
                  </a:lnTo>
                  <a:lnTo>
                    <a:pt x="3567107" y="1509167"/>
                  </a:lnTo>
                  <a:lnTo>
                    <a:pt x="3567921" y="1550497"/>
                  </a:lnTo>
                  <a:lnTo>
                    <a:pt x="3568736" y="1550325"/>
                  </a:lnTo>
                  <a:lnTo>
                    <a:pt x="3569551" y="1519468"/>
                  </a:lnTo>
                  <a:lnTo>
                    <a:pt x="3570366" y="1448037"/>
                  </a:lnTo>
                  <a:lnTo>
                    <a:pt x="3571180" y="1496112"/>
                  </a:lnTo>
                  <a:lnTo>
                    <a:pt x="3571995" y="1428423"/>
                  </a:lnTo>
                  <a:lnTo>
                    <a:pt x="3572810" y="1419928"/>
                  </a:lnTo>
                  <a:lnTo>
                    <a:pt x="3573625" y="1369707"/>
                  </a:lnTo>
                  <a:lnTo>
                    <a:pt x="3574440" y="1449620"/>
                  </a:lnTo>
                  <a:lnTo>
                    <a:pt x="3575254" y="1524924"/>
                  </a:lnTo>
                  <a:lnTo>
                    <a:pt x="3576069" y="1521426"/>
                  </a:lnTo>
                  <a:lnTo>
                    <a:pt x="3576884" y="1535552"/>
                  </a:lnTo>
                  <a:lnTo>
                    <a:pt x="3577699" y="1564644"/>
                  </a:lnTo>
                  <a:lnTo>
                    <a:pt x="3578513" y="1587213"/>
                  </a:lnTo>
                  <a:lnTo>
                    <a:pt x="3579328" y="1609547"/>
                  </a:lnTo>
                  <a:lnTo>
                    <a:pt x="3580143" y="1558485"/>
                  </a:lnTo>
                  <a:lnTo>
                    <a:pt x="3580958" y="1592614"/>
                  </a:lnTo>
                  <a:lnTo>
                    <a:pt x="3581773" y="1615385"/>
                  </a:lnTo>
                  <a:lnTo>
                    <a:pt x="3582587" y="1612327"/>
                  </a:lnTo>
                  <a:lnTo>
                    <a:pt x="3583402" y="1628700"/>
                  </a:lnTo>
                  <a:lnTo>
                    <a:pt x="3584217" y="1605508"/>
                  </a:lnTo>
                  <a:lnTo>
                    <a:pt x="3585032" y="1598833"/>
                  </a:lnTo>
                  <a:lnTo>
                    <a:pt x="3585847" y="1599746"/>
                  </a:lnTo>
                  <a:lnTo>
                    <a:pt x="3586661" y="1524043"/>
                  </a:lnTo>
                  <a:lnTo>
                    <a:pt x="3587476" y="1467741"/>
                  </a:lnTo>
                  <a:lnTo>
                    <a:pt x="3588291" y="1380130"/>
                  </a:lnTo>
                  <a:lnTo>
                    <a:pt x="3589106" y="1326560"/>
                  </a:lnTo>
                  <a:lnTo>
                    <a:pt x="3589920" y="1274732"/>
                  </a:lnTo>
                  <a:lnTo>
                    <a:pt x="3590735" y="1203237"/>
                  </a:lnTo>
                  <a:lnTo>
                    <a:pt x="3591550" y="1241350"/>
                  </a:lnTo>
                  <a:lnTo>
                    <a:pt x="3592365" y="1215614"/>
                  </a:lnTo>
                  <a:lnTo>
                    <a:pt x="3593180" y="1227784"/>
                  </a:lnTo>
                  <a:lnTo>
                    <a:pt x="3593994" y="1202734"/>
                  </a:lnTo>
                  <a:lnTo>
                    <a:pt x="3594809" y="1131912"/>
                  </a:lnTo>
                  <a:lnTo>
                    <a:pt x="3595624" y="1201417"/>
                  </a:lnTo>
                  <a:lnTo>
                    <a:pt x="3596439" y="1249861"/>
                  </a:lnTo>
                  <a:lnTo>
                    <a:pt x="3597253" y="1285682"/>
                  </a:lnTo>
                  <a:lnTo>
                    <a:pt x="3598068" y="1352862"/>
                  </a:lnTo>
                  <a:lnTo>
                    <a:pt x="3598883" y="1400254"/>
                  </a:lnTo>
                  <a:lnTo>
                    <a:pt x="3599698" y="1530926"/>
                  </a:lnTo>
                  <a:lnTo>
                    <a:pt x="3600513" y="1552041"/>
                  </a:lnTo>
                  <a:lnTo>
                    <a:pt x="3601327" y="1490840"/>
                  </a:lnTo>
                  <a:lnTo>
                    <a:pt x="3602142" y="1513594"/>
                  </a:lnTo>
                  <a:lnTo>
                    <a:pt x="3602957" y="1569011"/>
                  </a:lnTo>
                  <a:lnTo>
                    <a:pt x="3603772" y="1564368"/>
                  </a:lnTo>
                  <a:lnTo>
                    <a:pt x="3604586" y="1523510"/>
                  </a:lnTo>
                  <a:lnTo>
                    <a:pt x="3605401" y="1349343"/>
                  </a:lnTo>
                  <a:lnTo>
                    <a:pt x="3606216" y="1342420"/>
                  </a:lnTo>
                  <a:lnTo>
                    <a:pt x="3607031" y="1274033"/>
                  </a:lnTo>
                  <a:lnTo>
                    <a:pt x="3607846" y="1288261"/>
                  </a:lnTo>
                  <a:lnTo>
                    <a:pt x="3608660" y="1232031"/>
                  </a:lnTo>
                  <a:lnTo>
                    <a:pt x="3609475" y="1243544"/>
                  </a:lnTo>
                  <a:lnTo>
                    <a:pt x="3610290" y="1336902"/>
                  </a:lnTo>
                  <a:lnTo>
                    <a:pt x="3611105" y="1189556"/>
                  </a:lnTo>
                  <a:lnTo>
                    <a:pt x="3611919" y="1177252"/>
                  </a:lnTo>
                  <a:lnTo>
                    <a:pt x="3612734" y="1079515"/>
                  </a:lnTo>
                  <a:lnTo>
                    <a:pt x="3613549" y="1045409"/>
                  </a:lnTo>
                  <a:lnTo>
                    <a:pt x="3614364" y="1056001"/>
                  </a:lnTo>
                  <a:lnTo>
                    <a:pt x="3615179" y="1007089"/>
                  </a:lnTo>
                  <a:lnTo>
                    <a:pt x="3615993" y="1080564"/>
                  </a:lnTo>
                  <a:lnTo>
                    <a:pt x="3616808" y="1140195"/>
                  </a:lnTo>
                  <a:lnTo>
                    <a:pt x="3617623" y="1120125"/>
                  </a:lnTo>
                  <a:lnTo>
                    <a:pt x="3618438" y="1165596"/>
                  </a:lnTo>
                  <a:lnTo>
                    <a:pt x="3619252" y="1189663"/>
                  </a:lnTo>
                  <a:lnTo>
                    <a:pt x="3620067" y="1265209"/>
                  </a:lnTo>
                  <a:lnTo>
                    <a:pt x="3620882" y="1369531"/>
                  </a:lnTo>
                  <a:lnTo>
                    <a:pt x="3621697" y="1354192"/>
                  </a:lnTo>
                  <a:lnTo>
                    <a:pt x="3622512" y="1424981"/>
                  </a:lnTo>
                  <a:lnTo>
                    <a:pt x="3623326" y="1408263"/>
                  </a:lnTo>
                  <a:lnTo>
                    <a:pt x="3624141" y="1365758"/>
                  </a:lnTo>
                  <a:lnTo>
                    <a:pt x="3624956" y="1308972"/>
                  </a:lnTo>
                  <a:lnTo>
                    <a:pt x="3625771" y="1298167"/>
                  </a:lnTo>
                  <a:lnTo>
                    <a:pt x="3626586" y="1359461"/>
                  </a:lnTo>
                  <a:lnTo>
                    <a:pt x="3627400" y="1275261"/>
                  </a:lnTo>
                  <a:lnTo>
                    <a:pt x="3628215" y="1171808"/>
                  </a:lnTo>
                  <a:lnTo>
                    <a:pt x="3629030" y="1189640"/>
                  </a:lnTo>
                  <a:lnTo>
                    <a:pt x="3629845" y="1340689"/>
                  </a:lnTo>
                  <a:lnTo>
                    <a:pt x="3630659" y="1322063"/>
                  </a:lnTo>
                  <a:lnTo>
                    <a:pt x="3631474" y="1376746"/>
                  </a:lnTo>
                  <a:lnTo>
                    <a:pt x="3632289" y="1363836"/>
                  </a:lnTo>
                  <a:lnTo>
                    <a:pt x="3633104" y="1300050"/>
                  </a:lnTo>
                  <a:lnTo>
                    <a:pt x="3633919" y="1316504"/>
                  </a:lnTo>
                  <a:lnTo>
                    <a:pt x="3634733" y="1360494"/>
                  </a:lnTo>
                  <a:lnTo>
                    <a:pt x="3635548" y="1229255"/>
                  </a:lnTo>
                  <a:lnTo>
                    <a:pt x="3636363" y="1301488"/>
                  </a:lnTo>
                  <a:lnTo>
                    <a:pt x="3637178" y="1306371"/>
                  </a:lnTo>
                  <a:lnTo>
                    <a:pt x="3637992" y="1180530"/>
                  </a:lnTo>
                  <a:lnTo>
                    <a:pt x="3638807" y="1247592"/>
                  </a:lnTo>
                  <a:lnTo>
                    <a:pt x="3639622" y="1200688"/>
                  </a:lnTo>
                  <a:lnTo>
                    <a:pt x="3640437" y="1186921"/>
                  </a:lnTo>
                  <a:lnTo>
                    <a:pt x="3641252" y="1146426"/>
                  </a:lnTo>
                  <a:lnTo>
                    <a:pt x="3642066" y="1146588"/>
                  </a:lnTo>
                  <a:lnTo>
                    <a:pt x="3642881" y="1130678"/>
                  </a:lnTo>
                  <a:lnTo>
                    <a:pt x="3643696" y="1203367"/>
                  </a:lnTo>
                  <a:lnTo>
                    <a:pt x="3644511" y="1371600"/>
                  </a:lnTo>
                  <a:lnTo>
                    <a:pt x="3645325" y="1406897"/>
                  </a:lnTo>
                  <a:lnTo>
                    <a:pt x="3646140" y="1499226"/>
                  </a:lnTo>
                  <a:lnTo>
                    <a:pt x="3646955" y="1437570"/>
                  </a:lnTo>
                  <a:lnTo>
                    <a:pt x="3647770" y="1411391"/>
                  </a:lnTo>
                  <a:lnTo>
                    <a:pt x="3648585" y="1452759"/>
                  </a:lnTo>
                  <a:lnTo>
                    <a:pt x="3649399" y="1537588"/>
                  </a:lnTo>
                  <a:lnTo>
                    <a:pt x="3650214" y="1478686"/>
                  </a:lnTo>
                  <a:lnTo>
                    <a:pt x="3651029" y="1376008"/>
                  </a:lnTo>
                  <a:lnTo>
                    <a:pt x="3651844" y="1386725"/>
                  </a:lnTo>
                  <a:lnTo>
                    <a:pt x="3652658" y="1421828"/>
                  </a:lnTo>
                  <a:lnTo>
                    <a:pt x="3653473" y="1454344"/>
                  </a:lnTo>
                  <a:lnTo>
                    <a:pt x="3654288" y="1437221"/>
                  </a:lnTo>
                  <a:lnTo>
                    <a:pt x="3655103" y="1101694"/>
                  </a:lnTo>
                  <a:lnTo>
                    <a:pt x="3655918" y="1112314"/>
                  </a:lnTo>
                  <a:lnTo>
                    <a:pt x="3656732" y="1150334"/>
                  </a:lnTo>
                  <a:lnTo>
                    <a:pt x="3657547" y="1198209"/>
                  </a:lnTo>
                  <a:lnTo>
                    <a:pt x="3658362" y="1163092"/>
                  </a:lnTo>
                  <a:lnTo>
                    <a:pt x="3659177" y="1079860"/>
                  </a:lnTo>
                  <a:lnTo>
                    <a:pt x="3659991" y="1029219"/>
                  </a:lnTo>
                  <a:lnTo>
                    <a:pt x="3660806" y="926011"/>
                  </a:lnTo>
                  <a:lnTo>
                    <a:pt x="3661621" y="912246"/>
                  </a:lnTo>
                  <a:lnTo>
                    <a:pt x="3662436" y="908584"/>
                  </a:lnTo>
                  <a:lnTo>
                    <a:pt x="3663251" y="920776"/>
                  </a:lnTo>
                  <a:lnTo>
                    <a:pt x="3664065" y="959785"/>
                  </a:lnTo>
                  <a:lnTo>
                    <a:pt x="3664880" y="1040255"/>
                  </a:lnTo>
                  <a:lnTo>
                    <a:pt x="3665695" y="955918"/>
                  </a:lnTo>
                  <a:lnTo>
                    <a:pt x="3666510" y="841561"/>
                  </a:lnTo>
                  <a:lnTo>
                    <a:pt x="3667325" y="784183"/>
                  </a:lnTo>
                  <a:lnTo>
                    <a:pt x="3668139" y="687704"/>
                  </a:lnTo>
                  <a:lnTo>
                    <a:pt x="3668954" y="748110"/>
                  </a:lnTo>
                  <a:lnTo>
                    <a:pt x="3669769" y="676779"/>
                  </a:lnTo>
                  <a:lnTo>
                    <a:pt x="3670584" y="697700"/>
                  </a:lnTo>
                  <a:lnTo>
                    <a:pt x="3671398" y="622061"/>
                  </a:lnTo>
                  <a:lnTo>
                    <a:pt x="3672213" y="675503"/>
                  </a:lnTo>
                  <a:lnTo>
                    <a:pt x="3673028" y="497772"/>
                  </a:lnTo>
                  <a:lnTo>
                    <a:pt x="3673843" y="551529"/>
                  </a:lnTo>
                  <a:lnTo>
                    <a:pt x="3674658" y="420318"/>
                  </a:lnTo>
                  <a:lnTo>
                    <a:pt x="3675472" y="338875"/>
                  </a:lnTo>
                  <a:lnTo>
                    <a:pt x="3676287" y="391185"/>
                  </a:lnTo>
                  <a:lnTo>
                    <a:pt x="3677102" y="464384"/>
                  </a:lnTo>
                  <a:lnTo>
                    <a:pt x="3677917" y="545455"/>
                  </a:lnTo>
                  <a:lnTo>
                    <a:pt x="3678731" y="369271"/>
                  </a:lnTo>
                  <a:lnTo>
                    <a:pt x="3679546" y="469817"/>
                  </a:lnTo>
                  <a:lnTo>
                    <a:pt x="3680361" y="424060"/>
                  </a:lnTo>
                  <a:lnTo>
                    <a:pt x="3681176" y="469740"/>
                  </a:lnTo>
                  <a:lnTo>
                    <a:pt x="3681991" y="530297"/>
                  </a:lnTo>
                  <a:lnTo>
                    <a:pt x="3682805" y="577704"/>
                  </a:lnTo>
                  <a:lnTo>
                    <a:pt x="3683620" y="463824"/>
                  </a:lnTo>
                  <a:lnTo>
                    <a:pt x="3684435" y="469221"/>
                  </a:lnTo>
                  <a:lnTo>
                    <a:pt x="3685250" y="597170"/>
                  </a:lnTo>
                  <a:lnTo>
                    <a:pt x="3686064" y="545815"/>
                  </a:lnTo>
                  <a:lnTo>
                    <a:pt x="3686879" y="648875"/>
                  </a:lnTo>
                  <a:lnTo>
                    <a:pt x="3687694" y="743525"/>
                  </a:lnTo>
                  <a:lnTo>
                    <a:pt x="3688509" y="831924"/>
                  </a:lnTo>
                  <a:lnTo>
                    <a:pt x="3689324" y="841255"/>
                  </a:lnTo>
                  <a:lnTo>
                    <a:pt x="3690138" y="939076"/>
                  </a:lnTo>
                  <a:lnTo>
                    <a:pt x="3690953" y="949772"/>
                  </a:lnTo>
                  <a:lnTo>
                    <a:pt x="3691768" y="891843"/>
                  </a:lnTo>
                  <a:lnTo>
                    <a:pt x="3692583" y="920837"/>
                  </a:lnTo>
                  <a:lnTo>
                    <a:pt x="3693397" y="1036773"/>
                  </a:lnTo>
                  <a:lnTo>
                    <a:pt x="3694212" y="1068506"/>
                  </a:lnTo>
                  <a:lnTo>
                    <a:pt x="3695027" y="1045919"/>
                  </a:lnTo>
                  <a:lnTo>
                    <a:pt x="3695842" y="896990"/>
                  </a:lnTo>
                  <a:lnTo>
                    <a:pt x="3696657" y="981096"/>
                  </a:lnTo>
                  <a:lnTo>
                    <a:pt x="3697471" y="983508"/>
                  </a:lnTo>
                  <a:lnTo>
                    <a:pt x="3698286" y="1020184"/>
                  </a:lnTo>
                  <a:lnTo>
                    <a:pt x="3699101" y="979866"/>
                  </a:lnTo>
                  <a:lnTo>
                    <a:pt x="3699916" y="1008325"/>
                  </a:lnTo>
                  <a:lnTo>
                    <a:pt x="3700730" y="976049"/>
                  </a:lnTo>
                  <a:lnTo>
                    <a:pt x="3701545" y="909152"/>
                  </a:lnTo>
                  <a:lnTo>
                    <a:pt x="3702360" y="947911"/>
                  </a:lnTo>
                  <a:lnTo>
                    <a:pt x="3703175" y="1028024"/>
                  </a:lnTo>
                  <a:lnTo>
                    <a:pt x="3703990" y="1115854"/>
                  </a:lnTo>
                  <a:lnTo>
                    <a:pt x="3704804" y="1133980"/>
                  </a:lnTo>
                  <a:lnTo>
                    <a:pt x="3705619" y="1140636"/>
                  </a:lnTo>
                  <a:lnTo>
                    <a:pt x="3706434" y="1290836"/>
                  </a:lnTo>
                  <a:lnTo>
                    <a:pt x="3707249" y="1172200"/>
                  </a:lnTo>
                  <a:lnTo>
                    <a:pt x="3708064" y="1091625"/>
                  </a:lnTo>
                  <a:lnTo>
                    <a:pt x="3708878" y="1194996"/>
                  </a:lnTo>
                  <a:lnTo>
                    <a:pt x="3709693" y="1219556"/>
                  </a:lnTo>
                  <a:lnTo>
                    <a:pt x="3710508" y="1189524"/>
                  </a:lnTo>
                  <a:lnTo>
                    <a:pt x="3711323" y="1327437"/>
                  </a:lnTo>
                  <a:lnTo>
                    <a:pt x="3712137" y="1415388"/>
                  </a:lnTo>
                  <a:lnTo>
                    <a:pt x="3712952" y="1432079"/>
                  </a:lnTo>
                  <a:lnTo>
                    <a:pt x="3713767" y="1362221"/>
                  </a:lnTo>
                  <a:lnTo>
                    <a:pt x="3714582" y="1251031"/>
                  </a:lnTo>
                  <a:lnTo>
                    <a:pt x="3715397" y="1268906"/>
                  </a:lnTo>
                  <a:lnTo>
                    <a:pt x="3716211" y="1240844"/>
                  </a:lnTo>
                  <a:lnTo>
                    <a:pt x="3717026" y="1286852"/>
                  </a:lnTo>
                  <a:lnTo>
                    <a:pt x="3717841" y="1231379"/>
                  </a:lnTo>
                  <a:lnTo>
                    <a:pt x="3718656" y="1303740"/>
                  </a:lnTo>
                  <a:lnTo>
                    <a:pt x="3719470" y="1398018"/>
                  </a:lnTo>
                  <a:lnTo>
                    <a:pt x="3720285" y="1376182"/>
                  </a:lnTo>
                  <a:lnTo>
                    <a:pt x="3721100" y="1258518"/>
                  </a:lnTo>
                  <a:lnTo>
                    <a:pt x="3721915" y="1255398"/>
                  </a:lnTo>
                  <a:lnTo>
                    <a:pt x="3722730" y="1231667"/>
                  </a:lnTo>
                  <a:lnTo>
                    <a:pt x="3723544" y="1292420"/>
                  </a:lnTo>
                  <a:lnTo>
                    <a:pt x="3724359" y="1219635"/>
                  </a:lnTo>
                  <a:lnTo>
                    <a:pt x="3725174" y="1204525"/>
                  </a:lnTo>
                  <a:lnTo>
                    <a:pt x="3725989" y="1248310"/>
                  </a:lnTo>
                  <a:lnTo>
                    <a:pt x="3726803" y="1308337"/>
                  </a:lnTo>
                  <a:lnTo>
                    <a:pt x="3727618" y="1311578"/>
                  </a:lnTo>
                  <a:lnTo>
                    <a:pt x="3728433" y="1214828"/>
                  </a:lnTo>
                  <a:lnTo>
                    <a:pt x="3729248" y="1154183"/>
                  </a:lnTo>
                  <a:lnTo>
                    <a:pt x="3730063" y="1226430"/>
                  </a:lnTo>
                  <a:lnTo>
                    <a:pt x="3730877" y="1128468"/>
                  </a:lnTo>
                  <a:lnTo>
                    <a:pt x="3731692" y="1095056"/>
                  </a:lnTo>
                  <a:lnTo>
                    <a:pt x="3732507" y="1093659"/>
                  </a:lnTo>
                  <a:lnTo>
                    <a:pt x="3733322" y="1040717"/>
                  </a:lnTo>
                  <a:lnTo>
                    <a:pt x="3734136" y="1081784"/>
                  </a:lnTo>
                  <a:lnTo>
                    <a:pt x="3734951" y="1061665"/>
                  </a:lnTo>
                  <a:lnTo>
                    <a:pt x="3735766" y="984982"/>
                  </a:lnTo>
                  <a:lnTo>
                    <a:pt x="3736581" y="1122175"/>
                  </a:lnTo>
                  <a:lnTo>
                    <a:pt x="3737396" y="1169714"/>
                  </a:lnTo>
                  <a:lnTo>
                    <a:pt x="3738210" y="1067674"/>
                  </a:lnTo>
                  <a:lnTo>
                    <a:pt x="3739025" y="1102062"/>
                  </a:lnTo>
                  <a:lnTo>
                    <a:pt x="3739840" y="1074210"/>
                  </a:lnTo>
                  <a:lnTo>
                    <a:pt x="3740655" y="1199249"/>
                  </a:lnTo>
                  <a:lnTo>
                    <a:pt x="3741469" y="1144305"/>
                  </a:lnTo>
                  <a:lnTo>
                    <a:pt x="3742284" y="1186849"/>
                  </a:lnTo>
                  <a:lnTo>
                    <a:pt x="3743099" y="1285705"/>
                  </a:lnTo>
                  <a:lnTo>
                    <a:pt x="3743914" y="1412312"/>
                  </a:lnTo>
                  <a:lnTo>
                    <a:pt x="3744729" y="1463936"/>
                  </a:lnTo>
                  <a:lnTo>
                    <a:pt x="3745543" y="1421462"/>
                  </a:lnTo>
                  <a:lnTo>
                    <a:pt x="3746358" y="1474833"/>
                  </a:lnTo>
                  <a:lnTo>
                    <a:pt x="3747173" y="1475768"/>
                  </a:lnTo>
                  <a:lnTo>
                    <a:pt x="3747988" y="1329406"/>
                  </a:lnTo>
                  <a:lnTo>
                    <a:pt x="3748803" y="1355946"/>
                  </a:lnTo>
                  <a:lnTo>
                    <a:pt x="3749617" y="1375198"/>
                  </a:lnTo>
                  <a:lnTo>
                    <a:pt x="3750432" y="1439466"/>
                  </a:lnTo>
                  <a:lnTo>
                    <a:pt x="3751247" y="1433764"/>
                  </a:lnTo>
                  <a:lnTo>
                    <a:pt x="3752062" y="1455464"/>
                  </a:lnTo>
                  <a:lnTo>
                    <a:pt x="3752876" y="1348166"/>
                  </a:lnTo>
                  <a:lnTo>
                    <a:pt x="3753691" y="1271319"/>
                  </a:lnTo>
                  <a:lnTo>
                    <a:pt x="3754506" y="1238395"/>
                  </a:lnTo>
                  <a:lnTo>
                    <a:pt x="3755321" y="1226160"/>
                  </a:lnTo>
                  <a:lnTo>
                    <a:pt x="3756136" y="1260586"/>
                  </a:lnTo>
                  <a:lnTo>
                    <a:pt x="3756950" y="1420569"/>
                  </a:lnTo>
                  <a:lnTo>
                    <a:pt x="3757765" y="1432311"/>
                  </a:lnTo>
                  <a:lnTo>
                    <a:pt x="3758580" y="1462137"/>
                  </a:lnTo>
                  <a:lnTo>
                    <a:pt x="3759395" y="1426872"/>
                  </a:lnTo>
                  <a:lnTo>
                    <a:pt x="3760209" y="1331318"/>
                  </a:lnTo>
                  <a:lnTo>
                    <a:pt x="3761024" y="1265087"/>
                  </a:lnTo>
                  <a:lnTo>
                    <a:pt x="3761839" y="1310797"/>
                  </a:lnTo>
                  <a:lnTo>
                    <a:pt x="3762654" y="1421967"/>
                  </a:lnTo>
                  <a:lnTo>
                    <a:pt x="3763469" y="1406381"/>
                  </a:lnTo>
                  <a:lnTo>
                    <a:pt x="3764283" y="1421663"/>
                  </a:lnTo>
                  <a:lnTo>
                    <a:pt x="3765098" y="1496226"/>
                  </a:lnTo>
                  <a:lnTo>
                    <a:pt x="3765913" y="1452021"/>
                  </a:lnTo>
                  <a:lnTo>
                    <a:pt x="3766728" y="1513586"/>
                  </a:lnTo>
                  <a:lnTo>
                    <a:pt x="3767542" y="1522426"/>
                  </a:lnTo>
                  <a:lnTo>
                    <a:pt x="3768357" y="1590154"/>
                  </a:lnTo>
                  <a:lnTo>
                    <a:pt x="3769172" y="1615987"/>
                  </a:lnTo>
                  <a:lnTo>
                    <a:pt x="3769987" y="1499044"/>
                  </a:lnTo>
                  <a:lnTo>
                    <a:pt x="3770802" y="1539190"/>
                  </a:lnTo>
                  <a:lnTo>
                    <a:pt x="3771616" y="1466037"/>
                  </a:lnTo>
                  <a:lnTo>
                    <a:pt x="3772431" y="1580621"/>
                  </a:lnTo>
                  <a:lnTo>
                    <a:pt x="3773246" y="1612737"/>
                  </a:lnTo>
                  <a:lnTo>
                    <a:pt x="3774061" y="1517987"/>
                  </a:lnTo>
                  <a:lnTo>
                    <a:pt x="3774875" y="1453575"/>
                  </a:lnTo>
                  <a:lnTo>
                    <a:pt x="3775690" y="1477580"/>
                  </a:lnTo>
                  <a:lnTo>
                    <a:pt x="3776505" y="1493854"/>
                  </a:lnTo>
                  <a:lnTo>
                    <a:pt x="3777320" y="1501026"/>
                  </a:lnTo>
                  <a:lnTo>
                    <a:pt x="3778135" y="1365657"/>
                  </a:lnTo>
                  <a:lnTo>
                    <a:pt x="3778949" y="1383830"/>
                  </a:lnTo>
                  <a:lnTo>
                    <a:pt x="3779764" y="1416838"/>
                  </a:lnTo>
                  <a:lnTo>
                    <a:pt x="3780579" y="1505061"/>
                  </a:lnTo>
                  <a:lnTo>
                    <a:pt x="3781394" y="1504593"/>
                  </a:lnTo>
                  <a:lnTo>
                    <a:pt x="3782208" y="1517097"/>
                  </a:lnTo>
                  <a:lnTo>
                    <a:pt x="3783023" y="1532015"/>
                  </a:lnTo>
                  <a:lnTo>
                    <a:pt x="3783838" y="1601946"/>
                  </a:lnTo>
                  <a:lnTo>
                    <a:pt x="3784653" y="1624680"/>
                  </a:lnTo>
                  <a:lnTo>
                    <a:pt x="3785468" y="1608968"/>
                  </a:lnTo>
                  <a:lnTo>
                    <a:pt x="3786282" y="1580554"/>
                  </a:lnTo>
                  <a:lnTo>
                    <a:pt x="3787097" y="1529358"/>
                  </a:lnTo>
                  <a:lnTo>
                    <a:pt x="3787912" y="1442382"/>
                  </a:lnTo>
                  <a:lnTo>
                    <a:pt x="3788727" y="1359875"/>
                  </a:lnTo>
                  <a:lnTo>
                    <a:pt x="3789542" y="1321418"/>
                  </a:lnTo>
                  <a:lnTo>
                    <a:pt x="3790356" y="1336157"/>
                  </a:lnTo>
                  <a:lnTo>
                    <a:pt x="3791171" y="1283519"/>
                  </a:lnTo>
                  <a:lnTo>
                    <a:pt x="3791986" y="1393162"/>
                  </a:lnTo>
                  <a:lnTo>
                    <a:pt x="3792801" y="1438359"/>
                  </a:lnTo>
                  <a:lnTo>
                    <a:pt x="3793615" y="1528671"/>
                  </a:lnTo>
                  <a:lnTo>
                    <a:pt x="3794430" y="1507276"/>
                  </a:lnTo>
                  <a:lnTo>
                    <a:pt x="3795245" y="1507203"/>
                  </a:lnTo>
                  <a:lnTo>
                    <a:pt x="3796060" y="1535933"/>
                  </a:lnTo>
                  <a:lnTo>
                    <a:pt x="3796875" y="1527681"/>
                  </a:lnTo>
                  <a:lnTo>
                    <a:pt x="3797689" y="1594407"/>
                  </a:lnTo>
                  <a:lnTo>
                    <a:pt x="3798504" y="1602794"/>
                  </a:lnTo>
                  <a:lnTo>
                    <a:pt x="3799319" y="1603202"/>
                  </a:lnTo>
                  <a:lnTo>
                    <a:pt x="3800134" y="1578322"/>
                  </a:lnTo>
                  <a:lnTo>
                    <a:pt x="3800948" y="1567025"/>
                  </a:lnTo>
                  <a:lnTo>
                    <a:pt x="3801763" y="1590616"/>
                  </a:lnTo>
                  <a:lnTo>
                    <a:pt x="3802578" y="1602525"/>
                  </a:lnTo>
                  <a:lnTo>
                    <a:pt x="3803393" y="1594334"/>
                  </a:lnTo>
                  <a:lnTo>
                    <a:pt x="3804208" y="1576362"/>
                  </a:lnTo>
                  <a:lnTo>
                    <a:pt x="3805022" y="1533958"/>
                  </a:lnTo>
                  <a:lnTo>
                    <a:pt x="3805837" y="1481843"/>
                  </a:lnTo>
                  <a:lnTo>
                    <a:pt x="3806652" y="1515710"/>
                  </a:lnTo>
                  <a:lnTo>
                    <a:pt x="3807467" y="1548529"/>
                  </a:lnTo>
                  <a:lnTo>
                    <a:pt x="3808281" y="1521592"/>
                  </a:lnTo>
                  <a:lnTo>
                    <a:pt x="3809096" y="1513062"/>
                  </a:lnTo>
                  <a:lnTo>
                    <a:pt x="3809911" y="1482964"/>
                  </a:lnTo>
                  <a:lnTo>
                    <a:pt x="3810726" y="1459032"/>
                  </a:lnTo>
                  <a:lnTo>
                    <a:pt x="3811541" y="1454513"/>
                  </a:lnTo>
                  <a:lnTo>
                    <a:pt x="3812355" y="1454076"/>
                  </a:lnTo>
                  <a:lnTo>
                    <a:pt x="3813170" y="1416449"/>
                  </a:lnTo>
                  <a:lnTo>
                    <a:pt x="3813985" y="1383584"/>
                  </a:lnTo>
                  <a:lnTo>
                    <a:pt x="3814800" y="1338215"/>
                  </a:lnTo>
                  <a:lnTo>
                    <a:pt x="3815614" y="1389599"/>
                  </a:lnTo>
                  <a:lnTo>
                    <a:pt x="3816429" y="1365357"/>
                  </a:lnTo>
                  <a:lnTo>
                    <a:pt x="3817244" y="1377665"/>
                  </a:lnTo>
                  <a:lnTo>
                    <a:pt x="3818059" y="1491115"/>
                  </a:lnTo>
                  <a:lnTo>
                    <a:pt x="3818874" y="1479832"/>
                  </a:lnTo>
                  <a:lnTo>
                    <a:pt x="3819688" y="1478777"/>
                  </a:lnTo>
                  <a:lnTo>
                    <a:pt x="3820503" y="1497722"/>
                  </a:lnTo>
                  <a:lnTo>
                    <a:pt x="3821318" y="1453780"/>
                  </a:lnTo>
                  <a:lnTo>
                    <a:pt x="3822133" y="1312498"/>
                  </a:lnTo>
                  <a:lnTo>
                    <a:pt x="3822947" y="1221630"/>
                  </a:lnTo>
                  <a:lnTo>
                    <a:pt x="3823762" y="1231017"/>
                  </a:lnTo>
                  <a:lnTo>
                    <a:pt x="3824577" y="1235705"/>
                  </a:lnTo>
                  <a:lnTo>
                    <a:pt x="3825392" y="1183006"/>
                  </a:lnTo>
                  <a:lnTo>
                    <a:pt x="3826207" y="1199356"/>
                  </a:lnTo>
                  <a:lnTo>
                    <a:pt x="3827021" y="1237395"/>
                  </a:lnTo>
                  <a:lnTo>
                    <a:pt x="3827836" y="1210780"/>
                  </a:lnTo>
                  <a:lnTo>
                    <a:pt x="3828651" y="1329714"/>
                  </a:lnTo>
                  <a:lnTo>
                    <a:pt x="3829466" y="1422271"/>
                  </a:lnTo>
                  <a:lnTo>
                    <a:pt x="3830281" y="1482547"/>
                  </a:lnTo>
                  <a:lnTo>
                    <a:pt x="3831095" y="1536062"/>
                  </a:lnTo>
                  <a:lnTo>
                    <a:pt x="3831910" y="1547949"/>
                  </a:lnTo>
                  <a:lnTo>
                    <a:pt x="3832725" y="1546953"/>
                  </a:lnTo>
                  <a:lnTo>
                    <a:pt x="3833540" y="1562520"/>
                  </a:lnTo>
                  <a:lnTo>
                    <a:pt x="3834354" y="1588846"/>
                  </a:lnTo>
                  <a:lnTo>
                    <a:pt x="3835169" y="1581874"/>
                  </a:lnTo>
                  <a:lnTo>
                    <a:pt x="3835984" y="1545265"/>
                  </a:lnTo>
                  <a:lnTo>
                    <a:pt x="3836799" y="1643682"/>
                  </a:lnTo>
                  <a:lnTo>
                    <a:pt x="3837614" y="1685927"/>
                  </a:lnTo>
                  <a:lnTo>
                    <a:pt x="3838428" y="1737983"/>
                  </a:lnTo>
                  <a:lnTo>
                    <a:pt x="3839243" y="1703118"/>
                  </a:lnTo>
                  <a:lnTo>
                    <a:pt x="3840058" y="1730539"/>
                  </a:lnTo>
                  <a:lnTo>
                    <a:pt x="3840873" y="1721503"/>
                  </a:lnTo>
                  <a:lnTo>
                    <a:pt x="3841687" y="1705699"/>
                  </a:lnTo>
                  <a:lnTo>
                    <a:pt x="3842502" y="1713988"/>
                  </a:lnTo>
                  <a:lnTo>
                    <a:pt x="3843317" y="1704558"/>
                  </a:lnTo>
                  <a:lnTo>
                    <a:pt x="3844132" y="1676888"/>
                  </a:lnTo>
                  <a:lnTo>
                    <a:pt x="3844947" y="1674528"/>
                  </a:lnTo>
                  <a:lnTo>
                    <a:pt x="3845761" y="1655986"/>
                  </a:lnTo>
                  <a:lnTo>
                    <a:pt x="3846576" y="1709073"/>
                  </a:lnTo>
                  <a:lnTo>
                    <a:pt x="3847391" y="1724905"/>
                  </a:lnTo>
                  <a:lnTo>
                    <a:pt x="3848206" y="1699513"/>
                  </a:lnTo>
                  <a:lnTo>
                    <a:pt x="3849020" y="1703690"/>
                  </a:lnTo>
                  <a:lnTo>
                    <a:pt x="3849835" y="1696744"/>
                  </a:lnTo>
                  <a:lnTo>
                    <a:pt x="3850650" y="1679124"/>
                  </a:lnTo>
                  <a:lnTo>
                    <a:pt x="3851465" y="1689304"/>
                  </a:lnTo>
                  <a:lnTo>
                    <a:pt x="3852280" y="1668563"/>
                  </a:lnTo>
                  <a:lnTo>
                    <a:pt x="3853094" y="1674262"/>
                  </a:lnTo>
                  <a:lnTo>
                    <a:pt x="3853909" y="1640313"/>
                  </a:lnTo>
                  <a:lnTo>
                    <a:pt x="3854724" y="1640257"/>
                  </a:lnTo>
                  <a:lnTo>
                    <a:pt x="3855539" y="1634375"/>
                  </a:lnTo>
                  <a:lnTo>
                    <a:pt x="3856353" y="1626850"/>
                  </a:lnTo>
                  <a:lnTo>
                    <a:pt x="3857168" y="1611486"/>
                  </a:lnTo>
                  <a:lnTo>
                    <a:pt x="3857983" y="1568160"/>
                  </a:lnTo>
                  <a:lnTo>
                    <a:pt x="3858798" y="1619084"/>
                  </a:lnTo>
                  <a:lnTo>
                    <a:pt x="3859613" y="1610069"/>
                  </a:lnTo>
                  <a:lnTo>
                    <a:pt x="3860427" y="1609459"/>
                  </a:lnTo>
                  <a:lnTo>
                    <a:pt x="3861242" y="1604654"/>
                  </a:lnTo>
                  <a:lnTo>
                    <a:pt x="3862057" y="1597707"/>
                  </a:lnTo>
                  <a:lnTo>
                    <a:pt x="3862872" y="1583658"/>
                  </a:lnTo>
                  <a:lnTo>
                    <a:pt x="3863686" y="1568688"/>
                  </a:lnTo>
                  <a:lnTo>
                    <a:pt x="3864501" y="1529224"/>
                  </a:lnTo>
                  <a:lnTo>
                    <a:pt x="3865316" y="1507225"/>
                  </a:lnTo>
                  <a:lnTo>
                    <a:pt x="3866131" y="1544651"/>
                  </a:lnTo>
                  <a:lnTo>
                    <a:pt x="3866946" y="1482419"/>
                  </a:lnTo>
                  <a:lnTo>
                    <a:pt x="3867760" y="1462900"/>
                  </a:lnTo>
                  <a:lnTo>
                    <a:pt x="3868575" y="1422519"/>
                  </a:lnTo>
                  <a:lnTo>
                    <a:pt x="3869390" y="1402361"/>
                  </a:lnTo>
                  <a:lnTo>
                    <a:pt x="3870205" y="1372084"/>
                  </a:lnTo>
                  <a:lnTo>
                    <a:pt x="3871020" y="1329206"/>
                  </a:lnTo>
                  <a:lnTo>
                    <a:pt x="3871834" y="1367080"/>
                  </a:lnTo>
                  <a:lnTo>
                    <a:pt x="3872649" y="1326577"/>
                  </a:lnTo>
                  <a:lnTo>
                    <a:pt x="3873464" y="1402974"/>
                  </a:lnTo>
                  <a:lnTo>
                    <a:pt x="3874279" y="1472871"/>
                  </a:lnTo>
                  <a:lnTo>
                    <a:pt x="3875093" y="1544592"/>
                  </a:lnTo>
                  <a:lnTo>
                    <a:pt x="3875908" y="1564788"/>
                  </a:lnTo>
                  <a:lnTo>
                    <a:pt x="3876723" y="1574859"/>
                  </a:lnTo>
                  <a:lnTo>
                    <a:pt x="3877538" y="1614725"/>
                  </a:lnTo>
                  <a:lnTo>
                    <a:pt x="3878353" y="1594690"/>
                  </a:lnTo>
                  <a:lnTo>
                    <a:pt x="3879167" y="1485144"/>
                  </a:lnTo>
                  <a:lnTo>
                    <a:pt x="3879982" y="1459798"/>
                  </a:lnTo>
                  <a:lnTo>
                    <a:pt x="3880797" y="1558445"/>
                  </a:lnTo>
                  <a:lnTo>
                    <a:pt x="3881612" y="1600680"/>
                  </a:lnTo>
                  <a:lnTo>
                    <a:pt x="3882426" y="1576381"/>
                  </a:lnTo>
                  <a:lnTo>
                    <a:pt x="3883241" y="1571038"/>
                  </a:lnTo>
                  <a:lnTo>
                    <a:pt x="3884056" y="1576132"/>
                  </a:lnTo>
                  <a:lnTo>
                    <a:pt x="3884871" y="1572589"/>
                  </a:lnTo>
                  <a:lnTo>
                    <a:pt x="3885686" y="1596818"/>
                  </a:lnTo>
                  <a:lnTo>
                    <a:pt x="3886500" y="1551473"/>
                  </a:lnTo>
                  <a:lnTo>
                    <a:pt x="3887315" y="1511495"/>
                  </a:lnTo>
                  <a:lnTo>
                    <a:pt x="3888130" y="1593548"/>
                  </a:lnTo>
                  <a:lnTo>
                    <a:pt x="3888945" y="1609602"/>
                  </a:lnTo>
                  <a:lnTo>
                    <a:pt x="3889759" y="1661920"/>
                  </a:lnTo>
                  <a:lnTo>
                    <a:pt x="3890574" y="1650448"/>
                  </a:lnTo>
                  <a:lnTo>
                    <a:pt x="3891389" y="1679527"/>
                  </a:lnTo>
                  <a:lnTo>
                    <a:pt x="3892204" y="1723754"/>
                  </a:lnTo>
                  <a:lnTo>
                    <a:pt x="3893019" y="1685830"/>
                  </a:lnTo>
                  <a:lnTo>
                    <a:pt x="3893833" y="1723002"/>
                  </a:lnTo>
                  <a:lnTo>
                    <a:pt x="3894648" y="1696226"/>
                  </a:lnTo>
                  <a:lnTo>
                    <a:pt x="3895463" y="1663049"/>
                  </a:lnTo>
                  <a:lnTo>
                    <a:pt x="3896278" y="1668669"/>
                  </a:lnTo>
                  <a:lnTo>
                    <a:pt x="3897092" y="1679384"/>
                  </a:lnTo>
                  <a:lnTo>
                    <a:pt x="3897907" y="1688153"/>
                  </a:lnTo>
                  <a:lnTo>
                    <a:pt x="3898722" y="1668842"/>
                  </a:lnTo>
                  <a:lnTo>
                    <a:pt x="3899537" y="1624805"/>
                  </a:lnTo>
                  <a:lnTo>
                    <a:pt x="3900352" y="1660149"/>
                  </a:lnTo>
                  <a:lnTo>
                    <a:pt x="3901166" y="1707341"/>
                  </a:lnTo>
                  <a:lnTo>
                    <a:pt x="3901981" y="1719924"/>
                  </a:lnTo>
                  <a:lnTo>
                    <a:pt x="3902796" y="1736021"/>
                  </a:lnTo>
                  <a:lnTo>
                    <a:pt x="3903611" y="1719522"/>
                  </a:lnTo>
                  <a:lnTo>
                    <a:pt x="3904426" y="1748163"/>
                  </a:lnTo>
                  <a:lnTo>
                    <a:pt x="3905240" y="1753195"/>
                  </a:lnTo>
                  <a:lnTo>
                    <a:pt x="3906055" y="1738141"/>
                  </a:lnTo>
                  <a:lnTo>
                    <a:pt x="3906870" y="1744732"/>
                  </a:lnTo>
                  <a:lnTo>
                    <a:pt x="3907685" y="1728195"/>
                  </a:lnTo>
                  <a:lnTo>
                    <a:pt x="3908499" y="1743462"/>
                  </a:lnTo>
                  <a:lnTo>
                    <a:pt x="3909314" y="1735382"/>
                  </a:lnTo>
                  <a:lnTo>
                    <a:pt x="3910129" y="1724576"/>
                  </a:lnTo>
                  <a:lnTo>
                    <a:pt x="3910944" y="1720795"/>
                  </a:lnTo>
                  <a:lnTo>
                    <a:pt x="3911759" y="1676087"/>
                  </a:lnTo>
                  <a:lnTo>
                    <a:pt x="3912573" y="1630849"/>
                  </a:lnTo>
                  <a:lnTo>
                    <a:pt x="3913388" y="1665020"/>
                  </a:lnTo>
                  <a:lnTo>
                    <a:pt x="3914203" y="1709626"/>
                  </a:lnTo>
                  <a:lnTo>
                    <a:pt x="3915018" y="1725401"/>
                  </a:lnTo>
                  <a:lnTo>
                    <a:pt x="3915832" y="1734151"/>
                  </a:lnTo>
                  <a:lnTo>
                    <a:pt x="3916647" y="1748546"/>
                  </a:lnTo>
                  <a:lnTo>
                    <a:pt x="3917462" y="1750829"/>
                  </a:lnTo>
                  <a:lnTo>
                    <a:pt x="3918277" y="1748271"/>
                  </a:lnTo>
                  <a:lnTo>
                    <a:pt x="3919092" y="1751820"/>
                  </a:lnTo>
                  <a:lnTo>
                    <a:pt x="3919906" y="1738969"/>
                  </a:lnTo>
                  <a:lnTo>
                    <a:pt x="3920721" y="1756685"/>
                  </a:lnTo>
                  <a:lnTo>
                    <a:pt x="3921536" y="1738992"/>
                  </a:lnTo>
                  <a:lnTo>
                    <a:pt x="3922351" y="1723743"/>
                  </a:lnTo>
                  <a:lnTo>
                    <a:pt x="3923165" y="1723833"/>
                  </a:lnTo>
                  <a:lnTo>
                    <a:pt x="3923980" y="1696567"/>
                  </a:lnTo>
                  <a:lnTo>
                    <a:pt x="3924795" y="1651654"/>
                  </a:lnTo>
                  <a:lnTo>
                    <a:pt x="3925610" y="1653605"/>
                  </a:lnTo>
                  <a:lnTo>
                    <a:pt x="3926425" y="1624530"/>
                  </a:lnTo>
                  <a:lnTo>
                    <a:pt x="3927239" y="1642159"/>
                  </a:lnTo>
                  <a:lnTo>
                    <a:pt x="3928054" y="1605714"/>
                  </a:lnTo>
                  <a:lnTo>
                    <a:pt x="3928869" y="1615071"/>
                  </a:lnTo>
                  <a:lnTo>
                    <a:pt x="3929684" y="1615683"/>
                  </a:lnTo>
                  <a:lnTo>
                    <a:pt x="3930498" y="1628659"/>
                  </a:lnTo>
                  <a:lnTo>
                    <a:pt x="3931313" y="1619006"/>
                  </a:lnTo>
                  <a:lnTo>
                    <a:pt x="3932128" y="1593095"/>
                  </a:lnTo>
                  <a:lnTo>
                    <a:pt x="3932943" y="1610801"/>
                  </a:lnTo>
                  <a:lnTo>
                    <a:pt x="3933758" y="1559115"/>
                  </a:lnTo>
                  <a:lnTo>
                    <a:pt x="3934572" y="1584237"/>
                  </a:lnTo>
                  <a:lnTo>
                    <a:pt x="3935387" y="1509907"/>
                  </a:lnTo>
                  <a:lnTo>
                    <a:pt x="3936202" y="1516933"/>
                  </a:lnTo>
                  <a:lnTo>
                    <a:pt x="3937017" y="1576864"/>
                  </a:lnTo>
                  <a:lnTo>
                    <a:pt x="3937831" y="1555235"/>
                  </a:lnTo>
                  <a:lnTo>
                    <a:pt x="3938646" y="1544169"/>
                  </a:lnTo>
                  <a:lnTo>
                    <a:pt x="3939461" y="1496275"/>
                  </a:lnTo>
                  <a:lnTo>
                    <a:pt x="3940276" y="1480827"/>
                  </a:lnTo>
                  <a:lnTo>
                    <a:pt x="3941091" y="1544515"/>
                  </a:lnTo>
                  <a:lnTo>
                    <a:pt x="3941905" y="1572577"/>
                  </a:lnTo>
                  <a:lnTo>
                    <a:pt x="3942720" y="1572427"/>
                  </a:lnTo>
                  <a:lnTo>
                    <a:pt x="3943535" y="1573197"/>
                  </a:lnTo>
                  <a:lnTo>
                    <a:pt x="3944350" y="1555941"/>
                  </a:lnTo>
                  <a:lnTo>
                    <a:pt x="3945165" y="1548859"/>
                  </a:lnTo>
                  <a:lnTo>
                    <a:pt x="3945979" y="1588557"/>
                  </a:lnTo>
                  <a:lnTo>
                    <a:pt x="3946794" y="1554964"/>
                  </a:lnTo>
                  <a:lnTo>
                    <a:pt x="3947609" y="1547925"/>
                  </a:lnTo>
                  <a:lnTo>
                    <a:pt x="3948424" y="1536485"/>
                  </a:lnTo>
                  <a:lnTo>
                    <a:pt x="3949238" y="1526095"/>
                  </a:lnTo>
                  <a:lnTo>
                    <a:pt x="3950053" y="1523155"/>
                  </a:lnTo>
                  <a:lnTo>
                    <a:pt x="3950868" y="1476350"/>
                  </a:lnTo>
                  <a:lnTo>
                    <a:pt x="3951683" y="1388896"/>
                  </a:lnTo>
                  <a:lnTo>
                    <a:pt x="3952498" y="1364647"/>
                  </a:lnTo>
                  <a:lnTo>
                    <a:pt x="3953312" y="1451552"/>
                  </a:lnTo>
                  <a:lnTo>
                    <a:pt x="3954127" y="1459534"/>
                  </a:lnTo>
                  <a:lnTo>
                    <a:pt x="3954942" y="1441804"/>
                  </a:lnTo>
                  <a:lnTo>
                    <a:pt x="3955757" y="1386705"/>
                  </a:lnTo>
                  <a:lnTo>
                    <a:pt x="3956571" y="1346069"/>
                  </a:lnTo>
                  <a:lnTo>
                    <a:pt x="3957386" y="1327964"/>
                  </a:lnTo>
                  <a:lnTo>
                    <a:pt x="3958201" y="1279251"/>
                  </a:lnTo>
                  <a:lnTo>
                    <a:pt x="3959016" y="1292869"/>
                  </a:lnTo>
                  <a:lnTo>
                    <a:pt x="3959831" y="1414543"/>
                  </a:lnTo>
                  <a:lnTo>
                    <a:pt x="3960645" y="1468859"/>
                  </a:lnTo>
                  <a:lnTo>
                    <a:pt x="3961460" y="1462599"/>
                  </a:lnTo>
                  <a:lnTo>
                    <a:pt x="3962275" y="1416376"/>
                  </a:lnTo>
                  <a:lnTo>
                    <a:pt x="3963090" y="1469419"/>
                  </a:lnTo>
                  <a:lnTo>
                    <a:pt x="3963904" y="1483000"/>
                  </a:lnTo>
                  <a:lnTo>
                    <a:pt x="3964719" y="1425552"/>
                  </a:lnTo>
                  <a:lnTo>
                    <a:pt x="3965534" y="1367194"/>
                  </a:lnTo>
                  <a:lnTo>
                    <a:pt x="3966349" y="1343939"/>
                  </a:lnTo>
                  <a:lnTo>
                    <a:pt x="3967164" y="1364768"/>
                  </a:lnTo>
                  <a:lnTo>
                    <a:pt x="3967978" y="1396439"/>
                  </a:lnTo>
                  <a:lnTo>
                    <a:pt x="3968793" y="1456233"/>
                  </a:lnTo>
                  <a:lnTo>
                    <a:pt x="3969608" y="1408041"/>
                  </a:lnTo>
                  <a:lnTo>
                    <a:pt x="3970423" y="1528500"/>
                  </a:lnTo>
                  <a:lnTo>
                    <a:pt x="3971237" y="1512279"/>
                  </a:lnTo>
                  <a:lnTo>
                    <a:pt x="3972052" y="1476636"/>
                  </a:lnTo>
                  <a:lnTo>
                    <a:pt x="3972867" y="1523690"/>
                  </a:lnTo>
                  <a:lnTo>
                    <a:pt x="3973682" y="1573443"/>
                  </a:lnTo>
                  <a:lnTo>
                    <a:pt x="3974497" y="1653688"/>
                  </a:lnTo>
                  <a:lnTo>
                    <a:pt x="3975311" y="1630874"/>
                  </a:lnTo>
                  <a:lnTo>
                    <a:pt x="3976126" y="1662547"/>
                  </a:lnTo>
                  <a:lnTo>
                    <a:pt x="3976941" y="1650582"/>
                  </a:lnTo>
                  <a:lnTo>
                    <a:pt x="3977756" y="1674438"/>
                  </a:lnTo>
                  <a:lnTo>
                    <a:pt x="3978570" y="1709693"/>
                  </a:lnTo>
                  <a:lnTo>
                    <a:pt x="3979385" y="1681503"/>
                  </a:lnTo>
                  <a:lnTo>
                    <a:pt x="3980200" y="1703885"/>
                  </a:lnTo>
                  <a:lnTo>
                    <a:pt x="3981015" y="1713034"/>
                  </a:lnTo>
                  <a:lnTo>
                    <a:pt x="3981830" y="1704111"/>
                  </a:lnTo>
                  <a:lnTo>
                    <a:pt x="3982644" y="1704710"/>
                  </a:lnTo>
                  <a:lnTo>
                    <a:pt x="3983459" y="1668512"/>
                  </a:lnTo>
                  <a:lnTo>
                    <a:pt x="3984274" y="1677651"/>
                  </a:lnTo>
                  <a:lnTo>
                    <a:pt x="3985089" y="1673630"/>
                  </a:lnTo>
                  <a:lnTo>
                    <a:pt x="3985904" y="1670398"/>
                  </a:lnTo>
                  <a:lnTo>
                    <a:pt x="3986718" y="1657093"/>
                  </a:lnTo>
                  <a:lnTo>
                    <a:pt x="3987533" y="1640606"/>
                  </a:lnTo>
                  <a:lnTo>
                    <a:pt x="3988348" y="1602666"/>
                  </a:lnTo>
                  <a:lnTo>
                    <a:pt x="3989163" y="1555049"/>
                  </a:lnTo>
                  <a:lnTo>
                    <a:pt x="3989977" y="1525430"/>
                  </a:lnTo>
                  <a:lnTo>
                    <a:pt x="3990792" y="1490084"/>
                  </a:lnTo>
                  <a:lnTo>
                    <a:pt x="3991607" y="1452305"/>
                  </a:lnTo>
                  <a:lnTo>
                    <a:pt x="3992422" y="1513824"/>
                  </a:lnTo>
                  <a:lnTo>
                    <a:pt x="3993237" y="1570108"/>
                  </a:lnTo>
                  <a:lnTo>
                    <a:pt x="3994051" y="1585708"/>
                  </a:lnTo>
                  <a:lnTo>
                    <a:pt x="3994866" y="1598874"/>
                  </a:lnTo>
                  <a:lnTo>
                    <a:pt x="3995681" y="1597057"/>
                  </a:lnTo>
                  <a:lnTo>
                    <a:pt x="3996496" y="1610191"/>
                  </a:lnTo>
                  <a:lnTo>
                    <a:pt x="3997310" y="1611616"/>
                  </a:lnTo>
                  <a:lnTo>
                    <a:pt x="3998125" y="1625208"/>
                  </a:lnTo>
                  <a:lnTo>
                    <a:pt x="3998940" y="1501447"/>
                  </a:lnTo>
                  <a:lnTo>
                    <a:pt x="3999755" y="1494325"/>
                  </a:lnTo>
                  <a:lnTo>
                    <a:pt x="4000570" y="1497073"/>
                  </a:lnTo>
                  <a:lnTo>
                    <a:pt x="4001384" y="1492285"/>
                  </a:lnTo>
                  <a:lnTo>
                    <a:pt x="4002199" y="1432855"/>
                  </a:lnTo>
                  <a:lnTo>
                    <a:pt x="4003014" y="1287624"/>
                  </a:lnTo>
                  <a:lnTo>
                    <a:pt x="4003829" y="1309916"/>
                  </a:lnTo>
                  <a:lnTo>
                    <a:pt x="4004643" y="1360750"/>
                  </a:lnTo>
                  <a:lnTo>
                    <a:pt x="4005458" y="1334339"/>
                  </a:lnTo>
                  <a:lnTo>
                    <a:pt x="4006273" y="1414589"/>
                  </a:lnTo>
                  <a:lnTo>
                    <a:pt x="4007088" y="1475876"/>
                  </a:lnTo>
                  <a:lnTo>
                    <a:pt x="4007903" y="1517758"/>
                  </a:lnTo>
                  <a:lnTo>
                    <a:pt x="4008717" y="1603425"/>
                  </a:lnTo>
                  <a:lnTo>
                    <a:pt x="4009532" y="1566992"/>
                  </a:lnTo>
                  <a:lnTo>
                    <a:pt x="4010347" y="1576860"/>
                  </a:lnTo>
                  <a:lnTo>
                    <a:pt x="4011162" y="1560410"/>
                  </a:lnTo>
                  <a:lnTo>
                    <a:pt x="4011976" y="1588148"/>
                  </a:lnTo>
                  <a:lnTo>
                    <a:pt x="4012791" y="1663901"/>
                  </a:lnTo>
                  <a:lnTo>
                    <a:pt x="4013606" y="1608439"/>
                  </a:lnTo>
                  <a:lnTo>
                    <a:pt x="4014421" y="1619533"/>
                  </a:lnTo>
                  <a:lnTo>
                    <a:pt x="4015236" y="1617726"/>
                  </a:lnTo>
                  <a:lnTo>
                    <a:pt x="4016050" y="1554312"/>
                  </a:lnTo>
                  <a:lnTo>
                    <a:pt x="4016865" y="1540851"/>
                  </a:lnTo>
                  <a:lnTo>
                    <a:pt x="4017680" y="1539914"/>
                  </a:lnTo>
                  <a:lnTo>
                    <a:pt x="4018495" y="1547005"/>
                  </a:lnTo>
                  <a:lnTo>
                    <a:pt x="4019309" y="1589482"/>
                  </a:lnTo>
                  <a:lnTo>
                    <a:pt x="4020124" y="1579432"/>
                  </a:lnTo>
                  <a:lnTo>
                    <a:pt x="4020939" y="1563759"/>
                  </a:lnTo>
                  <a:lnTo>
                    <a:pt x="4021754" y="1578778"/>
                  </a:lnTo>
                  <a:lnTo>
                    <a:pt x="4022569" y="1563368"/>
                  </a:lnTo>
                  <a:lnTo>
                    <a:pt x="4023383" y="1564212"/>
                  </a:lnTo>
                  <a:lnTo>
                    <a:pt x="4024198" y="1516557"/>
                  </a:lnTo>
                  <a:lnTo>
                    <a:pt x="4025013" y="1499616"/>
                  </a:lnTo>
                  <a:lnTo>
                    <a:pt x="4025828" y="1584785"/>
                  </a:lnTo>
                  <a:lnTo>
                    <a:pt x="4026643" y="1608013"/>
                  </a:lnTo>
                  <a:lnTo>
                    <a:pt x="4027457" y="1590302"/>
                  </a:lnTo>
                  <a:lnTo>
                    <a:pt x="4028272" y="1608088"/>
                  </a:lnTo>
                  <a:lnTo>
                    <a:pt x="4029087" y="1623029"/>
                  </a:lnTo>
                  <a:lnTo>
                    <a:pt x="4029902" y="1654979"/>
                  </a:lnTo>
                  <a:lnTo>
                    <a:pt x="4030716" y="1618907"/>
                  </a:lnTo>
                  <a:lnTo>
                    <a:pt x="4031531" y="1571172"/>
                  </a:lnTo>
                  <a:lnTo>
                    <a:pt x="4032346" y="1613156"/>
                  </a:lnTo>
                  <a:lnTo>
                    <a:pt x="4033161" y="1659128"/>
                  </a:lnTo>
                  <a:lnTo>
                    <a:pt x="4033976" y="1641694"/>
                  </a:lnTo>
                  <a:lnTo>
                    <a:pt x="4034790" y="1631420"/>
                  </a:lnTo>
                  <a:lnTo>
                    <a:pt x="4035605" y="1618473"/>
                  </a:lnTo>
                  <a:lnTo>
                    <a:pt x="4036420" y="1590523"/>
                  </a:lnTo>
                  <a:lnTo>
                    <a:pt x="4037235" y="1588126"/>
                  </a:lnTo>
                  <a:lnTo>
                    <a:pt x="4038049" y="1543132"/>
                  </a:lnTo>
                  <a:lnTo>
                    <a:pt x="4038864" y="1511893"/>
                  </a:lnTo>
                  <a:lnTo>
                    <a:pt x="4039679" y="1405105"/>
                  </a:lnTo>
                  <a:lnTo>
                    <a:pt x="4040494" y="1367585"/>
                  </a:lnTo>
                  <a:lnTo>
                    <a:pt x="4041309" y="1382390"/>
                  </a:lnTo>
                  <a:lnTo>
                    <a:pt x="4042123" y="1461284"/>
                  </a:lnTo>
                  <a:lnTo>
                    <a:pt x="4042938" y="1442642"/>
                  </a:lnTo>
                  <a:lnTo>
                    <a:pt x="4043753" y="1376323"/>
                  </a:lnTo>
                  <a:lnTo>
                    <a:pt x="4044568" y="1416334"/>
                  </a:lnTo>
                  <a:lnTo>
                    <a:pt x="4045382" y="1470434"/>
                  </a:lnTo>
                  <a:lnTo>
                    <a:pt x="4046197" y="1512297"/>
                  </a:lnTo>
                  <a:lnTo>
                    <a:pt x="4047012" y="1498865"/>
                  </a:lnTo>
                  <a:lnTo>
                    <a:pt x="4047827" y="1512163"/>
                  </a:lnTo>
                  <a:lnTo>
                    <a:pt x="4048642" y="1540514"/>
                  </a:lnTo>
                  <a:lnTo>
                    <a:pt x="4049456" y="1563798"/>
                  </a:lnTo>
                  <a:lnTo>
                    <a:pt x="4050271" y="1554879"/>
                  </a:lnTo>
                  <a:lnTo>
                    <a:pt x="4051086" y="1553386"/>
                  </a:lnTo>
                  <a:lnTo>
                    <a:pt x="4051901" y="1560160"/>
                  </a:lnTo>
                  <a:lnTo>
                    <a:pt x="4052715" y="1586108"/>
                  </a:lnTo>
                  <a:lnTo>
                    <a:pt x="4053530" y="1577981"/>
                  </a:lnTo>
                  <a:lnTo>
                    <a:pt x="4054345" y="1548168"/>
                  </a:lnTo>
                  <a:lnTo>
                    <a:pt x="4055160" y="1540935"/>
                  </a:lnTo>
                  <a:lnTo>
                    <a:pt x="4055975" y="1533685"/>
                  </a:lnTo>
                  <a:lnTo>
                    <a:pt x="4056789" y="1545202"/>
                  </a:lnTo>
                  <a:lnTo>
                    <a:pt x="4057604" y="1444169"/>
                  </a:lnTo>
                  <a:lnTo>
                    <a:pt x="4058419" y="1350339"/>
                  </a:lnTo>
                  <a:lnTo>
                    <a:pt x="4059234" y="1397257"/>
                  </a:lnTo>
                  <a:lnTo>
                    <a:pt x="4060048" y="1417196"/>
                  </a:lnTo>
                  <a:lnTo>
                    <a:pt x="4060863" y="1374901"/>
                  </a:lnTo>
                  <a:lnTo>
                    <a:pt x="4061678" y="1337922"/>
                  </a:lnTo>
                  <a:lnTo>
                    <a:pt x="4062493" y="1361716"/>
                  </a:lnTo>
                  <a:lnTo>
                    <a:pt x="4063308" y="1353962"/>
                  </a:lnTo>
                  <a:lnTo>
                    <a:pt x="4064122" y="1484420"/>
                  </a:lnTo>
                  <a:lnTo>
                    <a:pt x="4064937" y="1459205"/>
                  </a:lnTo>
                  <a:lnTo>
                    <a:pt x="4065752" y="1446809"/>
                  </a:lnTo>
                  <a:lnTo>
                    <a:pt x="4066567" y="1524715"/>
                  </a:lnTo>
                  <a:lnTo>
                    <a:pt x="4067382" y="1582379"/>
                  </a:lnTo>
                  <a:lnTo>
                    <a:pt x="4068196" y="1637230"/>
                  </a:lnTo>
                  <a:lnTo>
                    <a:pt x="4069011" y="1642685"/>
                  </a:lnTo>
                  <a:lnTo>
                    <a:pt x="4069826" y="1647646"/>
                  </a:lnTo>
                  <a:lnTo>
                    <a:pt x="4070641" y="1664426"/>
                  </a:lnTo>
                  <a:lnTo>
                    <a:pt x="4071455" y="1632237"/>
                  </a:lnTo>
                  <a:lnTo>
                    <a:pt x="4072270" y="1610295"/>
                  </a:lnTo>
                  <a:lnTo>
                    <a:pt x="4073085" y="1552745"/>
                  </a:lnTo>
                  <a:lnTo>
                    <a:pt x="4073900" y="1492822"/>
                  </a:lnTo>
                  <a:lnTo>
                    <a:pt x="4074715" y="1556396"/>
                  </a:lnTo>
                  <a:lnTo>
                    <a:pt x="4075529" y="1563769"/>
                  </a:lnTo>
                  <a:lnTo>
                    <a:pt x="4076344" y="1565124"/>
                  </a:lnTo>
                  <a:lnTo>
                    <a:pt x="4077159" y="1599190"/>
                  </a:lnTo>
                  <a:lnTo>
                    <a:pt x="4077974" y="1635636"/>
                  </a:lnTo>
                  <a:lnTo>
                    <a:pt x="4078788" y="1642499"/>
                  </a:lnTo>
                  <a:lnTo>
                    <a:pt x="4079603" y="1608823"/>
                  </a:lnTo>
                  <a:lnTo>
                    <a:pt x="4080418" y="1546912"/>
                  </a:lnTo>
                  <a:lnTo>
                    <a:pt x="4081233" y="1504337"/>
                  </a:lnTo>
                  <a:lnTo>
                    <a:pt x="4082048" y="1534731"/>
                  </a:lnTo>
                  <a:lnTo>
                    <a:pt x="4082862" y="1498053"/>
                  </a:lnTo>
                  <a:lnTo>
                    <a:pt x="4083677" y="1524660"/>
                  </a:lnTo>
                  <a:lnTo>
                    <a:pt x="4084492" y="1423723"/>
                  </a:lnTo>
                  <a:lnTo>
                    <a:pt x="4085307" y="1426978"/>
                  </a:lnTo>
                  <a:lnTo>
                    <a:pt x="4086121" y="1390582"/>
                  </a:lnTo>
                  <a:lnTo>
                    <a:pt x="4086936" y="1370738"/>
                  </a:lnTo>
                  <a:lnTo>
                    <a:pt x="4087751" y="1397547"/>
                  </a:lnTo>
                  <a:lnTo>
                    <a:pt x="4088566" y="1485427"/>
                  </a:lnTo>
                  <a:lnTo>
                    <a:pt x="4089381" y="1535331"/>
                  </a:lnTo>
                  <a:lnTo>
                    <a:pt x="4090195" y="1585471"/>
                  </a:lnTo>
                  <a:lnTo>
                    <a:pt x="4091010" y="1627482"/>
                  </a:lnTo>
                  <a:lnTo>
                    <a:pt x="4091825" y="1639295"/>
                  </a:lnTo>
                  <a:lnTo>
                    <a:pt x="4092640" y="1642314"/>
                  </a:lnTo>
                  <a:lnTo>
                    <a:pt x="4093454" y="1648367"/>
                  </a:lnTo>
                  <a:lnTo>
                    <a:pt x="4094269" y="1668498"/>
                  </a:lnTo>
                  <a:lnTo>
                    <a:pt x="4095084" y="1696288"/>
                  </a:lnTo>
                  <a:lnTo>
                    <a:pt x="4095899" y="1688047"/>
                  </a:lnTo>
                  <a:lnTo>
                    <a:pt x="4096714" y="1669457"/>
                  </a:lnTo>
                  <a:lnTo>
                    <a:pt x="4097528" y="1672615"/>
                  </a:lnTo>
                  <a:lnTo>
                    <a:pt x="4098343" y="1694154"/>
                  </a:lnTo>
                  <a:lnTo>
                    <a:pt x="4099158" y="1684870"/>
                  </a:lnTo>
                  <a:lnTo>
                    <a:pt x="4099973" y="1680572"/>
                  </a:lnTo>
                  <a:lnTo>
                    <a:pt x="4100787" y="1680626"/>
                  </a:lnTo>
                  <a:lnTo>
                    <a:pt x="4101602" y="1659941"/>
                  </a:lnTo>
                  <a:lnTo>
                    <a:pt x="4102417" y="1677092"/>
                  </a:lnTo>
                  <a:lnTo>
                    <a:pt x="4103232" y="1659620"/>
                  </a:lnTo>
                  <a:lnTo>
                    <a:pt x="4104047" y="1667867"/>
                  </a:lnTo>
                  <a:lnTo>
                    <a:pt x="4104861" y="1632915"/>
                  </a:lnTo>
                  <a:lnTo>
                    <a:pt x="4105676" y="1628208"/>
                  </a:lnTo>
                  <a:lnTo>
                    <a:pt x="4106491" y="1647268"/>
                  </a:lnTo>
                  <a:lnTo>
                    <a:pt x="4107306" y="1620819"/>
                  </a:lnTo>
                  <a:lnTo>
                    <a:pt x="4108121" y="1522195"/>
                  </a:lnTo>
                  <a:lnTo>
                    <a:pt x="4108935" y="1488809"/>
                  </a:lnTo>
                  <a:lnTo>
                    <a:pt x="4109750" y="1478289"/>
                  </a:lnTo>
                  <a:lnTo>
                    <a:pt x="4110565" y="1519553"/>
                  </a:lnTo>
                  <a:lnTo>
                    <a:pt x="4111380" y="1495212"/>
                  </a:lnTo>
                  <a:lnTo>
                    <a:pt x="4112194" y="1597174"/>
                  </a:lnTo>
                  <a:lnTo>
                    <a:pt x="4113009" y="1604578"/>
                  </a:lnTo>
                  <a:lnTo>
                    <a:pt x="4113824" y="1631419"/>
                  </a:lnTo>
                  <a:lnTo>
                    <a:pt x="4114639" y="1623351"/>
                  </a:lnTo>
                  <a:lnTo>
                    <a:pt x="4115454" y="1631984"/>
                  </a:lnTo>
                  <a:lnTo>
                    <a:pt x="4116268" y="1647356"/>
                  </a:lnTo>
                  <a:lnTo>
                    <a:pt x="4117083" y="1654803"/>
                  </a:lnTo>
                  <a:lnTo>
                    <a:pt x="4117898" y="1589906"/>
                  </a:lnTo>
                  <a:lnTo>
                    <a:pt x="4118713" y="1526106"/>
                  </a:lnTo>
                  <a:lnTo>
                    <a:pt x="4119527" y="1587588"/>
                  </a:lnTo>
                  <a:lnTo>
                    <a:pt x="4120342" y="1554507"/>
                  </a:lnTo>
                  <a:lnTo>
                    <a:pt x="4121157" y="1522642"/>
                  </a:lnTo>
                  <a:lnTo>
                    <a:pt x="4121972" y="1513719"/>
                  </a:lnTo>
                  <a:lnTo>
                    <a:pt x="4122787" y="1570781"/>
                  </a:lnTo>
                  <a:lnTo>
                    <a:pt x="4123601" y="1561412"/>
                  </a:lnTo>
                  <a:lnTo>
                    <a:pt x="4124416" y="1547317"/>
                  </a:lnTo>
                  <a:lnTo>
                    <a:pt x="4125231" y="1560976"/>
                  </a:lnTo>
                  <a:lnTo>
                    <a:pt x="4126046" y="1516497"/>
                  </a:lnTo>
                  <a:lnTo>
                    <a:pt x="4126860" y="1498032"/>
                  </a:lnTo>
                  <a:lnTo>
                    <a:pt x="4127675" y="1582869"/>
                  </a:lnTo>
                  <a:lnTo>
                    <a:pt x="4128490" y="1592655"/>
                  </a:lnTo>
                  <a:lnTo>
                    <a:pt x="4129305" y="1618725"/>
                  </a:lnTo>
                  <a:lnTo>
                    <a:pt x="4130120" y="1610192"/>
                  </a:lnTo>
                  <a:lnTo>
                    <a:pt x="4130934" y="1586239"/>
                  </a:lnTo>
                  <a:lnTo>
                    <a:pt x="4131749" y="1574349"/>
                  </a:lnTo>
                  <a:lnTo>
                    <a:pt x="4132564" y="1539897"/>
                  </a:lnTo>
                  <a:lnTo>
                    <a:pt x="4133379" y="1514787"/>
                  </a:lnTo>
                  <a:lnTo>
                    <a:pt x="4134193" y="1469213"/>
                  </a:lnTo>
                  <a:lnTo>
                    <a:pt x="4135008" y="1396103"/>
                  </a:lnTo>
                  <a:lnTo>
                    <a:pt x="4135823" y="1278504"/>
                  </a:lnTo>
                  <a:lnTo>
                    <a:pt x="4136638" y="1277534"/>
                  </a:lnTo>
                  <a:lnTo>
                    <a:pt x="4137453" y="1206790"/>
                  </a:lnTo>
                  <a:lnTo>
                    <a:pt x="4138267" y="1211236"/>
                  </a:lnTo>
                  <a:lnTo>
                    <a:pt x="4139082" y="1170143"/>
                  </a:lnTo>
                  <a:lnTo>
                    <a:pt x="4139897" y="1274629"/>
                  </a:lnTo>
                  <a:lnTo>
                    <a:pt x="4140712" y="1317760"/>
                  </a:lnTo>
                  <a:lnTo>
                    <a:pt x="4141526" y="1428912"/>
                  </a:lnTo>
                  <a:lnTo>
                    <a:pt x="4142341" y="1525327"/>
                  </a:lnTo>
                  <a:lnTo>
                    <a:pt x="4143156" y="1461953"/>
                  </a:lnTo>
                  <a:lnTo>
                    <a:pt x="4143971" y="1445179"/>
                  </a:lnTo>
                  <a:lnTo>
                    <a:pt x="4144786" y="1403839"/>
                  </a:lnTo>
                  <a:lnTo>
                    <a:pt x="4145600" y="1369564"/>
                  </a:lnTo>
                  <a:lnTo>
                    <a:pt x="4146415" y="1381570"/>
                  </a:lnTo>
                  <a:lnTo>
                    <a:pt x="4147230" y="1405601"/>
                  </a:lnTo>
                  <a:lnTo>
                    <a:pt x="4148045" y="1493481"/>
                  </a:lnTo>
                  <a:lnTo>
                    <a:pt x="4148860" y="1546400"/>
                  </a:lnTo>
                  <a:lnTo>
                    <a:pt x="4149674" y="1580623"/>
                  </a:lnTo>
                  <a:lnTo>
                    <a:pt x="4150489" y="1589955"/>
                  </a:lnTo>
                  <a:lnTo>
                    <a:pt x="4151304" y="1606113"/>
                  </a:lnTo>
                  <a:lnTo>
                    <a:pt x="4152119" y="1654697"/>
                  </a:lnTo>
                  <a:lnTo>
                    <a:pt x="4152933" y="1648145"/>
                  </a:lnTo>
                  <a:lnTo>
                    <a:pt x="4153748" y="1659476"/>
                  </a:lnTo>
                  <a:lnTo>
                    <a:pt x="4154563" y="1662692"/>
                  </a:lnTo>
                  <a:lnTo>
                    <a:pt x="4155378" y="1640562"/>
                  </a:lnTo>
                  <a:lnTo>
                    <a:pt x="4156193" y="1637439"/>
                  </a:lnTo>
                  <a:lnTo>
                    <a:pt x="4157007" y="1639624"/>
                  </a:lnTo>
                  <a:lnTo>
                    <a:pt x="4157822" y="1630939"/>
                  </a:lnTo>
                  <a:lnTo>
                    <a:pt x="4158637" y="1603073"/>
                  </a:lnTo>
                  <a:lnTo>
                    <a:pt x="4159452" y="1547061"/>
                  </a:lnTo>
                  <a:lnTo>
                    <a:pt x="4160266" y="1582651"/>
                  </a:lnTo>
                  <a:lnTo>
                    <a:pt x="4161081" y="1585942"/>
                  </a:lnTo>
                  <a:lnTo>
                    <a:pt x="4161896" y="1580123"/>
                  </a:lnTo>
                  <a:lnTo>
                    <a:pt x="4162711" y="1581159"/>
                  </a:lnTo>
                  <a:lnTo>
                    <a:pt x="4163526" y="1579530"/>
                  </a:lnTo>
                  <a:lnTo>
                    <a:pt x="4164340" y="1592987"/>
                  </a:lnTo>
                  <a:lnTo>
                    <a:pt x="4165155" y="1563307"/>
                  </a:lnTo>
                  <a:lnTo>
                    <a:pt x="4165970" y="1600460"/>
                  </a:lnTo>
                  <a:lnTo>
                    <a:pt x="4166785" y="1602489"/>
                  </a:lnTo>
                  <a:lnTo>
                    <a:pt x="4167599" y="1625480"/>
                  </a:lnTo>
                  <a:lnTo>
                    <a:pt x="4168414" y="1636900"/>
                  </a:lnTo>
                  <a:lnTo>
                    <a:pt x="4169229" y="1637068"/>
                  </a:lnTo>
                  <a:lnTo>
                    <a:pt x="4170044" y="1651384"/>
                  </a:lnTo>
                  <a:lnTo>
                    <a:pt x="4170859" y="1674049"/>
                  </a:lnTo>
                  <a:lnTo>
                    <a:pt x="4171673" y="1704654"/>
                  </a:lnTo>
                  <a:lnTo>
                    <a:pt x="4172488" y="1709823"/>
                  </a:lnTo>
                  <a:lnTo>
                    <a:pt x="4173303" y="1700786"/>
                  </a:lnTo>
                  <a:lnTo>
                    <a:pt x="4174118" y="1712957"/>
                  </a:lnTo>
                  <a:lnTo>
                    <a:pt x="4174932" y="1690243"/>
                  </a:lnTo>
                  <a:lnTo>
                    <a:pt x="4175747" y="1684473"/>
                  </a:lnTo>
                  <a:lnTo>
                    <a:pt x="4176562" y="1645778"/>
                  </a:lnTo>
                  <a:lnTo>
                    <a:pt x="4177377" y="1614285"/>
                  </a:lnTo>
                  <a:lnTo>
                    <a:pt x="4178192" y="1611927"/>
                  </a:lnTo>
                  <a:lnTo>
                    <a:pt x="4179006" y="1614434"/>
                  </a:lnTo>
                  <a:lnTo>
                    <a:pt x="4179821" y="1598725"/>
                  </a:lnTo>
                  <a:lnTo>
                    <a:pt x="4180636" y="1613871"/>
                  </a:lnTo>
                  <a:lnTo>
                    <a:pt x="4181451" y="1647241"/>
                  </a:lnTo>
                  <a:lnTo>
                    <a:pt x="4182265" y="1598651"/>
                  </a:lnTo>
                  <a:lnTo>
                    <a:pt x="4183080" y="1588894"/>
                  </a:lnTo>
                  <a:lnTo>
                    <a:pt x="4183895" y="1554356"/>
                  </a:lnTo>
                  <a:lnTo>
                    <a:pt x="4184710" y="1515201"/>
                  </a:lnTo>
                  <a:lnTo>
                    <a:pt x="4185525" y="1490337"/>
                  </a:lnTo>
                  <a:lnTo>
                    <a:pt x="4186339" y="1527977"/>
                  </a:lnTo>
                  <a:lnTo>
                    <a:pt x="4187154" y="1532477"/>
                  </a:lnTo>
                  <a:lnTo>
                    <a:pt x="4187969" y="1535770"/>
                  </a:lnTo>
                  <a:lnTo>
                    <a:pt x="4188784" y="1528189"/>
                  </a:lnTo>
                  <a:lnTo>
                    <a:pt x="4189599" y="1548859"/>
                  </a:lnTo>
                  <a:lnTo>
                    <a:pt x="4190413" y="1542691"/>
                  </a:lnTo>
                  <a:lnTo>
                    <a:pt x="4191228" y="1509180"/>
                  </a:lnTo>
                  <a:lnTo>
                    <a:pt x="4192043" y="1544553"/>
                  </a:lnTo>
                  <a:lnTo>
                    <a:pt x="4192858" y="1574260"/>
                  </a:lnTo>
                  <a:lnTo>
                    <a:pt x="4193672" y="1584220"/>
                  </a:lnTo>
                  <a:lnTo>
                    <a:pt x="4194487" y="1626678"/>
                  </a:lnTo>
                  <a:lnTo>
                    <a:pt x="4195302" y="1630659"/>
                  </a:lnTo>
                  <a:lnTo>
                    <a:pt x="4196117" y="1662974"/>
                  </a:lnTo>
                  <a:lnTo>
                    <a:pt x="4196932" y="1675587"/>
                  </a:lnTo>
                  <a:lnTo>
                    <a:pt x="4197746" y="1651256"/>
                  </a:lnTo>
                  <a:lnTo>
                    <a:pt x="4198561" y="1620150"/>
                  </a:lnTo>
                  <a:lnTo>
                    <a:pt x="4199376" y="1567528"/>
                  </a:lnTo>
                  <a:lnTo>
                    <a:pt x="4200191" y="1546988"/>
                  </a:lnTo>
                  <a:lnTo>
                    <a:pt x="4201005" y="1611241"/>
                  </a:lnTo>
                  <a:lnTo>
                    <a:pt x="4201820" y="1615852"/>
                  </a:lnTo>
                  <a:lnTo>
                    <a:pt x="4202635" y="1586782"/>
                  </a:lnTo>
                  <a:lnTo>
                    <a:pt x="4203450" y="1523791"/>
                  </a:lnTo>
                  <a:lnTo>
                    <a:pt x="4204265" y="1509245"/>
                  </a:lnTo>
                  <a:lnTo>
                    <a:pt x="4205079" y="1496154"/>
                  </a:lnTo>
                  <a:lnTo>
                    <a:pt x="4205894" y="1466249"/>
                  </a:lnTo>
                  <a:lnTo>
                    <a:pt x="4206709" y="1379410"/>
                  </a:lnTo>
                  <a:lnTo>
                    <a:pt x="4207524" y="1382776"/>
                  </a:lnTo>
                  <a:lnTo>
                    <a:pt x="4208338" y="1382070"/>
                  </a:lnTo>
                  <a:lnTo>
                    <a:pt x="4209153" y="1429651"/>
                  </a:lnTo>
                  <a:lnTo>
                    <a:pt x="4209968" y="1558192"/>
                  </a:lnTo>
                  <a:lnTo>
                    <a:pt x="4210783" y="1543203"/>
                  </a:lnTo>
                  <a:lnTo>
                    <a:pt x="4211598" y="1521494"/>
                  </a:lnTo>
                  <a:lnTo>
                    <a:pt x="4212412" y="1469179"/>
                  </a:lnTo>
                  <a:lnTo>
                    <a:pt x="4213227" y="1501189"/>
                  </a:lnTo>
                  <a:lnTo>
                    <a:pt x="4214042" y="1521223"/>
                  </a:lnTo>
                  <a:lnTo>
                    <a:pt x="4214857" y="1519195"/>
                  </a:lnTo>
                  <a:lnTo>
                    <a:pt x="4215671" y="1471791"/>
                  </a:lnTo>
                  <a:lnTo>
                    <a:pt x="4216486" y="1435893"/>
                  </a:lnTo>
                  <a:lnTo>
                    <a:pt x="4217301" y="1356613"/>
                  </a:lnTo>
                  <a:lnTo>
                    <a:pt x="4218116" y="1303049"/>
                  </a:lnTo>
                  <a:lnTo>
                    <a:pt x="4218931" y="1286063"/>
                  </a:lnTo>
                  <a:lnTo>
                    <a:pt x="4219745" y="1184211"/>
                  </a:lnTo>
                  <a:lnTo>
                    <a:pt x="4220560" y="1142282"/>
                  </a:lnTo>
                  <a:lnTo>
                    <a:pt x="4221375" y="1123390"/>
                  </a:lnTo>
                  <a:lnTo>
                    <a:pt x="4222190" y="1146978"/>
                  </a:lnTo>
                  <a:lnTo>
                    <a:pt x="4223005" y="1140540"/>
                  </a:lnTo>
                  <a:lnTo>
                    <a:pt x="4223819" y="1159603"/>
                  </a:lnTo>
                  <a:lnTo>
                    <a:pt x="4224634" y="1232388"/>
                  </a:lnTo>
                  <a:lnTo>
                    <a:pt x="4225449" y="1256128"/>
                  </a:lnTo>
                  <a:lnTo>
                    <a:pt x="4226264" y="1214536"/>
                  </a:lnTo>
                  <a:lnTo>
                    <a:pt x="4227078" y="1171564"/>
                  </a:lnTo>
                  <a:lnTo>
                    <a:pt x="4227893" y="1203189"/>
                  </a:lnTo>
                  <a:lnTo>
                    <a:pt x="4228708" y="1239172"/>
                  </a:lnTo>
                  <a:lnTo>
                    <a:pt x="4229523" y="1253028"/>
                  </a:lnTo>
                  <a:lnTo>
                    <a:pt x="4230338" y="1297443"/>
                  </a:lnTo>
                  <a:lnTo>
                    <a:pt x="4231152" y="1352465"/>
                  </a:lnTo>
                  <a:lnTo>
                    <a:pt x="4231967" y="1411465"/>
                  </a:lnTo>
                  <a:lnTo>
                    <a:pt x="4232782" y="1458838"/>
                  </a:lnTo>
                  <a:lnTo>
                    <a:pt x="4233597" y="1499208"/>
                  </a:lnTo>
                  <a:lnTo>
                    <a:pt x="4234411" y="1513683"/>
                  </a:lnTo>
                  <a:lnTo>
                    <a:pt x="4235226" y="1505250"/>
                  </a:lnTo>
                  <a:lnTo>
                    <a:pt x="4236041" y="1375781"/>
                  </a:lnTo>
                  <a:lnTo>
                    <a:pt x="4236856" y="1340955"/>
                  </a:lnTo>
                  <a:lnTo>
                    <a:pt x="4237671" y="1397397"/>
                  </a:lnTo>
                  <a:lnTo>
                    <a:pt x="4238485" y="1339857"/>
                  </a:lnTo>
                  <a:lnTo>
                    <a:pt x="4239300" y="1364995"/>
                  </a:lnTo>
                  <a:lnTo>
                    <a:pt x="4240115" y="1359634"/>
                  </a:lnTo>
                  <a:lnTo>
                    <a:pt x="4240930" y="1435793"/>
                  </a:lnTo>
                  <a:lnTo>
                    <a:pt x="4241744" y="1451651"/>
                  </a:lnTo>
                  <a:lnTo>
                    <a:pt x="4242559" y="1415675"/>
                  </a:lnTo>
                  <a:lnTo>
                    <a:pt x="4243374" y="1359466"/>
                  </a:lnTo>
                  <a:lnTo>
                    <a:pt x="4244189" y="1386849"/>
                  </a:lnTo>
                  <a:lnTo>
                    <a:pt x="4245004" y="1478461"/>
                  </a:lnTo>
                  <a:lnTo>
                    <a:pt x="4245818" y="1490005"/>
                  </a:lnTo>
                  <a:lnTo>
                    <a:pt x="4246633" y="1495163"/>
                  </a:lnTo>
                  <a:lnTo>
                    <a:pt x="4247448" y="1480923"/>
                  </a:lnTo>
                  <a:lnTo>
                    <a:pt x="4248263" y="1486594"/>
                  </a:lnTo>
                  <a:lnTo>
                    <a:pt x="4249077" y="1489276"/>
                  </a:lnTo>
                  <a:lnTo>
                    <a:pt x="4249892" y="1369110"/>
                  </a:lnTo>
                  <a:lnTo>
                    <a:pt x="4250707" y="1294759"/>
                  </a:lnTo>
                  <a:lnTo>
                    <a:pt x="4251522" y="1303493"/>
                  </a:lnTo>
                  <a:lnTo>
                    <a:pt x="4252337" y="1466721"/>
                  </a:lnTo>
                  <a:lnTo>
                    <a:pt x="4253151" y="1470521"/>
                  </a:lnTo>
                  <a:lnTo>
                    <a:pt x="4253966" y="1326185"/>
                  </a:lnTo>
                  <a:lnTo>
                    <a:pt x="4254781" y="1308548"/>
                  </a:lnTo>
                  <a:lnTo>
                    <a:pt x="4255596" y="1377626"/>
                  </a:lnTo>
                  <a:lnTo>
                    <a:pt x="4256410" y="1406585"/>
                  </a:lnTo>
                  <a:lnTo>
                    <a:pt x="4257225" y="1422720"/>
                  </a:lnTo>
                  <a:lnTo>
                    <a:pt x="4258040" y="1350681"/>
                  </a:lnTo>
                  <a:lnTo>
                    <a:pt x="4258855" y="1289733"/>
                  </a:lnTo>
                  <a:lnTo>
                    <a:pt x="4259670" y="1237077"/>
                  </a:lnTo>
                  <a:lnTo>
                    <a:pt x="4260484" y="1214188"/>
                  </a:lnTo>
                  <a:lnTo>
                    <a:pt x="4261299" y="1200656"/>
                  </a:lnTo>
                  <a:lnTo>
                    <a:pt x="4262114" y="1152407"/>
                  </a:lnTo>
                  <a:lnTo>
                    <a:pt x="4262929" y="1186014"/>
                  </a:lnTo>
                  <a:lnTo>
                    <a:pt x="4263744" y="1162823"/>
                  </a:lnTo>
                  <a:lnTo>
                    <a:pt x="4264558" y="1288901"/>
                  </a:lnTo>
                  <a:lnTo>
                    <a:pt x="4265373" y="1293494"/>
                  </a:lnTo>
                  <a:lnTo>
                    <a:pt x="4266188" y="1381604"/>
                  </a:lnTo>
                  <a:lnTo>
                    <a:pt x="4267003" y="1306731"/>
                  </a:lnTo>
                  <a:lnTo>
                    <a:pt x="4267817" y="1255730"/>
                  </a:lnTo>
                  <a:lnTo>
                    <a:pt x="4268632" y="1247144"/>
                  </a:lnTo>
                  <a:lnTo>
                    <a:pt x="4269447" y="1305231"/>
                  </a:lnTo>
                  <a:lnTo>
                    <a:pt x="4270262" y="1331416"/>
                  </a:lnTo>
                  <a:lnTo>
                    <a:pt x="4271077" y="1387255"/>
                  </a:lnTo>
                  <a:lnTo>
                    <a:pt x="4271891" y="1294517"/>
                  </a:lnTo>
                  <a:lnTo>
                    <a:pt x="4272706" y="1205159"/>
                  </a:lnTo>
                  <a:lnTo>
                    <a:pt x="4273521" y="1162879"/>
                  </a:lnTo>
                  <a:lnTo>
                    <a:pt x="4274336" y="1175115"/>
                  </a:lnTo>
                  <a:lnTo>
                    <a:pt x="4275150" y="1184125"/>
                  </a:lnTo>
                  <a:lnTo>
                    <a:pt x="4275965" y="1214652"/>
                  </a:lnTo>
                  <a:lnTo>
                    <a:pt x="4276780" y="1272936"/>
                  </a:lnTo>
                  <a:lnTo>
                    <a:pt x="4277595" y="1279210"/>
                  </a:lnTo>
                  <a:lnTo>
                    <a:pt x="4278410" y="1409578"/>
                  </a:lnTo>
                  <a:lnTo>
                    <a:pt x="4279224" y="1408910"/>
                  </a:lnTo>
                  <a:lnTo>
                    <a:pt x="4280039" y="1367845"/>
                  </a:lnTo>
                  <a:lnTo>
                    <a:pt x="4280854" y="1281866"/>
                  </a:lnTo>
                  <a:lnTo>
                    <a:pt x="4281669" y="1273368"/>
                  </a:lnTo>
                  <a:lnTo>
                    <a:pt x="4282483" y="1348553"/>
                  </a:lnTo>
                  <a:lnTo>
                    <a:pt x="4283298" y="1407999"/>
                  </a:lnTo>
                  <a:lnTo>
                    <a:pt x="4284113" y="1280893"/>
                  </a:lnTo>
                  <a:lnTo>
                    <a:pt x="4284928" y="1374094"/>
                  </a:lnTo>
                  <a:lnTo>
                    <a:pt x="4285743" y="1385192"/>
                  </a:lnTo>
                  <a:lnTo>
                    <a:pt x="4286557" y="1552071"/>
                  </a:lnTo>
                  <a:lnTo>
                    <a:pt x="4287372" y="1608029"/>
                  </a:lnTo>
                  <a:lnTo>
                    <a:pt x="4288187" y="1465429"/>
                  </a:lnTo>
                  <a:lnTo>
                    <a:pt x="4289002" y="1464714"/>
                  </a:lnTo>
                  <a:lnTo>
                    <a:pt x="4289816" y="1534851"/>
                  </a:lnTo>
                  <a:lnTo>
                    <a:pt x="4290631" y="1578478"/>
                  </a:lnTo>
                  <a:lnTo>
                    <a:pt x="4291446" y="1569873"/>
                  </a:lnTo>
                  <a:lnTo>
                    <a:pt x="4292261" y="1578384"/>
                  </a:lnTo>
                  <a:lnTo>
                    <a:pt x="4293076" y="1551973"/>
                  </a:lnTo>
                  <a:lnTo>
                    <a:pt x="4293890" y="1535486"/>
                  </a:lnTo>
                  <a:lnTo>
                    <a:pt x="4294705" y="1542055"/>
                  </a:lnTo>
                  <a:lnTo>
                    <a:pt x="4295520" y="1467461"/>
                  </a:lnTo>
                  <a:lnTo>
                    <a:pt x="4296335" y="1393493"/>
                  </a:lnTo>
                  <a:lnTo>
                    <a:pt x="4297149" y="1341200"/>
                  </a:lnTo>
                  <a:lnTo>
                    <a:pt x="4297964" y="1440998"/>
                  </a:lnTo>
                  <a:lnTo>
                    <a:pt x="4298779" y="1454010"/>
                  </a:lnTo>
                  <a:lnTo>
                    <a:pt x="4299594" y="1390219"/>
                  </a:lnTo>
                  <a:lnTo>
                    <a:pt x="4300409" y="1276817"/>
                  </a:lnTo>
                  <a:lnTo>
                    <a:pt x="4301223" y="1189488"/>
                  </a:lnTo>
                  <a:lnTo>
                    <a:pt x="4302038" y="1186356"/>
                  </a:lnTo>
                  <a:lnTo>
                    <a:pt x="4302853" y="1193891"/>
                  </a:lnTo>
                  <a:lnTo>
                    <a:pt x="4303668" y="1173619"/>
                  </a:lnTo>
                  <a:lnTo>
                    <a:pt x="4304483" y="1301342"/>
                  </a:lnTo>
                  <a:lnTo>
                    <a:pt x="4305297" y="1325144"/>
                  </a:lnTo>
                  <a:lnTo>
                    <a:pt x="4306112" y="1317514"/>
                  </a:lnTo>
                  <a:lnTo>
                    <a:pt x="4306927" y="1296382"/>
                  </a:lnTo>
                  <a:lnTo>
                    <a:pt x="4307742" y="1283143"/>
                  </a:lnTo>
                  <a:lnTo>
                    <a:pt x="4308556" y="1251291"/>
                  </a:lnTo>
                  <a:lnTo>
                    <a:pt x="4309371" y="1200138"/>
                  </a:lnTo>
                  <a:lnTo>
                    <a:pt x="4310186" y="1185818"/>
                  </a:lnTo>
                  <a:lnTo>
                    <a:pt x="4311001" y="1208782"/>
                  </a:lnTo>
                  <a:lnTo>
                    <a:pt x="4311816" y="1228868"/>
                  </a:lnTo>
                  <a:lnTo>
                    <a:pt x="4312630" y="1207304"/>
                  </a:lnTo>
                  <a:lnTo>
                    <a:pt x="4313445" y="1295232"/>
                  </a:lnTo>
                  <a:lnTo>
                    <a:pt x="4314260" y="1284139"/>
                  </a:lnTo>
                  <a:lnTo>
                    <a:pt x="4315075" y="1347144"/>
                  </a:lnTo>
                  <a:lnTo>
                    <a:pt x="4315889" y="1430969"/>
                  </a:lnTo>
                  <a:lnTo>
                    <a:pt x="4316704" y="1345952"/>
                  </a:lnTo>
                  <a:lnTo>
                    <a:pt x="4317519" y="1326026"/>
                  </a:lnTo>
                  <a:lnTo>
                    <a:pt x="4318334" y="1343522"/>
                  </a:lnTo>
                  <a:lnTo>
                    <a:pt x="4319149" y="1458643"/>
                  </a:lnTo>
                  <a:lnTo>
                    <a:pt x="4319963" y="1517738"/>
                  </a:lnTo>
                  <a:lnTo>
                    <a:pt x="4320778" y="1403771"/>
                  </a:lnTo>
                  <a:lnTo>
                    <a:pt x="4321593" y="1360857"/>
                  </a:lnTo>
                  <a:lnTo>
                    <a:pt x="4322408" y="1448502"/>
                  </a:lnTo>
                  <a:lnTo>
                    <a:pt x="4323222" y="1494201"/>
                  </a:lnTo>
                  <a:lnTo>
                    <a:pt x="4324037" y="1495849"/>
                  </a:lnTo>
                  <a:lnTo>
                    <a:pt x="4324852" y="1426943"/>
                  </a:lnTo>
                  <a:lnTo>
                    <a:pt x="4325667" y="1396365"/>
                  </a:lnTo>
                  <a:lnTo>
                    <a:pt x="4326482" y="1427587"/>
                  </a:lnTo>
                  <a:lnTo>
                    <a:pt x="4327296" y="1559976"/>
                  </a:lnTo>
                  <a:lnTo>
                    <a:pt x="4328111" y="1563526"/>
                  </a:lnTo>
                  <a:lnTo>
                    <a:pt x="4328926" y="1562514"/>
                  </a:lnTo>
                  <a:lnTo>
                    <a:pt x="4329741" y="1561028"/>
                  </a:lnTo>
                  <a:lnTo>
                    <a:pt x="4330555" y="1568681"/>
                  </a:lnTo>
                  <a:lnTo>
                    <a:pt x="4331370" y="1531378"/>
                  </a:lnTo>
                  <a:lnTo>
                    <a:pt x="4332185" y="1503446"/>
                  </a:lnTo>
                  <a:lnTo>
                    <a:pt x="4333000" y="1367690"/>
                  </a:lnTo>
                  <a:lnTo>
                    <a:pt x="4333815" y="1345034"/>
                  </a:lnTo>
                  <a:lnTo>
                    <a:pt x="4334629" y="1370900"/>
                  </a:lnTo>
                  <a:lnTo>
                    <a:pt x="4335444" y="1338926"/>
                  </a:lnTo>
                  <a:lnTo>
                    <a:pt x="4336259" y="1272416"/>
                  </a:lnTo>
                  <a:lnTo>
                    <a:pt x="4337074" y="1189826"/>
                  </a:lnTo>
                  <a:lnTo>
                    <a:pt x="4337888" y="1242790"/>
                  </a:lnTo>
                  <a:lnTo>
                    <a:pt x="4338703" y="1232638"/>
                  </a:lnTo>
                  <a:lnTo>
                    <a:pt x="4339518" y="1298036"/>
                  </a:lnTo>
                  <a:lnTo>
                    <a:pt x="4340333" y="1364007"/>
                  </a:lnTo>
                  <a:lnTo>
                    <a:pt x="4341148" y="1285344"/>
                  </a:lnTo>
                  <a:lnTo>
                    <a:pt x="4341962" y="1249957"/>
                  </a:lnTo>
                  <a:lnTo>
                    <a:pt x="4342777" y="1250957"/>
                  </a:lnTo>
                  <a:lnTo>
                    <a:pt x="4343592" y="1249656"/>
                  </a:lnTo>
                  <a:lnTo>
                    <a:pt x="4344407" y="1238488"/>
                  </a:lnTo>
                  <a:lnTo>
                    <a:pt x="4345222" y="1244959"/>
                  </a:lnTo>
                  <a:lnTo>
                    <a:pt x="4346036" y="1289132"/>
                  </a:lnTo>
                  <a:lnTo>
                    <a:pt x="4346851" y="1358034"/>
                  </a:lnTo>
                  <a:lnTo>
                    <a:pt x="4347666" y="1492188"/>
                  </a:lnTo>
                  <a:lnTo>
                    <a:pt x="4348481" y="1503736"/>
                  </a:lnTo>
                  <a:lnTo>
                    <a:pt x="4349295" y="1491572"/>
                  </a:lnTo>
                  <a:lnTo>
                    <a:pt x="4350110" y="1475783"/>
                  </a:lnTo>
                  <a:lnTo>
                    <a:pt x="4350925" y="1426309"/>
                  </a:lnTo>
                  <a:lnTo>
                    <a:pt x="4351740" y="1407592"/>
                  </a:lnTo>
                  <a:lnTo>
                    <a:pt x="4352555" y="1337953"/>
                  </a:lnTo>
                  <a:lnTo>
                    <a:pt x="4353369" y="1303464"/>
                  </a:lnTo>
                  <a:lnTo>
                    <a:pt x="4354184" y="1326705"/>
                  </a:lnTo>
                  <a:lnTo>
                    <a:pt x="4354999" y="1396454"/>
                  </a:lnTo>
                  <a:lnTo>
                    <a:pt x="4355814" y="1404046"/>
                  </a:lnTo>
                  <a:lnTo>
                    <a:pt x="4356628" y="1386508"/>
                  </a:lnTo>
                  <a:lnTo>
                    <a:pt x="4357443" y="1299986"/>
                  </a:lnTo>
                  <a:lnTo>
                    <a:pt x="4358258" y="1278359"/>
                  </a:lnTo>
                  <a:lnTo>
                    <a:pt x="4359073" y="1224636"/>
                  </a:lnTo>
                  <a:lnTo>
                    <a:pt x="4359888" y="1252768"/>
                  </a:lnTo>
                  <a:lnTo>
                    <a:pt x="4360702" y="1326090"/>
                  </a:lnTo>
                  <a:lnTo>
                    <a:pt x="4361517" y="1361837"/>
                  </a:lnTo>
                  <a:lnTo>
                    <a:pt x="4362332" y="1426307"/>
                  </a:lnTo>
                  <a:lnTo>
                    <a:pt x="4363147" y="1471180"/>
                  </a:lnTo>
                  <a:lnTo>
                    <a:pt x="4363961" y="1419616"/>
                  </a:lnTo>
                  <a:lnTo>
                    <a:pt x="4364776" y="1439961"/>
                  </a:lnTo>
                  <a:lnTo>
                    <a:pt x="4365591" y="1384333"/>
                  </a:lnTo>
                  <a:lnTo>
                    <a:pt x="4366406" y="1350066"/>
                  </a:lnTo>
                  <a:lnTo>
                    <a:pt x="4367221" y="1302463"/>
                  </a:lnTo>
                  <a:lnTo>
                    <a:pt x="4368035" y="1339770"/>
                  </a:lnTo>
                  <a:lnTo>
                    <a:pt x="4368850" y="1319982"/>
                  </a:lnTo>
                  <a:lnTo>
                    <a:pt x="4369665" y="1309085"/>
                  </a:lnTo>
                  <a:lnTo>
                    <a:pt x="4370480" y="1112164"/>
                  </a:lnTo>
                  <a:lnTo>
                    <a:pt x="4371294" y="1111061"/>
                  </a:lnTo>
                  <a:lnTo>
                    <a:pt x="4372109" y="1158888"/>
                  </a:lnTo>
                  <a:lnTo>
                    <a:pt x="4372924" y="1137175"/>
                  </a:lnTo>
                  <a:lnTo>
                    <a:pt x="4373739" y="1187202"/>
                  </a:lnTo>
                  <a:lnTo>
                    <a:pt x="4374554" y="1190275"/>
                  </a:lnTo>
                  <a:lnTo>
                    <a:pt x="4375368" y="1145651"/>
                  </a:lnTo>
                  <a:lnTo>
                    <a:pt x="4376183" y="1239217"/>
                  </a:lnTo>
                  <a:lnTo>
                    <a:pt x="4376998" y="1190913"/>
                  </a:lnTo>
                  <a:lnTo>
                    <a:pt x="4377813" y="1215789"/>
                  </a:lnTo>
                  <a:lnTo>
                    <a:pt x="4378627" y="1235874"/>
                  </a:lnTo>
                  <a:lnTo>
                    <a:pt x="4379442" y="1343483"/>
                  </a:lnTo>
                  <a:lnTo>
                    <a:pt x="4380257" y="1362474"/>
                  </a:lnTo>
                  <a:lnTo>
                    <a:pt x="4381072" y="1305857"/>
                  </a:lnTo>
                  <a:lnTo>
                    <a:pt x="4381887" y="1336403"/>
                  </a:lnTo>
                  <a:lnTo>
                    <a:pt x="4382701" y="1411533"/>
                  </a:lnTo>
                  <a:lnTo>
                    <a:pt x="4383516" y="1479490"/>
                  </a:lnTo>
                  <a:lnTo>
                    <a:pt x="4384331" y="1517851"/>
                  </a:lnTo>
                  <a:lnTo>
                    <a:pt x="4385146" y="1505465"/>
                  </a:lnTo>
                  <a:lnTo>
                    <a:pt x="4385961" y="1494740"/>
                  </a:lnTo>
                  <a:lnTo>
                    <a:pt x="4386775" y="1510230"/>
                  </a:lnTo>
                  <a:lnTo>
                    <a:pt x="4387590" y="1469186"/>
                  </a:lnTo>
                  <a:lnTo>
                    <a:pt x="4388405" y="1432671"/>
                  </a:lnTo>
                  <a:lnTo>
                    <a:pt x="4389220" y="1535536"/>
                  </a:lnTo>
                  <a:lnTo>
                    <a:pt x="4390034" y="1552154"/>
                  </a:lnTo>
                  <a:lnTo>
                    <a:pt x="4390849" y="1567211"/>
                  </a:lnTo>
                  <a:lnTo>
                    <a:pt x="4391664" y="1574730"/>
                  </a:lnTo>
                  <a:lnTo>
                    <a:pt x="4392479" y="1549851"/>
                  </a:lnTo>
                  <a:lnTo>
                    <a:pt x="4393294" y="1540681"/>
                  </a:lnTo>
                  <a:lnTo>
                    <a:pt x="4394108" y="1509828"/>
                  </a:lnTo>
                  <a:lnTo>
                    <a:pt x="4394923" y="1497411"/>
                  </a:lnTo>
                  <a:lnTo>
                    <a:pt x="4395738" y="1529569"/>
                  </a:lnTo>
                  <a:lnTo>
                    <a:pt x="4396553" y="1499698"/>
                  </a:lnTo>
                  <a:lnTo>
                    <a:pt x="4397367" y="1497050"/>
                  </a:lnTo>
                  <a:lnTo>
                    <a:pt x="4398182" y="1484953"/>
                  </a:lnTo>
                  <a:lnTo>
                    <a:pt x="4398997" y="1532472"/>
                  </a:lnTo>
                  <a:lnTo>
                    <a:pt x="4399812" y="1591012"/>
                  </a:lnTo>
                  <a:lnTo>
                    <a:pt x="4400627" y="1561305"/>
                  </a:lnTo>
                  <a:lnTo>
                    <a:pt x="4401441" y="1556086"/>
                  </a:lnTo>
                  <a:lnTo>
                    <a:pt x="4402256" y="1579485"/>
                  </a:lnTo>
                  <a:lnTo>
                    <a:pt x="4403071" y="1617623"/>
                  </a:lnTo>
                  <a:lnTo>
                    <a:pt x="4403886" y="1614585"/>
                  </a:lnTo>
                  <a:lnTo>
                    <a:pt x="4404700" y="1603066"/>
                  </a:lnTo>
                  <a:lnTo>
                    <a:pt x="4405515" y="1600108"/>
                  </a:lnTo>
                  <a:lnTo>
                    <a:pt x="4406330" y="1593378"/>
                  </a:lnTo>
                  <a:lnTo>
                    <a:pt x="4407145" y="1539781"/>
                  </a:lnTo>
                  <a:lnTo>
                    <a:pt x="4407960" y="1471961"/>
                  </a:lnTo>
                  <a:lnTo>
                    <a:pt x="4408774" y="1525128"/>
                  </a:lnTo>
                  <a:lnTo>
                    <a:pt x="4409589" y="1552461"/>
                  </a:lnTo>
                  <a:lnTo>
                    <a:pt x="4410404" y="1580500"/>
                  </a:lnTo>
                  <a:lnTo>
                    <a:pt x="4411219" y="1573159"/>
                  </a:lnTo>
                  <a:lnTo>
                    <a:pt x="4412033" y="1581103"/>
                  </a:lnTo>
                  <a:lnTo>
                    <a:pt x="4412848" y="1591591"/>
                  </a:lnTo>
                  <a:lnTo>
                    <a:pt x="4413663" y="1631875"/>
                  </a:lnTo>
                  <a:lnTo>
                    <a:pt x="4414478" y="1651031"/>
                  </a:lnTo>
                  <a:lnTo>
                    <a:pt x="4415293" y="1604457"/>
                  </a:lnTo>
                  <a:lnTo>
                    <a:pt x="4416107" y="1597266"/>
                  </a:lnTo>
                  <a:lnTo>
                    <a:pt x="4416922" y="1643071"/>
                  </a:lnTo>
                  <a:lnTo>
                    <a:pt x="4417737" y="1657760"/>
                  </a:lnTo>
                  <a:lnTo>
                    <a:pt x="4418552" y="1619464"/>
                  </a:lnTo>
                  <a:lnTo>
                    <a:pt x="4419366" y="1534825"/>
                  </a:lnTo>
                  <a:lnTo>
                    <a:pt x="4420181" y="1629678"/>
                  </a:lnTo>
                  <a:lnTo>
                    <a:pt x="4420996" y="1658981"/>
                  </a:lnTo>
                  <a:lnTo>
                    <a:pt x="4421811" y="1662936"/>
                  </a:lnTo>
                  <a:lnTo>
                    <a:pt x="4422626" y="1629545"/>
                  </a:lnTo>
                  <a:lnTo>
                    <a:pt x="4423440" y="1682088"/>
                  </a:lnTo>
                  <a:lnTo>
                    <a:pt x="4424255" y="1666828"/>
                  </a:lnTo>
                  <a:lnTo>
                    <a:pt x="4425070" y="1681074"/>
                  </a:lnTo>
                  <a:lnTo>
                    <a:pt x="4425885" y="1679065"/>
                  </a:lnTo>
                  <a:lnTo>
                    <a:pt x="4426700" y="1674416"/>
                  </a:lnTo>
                  <a:lnTo>
                    <a:pt x="4427514" y="1650737"/>
                  </a:lnTo>
                  <a:lnTo>
                    <a:pt x="4428329" y="1625181"/>
                  </a:lnTo>
                  <a:lnTo>
                    <a:pt x="4429144" y="1604591"/>
                  </a:lnTo>
                  <a:lnTo>
                    <a:pt x="4429959" y="1562945"/>
                  </a:lnTo>
                  <a:lnTo>
                    <a:pt x="4430773" y="1572047"/>
                  </a:lnTo>
                  <a:lnTo>
                    <a:pt x="4431588" y="1589564"/>
                  </a:lnTo>
                  <a:lnTo>
                    <a:pt x="4432403" y="1578889"/>
                  </a:lnTo>
                  <a:lnTo>
                    <a:pt x="4433218" y="1582626"/>
                  </a:lnTo>
                  <a:lnTo>
                    <a:pt x="4434033" y="1547518"/>
                  </a:lnTo>
                  <a:lnTo>
                    <a:pt x="4434847" y="1427780"/>
                  </a:lnTo>
                  <a:lnTo>
                    <a:pt x="4435662" y="1381836"/>
                  </a:lnTo>
                  <a:lnTo>
                    <a:pt x="4436477" y="1470271"/>
                  </a:lnTo>
                  <a:lnTo>
                    <a:pt x="4437292" y="1470882"/>
                  </a:lnTo>
                  <a:lnTo>
                    <a:pt x="4438106" y="1448012"/>
                  </a:lnTo>
                  <a:lnTo>
                    <a:pt x="4438921" y="1479335"/>
                  </a:lnTo>
                  <a:lnTo>
                    <a:pt x="4439736" y="1484986"/>
                  </a:lnTo>
                  <a:lnTo>
                    <a:pt x="4440551" y="1498897"/>
                  </a:lnTo>
                  <a:lnTo>
                    <a:pt x="4441366" y="1484022"/>
                  </a:lnTo>
                  <a:lnTo>
                    <a:pt x="4442180" y="1506551"/>
                  </a:lnTo>
                  <a:lnTo>
                    <a:pt x="4442995" y="1529533"/>
                  </a:lnTo>
                  <a:lnTo>
                    <a:pt x="4443810" y="1533758"/>
                  </a:lnTo>
                  <a:lnTo>
                    <a:pt x="4444625" y="1568809"/>
                  </a:lnTo>
                  <a:lnTo>
                    <a:pt x="4445439" y="1565713"/>
                  </a:lnTo>
                  <a:lnTo>
                    <a:pt x="4446254" y="1557911"/>
                  </a:lnTo>
                  <a:lnTo>
                    <a:pt x="4447069" y="1565054"/>
                  </a:lnTo>
                  <a:lnTo>
                    <a:pt x="4447884" y="1508024"/>
                  </a:lnTo>
                  <a:lnTo>
                    <a:pt x="4448699" y="1482730"/>
                  </a:lnTo>
                  <a:lnTo>
                    <a:pt x="4449513" y="1462901"/>
                  </a:lnTo>
                  <a:lnTo>
                    <a:pt x="4450328" y="1442286"/>
                  </a:lnTo>
                  <a:lnTo>
                    <a:pt x="4451143" y="1392673"/>
                  </a:lnTo>
                  <a:lnTo>
                    <a:pt x="4451958" y="1440320"/>
                  </a:lnTo>
                  <a:lnTo>
                    <a:pt x="4452772" y="1517330"/>
                  </a:lnTo>
                  <a:lnTo>
                    <a:pt x="4453587" y="1514128"/>
                  </a:lnTo>
                  <a:lnTo>
                    <a:pt x="4454402" y="1534249"/>
                  </a:lnTo>
                  <a:lnTo>
                    <a:pt x="4455217" y="1509486"/>
                  </a:lnTo>
                  <a:lnTo>
                    <a:pt x="4456032" y="1504482"/>
                  </a:lnTo>
                  <a:lnTo>
                    <a:pt x="4456846" y="1456386"/>
                  </a:lnTo>
                  <a:lnTo>
                    <a:pt x="4457661" y="1428993"/>
                  </a:lnTo>
                  <a:lnTo>
                    <a:pt x="4458476" y="1481346"/>
                  </a:lnTo>
                  <a:lnTo>
                    <a:pt x="4459291" y="1554263"/>
                  </a:lnTo>
                  <a:lnTo>
                    <a:pt x="4460105" y="1643771"/>
                  </a:lnTo>
                  <a:lnTo>
                    <a:pt x="4460920" y="1617773"/>
                  </a:lnTo>
                  <a:lnTo>
                    <a:pt x="4461735" y="1609232"/>
                  </a:lnTo>
                  <a:lnTo>
                    <a:pt x="4462550" y="1645676"/>
                  </a:lnTo>
                  <a:lnTo>
                    <a:pt x="4463365" y="1586757"/>
                  </a:lnTo>
                  <a:lnTo>
                    <a:pt x="4464179" y="1616798"/>
                  </a:lnTo>
                  <a:lnTo>
                    <a:pt x="4464994" y="1566719"/>
                  </a:lnTo>
                  <a:lnTo>
                    <a:pt x="4465809" y="1472231"/>
                  </a:lnTo>
                  <a:lnTo>
                    <a:pt x="4466624" y="1455563"/>
                  </a:lnTo>
                  <a:lnTo>
                    <a:pt x="4467439" y="1380104"/>
                  </a:lnTo>
                  <a:lnTo>
                    <a:pt x="4468253" y="1509115"/>
                  </a:lnTo>
                  <a:lnTo>
                    <a:pt x="4469068" y="1495556"/>
                  </a:lnTo>
                  <a:lnTo>
                    <a:pt x="4469883" y="1537862"/>
                  </a:lnTo>
                  <a:lnTo>
                    <a:pt x="4470698" y="1593009"/>
                  </a:lnTo>
                  <a:lnTo>
                    <a:pt x="4471512" y="1604496"/>
                  </a:lnTo>
                  <a:lnTo>
                    <a:pt x="4472327" y="1681398"/>
                  </a:lnTo>
                  <a:lnTo>
                    <a:pt x="4473142" y="1677069"/>
                  </a:lnTo>
                  <a:lnTo>
                    <a:pt x="4473957" y="1653835"/>
                  </a:lnTo>
                  <a:lnTo>
                    <a:pt x="4474772" y="1607725"/>
                  </a:lnTo>
                  <a:lnTo>
                    <a:pt x="4475586" y="1596966"/>
                  </a:lnTo>
                  <a:lnTo>
                    <a:pt x="4476401" y="1609188"/>
                  </a:lnTo>
                  <a:lnTo>
                    <a:pt x="4477216" y="1494805"/>
                  </a:lnTo>
                  <a:lnTo>
                    <a:pt x="4478031" y="1430168"/>
                  </a:lnTo>
                  <a:lnTo>
                    <a:pt x="4478845" y="1432626"/>
                  </a:lnTo>
                  <a:lnTo>
                    <a:pt x="4479660" y="1541696"/>
                  </a:lnTo>
                  <a:lnTo>
                    <a:pt x="4480475" y="1539967"/>
                  </a:lnTo>
                  <a:lnTo>
                    <a:pt x="4481290" y="1538596"/>
                  </a:lnTo>
                  <a:lnTo>
                    <a:pt x="4482105" y="1505585"/>
                  </a:lnTo>
                  <a:lnTo>
                    <a:pt x="4482919" y="1447481"/>
                  </a:lnTo>
                  <a:lnTo>
                    <a:pt x="4483734" y="1404227"/>
                  </a:lnTo>
                  <a:lnTo>
                    <a:pt x="4484549" y="1415047"/>
                  </a:lnTo>
                  <a:lnTo>
                    <a:pt x="4485364" y="1452376"/>
                  </a:lnTo>
                  <a:lnTo>
                    <a:pt x="4486178" y="1466869"/>
                  </a:lnTo>
                  <a:lnTo>
                    <a:pt x="4486993" y="1558658"/>
                  </a:lnTo>
                  <a:lnTo>
                    <a:pt x="4487808" y="1490994"/>
                  </a:lnTo>
                  <a:lnTo>
                    <a:pt x="4488623" y="1538799"/>
                  </a:lnTo>
                  <a:lnTo>
                    <a:pt x="4489438" y="1516422"/>
                  </a:lnTo>
                  <a:lnTo>
                    <a:pt x="4490252" y="1584269"/>
                  </a:lnTo>
                  <a:lnTo>
                    <a:pt x="4491067" y="1609314"/>
                  </a:lnTo>
                  <a:lnTo>
                    <a:pt x="4491882" y="1635492"/>
                  </a:lnTo>
                  <a:lnTo>
                    <a:pt x="4492697" y="1669759"/>
                  </a:lnTo>
                  <a:lnTo>
                    <a:pt x="4493511" y="1676977"/>
                  </a:lnTo>
                  <a:lnTo>
                    <a:pt x="4494326" y="1682851"/>
                  </a:lnTo>
                  <a:lnTo>
                    <a:pt x="4495141" y="1686471"/>
                  </a:lnTo>
                  <a:lnTo>
                    <a:pt x="4495956" y="1671492"/>
                  </a:lnTo>
                  <a:lnTo>
                    <a:pt x="4496771" y="1702819"/>
                  </a:lnTo>
                  <a:lnTo>
                    <a:pt x="4497585" y="1702209"/>
                  </a:lnTo>
                  <a:lnTo>
                    <a:pt x="4498400" y="1729120"/>
                  </a:lnTo>
                  <a:lnTo>
                    <a:pt x="4499215" y="1697468"/>
                  </a:lnTo>
                  <a:lnTo>
                    <a:pt x="4500030" y="1710838"/>
                  </a:lnTo>
                  <a:lnTo>
                    <a:pt x="4500844" y="1686057"/>
                  </a:lnTo>
                  <a:lnTo>
                    <a:pt x="4501659" y="1673615"/>
                  </a:lnTo>
                  <a:lnTo>
                    <a:pt x="4502474" y="1688966"/>
                  </a:lnTo>
                  <a:lnTo>
                    <a:pt x="4503289" y="1705507"/>
                  </a:lnTo>
                  <a:lnTo>
                    <a:pt x="4504104" y="1730507"/>
                  </a:lnTo>
                  <a:lnTo>
                    <a:pt x="4504918" y="1755125"/>
                  </a:lnTo>
                  <a:lnTo>
                    <a:pt x="4505733" y="1747955"/>
                  </a:lnTo>
                  <a:lnTo>
                    <a:pt x="4506548" y="1753605"/>
                  </a:lnTo>
                  <a:lnTo>
                    <a:pt x="4507363" y="1756701"/>
                  </a:lnTo>
                  <a:lnTo>
                    <a:pt x="4507363" y="1756701"/>
                  </a:lnTo>
                  <a:lnTo>
                    <a:pt x="4508178" y="1756701"/>
                  </a:lnTo>
                  <a:lnTo>
                    <a:pt x="4508992" y="1756701"/>
                  </a:lnTo>
                  <a:lnTo>
                    <a:pt x="4509807" y="1756701"/>
                  </a:lnTo>
                  <a:lnTo>
                    <a:pt x="4510622" y="1756701"/>
                  </a:lnTo>
                  <a:lnTo>
                    <a:pt x="4511437" y="1756701"/>
                  </a:lnTo>
                  <a:lnTo>
                    <a:pt x="4512251" y="1752910"/>
                  </a:lnTo>
                  <a:lnTo>
                    <a:pt x="4513066" y="1731699"/>
                  </a:lnTo>
                  <a:lnTo>
                    <a:pt x="4513881" y="1698844"/>
                  </a:lnTo>
                  <a:lnTo>
                    <a:pt x="4514696" y="1698118"/>
                  </a:lnTo>
                  <a:lnTo>
                    <a:pt x="4515511" y="1665431"/>
                  </a:lnTo>
                  <a:lnTo>
                    <a:pt x="4516325" y="1644363"/>
                  </a:lnTo>
                  <a:lnTo>
                    <a:pt x="4517140" y="1614325"/>
                  </a:lnTo>
                  <a:lnTo>
                    <a:pt x="4517955" y="1574804"/>
                  </a:lnTo>
                  <a:lnTo>
                    <a:pt x="4518770" y="1509556"/>
                  </a:lnTo>
                  <a:lnTo>
                    <a:pt x="4519584" y="1461148"/>
                  </a:lnTo>
                  <a:lnTo>
                    <a:pt x="4520399" y="1542837"/>
                  </a:lnTo>
                  <a:lnTo>
                    <a:pt x="4521214" y="1568391"/>
                  </a:lnTo>
                  <a:lnTo>
                    <a:pt x="4522029" y="1646098"/>
                  </a:lnTo>
                  <a:lnTo>
                    <a:pt x="4522844" y="1623500"/>
                  </a:lnTo>
                  <a:lnTo>
                    <a:pt x="4523658" y="1494638"/>
                  </a:lnTo>
                  <a:lnTo>
                    <a:pt x="4524473" y="1608172"/>
                  </a:lnTo>
                  <a:lnTo>
                    <a:pt x="4525288" y="1626673"/>
                  </a:lnTo>
                  <a:lnTo>
                    <a:pt x="4526103" y="1704120"/>
                  </a:lnTo>
                  <a:lnTo>
                    <a:pt x="4526917" y="1669742"/>
                  </a:lnTo>
                  <a:lnTo>
                    <a:pt x="4527732" y="1655392"/>
                  </a:lnTo>
                  <a:lnTo>
                    <a:pt x="4528547" y="1687227"/>
                  </a:lnTo>
                  <a:lnTo>
                    <a:pt x="4529362" y="1629711"/>
                  </a:lnTo>
                  <a:lnTo>
                    <a:pt x="4530177" y="1657848"/>
                  </a:lnTo>
                  <a:lnTo>
                    <a:pt x="4530991" y="1662274"/>
                  </a:lnTo>
                  <a:lnTo>
                    <a:pt x="4531806" y="1613363"/>
                  </a:lnTo>
                  <a:lnTo>
                    <a:pt x="4532621" y="1559883"/>
                  </a:lnTo>
                  <a:lnTo>
                    <a:pt x="4533436" y="1615237"/>
                  </a:lnTo>
                  <a:lnTo>
                    <a:pt x="4534250" y="1651481"/>
                  </a:lnTo>
                  <a:lnTo>
                    <a:pt x="4535065" y="1645512"/>
                  </a:lnTo>
                  <a:lnTo>
                    <a:pt x="4535880" y="1612184"/>
                  </a:lnTo>
                  <a:lnTo>
                    <a:pt x="4536695" y="1565740"/>
                  </a:lnTo>
                  <a:lnTo>
                    <a:pt x="4537510" y="1564655"/>
                  </a:lnTo>
                  <a:lnTo>
                    <a:pt x="4538324" y="1578093"/>
                  </a:lnTo>
                  <a:lnTo>
                    <a:pt x="4539139" y="1512067"/>
                  </a:lnTo>
                  <a:lnTo>
                    <a:pt x="4539954" y="1489422"/>
                  </a:lnTo>
                  <a:lnTo>
                    <a:pt x="4540769" y="1511273"/>
                  </a:lnTo>
                  <a:lnTo>
                    <a:pt x="4541584" y="1599711"/>
                  </a:lnTo>
                  <a:lnTo>
                    <a:pt x="4542398" y="1616687"/>
                  </a:lnTo>
                  <a:lnTo>
                    <a:pt x="4543213" y="1559958"/>
                  </a:lnTo>
                  <a:lnTo>
                    <a:pt x="4544028" y="1469539"/>
                  </a:lnTo>
                  <a:lnTo>
                    <a:pt x="4544843" y="1382602"/>
                  </a:lnTo>
                  <a:lnTo>
                    <a:pt x="4545657" y="1369028"/>
                  </a:lnTo>
                  <a:lnTo>
                    <a:pt x="4546472" y="1363152"/>
                  </a:lnTo>
                  <a:lnTo>
                    <a:pt x="4547287" y="1333761"/>
                  </a:lnTo>
                  <a:lnTo>
                    <a:pt x="4548102" y="1421744"/>
                  </a:lnTo>
                  <a:lnTo>
                    <a:pt x="4548917" y="1389356"/>
                  </a:lnTo>
                  <a:lnTo>
                    <a:pt x="4549731" y="1492579"/>
                  </a:lnTo>
                  <a:lnTo>
                    <a:pt x="4550546" y="1538711"/>
                  </a:lnTo>
                  <a:lnTo>
                    <a:pt x="4551361" y="1544692"/>
                  </a:lnTo>
                  <a:lnTo>
                    <a:pt x="4552176" y="1538679"/>
                  </a:lnTo>
                  <a:lnTo>
                    <a:pt x="4552990" y="1522390"/>
                  </a:lnTo>
                  <a:lnTo>
                    <a:pt x="4553805" y="1492465"/>
                  </a:lnTo>
                  <a:lnTo>
                    <a:pt x="4554620" y="1530914"/>
                  </a:lnTo>
                  <a:lnTo>
                    <a:pt x="4555435" y="1521535"/>
                  </a:lnTo>
                  <a:lnTo>
                    <a:pt x="4556250" y="1549391"/>
                  </a:lnTo>
                  <a:lnTo>
                    <a:pt x="4557064" y="1569167"/>
                  </a:lnTo>
                  <a:lnTo>
                    <a:pt x="4557879" y="1570257"/>
                  </a:lnTo>
                  <a:lnTo>
                    <a:pt x="4558694" y="1545556"/>
                  </a:lnTo>
                  <a:lnTo>
                    <a:pt x="4559509" y="1531117"/>
                  </a:lnTo>
                  <a:lnTo>
                    <a:pt x="4560323" y="1424727"/>
                  </a:lnTo>
                  <a:lnTo>
                    <a:pt x="4561138" y="1414995"/>
                  </a:lnTo>
                  <a:lnTo>
                    <a:pt x="4561953" y="1371321"/>
                  </a:lnTo>
                  <a:lnTo>
                    <a:pt x="4562768" y="1385210"/>
                  </a:lnTo>
                  <a:lnTo>
                    <a:pt x="4563583" y="1491349"/>
                  </a:lnTo>
                  <a:lnTo>
                    <a:pt x="4564397" y="1458818"/>
                  </a:lnTo>
                  <a:lnTo>
                    <a:pt x="4565212" y="1365806"/>
                  </a:lnTo>
                  <a:lnTo>
                    <a:pt x="4566027" y="1369294"/>
                  </a:lnTo>
                  <a:lnTo>
                    <a:pt x="4566842" y="1426214"/>
                  </a:lnTo>
                  <a:lnTo>
                    <a:pt x="4567656" y="1463029"/>
                  </a:lnTo>
                  <a:lnTo>
                    <a:pt x="4568471" y="1507286"/>
                  </a:lnTo>
                  <a:lnTo>
                    <a:pt x="4569286" y="1512700"/>
                  </a:lnTo>
                  <a:lnTo>
                    <a:pt x="4570101" y="1502666"/>
                  </a:lnTo>
                  <a:lnTo>
                    <a:pt x="4570916" y="1439237"/>
                  </a:lnTo>
                  <a:lnTo>
                    <a:pt x="4571730" y="1414857"/>
                  </a:lnTo>
                  <a:lnTo>
                    <a:pt x="4572545" y="1426942"/>
                  </a:lnTo>
                  <a:lnTo>
                    <a:pt x="4573360" y="1391186"/>
                  </a:lnTo>
                  <a:lnTo>
                    <a:pt x="4574175" y="1411106"/>
                  </a:lnTo>
                  <a:lnTo>
                    <a:pt x="4574989" y="1524967"/>
                  </a:lnTo>
                  <a:lnTo>
                    <a:pt x="4575804" y="1535165"/>
                  </a:lnTo>
                  <a:lnTo>
                    <a:pt x="4576619" y="1489091"/>
                  </a:lnTo>
                  <a:lnTo>
                    <a:pt x="4577434" y="1462912"/>
                  </a:lnTo>
                  <a:lnTo>
                    <a:pt x="4578249" y="1463866"/>
                  </a:lnTo>
                  <a:lnTo>
                    <a:pt x="4579063" y="1529903"/>
                  </a:lnTo>
                  <a:lnTo>
                    <a:pt x="4579878" y="1525983"/>
                  </a:lnTo>
                  <a:lnTo>
                    <a:pt x="4580693" y="1572140"/>
                  </a:lnTo>
                  <a:lnTo>
                    <a:pt x="4581508" y="1627572"/>
                  </a:lnTo>
                  <a:lnTo>
                    <a:pt x="4582323" y="1639423"/>
                  </a:lnTo>
                  <a:lnTo>
                    <a:pt x="4583137" y="1625380"/>
                  </a:lnTo>
                  <a:lnTo>
                    <a:pt x="4583952" y="1640302"/>
                  </a:lnTo>
                  <a:lnTo>
                    <a:pt x="4584767" y="1629587"/>
                  </a:lnTo>
                  <a:lnTo>
                    <a:pt x="4585582" y="1623213"/>
                  </a:lnTo>
                  <a:lnTo>
                    <a:pt x="4586396" y="1653142"/>
                  </a:lnTo>
                  <a:lnTo>
                    <a:pt x="4587211" y="1656395"/>
                  </a:lnTo>
                  <a:lnTo>
                    <a:pt x="4588026" y="1662581"/>
                  </a:lnTo>
                  <a:lnTo>
                    <a:pt x="4588841" y="1674093"/>
                  </a:lnTo>
                  <a:lnTo>
                    <a:pt x="4589656" y="1697698"/>
                  </a:lnTo>
                  <a:lnTo>
                    <a:pt x="4590470" y="1709666"/>
                  </a:lnTo>
                  <a:lnTo>
                    <a:pt x="4591285" y="1725184"/>
                  </a:lnTo>
                  <a:lnTo>
                    <a:pt x="4592100" y="1728354"/>
                  </a:lnTo>
                  <a:lnTo>
                    <a:pt x="4592915" y="1727684"/>
                  </a:lnTo>
                  <a:lnTo>
                    <a:pt x="4593729" y="1711428"/>
                  </a:lnTo>
                  <a:lnTo>
                    <a:pt x="4594544" y="1712182"/>
                  </a:lnTo>
                  <a:lnTo>
                    <a:pt x="4595359" y="1701856"/>
                  </a:lnTo>
                  <a:lnTo>
                    <a:pt x="4596174" y="1702104"/>
                  </a:lnTo>
                  <a:lnTo>
                    <a:pt x="4596989" y="1688177"/>
                  </a:lnTo>
                  <a:lnTo>
                    <a:pt x="4597803" y="1673665"/>
                  </a:lnTo>
                  <a:lnTo>
                    <a:pt x="4598618" y="1657742"/>
                  </a:lnTo>
                  <a:lnTo>
                    <a:pt x="4599433" y="1640414"/>
                  </a:lnTo>
                  <a:lnTo>
                    <a:pt x="4600248" y="1663004"/>
                  </a:lnTo>
                  <a:lnTo>
                    <a:pt x="4601062" y="1683919"/>
                  </a:lnTo>
                  <a:lnTo>
                    <a:pt x="4601877" y="1687294"/>
                  </a:lnTo>
                  <a:lnTo>
                    <a:pt x="4602692" y="1664767"/>
                  </a:lnTo>
                  <a:lnTo>
                    <a:pt x="4603507" y="1624593"/>
                  </a:lnTo>
                  <a:lnTo>
                    <a:pt x="4604322" y="1583357"/>
                  </a:lnTo>
                  <a:lnTo>
                    <a:pt x="4605136" y="1528151"/>
                  </a:lnTo>
                  <a:lnTo>
                    <a:pt x="4605951" y="1450027"/>
                  </a:lnTo>
                  <a:lnTo>
                    <a:pt x="4606766" y="1414855"/>
                  </a:lnTo>
                  <a:lnTo>
                    <a:pt x="4607581" y="1343103"/>
                  </a:lnTo>
                  <a:lnTo>
                    <a:pt x="4608395" y="1348771"/>
                  </a:lnTo>
                  <a:lnTo>
                    <a:pt x="4609210" y="1417342"/>
                  </a:lnTo>
                  <a:lnTo>
                    <a:pt x="4610025" y="1377367"/>
                  </a:lnTo>
                  <a:lnTo>
                    <a:pt x="4610840" y="1351312"/>
                  </a:lnTo>
                  <a:lnTo>
                    <a:pt x="4611655" y="1280003"/>
                  </a:lnTo>
                  <a:lnTo>
                    <a:pt x="4612469" y="1296054"/>
                  </a:lnTo>
                  <a:lnTo>
                    <a:pt x="4613284" y="1386990"/>
                  </a:lnTo>
                  <a:lnTo>
                    <a:pt x="4614099" y="1428612"/>
                  </a:lnTo>
                  <a:lnTo>
                    <a:pt x="4614914" y="1497553"/>
                  </a:lnTo>
                  <a:lnTo>
                    <a:pt x="4615728" y="1474766"/>
                  </a:lnTo>
                  <a:lnTo>
                    <a:pt x="4616543" y="1431763"/>
                  </a:lnTo>
                  <a:lnTo>
                    <a:pt x="4617358" y="1452680"/>
                  </a:lnTo>
                  <a:lnTo>
                    <a:pt x="4618173" y="1417738"/>
                  </a:lnTo>
                  <a:lnTo>
                    <a:pt x="4618988" y="1351067"/>
                  </a:lnTo>
                  <a:lnTo>
                    <a:pt x="4619802" y="1436427"/>
                  </a:lnTo>
                  <a:lnTo>
                    <a:pt x="4620617" y="1518339"/>
                  </a:lnTo>
                  <a:lnTo>
                    <a:pt x="4621432" y="1562399"/>
                  </a:lnTo>
                  <a:lnTo>
                    <a:pt x="4622247" y="1562043"/>
                  </a:lnTo>
                  <a:lnTo>
                    <a:pt x="4623062" y="1460518"/>
                  </a:lnTo>
                  <a:lnTo>
                    <a:pt x="4623876" y="1463426"/>
                  </a:lnTo>
                  <a:lnTo>
                    <a:pt x="4624691" y="1402064"/>
                  </a:lnTo>
                  <a:lnTo>
                    <a:pt x="4625506" y="1480508"/>
                  </a:lnTo>
                  <a:lnTo>
                    <a:pt x="4626321" y="1494397"/>
                  </a:lnTo>
                  <a:lnTo>
                    <a:pt x="4627135" y="1475821"/>
                  </a:lnTo>
                  <a:lnTo>
                    <a:pt x="4627950" y="1487601"/>
                  </a:lnTo>
                  <a:lnTo>
                    <a:pt x="4628765" y="1472654"/>
                  </a:lnTo>
                  <a:lnTo>
                    <a:pt x="4629580" y="1517455"/>
                  </a:lnTo>
                  <a:lnTo>
                    <a:pt x="4630395" y="1456253"/>
                  </a:lnTo>
                  <a:lnTo>
                    <a:pt x="4631209" y="1497096"/>
                  </a:lnTo>
                  <a:lnTo>
                    <a:pt x="4632024" y="1371879"/>
                  </a:lnTo>
                  <a:lnTo>
                    <a:pt x="4632839" y="1274415"/>
                  </a:lnTo>
                  <a:lnTo>
                    <a:pt x="4633654" y="1373473"/>
                  </a:lnTo>
                  <a:lnTo>
                    <a:pt x="4634468" y="1353548"/>
                  </a:lnTo>
                  <a:lnTo>
                    <a:pt x="4635283" y="1382001"/>
                  </a:lnTo>
                  <a:lnTo>
                    <a:pt x="4636098" y="1419460"/>
                  </a:lnTo>
                  <a:lnTo>
                    <a:pt x="4636913" y="1499930"/>
                  </a:lnTo>
                  <a:lnTo>
                    <a:pt x="4637728" y="1556780"/>
                  </a:lnTo>
                  <a:lnTo>
                    <a:pt x="4638542" y="1574441"/>
                  </a:lnTo>
                  <a:lnTo>
                    <a:pt x="4639357" y="1552992"/>
                  </a:lnTo>
                  <a:lnTo>
                    <a:pt x="4640172" y="1629929"/>
                  </a:lnTo>
                  <a:lnTo>
                    <a:pt x="4640987" y="1658595"/>
                  </a:lnTo>
                  <a:lnTo>
                    <a:pt x="4641801" y="1668984"/>
                  </a:lnTo>
                  <a:lnTo>
                    <a:pt x="4642616" y="1647555"/>
                  </a:lnTo>
                  <a:lnTo>
                    <a:pt x="4643431" y="1636800"/>
                  </a:lnTo>
                  <a:lnTo>
                    <a:pt x="4644246" y="1566846"/>
                  </a:lnTo>
                  <a:lnTo>
                    <a:pt x="4645061" y="1471900"/>
                  </a:lnTo>
                  <a:lnTo>
                    <a:pt x="4645875" y="1478823"/>
                  </a:lnTo>
                  <a:lnTo>
                    <a:pt x="4646690" y="1570381"/>
                  </a:lnTo>
                  <a:lnTo>
                    <a:pt x="4647505" y="1584612"/>
                  </a:lnTo>
                  <a:lnTo>
                    <a:pt x="4648320" y="1588946"/>
                  </a:lnTo>
                  <a:lnTo>
                    <a:pt x="4649134" y="1558369"/>
                  </a:lnTo>
                  <a:lnTo>
                    <a:pt x="4649949" y="1565169"/>
                  </a:lnTo>
                  <a:lnTo>
                    <a:pt x="4650764" y="1558350"/>
                  </a:lnTo>
                  <a:lnTo>
                    <a:pt x="4651579" y="1541768"/>
                  </a:lnTo>
                  <a:lnTo>
                    <a:pt x="4652394" y="1499175"/>
                  </a:lnTo>
                  <a:lnTo>
                    <a:pt x="4653208" y="1520873"/>
                  </a:lnTo>
                  <a:lnTo>
                    <a:pt x="4654023" y="1549718"/>
                  </a:lnTo>
                  <a:lnTo>
                    <a:pt x="4654838" y="1554754"/>
                  </a:lnTo>
                  <a:lnTo>
                    <a:pt x="4655653" y="1609295"/>
                  </a:lnTo>
                  <a:lnTo>
                    <a:pt x="4656467" y="1568176"/>
                  </a:lnTo>
                  <a:lnTo>
                    <a:pt x="4657282" y="1548022"/>
                  </a:lnTo>
                  <a:lnTo>
                    <a:pt x="4658097" y="1533045"/>
                  </a:lnTo>
                  <a:lnTo>
                    <a:pt x="4658912" y="1645134"/>
                  </a:lnTo>
                  <a:lnTo>
                    <a:pt x="4659727" y="1649992"/>
                  </a:lnTo>
                  <a:lnTo>
                    <a:pt x="4660541" y="1639764"/>
                  </a:lnTo>
                  <a:lnTo>
                    <a:pt x="4661356" y="1666224"/>
                  </a:lnTo>
                  <a:lnTo>
                    <a:pt x="4662171" y="1671940"/>
                  </a:lnTo>
                  <a:lnTo>
                    <a:pt x="4662986" y="1682753"/>
                  </a:lnTo>
                  <a:lnTo>
                    <a:pt x="4663801" y="1670403"/>
                  </a:lnTo>
                  <a:lnTo>
                    <a:pt x="4664615" y="1655686"/>
                  </a:lnTo>
                  <a:lnTo>
                    <a:pt x="4665430" y="1610725"/>
                  </a:lnTo>
                  <a:lnTo>
                    <a:pt x="4666245" y="1486928"/>
                  </a:lnTo>
                  <a:lnTo>
                    <a:pt x="4667060" y="1502433"/>
                  </a:lnTo>
                  <a:lnTo>
                    <a:pt x="4667874" y="1412456"/>
                  </a:lnTo>
                  <a:lnTo>
                    <a:pt x="4668689" y="1429763"/>
                  </a:lnTo>
                  <a:lnTo>
                    <a:pt x="4669504" y="1435026"/>
                  </a:lnTo>
                  <a:lnTo>
                    <a:pt x="4670319" y="1567814"/>
                  </a:lnTo>
                  <a:lnTo>
                    <a:pt x="4671134" y="1569106"/>
                  </a:lnTo>
                  <a:lnTo>
                    <a:pt x="4671948" y="1584642"/>
                  </a:lnTo>
                  <a:lnTo>
                    <a:pt x="4672763" y="1619329"/>
                  </a:lnTo>
                  <a:lnTo>
                    <a:pt x="4673578" y="1625441"/>
                  </a:lnTo>
                  <a:lnTo>
                    <a:pt x="4674393" y="1621475"/>
                  </a:lnTo>
                  <a:lnTo>
                    <a:pt x="4675207" y="1598506"/>
                  </a:lnTo>
                  <a:lnTo>
                    <a:pt x="4676022" y="1589037"/>
                  </a:lnTo>
                  <a:lnTo>
                    <a:pt x="4676837" y="1606546"/>
                  </a:lnTo>
                  <a:lnTo>
                    <a:pt x="4677652" y="1655656"/>
                  </a:lnTo>
                  <a:lnTo>
                    <a:pt x="4678467" y="1669589"/>
                  </a:lnTo>
                  <a:lnTo>
                    <a:pt x="4679281" y="1666438"/>
                  </a:lnTo>
                  <a:lnTo>
                    <a:pt x="4680096" y="1667284"/>
                  </a:lnTo>
                  <a:lnTo>
                    <a:pt x="4680911" y="1682298"/>
                  </a:lnTo>
                  <a:lnTo>
                    <a:pt x="4681726" y="1658956"/>
                  </a:lnTo>
                  <a:lnTo>
                    <a:pt x="4682540" y="1631342"/>
                  </a:lnTo>
                  <a:lnTo>
                    <a:pt x="4683355" y="1645324"/>
                  </a:lnTo>
                  <a:lnTo>
                    <a:pt x="4684170" y="1640917"/>
                  </a:lnTo>
                  <a:lnTo>
                    <a:pt x="4684985" y="1669649"/>
                  </a:lnTo>
                  <a:lnTo>
                    <a:pt x="4685800" y="1669829"/>
                  </a:lnTo>
                  <a:lnTo>
                    <a:pt x="4686614" y="1609568"/>
                  </a:lnTo>
                  <a:lnTo>
                    <a:pt x="4687429" y="1518201"/>
                  </a:lnTo>
                  <a:lnTo>
                    <a:pt x="4688244" y="1513558"/>
                  </a:lnTo>
                  <a:lnTo>
                    <a:pt x="4689059" y="1594303"/>
                  </a:lnTo>
                  <a:lnTo>
                    <a:pt x="4689873" y="1573403"/>
                  </a:lnTo>
                  <a:lnTo>
                    <a:pt x="4690688" y="1596247"/>
                  </a:lnTo>
                  <a:lnTo>
                    <a:pt x="4691503" y="1589547"/>
                  </a:lnTo>
                  <a:lnTo>
                    <a:pt x="4692318" y="1592572"/>
                  </a:lnTo>
                  <a:lnTo>
                    <a:pt x="4693133" y="1588905"/>
                  </a:lnTo>
                  <a:lnTo>
                    <a:pt x="4693947" y="1598561"/>
                  </a:lnTo>
                  <a:lnTo>
                    <a:pt x="4694762" y="1590464"/>
                  </a:lnTo>
                  <a:lnTo>
                    <a:pt x="4695577" y="1553403"/>
                  </a:lnTo>
                  <a:lnTo>
                    <a:pt x="4696392" y="1583245"/>
                  </a:lnTo>
                  <a:lnTo>
                    <a:pt x="4697206" y="1656054"/>
                  </a:lnTo>
                  <a:lnTo>
                    <a:pt x="4698021" y="1678319"/>
                  </a:lnTo>
                  <a:lnTo>
                    <a:pt x="4698836" y="1693337"/>
                  </a:lnTo>
                  <a:lnTo>
                    <a:pt x="4699651" y="1636656"/>
                  </a:lnTo>
                  <a:lnTo>
                    <a:pt x="4700466" y="1611595"/>
                  </a:lnTo>
                  <a:lnTo>
                    <a:pt x="4701280" y="1668725"/>
                  </a:lnTo>
                  <a:lnTo>
                    <a:pt x="4702095" y="1702989"/>
                  </a:lnTo>
                  <a:lnTo>
                    <a:pt x="4702910" y="1726647"/>
                  </a:lnTo>
                  <a:lnTo>
                    <a:pt x="4703725" y="1686254"/>
                  </a:lnTo>
                  <a:lnTo>
                    <a:pt x="4704540" y="1705836"/>
                  </a:lnTo>
                  <a:lnTo>
                    <a:pt x="4705354" y="1715958"/>
                  </a:lnTo>
                  <a:lnTo>
                    <a:pt x="4706169" y="1725279"/>
                  </a:lnTo>
                  <a:lnTo>
                    <a:pt x="4706984" y="1698669"/>
                  </a:lnTo>
                  <a:lnTo>
                    <a:pt x="4707799" y="1651313"/>
                  </a:lnTo>
                  <a:lnTo>
                    <a:pt x="4708613" y="1641618"/>
                  </a:lnTo>
                  <a:lnTo>
                    <a:pt x="4709428" y="1673213"/>
                  </a:lnTo>
                  <a:lnTo>
                    <a:pt x="4710243" y="1677118"/>
                  </a:lnTo>
                  <a:lnTo>
                    <a:pt x="4711058" y="1690428"/>
                  </a:lnTo>
                  <a:lnTo>
                    <a:pt x="4711873" y="1715945"/>
                  </a:lnTo>
                  <a:lnTo>
                    <a:pt x="4712687" y="1694457"/>
                  </a:lnTo>
                  <a:lnTo>
                    <a:pt x="4713502" y="1732677"/>
                  </a:lnTo>
                  <a:lnTo>
                    <a:pt x="4714317" y="1732667"/>
                  </a:lnTo>
                  <a:lnTo>
                    <a:pt x="4715132" y="1748429"/>
                  </a:lnTo>
                  <a:lnTo>
                    <a:pt x="4715946" y="1755946"/>
                  </a:lnTo>
                  <a:lnTo>
                    <a:pt x="4716761" y="1755149"/>
                  </a:lnTo>
                  <a:lnTo>
                    <a:pt x="4717576" y="1756701"/>
                  </a:lnTo>
                  <a:lnTo>
                    <a:pt x="4717576" y="1756701"/>
                  </a:lnTo>
                  <a:lnTo>
                    <a:pt x="4718391" y="1752016"/>
                  </a:lnTo>
                  <a:lnTo>
                    <a:pt x="4719206" y="1754679"/>
                  </a:lnTo>
                  <a:lnTo>
                    <a:pt x="4720020" y="1742738"/>
                  </a:lnTo>
                  <a:lnTo>
                    <a:pt x="4720835" y="1747330"/>
                  </a:lnTo>
                  <a:lnTo>
                    <a:pt x="4721650" y="1746186"/>
                  </a:lnTo>
                  <a:lnTo>
                    <a:pt x="4722465" y="1734502"/>
                  </a:lnTo>
                  <a:lnTo>
                    <a:pt x="4723279" y="1730864"/>
                  </a:lnTo>
                  <a:lnTo>
                    <a:pt x="4724094" y="1746435"/>
                  </a:lnTo>
                  <a:lnTo>
                    <a:pt x="4724909" y="1723581"/>
                  </a:lnTo>
                  <a:lnTo>
                    <a:pt x="4725724" y="1740752"/>
                  </a:lnTo>
                  <a:lnTo>
                    <a:pt x="4726539" y="1715112"/>
                  </a:lnTo>
                  <a:lnTo>
                    <a:pt x="4727353" y="1706643"/>
                  </a:lnTo>
                  <a:lnTo>
                    <a:pt x="4728168" y="1724209"/>
                  </a:lnTo>
                  <a:lnTo>
                    <a:pt x="4728983" y="1661391"/>
                  </a:lnTo>
                  <a:lnTo>
                    <a:pt x="4729798" y="1608926"/>
                  </a:lnTo>
                  <a:lnTo>
                    <a:pt x="4730612" y="1627364"/>
                  </a:lnTo>
                  <a:lnTo>
                    <a:pt x="4731427" y="1677389"/>
                  </a:lnTo>
                  <a:lnTo>
                    <a:pt x="4732242" y="1693679"/>
                  </a:lnTo>
                  <a:lnTo>
                    <a:pt x="4733057" y="1612612"/>
                  </a:lnTo>
                  <a:lnTo>
                    <a:pt x="4733872" y="1623850"/>
                  </a:lnTo>
                  <a:lnTo>
                    <a:pt x="4734686" y="1616165"/>
                  </a:lnTo>
                  <a:lnTo>
                    <a:pt x="4735501" y="1648435"/>
                  </a:lnTo>
                  <a:lnTo>
                    <a:pt x="4736316" y="1704115"/>
                  </a:lnTo>
                  <a:lnTo>
                    <a:pt x="4737131" y="1645570"/>
                  </a:lnTo>
                  <a:lnTo>
                    <a:pt x="4737945" y="1699937"/>
                  </a:lnTo>
                  <a:lnTo>
                    <a:pt x="4738760" y="1737076"/>
                  </a:lnTo>
                  <a:lnTo>
                    <a:pt x="4739575" y="1726862"/>
                  </a:lnTo>
                  <a:lnTo>
                    <a:pt x="4740390" y="1731206"/>
                  </a:lnTo>
                  <a:lnTo>
                    <a:pt x="4741205" y="1731278"/>
                  </a:lnTo>
                  <a:lnTo>
                    <a:pt x="4742019" y="1726137"/>
                  </a:lnTo>
                  <a:lnTo>
                    <a:pt x="4742834" y="1722656"/>
                  </a:lnTo>
                  <a:lnTo>
                    <a:pt x="4743649" y="1727443"/>
                  </a:lnTo>
                  <a:lnTo>
                    <a:pt x="4744464" y="1714316"/>
                  </a:lnTo>
                  <a:lnTo>
                    <a:pt x="4745279" y="1712209"/>
                  </a:lnTo>
                  <a:lnTo>
                    <a:pt x="4746093" y="1734481"/>
                  </a:lnTo>
                  <a:lnTo>
                    <a:pt x="4746908" y="1711398"/>
                  </a:lnTo>
                  <a:lnTo>
                    <a:pt x="4747723" y="1715212"/>
                  </a:lnTo>
                  <a:lnTo>
                    <a:pt x="4748538" y="1709661"/>
                  </a:lnTo>
                  <a:lnTo>
                    <a:pt x="4749352" y="1663854"/>
                  </a:lnTo>
                  <a:lnTo>
                    <a:pt x="4750167" y="1639074"/>
                  </a:lnTo>
                  <a:lnTo>
                    <a:pt x="4750982" y="1635112"/>
                  </a:lnTo>
                  <a:lnTo>
                    <a:pt x="4751797" y="1693129"/>
                  </a:lnTo>
                  <a:lnTo>
                    <a:pt x="4752612" y="1683972"/>
                  </a:lnTo>
                  <a:lnTo>
                    <a:pt x="4753426" y="1671545"/>
                  </a:lnTo>
                  <a:lnTo>
                    <a:pt x="4754241" y="1676493"/>
                  </a:lnTo>
                  <a:lnTo>
                    <a:pt x="4755056" y="1641487"/>
                  </a:lnTo>
                  <a:lnTo>
                    <a:pt x="4755871" y="1637526"/>
                  </a:lnTo>
                  <a:lnTo>
                    <a:pt x="4756685" y="1645786"/>
                  </a:lnTo>
                  <a:lnTo>
                    <a:pt x="4757500" y="1627505"/>
                  </a:lnTo>
                  <a:lnTo>
                    <a:pt x="4758315" y="1651196"/>
                  </a:lnTo>
                  <a:lnTo>
                    <a:pt x="4759130" y="1656952"/>
                  </a:lnTo>
                  <a:lnTo>
                    <a:pt x="4759945" y="1648969"/>
                  </a:lnTo>
                  <a:lnTo>
                    <a:pt x="4760759" y="1641615"/>
                  </a:lnTo>
                  <a:lnTo>
                    <a:pt x="4761574" y="1645729"/>
                  </a:lnTo>
                  <a:lnTo>
                    <a:pt x="4762389" y="1628744"/>
                  </a:lnTo>
                  <a:lnTo>
                    <a:pt x="4763204" y="1638493"/>
                  </a:lnTo>
                  <a:lnTo>
                    <a:pt x="4764018" y="1662676"/>
                  </a:lnTo>
                  <a:lnTo>
                    <a:pt x="4764833" y="1705415"/>
                  </a:lnTo>
                  <a:lnTo>
                    <a:pt x="4765648" y="1727643"/>
                  </a:lnTo>
                  <a:lnTo>
                    <a:pt x="4766463" y="1719356"/>
                  </a:lnTo>
                  <a:lnTo>
                    <a:pt x="4767278" y="1737179"/>
                  </a:lnTo>
                  <a:lnTo>
                    <a:pt x="4768092" y="1715251"/>
                  </a:lnTo>
                  <a:lnTo>
                    <a:pt x="4768907" y="1693396"/>
                  </a:lnTo>
                  <a:lnTo>
                    <a:pt x="4769722" y="1712799"/>
                  </a:lnTo>
                  <a:lnTo>
                    <a:pt x="4770537" y="1715606"/>
                  </a:lnTo>
                  <a:lnTo>
                    <a:pt x="4771351" y="1709602"/>
                  </a:lnTo>
                  <a:lnTo>
                    <a:pt x="4772166" y="1720985"/>
                  </a:lnTo>
                  <a:lnTo>
                    <a:pt x="4772981" y="1717619"/>
                  </a:lnTo>
                  <a:lnTo>
                    <a:pt x="4773796" y="1752103"/>
                  </a:lnTo>
                  <a:lnTo>
                    <a:pt x="4774611" y="1756701"/>
                  </a:lnTo>
                  <a:lnTo>
                    <a:pt x="4774611" y="1756701"/>
                  </a:lnTo>
                  <a:lnTo>
                    <a:pt x="4775425" y="1722344"/>
                  </a:lnTo>
                  <a:lnTo>
                    <a:pt x="4776240" y="1723581"/>
                  </a:lnTo>
                  <a:lnTo>
                    <a:pt x="4777055" y="1693463"/>
                  </a:lnTo>
                  <a:lnTo>
                    <a:pt x="4777870" y="1697459"/>
                  </a:lnTo>
                  <a:lnTo>
                    <a:pt x="4778684" y="1681000"/>
                  </a:lnTo>
                  <a:lnTo>
                    <a:pt x="4779499" y="1637697"/>
                  </a:lnTo>
                  <a:lnTo>
                    <a:pt x="4780314" y="1627452"/>
                  </a:lnTo>
                  <a:lnTo>
                    <a:pt x="4781129" y="1612528"/>
                  </a:lnTo>
                  <a:lnTo>
                    <a:pt x="4781944" y="1668659"/>
                  </a:lnTo>
                  <a:lnTo>
                    <a:pt x="4782758" y="1637584"/>
                  </a:lnTo>
                  <a:lnTo>
                    <a:pt x="4783573" y="1575751"/>
                  </a:lnTo>
                  <a:lnTo>
                    <a:pt x="4784388" y="1461650"/>
                  </a:lnTo>
                  <a:lnTo>
                    <a:pt x="4785203" y="1417526"/>
                  </a:lnTo>
                  <a:lnTo>
                    <a:pt x="4786018" y="1473072"/>
                  </a:lnTo>
                  <a:lnTo>
                    <a:pt x="4786832" y="1525854"/>
                  </a:lnTo>
                  <a:lnTo>
                    <a:pt x="4787647" y="1547511"/>
                  </a:lnTo>
                  <a:lnTo>
                    <a:pt x="4788462" y="1569156"/>
                  </a:lnTo>
                  <a:lnTo>
                    <a:pt x="4789277" y="1536292"/>
                  </a:lnTo>
                  <a:lnTo>
                    <a:pt x="4790091" y="1540830"/>
                  </a:lnTo>
                  <a:lnTo>
                    <a:pt x="4790906" y="1536611"/>
                  </a:lnTo>
                  <a:lnTo>
                    <a:pt x="4791721" y="1508564"/>
                  </a:lnTo>
                  <a:lnTo>
                    <a:pt x="4792536" y="1509299"/>
                  </a:lnTo>
                  <a:lnTo>
                    <a:pt x="4793351" y="1510785"/>
                  </a:lnTo>
                  <a:lnTo>
                    <a:pt x="4794165" y="1505793"/>
                  </a:lnTo>
                  <a:lnTo>
                    <a:pt x="4794980" y="1486642"/>
                  </a:lnTo>
                  <a:lnTo>
                    <a:pt x="4795795" y="1400297"/>
                  </a:lnTo>
                  <a:lnTo>
                    <a:pt x="4796610" y="1355074"/>
                  </a:lnTo>
                  <a:lnTo>
                    <a:pt x="4797424" y="1317931"/>
                  </a:lnTo>
                  <a:lnTo>
                    <a:pt x="4798239" y="1388405"/>
                  </a:lnTo>
                  <a:lnTo>
                    <a:pt x="4799054" y="1358665"/>
                  </a:lnTo>
                  <a:lnTo>
                    <a:pt x="4799869" y="1351842"/>
                  </a:lnTo>
                  <a:lnTo>
                    <a:pt x="4800684" y="1392095"/>
                  </a:lnTo>
                  <a:lnTo>
                    <a:pt x="4801498" y="1460030"/>
                  </a:lnTo>
                  <a:lnTo>
                    <a:pt x="4802313" y="1474908"/>
                  </a:lnTo>
                  <a:lnTo>
                    <a:pt x="4803128" y="1444065"/>
                  </a:lnTo>
                  <a:lnTo>
                    <a:pt x="4803943" y="1411617"/>
                  </a:lnTo>
                  <a:lnTo>
                    <a:pt x="4804757" y="1481038"/>
                  </a:lnTo>
                  <a:lnTo>
                    <a:pt x="4805572" y="1455666"/>
                  </a:lnTo>
                  <a:lnTo>
                    <a:pt x="4806387" y="1452841"/>
                  </a:lnTo>
                  <a:lnTo>
                    <a:pt x="4807202" y="1575483"/>
                  </a:lnTo>
                  <a:lnTo>
                    <a:pt x="4808017" y="1646266"/>
                  </a:lnTo>
                  <a:lnTo>
                    <a:pt x="4808831" y="1629739"/>
                  </a:lnTo>
                  <a:lnTo>
                    <a:pt x="4809646" y="1547639"/>
                  </a:lnTo>
                  <a:lnTo>
                    <a:pt x="4810461" y="1575680"/>
                  </a:lnTo>
                  <a:lnTo>
                    <a:pt x="4811276" y="1622941"/>
                  </a:lnTo>
                  <a:lnTo>
                    <a:pt x="4812090" y="1629115"/>
                  </a:lnTo>
                  <a:lnTo>
                    <a:pt x="4812905" y="1579143"/>
                  </a:lnTo>
                  <a:lnTo>
                    <a:pt x="4813720" y="1579099"/>
                  </a:lnTo>
                  <a:lnTo>
                    <a:pt x="4814535" y="1503601"/>
                  </a:lnTo>
                  <a:lnTo>
                    <a:pt x="4815350" y="1477040"/>
                  </a:lnTo>
                  <a:lnTo>
                    <a:pt x="4816164" y="1493963"/>
                  </a:lnTo>
                  <a:lnTo>
                    <a:pt x="4816979" y="1509366"/>
                  </a:lnTo>
                  <a:lnTo>
                    <a:pt x="4817794" y="1579656"/>
                  </a:lnTo>
                  <a:lnTo>
                    <a:pt x="4818609" y="1586134"/>
                  </a:lnTo>
                  <a:lnTo>
                    <a:pt x="4819423" y="1570950"/>
                  </a:lnTo>
                  <a:lnTo>
                    <a:pt x="4820238" y="1558975"/>
                  </a:lnTo>
                  <a:lnTo>
                    <a:pt x="4821053" y="1593002"/>
                  </a:lnTo>
                  <a:lnTo>
                    <a:pt x="4821868" y="1610107"/>
                  </a:lnTo>
                  <a:lnTo>
                    <a:pt x="4822683" y="1623874"/>
                  </a:lnTo>
                  <a:lnTo>
                    <a:pt x="4823497" y="1591403"/>
                  </a:lnTo>
                  <a:lnTo>
                    <a:pt x="4824312" y="1580157"/>
                  </a:lnTo>
                  <a:lnTo>
                    <a:pt x="4825127" y="1588859"/>
                  </a:lnTo>
                  <a:lnTo>
                    <a:pt x="4825942" y="1542871"/>
                  </a:lnTo>
                  <a:lnTo>
                    <a:pt x="4826757" y="1520674"/>
                  </a:lnTo>
                  <a:lnTo>
                    <a:pt x="4827571" y="1573551"/>
                  </a:lnTo>
                  <a:lnTo>
                    <a:pt x="4828386" y="1612269"/>
                  </a:lnTo>
                  <a:lnTo>
                    <a:pt x="4829201" y="1579664"/>
                  </a:lnTo>
                  <a:lnTo>
                    <a:pt x="4830016" y="1581542"/>
                  </a:lnTo>
                  <a:lnTo>
                    <a:pt x="4830830" y="1578369"/>
                  </a:lnTo>
                  <a:lnTo>
                    <a:pt x="4831645" y="1555155"/>
                  </a:lnTo>
                  <a:lnTo>
                    <a:pt x="4832460" y="1546325"/>
                  </a:lnTo>
                  <a:lnTo>
                    <a:pt x="4833275" y="1435110"/>
                  </a:lnTo>
                  <a:lnTo>
                    <a:pt x="4834090" y="1368774"/>
                  </a:lnTo>
                  <a:lnTo>
                    <a:pt x="4834904" y="1318838"/>
                  </a:lnTo>
                  <a:lnTo>
                    <a:pt x="4835719" y="1371343"/>
                  </a:lnTo>
                  <a:lnTo>
                    <a:pt x="4836534" y="1326944"/>
                  </a:lnTo>
                  <a:lnTo>
                    <a:pt x="4837349" y="1262901"/>
                  </a:lnTo>
                  <a:lnTo>
                    <a:pt x="4838163" y="1334772"/>
                  </a:lnTo>
                  <a:lnTo>
                    <a:pt x="4838978" y="1418718"/>
                  </a:lnTo>
                  <a:lnTo>
                    <a:pt x="4839793" y="1504879"/>
                  </a:lnTo>
                  <a:lnTo>
                    <a:pt x="4840608" y="1543149"/>
                  </a:lnTo>
                  <a:lnTo>
                    <a:pt x="4841423" y="1547605"/>
                  </a:lnTo>
                  <a:lnTo>
                    <a:pt x="4842237" y="1556449"/>
                  </a:lnTo>
                  <a:lnTo>
                    <a:pt x="4843052" y="1531439"/>
                  </a:lnTo>
                  <a:lnTo>
                    <a:pt x="4843867" y="1443885"/>
                  </a:lnTo>
                  <a:lnTo>
                    <a:pt x="4844682" y="1513893"/>
                  </a:lnTo>
                  <a:lnTo>
                    <a:pt x="4845496" y="1552852"/>
                  </a:lnTo>
                  <a:lnTo>
                    <a:pt x="4846311" y="1567015"/>
                  </a:lnTo>
                  <a:lnTo>
                    <a:pt x="4847126" y="1543609"/>
                  </a:lnTo>
                  <a:lnTo>
                    <a:pt x="4847941" y="1562533"/>
                  </a:lnTo>
                  <a:lnTo>
                    <a:pt x="4848756" y="1552352"/>
                  </a:lnTo>
                  <a:lnTo>
                    <a:pt x="4849570" y="1573789"/>
                  </a:lnTo>
                  <a:lnTo>
                    <a:pt x="4850385" y="1567314"/>
                  </a:lnTo>
                  <a:lnTo>
                    <a:pt x="4851200" y="1536407"/>
                  </a:lnTo>
                  <a:lnTo>
                    <a:pt x="4852015" y="1552973"/>
                  </a:lnTo>
                  <a:lnTo>
                    <a:pt x="4852829" y="1584595"/>
                  </a:lnTo>
                  <a:lnTo>
                    <a:pt x="4853644" y="1580442"/>
                  </a:lnTo>
                  <a:lnTo>
                    <a:pt x="4854459" y="1571199"/>
                  </a:lnTo>
                  <a:lnTo>
                    <a:pt x="4855274" y="1575560"/>
                  </a:lnTo>
                  <a:lnTo>
                    <a:pt x="4856089" y="1580708"/>
                  </a:lnTo>
                  <a:lnTo>
                    <a:pt x="4856903" y="1582538"/>
                  </a:lnTo>
                  <a:lnTo>
                    <a:pt x="4857718" y="1646631"/>
                  </a:lnTo>
                  <a:lnTo>
                    <a:pt x="4858533" y="1653706"/>
                  </a:lnTo>
                  <a:lnTo>
                    <a:pt x="4859348" y="1653098"/>
                  </a:lnTo>
                  <a:lnTo>
                    <a:pt x="4860163" y="1652774"/>
                  </a:lnTo>
                  <a:lnTo>
                    <a:pt x="4860977" y="1647370"/>
                  </a:lnTo>
                  <a:lnTo>
                    <a:pt x="4861792" y="1682719"/>
                  </a:lnTo>
                  <a:lnTo>
                    <a:pt x="4862607" y="1709414"/>
                  </a:lnTo>
                  <a:lnTo>
                    <a:pt x="4863422" y="1703126"/>
                  </a:lnTo>
                  <a:lnTo>
                    <a:pt x="4864236" y="1682263"/>
                  </a:lnTo>
                  <a:lnTo>
                    <a:pt x="4865051" y="1694545"/>
                  </a:lnTo>
                  <a:lnTo>
                    <a:pt x="4865866" y="1708156"/>
                  </a:lnTo>
                  <a:lnTo>
                    <a:pt x="4866681" y="1724448"/>
                  </a:lnTo>
                  <a:lnTo>
                    <a:pt x="4867496" y="1686734"/>
                  </a:lnTo>
                  <a:lnTo>
                    <a:pt x="4868310" y="1686750"/>
                  </a:lnTo>
                  <a:lnTo>
                    <a:pt x="4869125" y="1662550"/>
                  </a:lnTo>
                  <a:lnTo>
                    <a:pt x="4869940" y="1643132"/>
                  </a:lnTo>
                  <a:lnTo>
                    <a:pt x="4870755" y="1605406"/>
                  </a:lnTo>
                  <a:lnTo>
                    <a:pt x="4871569" y="1522851"/>
                  </a:lnTo>
                  <a:lnTo>
                    <a:pt x="4872384" y="1397906"/>
                  </a:lnTo>
                  <a:lnTo>
                    <a:pt x="4873199" y="1464036"/>
                  </a:lnTo>
                  <a:lnTo>
                    <a:pt x="4874014" y="1347082"/>
                  </a:lnTo>
                  <a:lnTo>
                    <a:pt x="4874829" y="1324277"/>
                  </a:lnTo>
                  <a:lnTo>
                    <a:pt x="4875643" y="1206311"/>
                  </a:lnTo>
                  <a:lnTo>
                    <a:pt x="4876458" y="1300489"/>
                  </a:lnTo>
                  <a:lnTo>
                    <a:pt x="4877273" y="1301291"/>
                  </a:lnTo>
                  <a:lnTo>
                    <a:pt x="4878088" y="1216934"/>
                  </a:lnTo>
                  <a:lnTo>
                    <a:pt x="4878902" y="1216496"/>
                  </a:lnTo>
                  <a:lnTo>
                    <a:pt x="4879717" y="1309081"/>
                  </a:lnTo>
                  <a:lnTo>
                    <a:pt x="4880532" y="1435362"/>
                  </a:lnTo>
                  <a:lnTo>
                    <a:pt x="4881347" y="1488829"/>
                  </a:lnTo>
                  <a:lnTo>
                    <a:pt x="4882162" y="1471973"/>
                  </a:lnTo>
                  <a:lnTo>
                    <a:pt x="4882976" y="1499739"/>
                  </a:lnTo>
                  <a:lnTo>
                    <a:pt x="4883791" y="1544726"/>
                  </a:lnTo>
                  <a:lnTo>
                    <a:pt x="4884606" y="1550462"/>
                  </a:lnTo>
                  <a:lnTo>
                    <a:pt x="4885421" y="1558863"/>
                  </a:lnTo>
                  <a:lnTo>
                    <a:pt x="4886235" y="1566696"/>
                  </a:lnTo>
                  <a:lnTo>
                    <a:pt x="4887050" y="1614619"/>
                  </a:lnTo>
                  <a:lnTo>
                    <a:pt x="4887865" y="1595392"/>
                  </a:lnTo>
                  <a:lnTo>
                    <a:pt x="4888680" y="1469802"/>
                  </a:lnTo>
                  <a:lnTo>
                    <a:pt x="4889495" y="1434797"/>
                  </a:lnTo>
                  <a:lnTo>
                    <a:pt x="4890309" y="1343146"/>
                  </a:lnTo>
                  <a:lnTo>
                    <a:pt x="4891124" y="1444640"/>
                  </a:lnTo>
                  <a:lnTo>
                    <a:pt x="4891939" y="1411278"/>
                  </a:lnTo>
                  <a:lnTo>
                    <a:pt x="4892754" y="1377336"/>
                  </a:lnTo>
                  <a:lnTo>
                    <a:pt x="4893568" y="1463684"/>
                  </a:lnTo>
                  <a:lnTo>
                    <a:pt x="4894383" y="1484532"/>
                  </a:lnTo>
                  <a:lnTo>
                    <a:pt x="4895198" y="1555779"/>
                  </a:lnTo>
                  <a:lnTo>
                    <a:pt x="4896013" y="1503486"/>
                  </a:lnTo>
                  <a:lnTo>
                    <a:pt x="4896828" y="1576063"/>
                  </a:lnTo>
                  <a:lnTo>
                    <a:pt x="4897642" y="1587773"/>
                  </a:lnTo>
                  <a:lnTo>
                    <a:pt x="4898457" y="1638209"/>
                  </a:lnTo>
                  <a:lnTo>
                    <a:pt x="4899272" y="1599067"/>
                  </a:lnTo>
                  <a:lnTo>
                    <a:pt x="4900087" y="1593491"/>
                  </a:lnTo>
                  <a:lnTo>
                    <a:pt x="4900902" y="1486972"/>
                  </a:lnTo>
                  <a:lnTo>
                    <a:pt x="4901716" y="1432048"/>
                  </a:lnTo>
                  <a:lnTo>
                    <a:pt x="4902531" y="1415864"/>
                  </a:lnTo>
                  <a:lnTo>
                    <a:pt x="4903346" y="1443189"/>
                  </a:lnTo>
                  <a:lnTo>
                    <a:pt x="4904161" y="1496681"/>
                  </a:lnTo>
                  <a:lnTo>
                    <a:pt x="4904975" y="1538043"/>
                  </a:lnTo>
                  <a:lnTo>
                    <a:pt x="4905790" y="1534167"/>
                  </a:lnTo>
                  <a:lnTo>
                    <a:pt x="4906605" y="1491562"/>
                  </a:lnTo>
                  <a:lnTo>
                    <a:pt x="4907420" y="1438596"/>
                  </a:lnTo>
                  <a:lnTo>
                    <a:pt x="4908235" y="1446753"/>
                  </a:lnTo>
                  <a:lnTo>
                    <a:pt x="4909049" y="1561234"/>
                  </a:lnTo>
                  <a:lnTo>
                    <a:pt x="4909864" y="1589207"/>
                  </a:lnTo>
                  <a:lnTo>
                    <a:pt x="4910679" y="1622999"/>
                  </a:lnTo>
                  <a:lnTo>
                    <a:pt x="4911494" y="1688854"/>
                  </a:lnTo>
                  <a:lnTo>
                    <a:pt x="4912308" y="1656518"/>
                  </a:lnTo>
                  <a:lnTo>
                    <a:pt x="4913123" y="1640200"/>
                  </a:lnTo>
                  <a:lnTo>
                    <a:pt x="4913938" y="1658547"/>
                  </a:lnTo>
                  <a:lnTo>
                    <a:pt x="4914753" y="1647818"/>
                  </a:lnTo>
                  <a:lnTo>
                    <a:pt x="4915568" y="1641542"/>
                  </a:lnTo>
                  <a:lnTo>
                    <a:pt x="4916382" y="1673947"/>
                  </a:lnTo>
                  <a:lnTo>
                    <a:pt x="4917197" y="1686996"/>
                  </a:lnTo>
                  <a:lnTo>
                    <a:pt x="4918012" y="1749663"/>
                  </a:lnTo>
                  <a:lnTo>
                    <a:pt x="4918827" y="1738801"/>
                  </a:lnTo>
                  <a:lnTo>
                    <a:pt x="4919641" y="1748103"/>
                  </a:lnTo>
                  <a:lnTo>
                    <a:pt x="4920456" y="1737107"/>
                  </a:lnTo>
                  <a:lnTo>
                    <a:pt x="4921271" y="1731472"/>
                  </a:lnTo>
                  <a:lnTo>
                    <a:pt x="4922086" y="1749936"/>
                  </a:lnTo>
                  <a:lnTo>
                    <a:pt x="4922901" y="1735762"/>
                  </a:lnTo>
                  <a:lnTo>
                    <a:pt x="4923715" y="1746834"/>
                  </a:lnTo>
                  <a:lnTo>
                    <a:pt x="4924530" y="1735724"/>
                  </a:lnTo>
                  <a:lnTo>
                    <a:pt x="4925345" y="1731847"/>
                  </a:lnTo>
                  <a:lnTo>
                    <a:pt x="4926160" y="1705765"/>
                  </a:lnTo>
                  <a:lnTo>
                    <a:pt x="4926974" y="1731366"/>
                  </a:lnTo>
                  <a:lnTo>
                    <a:pt x="4927789" y="1741515"/>
                  </a:lnTo>
                  <a:lnTo>
                    <a:pt x="4928604" y="1696159"/>
                  </a:lnTo>
                  <a:lnTo>
                    <a:pt x="4929419" y="1671466"/>
                  </a:lnTo>
                  <a:lnTo>
                    <a:pt x="4930234" y="1665968"/>
                  </a:lnTo>
                  <a:lnTo>
                    <a:pt x="4931048" y="1629459"/>
                  </a:lnTo>
                  <a:lnTo>
                    <a:pt x="4931863" y="1590258"/>
                  </a:lnTo>
                  <a:lnTo>
                    <a:pt x="4932678" y="1602875"/>
                  </a:lnTo>
                  <a:lnTo>
                    <a:pt x="4933493" y="1569808"/>
                  </a:lnTo>
                  <a:lnTo>
                    <a:pt x="4934307" y="1586973"/>
                  </a:lnTo>
                  <a:lnTo>
                    <a:pt x="4935122" y="1515225"/>
                  </a:lnTo>
                  <a:lnTo>
                    <a:pt x="4935937" y="1499070"/>
                  </a:lnTo>
                  <a:lnTo>
                    <a:pt x="4936752" y="1511560"/>
                  </a:lnTo>
                  <a:lnTo>
                    <a:pt x="4937567" y="1518244"/>
                  </a:lnTo>
                  <a:lnTo>
                    <a:pt x="4938381" y="1529293"/>
                  </a:lnTo>
                  <a:lnTo>
                    <a:pt x="4939196" y="1532338"/>
                  </a:lnTo>
                  <a:lnTo>
                    <a:pt x="4940011" y="1549067"/>
                  </a:lnTo>
                  <a:lnTo>
                    <a:pt x="4940826" y="1556058"/>
                  </a:lnTo>
                  <a:lnTo>
                    <a:pt x="4941641" y="1546116"/>
                  </a:lnTo>
                  <a:lnTo>
                    <a:pt x="4942455" y="1546375"/>
                  </a:lnTo>
                  <a:lnTo>
                    <a:pt x="4943270" y="1515032"/>
                  </a:lnTo>
                  <a:lnTo>
                    <a:pt x="4944085" y="1444265"/>
                  </a:lnTo>
                  <a:lnTo>
                    <a:pt x="4944900" y="1404118"/>
                  </a:lnTo>
                  <a:lnTo>
                    <a:pt x="4945714" y="1457787"/>
                  </a:lnTo>
                  <a:lnTo>
                    <a:pt x="4946529" y="1513954"/>
                  </a:lnTo>
                  <a:lnTo>
                    <a:pt x="4947344" y="1519576"/>
                  </a:lnTo>
                  <a:lnTo>
                    <a:pt x="4948159" y="1585327"/>
                  </a:lnTo>
                  <a:lnTo>
                    <a:pt x="4948974" y="1577185"/>
                  </a:lnTo>
                  <a:lnTo>
                    <a:pt x="4949788" y="1617777"/>
                  </a:lnTo>
                  <a:lnTo>
                    <a:pt x="4950603" y="1607353"/>
                  </a:lnTo>
                  <a:lnTo>
                    <a:pt x="4951418" y="1595084"/>
                  </a:lnTo>
                  <a:lnTo>
                    <a:pt x="4952233" y="1572485"/>
                  </a:lnTo>
                  <a:lnTo>
                    <a:pt x="4953047" y="1630000"/>
                  </a:lnTo>
                  <a:lnTo>
                    <a:pt x="4953862" y="1693709"/>
                  </a:lnTo>
                  <a:lnTo>
                    <a:pt x="4954677" y="1687308"/>
                  </a:lnTo>
                  <a:lnTo>
                    <a:pt x="4955492" y="1671287"/>
                  </a:lnTo>
                  <a:lnTo>
                    <a:pt x="4956307" y="1660885"/>
                  </a:lnTo>
                  <a:lnTo>
                    <a:pt x="4957121" y="1661543"/>
                  </a:lnTo>
                  <a:lnTo>
                    <a:pt x="4957936" y="1635850"/>
                  </a:lnTo>
                  <a:lnTo>
                    <a:pt x="4958751" y="1607686"/>
                  </a:lnTo>
                  <a:lnTo>
                    <a:pt x="4959566" y="1557022"/>
                  </a:lnTo>
                  <a:lnTo>
                    <a:pt x="4960380" y="1540932"/>
                  </a:lnTo>
                  <a:lnTo>
                    <a:pt x="4961195" y="1487992"/>
                  </a:lnTo>
                  <a:lnTo>
                    <a:pt x="4962010" y="1435715"/>
                  </a:lnTo>
                  <a:lnTo>
                    <a:pt x="4962825" y="1383095"/>
                  </a:lnTo>
                  <a:lnTo>
                    <a:pt x="4963640" y="1325526"/>
                  </a:lnTo>
                  <a:lnTo>
                    <a:pt x="4964454" y="1353049"/>
                  </a:lnTo>
                  <a:lnTo>
                    <a:pt x="4965269" y="1381567"/>
                  </a:lnTo>
                  <a:lnTo>
                    <a:pt x="4966084" y="1344465"/>
                  </a:lnTo>
                  <a:lnTo>
                    <a:pt x="4966899" y="1346377"/>
                  </a:lnTo>
                  <a:lnTo>
                    <a:pt x="4967713" y="1420438"/>
                  </a:lnTo>
                  <a:lnTo>
                    <a:pt x="4968528" y="1490626"/>
                  </a:lnTo>
                  <a:lnTo>
                    <a:pt x="4969343" y="1541381"/>
                  </a:lnTo>
                  <a:lnTo>
                    <a:pt x="4970158" y="1559327"/>
                  </a:lnTo>
                  <a:lnTo>
                    <a:pt x="4970973" y="1626300"/>
                  </a:lnTo>
                  <a:lnTo>
                    <a:pt x="4971787" y="1655812"/>
                  </a:lnTo>
                  <a:lnTo>
                    <a:pt x="4972602" y="1644304"/>
                  </a:lnTo>
                  <a:lnTo>
                    <a:pt x="4973417" y="1642210"/>
                  </a:lnTo>
                  <a:lnTo>
                    <a:pt x="4974232" y="1585564"/>
                  </a:lnTo>
                  <a:lnTo>
                    <a:pt x="4975046" y="1534103"/>
                  </a:lnTo>
                  <a:lnTo>
                    <a:pt x="4975861" y="1599179"/>
                  </a:lnTo>
                  <a:lnTo>
                    <a:pt x="4976676" y="1609075"/>
                  </a:lnTo>
                  <a:lnTo>
                    <a:pt x="4977491" y="1652695"/>
                  </a:lnTo>
                  <a:lnTo>
                    <a:pt x="4978306" y="1643781"/>
                  </a:lnTo>
                  <a:lnTo>
                    <a:pt x="4979120" y="1702129"/>
                  </a:lnTo>
                  <a:lnTo>
                    <a:pt x="4979935" y="1698964"/>
                  </a:lnTo>
                  <a:lnTo>
                    <a:pt x="4980750" y="1718070"/>
                  </a:lnTo>
                  <a:lnTo>
                    <a:pt x="4981565" y="1710534"/>
                  </a:lnTo>
                  <a:lnTo>
                    <a:pt x="4982380" y="1688479"/>
                  </a:lnTo>
                  <a:lnTo>
                    <a:pt x="4983194" y="1708261"/>
                  </a:lnTo>
                  <a:lnTo>
                    <a:pt x="4984009" y="1714987"/>
                  </a:lnTo>
                  <a:lnTo>
                    <a:pt x="4984824" y="1704092"/>
                  </a:lnTo>
                  <a:lnTo>
                    <a:pt x="4985639" y="1699587"/>
                  </a:lnTo>
                  <a:lnTo>
                    <a:pt x="4986453" y="1685979"/>
                  </a:lnTo>
                  <a:lnTo>
                    <a:pt x="4987268" y="1665036"/>
                  </a:lnTo>
                  <a:lnTo>
                    <a:pt x="4988083" y="1670519"/>
                  </a:lnTo>
                  <a:lnTo>
                    <a:pt x="4988898" y="1662129"/>
                  </a:lnTo>
                  <a:lnTo>
                    <a:pt x="4989713" y="1611021"/>
                  </a:lnTo>
                  <a:lnTo>
                    <a:pt x="4990527" y="1634682"/>
                  </a:lnTo>
                  <a:lnTo>
                    <a:pt x="4991342" y="1625294"/>
                  </a:lnTo>
                  <a:lnTo>
                    <a:pt x="4992157" y="1644600"/>
                  </a:lnTo>
                  <a:lnTo>
                    <a:pt x="4992972" y="1649677"/>
                  </a:lnTo>
                  <a:lnTo>
                    <a:pt x="4993786" y="1652750"/>
                  </a:lnTo>
                  <a:lnTo>
                    <a:pt x="4994601" y="1632298"/>
                  </a:lnTo>
                  <a:lnTo>
                    <a:pt x="4995416" y="1589220"/>
                  </a:lnTo>
                  <a:lnTo>
                    <a:pt x="4996231" y="1578826"/>
                  </a:lnTo>
                  <a:lnTo>
                    <a:pt x="4997046" y="1566386"/>
                  </a:lnTo>
                  <a:lnTo>
                    <a:pt x="4997860" y="1601052"/>
                  </a:lnTo>
                  <a:lnTo>
                    <a:pt x="4998675" y="1632066"/>
                  </a:lnTo>
                  <a:lnTo>
                    <a:pt x="4999490" y="1639031"/>
                  </a:lnTo>
                  <a:lnTo>
                    <a:pt x="5000305" y="1656632"/>
                  </a:lnTo>
                  <a:lnTo>
                    <a:pt x="5001119" y="1655635"/>
                  </a:lnTo>
                  <a:lnTo>
                    <a:pt x="5001934" y="1623916"/>
                  </a:lnTo>
                  <a:lnTo>
                    <a:pt x="5002749" y="1620675"/>
                  </a:lnTo>
                  <a:lnTo>
                    <a:pt x="5003564" y="1622681"/>
                  </a:lnTo>
                  <a:lnTo>
                    <a:pt x="5004379" y="1587301"/>
                  </a:lnTo>
                  <a:lnTo>
                    <a:pt x="5005193" y="1604900"/>
                  </a:lnTo>
                  <a:lnTo>
                    <a:pt x="5006008" y="1643466"/>
                  </a:lnTo>
                  <a:lnTo>
                    <a:pt x="5006823" y="1643593"/>
                  </a:lnTo>
                  <a:lnTo>
                    <a:pt x="5007638" y="1636119"/>
                  </a:lnTo>
                  <a:lnTo>
                    <a:pt x="5008452" y="1599016"/>
                  </a:lnTo>
                  <a:lnTo>
                    <a:pt x="5009267" y="1562825"/>
                  </a:lnTo>
                  <a:lnTo>
                    <a:pt x="5010082" y="1536890"/>
                  </a:lnTo>
                  <a:lnTo>
                    <a:pt x="5010897" y="1575124"/>
                  </a:lnTo>
                  <a:lnTo>
                    <a:pt x="5011712" y="1509483"/>
                  </a:lnTo>
                  <a:lnTo>
                    <a:pt x="5012526" y="1484743"/>
                  </a:lnTo>
                  <a:lnTo>
                    <a:pt x="5013341" y="1495388"/>
                  </a:lnTo>
                  <a:lnTo>
                    <a:pt x="5014156" y="1638885"/>
                  </a:lnTo>
                  <a:lnTo>
                    <a:pt x="5014971" y="1544077"/>
                  </a:lnTo>
                  <a:lnTo>
                    <a:pt x="5015785" y="1558570"/>
                  </a:lnTo>
                  <a:lnTo>
                    <a:pt x="5016600" y="1519304"/>
                  </a:lnTo>
                  <a:lnTo>
                    <a:pt x="5017415" y="1577238"/>
                  </a:lnTo>
                  <a:lnTo>
                    <a:pt x="5018230" y="1540110"/>
                  </a:lnTo>
                  <a:lnTo>
                    <a:pt x="5019045" y="1552530"/>
                  </a:lnTo>
                  <a:lnTo>
                    <a:pt x="5019859" y="1573221"/>
                  </a:lnTo>
                  <a:lnTo>
                    <a:pt x="5020674" y="1576825"/>
                  </a:lnTo>
                  <a:lnTo>
                    <a:pt x="5021489" y="1577107"/>
                  </a:lnTo>
                  <a:lnTo>
                    <a:pt x="5022304" y="1631661"/>
                  </a:lnTo>
                  <a:lnTo>
                    <a:pt x="5023119" y="1642946"/>
                  </a:lnTo>
                  <a:lnTo>
                    <a:pt x="5023933" y="1639075"/>
                  </a:lnTo>
                  <a:lnTo>
                    <a:pt x="5024748" y="1623786"/>
                  </a:lnTo>
                  <a:lnTo>
                    <a:pt x="5025563" y="1552216"/>
                  </a:lnTo>
                  <a:lnTo>
                    <a:pt x="5026378" y="1532171"/>
                  </a:lnTo>
                  <a:lnTo>
                    <a:pt x="5027192" y="1534848"/>
                  </a:lnTo>
                  <a:lnTo>
                    <a:pt x="5028007" y="1622061"/>
                  </a:lnTo>
                  <a:lnTo>
                    <a:pt x="5028822" y="1687417"/>
                  </a:lnTo>
                  <a:lnTo>
                    <a:pt x="5029637" y="1669325"/>
                  </a:lnTo>
                  <a:lnTo>
                    <a:pt x="5030452" y="1693003"/>
                  </a:lnTo>
                  <a:lnTo>
                    <a:pt x="5031266" y="1683022"/>
                  </a:lnTo>
                  <a:lnTo>
                    <a:pt x="5032081" y="1698572"/>
                  </a:lnTo>
                  <a:lnTo>
                    <a:pt x="5032896" y="1683945"/>
                  </a:lnTo>
                  <a:lnTo>
                    <a:pt x="5033711" y="1685740"/>
                  </a:lnTo>
                  <a:lnTo>
                    <a:pt x="5034525" y="1683128"/>
                  </a:lnTo>
                  <a:lnTo>
                    <a:pt x="5035340" y="1696283"/>
                  </a:lnTo>
                  <a:lnTo>
                    <a:pt x="5036155" y="1682242"/>
                  </a:lnTo>
                  <a:lnTo>
                    <a:pt x="5036970" y="1679681"/>
                  </a:lnTo>
                  <a:lnTo>
                    <a:pt x="5037785" y="1670615"/>
                  </a:lnTo>
                  <a:lnTo>
                    <a:pt x="5038599" y="1662743"/>
                  </a:lnTo>
                  <a:lnTo>
                    <a:pt x="5039414" y="1647462"/>
                  </a:lnTo>
                  <a:lnTo>
                    <a:pt x="5040229" y="1648690"/>
                  </a:lnTo>
                  <a:lnTo>
                    <a:pt x="5041044" y="1611491"/>
                  </a:lnTo>
                  <a:lnTo>
                    <a:pt x="5041858" y="1529184"/>
                  </a:lnTo>
                  <a:lnTo>
                    <a:pt x="5042673" y="1523452"/>
                  </a:lnTo>
                  <a:lnTo>
                    <a:pt x="5043488" y="1595995"/>
                  </a:lnTo>
                  <a:lnTo>
                    <a:pt x="5044303" y="1577862"/>
                  </a:lnTo>
                  <a:lnTo>
                    <a:pt x="5045118" y="1546131"/>
                  </a:lnTo>
                  <a:lnTo>
                    <a:pt x="5045932" y="1528651"/>
                  </a:lnTo>
                  <a:lnTo>
                    <a:pt x="5046747" y="1473943"/>
                  </a:lnTo>
                  <a:lnTo>
                    <a:pt x="5047562" y="1484773"/>
                  </a:lnTo>
                  <a:lnTo>
                    <a:pt x="5048377" y="1480089"/>
                  </a:lnTo>
                  <a:lnTo>
                    <a:pt x="5049191" y="1440015"/>
                  </a:lnTo>
                  <a:lnTo>
                    <a:pt x="5050006" y="1528409"/>
                  </a:lnTo>
                  <a:lnTo>
                    <a:pt x="5050821" y="1622093"/>
                  </a:lnTo>
                  <a:lnTo>
                    <a:pt x="5051636" y="1650682"/>
                  </a:lnTo>
                  <a:lnTo>
                    <a:pt x="5052451" y="1658778"/>
                  </a:lnTo>
                  <a:lnTo>
                    <a:pt x="5053265" y="1652851"/>
                  </a:lnTo>
                  <a:lnTo>
                    <a:pt x="5054080" y="1662984"/>
                  </a:lnTo>
                  <a:lnTo>
                    <a:pt x="5054895" y="1698419"/>
                  </a:lnTo>
                  <a:lnTo>
                    <a:pt x="5055710" y="1677788"/>
                  </a:lnTo>
                  <a:lnTo>
                    <a:pt x="5056524" y="1648335"/>
                  </a:lnTo>
                  <a:lnTo>
                    <a:pt x="5057339" y="1652050"/>
                  </a:lnTo>
                  <a:lnTo>
                    <a:pt x="5058154" y="1658095"/>
                  </a:lnTo>
                  <a:lnTo>
                    <a:pt x="5058969" y="1628361"/>
                  </a:lnTo>
                  <a:lnTo>
                    <a:pt x="5059784" y="1618064"/>
                  </a:lnTo>
                  <a:lnTo>
                    <a:pt x="5060598" y="1569151"/>
                  </a:lnTo>
                  <a:lnTo>
                    <a:pt x="5061413" y="1548419"/>
                  </a:lnTo>
                  <a:lnTo>
                    <a:pt x="5062228" y="1587322"/>
                  </a:lnTo>
                  <a:lnTo>
                    <a:pt x="5063043" y="1609942"/>
                  </a:lnTo>
                  <a:lnTo>
                    <a:pt x="5063858" y="1605175"/>
                  </a:lnTo>
                  <a:lnTo>
                    <a:pt x="5064672" y="1599356"/>
                  </a:lnTo>
                  <a:lnTo>
                    <a:pt x="5065487" y="1570335"/>
                  </a:lnTo>
                  <a:lnTo>
                    <a:pt x="5066302" y="1534047"/>
                  </a:lnTo>
                  <a:lnTo>
                    <a:pt x="5067117" y="1543133"/>
                  </a:lnTo>
                  <a:lnTo>
                    <a:pt x="5067931" y="1546635"/>
                  </a:lnTo>
                  <a:lnTo>
                    <a:pt x="5068746" y="1539890"/>
                  </a:lnTo>
                  <a:lnTo>
                    <a:pt x="5069561" y="1522920"/>
                  </a:lnTo>
                  <a:lnTo>
                    <a:pt x="5070376" y="1548721"/>
                  </a:lnTo>
                  <a:lnTo>
                    <a:pt x="5071191" y="1545535"/>
                  </a:lnTo>
                  <a:lnTo>
                    <a:pt x="5072005" y="1439137"/>
                  </a:lnTo>
                  <a:lnTo>
                    <a:pt x="5072820" y="1390949"/>
                  </a:lnTo>
                  <a:lnTo>
                    <a:pt x="5073635" y="1480271"/>
                  </a:lnTo>
                  <a:lnTo>
                    <a:pt x="5074450" y="1556512"/>
                  </a:lnTo>
                  <a:lnTo>
                    <a:pt x="5075264" y="1597487"/>
                  </a:lnTo>
                  <a:lnTo>
                    <a:pt x="5076079" y="1628386"/>
                  </a:lnTo>
                  <a:lnTo>
                    <a:pt x="5076894" y="1681936"/>
                  </a:lnTo>
                  <a:lnTo>
                    <a:pt x="5077709" y="1727795"/>
                  </a:lnTo>
                  <a:lnTo>
                    <a:pt x="5078524" y="1742415"/>
                  </a:lnTo>
                  <a:lnTo>
                    <a:pt x="5079338" y="1683684"/>
                  </a:lnTo>
                  <a:lnTo>
                    <a:pt x="5080153" y="1704137"/>
                  </a:lnTo>
                  <a:lnTo>
                    <a:pt x="5080968" y="1710930"/>
                  </a:lnTo>
                  <a:lnTo>
                    <a:pt x="5081783" y="1668994"/>
                  </a:lnTo>
                  <a:lnTo>
                    <a:pt x="5082597" y="1586785"/>
                  </a:lnTo>
                  <a:lnTo>
                    <a:pt x="5083412" y="1616482"/>
                  </a:lnTo>
                  <a:lnTo>
                    <a:pt x="5084227" y="1667135"/>
                  </a:lnTo>
                  <a:lnTo>
                    <a:pt x="5085042" y="1684540"/>
                  </a:lnTo>
                  <a:lnTo>
                    <a:pt x="5085857" y="1672187"/>
                  </a:lnTo>
                  <a:lnTo>
                    <a:pt x="5086671" y="1690014"/>
                  </a:lnTo>
                  <a:lnTo>
                    <a:pt x="5087486" y="1619710"/>
                  </a:lnTo>
                  <a:lnTo>
                    <a:pt x="5088301" y="1647799"/>
                  </a:lnTo>
                  <a:lnTo>
                    <a:pt x="5089116" y="1555826"/>
                  </a:lnTo>
                  <a:lnTo>
                    <a:pt x="5089930" y="1536216"/>
                  </a:lnTo>
                  <a:lnTo>
                    <a:pt x="5090745" y="1520156"/>
                  </a:lnTo>
                  <a:lnTo>
                    <a:pt x="5091560" y="1590557"/>
                  </a:lnTo>
                  <a:lnTo>
                    <a:pt x="5092375" y="1636794"/>
                  </a:lnTo>
                  <a:lnTo>
                    <a:pt x="5093190" y="1622354"/>
                  </a:lnTo>
                  <a:lnTo>
                    <a:pt x="5094004" y="1641323"/>
                  </a:lnTo>
                  <a:lnTo>
                    <a:pt x="5094819" y="1609316"/>
                  </a:lnTo>
                  <a:lnTo>
                    <a:pt x="5095634" y="1588124"/>
                  </a:lnTo>
                  <a:lnTo>
                    <a:pt x="5096449" y="1611735"/>
                  </a:lnTo>
                  <a:lnTo>
                    <a:pt x="5097263" y="1581967"/>
                  </a:lnTo>
                  <a:lnTo>
                    <a:pt x="5098078" y="1643815"/>
                  </a:lnTo>
                  <a:lnTo>
                    <a:pt x="5098893" y="1603681"/>
                  </a:lnTo>
                  <a:lnTo>
                    <a:pt x="5099708" y="1624926"/>
                  </a:lnTo>
                  <a:lnTo>
                    <a:pt x="5100523" y="1590294"/>
                  </a:lnTo>
                  <a:lnTo>
                    <a:pt x="5101337" y="1520439"/>
                  </a:lnTo>
                  <a:lnTo>
                    <a:pt x="5102152" y="1551932"/>
                  </a:lnTo>
                  <a:lnTo>
                    <a:pt x="5102967" y="1391327"/>
                  </a:lnTo>
                  <a:lnTo>
                    <a:pt x="5103782" y="1427862"/>
                  </a:lnTo>
                  <a:lnTo>
                    <a:pt x="5104597" y="1513123"/>
                  </a:lnTo>
                  <a:lnTo>
                    <a:pt x="5105411" y="1487990"/>
                  </a:lnTo>
                  <a:lnTo>
                    <a:pt x="5106226" y="1587638"/>
                  </a:lnTo>
                  <a:lnTo>
                    <a:pt x="5107041" y="1602948"/>
                  </a:lnTo>
                  <a:lnTo>
                    <a:pt x="5107856" y="1624049"/>
                  </a:lnTo>
                  <a:lnTo>
                    <a:pt x="5108670" y="1634645"/>
                  </a:lnTo>
                  <a:lnTo>
                    <a:pt x="5109485" y="1561482"/>
                  </a:lnTo>
                  <a:lnTo>
                    <a:pt x="5110300" y="1588747"/>
                  </a:lnTo>
                  <a:lnTo>
                    <a:pt x="5111115" y="1513573"/>
                  </a:lnTo>
                  <a:lnTo>
                    <a:pt x="5111930" y="1509316"/>
                  </a:lnTo>
                  <a:lnTo>
                    <a:pt x="5112744" y="1484477"/>
                  </a:lnTo>
                  <a:lnTo>
                    <a:pt x="5113559" y="1485786"/>
                  </a:lnTo>
                  <a:lnTo>
                    <a:pt x="5114374" y="1509889"/>
                  </a:lnTo>
                  <a:lnTo>
                    <a:pt x="5115189" y="1481660"/>
                  </a:lnTo>
                  <a:lnTo>
                    <a:pt x="5116003" y="1436440"/>
                  </a:lnTo>
                  <a:lnTo>
                    <a:pt x="5116818" y="1443496"/>
                  </a:lnTo>
                  <a:lnTo>
                    <a:pt x="5117633" y="1361089"/>
                  </a:lnTo>
                  <a:lnTo>
                    <a:pt x="5118448" y="1335930"/>
                  </a:lnTo>
                  <a:lnTo>
                    <a:pt x="5119263" y="1289449"/>
                  </a:lnTo>
                  <a:lnTo>
                    <a:pt x="5120077" y="1325828"/>
                  </a:lnTo>
                  <a:lnTo>
                    <a:pt x="5120892" y="1343615"/>
                  </a:lnTo>
                  <a:lnTo>
                    <a:pt x="5121707" y="1250814"/>
                  </a:lnTo>
                  <a:lnTo>
                    <a:pt x="5122522" y="1334496"/>
                  </a:lnTo>
                  <a:lnTo>
                    <a:pt x="5123336" y="1283622"/>
                  </a:lnTo>
                  <a:lnTo>
                    <a:pt x="5124151" y="1263487"/>
                  </a:lnTo>
                  <a:lnTo>
                    <a:pt x="5124966" y="1156894"/>
                  </a:lnTo>
                  <a:lnTo>
                    <a:pt x="5125781" y="1195242"/>
                  </a:lnTo>
                  <a:lnTo>
                    <a:pt x="5126596" y="1175642"/>
                  </a:lnTo>
                  <a:lnTo>
                    <a:pt x="5127410" y="1152600"/>
                  </a:lnTo>
                  <a:lnTo>
                    <a:pt x="5128225" y="1133800"/>
                  </a:lnTo>
                  <a:lnTo>
                    <a:pt x="5129040" y="1094622"/>
                  </a:lnTo>
                  <a:lnTo>
                    <a:pt x="5129855" y="988321"/>
                  </a:lnTo>
                  <a:lnTo>
                    <a:pt x="5130669" y="935309"/>
                  </a:lnTo>
                  <a:lnTo>
                    <a:pt x="5131484" y="948202"/>
                  </a:lnTo>
                  <a:lnTo>
                    <a:pt x="5132299" y="891679"/>
                  </a:lnTo>
                  <a:lnTo>
                    <a:pt x="5133114" y="746812"/>
                  </a:lnTo>
                  <a:lnTo>
                    <a:pt x="5133929" y="761483"/>
                  </a:lnTo>
                  <a:lnTo>
                    <a:pt x="5134743" y="768517"/>
                  </a:lnTo>
                  <a:lnTo>
                    <a:pt x="5135558" y="772152"/>
                  </a:lnTo>
                  <a:lnTo>
                    <a:pt x="5136373" y="820827"/>
                  </a:lnTo>
                  <a:lnTo>
                    <a:pt x="5137188" y="855781"/>
                  </a:lnTo>
                  <a:lnTo>
                    <a:pt x="5138002" y="1004690"/>
                  </a:lnTo>
                  <a:lnTo>
                    <a:pt x="5138817" y="1025521"/>
                  </a:lnTo>
                  <a:lnTo>
                    <a:pt x="5139632" y="897999"/>
                  </a:lnTo>
                  <a:lnTo>
                    <a:pt x="5140447" y="1066333"/>
                  </a:lnTo>
                  <a:lnTo>
                    <a:pt x="5141262" y="1190621"/>
                  </a:lnTo>
                  <a:lnTo>
                    <a:pt x="5142076" y="1121657"/>
                  </a:lnTo>
                  <a:lnTo>
                    <a:pt x="5142891" y="1100665"/>
                  </a:lnTo>
                  <a:lnTo>
                    <a:pt x="5143706" y="1173680"/>
                  </a:lnTo>
                  <a:lnTo>
                    <a:pt x="5144521" y="1291236"/>
                  </a:lnTo>
                  <a:lnTo>
                    <a:pt x="5145336" y="1317306"/>
                  </a:lnTo>
                  <a:lnTo>
                    <a:pt x="5146150" y="1204000"/>
                  </a:lnTo>
                  <a:lnTo>
                    <a:pt x="5146965" y="1343808"/>
                  </a:lnTo>
                  <a:lnTo>
                    <a:pt x="5147780" y="1292025"/>
                  </a:lnTo>
                  <a:lnTo>
                    <a:pt x="5148595" y="1314257"/>
                  </a:lnTo>
                  <a:lnTo>
                    <a:pt x="5149409" y="1318585"/>
                  </a:lnTo>
                  <a:lnTo>
                    <a:pt x="5150224" y="1196276"/>
                  </a:lnTo>
                  <a:lnTo>
                    <a:pt x="5151039" y="1177760"/>
                  </a:lnTo>
                  <a:lnTo>
                    <a:pt x="5151854" y="1133638"/>
                  </a:lnTo>
                  <a:lnTo>
                    <a:pt x="5152669" y="1100489"/>
                  </a:lnTo>
                  <a:lnTo>
                    <a:pt x="5153483" y="1026627"/>
                  </a:lnTo>
                  <a:lnTo>
                    <a:pt x="5154298" y="1009023"/>
                  </a:lnTo>
                  <a:lnTo>
                    <a:pt x="5155113" y="1088366"/>
                  </a:lnTo>
                  <a:lnTo>
                    <a:pt x="5155928" y="1119052"/>
                  </a:lnTo>
                  <a:lnTo>
                    <a:pt x="5156742" y="1086754"/>
                  </a:lnTo>
                  <a:lnTo>
                    <a:pt x="5157557" y="1046485"/>
                  </a:lnTo>
                  <a:lnTo>
                    <a:pt x="5158372" y="1005459"/>
                  </a:lnTo>
                  <a:lnTo>
                    <a:pt x="5159187" y="1045052"/>
                  </a:lnTo>
                  <a:lnTo>
                    <a:pt x="5160002" y="1084345"/>
                  </a:lnTo>
                  <a:lnTo>
                    <a:pt x="5160816" y="1023499"/>
                  </a:lnTo>
                  <a:lnTo>
                    <a:pt x="5161631" y="1093779"/>
                  </a:lnTo>
                  <a:lnTo>
                    <a:pt x="5162446" y="1095952"/>
                  </a:lnTo>
                  <a:lnTo>
                    <a:pt x="5163261" y="1024284"/>
                  </a:lnTo>
                  <a:lnTo>
                    <a:pt x="5164075" y="1021518"/>
                  </a:lnTo>
                  <a:lnTo>
                    <a:pt x="5164890" y="1062509"/>
                  </a:lnTo>
                  <a:lnTo>
                    <a:pt x="5165705" y="1166759"/>
                  </a:lnTo>
                  <a:lnTo>
                    <a:pt x="5166520" y="1232417"/>
                  </a:lnTo>
                  <a:lnTo>
                    <a:pt x="5167335" y="1230339"/>
                  </a:lnTo>
                  <a:lnTo>
                    <a:pt x="5168149" y="1344027"/>
                  </a:lnTo>
                  <a:lnTo>
                    <a:pt x="5168964" y="1435219"/>
                  </a:lnTo>
                  <a:lnTo>
                    <a:pt x="5169779" y="1387126"/>
                  </a:lnTo>
                  <a:lnTo>
                    <a:pt x="5170594" y="1302075"/>
                  </a:lnTo>
                  <a:lnTo>
                    <a:pt x="5171408" y="1272003"/>
                  </a:lnTo>
                  <a:lnTo>
                    <a:pt x="5172223" y="1385651"/>
                  </a:lnTo>
                  <a:lnTo>
                    <a:pt x="5173038" y="1435369"/>
                  </a:lnTo>
                  <a:lnTo>
                    <a:pt x="5173853" y="1353762"/>
                  </a:lnTo>
                  <a:lnTo>
                    <a:pt x="5174668" y="1281093"/>
                  </a:lnTo>
                  <a:lnTo>
                    <a:pt x="5175482" y="1250561"/>
                  </a:lnTo>
                  <a:lnTo>
                    <a:pt x="5176297" y="1244765"/>
                  </a:lnTo>
                  <a:lnTo>
                    <a:pt x="5177112" y="1203648"/>
                  </a:lnTo>
                  <a:lnTo>
                    <a:pt x="5177927" y="1214727"/>
                  </a:lnTo>
                  <a:lnTo>
                    <a:pt x="5178742" y="1227250"/>
                  </a:lnTo>
                  <a:lnTo>
                    <a:pt x="5179556" y="1314420"/>
                  </a:lnTo>
                  <a:lnTo>
                    <a:pt x="5180371" y="1463336"/>
                  </a:lnTo>
                  <a:lnTo>
                    <a:pt x="5181186" y="1452816"/>
                  </a:lnTo>
                  <a:lnTo>
                    <a:pt x="5182001" y="1489694"/>
                  </a:lnTo>
                  <a:lnTo>
                    <a:pt x="5182815" y="1483211"/>
                  </a:lnTo>
                  <a:lnTo>
                    <a:pt x="5183630" y="1468999"/>
                  </a:lnTo>
                  <a:lnTo>
                    <a:pt x="5184445" y="1513100"/>
                  </a:lnTo>
                  <a:lnTo>
                    <a:pt x="5185260" y="1494404"/>
                  </a:lnTo>
                  <a:lnTo>
                    <a:pt x="5186075" y="1372429"/>
                  </a:lnTo>
                  <a:lnTo>
                    <a:pt x="5186889" y="1364801"/>
                  </a:lnTo>
                  <a:lnTo>
                    <a:pt x="5187704" y="1499092"/>
                  </a:lnTo>
                  <a:lnTo>
                    <a:pt x="5188519" y="1511000"/>
                  </a:lnTo>
                  <a:lnTo>
                    <a:pt x="5189334" y="1501918"/>
                  </a:lnTo>
                  <a:lnTo>
                    <a:pt x="5190148" y="1499523"/>
                  </a:lnTo>
                  <a:lnTo>
                    <a:pt x="5190963" y="1501783"/>
                  </a:lnTo>
                  <a:lnTo>
                    <a:pt x="5191778" y="1475511"/>
                  </a:lnTo>
                  <a:lnTo>
                    <a:pt x="5192593" y="1380360"/>
                  </a:lnTo>
                  <a:lnTo>
                    <a:pt x="5193408" y="1365348"/>
                  </a:lnTo>
                  <a:lnTo>
                    <a:pt x="5194222" y="1338594"/>
                  </a:lnTo>
                  <a:lnTo>
                    <a:pt x="5195037" y="1348136"/>
                  </a:lnTo>
                  <a:lnTo>
                    <a:pt x="5195852" y="1335295"/>
                  </a:lnTo>
                  <a:lnTo>
                    <a:pt x="5196667" y="1236255"/>
                  </a:lnTo>
                  <a:lnTo>
                    <a:pt x="5197481" y="1220413"/>
                  </a:lnTo>
                  <a:lnTo>
                    <a:pt x="5198296" y="1332308"/>
                  </a:lnTo>
                  <a:lnTo>
                    <a:pt x="5199111" y="1398739"/>
                  </a:lnTo>
                  <a:lnTo>
                    <a:pt x="5199926" y="1467454"/>
                  </a:lnTo>
                  <a:lnTo>
                    <a:pt x="5200741" y="1514756"/>
                  </a:lnTo>
                  <a:lnTo>
                    <a:pt x="5201555" y="1491518"/>
                  </a:lnTo>
                  <a:lnTo>
                    <a:pt x="5202370" y="1489143"/>
                  </a:lnTo>
                  <a:lnTo>
                    <a:pt x="5203185" y="1446720"/>
                  </a:lnTo>
                  <a:lnTo>
                    <a:pt x="5204000" y="1389119"/>
                  </a:lnTo>
                  <a:lnTo>
                    <a:pt x="5204814" y="1341910"/>
                  </a:lnTo>
                  <a:lnTo>
                    <a:pt x="5205629" y="1314483"/>
                  </a:lnTo>
                  <a:lnTo>
                    <a:pt x="5206444" y="1339672"/>
                  </a:lnTo>
                  <a:lnTo>
                    <a:pt x="5207259" y="1211655"/>
                  </a:lnTo>
                  <a:lnTo>
                    <a:pt x="5208074" y="1255610"/>
                  </a:lnTo>
                  <a:lnTo>
                    <a:pt x="5208888" y="1273771"/>
                  </a:lnTo>
                  <a:lnTo>
                    <a:pt x="5209703" y="1265078"/>
                  </a:lnTo>
                  <a:lnTo>
                    <a:pt x="5210518" y="1327822"/>
                  </a:lnTo>
                  <a:lnTo>
                    <a:pt x="5211333" y="1317383"/>
                  </a:lnTo>
                  <a:lnTo>
                    <a:pt x="5212147" y="1334062"/>
                  </a:lnTo>
                  <a:lnTo>
                    <a:pt x="5212962" y="1353493"/>
                  </a:lnTo>
                  <a:lnTo>
                    <a:pt x="5213777" y="1341623"/>
                  </a:lnTo>
                  <a:lnTo>
                    <a:pt x="5214592" y="1426268"/>
                  </a:lnTo>
                  <a:lnTo>
                    <a:pt x="5215407" y="1487400"/>
                  </a:lnTo>
                  <a:lnTo>
                    <a:pt x="5216221" y="1528591"/>
                  </a:lnTo>
                  <a:lnTo>
                    <a:pt x="5217036" y="1620047"/>
                  </a:lnTo>
                  <a:lnTo>
                    <a:pt x="5217851" y="1601694"/>
                  </a:lnTo>
                  <a:lnTo>
                    <a:pt x="5218666" y="1613905"/>
                  </a:lnTo>
                  <a:lnTo>
                    <a:pt x="5219481" y="1629302"/>
                  </a:lnTo>
                  <a:lnTo>
                    <a:pt x="5220295" y="1635372"/>
                  </a:lnTo>
                  <a:lnTo>
                    <a:pt x="5221110" y="1633939"/>
                  </a:lnTo>
                  <a:lnTo>
                    <a:pt x="5221925" y="1582670"/>
                  </a:lnTo>
                  <a:lnTo>
                    <a:pt x="5222740" y="1460614"/>
                  </a:lnTo>
                  <a:lnTo>
                    <a:pt x="5223554" y="1472829"/>
                  </a:lnTo>
                  <a:lnTo>
                    <a:pt x="5224369" y="1555603"/>
                  </a:lnTo>
                  <a:lnTo>
                    <a:pt x="5225184" y="1556428"/>
                  </a:lnTo>
                  <a:lnTo>
                    <a:pt x="5225999" y="1510725"/>
                  </a:lnTo>
                  <a:lnTo>
                    <a:pt x="5226814" y="1547017"/>
                  </a:lnTo>
                  <a:lnTo>
                    <a:pt x="5227628" y="1475031"/>
                  </a:lnTo>
                  <a:lnTo>
                    <a:pt x="5228443" y="1398768"/>
                  </a:lnTo>
                  <a:lnTo>
                    <a:pt x="5229258" y="1365801"/>
                  </a:lnTo>
                  <a:lnTo>
                    <a:pt x="5230073" y="1279062"/>
                  </a:lnTo>
                  <a:lnTo>
                    <a:pt x="5230887" y="1317401"/>
                  </a:lnTo>
                  <a:lnTo>
                    <a:pt x="5231702" y="1300361"/>
                  </a:lnTo>
                  <a:lnTo>
                    <a:pt x="5232517" y="1328735"/>
                  </a:lnTo>
                  <a:lnTo>
                    <a:pt x="5233332" y="1363206"/>
                  </a:lnTo>
                  <a:lnTo>
                    <a:pt x="5234147" y="1367871"/>
                  </a:lnTo>
                  <a:lnTo>
                    <a:pt x="5234961" y="1457120"/>
                  </a:lnTo>
                  <a:lnTo>
                    <a:pt x="5235776" y="1487077"/>
                  </a:lnTo>
                  <a:lnTo>
                    <a:pt x="5236591" y="1469046"/>
                  </a:lnTo>
                  <a:lnTo>
                    <a:pt x="5237406" y="1512373"/>
                  </a:lnTo>
                  <a:lnTo>
                    <a:pt x="5238220" y="1529892"/>
                  </a:lnTo>
                  <a:lnTo>
                    <a:pt x="5239035" y="1510444"/>
                  </a:lnTo>
                  <a:lnTo>
                    <a:pt x="5239850" y="1527965"/>
                  </a:lnTo>
                  <a:lnTo>
                    <a:pt x="5240665" y="1582731"/>
                  </a:lnTo>
                  <a:lnTo>
                    <a:pt x="5241480" y="1611625"/>
                  </a:lnTo>
                  <a:lnTo>
                    <a:pt x="5242294" y="1621877"/>
                  </a:lnTo>
                  <a:lnTo>
                    <a:pt x="5243109" y="1676927"/>
                  </a:lnTo>
                  <a:lnTo>
                    <a:pt x="5243924" y="1683938"/>
                  </a:lnTo>
                  <a:lnTo>
                    <a:pt x="5244739" y="1679322"/>
                  </a:lnTo>
                  <a:lnTo>
                    <a:pt x="5245553" y="1701564"/>
                  </a:lnTo>
                  <a:lnTo>
                    <a:pt x="5246368" y="1706487"/>
                  </a:lnTo>
                  <a:lnTo>
                    <a:pt x="5247183" y="1687404"/>
                  </a:lnTo>
                  <a:lnTo>
                    <a:pt x="5247998" y="1699611"/>
                  </a:lnTo>
                  <a:lnTo>
                    <a:pt x="5248813" y="1650351"/>
                  </a:lnTo>
                  <a:lnTo>
                    <a:pt x="5249627" y="1633460"/>
                  </a:lnTo>
                  <a:lnTo>
                    <a:pt x="5250442" y="1634068"/>
                  </a:lnTo>
                  <a:lnTo>
                    <a:pt x="5251257" y="1639899"/>
                  </a:lnTo>
                  <a:lnTo>
                    <a:pt x="5252072" y="1648236"/>
                  </a:lnTo>
                  <a:lnTo>
                    <a:pt x="5252886" y="1587673"/>
                  </a:lnTo>
                  <a:lnTo>
                    <a:pt x="5253701" y="1580421"/>
                  </a:lnTo>
                  <a:lnTo>
                    <a:pt x="5254516" y="1618990"/>
                  </a:lnTo>
                  <a:lnTo>
                    <a:pt x="5255331" y="1692799"/>
                  </a:lnTo>
                  <a:lnTo>
                    <a:pt x="5256146" y="1697464"/>
                  </a:lnTo>
                  <a:lnTo>
                    <a:pt x="5256960" y="1672500"/>
                  </a:lnTo>
                  <a:lnTo>
                    <a:pt x="5257775" y="1700301"/>
                  </a:lnTo>
                  <a:lnTo>
                    <a:pt x="5258590" y="1742344"/>
                  </a:lnTo>
                  <a:lnTo>
                    <a:pt x="5259405" y="1716980"/>
                  </a:lnTo>
                  <a:lnTo>
                    <a:pt x="5260220" y="1725739"/>
                  </a:lnTo>
                  <a:lnTo>
                    <a:pt x="5261034" y="1756701"/>
                  </a:lnTo>
                  <a:lnTo>
                    <a:pt x="5261034" y="1756701"/>
                  </a:lnTo>
                  <a:lnTo>
                    <a:pt x="5261849" y="1756701"/>
                  </a:lnTo>
                  <a:lnTo>
                    <a:pt x="5262664" y="1756701"/>
                  </a:lnTo>
                  <a:lnTo>
                    <a:pt x="5263479" y="1756701"/>
                  </a:lnTo>
                  <a:lnTo>
                    <a:pt x="5264293" y="1756701"/>
                  </a:lnTo>
                  <a:lnTo>
                    <a:pt x="5265108" y="1756701"/>
                  </a:lnTo>
                  <a:lnTo>
                    <a:pt x="5265923" y="1756701"/>
                  </a:lnTo>
                  <a:lnTo>
                    <a:pt x="5266738" y="1756701"/>
                  </a:lnTo>
                  <a:lnTo>
                    <a:pt x="5267553" y="1756701"/>
                  </a:lnTo>
                  <a:lnTo>
                    <a:pt x="5268367" y="1756701"/>
                  </a:lnTo>
                  <a:lnTo>
                    <a:pt x="5269182" y="1725791"/>
                  </a:lnTo>
                  <a:lnTo>
                    <a:pt x="5269997" y="1699014"/>
                  </a:lnTo>
                  <a:lnTo>
                    <a:pt x="5270812" y="1705352"/>
                  </a:lnTo>
                  <a:lnTo>
                    <a:pt x="5271626" y="1689648"/>
                  </a:lnTo>
                  <a:lnTo>
                    <a:pt x="5272441" y="1687720"/>
                  </a:lnTo>
                  <a:lnTo>
                    <a:pt x="5273256" y="1658624"/>
                  </a:lnTo>
                  <a:lnTo>
                    <a:pt x="5274071" y="1572723"/>
                  </a:lnTo>
                  <a:lnTo>
                    <a:pt x="5274886" y="1515340"/>
                  </a:lnTo>
                  <a:lnTo>
                    <a:pt x="5275700" y="1484217"/>
                  </a:lnTo>
                  <a:lnTo>
                    <a:pt x="5276515" y="1461464"/>
                  </a:lnTo>
                  <a:lnTo>
                    <a:pt x="5277330" y="1456529"/>
                  </a:lnTo>
                  <a:lnTo>
                    <a:pt x="5278145" y="1547294"/>
                  </a:lnTo>
                  <a:lnTo>
                    <a:pt x="5278959" y="1553591"/>
                  </a:lnTo>
                  <a:lnTo>
                    <a:pt x="5279774" y="1590007"/>
                  </a:lnTo>
                  <a:lnTo>
                    <a:pt x="5280589" y="1583548"/>
                  </a:lnTo>
                  <a:lnTo>
                    <a:pt x="5281404" y="1609952"/>
                  </a:lnTo>
                  <a:lnTo>
                    <a:pt x="5282219" y="1606903"/>
                  </a:lnTo>
                  <a:lnTo>
                    <a:pt x="5283033" y="1643556"/>
                  </a:lnTo>
                  <a:lnTo>
                    <a:pt x="5283848" y="1677733"/>
                  </a:lnTo>
                  <a:lnTo>
                    <a:pt x="5284663" y="1627832"/>
                  </a:lnTo>
                  <a:lnTo>
                    <a:pt x="5285478" y="1637112"/>
                  </a:lnTo>
                  <a:lnTo>
                    <a:pt x="5286292" y="1620768"/>
                  </a:lnTo>
                  <a:lnTo>
                    <a:pt x="5287107" y="1613674"/>
                  </a:lnTo>
                  <a:lnTo>
                    <a:pt x="5287922" y="1585242"/>
                  </a:lnTo>
                  <a:lnTo>
                    <a:pt x="5288737" y="1531359"/>
                  </a:lnTo>
                  <a:lnTo>
                    <a:pt x="5289552" y="1433760"/>
                  </a:lnTo>
                  <a:lnTo>
                    <a:pt x="5290366" y="1443202"/>
                  </a:lnTo>
                  <a:lnTo>
                    <a:pt x="5291181" y="1419020"/>
                  </a:lnTo>
                  <a:lnTo>
                    <a:pt x="5291996" y="1472928"/>
                  </a:lnTo>
                  <a:lnTo>
                    <a:pt x="5292811" y="1447354"/>
                  </a:lnTo>
                  <a:lnTo>
                    <a:pt x="5293625" y="1531893"/>
                  </a:lnTo>
                  <a:lnTo>
                    <a:pt x="5294440" y="1611581"/>
                  </a:lnTo>
                  <a:lnTo>
                    <a:pt x="5295255" y="1585337"/>
                  </a:lnTo>
                  <a:lnTo>
                    <a:pt x="5296070" y="1534854"/>
                  </a:lnTo>
                  <a:lnTo>
                    <a:pt x="5296885" y="1511024"/>
                  </a:lnTo>
                  <a:lnTo>
                    <a:pt x="5297699" y="1523666"/>
                  </a:lnTo>
                  <a:lnTo>
                    <a:pt x="5298514" y="1552008"/>
                  </a:lnTo>
                  <a:lnTo>
                    <a:pt x="5299329" y="1422594"/>
                  </a:lnTo>
                  <a:lnTo>
                    <a:pt x="5300144" y="1461298"/>
                  </a:lnTo>
                  <a:lnTo>
                    <a:pt x="5300959" y="1479284"/>
                  </a:lnTo>
                  <a:lnTo>
                    <a:pt x="5301773" y="1572836"/>
                  </a:lnTo>
                  <a:lnTo>
                    <a:pt x="5302588" y="1634338"/>
                  </a:lnTo>
                  <a:lnTo>
                    <a:pt x="5303403" y="1668246"/>
                  </a:lnTo>
                  <a:lnTo>
                    <a:pt x="5304218" y="1689946"/>
                  </a:lnTo>
                  <a:lnTo>
                    <a:pt x="5305032" y="1713039"/>
                  </a:lnTo>
                  <a:lnTo>
                    <a:pt x="5305847" y="1705526"/>
                  </a:lnTo>
                  <a:lnTo>
                    <a:pt x="5306662" y="1680175"/>
                  </a:lnTo>
                  <a:lnTo>
                    <a:pt x="5307477" y="1728864"/>
                  </a:lnTo>
                  <a:lnTo>
                    <a:pt x="5308292" y="1614889"/>
                  </a:lnTo>
                  <a:lnTo>
                    <a:pt x="5309106" y="1591601"/>
                  </a:lnTo>
                  <a:lnTo>
                    <a:pt x="5309921" y="1553069"/>
                  </a:lnTo>
                  <a:lnTo>
                    <a:pt x="5310736" y="1591580"/>
                  </a:lnTo>
                  <a:lnTo>
                    <a:pt x="5311551" y="1517836"/>
                  </a:lnTo>
                  <a:lnTo>
                    <a:pt x="5312365" y="1549881"/>
                  </a:lnTo>
                  <a:lnTo>
                    <a:pt x="5313180" y="1619799"/>
                  </a:lnTo>
                  <a:lnTo>
                    <a:pt x="5313995" y="1630805"/>
                  </a:lnTo>
                  <a:lnTo>
                    <a:pt x="5314810" y="1645621"/>
                  </a:lnTo>
                  <a:lnTo>
                    <a:pt x="5315625" y="1621329"/>
                  </a:lnTo>
                  <a:lnTo>
                    <a:pt x="5316439" y="1622003"/>
                  </a:lnTo>
                  <a:lnTo>
                    <a:pt x="5317254" y="1621597"/>
                  </a:lnTo>
                  <a:lnTo>
                    <a:pt x="5318069" y="1643091"/>
                  </a:lnTo>
                  <a:lnTo>
                    <a:pt x="5318884" y="1661138"/>
                  </a:lnTo>
                  <a:lnTo>
                    <a:pt x="5319698" y="1694624"/>
                  </a:lnTo>
                  <a:lnTo>
                    <a:pt x="5320513" y="1737056"/>
                  </a:lnTo>
                  <a:lnTo>
                    <a:pt x="5321328" y="1743541"/>
                  </a:lnTo>
                  <a:lnTo>
                    <a:pt x="5322143" y="1748104"/>
                  </a:lnTo>
                  <a:lnTo>
                    <a:pt x="5322958" y="1741632"/>
                  </a:lnTo>
                  <a:lnTo>
                    <a:pt x="5323772" y="1741444"/>
                  </a:lnTo>
                  <a:lnTo>
                    <a:pt x="5324587" y="1740217"/>
                  </a:lnTo>
                  <a:lnTo>
                    <a:pt x="5325402" y="1737297"/>
                  </a:lnTo>
                  <a:lnTo>
                    <a:pt x="5326217" y="1746839"/>
                  </a:lnTo>
                  <a:lnTo>
                    <a:pt x="5327031" y="1733582"/>
                  </a:lnTo>
                  <a:lnTo>
                    <a:pt x="5327846" y="1699991"/>
                  </a:lnTo>
                  <a:lnTo>
                    <a:pt x="5328661" y="1674951"/>
                  </a:lnTo>
                  <a:lnTo>
                    <a:pt x="5329476" y="1640820"/>
                  </a:lnTo>
                  <a:lnTo>
                    <a:pt x="5330291" y="1652380"/>
                  </a:lnTo>
                  <a:lnTo>
                    <a:pt x="5331105" y="1609666"/>
                  </a:lnTo>
                  <a:lnTo>
                    <a:pt x="5331920" y="1660964"/>
                  </a:lnTo>
                  <a:lnTo>
                    <a:pt x="5332735" y="1669778"/>
                  </a:lnTo>
                  <a:lnTo>
                    <a:pt x="5333550" y="1639323"/>
                  </a:lnTo>
                  <a:lnTo>
                    <a:pt x="5334364" y="1671733"/>
                  </a:lnTo>
                  <a:lnTo>
                    <a:pt x="5335179" y="1638527"/>
                  </a:lnTo>
                  <a:lnTo>
                    <a:pt x="5335994" y="1627674"/>
                  </a:lnTo>
                  <a:lnTo>
                    <a:pt x="5336809" y="1615746"/>
                  </a:lnTo>
                  <a:lnTo>
                    <a:pt x="5337624" y="1582291"/>
                  </a:lnTo>
                  <a:lnTo>
                    <a:pt x="5338438" y="1613792"/>
                  </a:lnTo>
                  <a:lnTo>
                    <a:pt x="5339253" y="1586651"/>
                  </a:lnTo>
                  <a:lnTo>
                    <a:pt x="5340068" y="1610148"/>
                  </a:lnTo>
                  <a:lnTo>
                    <a:pt x="5340883" y="1591287"/>
                  </a:lnTo>
                  <a:lnTo>
                    <a:pt x="5341698" y="1563630"/>
                  </a:lnTo>
                  <a:lnTo>
                    <a:pt x="5342512" y="1548385"/>
                  </a:lnTo>
                  <a:lnTo>
                    <a:pt x="5343327" y="1551876"/>
                  </a:lnTo>
                  <a:lnTo>
                    <a:pt x="5344142" y="1546544"/>
                  </a:lnTo>
                  <a:lnTo>
                    <a:pt x="5344957" y="1532448"/>
                  </a:lnTo>
                  <a:lnTo>
                    <a:pt x="5345771" y="1570012"/>
                  </a:lnTo>
                  <a:lnTo>
                    <a:pt x="5346586" y="1600679"/>
                  </a:lnTo>
                  <a:lnTo>
                    <a:pt x="5347401" y="1597854"/>
                  </a:lnTo>
                  <a:lnTo>
                    <a:pt x="5348216" y="1537120"/>
                  </a:lnTo>
                  <a:lnTo>
                    <a:pt x="5349031" y="1579267"/>
                  </a:lnTo>
                  <a:lnTo>
                    <a:pt x="5349845" y="1442285"/>
                  </a:lnTo>
                  <a:lnTo>
                    <a:pt x="5350660" y="1447386"/>
                  </a:lnTo>
                  <a:lnTo>
                    <a:pt x="5351475" y="1424715"/>
                  </a:lnTo>
                  <a:lnTo>
                    <a:pt x="5352290" y="1403281"/>
                  </a:lnTo>
                  <a:lnTo>
                    <a:pt x="5353104" y="1458457"/>
                  </a:lnTo>
                  <a:lnTo>
                    <a:pt x="5353919" y="1522748"/>
                  </a:lnTo>
                  <a:lnTo>
                    <a:pt x="5354734" y="1572489"/>
                  </a:lnTo>
                  <a:lnTo>
                    <a:pt x="5355549" y="1565816"/>
                  </a:lnTo>
                  <a:lnTo>
                    <a:pt x="5356364" y="1571420"/>
                  </a:lnTo>
                  <a:lnTo>
                    <a:pt x="5357178" y="1614103"/>
                  </a:lnTo>
                  <a:lnTo>
                    <a:pt x="5357993" y="1601882"/>
                  </a:lnTo>
                  <a:lnTo>
                    <a:pt x="5358808" y="1580351"/>
                  </a:lnTo>
                  <a:lnTo>
                    <a:pt x="5359623" y="1588491"/>
                  </a:lnTo>
                  <a:lnTo>
                    <a:pt x="5360437" y="1574802"/>
                  </a:lnTo>
                  <a:lnTo>
                    <a:pt x="5361252" y="1547310"/>
                  </a:lnTo>
                  <a:lnTo>
                    <a:pt x="5362067" y="1426057"/>
                  </a:lnTo>
                  <a:lnTo>
                    <a:pt x="5362882" y="1411258"/>
                  </a:lnTo>
                  <a:lnTo>
                    <a:pt x="5363697" y="1467759"/>
                  </a:lnTo>
                  <a:lnTo>
                    <a:pt x="5364511" y="1573056"/>
                  </a:lnTo>
                  <a:lnTo>
                    <a:pt x="5365326" y="1619413"/>
                  </a:lnTo>
                  <a:lnTo>
                    <a:pt x="5366141" y="1616334"/>
                  </a:lnTo>
                  <a:lnTo>
                    <a:pt x="5366956" y="1594014"/>
                  </a:lnTo>
                  <a:lnTo>
                    <a:pt x="5367770" y="1620494"/>
                  </a:lnTo>
                  <a:lnTo>
                    <a:pt x="5368585" y="1576221"/>
                  </a:lnTo>
                  <a:lnTo>
                    <a:pt x="5369400" y="1477729"/>
                  </a:lnTo>
                  <a:lnTo>
                    <a:pt x="5370215" y="1391455"/>
                  </a:lnTo>
                  <a:lnTo>
                    <a:pt x="5371030" y="1350050"/>
                  </a:lnTo>
                  <a:lnTo>
                    <a:pt x="5371844" y="1380814"/>
                  </a:lnTo>
                  <a:lnTo>
                    <a:pt x="5372659" y="1352306"/>
                  </a:lnTo>
                  <a:lnTo>
                    <a:pt x="5373474" y="1326890"/>
                  </a:lnTo>
                  <a:lnTo>
                    <a:pt x="5374289" y="1371476"/>
                  </a:lnTo>
                  <a:lnTo>
                    <a:pt x="5375103" y="1359675"/>
                  </a:lnTo>
                  <a:lnTo>
                    <a:pt x="5375918" y="1382924"/>
                  </a:lnTo>
                  <a:lnTo>
                    <a:pt x="5376733" y="1438429"/>
                  </a:lnTo>
                  <a:lnTo>
                    <a:pt x="5377548" y="1524443"/>
                  </a:lnTo>
                  <a:lnTo>
                    <a:pt x="5378363" y="1540477"/>
                  </a:lnTo>
                  <a:lnTo>
                    <a:pt x="5379177" y="1510131"/>
                  </a:lnTo>
                  <a:lnTo>
                    <a:pt x="5379992" y="1530206"/>
                  </a:lnTo>
                  <a:lnTo>
                    <a:pt x="5380807" y="1518355"/>
                  </a:lnTo>
                  <a:lnTo>
                    <a:pt x="5381622" y="1503974"/>
                  </a:lnTo>
                  <a:lnTo>
                    <a:pt x="5382437" y="1513667"/>
                  </a:lnTo>
                  <a:lnTo>
                    <a:pt x="5383251" y="1429439"/>
                  </a:lnTo>
                  <a:lnTo>
                    <a:pt x="5384066" y="1367108"/>
                  </a:lnTo>
                  <a:lnTo>
                    <a:pt x="5384881" y="1290127"/>
                  </a:lnTo>
                  <a:lnTo>
                    <a:pt x="5385696" y="1285189"/>
                  </a:lnTo>
                  <a:lnTo>
                    <a:pt x="5386510" y="1314506"/>
                  </a:lnTo>
                  <a:lnTo>
                    <a:pt x="5387325" y="1239780"/>
                  </a:lnTo>
                  <a:lnTo>
                    <a:pt x="5388140" y="1294029"/>
                  </a:lnTo>
                  <a:lnTo>
                    <a:pt x="5388955" y="1323153"/>
                  </a:lnTo>
                  <a:lnTo>
                    <a:pt x="5389770" y="1411568"/>
                  </a:lnTo>
                  <a:lnTo>
                    <a:pt x="5390584" y="1466698"/>
                  </a:lnTo>
                  <a:lnTo>
                    <a:pt x="5391399" y="1513045"/>
                  </a:lnTo>
                  <a:lnTo>
                    <a:pt x="5392214" y="1561830"/>
                  </a:lnTo>
                  <a:lnTo>
                    <a:pt x="5393029" y="1605740"/>
                  </a:lnTo>
                  <a:lnTo>
                    <a:pt x="5393843" y="1598851"/>
                  </a:lnTo>
                  <a:lnTo>
                    <a:pt x="5394658" y="1610017"/>
                  </a:lnTo>
                  <a:lnTo>
                    <a:pt x="5395473" y="1638854"/>
                  </a:lnTo>
                  <a:lnTo>
                    <a:pt x="5396288" y="1661020"/>
                  </a:lnTo>
                  <a:lnTo>
                    <a:pt x="5397103" y="1651958"/>
                  </a:lnTo>
                  <a:lnTo>
                    <a:pt x="5397917" y="1636768"/>
                  </a:lnTo>
                  <a:lnTo>
                    <a:pt x="5398732" y="1694240"/>
                  </a:lnTo>
                  <a:lnTo>
                    <a:pt x="5399547" y="1678670"/>
                  </a:lnTo>
                  <a:lnTo>
                    <a:pt x="5400362" y="1628858"/>
                  </a:lnTo>
                  <a:lnTo>
                    <a:pt x="5401176" y="1531311"/>
                  </a:lnTo>
                  <a:lnTo>
                    <a:pt x="5401991" y="1595911"/>
                  </a:lnTo>
                  <a:lnTo>
                    <a:pt x="5402806" y="1648847"/>
                  </a:lnTo>
                  <a:lnTo>
                    <a:pt x="5403621" y="1622706"/>
                  </a:lnTo>
                  <a:lnTo>
                    <a:pt x="5404436" y="1531315"/>
                  </a:lnTo>
                  <a:lnTo>
                    <a:pt x="5405250" y="1536272"/>
                  </a:lnTo>
                  <a:lnTo>
                    <a:pt x="5406065" y="1520079"/>
                  </a:lnTo>
                  <a:lnTo>
                    <a:pt x="5406880" y="1512103"/>
                  </a:lnTo>
                  <a:lnTo>
                    <a:pt x="5407695" y="1471809"/>
                  </a:lnTo>
                  <a:lnTo>
                    <a:pt x="5408509" y="1513989"/>
                  </a:lnTo>
                  <a:lnTo>
                    <a:pt x="5409324" y="1594708"/>
                  </a:lnTo>
                  <a:lnTo>
                    <a:pt x="5410139" y="1561842"/>
                  </a:lnTo>
                  <a:lnTo>
                    <a:pt x="5410954" y="1556156"/>
                  </a:lnTo>
                  <a:lnTo>
                    <a:pt x="5411769" y="1550394"/>
                  </a:lnTo>
                  <a:lnTo>
                    <a:pt x="5412583" y="1479234"/>
                  </a:lnTo>
                  <a:lnTo>
                    <a:pt x="5413398" y="1592662"/>
                  </a:lnTo>
                  <a:lnTo>
                    <a:pt x="5414213" y="1570427"/>
                  </a:lnTo>
                  <a:lnTo>
                    <a:pt x="5415028" y="1606036"/>
                  </a:lnTo>
                  <a:lnTo>
                    <a:pt x="5415842" y="1606410"/>
                  </a:lnTo>
                  <a:lnTo>
                    <a:pt x="5416657" y="1612975"/>
                  </a:lnTo>
                  <a:lnTo>
                    <a:pt x="5417472" y="1612232"/>
                  </a:lnTo>
                  <a:lnTo>
                    <a:pt x="5418287" y="1587620"/>
                  </a:lnTo>
                  <a:lnTo>
                    <a:pt x="5419102" y="1573286"/>
                  </a:lnTo>
                  <a:lnTo>
                    <a:pt x="5419916" y="1528612"/>
                  </a:lnTo>
                  <a:lnTo>
                    <a:pt x="5420731" y="1595030"/>
                  </a:lnTo>
                  <a:lnTo>
                    <a:pt x="5421546" y="1613963"/>
                  </a:lnTo>
                  <a:lnTo>
                    <a:pt x="5422361" y="1622101"/>
                  </a:lnTo>
                  <a:lnTo>
                    <a:pt x="5423176" y="1570906"/>
                  </a:lnTo>
                  <a:lnTo>
                    <a:pt x="5423990" y="1602672"/>
                  </a:lnTo>
                  <a:lnTo>
                    <a:pt x="5424805" y="1618271"/>
                  </a:lnTo>
                  <a:lnTo>
                    <a:pt x="5425620" y="1607473"/>
                  </a:lnTo>
                  <a:lnTo>
                    <a:pt x="5426435" y="1614927"/>
                  </a:lnTo>
                  <a:lnTo>
                    <a:pt x="5427249" y="1615076"/>
                  </a:lnTo>
                  <a:lnTo>
                    <a:pt x="5428064" y="1665913"/>
                  </a:lnTo>
                  <a:lnTo>
                    <a:pt x="5428879" y="1669165"/>
                  </a:lnTo>
                  <a:lnTo>
                    <a:pt x="5429694" y="1665153"/>
                  </a:lnTo>
                  <a:lnTo>
                    <a:pt x="5430509" y="1684907"/>
                  </a:lnTo>
                  <a:lnTo>
                    <a:pt x="5431323" y="1739577"/>
                  </a:lnTo>
                  <a:lnTo>
                    <a:pt x="5432138" y="1756701"/>
                  </a:lnTo>
                  <a:lnTo>
                    <a:pt x="5432138" y="1756701"/>
                  </a:lnTo>
                  <a:lnTo>
                    <a:pt x="5432953" y="1756701"/>
                  </a:lnTo>
                  <a:lnTo>
                    <a:pt x="5433768" y="1735861"/>
                  </a:lnTo>
                  <a:lnTo>
                    <a:pt x="5434582" y="1752251"/>
                  </a:lnTo>
                  <a:lnTo>
                    <a:pt x="5435397" y="1722559"/>
                  </a:lnTo>
                  <a:lnTo>
                    <a:pt x="5436212" y="1651069"/>
                  </a:lnTo>
                  <a:lnTo>
                    <a:pt x="5437027" y="1640780"/>
                  </a:lnTo>
                  <a:lnTo>
                    <a:pt x="5437842" y="1663011"/>
                  </a:lnTo>
                  <a:lnTo>
                    <a:pt x="5438656" y="1663218"/>
                  </a:lnTo>
                  <a:lnTo>
                    <a:pt x="5439471" y="1668494"/>
                  </a:lnTo>
                  <a:lnTo>
                    <a:pt x="5440286" y="1650350"/>
                  </a:lnTo>
                  <a:lnTo>
                    <a:pt x="5441101" y="1575771"/>
                  </a:lnTo>
                  <a:lnTo>
                    <a:pt x="5441915" y="1565094"/>
                  </a:lnTo>
                  <a:lnTo>
                    <a:pt x="5442730" y="1613154"/>
                  </a:lnTo>
                  <a:lnTo>
                    <a:pt x="5443545" y="1607671"/>
                  </a:lnTo>
                  <a:lnTo>
                    <a:pt x="5444360" y="1631457"/>
                  </a:lnTo>
                  <a:lnTo>
                    <a:pt x="5445175" y="1677561"/>
                  </a:lnTo>
                  <a:lnTo>
                    <a:pt x="5445989" y="1694382"/>
                  </a:lnTo>
                  <a:lnTo>
                    <a:pt x="5446804" y="1717286"/>
                  </a:lnTo>
                  <a:lnTo>
                    <a:pt x="5447619" y="1717962"/>
                  </a:lnTo>
                  <a:lnTo>
                    <a:pt x="5448434" y="1718761"/>
                  </a:lnTo>
                  <a:lnTo>
                    <a:pt x="5449248" y="1737693"/>
                  </a:lnTo>
                  <a:lnTo>
                    <a:pt x="5450063" y="1730327"/>
                  </a:lnTo>
                  <a:lnTo>
                    <a:pt x="5450878" y="1734460"/>
                  </a:lnTo>
                  <a:lnTo>
                    <a:pt x="5451693" y="1720572"/>
                  </a:lnTo>
                  <a:lnTo>
                    <a:pt x="5452508" y="1728365"/>
                  </a:lnTo>
                  <a:lnTo>
                    <a:pt x="5453322" y="1720964"/>
                  </a:lnTo>
                  <a:lnTo>
                    <a:pt x="5454137" y="1754500"/>
                  </a:lnTo>
                  <a:lnTo>
                    <a:pt x="5454952" y="1756701"/>
                  </a:lnTo>
                  <a:lnTo>
                    <a:pt x="5454952" y="1756701"/>
                  </a:lnTo>
                  <a:lnTo>
                    <a:pt x="5455767" y="1746263"/>
                  </a:lnTo>
                  <a:lnTo>
                    <a:pt x="5456581" y="1745368"/>
                  </a:lnTo>
                  <a:lnTo>
                    <a:pt x="5457396" y="1742919"/>
                  </a:lnTo>
                  <a:lnTo>
                    <a:pt x="5458211" y="1680087"/>
                  </a:lnTo>
                  <a:lnTo>
                    <a:pt x="5459026" y="1653697"/>
                  </a:lnTo>
                  <a:lnTo>
                    <a:pt x="5459841" y="1653883"/>
                  </a:lnTo>
                  <a:lnTo>
                    <a:pt x="5460655" y="1649686"/>
                  </a:lnTo>
                  <a:lnTo>
                    <a:pt x="5461470" y="1647422"/>
                  </a:lnTo>
                  <a:lnTo>
                    <a:pt x="5462285" y="1632982"/>
                  </a:lnTo>
                  <a:lnTo>
                    <a:pt x="5463100" y="1626647"/>
                  </a:lnTo>
                  <a:lnTo>
                    <a:pt x="5463915" y="1600194"/>
                  </a:lnTo>
                  <a:lnTo>
                    <a:pt x="5464729" y="1610454"/>
                  </a:lnTo>
                  <a:lnTo>
                    <a:pt x="5465544" y="1506803"/>
                  </a:lnTo>
                  <a:lnTo>
                    <a:pt x="5466359" y="1549485"/>
                  </a:lnTo>
                  <a:lnTo>
                    <a:pt x="5467174" y="1546649"/>
                  </a:lnTo>
                  <a:lnTo>
                    <a:pt x="5467988" y="1526747"/>
                  </a:lnTo>
                  <a:lnTo>
                    <a:pt x="5468803" y="1530605"/>
                  </a:lnTo>
                  <a:lnTo>
                    <a:pt x="5469618" y="1578996"/>
                  </a:lnTo>
                  <a:lnTo>
                    <a:pt x="5470433" y="1609032"/>
                  </a:lnTo>
                  <a:lnTo>
                    <a:pt x="5471248" y="1577499"/>
                  </a:lnTo>
                  <a:lnTo>
                    <a:pt x="5472062" y="1517036"/>
                  </a:lnTo>
                  <a:lnTo>
                    <a:pt x="5472877" y="1462394"/>
                  </a:lnTo>
                  <a:lnTo>
                    <a:pt x="5473692" y="1485168"/>
                  </a:lnTo>
                  <a:lnTo>
                    <a:pt x="5474507" y="1549096"/>
                  </a:lnTo>
                  <a:lnTo>
                    <a:pt x="5475321" y="1609549"/>
                  </a:lnTo>
                  <a:lnTo>
                    <a:pt x="5476136" y="1659207"/>
                  </a:lnTo>
                  <a:lnTo>
                    <a:pt x="5476951" y="1724850"/>
                  </a:lnTo>
                  <a:lnTo>
                    <a:pt x="5477766" y="1740847"/>
                  </a:lnTo>
                  <a:lnTo>
                    <a:pt x="5478581" y="1701703"/>
                  </a:lnTo>
                  <a:lnTo>
                    <a:pt x="5479395" y="1701300"/>
                  </a:lnTo>
                  <a:lnTo>
                    <a:pt x="5480210" y="1672085"/>
                  </a:lnTo>
                  <a:lnTo>
                    <a:pt x="5481025" y="1621498"/>
                  </a:lnTo>
                  <a:lnTo>
                    <a:pt x="5481840" y="1609861"/>
                  </a:lnTo>
                  <a:lnTo>
                    <a:pt x="5482654" y="1613123"/>
                  </a:lnTo>
                  <a:lnTo>
                    <a:pt x="5483469" y="1610209"/>
                  </a:lnTo>
                  <a:lnTo>
                    <a:pt x="5484284" y="1615114"/>
                  </a:lnTo>
                  <a:lnTo>
                    <a:pt x="5485099" y="1665030"/>
                  </a:lnTo>
                  <a:lnTo>
                    <a:pt x="5485914" y="1658073"/>
                  </a:lnTo>
                  <a:lnTo>
                    <a:pt x="5486728" y="1664823"/>
                  </a:lnTo>
                  <a:lnTo>
                    <a:pt x="5487543" y="1671167"/>
                  </a:lnTo>
                  <a:lnTo>
                    <a:pt x="5488358" y="1626934"/>
                  </a:lnTo>
                  <a:lnTo>
                    <a:pt x="5489173" y="1611901"/>
                  </a:lnTo>
                  <a:lnTo>
                    <a:pt x="5489987" y="1549245"/>
                  </a:lnTo>
                  <a:lnTo>
                    <a:pt x="5490802" y="1441910"/>
                  </a:lnTo>
                  <a:lnTo>
                    <a:pt x="5491617" y="1413339"/>
                  </a:lnTo>
                  <a:lnTo>
                    <a:pt x="5492432" y="1416158"/>
                  </a:lnTo>
                  <a:lnTo>
                    <a:pt x="5493247" y="1494588"/>
                  </a:lnTo>
                  <a:lnTo>
                    <a:pt x="5494061" y="1510703"/>
                  </a:lnTo>
                  <a:lnTo>
                    <a:pt x="5494876" y="1550032"/>
                  </a:lnTo>
                  <a:lnTo>
                    <a:pt x="5495691" y="1539281"/>
                  </a:lnTo>
                  <a:lnTo>
                    <a:pt x="5496506" y="1536173"/>
                  </a:lnTo>
                  <a:lnTo>
                    <a:pt x="5497321" y="1545467"/>
                  </a:lnTo>
                  <a:lnTo>
                    <a:pt x="5498135" y="1538689"/>
                  </a:lnTo>
                  <a:lnTo>
                    <a:pt x="5498950" y="1543376"/>
                  </a:lnTo>
                  <a:lnTo>
                    <a:pt x="5499765" y="1549237"/>
                  </a:lnTo>
                  <a:lnTo>
                    <a:pt x="5500580" y="1572881"/>
                  </a:lnTo>
                  <a:lnTo>
                    <a:pt x="5501394" y="1625751"/>
                  </a:lnTo>
                  <a:lnTo>
                    <a:pt x="5502209" y="1611184"/>
                  </a:lnTo>
                  <a:lnTo>
                    <a:pt x="5503024" y="1587575"/>
                  </a:lnTo>
                  <a:lnTo>
                    <a:pt x="5503839" y="1568235"/>
                  </a:lnTo>
                  <a:lnTo>
                    <a:pt x="5504654" y="1584938"/>
                  </a:lnTo>
                  <a:lnTo>
                    <a:pt x="5505468" y="1549866"/>
                  </a:lnTo>
                  <a:lnTo>
                    <a:pt x="5506283" y="1520603"/>
                  </a:lnTo>
                  <a:lnTo>
                    <a:pt x="5507098" y="1566836"/>
                  </a:lnTo>
                  <a:lnTo>
                    <a:pt x="5507913" y="1576719"/>
                  </a:lnTo>
                  <a:lnTo>
                    <a:pt x="5508727" y="1478468"/>
                  </a:lnTo>
                  <a:lnTo>
                    <a:pt x="5509542" y="1463279"/>
                  </a:lnTo>
                  <a:lnTo>
                    <a:pt x="5510357" y="1486067"/>
                  </a:lnTo>
                  <a:lnTo>
                    <a:pt x="5511172" y="1535019"/>
                  </a:lnTo>
                  <a:lnTo>
                    <a:pt x="5511987" y="1571369"/>
                  </a:lnTo>
                  <a:lnTo>
                    <a:pt x="5512801" y="1567779"/>
                  </a:lnTo>
                  <a:lnTo>
                    <a:pt x="5513616" y="1546671"/>
                  </a:lnTo>
                  <a:lnTo>
                    <a:pt x="5514431" y="1488409"/>
                  </a:lnTo>
                  <a:lnTo>
                    <a:pt x="5515246" y="1508183"/>
                  </a:lnTo>
                  <a:lnTo>
                    <a:pt x="5516060" y="1544131"/>
                  </a:lnTo>
                  <a:lnTo>
                    <a:pt x="5516875" y="1557381"/>
                  </a:lnTo>
                  <a:lnTo>
                    <a:pt x="5517690" y="1537501"/>
                  </a:lnTo>
                  <a:lnTo>
                    <a:pt x="5518505" y="1609471"/>
                  </a:lnTo>
                  <a:lnTo>
                    <a:pt x="5519320" y="1613656"/>
                  </a:lnTo>
                  <a:lnTo>
                    <a:pt x="5520134" y="1600554"/>
                  </a:lnTo>
                  <a:lnTo>
                    <a:pt x="5520949" y="1582660"/>
                  </a:lnTo>
                  <a:lnTo>
                    <a:pt x="5521764" y="1616027"/>
                  </a:lnTo>
                  <a:lnTo>
                    <a:pt x="5522579" y="1696251"/>
                  </a:lnTo>
                  <a:lnTo>
                    <a:pt x="5523393" y="1617970"/>
                  </a:lnTo>
                  <a:lnTo>
                    <a:pt x="5524208" y="1548848"/>
                  </a:lnTo>
                  <a:lnTo>
                    <a:pt x="5525023" y="1560810"/>
                  </a:lnTo>
                  <a:lnTo>
                    <a:pt x="5525838" y="1615948"/>
                  </a:lnTo>
                  <a:lnTo>
                    <a:pt x="5526653" y="1628294"/>
                  </a:lnTo>
                  <a:lnTo>
                    <a:pt x="5527467" y="1620051"/>
                  </a:lnTo>
                  <a:lnTo>
                    <a:pt x="5528282" y="1592039"/>
                  </a:lnTo>
                  <a:lnTo>
                    <a:pt x="5529097" y="1608089"/>
                  </a:lnTo>
                  <a:lnTo>
                    <a:pt x="5529912" y="1587621"/>
                  </a:lnTo>
                  <a:lnTo>
                    <a:pt x="5530726" y="1580282"/>
                  </a:lnTo>
                  <a:lnTo>
                    <a:pt x="5531541" y="1601795"/>
                  </a:lnTo>
                  <a:lnTo>
                    <a:pt x="5532356" y="1619617"/>
                  </a:lnTo>
                  <a:lnTo>
                    <a:pt x="5533171" y="1641709"/>
                  </a:lnTo>
                  <a:lnTo>
                    <a:pt x="5533986" y="1672935"/>
                  </a:lnTo>
                  <a:lnTo>
                    <a:pt x="5534800" y="1675944"/>
                  </a:lnTo>
                  <a:lnTo>
                    <a:pt x="5535615" y="1656079"/>
                  </a:lnTo>
                  <a:lnTo>
                    <a:pt x="5536430" y="1639466"/>
                  </a:lnTo>
                  <a:lnTo>
                    <a:pt x="5537245" y="1626615"/>
                  </a:lnTo>
                  <a:lnTo>
                    <a:pt x="5538060" y="1609104"/>
                  </a:lnTo>
                  <a:lnTo>
                    <a:pt x="5538874" y="1613359"/>
                  </a:lnTo>
                  <a:lnTo>
                    <a:pt x="5539689" y="1589340"/>
                  </a:lnTo>
                  <a:lnTo>
                    <a:pt x="5540504" y="1639597"/>
                  </a:lnTo>
                  <a:lnTo>
                    <a:pt x="5541319" y="1674376"/>
                  </a:lnTo>
                  <a:lnTo>
                    <a:pt x="5542133" y="1673647"/>
                  </a:lnTo>
                  <a:lnTo>
                    <a:pt x="5542948" y="1684749"/>
                  </a:lnTo>
                  <a:lnTo>
                    <a:pt x="5543763" y="1679222"/>
                  </a:lnTo>
                  <a:lnTo>
                    <a:pt x="5544578" y="1664642"/>
                  </a:lnTo>
                  <a:lnTo>
                    <a:pt x="5545393" y="1646817"/>
                  </a:lnTo>
                  <a:lnTo>
                    <a:pt x="5546207" y="1593298"/>
                  </a:lnTo>
                  <a:lnTo>
                    <a:pt x="5547022" y="1519287"/>
                  </a:lnTo>
                  <a:lnTo>
                    <a:pt x="5547837" y="1463336"/>
                  </a:lnTo>
                  <a:lnTo>
                    <a:pt x="5548652" y="1451913"/>
                  </a:lnTo>
                  <a:lnTo>
                    <a:pt x="5549466" y="1432940"/>
                  </a:lnTo>
                  <a:lnTo>
                    <a:pt x="5550281" y="1482393"/>
                  </a:lnTo>
                  <a:lnTo>
                    <a:pt x="5551096" y="1560951"/>
                  </a:lnTo>
                  <a:lnTo>
                    <a:pt x="5551911" y="1562960"/>
                  </a:lnTo>
                  <a:lnTo>
                    <a:pt x="5552726" y="1596906"/>
                  </a:lnTo>
                  <a:lnTo>
                    <a:pt x="5553540" y="1590862"/>
                  </a:lnTo>
                  <a:lnTo>
                    <a:pt x="5554355" y="1600163"/>
                  </a:lnTo>
                  <a:lnTo>
                    <a:pt x="5555170" y="1638061"/>
                  </a:lnTo>
                  <a:lnTo>
                    <a:pt x="5555985" y="1657569"/>
                  </a:lnTo>
                  <a:lnTo>
                    <a:pt x="5556799" y="1698035"/>
                  </a:lnTo>
                  <a:lnTo>
                    <a:pt x="5557614" y="1712531"/>
                  </a:lnTo>
                  <a:lnTo>
                    <a:pt x="5558429" y="1690864"/>
                  </a:lnTo>
                  <a:lnTo>
                    <a:pt x="5559244" y="1685897"/>
                  </a:lnTo>
                  <a:lnTo>
                    <a:pt x="5560059" y="1707166"/>
                  </a:lnTo>
                  <a:lnTo>
                    <a:pt x="5560873" y="1735061"/>
                  </a:lnTo>
                  <a:lnTo>
                    <a:pt x="5561688" y="1756701"/>
                  </a:lnTo>
                  <a:lnTo>
                    <a:pt x="5561688" y="1756701"/>
                  </a:lnTo>
                  <a:lnTo>
                    <a:pt x="5562503" y="1729379"/>
                  </a:lnTo>
                  <a:lnTo>
                    <a:pt x="5563318" y="1740890"/>
                  </a:lnTo>
                  <a:lnTo>
                    <a:pt x="5564132" y="1746926"/>
                  </a:lnTo>
                  <a:lnTo>
                    <a:pt x="5564947" y="1747775"/>
                  </a:lnTo>
                  <a:lnTo>
                    <a:pt x="5565762" y="1738919"/>
                  </a:lnTo>
                  <a:lnTo>
                    <a:pt x="5566577" y="1752405"/>
                  </a:lnTo>
                  <a:lnTo>
                    <a:pt x="5567392" y="1754424"/>
                  </a:lnTo>
                  <a:lnTo>
                    <a:pt x="5568206" y="1741638"/>
                  </a:lnTo>
                  <a:lnTo>
                    <a:pt x="5569021" y="1731015"/>
                  </a:lnTo>
                  <a:lnTo>
                    <a:pt x="5569836" y="1714506"/>
                  </a:lnTo>
                  <a:lnTo>
                    <a:pt x="5570651" y="1702272"/>
                  </a:lnTo>
                  <a:lnTo>
                    <a:pt x="5571465" y="1715959"/>
                  </a:lnTo>
                  <a:lnTo>
                    <a:pt x="5572280" y="1714352"/>
                  </a:lnTo>
                  <a:lnTo>
                    <a:pt x="5573095" y="1721084"/>
                  </a:lnTo>
                  <a:lnTo>
                    <a:pt x="5573910" y="1713017"/>
                  </a:lnTo>
                  <a:lnTo>
                    <a:pt x="5574725" y="1723822"/>
                  </a:lnTo>
                  <a:lnTo>
                    <a:pt x="5575539" y="1701513"/>
                  </a:lnTo>
                  <a:lnTo>
                    <a:pt x="5576354" y="1688863"/>
                  </a:lnTo>
                  <a:lnTo>
                    <a:pt x="5577169" y="1660029"/>
                  </a:lnTo>
                  <a:lnTo>
                    <a:pt x="5577984" y="1634514"/>
                  </a:lnTo>
                  <a:lnTo>
                    <a:pt x="5578799" y="1637181"/>
                  </a:lnTo>
                  <a:lnTo>
                    <a:pt x="5579613" y="1646532"/>
                  </a:lnTo>
                  <a:lnTo>
                    <a:pt x="5580428" y="1667381"/>
                  </a:lnTo>
                  <a:lnTo>
                    <a:pt x="5581243" y="1681188"/>
                  </a:lnTo>
                  <a:lnTo>
                    <a:pt x="5582058" y="1650263"/>
                  </a:lnTo>
                  <a:lnTo>
                    <a:pt x="5582872" y="1662995"/>
                  </a:lnTo>
                  <a:lnTo>
                    <a:pt x="5583687" y="1649507"/>
                  </a:lnTo>
                  <a:lnTo>
                    <a:pt x="5584502" y="1594374"/>
                  </a:lnTo>
                  <a:lnTo>
                    <a:pt x="5585317" y="1571556"/>
                  </a:lnTo>
                  <a:lnTo>
                    <a:pt x="5586132" y="1584027"/>
                  </a:lnTo>
                  <a:lnTo>
                    <a:pt x="5586946" y="1633733"/>
                  </a:lnTo>
                  <a:lnTo>
                    <a:pt x="5587761" y="1667338"/>
                  </a:lnTo>
                  <a:lnTo>
                    <a:pt x="5588576" y="1659250"/>
                  </a:lnTo>
                  <a:lnTo>
                    <a:pt x="5589391" y="1704803"/>
                  </a:lnTo>
                  <a:lnTo>
                    <a:pt x="5590205" y="1693200"/>
                  </a:lnTo>
                  <a:lnTo>
                    <a:pt x="5591020" y="1703259"/>
                  </a:lnTo>
                  <a:lnTo>
                    <a:pt x="5591835" y="1699119"/>
                  </a:lnTo>
                  <a:lnTo>
                    <a:pt x="5592650" y="1713729"/>
                  </a:lnTo>
                  <a:lnTo>
                    <a:pt x="5593465" y="1718555"/>
                  </a:lnTo>
                  <a:lnTo>
                    <a:pt x="5594279" y="1708982"/>
                  </a:lnTo>
                  <a:lnTo>
                    <a:pt x="5595094" y="1685324"/>
                  </a:lnTo>
                  <a:lnTo>
                    <a:pt x="5595909" y="1670817"/>
                  </a:lnTo>
                  <a:lnTo>
                    <a:pt x="5596724" y="1705875"/>
                  </a:lnTo>
                  <a:lnTo>
                    <a:pt x="5597538" y="1742984"/>
                  </a:lnTo>
                  <a:lnTo>
                    <a:pt x="5598353" y="1709222"/>
                  </a:lnTo>
                  <a:lnTo>
                    <a:pt x="5599168" y="1720879"/>
                  </a:lnTo>
                  <a:lnTo>
                    <a:pt x="5599983" y="1717061"/>
                  </a:lnTo>
                  <a:lnTo>
                    <a:pt x="5600798" y="1724030"/>
                  </a:lnTo>
                  <a:lnTo>
                    <a:pt x="5601612" y="1732537"/>
                  </a:lnTo>
                  <a:lnTo>
                    <a:pt x="5602427" y="1703911"/>
                  </a:lnTo>
                  <a:lnTo>
                    <a:pt x="5603242" y="1724115"/>
                  </a:lnTo>
                  <a:lnTo>
                    <a:pt x="5604057" y="1701582"/>
                  </a:lnTo>
                  <a:lnTo>
                    <a:pt x="5604871" y="1709581"/>
                  </a:lnTo>
                  <a:lnTo>
                    <a:pt x="5605686" y="1682397"/>
                  </a:lnTo>
                  <a:lnTo>
                    <a:pt x="5606501" y="1659171"/>
                  </a:lnTo>
                  <a:lnTo>
                    <a:pt x="5607316" y="1618502"/>
                  </a:lnTo>
                  <a:lnTo>
                    <a:pt x="5608131" y="1566387"/>
                  </a:lnTo>
                  <a:lnTo>
                    <a:pt x="5608945" y="1529812"/>
                  </a:lnTo>
                  <a:lnTo>
                    <a:pt x="5609760" y="1431070"/>
                  </a:lnTo>
                  <a:lnTo>
                    <a:pt x="5610575" y="1365988"/>
                  </a:lnTo>
                  <a:lnTo>
                    <a:pt x="5611390" y="1375628"/>
                  </a:lnTo>
                  <a:lnTo>
                    <a:pt x="5612204" y="1431265"/>
                  </a:lnTo>
                  <a:lnTo>
                    <a:pt x="5613019" y="1407557"/>
                  </a:lnTo>
                  <a:lnTo>
                    <a:pt x="5613834" y="1380140"/>
                  </a:lnTo>
                  <a:lnTo>
                    <a:pt x="5614649" y="1394413"/>
                  </a:lnTo>
                  <a:lnTo>
                    <a:pt x="5615464" y="1457863"/>
                  </a:lnTo>
                  <a:lnTo>
                    <a:pt x="5616278" y="1410238"/>
                  </a:lnTo>
                  <a:lnTo>
                    <a:pt x="5617093" y="1355525"/>
                  </a:lnTo>
                  <a:lnTo>
                    <a:pt x="5617908" y="1364428"/>
                  </a:lnTo>
                  <a:lnTo>
                    <a:pt x="5618723" y="1439473"/>
                  </a:lnTo>
                  <a:lnTo>
                    <a:pt x="5619538" y="1499976"/>
                  </a:lnTo>
                  <a:lnTo>
                    <a:pt x="5620352" y="1547634"/>
                  </a:lnTo>
                  <a:lnTo>
                    <a:pt x="5621167" y="1583863"/>
                  </a:lnTo>
                  <a:lnTo>
                    <a:pt x="5621982" y="1640515"/>
                  </a:lnTo>
                  <a:lnTo>
                    <a:pt x="5622797" y="1669343"/>
                  </a:lnTo>
                  <a:lnTo>
                    <a:pt x="5623611" y="1647651"/>
                  </a:lnTo>
                  <a:lnTo>
                    <a:pt x="5624426" y="1660415"/>
                  </a:lnTo>
                  <a:lnTo>
                    <a:pt x="5625241" y="1633023"/>
                  </a:lnTo>
                  <a:lnTo>
                    <a:pt x="5626056" y="1649052"/>
                  </a:lnTo>
                  <a:lnTo>
                    <a:pt x="5626871" y="1685979"/>
                  </a:lnTo>
                  <a:lnTo>
                    <a:pt x="5627685" y="1706822"/>
                  </a:lnTo>
                  <a:lnTo>
                    <a:pt x="5628500" y="1729171"/>
                  </a:lnTo>
                  <a:lnTo>
                    <a:pt x="5629315" y="1726372"/>
                  </a:lnTo>
                  <a:lnTo>
                    <a:pt x="5630130" y="1746639"/>
                  </a:lnTo>
                  <a:lnTo>
                    <a:pt x="5630944" y="1741521"/>
                  </a:lnTo>
                  <a:lnTo>
                    <a:pt x="5631759" y="1703326"/>
                  </a:lnTo>
                  <a:lnTo>
                    <a:pt x="5632574" y="1697801"/>
                  </a:lnTo>
                  <a:lnTo>
                    <a:pt x="5633389" y="1718840"/>
                  </a:lnTo>
                  <a:lnTo>
                    <a:pt x="5634204" y="1720395"/>
                  </a:lnTo>
                  <a:lnTo>
                    <a:pt x="5635018" y="1703079"/>
                  </a:lnTo>
                  <a:lnTo>
                    <a:pt x="5635833" y="1671616"/>
                  </a:lnTo>
                  <a:lnTo>
                    <a:pt x="5636648" y="1660289"/>
                  </a:lnTo>
                  <a:lnTo>
                    <a:pt x="5637463" y="1630623"/>
                  </a:lnTo>
                  <a:lnTo>
                    <a:pt x="5638277" y="1613186"/>
                  </a:lnTo>
                  <a:lnTo>
                    <a:pt x="5639092" y="1615709"/>
                  </a:lnTo>
                  <a:lnTo>
                    <a:pt x="5639907" y="1597707"/>
                  </a:lnTo>
                  <a:lnTo>
                    <a:pt x="5640722" y="1553163"/>
                  </a:lnTo>
                  <a:lnTo>
                    <a:pt x="5641537" y="1534957"/>
                  </a:lnTo>
                  <a:lnTo>
                    <a:pt x="5642351" y="1442285"/>
                  </a:lnTo>
                  <a:lnTo>
                    <a:pt x="5643166" y="1440012"/>
                  </a:lnTo>
                  <a:lnTo>
                    <a:pt x="5643981" y="1344790"/>
                  </a:lnTo>
                  <a:lnTo>
                    <a:pt x="5644796" y="1346972"/>
                  </a:lnTo>
                  <a:lnTo>
                    <a:pt x="5645610" y="1329812"/>
                  </a:lnTo>
                  <a:lnTo>
                    <a:pt x="5646425" y="1361373"/>
                  </a:lnTo>
                  <a:lnTo>
                    <a:pt x="5647240" y="1373296"/>
                  </a:lnTo>
                  <a:lnTo>
                    <a:pt x="5648055" y="1348881"/>
                  </a:lnTo>
                  <a:lnTo>
                    <a:pt x="5648870" y="1429428"/>
                  </a:lnTo>
                  <a:lnTo>
                    <a:pt x="5649684" y="1499143"/>
                  </a:lnTo>
                  <a:lnTo>
                    <a:pt x="5650499" y="1545493"/>
                  </a:lnTo>
                  <a:lnTo>
                    <a:pt x="5651314" y="1569536"/>
                  </a:lnTo>
                  <a:lnTo>
                    <a:pt x="5652129" y="1546445"/>
                  </a:lnTo>
                  <a:lnTo>
                    <a:pt x="5652943" y="1526585"/>
                  </a:lnTo>
                  <a:lnTo>
                    <a:pt x="5653758" y="1594783"/>
                  </a:lnTo>
                  <a:lnTo>
                    <a:pt x="5654573" y="1603634"/>
                  </a:lnTo>
                  <a:lnTo>
                    <a:pt x="5655388" y="1607157"/>
                  </a:lnTo>
                  <a:lnTo>
                    <a:pt x="5656203" y="1570483"/>
                  </a:lnTo>
                  <a:lnTo>
                    <a:pt x="5657017" y="1560362"/>
                  </a:lnTo>
                  <a:lnTo>
                    <a:pt x="5657832" y="1445626"/>
                  </a:lnTo>
                  <a:lnTo>
                    <a:pt x="5658647" y="1467194"/>
                  </a:lnTo>
                  <a:lnTo>
                    <a:pt x="5659462" y="1483170"/>
                  </a:lnTo>
                  <a:lnTo>
                    <a:pt x="5660277" y="1490607"/>
                  </a:lnTo>
                  <a:lnTo>
                    <a:pt x="5661091" y="1555497"/>
                  </a:lnTo>
                  <a:lnTo>
                    <a:pt x="5661906" y="1460921"/>
                  </a:lnTo>
                  <a:lnTo>
                    <a:pt x="5662721" y="1411855"/>
                  </a:lnTo>
                  <a:lnTo>
                    <a:pt x="5663536" y="1423064"/>
                  </a:lnTo>
                  <a:lnTo>
                    <a:pt x="5664350" y="1461338"/>
                  </a:lnTo>
                  <a:lnTo>
                    <a:pt x="5665165" y="1499590"/>
                  </a:lnTo>
                  <a:lnTo>
                    <a:pt x="5665980" y="1477520"/>
                  </a:lnTo>
                  <a:lnTo>
                    <a:pt x="5666795" y="1464839"/>
                  </a:lnTo>
                  <a:lnTo>
                    <a:pt x="5667610" y="1502622"/>
                  </a:lnTo>
                  <a:lnTo>
                    <a:pt x="5668424" y="1560350"/>
                  </a:lnTo>
                  <a:lnTo>
                    <a:pt x="5669239" y="1572932"/>
                  </a:lnTo>
                  <a:lnTo>
                    <a:pt x="5670054" y="1539155"/>
                  </a:lnTo>
                  <a:lnTo>
                    <a:pt x="5670869" y="1498354"/>
                  </a:lnTo>
                  <a:lnTo>
                    <a:pt x="5671683" y="1540415"/>
                  </a:lnTo>
                  <a:lnTo>
                    <a:pt x="5672498" y="1586079"/>
                  </a:lnTo>
                  <a:lnTo>
                    <a:pt x="5673313" y="1542726"/>
                  </a:lnTo>
                  <a:lnTo>
                    <a:pt x="5674128" y="1538944"/>
                  </a:lnTo>
                  <a:lnTo>
                    <a:pt x="5674943" y="1590749"/>
                  </a:lnTo>
                  <a:lnTo>
                    <a:pt x="5675757" y="1546217"/>
                  </a:lnTo>
                  <a:lnTo>
                    <a:pt x="5676572" y="1432180"/>
                  </a:lnTo>
                  <a:lnTo>
                    <a:pt x="5677387" y="1373090"/>
                  </a:lnTo>
                  <a:lnTo>
                    <a:pt x="5678202" y="1404721"/>
                  </a:lnTo>
                  <a:lnTo>
                    <a:pt x="5679016" y="1488927"/>
                  </a:lnTo>
                  <a:lnTo>
                    <a:pt x="5679831" y="1510735"/>
                  </a:lnTo>
                  <a:lnTo>
                    <a:pt x="5680646" y="1484506"/>
                  </a:lnTo>
                  <a:lnTo>
                    <a:pt x="5681461" y="1470919"/>
                  </a:lnTo>
                  <a:lnTo>
                    <a:pt x="5682276" y="1455133"/>
                  </a:lnTo>
                  <a:lnTo>
                    <a:pt x="5683090" y="1531147"/>
                  </a:lnTo>
                  <a:lnTo>
                    <a:pt x="5683905" y="1555039"/>
                  </a:lnTo>
                  <a:lnTo>
                    <a:pt x="5684720" y="1578243"/>
                  </a:lnTo>
                  <a:lnTo>
                    <a:pt x="5685535" y="1557631"/>
                  </a:lnTo>
                  <a:lnTo>
                    <a:pt x="5686349" y="1593634"/>
                  </a:lnTo>
                  <a:lnTo>
                    <a:pt x="5687164" y="1630922"/>
                  </a:lnTo>
                  <a:lnTo>
                    <a:pt x="5687979" y="1622041"/>
                  </a:lnTo>
                  <a:lnTo>
                    <a:pt x="5688794" y="1615676"/>
                  </a:lnTo>
                  <a:lnTo>
                    <a:pt x="5689609" y="1610897"/>
                  </a:lnTo>
                  <a:lnTo>
                    <a:pt x="5690423" y="1598220"/>
                  </a:lnTo>
                  <a:lnTo>
                    <a:pt x="5691238" y="1590095"/>
                  </a:lnTo>
                  <a:lnTo>
                    <a:pt x="5692053" y="1486696"/>
                  </a:lnTo>
                  <a:lnTo>
                    <a:pt x="5692868" y="1485007"/>
                  </a:lnTo>
                  <a:lnTo>
                    <a:pt x="5693682" y="1521597"/>
                  </a:lnTo>
                  <a:lnTo>
                    <a:pt x="5694497" y="1581846"/>
                  </a:lnTo>
                  <a:lnTo>
                    <a:pt x="5695312" y="1557507"/>
                  </a:lnTo>
                  <a:lnTo>
                    <a:pt x="5696127" y="1560320"/>
                  </a:lnTo>
                  <a:lnTo>
                    <a:pt x="5696942" y="1485482"/>
                  </a:lnTo>
                  <a:lnTo>
                    <a:pt x="5697756" y="1469427"/>
                  </a:lnTo>
                  <a:lnTo>
                    <a:pt x="5698571" y="1501390"/>
                  </a:lnTo>
                  <a:lnTo>
                    <a:pt x="5699386" y="1568922"/>
                  </a:lnTo>
                  <a:lnTo>
                    <a:pt x="5700201" y="1580462"/>
                  </a:lnTo>
                  <a:lnTo>
                    <a:pt x="5701016" y="1530869"/>
                  </a:lnTo>
                  <a:lnTo>
                    <a:pt x="5701830" y="1521401"/>
                  </a:lnTo>
                  <a:lnTo>
                    <a:pt x="5702645" y="1542402"/>
                  </a:lnTo>
                  <a:lnTo>
                    <a:pt x="5703460" y="1572197"/>
                  </a:lnTo>
                  <a:lnTo>
                    <a:pt x="5704275" y="1578227"/>
                  </a:lnTo>
                  <a:lnTo>
                    <a:pt x="5705089" y="1591806"/>
                  </a:lnTo>
                  <a:lnTo>
                    <a:pt x="5705904" y="1576457"/>
                  </a:lnTo>
                  <a:lnTo>
                    <a:pt x="5706719" y="1563332"/>
                  </a:lnTo>
                  <a:lnTo>
                    <a:pt x="5707534" y="1528358"/>
                  </a:lnTo>
                  <a:lnTo>
                    <a:pt x="5708349" y="1478136"/>
                  </a:lnTo>
                  <a:lnTo>
                    <a:pt x="5709163" y="1441078"/>
                  </a:lnTo>
                  <a:lnTo>
                    <a:pt x="5709978" y="1428801"/>
                  </a:lnTo>
                  <a:lnTo>
                    <a:pt x="5710793" y="1395573"/>
                  </a:lnTo>
                  <a:lnTo>
                    <a:pt x="5711608" y="1436211"/>
                  </a:lnTo>
                  <a:lnTo>
                    <a:pt x="5712422" y="1516551"/>
                  </a:lnTo>
                  <a:lnTo>
                    <a:pt x="5713237" y="1512894"/>
                  </a:lnTo>
                  <a:lnTo>
                    <a:pt x="5714052" y="1496351"/>
                  </a:lnTo>
                  <a:lnTo>
                    <a:pt x="5714867" y="1418036"/>
                  </a:lnTo>
                  <a:lnTo>
                    <a:pt x="5715682" y="1346006"/>
                  </a:lnTo>
                  <a:lnTo>
                    <a:pt x="5716496" y="1315785"/>
                  </a:lnTo>
                  <a:lnTo>
                    <a:pt x="5717311" y="1288955"/>
                  </a:lnTo>
                  <a:lnTo>
                    <a:pt x="5718126" y="1308046"/>
                  </a:lnTo>
                  <a:lnTo>
                    <a:pt x="5718941" y="1312755"/>
                  </a:lnTo>
                  <a:lnTo>
                    <a:pt x="5719755" y="1313999"/>
                  </a:lnTo>
                  <a:lnTo>
                    <a:pt x="5720570" y="1407419"/>
                  </a:lnTo>
                  <a:lnTo>
                    <a:pt x="5721385" y="1497219"/>
                  </a:lnTo>
                  <a:lnTo>
                    <a:pt x="5722200" y="1575697"/>
                  </a:lnTo>
                  <a:lnTo>
                    <a:pt x="5723015" y="1595962"/>
                  </a:lnTo>
                  <a:lnTo>
                    <a:pt x="5723829" y="1634792"/>
                  </a:lnTo>
                  <a:lnTo>
                    <a:pt x="5724644" y="1674022"/>
                  </a:lnTo>
                  <a:lnTo>
                    <a:pt x="5725459" y="1709216"/>
                  </a:lnTo>
                  <a:lnTo>
                    <a:pt x="5726274" y="1732266"/>
                  </a:lnTo>
                  <a:lnTo>
                    <a:pt x="5727088" y="1756701"/>
                  </a:lnTo>
                  <a:lnTo>
                    <a:pt x="5727088" y="1756701"/>
                  </a:lnTo>
                  <a:lnTo>
                    <a:pt x="5727903" y="1756701"/>
                  </a:lnTo>
                  <a:lnTo>
                    <a:pt x="5728718" y="1756701"/>
                  </a:lnTo>
                  <a:lnTo>
                    <a:pt x="5729533" y="1756701"/>
                  </a:lnTo>
                  <a:lnTo>
                    <a:pt x="5730348" y="1756701"/>
                  </a:lnTo>
                  <a:lnTo>
                    <a:pt x="5731162" y="1756701"/>
                  </a:lnTo>
                  <a:lnTo>
                    <a:pt x="5731977" y="1756701"/>
                  </a:lnTo>
                  <a:lnTo>
                    <a:pt x="5732792" y="1756701"/>
                  </a:lnTo>
                  <a:lnTo>
                    <a:pt x="5733607" y="1746198"/>
                  </a:lnTo>
                  <a:lnTo>
                    <a:pt x="5734421" y="1739536"/>
                  </a:lnTo>
                  <a:lnTo>
                    <a:pt x="5735236" y="1701344"/>
                  </a:lnTo>
                  <a:lnTo>
                    <a:pt x="5736051" y="1694707"/>
                  </a:lnTo>
                  <a:lnTo>
                    <a:pt x="5736866" y="1667756"/>
                  </a:lnTo>
                  <a:lnTo>
                    <a:pt x="5737681" y="1672281"/>
                  </a:lnTo>
                  <a:lnTo>
                    <a:pt x="5738495" y="1660459"/>
                  </a:lnTo>
                  <a:lnTo>
                    <a:pt x="5739310" y="1617696"/>
                  </a:lnTo>
                  <a:lnTo>
                    <a:pt x="5740125" y="1624467"/>
                  </a:lnTo>
                  <a:lnTo>
                    <a:pt x="5740940" y="1648771"/>
                  </a:lnTo>
                  <a:lnTo>
                    <a:pt x="5741755" y="1624329"/>
                  </a:lnTo>
                  <a:lnTo>
                    <a:pt x="5742569" y="1589722"/>
                  </a:lnTo>
                  <a:lnTo>
                    <a:pt x="5743384" y="1616513"/>
                  </a:lnTo>
                  <a:lnTo>
                    <a:pt x="5744199" y="1643816"/>
                  </a:lnTo>
                  <a:lnTo>
                    <a:pt x="5745014" y="1628366"/>
                  </a:lnTo>
                  <a:lnTo>
                    <a:pt x="5745828" y="1622757"/>
                  </a:lnTo>
                  <a:lnTo>
                    <a:pt x="5746643" y="1672671"/>
                  </a:lnTo>
                  <a:lnTo>
                    <a:pt x="5747458" y="1661692"/>
                  </a:lnTo>
                  <a:lnTo>
                    <a:pt x="5748273" y="1659890"/>
                  </a:lnTo>
                  <a:lnTo>
                    <a:pt x="5749088" y="1626028"/>
                  </a:lnTo>
                  <a:lnTo>
                    <a:pt x="5749902" y="1586542"/>
                  </a:lnTo>
                  <a:lnTo>
                    <a:pt x="5750717" y="1535968"/>
                  </a:lnTo>
                  <a:lnTo>
                    <a:pt x="5751532" y="1623461"/>
                  </a:lnTo>
                  <a:lnTo>
                    <a:pt x="5752347" y="1605315"/>
                  </a:lnTo>
                  <a:lnTo>
                    <a:pt x="5753161" y="1625511"/>
                  </a:lnTo>
                  <a:lnTo>
                    <a:pt x="5753976" y="1602545"/>
                  </a:lnTo>
                  <a:lnTo>
                    <a:pt x="5754791" y="1604430"/>
                  </a:lnTo>
                  <a:lnTo>
                    <a:pt x="5755606" y="1620785"/>
                  </a:lnTo>
                  <a:lnTo>
                    <a:pt x="5756421" y="1590342"/>
                  </a:lnTo>
                  <a:lnTo>
                    <a:pt x="5757235" y="1564834"/>
                  </a:lnTo>
                  <a:lnTo>
                    <a:pt x="5758050" y="1570171"/>
                  </a:lnTo>
                  <a:lnTo>
                    <a:pt x="5758865" y="1520604"/>
                  </a:lnTo>
                  <a:lnTo>
                    <a:pt x="5759680" y="1533418"/>
                  </a:lnTo>
                  <a:lnTo>
                    <a:pt x="5760494" y="1476804"/>
                  </a:lnTo>
                  <a:lnTo>
                    <a:pt x="5761309" y="1486932"/>
                  </a:lnTo>
                  <a:lnTo>
                    <a:pt x="5762124" y="1507065"/>
                  </a:lnTo>
                  <a:lnTo>
                    <a:pt x="5762939" y="1480483"/>
                  </a:lnTo>
                  <a:lnTo>
                    <a:pt x="5763754" y="1379420"/>
                  </a:lnTo>
                  <a:lnTo>
                    <a:pt x="5764568" y="1291045"/>
                  </a:lnTo>
                  <a:lnTo>
                    <a:pt x="5765383" y="1354911"/>
                  </a:lnTo>
                  <a:lnTo>
                    <a:pt x="5766198" y="1360422"/>
                  </a:lnTo>
                  <a:lnTo>
                    <a:pt x="5767013" y="1294773"/>
                  </a:lnTo>
                  <a:lnTo>
                    <a:pt x="5767827" y="1253988"/>
                  </a:lnTo>
                  <a:lnTo>
                    <a:pt x="5768642" y="1283352"/>
                  </a:lnTo>
                  <a:lnTo>
                    <a:pt x="5769457" y="1415662"/>
                  </a:lnTo>
                  <a:lnTo>
                    <a:pt x="5770272" y="1427236"/>
                  </a:lnTo>
                  <a:lnTo>
                    <a:pt x="5771087" y="1462245"/>
                  </a:lnTo>
                  <a:lnTo>
                    <a:pt x="5771901" y="1500254"/>
                  </a:lnTo>
                  <a:lnTo>
                    <a:pt x="5772716" y="1533617"/>
                  </a:lnTo>
                  <a:lnTo>
                    <a:pt x="5773531" y="1568196"/>
                  </a:lnTo>
                  <a:lnTo>
                    <a:pt x="5774346" y="1599228"/>
                  </a:lnTo>
                  <a:lnTo>
                    <a:pt x="5775160" y="1612563"/>
                  </a:lnTo>
                  <a:lnTo>
                    <a:pt x="5775975" y="1644927"/>
                  </a:lnTo>
                  <a:lnTo>
                    <a:pt x="5776790" y="1658103"/>
                  </a:lnTo>
                  <a:lnTo>
                    <a:pt x="5777605" y="1654720"/>
                  </a:lnTo>
                  <a:lnTo>
                    <a:pt x="5778420" y="1632072"/>
                  </a:lnTo>
                  <a:lnTo>
                    <a:pt x="5779234" y="1647257"/>
                  </a:lnTo>
                  <a:lnTo>
                    <a:pt x="5780049" y="1653606"/>
                  </a:lnTo>
                  <a:lnTo>
                    <a:pt x="5780864" y="1651378"/>
                  </a:lnTo>
                  <a:lnTo>
                    <a:pt x="5781679" y="1627545"/>
                  </a:lnTo>
                  <a:lnTo>
                    <a:pt x="5782494" y="1600340"/>
                  </a:lnTo>
                  <a:lnTo>
                    <a:pt x="5783308" y="1517869"/>
                  </a:lnTo>
                  <a:lnTo>
                    <a:pt x="5784123" y="1544773"/>
                  </a:lnTo>
                  <a:lnTo>
                    <a:pt x="5784938" y="1599354"/>
                  </a:lnTo>
                  <a:lnTo>
                    <a:pt x="5785753" y="1626651"/>
                  </a:lnTo>
                  <a:lnTo>
                    <a:pt x="5786567" y="1647368"/>
                  </a:lnTo>
                  <a:lnTo>
                    <a:pt x="5787382" y="1678669"/>
                  </a:lnTo>
                  <a:lnTo>
                    <a:pt x="5788197" y="1683459"/>
                  </a:lnTo>
                  <a:lnTo>
                    <a:pt x="5789012" y="1685429"/>
                  </a:lnTo>
                  <a:lnTo>
                    <a:pt x="5789827" y="1663715"/>
                  </a:lnTo>
                  <a:lnTo>
                    <a:pt x="5790641" y="1680389"/>
                  </a:lnTo>
                  <a:lnTo>
                    <a:pt x="5791456" y="1674127"/>
                  </a:lnTo>
                  <a:lnTo>
                    <a:pt x="5792271" y="1655987"/>
                  </a:lnTo>
                  <a:lnTo>
                    <a:pt x="5793086" y="1645407"/>
                  </a:lnTo>
                  <a:lnTo>
                    <a:pt x="5793900" y="1625819"/>
                  </a:lnTo>
                  <a:lnTo>
                    <a:pt x="5794715" y="1693190"/>
                  </a:lnTo>
                  <a:lnTo>
                    <a:pt x="5795530" y="1689746"/>
                  </a:lnTo>
                  <a:lnTo>
                    <a:pt x="5796345" y="1683709"/>
                  </a:lnTo>
                  <a:lnTo>
                    <a:pt x="5797160" y="1674244"/>
                  </a:lnTo>
                  <a:lnTo>
                    <a:pt x="5797974" y="1626500"/>
                  </a:lnTo>
                  <a:lnTo>
                    <a:pt x="5798789" y="1613823"/>
                  </a:lnTo>
                  <a:lnTo>
                    <a:pt x="5799604" y="1603455"/>
                  </a:lnTo>
                  <a:lnTo>
                    <a:pt x="5800419" y="1599629"/>
                  </a:lnTo>
                  <a:lnTo>
                    <a:pt x="5801233" y="1507767"/>
                  </a:lnTo>
                  <a:lnTo>
                    <a:pt x="5802048" y="1556414"/>
                  </a:lnTo>
                  <a:lnTo>
                    <a:pt x="5802863" y="1525009"/>
                  </a:lnTo>
                  <a:lnTo>
                    <a:pt x="5803678" y="1527744"/>
                  </a:lnTo>
                  <a:lnTo>
                    <a:pt x="5804493" y="1582158"/>
                  </a:lnTo>
                  <a:lnTo>
                    <a:pt x="5805307" y="1605303"/>
                  </a:lnTo>
                  <a:lnTo>
                    <a:pt x="5806122" y="1652253"/>
                  </a:lnTo>
                  <a:lnTo>
                    <a:pt x="5806937" y="1628674"/>
                  </a:lnTo>
                  <a:lnTo>
                    <a:pt x="5807752" y="1659942"/>
                  </a:lnTo>
                  <a:lnTo>
                    <a:pt x="5808566" y="1666527"/>
                  </a:lnTo>
                  <a:lnTo>
                    <a:pt x="5809381" y="1669876"/>
                  </a:lnTo>
                  <a:lnTo>
                    <a:pt x="5810196" y="1674849"/>
                  </a:lnTo>
                  <a:lnTo>
                    <a:pt x="5811011" y="1619442"/>
                  </a:lnTo>
                  <a:lnTo>
                    <a:pt x="5811826" y="1594335"/>
                  </a:lnTo>
                  <a:lnTo>
                    <a:pt x="5812640" y="1537282"/>
                  </a:lnTo>
                  <a:lnTo>
                    <a:pt x="5813455" y="1497223"/>
                  </a:lnTo>
                  <a:lnTo>
                    <a:pt x="5814270" y="1507060"/>
                  </a:lnTo>
                  <a:lnTo>
                    <a:pt x="5815085" y="1444933"/>
                  </a:lnTo>
                  <a:lnTo>
                    <a:pt x="5815900" y="1406930"/>
                  </a:lnTo>
                  <a:lnTo>
                    <a:pt x="5816714" y="1519584"/>
                  </a:lnTo>
                  <a:lnTo>
                    <a:pt x="5817529" y="1488593"/>
                  </a:lnTo>
                  <a:lnTo>
                    <a:pt x="5818344" y="1458164"/>
                  </a:lnTo>
                  <a:lnTo>
                    <a:pt x="5819159" y="1389364"/>
                  </a:lnTo>
                  <a:lnTo>
                    <a:pt x="5819973" y="1386806"/>
                  </a:lnTo>
                  <a:lnTo>
                    <a:pt x="5820788" y="1412677"/>
                  </a:lnTo>
                  <a:lnTo>
                    <a:pt x="5821603" y="1441058"/>
                  </a:lnTo>
                  <a:lnTo>
                    <a:pt x="5822418" y="1520607"/>
                  </a:lnTo>
                  <a:lnTo>
                    <a:pt x="5823233" y="1534164"/>
                  </a:lnTo>
                  <a:lnTo>
                    <a:pt x="5824047" y="1526258"/>
                  </a:lnTo>
                  <a:lnTo>
                    <a:pt x="5824862" y="1428086"/>
                  </a:lnTo>
                  <a:lnTo>
                    <a:pt x="5825677" y="1398705"/>
                  </a:lnTo>
                  <a:lnTo>
                    <a:pt x="5826492" y="1393892"/>
                  </a:lnTo>
                  <a:lnTo>
                    <a:pt x="5827306" y="1419803"/>
                  </a:lnTo>
                  <a:lnTo>
                    <a:pt x="5828121" y="1449414"/>
                  </a:lnTo>
                  <a:lnTo>
                    <a:pt x="5828936" y="1434673"/>
                  </a:lnTo>
                  <a:lnTo>
                    <a:pt x="5829751" y="1399959"/>
                  </a:lnTo>
                  <a:lnTo>
                    <a:pt x="5830566" y="1441440"/>
                  </a:lnTo>
                  <a:lnTo>
                    <a:pt x="5831380" y="1548070"/>
                  </a:lnTo>
                  <a:lnTo>
                    <a:pt x="5832195" y="1525179"/>
                  </a:lnTo>
                  <a:lnTo>
                    <a:pt x="5833010" y="1585667"/>
                  </a:lnTo>
                  <a:lnTo>
                    <a:pt x="5833825" y="1623613"/>
                  </a:lnTo>
                  <a:lnTo>
                    <a:pt x="5834639" y="1664275"/>
                  </a:lnTo>
                  <a:lnTo>
                    <a:pt x="5835454" y="1668087"/>
                  </a:lnTo>
                  <a:lnTo>
                    <a:pt x="5836269" y="1669259"/>
                  </a:lnTo>
                  <a:lnTo>
                    <a:pt x="5837084" y="1695892"/>
                  </a:lnTo>
                  <a:lnTo>
                    <a:pt x="5837899" y="1680219"/>
                  </a:lnTo>
                  <a:lnTo>
                    <a:pt x="5838713" y="1680640"/>
                  </a:lnTo>
                  <a:lnTo>
                    <a:pt x="5839528" y="1667518"/>
                  </a:lnTo>
                  <a:lnTo>
                    <a:pt x="5840343" y="1694707"/>
                  </a:lnTo>
                  <a:lnTo>
                    <a:pt x="5841158" y="1748116"/>
                  </a:lnTo>
                  <a:lnTo>
                    <a:pt x="5841972" y="1747762"/>
                  </a:lnTo>
                  <a:lnTo>
                    <a:pt x="5842787" y="1756701"/>
                  </a:lnTo>
                  <a:lnTo>
                    <a:pt x="5842787" y="1756701"/>
                  </a:lnTo>
                  <a:lnTo>
                    <a:pt x="5843602" y="1745208"/>
                  </a:lnTo>
                  <a:lnTo>
                    <a:pt x="5844417" y="1750600"/>
                  </a:lnTo>
                  <a:lnTo>
                    <a:pt x="5845232" y="1747897"/>
                  </a:lnTo>
                  <a:lnTo>
                    <a:pt x="5846046" y="1735490"/>
                  </a:lnTo>
                  <a:lnTo>
                    <a:pt x="5846861" y="1749885"/>
                  </a:lnTo>
                  <a:lnTo>
                    <a:pt x="5847676" y="1748399"/>
                  </a:lnTo>
                  <a:lnTo>
                    <a:pt x="5848491" y="1727854"/>
                  </a:lnTo>
                  <a:lnTo>
                    <a:pt x="5849305" y="1728710"/>
                  </a:lnTo>
                  <a:lnTo>
                    <a:pt x="5850120" y="1717750"/>
                  </a:lnTo>
                  <a:lnTo>
                    <a:pt x="5850935" y="1706822"/>
                  </a:lnTo>
                  <a:lnTo>
                    <a:pt x="5851750" y="1701317"/>
                  </a:lnTo>
                  <a:lnTo>
                    <a:pt x="5852565" y="1729305"/>
                  </a:lnTo>
                  <a:lnTo>
                    <a:pt x="5853379" y="1705167"/>
                  </a:lnTo>
                  <a:lnTo>
                    <a:pt x="5854194" y="1718581"/>
                  </a:lnTo>
                  <a:lnTo>
                    <a:pt x="5855009" y="1675434"/>
                  </a:lnTo>
                  <a:lnTo>
                    <a:pt x="5855824" y="1639950"/>
                  </a:lnTo>
                  <a:lnTo>
                    <a:pt x="5856639" y="1651435"/>
                  </a:lnTo>
                  <a:lnTo>
                    <a:pt x="5857453" y="1606404"/>
                  </a:lnTo>
                  <a:lnTo>
                    <a:pt x="5858268" y="1602217"/>
                  </a:lnTo>
                  <a:lnTo>
                    <a:pt x="5859083" y="1550037"/>
                  </a:lnTo>
                  <a:lnTo>
                    <a:pt x="5859898" y="1501536"/>
                  </a:lnTo>
                  <a:lnTo>
                    <a:pt x="5860712" y="1514964"/>
                  </a:lnTo>
                  <a:lnTo>
                    <a:pt x="5861527" y="1475441"/>
                  </a:lnTo>
                  <a:lnTo>
                    <a:pt x="5862342" y="1412662"/>
                  </a:lnTo>
                  <a:lnTo>
                    <a:pt x="5863157" y="1419455"/>
                  </a:lnTo>
                  <a:lnTo>
                    <a:pt x="5863972" y="1539668"/>
                  </a:lnTo>
                  <a:lnTo>
                    <a:pt x="5864786" y="1529738"/>
                  </a:lnTo>
                  <a:lnTo>
                    <a:pt x="5865601" y="1567095"/>
                  </a:lnTo>
                  <a:lnTo>
                    <a:pt x="5866416" y="1546611"/>
                  </a:lnTo>
                  <a:lnTo>
                    <a:pt x="5867231" y="1514502"/>
                  </a:lnTo>
                  <a:lnTo>
                    <a:pt x="5868045" y="1528150"/>
                  </a:lnTo>
                  <a:lnTo>
                    <a:pt x="5868860" y="1468036"/>
                  </a:lnTo>
                  <a:lnTo>
                    <a:pt x="5869675" y="1439470"/>
                  </a:lnTo>
                  <a:lnTo>
                    <a:pt x="5870490" y="1469547"/>
                  </a:lnTo>
                  <a:lnTo>
                    <a:pt x="5871305" y="1501500"/>
                  </a:lnTo>
                  <a:lnTo>
                    <a:pt x="5872119" y="1469903"/>
                  </a:lnTo>
                  <a:lnTo>
                    <a:pt x="5872934" y="1456954"/>
                  </a:lnTo>
                  <a:lnTo>
                    <a:pt x="5873749" y="1487776"/>
                  </a:lnTo>
                  <a:lnTo>
                    <a:pt x="5874564" y="1521914"/>
                  </a:lnTo>
                  <a:lnTo>
                    <a:pt x="5875378" y="1511431"/>
                  </a:lnTo>
                  <a:lnTo>
                    <a:pt x="5876193" y="1527219"/>
                  </a:lnTo>
                  <a:lnTo>
                    <a:pt x="5877008" y="1560090"/>
                  </a:lnTo>
                  <a:lnTo>
                    <a:pt x="5877823" y="1493963"/>
                  </a:lnTo>
                  <a:lnTo>
                    <a:pt x="5878638" y="1454969"/>
                  </a:lnTo>
                  <a:lnTo>
                    <a:pt x="5879452" y="1464095"/>
                  </a:lnTo>
                  <a:lnTo>
                    <a:pt x="5880267" y="1526046"/>
                  </a:lnTo>
                  <a:lnTo>
                    <a:pt x="5881082" y="1570803"/>
                  </a:lnTo>
                  <a:lnTo>
                    <a:pt x="5881897" y="1533860"/>
                  </a:lnTo>
                  <a:lnTo>
                    <a:pt x="5882711" y="1557767"/>
                  </a:lnTo>
                  <a:lnTo>
                    <a:pt x="5883526" y="1564299"/>
                  </a:lnTo>
                  <a:lnTo>
                    <a:pt x="5884341" y="1535804"/>
                  </a:lnTo>
                  <a:lnTo>
                    <a:pt x="5885156" y="1558711"/>
                  </a:lnTo>
                  <a:lnTo>
                    <a:pt x="5885971" y="1489168"/>
                  </a:lnTo>
                  <a:lnTo>
                    <a:pt x="5886785" y="1553309"/>
                  </a:lnTo>
                  <a:lnTo>
                    <a:pt x="5887600" y="1552788"/>
                  </a:lnTo>
                  <a:lnTo>
                    <a:pt x="5888415" y="1612748"/>
                  </a:lnTo>
                  <a:lnTo>
                    <a:pt x="5889230" y="1587541"/>
                  </a:lnTo>
                  <a:lnTo>
                    <a:pt x="5890044" y="1493985"/>
                  </a:lnTo>
                  <a:lnTo>
                    <a:pt x="5890859" y="1466546"/>
                  </a:lnTo>
                  <a:lnTo>
                    <a:pt x="5891674" y="1571124"/>
                  </a:lnTo>
                  <a:lnTo>
                    <a:pt x="5892489" y="1602297"/>
                  </a:lnTo>
                  <a:lnTo>
                    <a:pt x="5893304" y="1563595"/>
                  </a:lnTo>
                  <a:lnTo>
                    <a:pt x="5894118" y="1525104"/>
                  </a:lnTo>
                  <a:lnTo>
                    <a:pt x="5894933" y="1401790"/>
                  </a:lnTo>
                  <a:lnTo>
                    <a:pt x="5895748" y="1356902"/>
                  </a:lnTo>
                  <a:lnTo>
                    <a:pt x="5896563" y="1402447"/>
                  </a:lnTo>
                  <a:lnTo>
                    <a:pt x="5897378" y="1398927"/>
                  </a:lnTo>
                  <a:lnTo>
                    <a:pt x="5898192" y="1422464"/>
                  </a:lnTo>
                  <a:lnTo>
                    <a:pt x="5899007" y="1452207"/>
                  </a:lnTo>
                  <a:lnTo>
                    <a:pt x="5899822" y="1424639"/>
                  </a:lnTo>
                  <a:lnTo>
                    <a:pt x="5900637" y="1381767"/>
                  </a:lnTo>
                  <a:lnTo>
                    <a:pt x="5901451" y="1331824"/>
                  </a:lnTo>
                  <a:lnTo>
                    <a:pt x="5902266" y="1250532"/>
                  </a:lnTo>
                  <a:lnTo>
                    <a:pt x="5903081" y="1260586"/>
                  </a:lnTo>
                  <a:lnTo>
                    <a:pt x="5903896" y="1271367"/>
                  </a:lnTo>
                  <a:lnTo>
                    <a:pt x="5904711" y="1402391"/>
                  </a:lnTo>
                  <a:lnTo>
                    <a:pt x="5905525" y="1534907"/>
                  </a:lnTo>
                  <a:lnTo>
                    <a:pt x="5906340" y="1578831"/>
                  </a:lnTo>
                  <a:lnTo>
                    <a:pt x="5907155" y="1591373"/>
                  </a:lnTo>
                  <a:lnTo>
                    <a:pt x="5907970" y="1547962"/>
                  </a:lnTo>
                  <a:lnTo>
                    <a:pt x="5908784" y="1551019"/>
                  </a:lnTo>
                  <a:lnTo>
                    <a:pt x="5909599" y="1571453"/>
                  </a:lnTo>
                  <a:lnTo>
                    <a:pt x="5910414" y="1620829"/>
                  </a:lnTo>
                  <a:lnTo>
                    <a:pt x="5911229" y="1632804"/>
                  </a:lnTo>
                  <a:lnTo>
                    <a:pt x="5912044" y="1652863"/>
                  </a:lnTo>
                  <a:lnTo>
                    <a:pt x="5912858" y="1650272"/>
                  </a:lnTo>
                  <a:lnTo>
                    <a:pt x="5913673" y="1621327"/>
                  </a:lnTo>
                  <a:lnTo>
                    <a:pt x="5914488" y="1603164"/>
                  </a:lnTo>
                  <a:lnTo>
                    <a:pt x="5915303" y="1533626"/>
                  </a:lnTo>
                  <a:lnTo>
                    <a:pt x="5916117" y="1400854"/>
                  </a:lnTo>
                  <a:lnTo>
                    <a:pt x="5916932" y="1284881"/>
                  </a:lnTo>
                  <a:lnTo>
                    <a:pt x="5917747" y="1335533"/>
                  </a:lnTo>
                  <a:lnTo>
                    <a:pt x="5918562" y="1369250"/>
                  </a:lnTo>
                  <a:lnTo>
                    <a:pt x="5919377" y="1372299"/>
                  </a:lnTo>
                  <a:lnTo>
                    <a:pt x="5920191" y="1479586"/>
                  </a:lnTo>
                  <a:lnTo>
                    <a:pt x="5921006" y="1404417"/>
                  </a:lnTo>
                  <a:lnTo>
                    <a:pt x="5921821" y="1448962"/>
                  </a:lnTo>
                  <a:lnTo>
                    <a:pt x="5922636" y="1474892"/>
                  </a:lnTo>
                  <a:lnTo>
                    <a:pt x="5923450" y="1478079"/>
                  </a:lnTo>
                  <a:lnTo>
                    <a:pt x="5924265" y="1391093"/>
                  </a:lnTo>
                  <a:lnTo>
                    <a:pt x="5925080" y="1384334"/>
                  </a:lnTo>
                  <a:lnTo>
                    <a:pt x="5925895" y="1384462"/>
                  </a:lnTo>
                  <a:lnTo>
                    <a:pt x="5926710" y="1460037"/>
                  </a:lnTo>
                  <a:lnTo>
                    <a:pt x="5927524" y="1506553"/>
                  </a:lnTo>
                  <a:lnTo>
                    <a:pt x="5928339" y="1589294"/>
                  </a:lnTo>
                  <a:lnTo>
                    <a:pt x="5929154" y="1642749"/>
                  </a:lnTo>
                  <a:lnTo>
                    <a:pt x="5929969" y="1625093"/>
                  </a:lnTo>
                  <a:lnTo>
                    <a:pt x="5930783" y="1647572"/>
                  </a:lnTo>
                  <a:lnTo>
                    <a:pt x="5931598" y="1582100"/>
                  </a:lnTo>
                  <a:lnTo>
                    <a:pt x="5932413" y="1558002"/>
                  </a:lnTo>
                  <a:lnTo>
                    <a:pt x="5933228" y="1603439"/>
                  </a:lnTo>
                  <a:lnTo>
                    <a:pt x="5934043" y="1573753"/>
                  </a:lnTo>
                  <a:lnTo>
                    <a:pt x="5934857" y="1585613"/>
                  </a:lnTo>
                  <a:lnTo>
                    <a:pt x="5935672" y="1536035"/>
                  </a:lnTo>
                  <a:lnTo>
                    <a:pt x="5936487" y="1484908"/>
                  </a:lnTo>
                  <a:lnTo>
                    <a:pt x="5937302" y="1455953"/>
                  </a:lnTo>
                  <a:lnTo>
                    <a:pt x="5938117" y="1514261"/>
                  </a:lnTo>
                  <a:lnTo>
                    <a:pt x="5938931" y="1540310"/>
                  </a:lnTo>
                  <a:lnTo>
                    <a:pt x="5939746" y="1521323"/>
                  </a:lnTo>
                  <a:lnTo>
                    <a:pt x="5940561" y="1504208"/>
                  </a:lnTo>
                  <a:lnTo>
                    <a:pt x="5941376" y="1427484"/>
                  </a:lnTo>
                  <a:lnTo>
                    <a:pt x="5942190" y="1389660"/>
                  </a:lnTo>
                  <a:lnTo>
                    <a:pt x="5943005" y="1412234"/>
                  </a:lnTo>
                  <a:lnTo>
                    <a:pt x="5943820" y="1480085"/>
                  </a:lnTo>
                  <a:lnTo>
                    <a:pt x="5944635" y="1482877"/>
                  </a:lnTo>
                  <a:lnTo>
                    <a:pt x="5945450" y="1508675"/>
                  </a:lnTo>
                  <a:lnTo>
                    <a:pt x="5946264" y="1452800"/>
                  </a:lnTo>
                  <a:lnTo>
                    <a:pt x="5947079" y="1425004"/>
                  </a:lnTo>
                  <a:lnTo>
                    <a:pt x="5947894" y="1452323"/>
                  </a:lnTo>
                  <a:lnTo>
                    <a:pt x="5948709" y="1498637"/>
                  </a:lnTo>
                  <a:lnTo>
                    <a:pt x="5949523" y="1568873"/>
                  </a:lnTo>
                  <a:lnTo>
                    <a:pt x="5950338" y="1580679"/>
                  </a:lnTo>
                  <a:lnTo>
                    <a:pt x="5951153" y="1641585"/>
                  </a:lnTo>
                  <a:lnTo>
                    <a:pt x="5951968" y="1643045"/>
                  </a:lnTo>
                  <a:lnTo>
                    <a:pt x="5952783" y="1637906"/>
                  </a:lnTo>
                  <a:lnTo>
                    <a:pt x="5953597" y="1607597"/>
                  </a:lnTo>
                  <a:lnTo>
                    <a:pt x="5954412" y="1610556"/>
                  </a:lnTo>
                  <a:lnTo>
                    <a:pt x="5955227" y="1621095"/>
                  </a:lnTo>
                  <a:lnTo>
                    <a:pt x="5956042" y="1629191"/>
                  </a:lnTo>
                  <a:lnTo>
                    <a:pt x="5956856" y="1587757"/>
                  </a:lnTo>
                  <a:lnTo>
                    <a:pt x="5957671" y="1596307"/>
                  </a:lnTo>
                  <a:lnTo>
                    <a:pt x="5958486" y="1600597"/>
                  </a:lnTo>
                  <a:lnTo>
                    <a:pt x="5959301" y="1605609"/>
                  </a:lnTo>
                  <a:lnTo>
                    <a:pt x="5960116" y="1578749"/>
                  </a:lnTo>
                  <a:lnTo>
                    <a:pt x="5960930" y="1558903"/>
                  </a:lnTo>
                  <a:lnTo>
                    <a:pt x="5961745" y="1620579"/>
                  </a:lnTo>
                  <a:lnTo>
                    <a:pt x="5962560" y="1597763"/>
                  </a:lnTo>
                  <a:lnTo>
                    <a:pt x="5963375" y="1530304"/>
                  </a:lnTo>
                  <a:lnTo>
                    <a:pt x="5964189" y="1478425"/>
                  </a:lnTo>
                  <a:lnTo>
                    <a:pt x="5965004" y="1502837"/>
                  </a:lnTo>
                  <a:lnTo>
                    <a:pt x="5965819" y="1603416"/>
                  </a:lnTo>
                  <a:lnTo>
                    <a:pt x="5966634" y="1578284"/>
                  </a:lnTo>
                  <a:lnTo>
                    <a:pt x="5967449" y="1612463"/>
                  </a:lnTo>
                  <a:lnTo>
                    <a:pt x="5968263" y="1541400"/>
                  </a:lnTo>
                  <a:lnTo>
                    <a:pt x="5969078" y="1503081"/>
                  </a:lnTo>
                  <a:lnTo>
                    <a:pt x="5969893" y="1526926"/>
                  </a:lnTo>
                  <a:lnTo>
                    <a:pt x="5970708" y="1567757"/>
                  </a:lnTo>
                  <a:lnTo>
                    <a:pt x="5971522" y="1583825"/>
                  </a:lnTo>
                  <a:lnTo>
                    <a:pt x="5972337" y="1572997"/>
                  </a:lnTo>
                  <a:lnTo>
                    <a:pt x="5973152" y="1588567"/>
                  </a:lnTo>
                  <a:lnTo>
                    <a:pt x="5973967" y="1553488"/>
                  </a:lnTo>
                  <a:lnTo>
                    <a:pt x="5974782" y="1542181"/>
                  </a:lnTo>
                  <a:lnTo>
                    <a:pt x="5975596" y="1485399"/>
                  </a:lnTo>
                  <a:lnTo>
                    <a:pt x="5976411" y="1485859"/>
                  </a:lnTo>
                  <a:lnTo>
                    <a:pt x="5977226" y="1497574"/>
                  </a:lnTo>
                  <a:lnTo>
                    <a:pt x="5978041" y="1486019"/>
                  </a:lnTo>
                  <a:lnTo>
                    <a:pt x="5978856" y="1497935"/>
                  </a:lnTo>
                  <a:lnTo>
                    <a:pt x="5979670" y="1493962"/>
                  </a:lnTo>
                  <a:lnTo>
                    <a:pt x="5980485" y="1479698"/>
                  </a:lnTo>
                  <a:lnTo>
                    <a:pt x="5981300" y="1365593"/>
                  </a:lnTo>
                  <a:lnTo>
                    <a:pt x="5982115" y="1304471"/>
                  </a:lnTo>
                  <a:lnTo>
                    <a:pt x="5982929" y="1341622"/>
                  </a:lnTo>
                  <a:lnTo>
                    <a:pt x="5983744" y="1304214"/>
                  </a:lnTo>
                  <a:lnTo>
                    <a:pt x="5984559" y="1405880"/>
                  </a:lnTo>
                  <a:lnTo>
                    <a:pt x="5985374" y="1449563"/>
                  </a:lnTo>
                  <a:lnTo>
                    <a:pt x="5986189" y="1472871"/>
                  </a:lnTo>
                  <a:lnTo>
                    <a:pt x="5987003" y="1486006"/>
                  </a:lnTo>
                  <a:lnTo>
                    <a:pt x="5987818" y="1467667"/>
                  </a:lnTo>
                  <a:lnTo>
                    <a:pt x="5988633" y="1446085"/>
                  </a:lnTo>
                  <a:lnTo>
                    <a:pt x="5989448" y="1348031"/>
                  </a:lnTo>
                  <a:lnTo>
                    <a:pt x="5990262" y="1226780"/>
                  </a:lnTo>
                  <a:lnTo>
                    <a:pt x="5991077" y="1158908"/>
                  </a:lnTo>
                  <a:lnTo>
                    <a:pt x="5991892" y="1171908"/>
                  </a:lnTo>
                  <a:lnTo>
                    <a:pt x="5992707" y="1132157"/>
                  </a:lnTo>
                  <a:lnTo>
                    <a:pt x="5993522" y="1100571"/>
                  </a:lnTo>
                  <a:lnTo>
                    <a:pt x="5994336" y="1148983"/>
                  </a:lnTo>
                  <a:lnTo>
                    <a:pt x="5995151" y="1141881"/>
                  </a:lnTo>
                  <a:lnTo>
                    <a:pt x="5995966" y="1179921"/>
                  </a:lnTo>
                  <a:lnTo>
                    <a:pt x="5996781" y="1257390"/>
                  </a:lnTo>
                  <a:lnTo>
                    <a:pt x="5997595" y="1355461"/>
                  </a:lnTo>
                  <a:lnTo>
                    <a:pt x="5998410" y="1424405"/>
                  </a:lnTo>
                  <a:lnTo>
                    <a:pt x="5999225" y="1456451"/>
                  </a:lnTo>
                  <a:lnTo>
                    <a:pt x="6000040" y="1461037"/>
                  </a:lnTo>
                  <a:lnTo>
                    <a:pt x="6000855" y="1427917"/>
                  </a:lnTo>
                  <a:lnTo>
                    <a:pt x="6001669" y="1363426"/>
                  </a:lnTo>
                  <a:lnTo>
                    <a:pt x="6002484" y="1386228"/>
                  </a:lnTo>
                  <a:lnTo>
                    <a:pt x="6003299" y="1356308"/>
                  </a:lnTo>
                  <a:lnTo>
                    <a:pt x="6004114" y="1331257"/>
                  </a:lnTo>
                  <a:lnTo>
                    <a:pt x="6004928" y="1209646"/>
                  </a:lnTo>
                  <a:lnTo>
                    <a:pt x="6005743" y="1260067"/>
                  </a:lnTo>
                  <a:lnTo>
                    <a:pt x="6006558" y="1252590"/>
                  </a:lnTo>
                  <a:lnTo>
                    <a:pt x="6007373" y="1341457"/>
                  </a:lnTo>
                  <a:lnTo>
                    <a:pt x="6008188" y="1434893"/>
                  </a:lnTo>
                  <a:lnTo>
                    <a:pt x="6009002" y="1463926"/>
                  </a:lnTo>
                  <a:lnTo>
                    <a:pt x="6009817" y="1525455"/>
                  </a:lnTo>
                  <a:lnTo>
                    <a:pt x="6010632" y="1565926"/>
                  </a:lnTo>
                  <a:lnTo>
                    <a:pt x="6011447" y="1583596"/>
                  </a:lnTo>
                  <a:lnTo>
                    <a:pt x="6012261" y="1586683"/>
                  </a:lnTo>
                  <a:lnTo>
                    <a:pt x="6013076" y="1604608"/>
                  </a:lnTo>
                  <a:lnTo>
                    <a:pt x="6013891" y="1612122"/>
                  </a:lnTo>
                  <a:lnTo>
                    <a:pt x="6014706" y="1617057"/>
                  </a:lnTo>
                  <a:lnTo>
                    <a:pt x="6015521" y="1604483"/>
                  </a:lnTo>
                  <a:lnTo>
                    <a:pt x="6016335" y="1612174"/>
                  </a:lnTo>
                  <a:lnTo>
                    <a:pt x="6017150" y="1533393"/>
                  </a:lnTo>
                  <a:lnTo>
                    <a:pt x="6017965" y="1459290"/>
                  </a:lnTo>
                  <a:lnTo>
                    <a:pt x="6018780" y="1425980"/>
                  </a:lnTo>
                  <a:lnTo>
                    <a:pt x="6019595" y="1385024"/>
                  </a:lnTo>
                  <a:lnTo>
                    <a:pt x="6020409" y="1311410"/>
                  </a:lnTo>
                  <a:lnTo>
                    <a:pt x="6021224" y="1254026"/>
                  </a:lnTo>
                  <a:lnTo>
                    <a:pt x="6022039" y="1244660"/>
                  </a:lnTo>
                  <a:lnTo>
                    <a:pt x="6022854" y="1159578"/>
                  </a:lnTo>
                  <a:lnTo>
                    <a:pt x="6023668" y="1173337"/>
                  </a:lnTo>
                  <a:lnTo>
                    <a:pt x="6024483" y="1215515"/>
                  </a:lnTo>
                  <a:lnTo>
                    <a:pt x="6025298" y="1142668"/>
                  </a:lnTo>
                  <a:lnTo>
                    <a:pt x="6026113" y="1178183"/>
                  </a:lnTo>
                  <a:lnTo>
                    <a:pt x="6026928" y="1170387"/>
                  </a:lnTo>
                  <a:lnTo>
                    <a:pt x="6027742" y="1211213"/>
                  </a:lnTo>
                  <a:lnTo>
                    <a:pt x="6028557" y="1287124"/>
                  </a:lnTo>
                  <a:lnTo>
                    <a:pt x="6029372" y="1260575"/>
                  </a:lnTo>
                  <a:lnTo>
                    <a:pt x="6030187" y="1298657"/>
                  </a:lnTo>
                  <a:lnTo>
                    <a:pt x="6031001" y="1369340"/>
                  </a:lnTo>
                  <a:lnTo>
                    <a:pt x="6031816" y="1457260"/>
                  </a:lnTo>
                  <a:lnTo>
                    <a:pt x="6032631" y="1522826"/>
                  </a:lnTo>
                  <a:lnTo>
                    <a:pt x="6033446" y="1597086"/>
                  </a:lnTo>
                  <a:lnTo>
                    <a:pt x="6034261" y="1603334"/>
                  </a:lnTo>
                  <a:lnTo>
                    <a:pt x="6035075" y="1602867"/>
                  </a:lnTo>
                  <a:lnTo>
                    <a:pt x="6035890" y="1571617"/>
                  </a:lnTo>
                  <a:lnTo>
                    <a:pt x="6036705" y="1590589"/>
                  </a:lnTo>
                  <a:lnTo>
                    <a:pt x="6037520" y="1596292"/>
                  </a:lnTo>
                  <a:lnTo>
                    <a:pt x="6038334" y="1544995"/>
                  </a:lnTo>
                  <a:lnTo>
                    <a:pt x="6039149" y="1567685"/>
                  </a:lnTo>
                  <a:lnTo>
                    <a:pt x="6039964" y="1567112"/>
                  </a:lnTo>
                  <a:lnTo>
                    <a:pt x="6040779" y="1565808"/>
                  </a:lnTo>
                  <a:lnTo>
                    <a:pt x="6041594" y="1422398"/>
                  </a:lnTo>
                  <a:lnTo>
                    <a:pt x="6042408" y="1341789"/>
                  </a:lnTo>
                  <a:lnTo>
                    <a:pt x="6043223" y="1385582"/>
                  </a:lnTo>
                  <a:lnTo>
                    <a:pt x="6044038" y="1531069"/>
                  </a:lnTo>
                  <a:lnTo>
                    <a:pt x="6044853" y="1503914"/>
                  </a:lnTo>
                  <a:lnTo>
                    <a:pt x="6045667" y="1563808"/>
                  </a:lnTo>
                  <a:lnTo>
                    <a:pt x="6046482" y="1572350"/>
                  </a:lnTo>
                  <a:lnTo>
                    <a:pt x="6047297" y="1549036"/>
                  </a:lnTo>
                  <a:lnTo>
                    <a:pt x="6048112" y="1466703"/>
                  </a:lnTo>
                  <a:lnTo>
                    <a:pt x="6048927" y="1374859"/>
                  </a:lnTo>
                  <a:lnTo>
                    <a:pt x="6049741" y="1342620"/>
                  </a:lnTo>
                  <a:lnTo>
                    <a:pt x="6050556" y="1390005"/>
                  </a:lnTo>
                  <a:lnTo>
                    <a:pt x="6051371" y="1494635"/>
                  </a:lnTo>
                  <a:lnTo>
                    <a:pt x="6052186" y="1466031"/>
                  </a:lnTo>
                  <a:lnTo>
                    <a:pt x="6053000" y="1362181"/>
                  </a:lnTo>
                  <a:lnTo>
                    <a:pt x="6053815" y="1407252"/>
                  </a:lnTo>
                  <a:lnTo>
                    <a:pt x="6054630" y="1512466"/>
                  </a:lnTo>
                  <a:lnTo>
                    <a:pt x="6055445" y="1558409"/>
                  </a:lnTo>
                  <a:lnTo>
                    <a:pt x="6056260" y="1534300"/>
                  </a:lnTo>
                  <a:lnTo>
                    <a:pt x="6057074" y="1475639"/>
                  </a:lnTo>
                  <a:lnTo>
                    <a:pt x="6057889" y="1469693"/>
                  </a:lnTo>
                  <a:lnTo>
                    <a:pt x="6058704" y="1515682"/>
                  </a:lnTo>
                  <a:lnTo>
                    <a:pt x="6059519" y="1449592"/>
                  </a:lnTo>
                  <a:lnTo>
                    <a:pt x="6060334" y="1383185"/>
                  </a:lnTo>
                  <a:lnTo>
                    <a:pt x="6061148" y="1373287"/>
                  </a:lnTo>
                  <a:lnTo>
                    <a:pt x="6061963" y="1422274"/>
                  </a:lnTo>
                  <a:lnTo>
                    <a:pt x="6062778" y="1449387"/>
                  </a:lnTo>
                  <a:lnTo>
                    <a:pt x="6063593" y="1441820"/>
                  </a:lnTo>
                  <a:lnTo>
                    <a:pt x="6064407" y="1548480"/>
                  </a:lnTo>
                  <a:lnTo>
                    <a:pt x="6065222" y="1565508"/>
                  </a:lnTo>
                  <a:lnTo>
                    <a:pt x="6066037" y="1587580"/>
                  </a:lnTo>
                  <a:lnTo>
                    <a:pt x="6066852" y="1573387"/>
                  </a:lnTo>
                  <a:lnTo>
                    <a:pt x="6067667" y="1522142"/>
                  </a:lnTo>
                  <a:lnTo>
                    <a:pt x="6068481" y="1592179"/>
                  </a:lnTo>
                  <a:lnTo>
                    <a:pt x="6069296" y="1583309"/>
                  </a:lnTo>
                  <a:lnTo>
                    <a:pt x="6070111" y="1643363"/>
                  </a:lnTo>
                  <a:lnTo>
                    <a:pt x="6070926" y="1588128"/>
                  </a:lnTo>
                  <a:lnTo>
                    <a:pt x="6071740" y="1636934"/>
                  </a:lnTo>
                  <a:lnTo>
                    <a:pt x="6072555" y="1649520"/>
                  </a:lnTo>
                  <a:lnTo>
                    <a:pt x="6073370" y="1635785"/>
                  </a:lnTo>
                  <a:lnTo>
                    <a:pt x="6074185" y="1670357"/>
                  </a:lnTo>
                  <a:lnTo>
                    <a:pt x="6075000" y="1642834"/>
                  </a:lnTo>
                  <a:lnTo>
                    <a:pt x="6075814" y="1617734"/>
                  </a:lnTo>
                  <a:lnTo>
                    <a:pt x="6076629" y="1594014"/>
                  </a:lnTo>
                  <a:lnTo>
                    <a:pt x="6077444" y="1579347"/>
                  </a:lnTo>
                  <a:lnTo>
                    <a:pt x="6078259" y="1592438"/>
                  </a:lnTo>
                  <a:lnTo>
                    <a:pt x="6079073" y="1595664"/>
                  </a:lnTo>
                  <a:lnTo>
                    <a:pt x="6079888" y="1609203"/>
                  </a:lnTo>
                  <a:lnTo>
                    <a:pt x="6080703" y="1580700"/>
                  </a:lnTo>
                  <a:lnTo>
                    <a:pt x="6081518" y="1472078"/>
                  </a:lnTo>
                  <a:lnTo>
                    <a:pt x="6082333" y="1409570"/>
                  </a:lnTo>
                  <a:lnTo>
                    <a:pt x="6083147" y="1502957"/>
                  </a:lnTo>
                  <a:lnTo>
                    <a:pt x="6083962" y="1473254"/>
                  </a:lnTo>
                  <a:lnTo>
                    <a:pt x="6084777" y="1487898"/>
                  </a:lnTo>
                  <a:lnTo>
                    <a:pt x="6085592" y="1496413"/>
                  </a:lnTo>
                  <a:lnTo>
                    <a:pt x="6086406" y="1431708"/>
                  </a:lnTo>
                  <a:lnTo>
                    <a:pt x="6087221" y="1466068"/>
                  </a:lnTo>
                  <a:lnTo>
                    <a:pt x="6088036" y="1467140"/>
                  </a:lnTo>
                  <a:lnTo>
                    <a:pt x="6088851" y="1528183"/>
                  </a:lnTo>
                  <a:lnTo>
                    <a:pt x="6089666" y="1535348"/>
                  </a:lnTo>
                  <a:lnTo>
                    <a:pt x="6090480" y="1505691"/>
                  </a:lnTo>
                  <a:lnTo>
                    <a:pt x="6091295" y="1493738"/>
                  </a:lnTo>
                  <a:lnTo>
                    <a:pt x="6092110" y="1548754"/>
                  </a:lnTo>
                  <a:lnTo>
                    <a:pt x="6092925" y="1577297"/>
                  </a:lnTo>
                  <a:lnTo>
                    <a:pt x="6093739" y="1561041"/>
                  </a:lnTo>
                  <a:lnTo>
                    <a:pt x="6094554" y="1575085"/>
                  </a:lnTo>
                  <a:lnTo>
                    <a:pt x="6095369" y="1583321"/>
                  </a:lnTo>
                  <a:lnTo>
                    <a:pt x="6096184" y="1588045"/>
                  </a:lnTo>
                  <a:lnTo>
                    <a:pt x="6096999" y="1562514"/>
                  </a:lnTo>
                  <a:lnTo>
                    <a:pt x="6097813" y="1552959"/>
                  </a:lnTo>
                  <a:lnTo>
                    <a:pt x="6098628" y="1432302"/>
                  </a:lnTo>
                  <a:lnTo>
                    <a:pt x="6099443" y="1346690"/>
                  </a:lnTo>
                  <a:lnTo>
                    <a:pt x="6100258" y="1345667"/>
                  </a:lnTo>
                  <a:lnTo>
                    <a:pt x="6101073" y="1300609"/>
                  </a:lnTo>
                  <a:lnTo>
                    <a:pt x="6101887" y="1366637"/>
                  </a:lnTo>
                  <a:lnTo>
                    <a:pt x="6102702" y="1345195"/>
                  </a:lnTo>
                  <a:lnTo>
                    <a:pt x="6103517" y="1344111"/>
                  </a:lnTo>
                  <a:lnTo>
                    <a:pt x="6104332" y="1277974"/>
                  </a:lnTo>
                  <a:lnTo>
                    <a:pt x="6105146" y="1322054"/>
                  </a:lnTo>
                  <a:lnTo>
                    <a:pt x="6105961" y="1245807"/>
                  </a:lnTo>
                  <a:lnTo>
                    <a:pt x="6106776" y="1232311"/>
                  </a:lnTo>
                  <a:lnTo>
                    <a:pt x="6107591" y="1201407"/>
                  </a:lnTo>
                  <a:lnTo>
                    <a:pt x="6108406" y="1216076"/>
                  </a:lnTo>
                  <a:lnTo>
                    <a:pt x="6109220" y="1302146"/>
                  </a:lnTo>
                  <a:lnTo>
                    <a:pt x="6110035" y="1273454"/>
                  </a:lnTo>
                  <a:lnTo>
                    <a:pt x="6110850" y="1321986"/>
                  </a:lnTo>
                  <a:lnTo>
                    <a:pt x="6111665" y="1383523"/>
                  </a:lnTo>
                  <a:lnTo>
                    <a:pt x="6112479" y="1445304"/>
                  </a:lnTo>
                  <a:lnTo>
                    <a:pt x="6113294" y="1481285"/>
                  </a:lnTo>
                  <a:lnTo>
                    <a:pt x="6114109" y="1456936"/>
                  </a:lnTo>
                  <a:lnTo>
                    <a:pt x="6114924" y="1438539"/>
                  </a:lnTo>
                  <a:lnTo>
                    <a:pt x="6115739" y="1482314"/>
                  </a:lnTo>
                  <a:lnTo>
                    <a:pt x="6116553" y="1350930"/>
                  </a:lnTo>
                  <a:lnTo>
                    <a:pt x="6117368" y="1336235"/>
                  </a:lnTo>
                  <a:lnTo>
                    <a:pt x="6118183" y="1339577"/>
                  </a:lnTo>
                  <a:lnTo>
                    <a:pt x="6118998" y="1333717"/>
                  </a:lnTo>
                  <a:lnTo>
                    <a:pt x="6119812" y="1278527"/>
                  </a:lnTo>
                  <a:lnTo>
                    <a:pt x="6120627" y="1376432"/>
                  </a:lnTo>
                  <a:lnTo>
                    <a:pt x="6121442" y="1514915"/>
                  </a:lnTo>
                  <a:lnTo>
                    <a:pt x="6122257" y="1527344"/>
                  </a:lnTo>
                  <a:lnTo>
                    <a:pt x="6123072" y="1516636"/>
                  </a:lnTo>
                  <a:lnTo>
                    <a:pt x="6123886" y="1364021"/>
                  </a:lnTo>
                  <a:lnTo>
                    <a:pt x="6124701" y="1362044"/>
                  </a:lnTo>
                  <a:lnTo>
                    <a:pt x="6125516" y="1351144"/>
                  </a:lnTo>
                  <a:lnTo>
                    <a:pt x="6126331" y="1319157"/>
                  </a:lnTo>
                  <a:lnTo>
                    <a:pt x="6127145" y="1260309"/>
                  </a:lnTo>
                  <a:lnTo>
                    <a:pt x="6127960" y="1257034"/>
                  </a:lnTo>
                  <a:lnTo>
                    <a:pt x="6128775" y="1315098"/>
                  </a:lnTo>
                  <a:lnTo>
                    <a:pt x="6129590" y="1266233"/>
                  </a:lnTo>
                  <a:lnTo>
                    <a:pt x="6130405" y="1299388"/>
                  </a:lnTo>
                  <a:lnTo>
                    <a:pt x="6131219" y="1255751"/>
                  </a:lnTo>
                  <a:lnTo>
                    <a:pt x="6132034" y="1212376"/>
                  </a:lnTo>
                  <a:lnTo>
                    <a:pt x="6132849" y="1239531"/>
                  </a:lnTo>
                  <a:lnTo>
                    <a:pt x="6133664" y="1293645"/>
                  </a:lnTo>
                  <a:lnTo>
                    <a:pt x="6134479" y="1321758"/>
                  </a:lnTo>
                  <a:lnTo>
                    <a:pt x="6135293" y="1298731"/>
                  </a:lnTo>
                  <a:lnTo>
                    <a:pt x="6136108" y="1227963"/>
                  </a:lnTo>
                  <a:lnTo>
                    <a:pt x="6136923" y="1310475"/>
                  </a:lnTo>
                  <a:lnTo>
                    <a:pt x="6137738" y="1352402"/>
                  </a:lnTo>
                  <a:lnTo>
                    <a:pt x="6138552" y="1412442"/>
                  </a:lnTo>
                  <a:lnTo>
                    <a:pt x="6139367" y="1499639"/>
                  </a:lnTo>
                  <a:lnTo>
                    <a:pt x="6140182" y="1485607"/>
                  </a:lnTo>
                  <a:lnTo>
                    <a:pt x="6140997" y="1506152"/>
                  </a:lnTo>
                  <a:lnTo>
                    <a:pt x="6141812" y="1507065"/>
                  </a:lnTo>
                  <a:lnTo>
                    <a:pt x="6142626" y="1500292"/>
                  </a:lnTo>
                  <a:lnTo>
                    <a:pt x="6143441" y="1493952"/>
                  </a:lnTo>
                  <a:lnTo>
                    <a:pt x="6144256" y="1588942"/>
                  </a:lnTo>
                  <a:lnTo>
                    <a:pt x="6145071" y="1546366"/>
                  </a:lnTo>
                  <a:lnTo>
                    <a:pt x="6145885" y="1476622"/>
                  </a:lnTo>
                  <a:lnTo>
                    <a:pt x="6146700" y="1534753"/>
                  </a:lnTo>
                  <a:lnTo>
                    <a:pt x="6147515" y="1635213"/>
                  </a:lnTo>
                  <a:lnTo>
                    <a:pt x="6148330" y="1655756"/>
                  </a:lnTo>
                  <a:lnTo>
                    <a:pt x="6149145" y="1625607"/>
                  </a:lnTo>
                  <a:lnTo>
                    <a:pt x="6149959" y="1634170"/>
                  </a:lnTo>
                  <a:lnTo>
                    <a:pt x="6150774" y="1651464"/>
                  </a:lnTo>
                  <a:lnTo>
                    <a:pt x="6151589" y="1653323"/>
                  </a:lnTo>
                  <a:lnTo>
                    <a:pt x="6152404" y="1628163"/>
                  </a:lnTo>
                  <a:lnTo>
                    <a:pt x="6153218" y="1561470"/>
                  </a:lnTo>
                  <a:lnTo>
                    <a:pt x="6154033" y="1605136"/>
                  </a:lnTo>
                  <a:lnTo>
                    <a:pt x="6154848" y="1672923"/>
                  </a:lnTo>
                  <a:lnTo>
                    <a:pt x="6155663" y="1666818"/>
                  </a:lnTo>
                  <a:lnTo>
                    <a:pt x="6156478" y="1606143"/>
                  </a:lnTo>
                  <a:lnTo>
                    <a:pt x="6157292" y="1561690"/>
                  </a:lnTo>
                  <a:lnTo>
                    <a:pt x="6158107" y="1450662"/>
                  </a:lnTo>
                  <a:lnTo>
                    <a:pt x="6158922" y="1380601"/>
                  </a:lnTo>
                  <a:lnTo>
                    <a:pt x="6159737" y="1359466"/>
                  </a:lnTo>
                  <a:lnTo>
                    <a:pt x="6160551" y="1375129"/>
                  </a:lnTo>
                  <a:lnTo>
                    <a:pt x="6161366" y="1457606"/>
                  </a:lnTo>
                  <a:lnTo>
                    <a:pt x="6162181" y="1452135"/>
                  </a:lnTo>
                  <a:lnTo>
                    <a:pt x="6162996" y="1360869"/>
                  </a:lnTo>
                  <a:lnTo>
                    <a:pt x="6163811" y="1376332"/>
                  </a:lnTo>
                  <a:lnTo>
                    <a:pt x="6164625" y="1391042"/>
                  </a:lnTo>
                  <a:lnTo>
                    <a:pt x="6165440" y="1304128"/>
                  </a:lnTo>
                  <a:lnTo>
                    <a:pt x="6166255" y="1297233"/>
                  </a:lnTo>
                  <a:lnTo>
                    <a:pt x="6167070" y="1298811"/>
                  </a:lnTo>
                  <a:lnTo>
                    <a:pt x="6167884" y="1267986"/>
                  </a:lnTo>
                  <a:lnTo>
                    <a:pt x="6168699" y="1326890"/>
                  </a:lnTo>
                  <a:lnTo>
                    <a:pt x="6169514" y="1243854"/>
                  </a:lnTo>
                  <a:lnTo>
                    <a:pt x="6170329" y="1266416"/>
                  </a:lnTo>
                  <a:lnTo>
                    <a:pt x="6171144" y="1343505"/>
                  </a:lnTo>
                  <a:lnTo>
                    <a:pt x="6171958" y="1425456"/>
                  </a:lnTo>
                  <a:lnTo>
                    <a:pt x="6172773" y="1527651"/>
                  </a:lnTo>
                  <a:lnTo>
                    <a:pt x="6173588" y="1510502"/>
                  </a:lnTo>
                  <a:lnTo>
                    <a:pt x="6174403" y="1490663"/>
                  </a:lnTo>
                  <a:lnTo>
                    <a:pt x="6175218" y="1440309"/>
                  </a:lnTo>
                  <a:lnTo>
                    <a:pt x="6176032" y="1389922"/>
                  </a:lnTo>
                  <a:lnTo>
                    <a:pt x="6176847" y="1439151"/>
                  </a:lnTo>
                  <a:lnTo>
                    <a:pt x="6177662" y="1418844"/>
                  </a:lnTo>
                  <a:lnTo>
                    <a:pt x="6178477" y="1361964"/>
                  </a:lnTo>
                  <a:lnTo>
                    <a:pt x="6179291" y="1416534"/>
                  </a:lnTo>
                  <a:lnTo>
                    <a:pt x="6180106" y="1492337"/>
                  </a:lnTo>
                  <a:lnTo>
                    <a:pt x="6180921" y="1548227"/>
                  </a:lnTo>
                  <a:lnTo>
                    <a:pt x="6181736" y="1561073"/>
                  </a:lnTo>
                  <a:lnTo>
                    <a:pt x="6182551" y="1570960"/>
                  </a:lnTo>
                  <a:lnTo>
                    <a:pt x="6183365" y="1556469"/>
                  </a:lnTo>
                  <a:lnTo>
                    <a:pt x="6184180" y="1551325"/>
                  </a:lnTo>
                  <a:lnTo>
                    <a:pt x="6184995" y="1553809"/>
                  </a:lnTo>
                  <a:lnTo>
                    <a:pt x="6185810" y="1573130"/>
                  </a:lnTo>
                  <a:lnTo>
                    <a:pt x="6186624" y="1547034"/>
                  </a:lnTo>
                  <a:lnTo>
                    <a:pt x="6187439" y="1538555"/>
                  </a:lnTo>
                  <a:lnTo>
                    <a:pt x="6188254" y="1540554"/>
                  </a:lnTo>
                  <a:lnTo>
                    <a:pt x="6189069" y="1543883"/>
                  </a:lnTo>
                  <a:lnTo>
                    <a:pt x="6189884" y="1550062"/>
                  </a:lnTo>
                  <a:lnTo>
                    <a:pt x="6190698" y="1448532"/>
                  </a:lnTo>
                  <a:lnTo>
                    <a:pt x="6191513" y="1471219"/>
                  </a:lnTo>
                  <a:lnTo>
                    <a:pt x="6192328" y="1552677"/>
                  </a:lnTo>
                  <a:lnTo>
                    <a:pt x="6193143" y="1595475"/>
                  </a:lnTo>
                  <a:lnTo>
                    <a:pt x="6193957" y="1591205"/>
                  </a:lnTo>
                  <a:lnTo>
                    <a:pt x="6194772" y="1602451"/>
                  </a:lnTo>
                  <a:lnTo>
                    <a:pt x="6195587" y="1616261"/>
                  </a:lnTo>
                  <a:lnTo>
                    <a:pt x="6196402" y="1621402"/>
                  </a:lnTo>
                  <a:lnTo>
                    <a:pt x="6197217" y="1616755"/>
                  </a:lnTo>
                  <a:lnTo>
                    <a:pt x="6198031" y="1605411"/>
                  </a:lnTo>
                  <a:lnTo>
                    <a:pt x="6198846" y="1582606"/>
                  </a:lnTo>
                  <a:lnTo>
                    <a:pt x="6199661" y="1660670"/>
                  </a:lnTo>
                  <a:lnTo>
                    <a:pt x="6200476" y="1678028"/>
                  </a:lnTo>
                  <a:lnTo>
                    <a:pt x="6201290" y="1630650"/>
                  </a:lnTo>
                  <a:lnTo>
                    <a:pt x="6202105" y="1658498"/>
                  </a:lnTo>
                  <a:lnTo>
                    <a:pt x="6202920" y="1660565"/>
                  </a:lnTo>
                  <a:lnTo>
                    <a:pt x="6203735" y="1681170"/>
                  </a:lnTo>
                  <a:lnTo>
                    <a:pt x="6204550" y="1624728"/>
                  </a:lnTo>
                  <a:lnTo>
                    <a:pt x="6205364" y="1611720"/>
                  </a:lnTo>
                  <a:lnTo>
                    <a:pt x="6206179" y="1524203"/>
                  </a:lnTo>
                  <a:lnTo>
                    <a:pt x="6206994" y="1537834"/>
                  </a:lnTo>
                  <a:lnTo>
                    <a:pt x="6207809" y="1633068"/>
                  </a:lnTo>
                  <a:lnTo>
                    <a:pt x="6208623" y="1654627"/>
                  </a:lnTo>
                  <a:lnTo>
                    <a:pt x="6209438" y="1663288"/>
                  </a:lnTo>
                  <a:lnTo>
                    <a:pt x="6210253" y="1721492"/>
                  </a:lnTo>
                  <a:lnTo>
                    <a:pt x="6211068" y="1738516"/>
                  </a:lnTo>
                  <a:lnTo>
                    <a:pt x="6211883" y="1756701"/>
                  </a:lnTo>
                  <a:lnTo>
                    <a:pt x="6211883" y="1756701"/>
                  </a:lnTo>
                  <a:lnTo>
                    <a:pt x="6212697" y="1753554"/>
                  </a:lnTo>
                  <a:lnTo>
                    <a:pt x="6213512" y="1756701"/>
                  </a:lnTo>
                  <a:lnTo>
                    <a:pt x="6213512" y="1756701"/>
                  </a:lnTo>
                  <a:lnTo>
                    <a:pt x="6214327" y="1756701"/>
                  </a:lnTo>
                  <a:lnTo>
                    <a:pt x="6215142" y="1756701"/>
                  </a:lnTo>
                  <a:lnTo>
                    <a:pt x="6215957" y="1756701"/>
                  </a:lnTo>
                  <a:lnTo>
                    <a:pt x="6216771" y="1756701"/>
                  </a:lnTo>
                  <a:lnTo>
                    <a:pt x="6217586" y="1735971"/>
                  </a:lnTo>
                  <a:lnTo>
                    <a:pt x="6218401" y="1709248"/>
                  </a:lnTo>
                  <a:lnTo>
                    <a:pt x="6219216" y="1684758"/>
                  </a:lnTo>
                  <a:lnTo>
                    <a:pt x="6220030" y="1648561"/>
                  </a:lnTo>
                  <a:lnTo>
                    <a:pt x="6220845" y="1630298"/>
                  </a:lnTo>
                  <a:lnTo>
                    <a:pt x="6221660" y="1606341"/>
                  </a:lnTo>
                  <a:lnTo>
                    <a:pt x="6222475" y="1631053"/>
                  </a:lnTo>
                  <a:lnTo>
                    <a:pt x="6223290" y="1608348"/>
                  </a:lnTo>
                  <a:lnTo>
                    <a:pt x="6224104" y="1599280"/>
                  </a:lnTo>
                  <a:lnTo>
                    <a:pt x="6224919" y="1615350"/>
                  </a:lnTo>
                  <a:lnTo>
                    <a:pt x="6225734" y="1646774"/>
                  </a:lnTo>
                  <a:lnTo>
                    <a:pt x="6226549" y="1676093"/>
                  </a:lnTo>
                  <a:lnTo>
                    <a:pt x="6227363" y="1647032"/>
                  </a:lnTo>
                  <a:lnTo>
                    <a:pt x="6228178" y="1617714"/>
                  </a:lnTo>
                  <a:lnTo>
                    <a:pt x="6228993" y="1629479"/>
                  </a:lnTo>
                  <a:lnTo>
                    <a:pt x="6229808" y="1526888"/>
                  </a:lnTo>
                  <a:lnTo>
                    <a:pt x="6230623" y="1438929"/>
                  </a:lnTo>
                  <a:lnTo>
                    <a:pt x="6231437" y="1407402"/>
                  </a:lnTo>
                  <a:lnTo>
                    <a:pt x="6232252" y="1413603"/>
                  </a:lnTo>
                  <a:lnTo>
                    <a:pt x="6233067" y="1571903"/>
                  </a:lnTo>
                  <a:lnTo>
                    <a:pt x="6233882" y="1530545"/>
                  </a:lnTo>
                  <a:lnTo>
                    <a:pt x="6234696" y="1492562"/>
                  </a:lnTo>
                  <a:lnTo>
                    <a:pt x="6235511" y="1451488"/>
                  </a:lnTo>
                  <a:lnTo>
                    <a:pt x="6236326" y="1551241"/>
                  </a:lnTo>
                  <a:lnTo>
                    <a:pt x="6237141" y="1540615"/>
                  </a:lnTo>
                  <a:lnTo>
                    <a:pt x="6237956" y="1421836"/>
                  </a:lnTo>
                  <a:lnTo>
                    <a:pt x="6238770" y="1400378"/>
                  </a:lnTo>
                  <a:lnTo>
                    <a:pt x="6239585" y="1509402"/>
                  </a:lnTo>
                  <a:lnTo>
                    <a:pt x="6240400" y="1552271"/>
                  </a:lnTo>
                  <a:lnTo>
                    <a:pt x="6241215" y="1453034"/>
                  </a:lnTo>
                  <a:lnTo>
                    <a:pt x="6242029" y="1445667"/>
                  </a:lnTo>
                  <a:lnTo>
                    <a:pt x="6242844" y="1452142"/>
                  </a:lnTo>
                  <a:lnTo>
                    <a:pt x="6243659" y="1565251"/>
                  </a:lnTo>
                  <a:lnTo>
                    <a:pt x="6244474" y="1549428"/>
                  </a:lnTo>
                  <a:lnTo>
                    <a:pt x="6245289" y="1527306"/>
                  </a:lnTo>
                  <a:lnTo>
                    <a:pt x="6246103" y="1590663"/>
                  </a:lnTo>
                  <a:lnTo>
                    <a:pt x="6246918" y="1605475"/>
                  </a:lnTo>
                  <a:lnTo>
                    <a:pt x="6247733" y="1637671"/>
                  </a:lnTo>
                  <a:lnTo>
                    <a:pt x="6248548" y="1645076"/>
                  </a:lnTo>
                  <a:lnTo>
                    <a:pt x="6249362" y="1663618"/>
                  </a:lnTo>
                  <a:lnTo>
                    <a:pt x="6250177" y="1705881"/>
                  </a:lnTo>
                  <a:lnTo>
                    <a:pt x="6250992" y="1719062"/>
                  </a:lnTo>
                  <a:lnTo>
                    <a:pt x="6251807" y="1729984"/>
                  </a:lnTo>
                  <a:lnTo>
                    <a:pt x="6252622" y="1699767"/>
                  </a:lnTo>
                  <a:lnTo>
                    <a:pt x="6253436" y="1679983"/>
                  </a:lnTo>
                  <a:lnTo>
                    <a:pt x="6254251" y="1619512"/>
                  </a:lnTo>
                  <a:lnTo>
                    <a:pt x="6255066" y="1600993"/>
                  </a:lnTo>
                  <a:lnTo>
                    <a:pt x="6255881" y="1667111"/>
                  </a:lnTo>
                  <a:lnTo>
                    <a:pt x="6256696" y="1714279"/>
                  </a:lnTo>
                  <a:lnTo>
                    <a:pt x="6257510" y="1697505"/>
                  </a:lnTo>
                  <a:lnTo>
                    <a:pt x="6258325" y="1736285"/>
                  </a:lnTo>
                  <a:lnTo>
                    <a:pt x="6259140" y="1754947"/>
                  </a:lnTo>
                  <a:lnTo>
                    <a:pt x="6259955" y="1748242"/>
                  </a:lnTo>
                  <a:lnTo>
                    <a:pt x="6260769" y="1744810"/>
                  </a:lnTo>
                  <a:lnTo>
                    <a:pt x="6261584" y="1742840"/>
                  </a:lnTo>
                  <a:lnTo>
                    <a:pt x="6262399" y="1756701"/>
                  </a:lnTo>
                  <a:lnTo>
                    <a:pt x="6262399" y="1756701"/>
                  </a:lnTo>
                  <a:lnTo>
                    <a:pt x="6263214" y="1738879"/>
                  </a:lnTo>
                  <a:lnTo>
                    <a:pt x="6264029" y="1715407"/>
                  </a:lnTo>
                  <a:lnTo>
                    <a:pt x="6264843" y="1678059"/>
                  </a:lnTo>
                  <a:lnTo>
                    <a:pt x="6265658" y="1666070"/>
                  </a:lnTo>
                  <a:lnTo>
                    <a:pt x="6266473" y="1688879"/>
                  </a:lnTo>
                  <a:lnTo>
                    <a:pt x="6267288" y="1659239"/>
                  </a:lnTo>
                  <a:lnTo>
                    <a:pt x="6268102" y="1639514"/>
                  </a:lnTo>
                  <a:lnTo>
                    <a:pt x="6268917" y="1701491"/>
                  </a:lnTo>
                  <a:lnTo>
                    <a:pt x="6269732" y="1682645"/>
                  </a:lnTo>
                  <a:lnTo>
                    <a:pt x="6270547" y="1717802"/>
                  </a:lnTo>
                  <a:lnTo>
                    <a:pt x="6271362" y="1665601"/>
                  </a:lnTo>
                  <a:lnTo>
                    <a:pt x="6272176" y="1645006"/>
                  </a:lnTo>
                  <a:lnTo>
                    <a:pt x="6272991" y="1544856"/>
                  </a:lnTo>
                  <a:lnTo>
                    <a:pt x="6273806" y="1544870"/>
                  </a:lnTo>
                  <a:lnTo>
                    <a:pt x="6274621" y="1570948"/>
                  </a:lnTo>
                  <a:lnTo>
                    <a:pt x="6275435" y="1562475"/>
                  </a:lnTo>
                  <a:lnTo>
                    <a:pt x="6276250" y="1591641"/>
                  </a:lnTo>
                  <a:lnTo>
                    <a:pt x="6277065" y="1612722"/>
                  </a:lnTo>
                  <a:lnTo>
                    <a:pt x="6277880" y="1575122"/>
                  </a:lnTo>
                  <a:lnTo>
                    <a:pt x="6278695" y="1579089"/>
                  </a:lnTo>
                  <a:lnTo>
                    <a:pt x="6279509" y="1596706"/>
                  </a:lnTo>
                  <a:lnTo>
                    <a:pt x="6280324" y="1688060"/>
                  </a:lnTo>
                  <a:lnTo>
                    <a:pt x="6281139" y="1662709"/>
                  </a:lnTo>
                  <a:lnTo>
                    <a:pt x="6281954" y="1672649"/>
                  </a:lnTo>
                  <a:lnTo>
                    <a:pt x="6282768" y="1665215"/>
                  </a:lnTo>
                  <a:lnTo>
                    <a:pt x="6283583" y="1638998"/>
                  </a:lnTo>
                  <a:lnTo>
                    <a:pt x="6284398" y="1626836"/>
                  </a:lnTo>
                  <a:lnTo>
                    <a:pt x="6285213" y="1585516"/>
                  </a:lnTo>
                  <a:lnTo>
                    <a:pt x="6286028" y="1585591"/>
                  </a:lnTo>
                  <a:lnTo>
                    <a:pt x="6286842" y="1552275"/>
                  </a:lnTo>
                  <a:lnTo>
                    <a:pt x="6287657" y="1557869"/>
                  </a:lnTo>
                  <a:lnTo>
                    <a:pt x="6288472" y="1594168"/>
                  </a:lnTo>
                  <a:lnTo>
                    <a:pt x="6289287" y="1561245"/>
                  </a:lnTo>
                  <a:lnTo>
                    <a:pt x="6290101" y="1570261"/>
                  </a:lnTo>
                  <a:lnTo>
                    <a:pt x="6290916" y="1533524"/>
                  </a:lnTo>
                  <a:lnTo>
                    <a:pt x="6291731" y="1516178"/>
                  </a:lnTo>
                  <a:lnTo>
                    <a:pt x="6292546" y="1570914"/>
                  </a:lnTo>
                  <a:lnTo>
                    <a:pt x="6293361" y="1528054"/>
                  </a:lnTo>
                  <a:lnTo>
                    <a:pt x="6294175" y="1584974"/>
                  </a:lnTo>
                  <a:lnTo>
                    <a:pt x="6294990" y="1589651"/>
                  </a:lnTo>
                  <a:lnTo>
                    <a:pt x="6295805" y="1606379"/>
                  </a:lnTo>
                  <a:lnTo>
                    <a:pt x="6296620" y="1604928"/>
                  </a:lnTo>
                  <a:lnTo>
                    <a:pt x="6297435" y="1559712"/>
                  </a:lnTo>
                  <a:lnTo>
                    <a:pt x="6298249" y="1466159"/>
                  </a:lnTo>
                  <a:lnTo>
                    <a:pt x="6299064" y="1409653"/>
                  </a:lnTo>
                  <a:lnTo>
                    <a:pt x="6299879" y="1434101"/>
                  </a:lnTo>
                  <a:lnTo>
                    <a:pt x="6300694" y="1460359"/>
                  </a:lnTo>
                  <a:lnTo>
                    <a:pt x="6301508" y="1346017"/>
                  </a:lnTo>
                  <a:lnTo>
                    <a:pt x="6302323" y="1410533"/>
                  </a:lnTo>
                  <a:lnTo>
                    <a:pt x="6303138" y="1449465"/>
                  </a:lnTo>
                  <a:lnTo>
                    <a:pt x="6303953" y="1461091"/>
                  </a:lnTo>
                  <a:lnTo>
                    <a:pt x="6304768" y="1533339"/>
                  </a:lnTo>
                  <a:lnTo>
                    <a:pt x="6305582" y="1511985"/>
                  </a:lnTo>
                  <a:lnTo>
                    <a:pt x="6306397" y="1524557"/>
                  </a:lnTo>
                  <a:lnTo>
                    <a:pt x="6307212" y="1532096"/>
                  </a:lnTo>
                  <a:lnTo>
                    <a:pt x="6308027" y="1552425"/>
                  </a:lnTo>
                  <a:lnTo>
                    <a:pt x="6308841" y="1477672"/>
                  </a:lnTo>
                  <a:lnTo>
                    <a:pt x="6309656" y="1460433"/>
                  </a:lnTo>
                  <a:lnTo>
                    <a:pt x="6310471" y="1487338"/>
                  </a:lnTo>
                  <a:lnTo>
                    <a:pt x="6311286" y="1599372"/>
                  </a:lnTo>
                  <a:lnTo>
                    <a:pt x="6312101" y="1596810"/>
                  </a:lnTo>
                  <a:lnTo>
                    <a:pt x="6312915" y="1608821"/>
                  </a:lnTo>
                  <a:lnTo>
                    <a:pt x="6313730" y="1657685"/>
                  </a:lnTo>
                  <a:lnTo>
                    <a:pt x="6314545" y="1623000"/>
                  </a:lnTo>
                  <a:lnTo>
                    <a:pt x="6315360" y="1642045"/>
                  </a:lnTo>
                  <a:lnTo>
                    <a:pt x="6316174" y="1576073"/>
                  </a:lnTo>
                  <a:lnTo>
                    <a:pt x="6316989" y="1535228"/>
                  </a:lnTo>
                  <a:lnTo>
                    <a:pt x="6317804" y="1410959"/>
                  </a:lnTo>
                  <a:lnTo>
                    <a:pt x="6318619" y="1301397"/>
                  </a:lnTo>
                  <a:lnTo>
                    <a:pt x="6319434" y="1331886"/>
                  </a:lnTo>
                  <a:lnTo>
                    <a:pt x="6320248" y="1289319"/>
                  </a:lnTo>
                  <a:lnTo>
                    <a:pt x="6321063" y="1260731"/>
                  </a:lnTo>
                  <a:lnTo>
                    <a:pt x="6321878" y="1236992"/>
                  </a:lnTo>
                  <a:lnTo>
                    <a:pt x="6322693" y="1249906"/>
                  </a:lnTo>
                  <a:lnTo>
                    <a:pt x="6323507" y="1333959"/>
                  </a:lnTo>
                  <a:lnTo>
                    <a:pt x="6324322" y="1279163"/>
                  </a:lnTo>
                  <a:lnTo>
                    <a:pt x="6325137" y="1276266"/>
                  </a:lnTo>
                  <a:lnTo>
                    <a:pt x="6325952" y="1367613"/>
                  </a:lnTo>
                  <a:lnTo>
                    <a:pt x="6326767" y="1460608"/>
                  </a:lnTo>
                  <a:lnTo>
                    <a:pt x="6327581" y="1378698"/>
                  </a:lnTo>
                  <a:lnTo>
                    <a:pt x="6328396" y="1371106"/>
                  </a:lnTo>
                  <a:lnTo>
                    <a:pt x="6329211" y="1311311"/>
                  </a:lnTo>
                  <a:lnTo>
                    <a:pt x="6330026" y="1412733"/>
                  </a:lnTo>
                  <a:lnTo>
                    <a:pt x="6330840" y="1427234"/>
                  </a:lnTo>
                  <a:lnTo>
                    <a:pt x="6331655" y="1388786"/>
                  </a:lnTo>
                  <a:lnTo>
                    <a:pt x="6332470" y="1285635"/>
                  </a:lnTo>
                  <a:lnTo>
                    <a:pt x="6333285" y="1175777"/>
                  </a:lnTo>
                  <a:lnTo>
                    <a:pt x="6334100" y="1206659"/>
                  </a:lnTo>
                  <a:lnTo>
                    <a:pt x="6334914" y="1189229"/>
                  </a:lnTo>
                  <a:lnTo>
                    <a:pt x="6335729" y="1238946"/>
                  </a:lnTo>
                  <a:lnTo>
                    <a:pt x="6336544" y="1356844"/>
                  </a:lnTo>
                  <a:lnTo>
                    <a:pt x="6337359" y="1432490"/>
                  </a:lnTo>
                  <a:lnTo>
                    <a:pt x="6338174" y="1473766"/>
                  </a:lnTo>
                  <a:lnTo>
                    <a:pt x="6338988" y="1477935"/>
                  </a:lnTo>
                  <a:lnTo>
                    <a:pt x="6339803" y="1433606"/>
                  </a:lnTo>
                  <a:lnTo>
                    <a:pt x="6340618" y="1424802"/>
                  </a:lnTo>
                  <a:lnTo>
                    <a:pt x="6341433" y="1451934"/>
                  </a:lnTo>
                  <a:lnTo>
                    <a:pt x="6342247" y="1413488"/>
                  </a:lnTo>
                  <a:lnTo>
                    <a:pt x="6343062" y="1373975"/>
                  </a:lnTo>
                  <a:lnTo>
                    <a:pt x="6343877" y="1295879"/>
                  </a:lnTo>
                  <a:lnTo>
                    <a:pt x="6344692" y="1361182"/>
                  </a:lnTo>
                  <a:lnTo>
                    <a:pt x="6345507" y="1380586"/>
                  </a:lnTo>
                  <a:lnTo>
                    <a:pt x="6346321" y="1401782"/>
                  </a:lnTo>
                  <a:lnTo>
                    <a:pt x="6347136" y="1419477"/>
                  </a:lnTo>
                  <a:lnTo>
                    <a:pt x="6347951" y="1445848"/>
                  </a:lnTo>
                  <a:lnTo>
                    <a:pt x="6348766" y="1472756"/>
                  </a:lnTo>
                  <a:lnTo>
                    <a:pt x="6349580" y="1481875"/>
                  </a:lnTo>
                  <a:lnTo>
                    <a:pt x="6350395" y="1497306"/>
                  </a:lnTo>
                  <a:lnTo>
                    <a:pt x="6351210" y="1555045"/>
                  </a:lnTo>
                  <a:lnTo>
                    <a:pt x="6352025" y="1501963"/>
                  </a:lnTo>
                  <a:lnTo>
                    <a:pt x="6352840" y="1506761"/>
                  </a:lnTo>
                  <a:lnTo>
                    <a:pt x="6353654" y="1497724"/>
                  </a:lnTo>
                  <a:lnTo>
                    <a:pt x="6354469" y="1505720"/>
                  </a:lnTo>
                  <a:lnTo>
                    <a:pt x="6355284" y="1399155"/>
                  </a:lnTo>
                  <a:lnTo>
                    <a:pt x="6356099" y="1335169"/>
                  </a:lnTo>
                  <a:lnTo>
                    <a:pt x="6356913" y="1357553"/>
                  </a:lnTo>
                  <a:lnTo>
                    <a:pt x="6357728" y="1395197"/>
                  </a:lnTo>
                  <a:lnTo>
                    <a:pt x="6358543" y="1465225"/>
                  </a:lnTo>
                  <a:lnTo>
                    <a:pt x="6359358" y="1447436"/>
                  </a:lnTo>
                  <a:lnTo>
                    <a:pt x="6360173" y="1425793"/>
                  </a:lnTo>
                  <a:lnTo>
                    <a:pt x="6360987" y="1520624"/>
                  </a:lnTo>
                  <a:lnTo>
                    <a:pt x="6361802" y="1510944"/>
                  </a:lnTo>
                  <a:lnTo>
                    <a:pt x="6362617" y="1547049"/>
                  </a:lnTo>
                  <a:lnTo>
                    <a:pt x="6363432" y="1593045"/>
                  </a:lnTo>
                  <a:lnTo>
                    <a:pt x="6364246" y="1620086"/>
                  </a:lnTo>
                  <a:lnTo>
                    <a:pt x="6365061" y="1649614"/>
                  </a:lnTo>
                  <a:lnTo>
                    <a:pt x="6365876" y="1638645"/>
                  </a:lnTo>
                  <a:lnTo>
                    <a:pt x="6366691" y="1646660"/>
                  </a:lnTo>
                  <a:lnTo>
                    <a:pt x="6367506" y="1632501"/>
                  </a:lnTo>
                  <a:lnTo>
                    <a:pt x="6368320" y="1619814"/>
                  </a:lnTo>
                  <a:lnTo>
                    <a:pt x="6369135" y="1570770"/>
                  </a:lnTo>
                  <a:lnTo>
                    <a:pt x="6369950" y="1543276"/>
                  </a:lnTo>
                  <a:lnTo>
                    <a:pt x="6370765" y="1529069"/>
                  </a:lnTo>
                  <a:lnTo>
                    <a:pt x="6371579" y="1486365"/>
                  </a:lnTo>
                  <a:lnTo>
                    <a:pt x="6372394" y="1515355"/>
                  </a:lnTo>
                  <a:lnTo>
                    <a:pt x="6373209" y="1515215"/>
                  </a:lnTo>
                  <a:lnTo>
                    <a:pt x="6374024" y="1492824"/>
                  </a:lnTo>
                  <a:lnTo>
                    <a:pt x="6374839" y="1441345"/>
                  </a:lnTo>
                  <a:lnTo>
                    <a:pt x="6375653" y="1450994"/>
                  </a:lnTo>
                  <a:lnTo>
                    <a:pt x="6376468" y="1569104"/>
                  </a:lnTo>
                  <a:lnTo>
                    <a:pt x="6377283" y="1609542"/>
                  </a:lnTo>
                  <a:lnTo>
                    <a:pt x="6378098" y="1683873"/>
                  </a:lnTo>
                  <a:lnTo>
                    <a:pt x="6378913" y="1632535"/>
                  </a:lnTo>
                  <a:lnTo>
                    <a:pt x="6379727" y="1636012"/>
                  </a:lnTo>
                  <a:lnTo>
                    <a:pt x="6380542" y="1639507"/>
                  </a:lnTo>
                  <a:lnTo>
                    <a:pt x="6381357" y="1620726"/>
                  </a:lnTo>
                  <a:lnTo>
                    <a:pt x="6382172" y="1667545"/>
                  </a:lnTo>
                  <a:lnTo>
                    <a:pt x="6382986" y="1672132"/>
                  </a:lnTo>
                  <a:lnTo>
                    <a:pt x="6383801" y="1688981"/>
                  </a:lnTo>
                  <a:lnTo>
                    <a:pt x="6384616" y="1707964"/>
                  </a:lnTo>
                  <a:lnTo>
                    <a:pt x="6385431" y="1695133"/>
                  </a:lnTo>
                  <a:lnTo>
                    <a:pt x="6386246" y="1649382"/>
                  </a:lnTo>
                  <a:lnTo>
                    <a:pt x="6387060" y="1631693"/>
                  </a:lnTo>
                  <a:lnTo>
                    <a:pt x="6387875" y="1565329"/>
                  </a:lnTo>
                  <a:lnTo>
                    <a:pt x="6388690" y="1531224"/>
                  </a:lnTo>
                  <a:lnTo>
                    <a:pt x="6389505" y="1610687"/>
                  </a:lnTo>
                  <a:lnTo>
                    <a:pt x="6390319" y="1592744"/>
                  </a:lnTo>
                  <a:lnTo>
                    <a:pt x="6391134" y="1611468"/>
                  </a:lnTo>
                  <a:lnTo>
                    <a:pt x="6391949" y="1505379"/>
                  </a:lnTo>
                  <a:lnTo>
                    <a:pt x="6392764" y="1520154"/>
                  </a:lnTo>
                  <a:lnTo>
                    <a:pt x="6393579" y="1517486"/>
                  </a:lnTo>
                  <a:lnTo>
                    <a:pt x="6394393" y="1554362"/>
                  </a:lnTo>
                  <a:lnTo>
                    <a:pt x="6395208" y="1610752"/>
                  </a:lnTo>
                  <a:lnTo>
                    <a:pt x="6396023" y="1624362"/>
                  </a:lnTo>
                  <a:lnTo>
                    <a:pt x="6396838" y="1657128"/>
                  </a:lnTo>
                  <a:lnTo>
                    <a:pt x="6397652" y="1690734"/>
                  </a:lnTo>
                  <a:lnTo>
                    <a:pt x="6398467" y="1672783"/>
                  </a:lnTo>
                  <a:lnTo>
                    <a:pt x="6399282" y="1676577"/>
                  </a:lnTo>
                  <a:lnTo>
                    <a:pt x="6400097" y="1673437"/>
                  </a:lnTo>
                  <a:lnTo>
                    <a:pt x="6400912" y="1650870"/>
                  </a:lnTo>
                  <a:lnTo>
                    <a:pt x="6401726" y="1634266"/>
                  </a:lnTo>
                  <a:lnTo>
                    <a:pt x="6402541" y="1604778"/>
                  </a:lnTo>
                  <a:lnTo>
                    <a:pt x="6403356" y="1605649"/>
                  </a:lnTo>
                  <a:lnTo>
                    <a:pt x="6404171" y="1584049"/>
                  </a:lnTo>
                  <a:lnTo>
                    <a:pt x="6404985" y="1494462"/>
                  </a:lnTo>
                  <a:lnTo>
                    <a:pt x="6405800" y="1473334"/>
                  </a:lnTo>
                  <a:lnTo>
                    <a:pt x="6406615" y="1545021"/>
                  </a:lnTo>
                  <a:lnTo>
                    <a:pt x="6407430" y="1571889"/>
                  </a:lnTo>
                  <a:lnTo>
                    <a:pt x="6408245" y="1553607"/>
                  </a:lnTo>
                  <a:lnTo>
                    <a:pt x="6409059" y="1526614"/>
                  </a:lnTo>
                  <a:lnTo>
                    <a:pt x="6409874" y="1577553"/>
                  </a:lnTo>
                  <a:lnTo>
                    <a:pt x="6410689" y="1590321"/>
                  </a:lnTo>
                  <a:lnTo>
                    <a:pt x="6411504" y="1574917"/>
                  </a:lnTo>
                  <a:lnTo>
                    <a:pt x="6412318" y="1517143"/>
                  </a:lnTo>
                  <a:lnTo>
                    <a:pt x="6413133" y="1493273"/>
                  </a:lnTo>
                  <a:lnTo>
                    <a:pt x="6413948" y="1482948"/>
                  </a:lnTo>
                  <a:lnTo>
                    <a:pt x="6414763" y="1447761"/>
                  </a:lnTo>
                  <a:lnTo>
                    <a:pt x="6415578" y="1334558"/>
                  </a:lnTo>
                  <a:lnTo>
                    <a:pt x="6416392" y="1430640"/>
                  </a:lnTo>
                  <a:lnTo>
                    <a:pt x="6417207" y="1504642"/>
                  </a:lnTo>
                  <a:lnTo>
                    <a:pt x="6418022" y="1524972"/>
                  </a:lnTo>
                  <a:lnTo>
                    <a:pt x="6418837" y="1609661"/>
                  </a:lnTo>
                  <a:lnTo>
                    <a:pt x="6419652" y="1576391"/>
                  </a:lnTo>
                  <a:lnTo>
                    <a:pt x="6420466" y="1593660"/>
                  </a:lnTo>
                  <a:lnTo>
                    <a:pt x="6421281" y="1618210"/>
                  </a:lnTo>
                  <a:lnTo>
                    <a:pt x="6422096" y="1557427"/>
                  </a:lnTo>
                  <a:lnTo>
                    <a:pt x="6422911" y="1576556"/>
                  </a:lnTo>
                  <a:lnTo>
                    <a:pt x="6423725" y="1592554"/>
                  </a:lnTo>
                  <a:lnTo>
                    <a:pt x="6424540" y="1610212"/>
                  </a:lnTo>
                  <a:lnTo>
                    <a:pt x="6425355" y="1655412"/>
                  </a:lnTo>
                  <a:lnTo>
                    <a:pt x="6426170" y="1538516"/>
                  </a:lnTo>
                  <a:lnTo>
                    <a:pt x="6426985" y="1499947"/>
                  </a:lnTo>
                  <a:lnTo>
                    <a:pt x="6427799" y="1496189"/>
                  </a:lnTo>
                  <a:lnTo>
                    <a:pt x="6428614" y="1531907"/>
                  </a:lnTo>
                  <a:lnTo>
                    <a:pt x="6429429" y="1591049"/>
                  </a:lnTo>
                  <a:lnTo>
                    <a:pt x="6430244" y="1524030"/>
                  </a:lnTo>
                  <a:lnTo>
                    <a:pt x="6431058" y="1489240"/>
                  </a:lnTo>
                  <a:lnTo>
                    <a:pt x="6431873" y="1428445"/>
                  </a:lnTo>
                  <a:lnTo>
                    <a:pt x="6432688" y="1426216"/>
                  </a:lnTo>
                  <a:lnTo>
                    <a:pt x="6433503" y="1424543"/>
                  </a:lnTo>
                  <a:lnTo>
                    <a:pt x="6434318" y="1451138"/>
                  </a:lnTo>
                  <a:lnTo>
                    <a:pt x="6435132" y="1499733"/>
                  </a:lnTo>
                  <a:lnTo>
                    <a:pt x="6435947" y="1443396"/>
                  </a:lnTo>
                  <a:lnTo>
                    <a:pt x="6436762" y="1386400"/>
                  </a:lnTo>
                  <a:lnTo>
                    <a:pt x="6437577" y="1374705"/>
                  </a:lnTo>
                  <a:lnTo>
                    <a:pt x="6438391" y="1471068"/>
                  </a:lnTo>
                  <a:lnTo>
                    <a:pt x="6439206" y="1486841"/>
                  </a:lnTo>
                  <a:lnTo>
                    <a:pt x="6440021" y="1481241"/>
                  </a:lnTo>
                  <a:lnTo>
                    <a:pt x="6440836" y="1387756"/>
                  </a:lnTo>
                  <a:lnTo>
                    <a:pt x="6441651" y="1400164"/>
                  </a:lnTo>
                  <a:lnTo>
                    <a:pt x="6442465" y="1429650"/>
                  </a:lnTo>
                  <a:lnTo>
                    <a:pt x="6443280" y="1544102"/>
                  </a:lnTo>
                  <a:lnTo>
                    <a:pt x="6444095" y="1515917"/>
                  </a:lnTo>
                  <a:lnTo>
                    <a:pt x="6444910" y="1510911"/>
                  </a:lnTo>
                  <a:lnTo>
                    <a:pt x="6445724" y="1548645"/>
                  </a:lnTo>
                  <a:lnTo>
                    <a:pt x="6446539" y="1622832"/>
                  </a:lnTo>
                  <a:lnTo>
                    <a:pt x="6447354" y="1657253"/>
                  </a:lnTo>
                  <a:lnTo>
                    <a:pt x="6448169" y="1666259"/>
                  </a:lnTo>
                  <a:lnTo>
                    <a:pt x="6448984" y="1702005"/>
                  </a:lnTo>
                  <a:lnTo>
                    <a:pt x="6449798" y="1727750"/>
                  </a:lnTo>
                  <a:lnTo>
                    <a:pt x="6450613" y="1743148"/>
                  </a:lnTo>
                  <a:lnTo>
                    <a:pt x="6451428" y="1748303"/>
                  </a:lnTo>
                  <a:lnTo>
                    <a:pt x="6452243" y="1747679"/>
                  </a:lnTo>
                  <a:lnTo>
                    <a:pt x="6453058" y="1749449"/>
                  </a:lnTo>
                  <a:lnTo>
                    <a:pt x="6453872" y="1755006"/>
                  </a:lnTo>
                  <a:lnTo>
                    <a:pt x="6454687" y="1756701"/>
                  </a:lnTo>
                  <a:lnTo>
                    <a:pt x="6454687" y="1756701"/>
                  </a:lnTo>
                  <a:lnTo>
                    <a:pt x="6455502" y="1751315"/>
                  </a:lnTo>
                  <a:lnTo>
                    <a:pt x="6456317" y="1752284"/>
                  </a:lnTo>
                  <a:lnTo>
                    <a:pt x="6457131" y="1745742"/>
                  </a:lnTo>
                  <a:lnTo>
                    <a:pt x="6457946" y="1739974"/>
                  </a:lnTo>
                  <a:lnTo>
                    <a:pt x="6458761" y="1751709"/>
                  </a:lnTo>
                  <a:lnTo>
                    <a:pt x="6459576" y="1723230"/>
                  </a:lnTo>
                  <a:lnTo>
                    <a:pt x="6460391" y="1738659"/>
                  </a:lnTo>
                  <a:lnTo>
                    <a:pt x="6461205" y="1717610"/>
                  </a:lnTo>
                  <a:lnTo>
                    <a:pt x="6462020" y="1693611"/>
                  </a:lnTo>
                  <a:lnTo>
                    <a:pt x="6462835" y="1679840"/>
                  </a:lnTo>
                  <a:lnTo>
                    <a:pt x="6463650" y="1653317"/>
                  </a:lnTo>
                  <a:lnTo>
                    <a:pt x="6464464" y="1719388"/>
                  </a:lnTo>
                  <a:lnTo>
                    <a:pt x="6465279" y="1712034"/>
                  </a:lnTo>
                  <a:lnTo>
                    <a:pt x="6466094" y="1710262"/>
                  </a:lnTo>
                  <a:lnTo>
                    <a:pt x="6466909" y="1711845"/>
                  </a:lnTo>
                  <a:lnTo>
                    <a:pt x="6467724" y="1683988"/>
                  </a:lnTo>
                  <a:lnTo>
                    <a:pt x="6468538" y="1685618"/>
                  </a:lnTo>
                  <a:lnTo>
                    <a:pt x="6469353" y="1682104"/>
                  </a:lnTo>
                  <a:lnTo>
                    <a:pt x="6470168" y="1696900"/>
                  </a:lnTo>
                  <a:lnTo>
                    <a:pt x="6470983" y="1752033"/>
                  </a:lnTo>
                  <a:lnTo>
                    <a:pt x="6471797" y="1717703"/>
                  </a:lnTo>
                  <a:lnTo>
                    <a:pt x="6472612" y="1714930"/>
                  </a:lnTo>
                  <a:lnTo>
                    <a:pt x="6473427" y="1720172"/>
                  </a:lnTo>
                  <a:lnTo>
                    <a:pt x="6474242" y="1685983"/>
                  </a:lnTo>
                  <a:lnTo>
                    <a:pt x="6475057" y="1688628"/>
                  </a:lnTo>
                  <a:lnTo>
                    <a:pt x="6475871" y="1639765"/>
                  </a:lnTo>
                  <a:lnTo>
                    <a:pt x="6476686" y="1584499"/>
                  </a:lnTo>
                  <a:lnTo>
                    <a:pt x="6477501" y="1535585"/>
                  </a:lnTo>
                  <a:lnTo>
                    <a:pt x="6478316" y="1596122"/>
                  </a:lnTo>
                  <a:lnTo>
                    <a:pt x="6479130" y="1648692"/>
                  </a:lnTo>
                  <a:lnTo>
                    <a:pt x="6479945" y="1627930"/>
                  </a:lnTo>
                  <a:lnTo>
                    <a:pt x="6480760" y="1584384"/>
                  </a:lnTo>
                  <a:lnTo>
                    <a:pt x="6481575" y="1579753"/>
                  </a:lnTo>
                  <a:lnTo>
                    <a:pt x="6482390" y="1567676"/>
                  </a:lnTo>
                  <a:lnTo>
                    <a:pt x="6483204" y="1544071"/>
                  </a:lnTo>
                  <a:lnTo>
                    <a:pt x="6484019" y="1486588"/>
                  </a:lnTo>
                  <a:lnTo>
                    <a:pt x="6484834" y="1437525"/>
                  </a:lnTo>
                  <a:lnTo>
                    <a:pt x="6485649" y="1445204"/>
                  </a:lnTo>
                  <a:lnTo>
                    <a:pt x="6486463" y="1481503"/>
                  </a:lnTo>
                  <a:lnTo>
                    <a:pt x="6487278" y="1494279"/>
                  </a:lnTo>
                  <a:lnTo>
                    <a:pt x="6488093" y="1373407"/>
                  </a:lnTo>
                  <a:lnTo>
                    <a:pt x="6488908" y="1378658"/>
                  </a:lnTo>
                  <a:lnTo>
                    <a:pt x="6489723" y="1412528"/>
                  </a:lnTo>
                  <a:lnTo>
                    <a:pt x="6490537" y="1531280"/>
                  </a:lnTo>
                  <a:lnTo>
                    <a:pt x="6491352" y="1507010"/>
                  </a:lnTo>
                  <a:lnTo>
                    <a:pt x="6492167" y="1462587"/>
                  </a:lnTo>
                  <a:lnTo>
                    <a:pt x="6492982" y="1497102"/>
                  </a:lnTo>
                  <a:lnTo>
                    <a:pt x="6493797" y="1528838"/>
                  </a:lnTo>
                  <a:lnTo>
                    <a:pt x="6494611" y="1497360"/>
                  </a:lnTo>
                  <a:lnTo>
                    <a:pt x="6495426" y="1408734"/>
                  </a:lnTo>
                  <a:lnTo>
                    <a:pt x="6496241" y="1336714"/>
                  </a:lnTo>
                  <a:lnTo>
                    <a:pt x="6497056" y="1334148"/>
                  </a:lnTo>
                  <a:lnTo>
                    <a:pt x="6497870" y="1348166"/>
                  </a:lnTo>
                  <a:lnTo>
                    <a:pt x="6498685" y="1317937"/>
                  </a:lnTo>
                  <a:lnTo>
                    <a:pt x="6499500" y="1329905"/>
                  </a:lnTo>
                  <a:lnTo>
                    <a:pt x="6500315" y="1294716"/>
                  </a:lnTo>
                  <a:lnTo>
                    <a:pt x="6501130" y="1339701"/>
                  </a:lnTo>
                  <a:lnTo>
                    <a:pt x="6501944" y="1386836"/>
                  </a:lnTo>
                  <a:lnTo>
                    <a:pt x="6502759" y="1489179"/>
                  </a:lnTo>
                  <a:lnTo>
                    <a:pt x="6503574" y="1535692"/>
                  </a:lnTo>
                  <a:lnTo>
                    <a:pt x="6504389" y="1570589"/>
                  </a:lnTo>
                  <a:lnTo>
                    <a:pt x="6505203" y="1620976"/>
                  </a:lnTo>
                  <a:lnTo>
                    <a:pt x="6506018" y="1644187"/>
                  </a:lnTo>
                  <a:lnTo>
                    <a:pt x="6506833" y="1651835"/>
                  </a:lnTo>
                  <a:lnTo>
                    <a:pt x="6507648" y="1673144"/>
                  </a:lnTo>
                  <a:lnTo>
                    <a:pt x="6508463" y="1639393"/>
                  </a:lnTo>
                  <a:lnTo>
                    <a:pt x="6509277" y="1653008"/>
                  </a:lnTo>
                  <a:lnTo>
                    <a:pt x="6510092" y="1599388"/>
                  </a:lnTo>
                  <a:lnTo>
                    <a:pt x="6510907" y="1660309"/>
                  </a:lnTo>
                  <a:lnTo>
                    <a:pt x="6511722" y="1693613"/>
                  </a:lnTo>
                  <a:lnTo>
                    <a:pt x="6512536" y="1671314"/>
                  </a:lnTo>
                  <a:lnTo>
                    <a:pt x="6513351" y="1664318"/>
                  </a:lnTo>
                  <a:lnTo>
                    <a:pt x="6514166" y="1689760"/>
                  </a:lnTo>
                  <a:lnTo>
                    <a:pt x="6514981" y="1677573"/>
                  </a:lnTo>
                  <a:lnTo>
                    <a:pt x="6515796" y="1673740"/>
                  </a:lnTo>
                  <a:lnTo>
                    <a:pt x="6516610" y="1667385"/>
                  </a:lnTo>
                  <a:lnTo>
                    <a:pt x="6517425" y="1682388"/>
                  </a:lnTo>
                  <a:lnTo>
                    <a:pt x="6518240" y="1671488"/>
                  </a:lnTo>
                  <a:lnTo>
                    <a:pt x="6519055" y="1665635"/>
                  </a:lnTo>
                  <a:lnTo>
                    <a:pt x="6519869" y="1639036"/>
                  </a:lnTo>
                  <a:lnTo>
                    <a:pt x="6520684" y="1588372"/>
                  </a:lnTo>
                  <a:lnTo>
                    <a:pt x="6521499" y="1565379"/>
                  </a:lnTo>
                  <a:lnTo>
                    <a:pt x="6522314" y="1507329"/>
                  </a:lnTo>
                  <a:lnTo>
                    <a:pt x="6523129" y="1512581"/>
                  </a:lnTo>
                  <a:lnTo>
                    <a:pt x="6523943" y="1621150"/>
                  </a:lnTo>
                  <a:lnTo>
                    <a:pt x="6524758" y="1668995"/>
                  </a:lnTo>
                  <a:lnTo>
                    <a:pt x="6525573" y="1649693"/>
                  </a:lnTo>
                  <a:lnTo>
                    <a:pt x="6526388" y="1670691"/>
                  </a:lnTo>
                  <a:lnTo>
                    <a:pt x="6527202" y="1672895"/>
                  </a:lnTo>
                  <a:lnTo>
                    <a:pt x="6528017" y="1660464"/>
                  </a:lnTo>
                  <a:lnTo>
                    <a:pt x="6528832" y="1652873"/>
                  </a:lnTo>
                  <a:lnTo>
                    <a:pt x="6529647" y="1647426"/>
                  </a:lnTo>
                  <a:lnTo>
                    <a:pt x="6530462" y="1556163"/>
                  </a:lnTo>
                  <a:lnTo>
                    <a:pt x="6531276" y="1529560"/>
                  </a:lnTo>
                  <a:lnTo>
                    <a:pt x="6532091" y="1497580"/>
                  </a:lnTo>
                  <a:lnTo>
                    <a:pt x="6532906" y="1480463"/>
                  </a:lnTo>
                  <a:lnTo>
                    <a:pt x="6533721" y="1517729"/>
                  </a:lnTo>
                  <a:lnTo>
                    <a:pt x="6534536" y="1475482"/>
                  </a:lnTo>
                  <a:lnTo>
                    <a:pt x="6535350" y="1511806"/>
                  </a:lnTo>
                  <a:lnTo>
                    <a:pt x="6536165" y="1468203"/>
                  </a:lnTo>
                  <a:lnTo>
                    <a:pt x="6536980" y="1510503"/>
                  </a:lnTo>
                  <a:lnTo>
                    <a:pt x="6537795" y="1544460"/>
                  </a:lnTo>
                  <a:lnTo>
                    <a:pt x="6538609" y="1529343"/>
                  </a:lnTo>
                  <a:lnTo>
                    <a:pt x="6539424" y="1500943"/>
                  </a:lnTo>
                  <a:lnTo>
                    <a:pt x="6540239" y="1526247"/>
                  </a:lnTo>
                  <a:lnTo>
                    <a:pt x="6541054" y="1558794"/>
                  </a:lnTo>
                  <a:lnTo>
                    <a:pt x="6541869" y="1577973"/>
                  </a:lnTo>
                  <a:lnTo>
                    <a:pt x="6542683" y="1601426"/>
                  </a:lnTo>
                  <a:lnTo>
                    <a:pt x="6543498" y="1626334"/>
                  </a:lnTo>
                  <a:lnTo>
                    <a:pt x="6544313" y="1632424"/>
                  </a:lnTo>
                  <a:lnTo>
                    <a:pt x="6545128" y="1592944"/>
                  </a:lnTo>
                  <a:lnTo>
                    <a:pt x="6545942" y="1577016"/>
                  </a:lnTo>
                  <a:lnTo>
                    <a:pt x="6546757" y="1625850"/>
                  </a:lnTo>
                  <a:lnTo>
                    <a:pt x="6547572" y="1656351"/>
                  </a:lnTo>
                  <a:lnTo>
                    <a:pt x="6548387" y="1660407"/>
                  </a:lnTo>
                  <a:lnTo>
                    <a:pt x="6549202" y="1625073"/>
                  </a:lnTo>
                  <a:lnTo>
                    <a:pt x="6550016" y="1634906"/>
                  </a:lnTo>
                  <a:lnTo>
                    <a:pt x="6550831" y="1635443"/>
                  </a:lnTo>
                  <a:lnTo>
                    <a:pt x="6551646" y="1645635"/>
                  </a:lnTo>
                  <a:lnTo>
                    <a:pt x="6552461" y="1625637"/>
                  </a:lnTo>
                  <a:lnTo>
                    <a:pt x="6553275" y="1615999"/>
                  </a:lnTo>
                  <a:lnTo>
                    <a:pt x="6554090" y="1626657"/>
                  </a:lnTo>
                  <a:lnTo>
                    <a:pt x="6554905" y="1615192"/>
                  </a:lnTo>
                  <a:lnTo>
                    <a:pt x="6555720" y="1621784"/>
                  </a:lnTo>
                  <a:lnTo>
                    <a:pt x="6556535" y="1591957"/>
                  </a:lnTo>
                  <a:lnTo>
                    <a:pt x="6557349" y="1586236"/>
                  </a:lnTo>
                  <a:lnTo>
                    <a:pt x="6558164" y="1603137"/>
                  </a:lnTo>
                  <a:lnTo>
                    <a:pt x="6558979" y="1600875"/>
                  </a:lnTo>
                  <a:lnTo>
                    <a:pt x="6559794" y="1614864"/>
                  </a:lnTo>
                  <a:lnTo>
                    <a:pt x="6560608" y="1608631"/>
                  </a:lnTo>
                  <a:lnTo>
                    <a:pt x="6561423" y="1598735"/>
                  </a:lnTo>
                  <a:lnTo>
                    <a:pt x="6562238" y="1595520"/>
                  </a:lnTo>
                  <a:lnTo>
                    <a:pt x="6563053" y="1575232"/>
                  </a:lnTo>
                  <a:lnTo>
                    <a:pt x="6563868" y="1554080"/>
                  </a:lnTo>
                  <a:lnTo>
                    <a:pt x="6564682" y="1542433"/>
                  </a:lnTo>
                  <a:lnTo>
                    <a:pt x="6565497" y="1528314"/>
                  </a:lnTo>
                  <a:lnTo>
                    <a:pt x="6566312" y="1535777"/>
                  </a:lnTo>
                  <a:lnTo>
                    <a:pt x="6567127" y="1539545"/>
                  </a:lnTo>
                  <a:lnTo>
                    <a:pt x="6567941" y="1542253"/>
                  </a:lnTo>
                  <a:lnTo>
                    <a:pt x="6568756" y="1526372"/>
                  </a:lnTo>
                  <a:lnTo>
                    <a:pt x="6569571" y="1513358"/>
                  </a:lnTo>
                  <a:lnTo>
                    <a:pt x="6570386" y="1479755"/>
                  </a:lnTo>
                  <a:lnTo>
                    <a:pt x="6571201" y="1479775"/>
                  </a:lnTo>
                  <a:lnTo>
                    <a:pt x="6572015" y="1455280"/>
                  </a:lnTo>
                  <a:lnTo>
                    <a:pt x="6572830" y="1442148"/>
                  </a:lnTo>
                  <a:lnTo>
                    <a:pt x="6573645" y="1446529"/>
                  </a:lnTo>
                  <a:lnTo>
                    <a:pt x="6574460" y="1506657"/>
                  </a:lnTo>
                  <a:lnTo>
                    <a:pt x="6575275" y="1523882"/>
                  </a:lnTo>
                  <a:lnTo>
                    <a:pt x="6576089" y="1513163"/>
                  </a:lnTo>
                  <a:lnTo>
                    <a:pt x="6576904" y="1509378"/>
                  </a:lnTo>
                  <a:lnTo>
                    <a:pt x="6577719" y="1508627"/>
                  </a:lnTo>
                  <a:lnTo>
                    <a:pt x="6578534" y="1529260"/>
                  </a:lnTo>
                  <a:lnTo>
                    <a:pt x="6579348" y="1519795"/>
                  </a:lnTo>
                  <a:lnTo>
                    <a:pt x="6580163" y="1483012"/>
                  </a:lnTo>
                  <a:lnTo>
                    <a:pt x="6580978" y="1481257"/>
                  </a:lnTo>
                  <a:lnTo>
                    <a:pt x="6581793" y="1474047"/>
                  </a:lnTo>
                  <a:lnTo>
                    <a:pt x="6582608" y="1535109"/>
                  </a:lnTo>
                  <a:lnTo>
                    <a:pt x="6583422" y="1501579"/>
                  </a:lnTo>
                  <a:lnTo>
                    <a:pt x="6584237" y="1484617"/>
                  </a:lnTo>
                  <a:lnTo>
                    <a:pt x="6585052" y="1514433"/>
                  </a:lnTo>
                  <a:lnTo>
                    <a:pt x="6585867" y="1532771"/>
                  </a:lnTo>
                  <a:lnTo>
                    <a:pt x="6586681" y="1497312"/>
                  </a:lnTo>
                  <a:lnTo>
                    <a:pt x="6587496" y="1453992"/>
                  </a:lnTo>
                  <a:lnTo>
                    <a:pt x="6588311" y="1491528"/>
                  </a:lnTo>
                  <a:lnTo>
                    <a:pt x="6589126" y="1490861"/>
                  </a:lnTo>
                  <a:lnTo>
                    <a:pt x="6589941" y="1488579"/>
                  </a:lnTo>
                  <a:lnTo>
                    <a:pt x="6590755" y="1473587"/>
                  </a:lnTo>
                  <a:lnTo>
                    <a:pt x="6591570" y="1475450"/>
                  </a:lnTo>
                  <a:lnTo>
                    <a:pt x="6592385" y="1511966"/>
                  </a:lnTo>
                  <a:lnTo>
                    <a:pt x="6593200" y="1478898"/>
                  </a:lnTo>
                  <a:lnTo>
                    <a:pt x="6594014" y="1498462"/>
                  </a:lnTo>
                  <a:lnTo>
                    <a:pt x="6594829" y="1458405"/>
                  </a:lnTo>
                  <a:lnTo>
                    <a:pt x="6595644" y="1439163"/>
                  </a:lnTo>
                  <a:lnTo>
                    <a:pt x="6596459" y="1454106"/>
                  </a:lnTo>
                  <a:lnTo>
                    <a:pt x="6597274" y="1452895"/>
                  </a:lnTo>
                  <a:lnTo>
                    <a:pt x="6598088" y="1499617"/>
                  </a:lnTo>
                  <a:lnTo>
                    <a:pt x="6598903" y="1491819"/>
                  </a:lnTo>
                  <a:lnTo>
                    <a:pt x="6599718" y="1537204"/>
                  </a:lnTo>
                  <a:lnTo>
                    <a:pt x="6600533" y="1600289"/>
                  </a:lnTo>
                  <a:lnTo>
                    <a:pt x="6601347" y="1558018"/>
                  </a:lnTo>
                  <a:lnTo>
                    <a:pt x="6602162" y="1598699"/>
                  </a:lnTo>
                  <a:lnTo>
                    <a:pt x="6602977" y="1601285"/>
                  </a:lnTo>
                  <a:lnTo>
                    <a:pt x="6603792" y="1603928"/>
                  </a:lnTo>
                  <a:lnTo>
                    <a:pt x="6604607" y="1583465"/>
                  </a:lnTo>
                  <a:lnTo>
                    <a:pt x="6605421" y="1567260"/>
                  </a:lnTo>
                  <a:lnTo>
                    <a:pt x="6606236" y="1569409"/>
                  </a:lnTo>
                  <a:lnTo>
                    <a:pt x="6607051" y="1534476"/>
                  </a:lnTo>
                  <a:lnTo>
                    <a:pt x="6607866" y="1546117"/>
                  </a:lnTo>
                  <a:lnTo>
                    <a:pt x="6608680" y="1575075"/>
                  </a:lnTo>
                  <a:lnTo>
                    <a:pt x="6609495" y="1603286"/>
                  </a:lnTo>
                  <a:lnTo>
                    <a:pt x="6610310" y="1562500"/>
                  </a:lnTo>
                  <a:lnTo>
                    <a:pt x="6611125" y="1561327"/>
                  </a:lnTo>
                  <a:lnTo>
                    <a:pt x="6611940" y="1608440"/>
                  </a:lnTo>
                  <a:lnTo>
                    <a:pt x="6612754" y="1641731"/>
                  </a:lnTo>
                  <a:lnTo>
                    <a:pt x="6613569" y="1660021"/>
                  </a:lnTo>
                  <a:lnTo>
                    <a:pt x="6614384" y="1690004"/>
                  </a:lnTo>
                  <a:lnTo>
                    <a:pt x="6615199" y="1705273"/>
                  </a:lnTo>
                  <a:lnTo>
                    <a:pt x="6616014" y="1708855"/>
                  </a:lnTo>
                  <a:lnTo>
                    <a:pt x="6616828" y="1710110"/>
                  </a:lnTo>
                  <a:lnTo>
                    <a:pt x="6617643" y="1684827"/>
                  </a:lnTo>
                  <a:lnTo>
                    <a:pt x="6618458" y="1684905"/>
                  </a:lnTo>
                  <a:lnTo>
                    <a:pt x="6619273" y="1666498"/>
                  </a:lnTo>
                  <a:lnTo>
                    <a:pt x="6620087" y="1641525"/>
                  </a:lnTo>
                  <a:lnTo>
                    <a:pt x="6620902" y="1674575"/>
                  </a:lnTo>
                  <a:lnTo>
                    <a:pt x="6621717" y="1677090"/>
                  </a:lnTo>
                  <a:lnTo>
                    <a:pt x="6622532" y="1685291"/>
                  </a:lnTo>
                  <a:lnTo>
                    <a:pt x="6623347" y="1648962"/>
                  </a:lnTo>
                  <a:lnTo>
                    <a:pt x="6624161" y="1733208"/>
                  </a:lnTo>
                  <a:lnTo>
                    <a:pt x="6624976" y="1756701"/>
                  </a:lnTo>
                  <a:lnTo>
                    <a:pt x="6624976" y="1756701"/>
                  </a:lnTo>
                  <a:lnTo>
                    <a:pt x="6625791" y="1756701"/>
                  </a:lnTo>
                  <a:lnTo>
                    <a:pt x="6626606" y="1737095"/>
                  </a:lnTo>
                  <a:lnTo>
                    <a:pt x="6627420" y="1756701"/>
                  </a:lnTo>
                  <a:lnTo>
                    <a:pt x="6627420" y="1756701"/>
                  </a:lnTo>
                  <a:lnTo>
                    <a:pt x="6628235" y="1756701"/>
                  </a:lnTo>
                  <a:lnTo>
                    <a:pt x="6629050" y="1756701"/>
                  </a:lnTo>
                  <a:lnTo>
                    <a:pt x="6629865" y="1716337"/>
                  </a:lnTo>
                  <a:lnTo>
                    <a:pt x="6630680" y="1668288"/>
                  </a:lnTo>
                  <a:lnTo>
                    <a:pt x="6631494" y="1592845"/>
                  </a:lnTo>
                  <a:lnTo>
                    <a:pt x="6632309" y="1602481"/>
                  </a:lnTo>
                  <a:lnTo>
                    <a:pt x="6633124" y="1602075"/>
                  </a:lnTo>
                  <a:lnTo>
                    <a:pt x="6633939" y="1582215"/>
                  </a:lnTo>
                  <a:lnTo>
                    <a:pt x="6634753" y="1566484"/>
                  </a:lnTo>
                  <a:lnTo>
                    <a:pt x="6635568" y="1548543"/>
                  </a:lnTo>
                  <a:lnTo>
                    <a:pt x="6636383" y="1593381"/>
                  </a:lnTo>
                  <a:lnTo>
                    <a:pt x="6637198" y="1567941"/>
                  </a:lnTo>
                  <a:lnTo>
                    <a:pt x="6638013" y="1545469"/>
                  </a:lnTo>
                  <a:lnTo>
                    <a:pt x="6638827" y="1459229"/>
                  </a:lnTo>
                  <a:lnTo>
                    <a:pt x="6639642" y="1423524"/>
                  </a:lnTo>
                  <a:lnTo>
                    <a:pt x="6640457" y="1438608"/>
                  </a:lnTo>
                  <a:lnTo>
                    <a:pt x="6641272" y="1434233"/>
                  </a:lnTo>
                  <a:lnTo>
                    <a:pt x="6642086" y="1417209"/>
                  </a:lnTo>
                  <a:lnTo>
                    <a:pt x="6642901" y="1428456"/>
                  </a:lnTo>
                  <a:lnTo>
                    <a:pt x="6643716" y="1429930"/>
                  </a:lnTo>
                  <a:lnTo>
                    <a:pt x="6644531" y="1467956"/>
                  </a:lnTo>
                  <a:lnTo>
                    <a:pt x="6645346" y="1468969"/>
                  </a:lnTo>
                  <a:lnTo>
                    <a:pt x="6646160" y="1477844"/>
                  </a:lnTo>
                  <a:lnTo>
                    <a:pt x="6646975" y="1440120"/>
                  </a:lnTo>
                  <a:lnTo>
                    <a:pt x="6647790" y="1515835"/>
                  </a:lnTo>
                  <a:lnTo>
                    <a:pt x="6648605" y="1530279"/>
                  </a:lnTo>
                  <a:lnTo>
                    <a:pt x="6649419" y="1537310"/>
                  </a:lnTo>
                  <a:lnTo>
                    <a:pt x="6650234" y="1545682"/>
                  </a:lnTo>
                  <a:lnTo>
                    <a:pt x="6651049" y="1525373"/>
                  </a:lnTo>
                  <a:lnTo>
                    <a:pt x="6651864" y="1559717"/>
                  </a:lnTo>
                  <a:lnTo>
                    <a:pt x="6652679" y="1538806"/>
                  </a:lnTo>
                  <a:lnTo>
                    <a:pt x="6653493" y="1517674"/>
                  </a:lnTo>
                  <a:lnTo>
                    <a:pt x="6654308" y="1508878"/>
                  </a:lnTo>
                  <a:lnTo>
                    <a:pt x="6655123" y="1508676"/>
                  </a:lnTo>
                  <a:lnTo>
                    <a:pt x="6655938" y="1539274"/>
                  </a:lnTo>
                  <a:lnTo>
                    <a:pt x="6656753" y="1545701"/>
                  </a:lnTo>
                  <a:lnTo>
                    <a:pt x="6657567" y="1532228"/>
                  </a:lnTo>
                  <a:lnTo>
                    <a:pt x="6658382" y="1548240"/>
                  </a:lnTo>
                  <a:lnTo>
                    <a:pt x="6659197" y="1626924"/>
                  </a:lnTo>
                  <a:lnTo>
                    <a:pt x="6660012" y="1635539"/>
                  </a:lnTo>
                  <a:lnTo>
                    <a:pt x="6660826" y="1637290"/>
                  </a:lnTo>
                  <a:lnTo>
                    <a:pt x="6661641" y="1636406"/>
                  </a:lnTo>
                  <a:lnTo>
                    <a:pt x="6662456" y="1643453"/>
                  </a:lnTo>
                  <a:lnTo>
                    <a:pt x="6663271" y="1634244"/>
                  </a:lnTo>
                  <a:lnTo>
                    <a:pt x="6664086" y="1601444"/>
                  </a:lnTo>
                  <a:lnTo>
                    <a:pt x="6664900" y="1549103"/>
                  </a:lnTo>
                  <a:lnTo>
                    <a:pt x="6665715" y="1484670"/>
                  </a:lnTo>
                  <a:lnTo>
                    <a:pt x="6666530" y="1490843"/>
                  </a:lnTo>
                  <a:lnTo>
                    <a:pt x="6667345" y="1525324"/>
                  </a:lnTo>
                  <a:lnTo>
                    <a:pt x="6668159" y="1519396"/>
                  </a:lnTo>
                  <a:lnTo>
                    <a:pt x="6668974" y="1481947"/>
                  </a:lnTo>
                  <a:lnTo>
                    <a:pt x="6669789" y="1498457"/>
                  </a:lnTo>
                  <a:lnTo>
                    <a:pt x="6670604" y="1522575"/>
                  </a:lnTo>
                  <a:lnTo>
                    <a:pt x="6671419" y="1549742"/>
                  </a:lnTo>
                  <a:lnTo>
                    <a:pt x="6672233" y="1522444"/>
                  </a:lnTo>
                  <a:lnTo>
                    <a:pt x="6673048" y="1500000"/>
                  </a:lnTo>
                  <a:lnTo>
                    <a:pt x="6673863" y="1547103"/>
                  </a:lnTo>
                  <a:lnTo>
                    <a:pt x="6674678" y="1576557"/>
                  </a:lnTo>
                  <a:lnTo>
                    <a:pt x="6675492" y="1610562"/>
                  </a:lnTo>
                  <a:lnTo>
                    <a:pt x="6676307" y="1632512"/>
                  </a:lnTo>
                  <a:lnTo>
                    <a:pt x="6677122" y="1647557"/>
                  </a:lnTo>
                  <a:lnTo>
                    <a:pt x="6677937" y="1726906"/>
                  </a:lnTo>
                  <a:lnTo>
                    <a:pt x="6678752" y="1728150"/>
                  </a:lnTo>
                  <a:lnTo>
                    <a:pt x="6679566" y="1696414"/>
                  </a:lnTo>
                  <a:lnTo>
                    <a:pt x="6680381" y="1727692"/>
                  </a:lnTo>
                  <a:lnTo>
                    <a:pt x="6681196" y="1722953"/>
                  </a:lnTo>
                  <a:lnTo>
                    <a:pt x="6682011" y="1727869"/>
                  </a:lnTo>
                  <a:lnTo>
                    <a:pt x="6682825" y="1731785"/>
                  </a:lnTo>
                  <a:lnTo>
                    <a:pt x="6683640" y="1719491"/>
                  </a:lnTo>
                  <a:lnTo>
                    <a:pt x="6684455" y="1697176"/>
                  </a:lnTo>
                  <a:lnTo>
                    <a:pt x="6685270" y="1672695"/>
                  </a:lnTo>
                  <a:lnTo>
                    <a:pt x="6686085" y="1653882"/>
                  </a:lnTo>
                  <a:lnTo>
                    <a:pt x="6686899" y="1634704"/>
                  </a:lnTo>
                  <a:lnTo>
                    <a:pt x="6687714" y="1623113"/>
                  </a:lnTo>
                  <a:lnTo>
                    <a:pt x="6688529" y="1619335"/>
                  </a:lnTo>
                  <a:lnTo>
                    <a:pt x="6689344" y="1604516"/>
                  </a:lnTo>
                  <a:lnTo>
                    <a:pt x="6690158" y="1629675"/>
                  </a:lnTo>
                  <a:lnTo>
                    <a:pt x="6690973" y="1635796"/>
                  </a:lnTo>
                  <a:lnTo>
                    <a:pt x="6691788" y="1595053"/>
                  </a:lnTo>
                  <a:lnTo>
                    <a:pt x="6692603" y="1606947"/>
                  </a:lnTo>
                  <a:lnTo>
                    <a:pt x="6693418" y="1667028"/>
                  </a:lnTo>
                  <a:lnTo>
                    <a:pt x="6694232" y="1694251"/>
                  </a:lnTo>
                  <a:lnTo>
                    <a:pt x="6695047" y="1667394"/>
                  </a:lnTo>
                  <a:lnTo>
                    <a:pt x="6695862" y="1685249"/>
                  </a:lnTo>
                  <a:lnTo>
                    <a:pt x="6696677" y="1714247"/>
                  </a:lnTo>
                  <a:lnTo>
                    <a:pt x="6697492" y="1700584"/>
                  </a:lnTo>
                  <a:lnTo>
                    <a:pt x="6698306" y="1677650"/>
                  </a:lnTo>
                  <a:lnTo>
                    <a:pt x="6699121" y="1643928"/>
                  </a:lnTo>
                  <a:lnTo>
                    <a:pt x="6699936" y="1655976"/>
                  </a:lnTo>
                  <a:lnTo>
                    <a:pt x="6700751" y="1691722"/>
                  </a:lnTo>
                  <a:lnTo>
                    <a:pt x="6701565" y="1670220"/>
                  </a:lnTo>
                  <a:lnTo>
                    <a:pt x="6702380" y="1651665"/>
                  </a:lnTo>
                  <a:lnTo>
                    <a:pt x="6703195" y="1636346"/>
                  </a:lnTo>
                  <a:lnTo>
                    <a:pt x="6704010" y="1652505"/>
                  </a:lnTo>
                  <a:lnTo>
                    <a:pt x="6704825" y="1663854"/>
                  </a:lnTo>
                  <a:lnTo>
                    <a:pt x="6705639" y="1638061"/>
                  </a:lnTo>
                  <a:lnTo>
                    <a:pt x="6706454" y="1623258"/>
                  </a:lnTo>
                  <a:lnTo>
                    <a:pt x="6707269" y="1605878"/>
                  </a:lnTo>
                  <a:lnTo>
                    <a:pt x="6708084" y="1615791"/>
                  </a:lnTo>
                  <a:lnTo>
                    <a:pt x="6708898" y="1587338"/>
                  </a:lnTo>
                  <a:lnTo>
                    <a:pt x="6709713" y="1539312"/>
                  </a:lnTo>
                  <a:lnTo>
                    <a:pt x="6710528" y="1531136"/>
                  </a:lnTo>
                  <a:lnTo>
                    <a:pt x="6711343" y="1548789"/>
                  </a:lnTo>
                  <a:lnTo>
                    <a:pt x="6712158" y="1577260"/>
                  </a:lnTo>
                  <a:lnTo>
                    <a:pt x="6712972" y="1577631"/>
                  </a:lnTo>
                  <a:lnTo>
                    <a:pt x="6713787" y="1625466"/>
                  </a:lnTo>
                  <a:lnTo>
                    <a:pt x="6714602" y="1648853"/>
                  </a:lnTo>
                  <a:lnTo>
                    <a:pt x="6715417" y="1641009"/>
                  </a:lnTo>
                  <a:lnTo>
                    <a:pt x="6716231" y="1677428"/>
                  </a:lnTo>
                  <a:lnTo>
                    <a:pt x="6717046" y="1666255"/>
                  </a:lnTo>
                  <a:lnTo>
                    <a:pt x="6717861" y="1667659"/>
                  </a:lnTo>
                  <a:lnTo>
                    <a:pt x="6718676" y="1644450"/>
                  </a:lnTo>
                  <a:lnTo>
                    <a:pt x="6719491" y="1628573"/>
                  </a:lnTo>
                  <a:lnTo>
                    <a:pt x="6720305" y="1646324"/>
                  </a:lnTo>
                  <a:lnTo>
                    <a:pt x="6721120" y="1658718"/>
                  </a:lnTo>
                  <a:lnTo>
                    <a:pt x="6721935" y="1643540"/>
                  </a:lnTo>
                  <a:lnTo>
                    <a:pt x="6722750" y="1623727"/>
                  </a:lnTo>
                  <a:lnTo>
                    <a:pt x="6723564" y="1661620"/>
                  </a:lnTo>
                  <a:lnTo>
                    <a:pt x="6724379" y="1649346"/>
                  </a:lnTo>
                  <a:lnTo>
                    <a:pt x="6725194" y="1697548"/>
                  </a:lnTo>
                  <a:lnTo>
                    <a:pt x="6726009" y="1689083"/>
                  </a:lnTo>
                  <a:lnTo>
                    <a:pt x="6726824" y="1678754"/>
                  </a:lnTo>
                  <a:lnTo>
                    <a:pt x="6727638" y="1687269"/>
                  </a:lnTo>
                  <a:lnTo>
                    <a:pt x="6728453" y="1681384"/>
                  </a:lnTo>
                  <a:lnTo>
                    <a:pt x="6729268" y="1695172"/>
                  </a:lnTo>
                  <a:lnTo>
                    <a:pt x="6730083" y="1696703"/>
                  </a:lnTo>
                  <a:lnTo>
                    <a:pt x="6730897" y="1685286"/>
                  </a:lnTo>
                  <a:lnTo>
                    <a:pt x="6731712" y="1674580"/>
                  </a:lnTo>
                  <a:lnTo>
                    <a:pt x="6732527" y="1685625"/>
                  </a:lnTo>
                  <a:lnTo>
                    <a:pt x="6733342" y="1689753"/>
                  </a:lnTo>
                  <a:lnTo>
                    <a:pt x="6734157" y="1699322"/>
                  </a:lnTo>
                  <a:lnTo>
                    <a:pt x="6734971" y="1687196"/>
                  </a:lnTo>
                  <a:lnTo>
                    <a:pt x="6735786" y="1689635"/>
                  </a:lnTo>
                  <a:lnTo>
                    <a:pt x="6736601" y="1686903"/>
                  </a:lnTo>
                  <a:lnTo>
                    <a:pt x="6737416" y="1686159"/>
                  </a:lnTo>
                  <a:lnTo>
                    <a:pt x="6738231" y="1714404"/>
                  </a:lnTo>
                  <a:lnTo>
                    <a:pt x="6739045" y="1709397"/>
                  </a:lnTo>
                  <a:lnTo>
                    <a:pt x="6739860" y="1700768"/>
                  </a:lnTo>
                  <a:lnTo>
                    <a:pt x="6740675" y="1687408"/>
                  </a:lnTo>
                  <a:lnTo>
                    <a:pt x="6741490" y="1684798"/>
                  </a:lnTo>
                  <a:lnTo>
                    <a:pt x="6742304" y="1687652"/>
                  </a:lnTo>
                  <a:lnTo>
                    <a:pt x="6743119" y="1679108"/>
                  </a:lnTo>
                  <a:lnTo>
                    <a:pt x="6743934" y="1695293"/>
                  </a:lnTo>
                  <a:lnTo>
                    <a:pt x="6744749" y="1713201"/>
                  </a:lnTo>
                  <a:lnTo>
                    <a:pt x="6745564" y="1709931"/>
                  </a:lnTo>
                  <a:lnTo>
                    <a:pt x="6746378" y="1709128"/>
                  </a:lnTo>
                  <a:lnTo>
                    <a:pt x="6747193" y="1743830"/>
                  </a:lnTo>
                  <a:lnTo>
                    <a:pt x="6748008" y="1756701"/>
                  </a:lnTo>
                  <a:lnTo>
                    <a:pt x="6748008" y="1756701"/>
                  </a:lnTo>
                  <a:lnTo>
                    <a:pt x="6748823" y="1753639"/>
                  </a:lnTo>
                  <a:lnTo>
                    <a:pt x="6749637" y="1735183"/>
                  </a:lnTo>
                  <a:lnTo>
                    <a:pt x="6750452" y="1727738"/>
                  </a:lnTo>
                  <a:lnTo>
                    <a:pt x="6751267" y="1701306"/>
                  </a:lnTo>
                  <a:lnTo>
                    <a:pt x="6752082" y="1691110"/>
                  </a:lnTo>
                  <a:lnTo>
                    <a:pt x="6752897" y="1686254"/>
                  </a:lnTo>
                  <a:lnTo>
                    <a:pt x="6753711" y="1682583"/>
                  </a:lnTo>
                  <a:lnTo>
                    <a:pt x="6754526" y="1668929"/>
                  </a:lnTo>
                  <a:lnTo>
                    <a:pt x="6755341" y="1612735"/>
                  </a:lnTo>
                  <a:lnTo>
                    <a:pt x="6756156" y="1588354"/>
                  </a:lnTo>
                  <a:lnTo>
                    <a:pt x="6756970" y="1643646"/>
                  </a:lnTo>
                  <a:lnTo>
                    <a:pt x="6757785" y="1670547"/>
                  </a:lnTo>
                  <a:lnTo>
                    <a:pt x="6758600" y="1705102"/>
                  </a:lnTo>
                  <a:lnTo>
                    <a:pt x="6759415" y="1707491"/>
                  </a:lnTo>
                  <a:lnTo>
                    <a:pt x="6760230" y="1723806"/>
                  </a:lnTo>
                  <a:lnTo>
                    <a:pt x="6761044" y="1740418"/>
                  </a:lnTo>
                  <a:lnTo>
                    <a:pt x="6761859" y="1710185"/>
                  </a:lnTo>
                  <a:lnTo>
                    <a:pt x="6762674" y="1713126"/>
                  </a:lnTo>
                  <a:lnTo>
                    <a:pt x="6763489" y="1681954"/>
                  </a:lnTo>
                  <a:lnTo>
                    <a:pt x="6764303" y="1677285"/>
                  </a:lnTo>
                  <a:lnTo>
                    <a:pt x="6765118" y="1657434"/>
                  </a:lnTo>
                  <a:lnTo>
                    <a:pt x="6765933" y="1659105"/>
                  </a:lnTo>
                  <a:lnTo>
                    <a:pt x="6766748" y="1656638"/>
                  </a:lnTo>
                  <a:lnTo>
                    <a:pt x="6767563" y="1623500"/>
                  </a:lnTo>
                  <a:lnTo>
                    <a:pt x="6768377" y="1646216"/>
                  </a:lnTo>
                  <a:lnTo>
                    <a:pt x="6769192" y="1687060"/>
                  </a:lnTo>
                  <a:lnTo>
                    <a:pt x="6770007" y="1706827"/>
                  </a:lnTo>
                  <a:lnTo>
                    <a:pt x="6770822" y="1740845"/>
                  </a:lnTo>
                  <a:lnTo>
                    <a:pt x="6771637" y="1733654"/>
                  </a:lnTo>
                  <a:lnTo>
                    <a:pt x="6772451" y="1744558"/>
                  </a:lnTo>
                  <a:lnTo>
                    <a:pt x="6773266" y="1749431"/>
                  </a:lnTo>
                  <a:lnTo>
                    <a:pt x="6774081" y="1756701"/>
                  </a:lnTo>
                  <a:lnTo>
                    <a:pt x="6774081" y="1756701"/>
                  </a:lnTo>
                  <a:lnTo>
                    <a:pt x="6774896" y="1756701"/>
                  </a:lnTo>
                  <a:lnTo>
                    <a:pt x="6775710" y="1756701"/>
                  </a:lnTo>
                  <a:lnTo>
                    <a:pt x="6776525" y="1756701"/>
                  </a:lnTo>
                  <a:lnTo>
                    <a:pt x="6777340" y="1756701"/>
                  </a:lnTo>
                  <a:lnTo>
                    <a:pt x="6778155" y="1749053"/>
                  </a:lnTo>
                  <a:lnTo>
                    <a:pt x="6778970" y="1741015"/>
                  </a:lnTo>
                  <a:lnTo>
                    <a:pt x="6779784" y="1721533"/>
                  </a:lnTo>
                  <a:lnTo>
                    <a:pt x="6780599" y="1710300"/>
                  </a:lnTo>
                  <a:lnTo>
                    <a:pt x="6781414" y="1690301"/>
                  </a:lnTo>
                  <a:lnTo>
                    <a:pt x="6782229" y="1670017"/>
                  </a:lnTo>
                  <a:lnTo>
                    <a:pt x="6783043" y="1643058"/>
                  </a:lnTo>
                  <a:lnTo>
                    <a:pt x="6783858" y="1647493"/>
                  </a:lnTo>
                  <a:lnTo>
                    <a:pt x="6784673" y="1611293"/>
                  </a:lnTo>
                  <a:lnTo>
                    <a:pt x="6785488" y="1593473"/>
                  </a:lnTo>
                  <a:lnTo>
                    <a:pt x="6786303" y="1613849"/>
                  </a:lnTo>
                  <a:lnTo>
                    <a:pt x="6787117" y="1593851"/>
                  </a:lnTo>
                  <a:lnTo>
                    <a:pt x="6787932" y="1576674"/>
                  </a:lnTo>
                  <a:lnTo>
                    <a:pt x="6788747" y="1552978"/>
                  </a:lnTo>
                  <a:lnTo>
                    <a:pt x="6789562" y="1605543"/>
                  </a:lnTo>
                  <a:lnTo>
                    <a:pt x="6790376" y="1679456"/>
                  </a:lnTo>
                  <a:lnTo>
                    <a:pt x="6791191" y="1621465"/>
                  </a:lnTo>
                  <a:lnTo>
                    <a:pt x="6792006" y="1604837"/>
                  </a:lnTo>
                  <a:lnTo>
                    <a:pt x="6792821" y="1629373"/>
                  </a:lnTo>
                  <a:lnTo>
                    <a:pt x="6793636" y="1654073"/>
                  </a:lnTo>
                  <a:lnTo>
                    <a:pt x="6794450" y="1664640"/>
                  </a:lnTo>
                  <a:lnTo>
                    <a:pt x="6795265" y="1592202"/>
                  </a:lnTo>
                  <a:lnTo>
                    <a:pt x="6796080" y="1617030"/>
                  </a:lnTo>
                  <a:lnTo>
                    <a:pt x="6796895" y="1639075"/>
                  </a:lnTo>
                  <a:lnTo>
                    <a:pt x="6797709" y="1648472"/>
                  </a:lnTo>
                  <a:lnTo>
                    <a:pt x="6798524" y="1650317"/>
                  </a:lnTo>
                  <a:lnTo>
                    <a:pt x="6799339" y="1613592"/>
                  </a:lnTo>
                  <a:lnTo>
                    <a:pt x="6800154" y="1638200"/>
                  </a:lnTo>
                  <a:lnTo>
                    <a:pt x="6800969" y="1629359"/>
                  </a:lnTo>
                  <a:lnTo>
                    <a:pt x="6801783" y="1646115"/>
                  </a:lnTo>
                  <a:lnTo>
                    <a:pt x="6802598" y="1693957"/>
                  </a:lnTo>
                  <a:lnTo>
                    <a:pt x="6803413" y="1660096"/>
                  </a:lnTo>
                  <a:lnTo>
                    <a:pt x="6804228" y="1651271"/>
                  </a:lnTo>
                  <a:lnTo>
                    <a:pt x="6805042" y="1610677"/>
                  </a:lnTo>
                  <a:lnTo>
                    <a:pt x="6805857" y="1631221"/>
                  </a:lnTo>
                  <a:lnTo>
                    <a:pt x="6806672" y="1614916"/>
                  </a:lnTo>
                  <a:lnTo>
                    <a:pt x="6807487" y="1606176"/>
                  </a:lnTo>
                  <a:lnTo>
                    <a:pt x="6808302" y="1683551"/>
                  </a:lnTo>
                  <a:lnTo>
                    <a:pt x="6809116" y="1664716"/>
                  </a:lnTo>
                  <a:lnTo>
                    <a:pt x="6809931" y="1656367"/>
                  </a:lnTo>
                  <a:lnTo>
                    <a:pt x="6810746" y="1632133"/>
                  </a:lnTo>
                  <a:lnTo>
                    <a:pt x="6811561" y="1626598"/>
                  </a:lnTo>
                  <a:lnTo>
                    <a:pt x="6812376" y="1658676"/>
                  </a:lnTo>
                  <a:lnTo>
                    <a:pt x="6813190" y="1656700"/>
                  </a:lnTo>
                  <a:lnTo>
                    <a:pt x="6814005" y="1640838"/>
                  </a:lnTo>
                  <a:lnTo>
                    <a:pt x="6814820" y="1605652"/>
                  </a:lnTo>
                  <a:lnTo>
                    <a:pt x="6815635" y="1568490"/>
                  </a:lnTo>
                  <a:lnTo>
                    <a:pt x="6816449" y="1581613"/>
                  </a:lnTo>
                  <a:lnTo>
                    <a:pt x="6817264" y="1591918"/>
                  </a:lnTo>
                  <a:lnTo>
                    <a:pt x="6818079" y="1603278"/>
                  </a:lnTo>
                  <a:lnTo>
                    <a:pt x="6818894" y="1676138"/>
                  </a:lnTo>
                  <a:lnTo>
                    <a:pt x="6819709" y="1685485"/>
                  </a:lnTo>
                  <a:lnTo>
                    <a:pt x="6820523" y="1720634"/>
                  </a:lnTo>
                  <a:lnTo>
                    <a:pt x="6821338" y="1711746"/>
                  </a:lnTo>
                  <a:lnTo>
                    <a:pt x="6822153" y="1715306"/>
                  </a:lnTo>
                  <a:lnTo>
                    <a:pt x="6822968" y="1722076"/>
                  </a:lnTo>
                  <a:lnTo>
                    <a:pt x="6823782" y="1720722"/>
                  </a:lnTo>
                  <a:lnTo>
                    <a:pt x="6824597" y="1744049"/>
                  </a:lnTo>
                  <a:lnTo>
                    <a:pt x="6825412" y="1756041"/>
                  </a:lnTo>
                  <a:lnTo>
                    <a:pt x="6826227" y="1756701"/>
                  </a:lnTo>
                  <a:lnTo>
                    <a:pt x="6826227" y="1756701"/>
                  </a:lnTo>
                  <a:lnTo>
                    <a:pt x="6827042" y="1743026"/>
                  </a:lnTo>
                  <a:lnTo>
                    <a:pt x="6827856" y="1754705"/>
                  </a:lnTo>
                  <a:lnTo>
                    <a:pt x="6828671" y="1739316"/>
                  </a:lnTo>
                  <a:lnTo>
                    <a:pt x="6829486" y="1736323"/>
                  </a:lnTo>
                  <a:lnTo>
                    <a:pt x="6830301" y="1725027"/>
                  </a:lnTo>
                  <a:lnTo>
                    <a:pt x="6831115" y="1721730"/>
                  </a:lnTo>
                  <a:lnTo>
                    <a:pt x="6831930" y="1731493"/>
                  </a:lnTo>
                  <a:lnTo>
                    <a:pt x="6832745" y="1710932"/>
                  </a:lnTo>
                  <a:lnTo>
                    <a:pt x="6833560" y="1695754"/>
                  </a:lnTo>
                  <a:lnTo>
                    <a:pt x="6834375" y="1682434"/>
                  </a:lnTo>
                  <a:lnTo>
                    <a:pt x="6835189" y="1665593"/>
                  </a:lnTo>
                  <a:lnTo>
                    <a:pt x="6836004" y="1651162"/>
                  </a:lnTo>
                  <a:lnTo>
                    <a:pt x="6836819" y="1625595"/>
                  </a:lnTo>
                  <a:lnTo>
                    <a:pt x="6837634" y="1617066"/>
                  </a:lnTo>
                  <a:lnTo>
                    <a:pt x="6838448" y="1637309"/>
                  </a:lnTo>
                  <a:lnTo>
                    <a:pt x="6839263" y="1627292"/>
                  </a:lnTo>
                  <a:lnTo>
                    <a:pt x="6840078" y="1659377"/>
                  </a:lnTo>
                  <a:lnTo>
                    <a:pt x="6840893" y="1585938"/>
                  </a:lnTo>
                  <a:lnTo>
                    <a:pt x="6841708" y="1563837"/>
                  </a:lnTo>
                  <a:lnTo>
                    <a:pt x="6842522" y="1571340"/>
                  </a:lnTo>
                  <a:lnTo>
                    <a:pt x="6843337" y="1547937"/>
                  </a:lnTo>
                  <a:lnTo>
                    <a:pt x="6844152" y="1545801"/>
                  </a:lnTo>
                  <a:lnTo>
                    <a:pt x="6844967" y="1559107"/>
                  </a:lnTo>
                  <a:lnTo>
                    <a:pt x="6845781" y="1575661"/>
                  </a:lnTo>
                  <a:lnTo>
                    <a:pt x="6846596" y="1603271"/>
                  </a:lnTo>
                  <a:lnTo>
                    <a:pt x="6847411" y="1573227"/>
                  </a:lnTo>
                  <a:lnTo>
                    <a:pt x="6848226" y="1551253"/>
                  </a:lnTo>
                  <a:lnTo>
                    <a:pt x="6849041" y="1535200"/>
                  </a:lnTo>
                  <a:lnTo>
                    <a:pt x="6849855" y="1530668"/>
                  </a:lnTo>
                  <a:lnTo>
                    <a:pt x="6850670" y="1527837"/>
                  </a:lnTo>
                  <a:lnTo>
                    <a:pt x="6851485" y="1515235"/>
                  </a:lnTo>
                  <a:lnTo>
                    <a:pt x="6852300" y="1523919"/>
                  </a:lnTo>
                  <a:lnTo>
                    <a:pt x="6853115" y="1498547"/>
                  </a:lnTo>
                  <a:lnTo>
                    <a:pt x="6853929" y="1485346"/>
                  </a:lnTo>
                  <a:lnTo>
                    <a:pt x="6854744" y="1554680"/>
                  </a:lnTo>
                  <a:lnTo>
                    <a:pt x="6855559" y="1553281"/>
                  </a:lnTo>
                  <a:lnTo>
                    <a:pt x="6856374" y="1548409"/>
                  </a:lnTo>
                  <a:lnTo>
                    <a:pt x="6857188" y="1571156"/>
                  </a:lnTo>
                  <a:lnTo>
                    <a:pt x="6858003" y="1590479"/>
                  </a:lnTo>
                  <a:lnTo>
                    <a:pt x="6858818" y="1614487"/>
                  </a:lnTo>
                  <a:lnTo>
                    <a:pt x="6859633" y="1587831"/>
                  </a:lnTo>
                  <a:lnTo>
                    <a:pt x="6860448" y="1560485"/>
                  </a:lnTo>
                  <a:lnTo>
                    <a:pt x="6861262" y="1563319"/>
                  </a:lnTo>
                  <a:lnTo>
                    <a:pt x="6862077" y="1594078"/>
                  </a:lnTo>
                  <a:lnTo>
                    <a:pt x="6862892" y="1574537"/>
                  </a:lnTo>
                  <a:lnTo>
                    <a:pt x="6863707" y="1550012"/>
                  </a:lnTo>
                  <a:lnTo>
                    <a:pt x="6864521" y="1546506"/>
                  </a:lnTo>
                  <a:lnTo>
                    <a:pt x="6865336" y="1527356"/>
                  </a:lnTo>
                  <a:lnTo>
                    <a:pt x="6866151" y="1526873"/>
                  </a:lnTo>
                  <a:lnTo>
                    <a:pt x="6866966" y="1544306"/>
                  </a:lnTo>
                  <a:lnTo>
                    <a:pt x="6867781" y="1565834"/>
                  </a:lnTo>
                  <a:lnTo>
                    <a:pt x="6868595" y="1579588"/>
                  </a:lnTo>
                  <a:lnTo>
                    <a:pt x="6869410" y="1576023"/>
                  </a:lnTo>
                  <a:lnTo>
                    <a:pt x="6870225" y="1566870"/>
                  </a:lnTo>
                  <a:lnTo>
                    <a:pt x="6871040" y="1563759"/>
                  </a:lnTo>
                  <a:lnTo>
                    <a:pt x="6871854" y="1585105"/>
                  </a:lnTo>
                  <a:lnTo>
                    <a:pt x="6872669" y="1579198"/>
                  </a:lnTo>
                  <a:lnTo>
                    <a:pt x="6873484" y="1572730"/>
                  </a:lnTo>
                  <a:lnTo>
                    <a:pt x="6874299" y="1585612"/>
                  </a:lnTo>
                  <a:lnTo>
                    <a:pt x="6875114" y="1601866"/>
                  </a:lnTo>
                  <a:lnTo>
                    <a:pt x="6875928" y="1599570"/>
                  </a:lnTo>
                  <a:lnTo>
                    <a:pt x="6876743" y="1581305"/>
                  </a:lnTo>
                  <a:lnTo>
                    <a:pt x="6877558" y="1582814"/>
                  </a:lnTo>
                  <a:lnTo>
                    <a:pt x="6878373" y="1597947"/>
                  </a:lnTo>
                  <a:lnTo>
                    <a:pt x="6879187" y="1602171"/>
                  </a:lnTo>
                  <a:lnTo>
                    <a:pt x="6880002" y="1606257"/>
                  </a:lnTo>
                  <a:lnTo>
                    <a:pt x="6880817" y="1561251"/>
                  </a:lnTo>
                  <a:lnTo>
                    <a:pt x="6881632" y="1567829"/>
                  </a:lnTo>
                  <a:lnTo>
                    <a:pt x="6882447" y="1628929"/>
                  </a:lnTo>
                  <a:lnTo>
                    <a:pt x="6883261" y="1681375"/>
                  </a:lnTo>
                  <a:lnTo>
                    <a:pt x="6884076" y="1677506"/>
                  </a:lnTo>
                  <a:lnTo>
                    <a:pt x="6884891" y="1674989"/>
                  </a:lnTo>
                  <a:lnTo>
                    <a:pt x="6885706" y="1674372"/>
                  </a:lnTo>
                  <a:lnTo>
                    <a:pt x="6886520" y="1669884"/>
                  </a:lnTo>
                  <a:lnTo>
                    <a:pt x="6887335" y="1669074"/>
                  </a:lnTo>
                  <a:lnTo>
                    <a:pt x="6888150" y="1656031"/>
                  </a:lnTo>
                  <a:lnTo>
                    <a:pt x="6888965" y="1655146"/>
                  </a:lnTo>
                  <a:lnTo>
                    <a:pt x="6889780" y="1686233"/>
                  </a:lnTo>
                  <a:lnTo>
                    <a:pt x="6890594" y="1666749"/>
                  </a:lnTo>
                  <a:lnTo>
                    <a:pt x="6891409" y="1682546"/>
                  </a:lnTo>
                  <a:lnTo>
                    <a:pt x="6892224" y="1688070"/>
                  </a:lnTo>
                  <a:lnTo>
                    <a:pt x="6893039" y="1708981"/>
                  </a:lnTo>
                  <a:lnTo>
                    <a:pt x="6893854" y="1701674"/>
                  </a:lnTo>
                  <a:lnTo>
                    <a:pt x="6894668" y="1660750"/>
                  </a:lnTo>
                  <a:lnTo>
                    <a:pt x="6895483" y="1673228"/>
                  </a:lnTo>
                  <a:lnTo>
                    <a:pt x="6896298" y="1658906"/>
                  </a:lnTo>
                  <a:lnTo>
                    <a:pt x="6897113" y="1651854"/>
                  </a:lnTo>
                  <a:lnTo>
                    <a:pt x="6897927" y="1649735"/>
                  </a:lnTo>
                  <a:lnTo>
                    <a:pt x="6898742" y="1679550"/>
                  </a:lnTo>
                  <a:lnTo>
                    <a:pt x="6899557" y="1707903"/>
                  </a:lnTo>
                  <a:lnTo>
                    <a:pt x="6900372" y="1713840"/>
                  </a:lnTo>
                  <a:lnTo>
                    <a:pt x="6901187" y="1711238"/>
                  </a:lnTo>
                  <a:lnTo>
                    <a:pt x="6902001" y="1685736"/>
                  </a:lnTo>
                  <a:lnTo>
                    <a:pt x="6902816" y="1688094"/>
                  </a:lnTo>
                  <a:lnTo>
                    <a:pt x="6903631" y="1660611"/>
                  </a:lnTo>
                  <a:lnTo>
                    <a:pt x="6904446" y="1646980"/>
                  </a:lnTo>
                  <a:lnTo>
                    <a:pt x="6905260" y="1617110"/>
                  </a:lnTo>
                  <a:lnTo>
                    <a:pt x="6906075" y="1633302"/>
                  </a:lnTo>
                  <a:lnTo>
                    <a:pt x="6906890" y="1638980"/>
                  </a:lnTo>
                  <a:lnTo>
                    <a:pt x="6907705" y="1643297"/>
                  </a:lnTo>
                  <a:lnTo>
                    <a:pt x="6908520" y="1619007"/>
                  </a:lnTo>
                  <a:lnTo>
                    <a:pt x="6909334" y="1643375"/>
                  </a:lnTo>
                  <a:lnTo>
                    <a:pt x="6910149" y="1644707"/>
                  </a:lnTo>
                  <a:lnTo>
                    <a:pt x="6910964" y="1636237"/>
                  </a:lnTo>
                  <a:lnTo>
                    <a:pt x="6911779" y="1630944"/>
                  </a:lnTo>
                  <a:lnTo>
                    <a:pt x="6912593" y="1646669"/>
                  </a:lnTo>
                  <a:lnTo>
                    <a:pt x="6913408" y="1657418"/>
                  </a:lnTo>
                  <a:lnTo>
                    <a:pt x="6914223" y="1674309"/>
                  </a:lnTo>
                  <a:lnTo>
                    <a:pt x="6915038" y="1674948"/>
                  </a:lnTo>
                  <a:lnTo>
                    <a:pt x="6915853" y="1716764"/>
                  </a:lnTo>
                  <a:lnTo>
                    <a:pt x="6916667" y="1686611"/>
                  </a:lnTo>
                  <a:lnTo>
                    <a:pt x="6917482" y="1683276"/>
                  </a:lnTo>
                  <a:lnTo>
                    <a:pt x="6918297" y="1691480"/>
                  </a:lnTo>
                  <a:lnTo>
                    <a:pt x="6919112" y="1664022"/>
                  </a:lnTo>
                  <a:lnTo>
                    <a:pt x="6919926" y="1648713"/>
                  </a:lnTo>
                  <a:lnTo>
                    <a:pt x="6920741" y="1649277"/>
                  </a:lnTo>
                  <a:lnTo>
                    <a:pt x="6921556" y="1657589"/>
                  </a:lnTo>
                  <a:lnTo>
                    <a:pt x="6922371" y="1672252"/>
                  </a:lnTo>
                  <a:lnTo>
                    <a:pt x="6923186" y="1652735"/>
                  </a:lnTo>
                  <a:lnTo>
                    <a:pt x="6924000" y="1611690"/>
                  </a:lnTo>
                  <a:lnTo>
                    <a:pt x="6924815" y="1603355"/>
                  </a:lnTo>
                  <a:lnTo>
                    <a:pt x="6925630" y="1610273"/>
                  </a:lnTo>
                  <a:lnTo>
                    <a:pt x="6926445" y="1666153"/>
                  </a:lnTo>
                  <a:lnTo>
                    <a:pt x="6927259" y="1683248"/>
                  </a:lnTo>
                  <a:lnTo>
                    <a:pt x="6928074" y="1703773"/>
                  </a:lnTo>
                  <a:lnTo>
                    <a:pt x="6928889" y="1724337"/>
                  </a:lnTo>
                  <a:lnTo>
                    <a:pt x="6929704" y="1716757"/>
                  </a:lnTo>
                  <a:lnTo>
                    <a:pt x="6930519" y="1722876"/>
                  </a:lnTo>
                  <a:lnTo>
                    <a:pt x="6931333" y="1697406"/>
                  </a:lnTo>
                  <a:lnTo>
                    <a:pt x="6932148" y="1702399"/>
                  </a:lnTo>
                  <a:lnTo>
                    <a:pt x="6932963" y="1681700"/>
                  </a:lnTo>
                  <a:lnTo>
                    <a:pt x="6933778" y="1686500"/>
                  </a:lnTo>
                  <a:lnTo>
                    <a:pt x="6934593" y="1686449"/>
                  </a:lnTo>
                  <a:lnTo>
                    <a:pt x="6935407" y="1654924"/>
                  </a:lnTo>
                  <a:lnTo>
                    <a:pt x="6936222" y="1645038"/>
                  </a:lnTo>
                  <a:lnTo>
                    <a:pt x="6937037" y="1598340"/>
                  </a:lnTo>
                  <a:lnTo>
                    <a:pt x="6937852" y="1588580"/>
                  </a:lnTo>
                  <a:lnTo>
                    <a:pt x="6938666" y="1575977"/>
                  </a:lnTo>
                  <a:lnTo>
                    <a:pt x="6939481" y="1550255"/>
                  </a:lnTo>
                  <a:lnTo>
                    <a:pt x="6940296" y="1542089"/>
                  </a:lnTo>
                  <a:lnTo>
                    <a:pt x="6941111" y="1495349"/>
                  </a:lnTo>
                  <a:lnTo>
                    <a:pt x="6941926" y="1499142"/>
                  </a:lnTo>
                  <a:lnTo>
                    <a:pt x="6942740" y="1518013"/>
                  </a:lnTo>
                  <a:lnTo>
                    <a:pt x="6943555" y="1501303"/>
                  </a:lnTo>
                  <a:lnTo>
                    <a:pt x="6944370" y="1530029"/>
                  </a:lnTo>
                  <a:lnTo>
                    <a:pt x="6945185" y="1543413"/>
                  </a:lnTo>
                  <a:lnTo>
                    <a:pt x="6945999" y="1573038"/>
                  </a:lnTo>
                  <a:lnTo>
                    <a:pt x="6946814" y="1610390"/>
                  </a:lnTo>
                  <a:lnTo>
                    <a:pt x="6947629" y="1653302"/>
                  </a:lnTo>
                  <a:lnTo>
                    <a:pt x="6948444" y="1669090"/>
                  </a:lnTo>
                  <a:lnTo>
                    <a:pt x="6949259" y="1673938"/>
                  </a:lnTo>
                  <a:lnTo>
                    <a:pt x="6950073" y="1676740"/>
                  </a:lnTo>
                  <a:lnTo>
                    <a:pt x="6950888" y="1674791"/>
                  </a:lnTo>
                  <a:lnTo>
                    <a:pt x="6951703" y="1655691"/>
                  </a:lnTo>
                  <a:lnTo>
                    <a:pt x="6952518" y="1670187"/>
                  </a:lnTo>
                  <a:lnTo>
                    <a:pt x="6953332" y="1630899"/>
                  </a:lnTo>
                  <a:lnTo>
                    <a:pt x="6954147" y="1581672"/>
                  </a:lnTo>
                  <a:lnTo>
                    <a:pt x="6954962" y="1556220"/>
                  </a:lnTo>
                  <a:lnTo>
                    <a:pt x="6955777" y="1518602"/>
                  </a:lnTo>
                  <a:lnTo>
                    <a:pt x="6956592" y="1539059"/>
                  </a:lnTo>
                  <a:lnTo>
                    <a:pt x="6957406" y="1526023"/>
                  </a:lnTo>
                  <a:lnTo>
                    <a:pt x="6958221" y="1584342"/>
                  </a:lnTo>
                  <a:lnTo>
                    <a:pt x="6959036" y="1583369"/>
                  </a:lnTo>
                  <a:lnTo>
                    <a:pt x="6959851" y="1572084"/>
                  </a:lnTo>
                  <a:lnTo>
                    <a:pt x="6960665" y="1589828"/>
                  </a:lnTo>
                  <a:lnTo>
                    <a:pt x="6961480" y="1606358"/>
                  </a:lnTo>
                  <a:lnTo>
                    <a:pt x="6962295" y="1593407"/>
                  </a:lnTo>
                  <a:lnTo>
                    <a:pt x="6963110" y="1580527"/>
                  </a:lnTo>
                  <a:lnTo>
                    <a:pt x="6963925" y="1613680"/>
                  </a:lnTo>
                  <a:lnTo>
                    <a:pt x="6964739" y="1601261"/>
                  </a:lnTo>
                  <a:lnTo>
                    <a:pt x="6965554" y="1569270"/>
                  </a:lnTo>
                  <a:lnTo>
                    <a:pt x="6966369" y="1556624"/>
                  </a:lnTo>
                  <a:lnTo>
                    <a:pt x="6967184" y="1569268"/>
                  </a:lnTo>
                  <a:lnTo>
                    <a:pt x="6967998" y="1601830"/>
                  </a:lnTo>
                  <a:lnTo>
                    <a:pt x="6968813" y="1567728"/>
                  </a:lnTo>
                  <a:lnTo>
                    <a:pt x="6969628" y="1596349"/>
                  </a:lnTo>
                  <a:lnTo>
                    <a:pt x="6970443" y="1593770"/>
                  </a:lnTo>
                  <a:lnTo>
                    <a:pt x="6971258" y="1613219"/>
                  </a:lnTo>
                  <a:lnTo>
                    <a:pt x="6972072" y="1630617"/>
                  </a:lnTo>
                  <a:lnTo>
                    <a:pt x="6972887" y="1591908"/>
                  </a:lnTo>
                  <a:lnTo>
                    <a:pt x="6973702" y="1564197"/>
                  </a:lnTo>
                  <a:lnTo>
                    <a:pt x="6974517" y="1559341"/>
                  </a:lnTo>
                  <a:lnTo>
                    <a:pt x="6975332" y="1581027"/>
                  </a:lnTo>
                  <a:lnTo>
                    <a:pt x="6976146" y="1642891"/>
                  </a:lnTo>
                  <a:lnTo>
                    <a:pt x="6976961" y="1626912"/>
                  </a:lnTo>
                  <a:lnTo>
                    <a:pt x="6977776" y="1651510"/>
                  </a:lnTo>
                  <a:lnTo>
                    <a:pt x="6978591" y="1627854"/>
                  </a:lnTo>
                  <a:lnTo>
                    <a:pt x="6979405" y="1636209"/>
                  </a:lnTo>
                  <a:lnTo>
                    <a:pt x="6980220" y="1670558"/>
                  </a:lnTo>
                  <a:lnTo>
                    <a:pt x="6981035" y="1650279"/>
                  </a:lnTo>
                  <a:lnTo>
                    <a:pt x="6981850" y="1652340"/>
                  </a:lnTo>
                  <a:lnTo>
                    <a:pt x="6982665" y="1658579"/>
                  </a:lnTo>
                  <a:lnTo>
                    <a:pt x="6983479" y="1623492"/>
                  </a:lnTo>
                  <a:lnTo>
                    <a:pt x="6984294" y="1617576"/>
                  </a:lnTo>
                  <a:lnTo>
                    <a:pt x="6985109" y="1639185"/>
                  </a:lnTo>
                  <a:lnTo>
                    <a:pt x="6985924" y="1644684"/>
                  </a:lnTo>
                  <a:lnTo>
                    <a:pt x="6986738" y="1641863"/>
                  </a:lnTo>
                  <a:lnTo>
                    <a:pt x="6987553" y="1620386"/>
                  </a:lnTo>
                  <a:lnTo>
                    <a:pt x="6988368" y="1610578"/>
                  </a:lnTo>
                  <a:lnTo>
                    <a:pt x="6989183" y="1527422"/>
                  </a:lnTo>
                  <a:lnTo>
                    <a:pt x="6989998" y="1545575"/>
                  </a:lnTo>
                  <a:lnTo>
                    <a:pt x="6990812" y="1527479"/>
                  </a:lnTo>
                  <a:lnTo>
                    <a:pt x="6991627" y="1491627"/>
                  </a:lnTo>
                  <a:lnTo>
                    <a:pt x="6992442" y="1482393"/>
                  </a:lnTo>
                  <a:lnTo>
                    <a:pt x="6993257" y="1516975"/>
                  </a:lnTo>
                  <a:lnTo>
                    <a:pt x="6994071" y="1563931"/>
                  </a:lnTo>
                  <a:lnTo>
                    <a:pt x="6994886" y="1586276"/>
                  </a:lnTo>
                  <a:lnTo>
                    <a:pt x="6995701" y="1576836"/>
                  </a:lnTo>
                  <a:lnTo>
                    <a:pt x="6996516" y="1538086"/>
                  </a:lnTo>
                  <a:lnTo>
                    <a:pt x="6997331" y="1550277"/>
                  </a:lnTo>
                  <a:lnTo>
                    <a:pt x="6998145" y="1577584"/>
                  </a:lnTo>
                  <a:lnTo>
                    <a:pt x="6998960" y="1572960"/>
                  </a:lnTo>
                  <a:lnTo>
                    <a:pt x="6999775" y="1569109"/>
                  </a:lnTo>
                  <a:lnTo>
                    <a:pt x="7000590" y="1591798"/>
                  </a:lnTo>
                  <a:lnTo>
                    <a:pt x="7001404" y="1578232"/>
                  </a:lnTo>
                  <a:lnTo>
                    <a:pt x="7002219" y="1568600"/>
                  </a:lnTo>
                  <a:lnTo>
                    <a:pt x="7003034" y="1578687"/>
                  </a:lnTo>
                  <a:lnTo>
                    <a:pt x="7003849" y="1577521"/>
                  </a:lnTo>
                  <a:lnTo>
                    <a:pt x="7004664" y="1568663"/>
                  </a:lnTo>
                  <a:lnTo>
                    <a:pt x="7005478" y="1599318"/>
                  </a:lnTo>
                  <a:lnTo>
                    <a:pt x="7006293" y="1539479"/>
                  </a:lnTo>
                  <a:lnTo>
                    <a:pt x="7007108" y="1585577"/>
                  </a:lnTo>
                  <a:lnTo>
                    <a:pt x="7007923" y="1552750"/>
                  </a:lnTo>
                  <a:lnTo>
                    <a:pt x="7008737" y="1518013"/>
                  </a:lnTo>
                  <a:lnTo>
                    <a:pt x="7009552" y="1514871"/>
                  </a:lnTo>
                  <a:lnTo>
                    <a:pt x="7010367" y="1504467"/>
                  </a:lnTo>
                  <a:lnTo>
                    <a:pt x="7011182" y="1570639"/>
                  </a:lnTo>
                  <a:lnTo>
                    <a:pt x="7011997" y="1584934"/>
                  </a:lnTo>
                  <a:lnTo>
                    <a:pt x="7012811" y="1568341"/>
                  </a:lnTo>
                  <a:lnTo>
                    <a:pt x="7013626" y="1580999"/>
                  </a:lnTo>
                  <a:lnTo>
                    <a:pt x="7014441" y="1605010"/>
                  </a:lnTo>
                  <a:lnTo>
                    <a:pt x="7015256" y="1649406"/>
                  </a:lnTo>
                  <a:lnTo>
                    <a:pt x="7016071" y="1642074"/>
                  </a:lnTo>
                  <a:lnTo>
                    <a:pt x="7016885" y="1621019"/>
                  </a:lnTo>
                  <a:lnTo>
                    <a:pt x="7017700" y="1634939"/>
                  </a:lnTo>
                  <a:lnTo>
                    <a:pt x="7018515" y="1603790"/>
                  </a:lnTo>
                  <a:lnTo>
                    <a:pt x="7019330" y="1588570"/>
                  </a:lnTo>
                  <a:lnTo>
                    <a:pt x="7020144" y="1571379"/>
                  </a:lnTo>
                  <a:lnTo>
                    <a:pt x="7020959" y="1583921"/>
                  </a:lnTo>
                  <a:lnTo>
                    <a:pt x="7021774" y="1630071"/>
                  </a:lnTo>
                  <a:lnTo>
                    <a:pt x="7022589" y="1605411"/>
                  </a:lnTo>
                  <a:lnTo>
                    <a:pt x="7023404" y="1597488"/>
                  </a:lnTo>
                  <a:lnTo>
                    <a:pt x="7024218" y="1565557"/>
                  </a:lnTo>
                  <a:lnTo>
                    <a:pt x="7025033" y="1555999"/>
                  </a:lnTo>
                  <a:lnTo>
                    <a:pt x="7025848" y="1579862"/>
                  </a:lnTo>
                  <a:lnTo>
                    <a:pt x="7026663" y="1570696"/>
                  </a:lnTo>
                  <a:lnTo>
                    <a:pt x="7027477" y="1565456"/>
                  </a:lnTo>
                  <a:lnTo>
                    <a:pt x="7028292" y="1594265"/>
                  </a:lnTo>
                  <a:lnTo>
                    <a:pt x="7029107" y="1626832"/>
                  </a:lnTo>
                  <a:lnTo>
                    <a:pt x="7029922" y="1668044"/>
                  </a:lnTo>
                  <a:lnTo>
                    <a:pt x="7030737" y="1653614"/>
                  </a:lnTo>
                  <a:lnTo>
                    <a:pt x="7031551" y="1625177"/>
                  </a:lnTo>
                  <a:lnTo>
                    <a:pt x="7032366" y="1611156"/>
                  </a:lnTo>
                  <a:lnTo>
                    <a:pt x="7033181" y="1650389"/>
                  </a:lnTo>
                  <a:lnTo>
                    <a:pt x="7033996" y="1657844"/>
                  </a:lnTo>
                  <a:lnTo>
                    <a:pt x="7034810" y="1638255"/>
                  </a:lnTo>
                  <a:lnTo>
                    <a:pt x="7035625" y="1598612"/>
                  </a:lnTo>
                  <a:lnTo>
                    <a:pt x="7036440" y="1612981"/>
                  </a:lnTo>
                  <a:lnTo>
                    <a:pt x="7037255" y="1588449"/>
                  </a:lnTo>
                  <a:lnTo>
                    <a:pt x="7038070" y="1583892"/>
                  </a:lnTo>
                  <a:lnTo>
                    <a:pt x="7038884" y="1543188"/>
                  </a:lnTo>
                  <a:lnTo>
                    <a:pt x="7039699" y="1557030"/>
                  </a:lnTo>
                  <a:lnTo>
                    <a:pt x="7040514" y="1588731"/>
                  </a:lnTo>
                  <a:lnTo>
                    <a:pt x="7041329" y="1554323"/>
                  </a:lnTo>
                  <a:lnTo>
                    <a:pt x="7042143" y="1554911"/>
                  </a:lnTo>
                  <a:lnTo>
                    <a:pt x="7042958" y="1559364"/>
                  </a:lnTo>
                  <a:lnTo>
                    <a:pt x="7043773" y="1562299"/>
                  </a:lnTo>
                  <a:lnTo>
                    <a:pt x="7044588" y="1524038"/>
                  </a:lnTo>
                  <a:lnTo>
                    <a:pt x="7045403" y="1520235"/>
                  </a:lnTo>
                  <a:lnTo>
                    <a:pt x="7046217" y="1500239"/>
                  </a:lnTo>
                  <a:lnTo>
                    <a:pt x="7047032" y="1488060"/>
                  </a:lnTo>
                  <a:lnTo>
                    <a:pt x="7047847" y="1524423"/>
                  </a:lnTo>
                  <a:lnTo>
                    <a:pt x="7048662" y="1531192"/>
                  </a:lnTo>
                  <a:lnTo>
                    <a:pt x="7049476" y="1535196"/>
                  </a:lnTo>
                  <a:lnTo>
                    <a:pt x="7050291" y="1491971"/>
                  </a:lnTo>
                  <a:lnTo>
                    <a:pt x="7051106" y="1505208"/>
                  </a:lnTo>
                  <a:lnTo>
                    <a:pt x="7051921" y="1523530"/>
                  </a:lnTo>
                  <a:lnTo>
                    <a:pt x="7052736" y="1582361"/>
                  </a:lnTo>
                  <a:lnTo>
                    <a:pt x="7053550" y="1582071"/>
                  </a:lnTo>
                  <a:lnTo>
                    <a:pt x="7054365" y="1601544"/>
                  </a:lnTo>
                  <a:lnTo>
                    <a:pt x="7055180" y="1601853"/>
                  </a:lnTo>
                  <a:lnTo>
                    <a:pt x="7055995" y="1677101"/>
                  </a:lnTo>
                  <a:lnTo>
                    <a:pt x="7056810" y="1702502"/>
                  </a:lnTo>
                  <a:lnTo>
                    <a:pt x="7057624" y="1704718"/>
                  </a:lnTo>
                  <a:lnTo>
                    <a:pt x="7058439" y="1682650"/>
                  </a:lnTo>
                  <a:lnTo>
                    <a:pt x="7059254" y="1664327"/>
                  </a:lnTo>
                  <a:lnTo>
                    <a:pt x="7060069" y="1674460"/>
                  </a:lnTo>
                  <a:lnTo>
                    <a:pt x="7060883" y="1670050"/>
                  </a:lnTo>
                  <a:lnTo>
                    <a:pt x="7061698" y="1644946"/>
                  </a:lnTo>
                  <a:lnTo>
                    <a:pt x="7062513" y="1648898"/>
                  </a:lnTo>
                  <a:lnTo>
                    <a:pt x="7063328" y="1646805"/>
                  </a:lnTo>
                  <a:lnTo>
                    <a:pt x="7064143" y="1631966"/>
                  </a:lnTo>
                  <a:lnTo>
                    <a:pt x="7064957" y="1625914"/>
                  </a:lnTo>
                  <a:lnTo>
                    <a:pt x="7065772" y="1603595"/>
                  </a:lnTo>
                  <a:lnTo>
                    <a:pt x="7066587" y="1595516"/>
                  </a:lnTo>
                  <a:lnTo>
                    <a:pt x="7067402" y="1596718"/>
                  </a:lnTo>
                  <a:lnTo>
                    <a:pt x="7068216" y="1604722"/>
                  </a:lnTo>
                  <a:lnTo>
                    <a:pt x="7069031" y="1574876"/>
                  </a:lnTo>
                  <a:lnTo>
                    <a:pt x="7069846" y="1578840"/>
                  </a:lnTo>
                  <a:lnTo>
                    <a:pt x="7070661" y="1553607"/>
                  </a:lnTo>
                  <a:lnTo>
                    <a:pt x="7071476" y="1564956"/>
                  </a:lnTo>
                  <a:lnTo>
                    <a:pt x="7072290" y="1594828"/>
                  </a:lnTo>
                  <a:lnTo>
                    <a:pt x="7073105" y="1575870"/>
                  </a:lnTo>
                  <a:lnTo>
                    <a:pt x="7073920" y="1610351"/>
                  </a:lnTo>
                  <a:lnTo>
                    <a:pt x="7074735" y="1625160"/>
                  </a:lnTo>
                  <a:lnTo>
                    <a:pt x="7075549" y="1660972"/>
                  </a:lnTo>
                  <a:lnTo>
                    <a:pt x="7076364" y="1691298"/>
                  </a:lnTo>
                  <a:lnTo>
                    <a:pt x="7077179" y="1665020"/>
                  </a:lnTo>
                  <a:lnTo>
                    <a:pt x="7077994" y="1686134"/>
                  </a:lnTo>
                  <a:lnTo>
                    <a:pt x="7078809" y="1671741"/>
                  </a:lnTo>
                  <a:lnTo>
                    <a:pt x="7079623" y="1659877"/>
                  </a:lnTo>
                  <a:lnTo>
                    <a:pt x="7080438" y="1628042"/>
                  </a:lnTo>
                  <a:lnTo>
                    <a:pt x="7081253" y="1596105"/>
                  </a:lnTo>
                  <a:lnTo>
                    <a:pt x="7082068" y="1579557"/>
                  </a:lnTo>
                  <a:lnTo>
                    <a:pt x="7082882" y="1608296"/>
                  </a:lnTo>
                  <a:lnTo>
                    <a:pt x="7083697" y="1635950"/>
                  </a:lnTo>
                  <a:lnTo>
                    <a:pt x="7084512" y="1626563"/>
                  </a:lnTo>
                  <a:lnTo>
                    <a:pt x="7085327" y="1663710"/>
                  </a:lnTo>
                  <a:lnTo>
                    <a:pt x="7086142" y="1597224"/>
                  </a:lnTo>
                  <a:lnTo>
                    <a:pt x="7086956" y="1543294"/>
                  </a:lnTo>
                  <a:lnTo>
                    <a:pt x="7087771" y="1605172"/>
                  </a:lnTo>
                  <a:lnTo>
                    <a:pt x="7088586" y="1615685"/>
                  </a:lnTo>
                  <a:lnTo>
                    <a:pt x="7089401" y="1638305"/>
                  </a:lnTo>
                  <a:lnTo>
                    <a:pt x="7090216" y="1626988"/>
                  </a:lnTo>
                  <a:lnTo>
                    <a:pt x="7091030" y="1621920"/>
                  </a:lnTo>
                  <a:lnTo>
                    <a:pt x="7091845" y="1650837"/>
                  </a:lnTo>
                  <a:lnTo>
                    <a:pt x="7092660" y="1595970"/>
                  </a:lnTo>
                  <a:lnTo>
                    <a:pt x="7093475" y="1598161"/>
                  </a:lnTo>
                  <a:lnTo>
                    <a:pt x="7094289" y="1581502"/>
                  </a:lnTo>
                  <a:lnTo>
                    <a:pt x="7095104" y="1600726"/>
                  </a:lnTo>
                  <a:lnTo>
                    <a:pt x="7095919" y="1630979"/>
                  </a:lnTo>
                  <a:lnTo>
                    <a:pt x="7096734" y="1654373"/>
                  </a:lnTo>
                  <a:lnTo>
                    <a:pt x="7097549" y="1692823"/>
                  </a:lnTo>
                  <a:lnTo>
                    <a:pt x="7098363" y="1703587"/>
                  </a:lnTo>
                  <a:lnTo>
                    <a:pt x="7099178" y="1720813"/>
                  </a:lnTo>
                  <a:lnTo>
                    <a:pt x="7099993" y="1713471"/>
                  </a:lnTo>
                  <a:lnTo>
                    <a:pt x="7100808" y="1710138"/>
                  </a:lnTo>
                  <a:lnTo>
                    <a:pt x="7101622" y="1686083"/>
                  </a:lnTo>
                  <a:lnTo>
                    <a:pt x="7102437" y="1675589"/>
                  </a:lnTo>
                  <a:lnTo>
                    <a:pt x="7103252" y="1643896"/>
                  </a:lnTo>
                  <a:lnTo>
                    <a:pt x="7104067" y="1645780"/>
                  </a:lnTo>
                  <a:lnTo>
                    <a:pt x="7104882" y="1690610"/>
                  </a:lnTo>
                  <a:lnTo>
                    <a:pt x="7105696" y="1670478"/>
                  </a:lnTo>
                  <a:lnTo>
                    <a:pt x="7106511" y="1679256"/>
                  </a:lnTo>
                  <a:lnTo>
                    <a:pt x="7107326" y="1670841"/>
                  </a:lnTo>
                  <a:lnTo>
                    <a:pt x="7108141" y="1618457"/>
                  </a:lnTo>
                  <a:lnTo>
                    <a:pt x="7108955" y="1613604"/>
                  </a:lnTo>
                  <a:lnTo>
                    <a:pt x="7109770" y="1642335"/>
                  </a:lnTo>
                  <a:lnTo>
                    <a:pt x="7110585" y="1695532"/>
                  </a:lnTo>
                  <a:lnTo>
                    <a:pt x="7111400" y="1679653"/>
                  </a:lnTo>
                  <a:lnTo>
                    <a:pt x="7112215" y="1700338"/>
                  </a:lnTo>
                  <a:lnTo>
                    <a:pt x="7113029" y="1722361"/>
                  </a:lnTo>
                  <a:lnTo>
                    <a:pt x="7113844" y="1715687"/>
                  </a:lnTo>
                  <a:lnTo>
                    <a:pt x="7114659" y="1737714"/>
                  </a:lnTo>
                  <a:lnTo>
                    <a:pt x="7115474" y="1693345"/>
                  </a:lnTo>
                  <a:lnTo>
                    <a:pt x="7116288" y="1697118"/>
                  </a:lnTo>
                  <a:lnTo>
                    <a:pt x="7117103" y="1688912"/>
                  </a:lnTo>
                  <a:lnTo>
                    <a:pt x="7117918" y="1673189"/>
                  </a:lnTo>
                  <a:lnTo>
                    <a:pt x="7118733" y="1637885"/>
                  </a:lnTo>
                  <a:lnTo>
                    <a:pt x="7119548" y="1619397"/>
                  </a:lnTo>
                  <a:lnTo>
                    <a:pt x="7120362" y="1639490"/>
                  </a:lnTo>
                  <a:lnTo>
                    <a:pt x="7121177" y="1632985"/>
                  </a:lnTo>
                  <a:lnTo>
                    <a:pt x="7121992" y="1624173"/>
                  </a:lnTo>
                  <a:lnTo>
                    <a:pt x="7122807" y="1603155"/>
                  </a:lnTo>
                  <a:lnTo>
                    <a:pt x="7123621" y="1612676"/>
                  </a:lnTo>
                  <a:lnTo>
                    <a:pt x="7124436" y="1569530"/>
                  </a:lnTo>
                  <a:lnTo>
                    <a:pt x="7125251" y="1571955"/>
                  </a:lnTo>
                  <a:lnTo>
                    <a:pt x="7126066" y="1617341"/>
                  </a:lnTo>
                  <a:lnTo>
                    <a:pt x="7126881" y="1604437"/>
                  </a:lnTo>
                  <a:lnTo>
                    <a:pt x="7127695" y="1626226"/>
                  </a:lnTo>
                  <a:lnTo>
                    <a:pt x="7128510" y="1610443"/>
                  </a:lnTo>
                  <a:lnTo>
                    <a:pt x="7129325" y="1676106"/>
                  </a:lnTo>
                  <a:lnTo>
                    <a:pt x="7130140" y="1680679"/>
                  </a:lnTo>
                  <a:lnTo>
                    <a:pt x="7130955" y="1677184"/>
                  </a:lnTo>
                  <a:lnTo>
                    <a:pt x="7131769" y="1675373"/>
                  </a:lnTo>
                  <a:lnTo>
                    <a:pt x="7132584" y="1674780"/>
                  </a:lnTo>
                  <a:lnTo>
                    <a:pt x="7133399" y="1716920"/>
                  </a:lnTo>
                  <a:lnTo>
                    <a:pt x="7134214" y="1706666"/>
                  </a:lnTo>
                  <a:lnTo>
                    <a:pt x="7135028" y="1684850"/>
                  </a:lnTo>
                  <a:lnTo>
                    <a:pt x="7135843" y="1690221"/>
                  </a:lnTo>
                  <a:lnTo>
                    <a:pt x="7136658" y="1641796"/>
                  </a:lnTo>
                  <a:lnTo>
                    <a:pt x="7137473" y="1621743"/>
                  </a:lnTo>
                  <a:lnTo>
                    <a:pt x="7138288" y="1620934"/>
                  </a:lnTo>
                  <a:lnTo>
                    <a:pt x="7139102" y="1617492"/>
                  </a:lnTo>
                  <a:lnTo>
                    <a:pt x="7139917" y="1624718"/>
                  </a:lnTo>
                  <a:lnTo>
                    <a:pt x="7140732" y="1619884"/>
                  </a:lnTo>
                  <a:lnTo>
                    <a:pt x="7141547" y="1656578"/>
                  </a:lnTo>
                  <a:lnTo>
                    <a:pt x="7142361" y="1676968"/>
                  </a:lnTo>
                  <a:lnTo>
                    <a:pt x="7143176" y="1672798"/>
                  </a:lnTo>
                  <a:lnTo>
                    <a:pt x="7143991" y="1669494"/>
                  </a:lnTo>
                  <a:lnTo>
                    <a:pt x="7144806" y="1607664"/>
                  </a:lnTo>
                  <a:lnTo>
                    <a:pt x="7145621" y="1556908"/>
                  </a:lnTo>
                  <a:lnTo>
                    <a:pt x="7146435" y="1525018"/>
                  </a:lnTo>
                  <a:lnTo>
                    <a:pt x="7147250" y="1554519"/>
                  </a:lnTo>
                  <a:lnTo>
                    <a:pt x="7148065" y="1601890"/>
                  </a:lnTo>
                  <a:lnTo>
                    <a:pt x="7148880" y="1559489"/>
                  </a:lnTo>
                  <a:lnTo>
                    <a:pt x="7149694" y="1612454"/>
                  </a:lnTo>
                  <a:lnTo>
                    <a:pt x="7150509" y="1558209"/>
                  </a:lnTo>
                  <a:lnTo>
                    <a:pt x="7151324" y="1552036"/>
                  </a:lnTo>
                  <a:lnTo>
                    <a:pt x="7152139" y="1565999"/>
                  </a:lnTo>
                  <a:lnTo>
                    <a:pt x="7152954" y="1550839"/>
                  </a:lnTo>
                  <a:lnTo>
                    <a:pt x="7153768" y="1567654"/>
                  </a:lnTo>
                  <a:lnTo>
                    <a:pt x="7154583" y="1573642"/>
                  </a:lnTo>
                  <a:lnTo>
                    <a:pt x="7155398" y="1640561"/>
                  </a:lnTo>
                  <a:lnTo>
                    <a:pt x="7156213" y="1650209"/>
                  </a:lnTo>
                  <a:lnTo>
                    <a:pt x="7157027" y="1604086"/>
                  </a:lnTo>
                  <a:lnTo>
                    <a:pt x="7157842" y="1595516"/>
                  </a:lnTo>
                  <a:lnTo>
                    <a:pt x="7158657" y="1574827"/>
                  </a:lnTo>
                  <a:lnTo>
                    <a:pt x="7159472" y="1609504"/>
                  </a:lnTo>
                  <a:lnTo>
                    <a:pt x="7160287" y="1588078"/>
                  </a:lnTo>
                  <a:lnTo>
                    <a:pt x="7161101" y="1493452"/>
                  </a:lnTo>
                  <a:lnTo>
                    <a:pt x="7161916" y="1477809"/>
                  </a:lnTo>
                  <a:lnTo>
                    <a:pt x="7162731" y="1508597"/>
                  </a:lnTo>
                  <a:lnTo>
                    <a:pt x="7163546" y="1513961"/>
                  </a:lnTo>
                  <a:lnTo>
                    <a:pt x="7164360" y="1485670"/>
                  </a:lnTo>
                  <a:lnTo>
                    <a:pt x="7165175" y="1444691"/>
                  </a:lnTo>
                  <a:lnTo>
                    <a:pt x="7165990" y="1489194"/>
                  </a:lnTo>
                  <a:lnTo>
                    <a:pt x="7166805" y="1508740"/>
                  </a:lnTo>
                  <a:lnTo>
                    <a:pt x="7167620" y="1533627"/>
                  </a:lnTo>
                  <a:lnTo>
                    <a:pt x="7168434" y="1495726"/>
                  </a:lnTo>
                  <a:lnTo>
                    <a:pt x="7169249" y="1505069"/>
                  </a:lnTo>
                  <a:lnTo>
                    <a:pt x="7170064" y="1512195"/>
                  </a:lnTo>
                  <a:lnTo>
                    <a:pt x="7170879" y="1538853"/>
                  </a:lnTo>
                  <a:lnTo>
                    <a:pt x="7171694" y="1495825"/>
                  </a:lnTo>
                  <a:lnTo>
                    <a:pt x="7172508" y="1496456"/>
                  </a:lnTo>
                  <a:lnTo>
                    <a:pt x="7173323" y="1521752"/>
                  </a:lnTo>
                  <a:lnTo>
                    <a:pt x="7174138" y="1557095"/>
                  </a:lnTo>
                  <a:lnTo>
                    <a:pt x="7174953" y="1547703"/>
                  </a:lnTo>
                  <a:lnTo>
                    <a:pt x="7175767" y="1545966"/>
                  </a:lnTo>
                  <a:lnTo>
                    <a:pt x="7176582" y="1550722"/>
                  </a:lnTo>
                  <a:lnTo>
                    <a:pt x="7177397" y="1567463"/>
                  </a:lnTo>
                  <a:lnTo>
                    <a:pt x="7178212" y="1593595"/>
                  </a:lnTo>
                  <a:lnTo>
                    <a:pt x="7179027" y="1587788"/>
                  </a:lnTo>
                  <a:lnTo>
                    <a:pt x="7179841" y="1601916"/>
                  </a:lnTo>
                  <a:lnTo>
                    <a:pt x="7180656" y="1586578"/>
                  </a:lnTo>
                  <a:lnTo>
                    <a:pt x="7181471" y="1611470"/>
                  </a:lnTo>
                  <a:lnTo>
                    <a:pt x="7182286" y="1596853"/>
                  </a:lnTo>
                  <a:lnTo>
                    <a:pt x="7183100" y="1622787"/>
                  </a:lnTo>
                  <a:lnTo>
                    <a:pt x="7183915" y="1630709"/>
                  </a:lnTo>
                  <a:lnTo>
                    <a:pt x="7184730" y="1625208"/>
                  </a:lnTo>
                  <a:lnTo>
                    <a:pt x="7185545" y="1619684"/>
                  </a:lnTo>
                  <a:lnTo>
                    <a:pt x="7186360" y="1625346"/>
                  </a:lnTo>
                  <a:lnTo>
                    <a:pt x="7187174" y="1611785"/>
                  </a:lnTo>
                  <a:lnTo>
                    <a:pt x="7187989" y="1576147"/>
                  </a:lnTo>
                  <a:lnTo>
                    <a:pt x="7188804" y="1623447"/>
                  </a:lnTo>
                  <a:lnTo>
                    <a:pt x="7189619" y="1603480"/>
                  </a:lnTo>
                  <a:lnTo>
                    <a:pt x="7190433" y="1594337"/>
                  </a:lnTo>
                  <a:lnTo>
                    <a:pt x="7191248" y="1578727"/>
                  </a:lnTo>
                  <a:lnTo>
                    <a:pt x="7192063" y="1632858"/>
                  </a:lnTo>
                  <a:lnTo>
                    <a:pt x="7192878" y="1670192"/>
                  </a:lnTo>
                  <a:lnTo>
                    <a:pt x="7193693" y="1667923"/>
                  </a:lnTo>
                  <a:lnTo>
                    <a:pt x="7194507" y="1680804"/>
                  </a:lnTo>
                  <a:lnTo>
                    <a:pt x="7195322" y="1665287"/>
                  </a:lnTo>
                  <a:lnTo>
                    <a:pt x="7196137" y="1645899"/>
                  </a:lnTo>
                  <a:lnTo>
                    <a:pt x="7196952" y="1669006"/>
                  </a:lnTo>
                  <a:lnTo>
                    <a:pt x="7197766" y="1688607"/>
                  </a:lnTo>
                  <a:lnTo>
                    <a:pt x="7198581" y="1733365"/>
                  </a:lnTo>
                  <a:lnTo>
                    <a:pt x="7199396" y="1744296"/>
                  </a:lnTo>
                  <a:lnTo>
                    <a:pt x="7200211" y="1741445"/>
                  </a:lnTo>
                  <a:lnTo>
                    <a:pt x="7201026" y="1750039"/>
                  </a:lnTo>
                  <a:lnTo>
                    <a:pt x="7201840" y="1756701"/>
                  </a:lnTo>
                  <a:lnTo>
                    <a:pt x="7201840" y="1756701"/>
                  </a:lnTo>
                  <a:lnTo>
                    <a:pt x="7202655" y="1756701"/>
                  </a:lnTo>
                  <a:lnTo>
                    <a:pt x="7203470" y="1756701"/>
                  </a:lnTo>
                  <a:lnTo>
                    <a:pt x="7204285" y="1752272"/>
                  </a:lnTo>
                  <a:lnTo>
                    <a:pt x="7205099" y="1756701"/>
                  </a:lnTo>
                  <a:lnTo>
                    <a:pt x="7205099" y="1756701"/>
                  </a:lnTo>
                  <a:lnTo>
                    <a:pt x="7205914" y="1740432"/>
                  </a:lnTo>
                  <a:lnTo>
                    <a:pt x="7206729" y="1731645"/>
                  </a:lnTo>
                  <a:lnTo>
                    <a:pt x="7207544" y="1720445"/>
                  </a:lnTo>
                  <a:lnTo>
                    <a:pt x="7208359" y="1704629"/>
                  </a:lnTo>
                  <a:lnTo>
                    <a:pt x="7209173" y="1678876"/>
                  </a:lnTo>
                  <a:lnTo>
                    <a:pt x="7209988" y="1664651"/>
                  </a:lnTo>
                  <a:lnTo>
                    <a:pt x="7210803" y="1685994"/>
                  </a:lnTo>
                  <a:lnTo>
                    <a:pt x="7211618" y="1694357"/>
                  </a:lnTo>
                  <a:lnTo>
                    <a:pt x="7212433" y="1701417"/>
                  </a:lnTo>
                  <a:lnTo>
                    <a:pt x="7213247" y="1706537"/>
                  </a:lnTo>
                  <a:lnTo>
                    <a:pt x="7214062" y="1706289"/>
                  </a:lnTo>
                  <a:lnTo>
                    <a:pt x="7214877" y="1699997"/>
                  </a:lnTo>
                  <a:lnTo>
                    <a:pt x="7215692" y="1648002"/>
                  </a:lnTo>
                  <a:lnTo>
                    <a:pt x="7216506" y="1626504"/>
                  </a:lnTo>
                  <a:lnTo>
                    <a:pt x="7217321" y="1602466"/>
                  </a:lnTo>
                  <a:lnTo>
                    <a:pt x="7218136" y="1568369"/>
                  </a:lnTo>
                  <a:lnTo>
                    <a:pt x="7218951" y="1595763"/>
                  </a:lnTo>
                  <a:lnTo>
                    <a:pt x="7219766" y="1568071"/>
                  </a:lnTo>
                  <a:lnTo>
                    <a:pt x="7220580" y="1547109"/>
                  </a:lnTo>
                  <a:lnTo>
                    <a:pt x="7221395" y="1569958"/>
                  </a:lnTo>
                  <a:lnTo>
                    <a:pt x="7222210" y="1500333"/>
                  </a:lnTo>
                  <a:lnTo>
                    <a:pt x="7223025" y="1468103"/>
                  </a:lnTo>
                  <a:lnTo>
                    <a:pt x="7223839" y="1416295"/>
                  </a:lnTo>
                  <a:lnTo>
                    <a:pt x="7224654" y="1419923"/>
                  </a:lnTo>
                  <a:lnTo>
                    <a:pt x="7225469" y="1451034"/>
                  </a:lnTo>
                  <a:lnTo>
                    <a:pt x="7226284" y="1461374"/>
                  </a:lnTo>
                  <a:lnTo>
                    <a:pt x="7227099" y="1489391"/>
                  </a:lnTo>
                  <a:lnTo>
                    <a:pt x="7227913" y="1485165"/>
                  </a:lnTo>
                  <a:lnTo>
                    <a:pt x="7228728" y="1445687"/>
                  </a:lnTo>
                  <a:lnTo>
                    <a:pt x="7229543" y="1476951"/>
                  </a:lnTo>
                  <a:lnTo>
                    <a:pt x="7230358" y="1452402"/>
                  </a:lnTo>
                  <a:lnTo>
                    <a:pt x="7231172" y="1445059"/>
                  </a:lnTo>
                  <a:lnTo>
                    <a:pt x="7231987" y="1482721"/>
                  </a:lnTo>
                  <a:lnTo>
                    <a:pt x="7232802" y="1476318"/>
                  </a:lnTo>
                  <a:lnTo>
                    <a:pt x="7233617" y="1518374"/>
                  </a:lnTo>
                  <a:lnTo>
                    <a:pt x="7234432" y="1519916"/>
                  </a:lnTo>
                  <a:lnTo>
                    <a:pt x="7235246" y="1492902"/>
                  </a:lnTo>
                  <a:lnTo>
                    <a:pt x="7236061" y="1554113"/>
                  </a:lnTo>
                  <a:lnTo>
                    <a:pt x="7236876" y="1577610"/>
                  </a:lnTo>
                  <a:lnTo>
                    <a:pt x="7237691" y="1631512"/>
                  </a:lnTo>
                  <a:lnTo>
                    <a:pt x="7238505" y="1662414"/>
                  </a:lnTo>
                  <a:lnTo>
                    <a:pt x="7239320" y="1614022"/>
                  </a:lnTo>
                  <a:lnTo>
                    <a:pt x="7240135" y="1624174"/>
                  </a:lnTo>
                  <a:lnTo>
                    <a:pt x="7240950" y="1611541"/>
                  </a:lnTo>
                  <a:lnTo>
                    <a:pt x="7241765" y="1654677"/>
                  </a:lnTo>
                  <a:lnTo>
                    <a:pt x="7242579" y="1650634"/>
                  </a:lnTo>
                  <a:lnTo>
                    <a:pt x="7243394" y="1616564"/>
                  </a:lnTo>
                  <a:lnTo>
                    <a:pt x="7244209" y="1612211"/>
                  </a:lnTo>
                  <a:lnTo>
                    <a:pt x="7245024" y="1612150"/>
                  </a:lnTo>
                  <a:lnTo>
                    <a:pt x="7245838" y="1599747"/>
                  </a:lnTo>
                  <a:lnTo>
                    <a:pt x="7246653" y="1587290"/>
                  </a:lnTo>
                  <a:lnTo>
                    <a:pt x="7247468" y="1597084"/>
                  </a:lnTo>
                  <a:lnTo>
                    <a:pt x="7248283" y="1654033"/>
                  </a:lnTo>
                  <a:lnTo>
                    <a:pt x="7249098" y="1665036"/>
                  </a:lnTo>
                  <a:lnTo>
                    <a:pt x="7249912" y="1700112"/>
                  </a:lnTo>
                  <a:lnTo>
                    <a:pt x="7250727" y="1689880"/>
                  </a:lnTo>
                  <a:lnTo>
                    <a:pt x="7251542" y="1713127"/>
                  </a:lnTo>
                  <a:lnTo>
                    <a:pt x="7252357" y="1706375"/>
                  </a:lnTo>
                  <a:lnTo>
                    <a:pt x="7253172" y="1680547"/>
                  </a:lnTo>
                  <a:lnTo>
                    <a:pt x="7253986" y="1671252"/>
                  </a:lnTo>
                  <a:lnTo>
                    <a:pt x="7254801" y="1626260"/>
                  </a:lnTo>
                  <a:lnTo>
                    <a:pt x="7255616" y="1659954"/>
                  </a:lnTo>
                  <a:lnTo>
                    <a:pt x="7256431" y="1664583"/>
                  </a:lnTo>
                  <a:lnTo>
                    <a:pt x="7257245" y="1680158"/>
                  </a:lnTo>
                  <a:lnTo>
                    <a:pt x="7258060" y="1682677"/>
                  </a:lnTo>
                  <a:lnTo>
                    <a:pt x="7258875" y="1686306"/>
                  </a:lnTo>
                  <a:lnTo>
                    <a:pt x="7259690" y="1655761"/>
                  </a:lnTo>
                  <a:lnTo>
                    <a:pt x="7260505" y="1668979"/>
                  </a:lnTo>
                  <a:lnTo>
                    <a:pt x="7261319" y="1673669"/>
                  </a:lnTo>
                  <a:lnTo>
                    <a:pt x="7262134" y="1707352"/>
                  </a:lnTo>
                  <a:lnTo>
                    <a:pt x="7262949" y="1707031"/>
                  </a:lnTo>
                  <a:lnTo>
                    <a:pt x="7263764" y="1690505"/>
                  </a:lnTo>
                  <a:lnTo>
                    <a:pt x="7264578" y="1673876"/>
                  </a:lnTo>
                  <a:lnTo>
                    <a:pt x="7265393" y="1671654"/>
                  </a:lnTo>
                  <a:lnTo>
                    <a:pt x="7266208" y="1662107"/>
                  </a:lnTo>
                  <a:lnTo>
                    <a:pt x="7267023" y="1670680"/>
                  </a:lnTo>
                  <a:lnTo>
                    <a:pt x="7267838" y="1675883"/>
                  </a:lnTo>
                  <a:lnTo>
                    <a:pt x="7268652" y="1696595"/>
                  </a:lnTo>
                  <a:lnTo>
                    <a:pt x="7269467" y="1702150"/>
                  </a:lnTo>
                  <a:lnTo>
                    <a:pt x="7270282" y="1656135"/>
                  </a:lnTo>
                  <a:lnTo>
                    <a:pt x="7271097" y="1628446"/>
                  </a:lnTo>
                  <a:lnTo>
                    <a:pt x="7271911" y="1606731"/>
                  </a:lnTo>
                  <a:lnTo>
                    <a:pt x="7272726" y="1579599"/>
                  </a:lnTo>
                  <a:lnTo>
                    <a:pt x="7273541" y="1600752"/>
                  </a:lnTo>
                  <a:lnTo>
                    <a:pt x="7274356" y="1596927"/>
                  </a:lnTo>
                  <a:lnTo>
                    <a:pt x="7275171" y="1576044"/>
                  </a:lnTo>
                  <a:lnTo>
                    <a:pt x="7275985" y="1619077"/>
                  </a:lnTo>
                  <a:lnTo>
                    <a:pt x="7276800" y="1595594"/>
                  </a:lnTo>
                  <a:lnTo>
                    <a:pt x="7277615" y="1559897"/>
                  </a:lnTo>
                  <a:lnTo>
                    <a:pt x="7278430" y="1606810"/>
                  </a:lnTo>
                  <a:lnTo>
                    <a:pt x="7279244" y="1630220"/>
                  </a:lnTo>
                  <a:lnTo>
                    <a:pt x="7280059" y="1674430"/>
                  </a:lnTo>
                  <a:lnTo>
                    <a:pt x="7280874" y="1680164"/>
                  </a:lnTo>
                  <a:lnTo>
                    <a:pt x="7281689" y="1724007"/>
                  </a:lnTo>
                  <a:lnTo>
                    <a:pt x="7282504" y="1739332"/>
                  </a:lnTo>
                  <a:lnTo>
                    <a:pt x="7283318" y="1726566"/>
                  </a:lnTo>
                  <a:lnTo>
                    <a:pt x="7284133" y="1698096"/>
                  </a:lnTo>
                  <a:lnTo>
                    <a:pt x="7284948" y="1701214"/>
                  </a:lnTo>
                  <a:lnTo>
                    <a:pt x="7285763" y="1731058"/>
                  </a:lnTo>
                  <a:lnTo>
                    <a:pt x="7286577" y="1729009"/>
                  </a:lnTo>
                  <a:lnTo>
                    <a:pt x="7287392" y="1678278"/>
                  </a:lnTo>
                  <a:lnTo>
                    <a:pt x="7288207" y="1662540"/>
                  </a:lnTo>
                  <a:lnTo>
                    <a:pt x="7289022" y="1640410"/>
                  </a:lnTo>
                  <a:lnTo>
                    <a:pt x="7289837" y="1674939"/>
                  </a:lnTo>
                  <a:lnTo>
                    <a:pt x="7290651" y="1687449"/>
                  </a:lnTo>
                  <a:lnTo>
                    <a:pt x="7291466" y="1610096"/>
                  </a:lnTo>
                  <a:lnTo>
                    <a:pt x="7292281" y="1641250"/>
                  </a:lnTo>
                  <a:lnTo>
                    <a:pt x="7293096" y="1626326"/>
                  </a:lnTo>
                  <a:lnTo>
                    <a:pt x="7293911" y="1623266"/>
                  </a:lnTo>
                  <a:lnTo>
                    <a:pt x="7294725" y="1620542"/>
                  </a:lnTo>
                  <a:lnTo>
                    <a:pt x="7295540" y="1634340"/>
                  </a:lnTo>
                  <a:lnTo>
                    <a:pt x="7296355" y="1641303"/>
                  </a:lnTo>
                  <a:lnTo>
                    <a:pt x="7297170" y="1623435"/>
                  </a:lnTo>
                  <a:lnTo>
                    <a:pt x="7297984" y="1585036"/>
                  </a:lnTo>
                  <a:lnTo>
                    <a:pt x="7298799" y="1561221"/>
                  </a:lnTo>
                  <a:lnTo>
                    <a:pt x="7299614" y="1545078"/>
                  </a:lnTo>
                  <a:lnTo>
                    <a:pt x="7300429" y="1535032"/>
                  </a:lnTo>
                  <a:lnTo>
                    <a:pt x="7301244" y="1518907"/>
                  </a:lnTo>
                  <a:lnTo>
                    <a:pt x="7302058" y="1529538"/>
                  </a:lnTo>
                  <a:lnTo>
                    <a:pt x="7302873" y="1516800"/>
                  </a:lnTo>
                  <a:lnTo>
                    <a:pt x="7303688" y="1521634"/>
                  </a:lnTo>
                  <a:lnTo>
                    <a:pt x="7304503" y="1548261"/>
                  </a:lnTo>
                  <a:lnTo>
                    <a:pt x="7305317" y="1563052"/>
                  </a:lnTo>
                  <a:lnTo>
                    <a:pt x="7306132" y="1573816"/>
                  </a:lnTo>
                  <a:lnTo>
                    <a:pt x="7306947" y="1565335"/>
                  </a:lnTo>
                  <a:lnTo>
                    <a:pt x="7307762" y="1594537"/>
                  </a:lnTo>
                  <a:lnTo>
                    <a:pt x="7308577" y="1623231"/>
                  </a:lnTo>
                  <a:lnTo>
                    <a:pt x="7309391" y="1618662"/>
                  </a:lnTo>
                  <a:lnTo>
                    <a:pt x="7310206" y="1629435"/>
                  </a:lnTo>
                  <a:lnTo>
                    <a:pt x="7311021" y="1641112"/>
                  </a:lnTo>
                  <a:lnTo>
                    <a:pt x="7311836" y="1676825"/>
                  </a:lnTo>
                  <a:lnTo>
                    <a:pt x="7312650" y="1692165"/>
                  </a:lnTo>
                  <a:lnTo>
                    <a:pt x="7313465" y="1665251"/>
                  </a:lnTo>
                  <a:lnTo>
                    <a:pt x="7314280" y="1631535"/>
                  </a:lnTo>
                  <a:lnTo>
                    <a:pt x="7315095" y="1632804"/>
                  </a:lnTo>
                  <a:lnTo>
                    <a:pt x="7315910" y="1672313"/>
                  </a:lnTo>
                  <a:lnTo>
                    <a:pt x="7316724" y="1672807"/>
                  </a:lnTo>
                  <a:lnTo>
                    <a:pt x="7317539" y="1635957"/>
                  </a:lnTo>
                  <a:lnTo>
                    <a:pt x="7318354" y="1644047"/>
                  </a:lnTo>
                  <a:lnTo>
                    <a:pt x="7319169" y="1621856"/>
                  </a:lnTo>
                  <a:lnTo>
                    <a:pt x="7319983" y="1653126"/>
                  </a:lnTo>
                  <a:lnTo>
                    <a:pt x="7320798" y="1615680"/>
                  </a:lnTo>
                  <a:lnTo>
                    <a:pt x="7321613" y="1556818"/>
                  </a:lnTo>
                  <a:lnTo>
                    <a:pt x="7322428" y="1551570"/>
                  </a:lnTo>
                  <a:lnTo>
                    <a:pt x="7323243" y="1595500"/>
                  </a:lnTo>
                  <a:lnTo>
                    <a:pt x="7324057" y="1577429"/>
                  </a:lnTo>
                  <a:lnTo>
                    <a:pt x="7324872" y="1547802"/>
                  </a:lnTo>
                  <a:lnTo>
                    <a:pt x="7325687" y="1574734"/>
                  </a:lnTo>
                  <a:lnTo>
                    <a:pt x="7326502" y="1595671"/>
                  </a:lnTo>
                  <a:lnTo>
                    <a:pt x="7327316" y="1603901"/>
                  </a:lnTo>
                  <a:lnTo>
                    <a:pt x="7328131" y="1557091"/>
                  </a:lnTo>
                  <a:lnTo>
                    <a:pt x="7328946" y="1554907"/>
                  </a:lnTo>
                  <a:lnTo>
                    <a:pt x="7329761" y="1514227"/>
                  </a:lnTo>
                  <a:lnTo>
                    <a:pt x="7330576" y="1540142"/>
                  </a:lnTo>
                  <a:lnTo>
                    <a:pt x="7331390" y="1549275"/>
                  </a:lnTo>
                  <a:lnTo>
                    <a:pt x="7332205" y="1520263"/>
                  </a:lnTo>
                  <a:lnTo>
                    <a:pt x="7333020" y="1566204"/>
                  </a:lnTo>
                  <a:lnTo>
                    <a:pt x="7333835" y="1575607"/>
                  </a:lnTo>
                  <a:lnTo>
                    <a:pt x="7334650" y="1564030"/>
                  </a:lnTo>
                  <a:lnTo>
                    <a:pt x="7335464" y="1477058"/>
                  </a:lnTo>
                  <a:lnTo>
                    <a:pt x="7336279" y="1458060"/>
                  </a:lnTo>
                  <a:lnTo>
                    <a:pt x="7337094" y="1434213"/>
                  </a:lnTo>
                  <a:lnTo>
                    <a:pt x="7337909" y="1451687"/>
                  </a:lnTo>
                  <a:lnTo>
                    <a:pt x="7338723" y="1520793"/>
                  </a:lnTo>
                  <a:lnTo>
                    <a:pt x="7339538" y="1576060"/>
                  </a:lnTo>
                  <a:lnTo>
                    <a:pt x="7340353" y="1638699"/>
                  </a:lnTo>
                  <a:lnTo>
                    <a:pt x="7341168" y="1658228"/>
                  </a:lnTo>
                  <a:lnTo>
                    <a:pt x="7341983" y="1652441"/>
                  </a:lnTo>
                  <a:lnTo>
                    <a:pt x="7342797" y="1675217"/>
                  </a:lnTo>
                  <a:lnTo>
                    <a:pt x="7343612" y="1674586"/>
                  </a:lnTo>
                  <a:lnTo>
                    <a:pt x="7344427" y="1675327"/>
                  </a:lnTo>
                  <a:lnTo>
                    <a:pt x="7345242" y="1668471"/>
                  </a:lnTo>
                  <a:lnTo>
                    <a:pt x="7346056" y="1671213"/>
                  </a:lnTo>
                  <a:lnTo>
                    <a:pt x="7346871" y="1668312"/>
                  </a:lnTo>
                  <a:lnTo>
                    <a:pt x="7347686" y="1612565"/>
                  </a:lnTo>
                  <a:lnTo>
                    <a:pt x="7348501" y="1584989"/>
                  </a:lnTo>
                  <a:lnTo>
                    <a:pt x="7349316" y="1559427"/>
                  </a:lnTo>
                  <a:lnTo>
                    <a:pt x="7350130" y="1547637"/>
                  </a:lnTo>
                  <a:lnTo>
                    <a:pt x="7350945" y="1504618"/>
                  </a:lnTo>
                  <a:lnTo>
                    <a:pt x="7351760" y="1469653"/>
                  </a:lnTo>
                  <a:lnTo>
                    <a:pt x="7352575" y="1525686"/>
                  </a:lnTo>
                  <a:lnTo>
                    <a:pt x="7353389" y="1628833"/>
                  </a:lnTo>
                  <a:lnTo>
                    <a:pt x="7354204" y="1609129"/>
                  </a:lnTo>
                  <a:lnTo>
                    <a:pt x="7355019" y="1614291"/>
                  </a:lnTo>
                  <a:lnTo>
                    <a:pt x="7355834" y="1594346"/>
                  </a:lnTo>
                  <a:lnTo>
                    <a:pt x="7356649" y="1637172"/>
                  </a:lnTo>
                  <a:lnTo>
                    <a:pt x="7357463" y="1663303"/>
                  </a:lnTo>
                  <a:lnTo>
                    <a:pt x="7358278" y="1655152"/>
                  </a:lnTo>
                  <a:lnTo>
                    <a:pt x="7359093" y="1685963"/>
                  </a:lnTo>
                  <a:lnTo>
                    <a:pt x="7359908" y="1690285"/>
                  </a:lnTo>
                  <a:lnTo>
                    <a:pt x="7360722" y="1725235"/>
                  </a:lnTo>
                  <a:lnTo>
                    <a:pt x="7361537" y="1682064"/>
                  </a:lnTo>
                  <a:lnTo>
                    <a:pt x="7362352" y="1657857"/>
                  </a:lnTo>
                  <a:lnTo>
                    <a:pt x="7363167" y="1633765"/>
                  </a:lnTo>
                  <a:lnTo>
                    <a:pt x="7363982" y="1621758"/>
                  </a:lnTo>
                  <a:lnTo>
                    <a:pt x="7364796" y="1610827"/>
                  </a:lnTo>
                  <a:lnTo>
                    <a:pt x="7365611" y="1625329"/>
                  </a:lnTo>
                  <a:lnTo>
                    <a:pt x="7366426" y="1617366"/>
                  </a:lnTo>
                  <a:lnTo>
                    <a:pt x="7367241" y="1628648"/>
                  </a:lnTo>
                  <a:lnTo>
                    <a:pt x="7368055" y="1595356"/>
                  </a:lnTo>
                  <a:lnTo>
                    <a:pt x="7368870" y="1564883"/>
                  </a:lnTo>
                  <a:lnTo>
                    <a:pt x="7369685" y="1541086"/>
                  </a:lnTo>
                  <a:lnTo>
                    <a:pt x="7370500" y="1541089"/>
                  </a:lnTo>
                  <a:lnTo>
                    <a:pt x="7371315" y="1555134"/>
                  </a:lnTo>
                  <a:lnTo>
                    <a:pt x="7372129" y="1585270"/>
                  </a:lnTo>
                  <a:lnTo>
                    <a:pt x="7372944" y="1612508"/>
                  </a:lnTo>
                  <a:lnTo>
                    <a:pt x="7373759" y="1587236"/>
                  </a:lnTo>
                  <a:lnTo>
                    <a:pt x="7374574" y="1549177"/>
                  </a:lnTo>
                  <a:lnTo>
                    <a:pt x="7375389" y="1552250"/>
                  </a:lnTo>
                  <a:lnTo>
                    <a:pt x="7376203" y="1573734"/>
                  </a:lnTo>
                  <a:lnTo>
                    <a:pt x="7377018" y="1578197"/>
                  </a:lnTo>
                  <a:lnTo>
                    <a:pt x="7377833" y="1572380"/>
                  </a:lnTo>
                  <a:lnTo>
                    <a:pt x="7378648" y="1591117"/>
                  </a:lnTo>
                  <a:lnTo>
                    <a:pt x="7379462" y="1629795"/>
                  </a:lnTo>
                  <a:lnTo>
                    <a:pt x="7380277" y="1623115"/>
                  </a:lnTo>
                  <a:lnTo>
                    <a:pt x="7381092" y="1629345"/>
                  </a:lnTo>
                  <a:lnTo>
                    <a:pt x="7381907" y="1610541"/>
                  </a:lnTo>
                  <a:lnTo>
                    <a:pt x="7382722" y="1625967"/>
                  </a:lnTo>
                  <a:lnTo>
                    <a:pt x="7383536" y="1614106"/>
                  </a:lnTo>
                  <a:lnTo>
                    <a:pt x="7384351" y="1567436"/>
                  </a:lnTo>
                  <a:lnTo>
                    <a:pt x="7385166" y="1561754"/>
                  </a:lnTo>
                  <a:lnTo>
                    <a:pt x="7385981" y="1548251"/>
                  </a:lnTo>
                  <a:lnTo>
                    <a:pt x="7386795" y="1529219"/>
                  </a:lnTo>
                  <a:lnTo>
                    <a:pt x="7387610" y="1514549"/>
                  </a:lnTo>
                  <a:lnTo>
                    <a:pt x="7388425" y="1545347"/>
                  </a:lnTo>
                  <a:lnTo>
                    <a:pt x="7389240" y="1572589"/>
                  </a:lnTo>
                  <a:lnTo>
                    <a:pt x="7390055" y="1579527"/>
                  </a:lnTo>
                  <a:lnTo>
                    <a:pt x="7390869" y="1513505"/>
                  </a:lnTo>
                  <a:lnTo>
                    <a:pt x="7391684" y="1494978"/>
                  </a:lnTo>
                  <a:lnTo>
                    <a:pt x="7392499" y="1500591"/>
                  </a:lnTo>
                  <a:lnTo>
                    <a:pt x="7393314" y="1491039"/>
                  </a:lnTo>
                  <a:lnTo>
                    <a:pt x="7394128" y="1518753"/>
                  </a:lnTo>
                  <a:lnTo>
                    <a:pt x="7394943" y="1521534"/>
                  </a:lnTo>
                  <a:lnTo>
                    <a:pt x="7395758" y="1558915"/>
                  </a:lnTo>
                  <a:lnTo>
                    <a:pt x="7396573" y="1573735"/>
                  </a:lnTo>
                  <a:lnTo>
                    <a:pt x="7397388" y="1563735"/>
                  </a:lnTo>
                  <a:lnTo>
                    <a:pt x="7398202" y="1608201"/>
                  </a:lnTo>
                  <a:lnTo>
                    <a:pt x="7399017" y="1562103"/>
                  </a:lnTo>
                  <a:lnTo>
                    <a:pt x="7399832" y="1543334"/>
                  </a:lnTo>
                  <a:lnTo>
                    <a:pt x="7400647" y="1523574"/>
                  </a:lnTo>
                  <a:lnTo>
                    <a:pt x="7401461" y="1590836"/>
                  </a:lnTo>
                  <a:lnTo>
                    <a:pt x="7402276" y="1572816"/>
                  </a:lnTo>
                  <a:lnTo>
                    <a:pt x="7403091" y="1520340"/>
                  </a:lnTo>
                  <a:lnTo>
                    <a:pt x="7403906" y="1499420"/>
                  </a:lnTo>
                  <a:lnTo>
                    <a:pt x="7404721" y="1524017"/>
                  </a:lnTo>
                  <a:lnTo>
                    <a:pt x="7405535" y="1522128"/>
                  </a:lnTo>
                  <a:lnTo>
                    <a:pt x="7406350" y="1495803"/>
                  </a:lnTo>
                  <a:lnTo>
                    <a:pt x="7407165" y="1497772"/>
                  </a:lnTo>
                  <a:lnTo>
                    <a:pt x="7407980" y="1529375"/>
                  </a:lnTo>
                  <a:lnTo>
                    <a:pt x="7408794" y="1560841"/>
                  </a:lnTo>
                  <a:lnTo>
                    <a:pt x="7409609" y="1537940"/>
                  </a:lnTo>
                  <a:lnTo>
                    <a:pt x="7410424" y="1537591"/>
                  </a:lnTo>
                  <a:lnTo>
                    <a:pt x="7411239" y="1581730"/>
                  </a:lnTo>
                  <a:lnTo>
                    <a:pt x="7412054" y="1598954"/>
                  </a:lnTo>
                  <a:lnTo>
                    <a:pt x="7412868" y="1555113"/>
                  </a:lnTo>
                  <a:lnTo>
                    <a:pt x="7413683" y="1545821"/>
                  </a:lnTo>
                  <a:lnTo>
                    <a:pt x="7414498" y="1573137"/>
                  </a:lnTo>
                  <a:lnTo>
                    <a:pt x="7415313" y="1642617"/>
                  </a:lnTo>
                  <a:lnTo>
                    <a:pt x="7416128" y="1683845"/>
                  </a:lnTo>
                  <a:lnTo>
                    <a:pt x="7416942" y="1681740"/>
                  </a:lnTo>
                  <a:lnTo>
                    <a:pt x="7417757" y="1706608"/>
                  </a:lnTo>
                  <a:lnTo>
                    <a:pt x="7418572" y="1695719"/>
                  </a:lnTo>
                  <a:lnTo>
                    <a:pt x="7419387" y="1672692"/>
                  </a:lnTo>
                  <a:lnTo>
                    <a:pt x="7420201" y="1635484"/>
                  </a:lnTo>
                  <a:lnTo>
                    <a:pt x="7421016" y="1561569"/>
                  </a:lnTo>
                  <a:lnTo>
                    <a:pt x="7421831" y="1557687"/>
                  </a:lnTo>
                  <a:lnTo>
                    <a:pt x="7422646" y="1551121"/>
                  </a:lnTo>
                  <a:lnTo>
                    <a:pt x="7423461" y="1559776"/>
                  </a:lnTo>
                  <a:lnTo>
                    <a:pt x="7424275" y="1598073"/>
                  </a:lnTo>
                  <a:lnTo>
                    <a:pt x="7425090" y="1553737"/>
                  </a:lnTo>
                  <a:lnTo>
                    <a:pt x="7425905" y="1595437"/>
                  </a:lnTo>
                  <a:lnTo>
                    <a:pt x="7426720" y="1633753"/>
                  </a:lnTo>
                  <a:lnTo>
                    <a:pt x="7427534" y="1663982"/>
                  </a:lnTo>
                  <a:lnTo>
                    <a:pt x="7428349" y="1643513"/>
                  </a:lnTo>
                  <a:lnTo>
                    <a:pt x="7429164" y="1599125"/>
                  </a:lnTo>
                  <a:lnTo>
                    <a:pt x="7429979" y="1590765"/>
                  </a:lnTo>
                  <a:lnTo>
                    <a:pt x="7430794" y="1542890"/>
                  </a:lnTo>
                  <a:lnTo>
                    <a:pt x="7431608" y="1593749"/>
                  </a:lnTo>
                  <a:lnTo>
                    <a:pt x="7432423" y="1617673"/>
                  </a:lnTo>
                  <a:lnTo>
                    <a:pt x="7433238" y="1594389"/>
                  </a:lnTo>
                  <a:lnTo>
                    <a:pt x="7434053" y="1580678"/>
                  </a:lnTo>
                  <a:lnTo>
                    <a:pt x="7434867" y="1605710"/>
                  </a:lnTo>
                  <a:lnTo>
                    <a:pt x="7435682" y="1616502"/>
                  </a:lnTo>
                  <a:lnTo>
                    <a:pt x="7436497" y="1614589"/>
                  </a:lnTo>
                  <a:lnTo>
                    <a:pt x="7437312" y="1575368"/>
                  </a:lnTo>
                  <a:lnTo>
                    <a:pt x="7438127" y="1574609"/>
                  </a:lnTo>
                  <a:lnTo>
                    <a:pt x="7438941" y="1569627"/>
                  </a:lnTo>
                  <a:lnTo>
                    <a:pt x="7439756" y="1562450"/>
                  </a:lnTo>
                  <a:lnTo>
                    <a:pt x="7440571" y="1540616"/>
                  </a:lnTo>
                  <a:lnTo>
                    <a:pt x="7441386" y="1513922"/>
                  </a:lnTo>
                  <a:lnTo>
                    <a:pt x="7442200" y="1495060"/>
                  </a:lnTo>
                  <a:lnTo>
                    <a:pt x="7443015" y="1496399"/>
                  </a:lnTo>
                  <a:lnTo>
                    <a:pt x="7443830" y="1507422"/>
                  </a:lnTo>
                  <a:lnTo>
                    <a:pt x="7444645" y="1534912"/>
                  </a:lnTo>
                  <a:lnTo>
                    <a:pt x="7445460" y="1578982"/>
                  </a:lnTo>
                  <a:lnTo>
                    <a:pt x="7446274" y="1597354"/>
                  </a:lnTo>
                  <a:lnTo>
                    <a:pt x="7447089" y="1591281"/>
                  </a:lnTo>
                  <a:lnTo>
                    <a:pt x="7447904" y="1557831"/>
                  </a:lnTo>
                  <a:lnTo>
                    <a:pt x="7448719" y="1544587"/>
                  </a:lnTo>
                  <a:lnTo>
                    <a:pt x="7449534" y="1499914"/>
                  </a:lnTo>
                  <a:lnTo>
                    <a:pt x="7450348" y="1480725"/>
                  </a:lnTo>
                  <a:lnTo>
                    <a:pt x="7451163" y="1478568"/>
                  </a:lnTo>
                  <a:lnTo>
                    <a:pt x="7451978" y="1487056"/>
                  </a:lnTo>
                  <a:lnTo>
                    <a:pt x="7452793" y="1514310"/>
                  </a:lnTo>
                  <a:lnTo>
                    <a:pt x="7453607" y="1548663"/>
                  </a:lnTo>
                  <a:lnTo>
                    <a:pt x="7454422" y="1509333"/>
                  </a:lnTo>
                  <a:lnTo>
                    <a:pt x="7455237" y="1576056"/>
                  </a:lnTo>
                  <a:lnTo>
                    <a:pt x="7456052" y="1557645"/>
                  </a:lnTo>
                  <a:lnTo>
                    <a:pt x="7456867" y="1536263"/>
                  </a:lnTo>
                  <a:lnTo>
                    <a:pt x="7457681" y="1541452"/>
                  </a:lnTo>
                  <a:lnTo>
                    <a:pt x="7458496" y="1596032"/>
                  </a:lnTo>
                  <a:lnTo>
                    <a:pt x="7459311" y="1597597"/>
                  </a:lnTo>
                  <a:lnTo>
                    <a:pt x="7460126" y="1570422"/>
                  </a:lnTo>
                  <a:lnTo>
                    <a:pt x="7460940" y="1547014"/>
                  </a:lnTo>
                  <a:lnTo>
                    <a:pt x="7461755" y="1489965"/>
                  </a:lnTo>
                  <a:lnTo>
                    <a:pt x="7462570" y="1452395"/>
                  </a:lnTo>
                  <a:lnTo>
                    <a:pt x="7463385" y="1448709"/>
                  </a:lnTo>
                  <a:lnTo>
                    <a:pt x="7464200" y="1452782"/>
                  </a:lnTo>
                  <a:lnTo>
                    <a:pt x="7465014" y="1456251"/>
                  </a:lnTo>
                  <a:lnTo>
                    <a:pt x="7465829" y="1462710"/>
                  </a:lnTo>
                  <a:lnTo>
                    <a:pt x="7466644" y="1469670"/>
                  </a:lnTo>
                  <a:lnTo>
                    <a:pt x="7467459" y="1480023"/>
                  </a:lnTo>
                  <a:lnTo>
                    <a:pt x="7468273" y="1542035"/>
                  </a:lnTo>
                  <a:lnTo>
                    <a:pt x="7469088" y="1486282"/>
                  </a:lnTo>
                  <a:lnTo>
                    <a:pt x="7469903" y="1481119"/>
                  </a:lnTo>
                  <a:lnTo>
                    <a:pt x="7470718" y="1521576"/>
                  </a:lnTo>
                  <a:lnTo>
                    <a:pt x="7471533" y="1552750"/>
                  </a:lnTo>
                  <a:lnTo>
                    <a:pt x="7472347" y="1571081"/>
                  </a:lnTo>
                  <a:lnTo>
                    <a:pt x="7473162" y="1550045"/>
                  </a:lnTo>
                  <a:lnTo>
                    <a:pt x="7473977" y="1581988"/>
                  </a:lnTo>
                  <a:lnTo>
                    <a:pt x="7474792" y="1565259"/>
                  </a:lnTo>
                  <a:lnTo>
                    <a:pt x="7475606" y="1576790"/>
                  </a:lnTo>
                  <a:lnTo>
                    <a:pt x="7476421" y="1615358"/>
                  </a:lnTo>
                  <a:lnTo>
                    <a:pt x="7477236" y="1626841"/>
                  </a:lnTo>
                  <a:lnTo>
                    <a:pt x="7478051" y="1696298"/>
                  </a:lnTo>
                  <a:lnTo>
                    <a:pt x="7478866" y="1732376"/>
                  </a:lnTo>
                  <a:lnTo>
                    <a:pt x="7479680" y="1702577"/>
                  </a:lnTo>
                  <a:lnTo>
                    <a:pt x="7480495" y="1720900"/>
                  </a:lnTo>
                  <a:lnTo>
                    <a:pt x="7481310" y="1698870"/>
                  </a:lnTo>
                  <a:lnTo>
                    <a:pt x="7482125" y="1731252"/>
                  </a:lnTo>
                  <a:lnTo>
                    <a:pt x="7482939" y="1747145"/>
                  </a:lnTo>
                  <a:lnTo>
                    <a:pt x="7483754" y="1750690"/>
                  </a:lnTo>
                  <a:lnTo>
                    <a:pt x="7484569" y="1756701"/>
                  </a:lnTo>
                  <a:lnTo>
                    <a:pt x="7484569" y="1756701"/>
                  </a:lnTo>
                  <a:lnTo>
                    <a:pt x="7485384" y="1741273"/>
                  </a:lnTo>
                  <a:lnTo>
                    <a:pt x="7486199" y="1744686"/>
                  </a:lnTo>
                  <a:lnTo>
                    <a:pt x="7487013" y="1738867"/>
                  </a:lnTo>
                  <a:lnTo>
                    <a:pt x="7487828" y="1736599"/>
                  </a:lnTo>
                  <a:lnTo>
                    <a:pt x="7488643" y="1722412"/>
                  </a:lnTo>
                  <a:lnTo>
                    <a:pt x="7489458" y="1719088"/>
                  </a:lnTo>
                  <a:lnTo>
                    <a:pt x="7490273" y="1727317"/>
                  </a:lnTo>
                  <a:lnTo>
                    <a:pt x="7491087" y="1725675"/>
                  </a:lnTo>
                  <a:lnTo>
                    <a:pt x="7491902" y="1714943"/>
                  </a:lnTo>
                  <a:lnTo>
                    <a:pt x="7492717" y="1713073"/>
                  </a:lnTo>
                  <a:lnTo>
                    <a:pt x="7493532" y="1705709"/>
                  </a:lnTo>
                  <a:lnTo>
                    <a:pt x="7494346" y="1687730"/>
                  </a:lnTo>
                  <a:lnTo>
                    <a:pt x="7495161" y="1643696"/>
                  </a:lnTo>
                  <a:lnTo>
                    <a:pt x="7495976" y="1612574"/>
                  </a:lnTo>
                  <a:lnTo>
                    <a:pt x="7496791" y="1580613"/>
                  </a:lnTo>
                  <a:lnTo>
                    <a:pt x="7497606" y="1577323"/>
                  </a:lnTo>
                  <a:lnTo>
                    <a:pt x="7498420" y="1562343"/>
                  </a:lnTo>
                  <a:lnTo>
                    <a:pt x="7499235" y="1486870"/>
                  </a:lnTo>
                  <a:lnTo>
                    <a:pt x="7500050" y="1486328"/>
                  </a:lnTo>
                  <a:lnTo>
                    <a:pt x="7500865" y="1535701"/>
                  </a:lnTo>
                  <a:lnTo>
                    <a:pt x="7501679" y="1544118"/>
                  </a:lnTo>
                  <a:lnTo>
                    <a:pt x="7502494" y="1509576"/>
                  </a:lnTo>
                  <a:lnTo>
                    <a:pt x="7503309" y="1489896"/>
                  </a:lnTo>
                  <a:lnTo>
                    <a:pt x="7504124" y="1499295"/>
                  </a:lnTo>
                  <a:lnTo>
                    <a:pt x="7504939" y="1508803"/>
                  </a:lnTo>
                  <a:lnTo>
                    <a:pt x="7505753" y="1522966"/>
                  </a:lnTo>
                  <a:lnTo>
                    <a:pt x="7506568" y="1506556"/>
                  </a:lnTo>
                  <a:lnTo>
                    <a:pt x="7507383" y="1532529"/>
                  </a:lnTo>
                  <a:lnTo>
                    <a:pt x="7508198" y="1581633"/>
                  </a:lnTo>
                  <a:lnTo>
                    <a:pt x="7509012" y="1566297"/>
                  </a:lnTo>
                  <a:lnTo>
                    <a:pt x="7509827" y="1544169"/>
                  </a:lnTo>
                  <a:lnTo>
                    <a:pt x="7510642" y="1483612"/>
                  </a:lnTo>
                  <a:lnTo>
                    <a:pt x="7511457" y="1469090"/>
                  </a:lnTo>
                  <a:lnTo>
                    <a:pt x="7512272" y="1503113"/>
                  </a:lnTo>
                  <a:lnTo>
                    <a:pt x="7513086" y="1521953"/>
                  </a:lnTo>
                  <a:lnTo>
                    <a:pt x="7513901" y="1527100"/>
                  </a:lnTo>
                  <a:lnTo>
                    <a:pt x="7514716" y="1484517"/>
                  </a:lnTo>
                  <a:lnTo>
                    <a:pt x="7515531" y="1542623"/>
                  </a:lnTo>
                  <a:lnTo>
                    <a:pt x="7516345" y="1559867"/>
                  </a:lnTo>
                  <a:lnTo>
                    <a:pt x="7517160" y="1484629"/>
                  </a:lnTo>
                  <a:lnTo>
                    <a:pt x="7517975" y="1464132"/>
                  </a:lnTo>
                  <a:lnTo>
                    <a:pt x="7518790" y="1512605"/>
                  </a:lnTo>
                  <a:lnTo>
                    <a:pt x="7519605" y="1560131"/>
                  </a:lnTo>
                  <a:lnTo>
                    <a:pt x="7520419" y="1529573"/>
                  </a:lnTo>
                  <a:lnTo>
                    <a:pt x="7521234" y="1459369"/>
                  </a:lnTo>
                  <a:lnTo>
                    <a:pt x="7522049" y="1487929"/>
                  </a:lnTo>
                  <a:lnTo>
                    <a:pt x="7522864" y="1489440"/>
                  </a:lnTo>
                  <a:lnTo>
                    <a:pt x="7523678" y="1494974"/>
                  </a:lnTo>
                  <a:lnTo>
                    <a:pt x="7524493" y="1486126"/>
                  </a:lnTo>
                  <a:lnTo>
                    <a:pt x="7525308" y="1510284"/>
                  </a:lnTo>
                  <a:lnTo>
                    <a:pt x="7526123" y="1542604"/>
                  </a:lnTo>
                  <a:lnTo>
                    <a:pt x="7526938" y="1548152"/>
                  </a:lnTo>
                  <a:lnTo>
                    <a:pt x="7527752" y="1546774"/>
                  </a:lnTo>
                  <a:lnTo>
                    <a:pt x="7528567" y="1649283"/>
                  </a:lnTo>
                  <a:lnTo>
                    <a:pt x="7529382" y="1649181"/>
                  </a:lnTo>
                  <a:lnTo>
                    <a:pt x="7530197" y="1653306"/>
                  </a:lnTo>
                  <a:lnTo>
                    <a:pt x="7531012" y="1655636"/>
                  </a:lnTo>
                  <a:lnTo>
                    <a:pt x="7531826" y="1675375"/>
                  </a:lnTo>
                  <a:lnTo>
                    <a:pt x="7532641" y="1628940"/>
                  </a:lnTo>
                  <a:lnTo>
                    <a:pt x="7533456" y="1619609"/>
                  </a:lnTo>
                  <a:lnTo>
                    <a:pt x="7534271" y="1622456"/>
                  </a:lnTo>
                  <a:lnTo>
                    <a:pt x="7535085" y="1669460"/>
                  </a:lnTo>
                  <a:lnTo>
                    <a:pt x="7535900" y="1670813"/>
                  </a:lnTo>
                  <a:lnTo>
                    <a:pt x="7536715" y="1614427"/>
                  </a:lnTo>
                  <a:lnTo>
                    <a:pt x="7537530" y="1609751"/>
                  </a:lnTo>
                  <a:lnTo>
                    <a:pt x="7538345" y="1610834"/>
                  </a:lnTo>
                  <a:lnTo>
                    <a:pt x="7539159" y="1621809"/>
                  </a:lnTo>
                  <a:lnTo>
                    <a:pt x="7539974" y="1620575"/>
                  </a:lnTo>
                  <a:lnTo>
                    <a:pt x="7540789" y="1584178"/>
                  </a:lnTo>
                  <a:lnTo>
                    <a:pt x="7541604" y="1592736"/>
                  </a:lnTo>
                  <a:lnTo>
                    <a:pt x="7542418" y="1617427"/>
                  </a:lnTo>
                  <a:lnTo>
                    <a:pt x="7543233" y="1681667"/>
                  </a:lnTo>
                  <a:lnTo>
                    <a:pt x="7544048" y="1709481"/>
                  </a:lnTo>
                  <a:lnTo>
                    <a:pt x="7544863" y="1689236"/>
                  </a:lnTo>
                  <a:lnTo>
                    <a:pt x="7545678" y="1729663"/>
                  </a:lnTo>
                  <a:lnTo>
                    <a:pt x="7546492" y="1698734"/>
                  </a:lnTo>
                  <a:lnTo>
                    <a:pt x="7547307" y="1698352"/>
                  </a:lnTo>
                  <a:lnTo>
                    <a:pt x="7548122" y="1699966"/>
                  </a:lnTo>
                  <a:lnTo>
                    <a:pt x="7548937" y="1671514"/>
                  </a:lnTo>
                  <a:lnTo>
                    <a:pt x="7549751" y="1681793"/>
                  </a:lnTo>
                  <a:lnTo>
                    <a:pt x="7550566" y="1699465"/>
                  </a:lnTo>
                  <a:lnTo>
                    <a:pt x="7551381" y="1710169"/>
                  </a:lnTo>
                  <a:lnTo>
                    <a:pt x="7552196" y="1679275"/>
                  </a:lnTo>
                  <a:lnTo>
                    <a:pt x="7553011" y="1599501"/>
                  </a:lnTo>
                  <a:lnTo>
                    <a:pt x="7553825" y="1571787"/>
                  </a:lnTo>
                  <a:lnTo>
                    <a:pt x="7554640" y="1590227"/>
                  </a:lnTo>
                  <a:lnTo>
                    <a:pt x="7555455" y="1595994"/>
                  </a:lnTo>
                  <a:lnTo>
                    <a:pt x="7556270" y="1614572"/>
                  </a:lnTo>
                  <a:lnTo>
                    <a:pt x="7557084" y="1610435"/>
                  </a:lnTo>
                  <a:lnTo>
                    <a:pt x="7557899" y="1603001"/>
                  </a:lnTo>
                  <a:lnTo>
                    <a:pt x="7558714" y="1593528"/>
                  </a:lnTo>
                  <a:lnTo>
                    <a:pt x="7559529" y="1574272"/>
                  </a:lnTo>
                  <a:lnTo>
                    <a:pt x="7560344" y="1532964"/>
                  </a:lnTo>
                  <a:lnTo>
                    <a:pt x="7561158" y="1490995"/>
                  </a:lnTo>
                  <a:lnTo>
                    <a:pt x="7561973" y="1498318"/>
                  </a:lnTo>
                  <a:lnTo>
                    <a:pt x="7562788" y="1507018"/>
                  </a:lnTo>
                  <a:lnTo>
                    <a:pt x="7563603" y="1473763"/>
                  </a:lnTo>
                  <a:lnTo>
                    <a:pt x="7564417" y="1528928"/>
                  </a:lnTo>
                  <a:lnTo>
                    <a:pt x="7565232" y="1478954"/>
                  </a:lnTo>
                  <a:lnTo>
                    <a:pt x="7566047" y="1500692"/>
                  </a:lnTo>
                  <a:lnTo>
                    <a:pt x="7566862" y="1522249"/>
                  </a:lnTo>
                  <a:lnTo>
                    <a:pt x="7567677" y="1530845"/>
                  </a:lnTo>
                  <a:lnTo>
                    <a:pt x="7568491" y="1591410"/>
                  </a:lnTo>
                  <a:lnTo>
                    <a:pt x="7569306" y="1574264"/>
                  </a:lnTo>
                  <a:lnTo>
                    <a:pt x="7570121" y="1579852"/>
                  </a:lnTo>
                  <a:lnTo>
                    <a:pt x="7570936" y="1605235"/>
                  </a:lnTo>
                  <a:lnTo>
                    <a:pt x="7571751" y="1538597"/>
                  </a:lnTo>
                  <a:lnTo>
                    <a:pt x="7572565" y="1519870"/>
                  </a:lnTo>
                  <a:lnTo>
                    <a:pt x="7573380" y="1498056"/>
                  </a:lnTo>
                  <a:lnTo>
                    <a:pt x="7574195" y="1498378"/>
                  </a:lnTo>
                  <a:lnTo>
                    <a:pt x="7575010" y="1533762"/>
                  </a:lnTo>
                  <a:lnTo>
                    <a:pt x="7575824" y="1522555"/>
                  </a:lnTo>
                  <a:lnTo>
                    <a:pt x="7576639" y="1523330"/>
                  </a:lnTo>
                  <a:lnTo>
                    <a:pt x="7577454" y="1516280"/>
                  </a:lnTo>
                  <a:lnTo>
                    <a:pt x="7578269" y="1548272"/>
                  </a:lnTo>
                  <a:lnTo>
                    <a:pt x="7579084" y="1557658"/>
                  </a:lnTo>
                  <a:lnTo>
                    <a:pt x="7579898" y="1500391"/>
                  </a:lnTo>
                  <a:lnTo>
                    <a:pt x="7580713" y="1493011"/>
                  </a:lnTo>
                  <a:lnTo>
                    <a:pt x="7581528" y="1443118"/>
                  </a:lnTo>
                  <a:lnTo>
                    <a:pt x="7582343" y="1437414"/>
                  </a:lnTo>
                  <a:lnTo>
                    <a:pt x="7583157" y="1379091"/>
                  </a:lnTo>
                  <a:lnTo>
                    <a:pt x="7583972" y="1362662"/>
                  </a:lnTo>
                  <a:lnTo>
                    <a:pt x="7584787" y="1379310"/>
                  </a:lnTo>
                  <a:lnTo>
                    <a:pt x="7585602" y="1360101"/>
                  </a:lnTo>
                  <a:lnTo>
                    <a:pt x="7586417" y="1433477"/>
                  </a:lnTo>
                  <a:lnTo>
                    <a:pt x="7587231" y="1457634"/>
                  </a:lnTo>
                  <a:lnTo>
                    <a:pt x="7588046" y="1497446"/>
                  </a:lnTo>
                  <a:lnTo>
                    <a:pt x="7588861" y="1489560"/>
                  </a:lnTo>
                  <a:lnTo>
                    <a:pt x="7589676" y="1483910"/>
                  </a:lnTo>
                  <a:lnTo>
                    <a:pt x="7590490" y="1510316"/>
                  </a:lnTo>
                  <a:lnTo>
                    <a:pt x="7591305" y="1496953"/>
                  </a:lnTo>
                  <a:lnTo>
                    <a:pt x="7592120" y="1487973"/>
                  </a:lnTo>
                  <a:lnTo>
                    <a:pt x="7592935" y="1522198"/>
                  </a:lnTo>
                  <a:lnTo>
                    <a:pt x="7593750" y="1590399"/>
                  </a:lnTo>
                  <a:lnTo>
                    <a:pt x="7594564" y="1645611"/>
                  </a:lnTo>
                  <a:lnTo>
                    <a:pt x="7595379" y="1595088"/>
                  </a:lnTo>
                  <a:lnTo>
                    <a:pt x="7596194" y="1551165"/>
                  </a:lnTo>
                  <a:lnTo>
                    <a:pt x="7597009" y="1514536"/>
                  </a:lnTo>
                  <a:lnTo>
                    <a:pt x="7597823" y="1548462"/>
                  </a:lnTo>
                  <a:lnTo>
                    <a:pt x="7598638" y="1591369"/>
                  </a:lnTo>
                  <a:lnTo>
                    <a:pt x="7599453" y="1552910"/>
                  </a:lnTo>
                  <a:lnTo>
                    <a:pt x="7600268" y="1591912"/>
                  </a:lnTo>
                  <a:lnTo>
                    <a:pt x="7601083" y="1570451"/>
                  </a:lnTo>
                  <a:lnTo>
                    <a:pt x="7601897" y="1565208"/>
                  </a:lnTo>
                  <a:lnTo>
                    <a:pt x="7602712" y="1583283"/>
                  </a:lnTo>
                  <a:lnTo>
                    <a:pt x="7603527" y="1606935"/>
                  </a:lnTo>
                  <a:lnTo>
                    <a:pt x="7604342" y="1638507"/>
                  </a:lnTo>
                  <a:lnTo>
                    <a:pt x="7605156" y="1625992"/>
                  </a:lnTo>
                  <a:lnTo>
                    <a:pt x="7605971" y="1639603"/>
                  </a:lnTo>
                  <a:lnTo>
                    <a:pt x="7606786" y="1629896"/>
                  </a:lnTo>
                  <a:lnTo>
                    <a:pt x="7607601" y="1641256"/>
                  </a:lnTo>
                  <a:lnTo>
                    <a:pt x="7608416" y="1657143"/>
                  </a:lnTo>
                  <a:lnTo>
                    <a:pt x="7609230" y="1635759"/>
                  </a:lnTo>
                  <a:lnTo>
                    <a:pt x="7610045" y="1682147"/>
                  </a:lnTo>
                  <a:lnTo>
                    <a:pt x="7610860" y="1694275"/>
                  </a:lnTo>
                  <a:lnTo>
                    <a:pt x="7611675" y="1669986"/>
                  </a:lnTo>
                  <a:lnTo>
                    <a:pt x="7612490" y="1656846"/>
                  </a:lnTo>
                  <a:lnTo>
                    <a:pt x="7613304" y="1630373"/>
                  </a:lnTo>
                  <a:lnTo>
                    <a:pt x="7614119" y="1647622"/>
                  </a:lnTo>
                  <a:lnTo>
                    <a:pt x="7614934" y="1625124"/>
                  </a:lnTo>
                  <a:lnTo>
                    <a:pt x="7615749" y="1600988"/>
                  </a:lnTo>
                  <a:lnTo>
                    <a:pt x="7616563" y="1575625"/>
                  </a:lnTo>
                  <a:lnTo>
                    <a:pt x="7617378" y="1567879"/>
                  </a:lnTo>
                  <a:lnTo>
                    <a:pt x="7618193" y="1609287"/>
                  </a:lnTo>
                  <a:lnTo>
                    <a:pt x="7619008" y="1606548"/>
                  </a:lnTo>
                  <a:lnTo>
                    <a:pt x="7619823" y="1601157"/>
                  </a:lnTo>
                  <a:lnTo>
                    <a:pt x="7620637" y="1627906"/>
                  </a:lnTo>
                  <a:lnTo>
                    <a:pt x="7621452" y="1703740"/>
                  </a:lnTo>
                  <a:lnTo>
                    <a:pt x="7622267" y="1714694"/>
                  </a:lnTo>
                  <a:lnTo>
                    <a:pt x="7623082" y="1701721"/>
                  </a:lnTo>
                  <a:lnTo>
                    <a:pt x="7623896" y="1679723"/>
                  </a:lnTo>
                  <a:lnTo>
                    <a:pt x="7624711" y="1643234"/>
                  </a:lnTo>
                  <a:lnTo>
                    <a:pt x="7625526" y="1578903"/>
                  </a:lnTo>
                  <a:lnTo>
                    <a:pt x="7626341" y="1536153"/>
                  </a:lnTo>
                  <a:lnTo>
                    <a:pt x="7627156" y="1537499"/>
                  </a:lnTo>
                  <a:lnTo>
                    <a:pt x="7627970" y="1553191"/>
                  </a:lnTo>
                  <a:lnTo>
                    <a:pt x="7628785" y="1585882"/>
                  </a:lnTo>
                  <a:lnTo>
                    <a:pt x="7629600" y="1597000"/>
                  </a:lnTo>
                  <a:lnTo>
                    <a:pt x="7630415" y="1635182"/>
                  </a:lnTo>
                  <a:lnTo>
                    <a:pt x="7631229" y="1671949"/>
                  </a:lnTo>
                  <a:lnTo>
                    <a:pt x="7632044" y="1663565"/>
                  </a:lnTo>
                  <a:lnTo>
                    <a:pt x="7632859" y="1667701"/>
                  </a:lnTo>
                  <a:lnTo>
                    <a:pt x="7633674" y="1662562"/>
                  </a:lnTo>
                  <a:lnTo>
                    <a:pt x="7634489" y="1688332"/>
                  </a:lnTo>
                  <a:lnTo>
                    <a:pt x="7635303" y="1695002"/>
                  </a:lnTo>
                  <a:lnTo>
                    <a:pt x="7636118" y="1697284"/>
                  </a:lnTo>
                  <a:lnTo>
                    <a:pt x="7636933" y="1703406"/>
                  </a:lnTo>
                  <a:lnTo>
                    <a:pt x="7637748" y="1690058"/>
                  </a:lnTo>
                  <a:lnTo>
                    <a:pt x="7638562" y="1689891"/>
                  </a:lnTo>
                  <a:lnTo>
                    <a:pt x="7639377" y="1733687"/>
                  </a:lnTo>
                  <a:lnTo>
                    <a:pt x="7640192" y="1722166"/>
                  </a:lnTo>
                  <a:lnTo>
                    <a:pt x="7641007" y="1711213"/>
                  </a:lnTo>
                  <a:lnTo>
                    <a:pt x="7641822" y="1734403"/>
                  </a:lnTo>
                  <a:lnTo>
                    <a:pt x="7642636" y="1749607"/>
                  </a:lnTo>
                  <a:lnTo>
                    <a:pt x="7643451" y="1728489"/>
                  </a:lnTo>
                  <a:lnTo>
                    <a:pt x="7644266" y="1681509"/>
                  </a:lnTo>
                  <a:lnTo>
                    <a:pt x="7645081" y="1689441"/>
                  </a:lnTo>
                  <a:lnTo>
                    <a:pt x="7645895" y="1696888"/>
                  </a:lnTo>
                  <a:lnTo>
                    <a:pt x="7646710" y="1651543"/>
                  </a:lnTo>
                  <a:lnTo>
                    <a:pt x="7647525" y="1650468"/>
                  </a:lnTo>
                  <a:lnTo>
                    <a:pt x="7648340" y="1649258"/>
                  </a:lnTo>
                  <a:lnTo>
                    <a:pt x="7649155" y="1611001"/>
                  </a:lnTo>
                  <a:lnTo>
                    <a:pt x="7649969" y="1583163"/>
                  </a:lnTo>
                  <a:lnTo>
                    <a:pt x="7650784" y="1547278"/>
                  </a:lnTo>
                  <a:lnTo>
                    <a:pt x="7651599" y="1502281"/>
                  </a:lnTo>
                  <a:lnTo>
                    <a:pt x="7652414" y="1560820"/>
                  </a:lnTo>
                  <a:lnTo>
                    <a:pt x="7653229" y="1571538"/>
                  </a:lnTo>
                  <a:lnTo>
                    <a:pt x="7654043" y="1617528"/>
                  </a:lnTo>
                  <a:lnTo>
                    <a:pt x="7654858" y="1630118"/>
                  </a:lnTo>
                  <a:lnTo>
                    <a:pt x="7655673" y="1641726"/>
                  </a:lnTo>
                  <a:lnTo>
                    <a:pt x="7656488" y="1685075"/>
                  </a:lnTo>
                  <a:lnTo>
                    <a:pt x="7657302" y="1661631"/>
                  </a:lnTo>
                  <a:lnTo>
                    <a:pt x="7658117" y="1655734"/>
                  </a:lnTo>
                  <a:lnTo>
                    <a:pt x="7658932" y="1625238"/>
                  </a:lnTo>
                  <a:lnTo>
                    <a:pt x="7659747" y="1625290"/>
                  </a:lnTo>
                  <a:lnTo>
                    <a:pt x="7660562" y="1640867"/>
                  </a:lnTo>
                  <a:lnTo>
                    <a:pt x="7661376" y="1607652"/>
                  </a:lnTo>
                  <a:lnTo>
                    <a:pt x="7662191" y="1620949"/>
                  </a:lnTo>
                  <a:lnTo>
                    <a:pt x="7663006" y="1608062"/>
                  </a:lnTo>
                  <a:lnTo>
                    <a:pt x="7663821" y="1587218"/>
                  </a:lnTo>
                  <a:lnTo>
                    <a:pt x="7664635" y="1559994"/>
                  </a:lnTo>
                  <a:lnTo>
                    <a:pt x="7665450" y="1561430"/>
                  </a:lnTo>
                  <a:lnTo>
                    <a:pt x="7666265" y="1526815"/>
                  </a:lnTo>
                  <a:lnTo>
                    <a:pt x="7667080" y="1530036"/>
                  </a:lnTo>
                  <a:lnTo>
                    <a:pt x="7667895" y="1556697"/>
                  </a:lnTo>
                  <a:lnTo>
                    <a:pt x="7668709" y="1559368"/>
                  </a:lnTo>
                  <a:lnTo>
                    <a:pt x="7669524" y="1569159"/>
                  </a:lnTo>
                  <a:lnTo>
                    <a:pt x="7670339" y="1528749"/>
                  </a:lnTo>
                  <a:lnTo>
                    <a:pt x="7671154" y="1520768"/>
                  </a:lnTo>
                  <a:lnTo>
                    <a:pt x="7671968" y="1495754"/>
                  </a:lnTo>
                  <a:lnTo>
                    <a:pt x="7672783" y="1525198"/>
                  </a:lnTo>
                  <a:lnTo>
                    <a:pt x="7673598" y="1519121"/>
                  </a:lnTo>
                  <a:lnTo>
                    <a:pt x="7674413" y="1466180"/>
                  </a:lnTo>
                  <a:lnTo>
                    <a:pt x="7675228" y="1456551"/>
                  </a:lnTo>
                  <a:lnTo>
                    <a:pt x="7676042" y="1458512"/>
                  </a:lnTo>
                  <a:lnTo>
                    <a:pt x="7676857" y="1476661"/>
                  </a:lnTo>
                  <a:lnTo>
                    <a:pt x="7677672" y="1496329"/>
                  </a:lnTo>
                  <a:lnTo>
                    <a:pt x="7678487" y="1469631"/>
                  </a:lnTo>
                  <a:lnTo>
                    <a:pt x="7679301" y="1462655"/>
                  </a:lnTo>
                  <a:lnTo>
                    <a:pt x="7680116" y="1505387"/>
                  </a:lnTo>
                  <a:lnTo>
                    <a:pt x="7680931" y="1545078"/>
                  </a:lnTo>
                  <a:lnTo>
                    <a:pt x="7681746" y="1561868"/>
                  </a:lnTo>
                  <a:lnTo>
                    <a:pt x="7682561" y="1560009"/>
                  </a:lnTo>
                  <a:lnTo>
                    <a:pt x="7683375" y="1555063"/>
                  </a:lnTo>
                  <a:lnTo>
                    <a:pt x="7684190" y="1555508"/>
                  </a:lnTo>
                  <a:lnTo>
                    <a:pt x="7685005" y="1603241"/>
                  </a:lnTo>
                  <a:lnTo>
                    <a:pt x="7685820" y="1644091"/>
                  </a:lnTo>
                  <a:lnTo>
                    <a:pt x="7686634" y="1657519"/>
                  </a:lnTo>
                  <a:lnTo>
                    <a:pt x="7687449" y="1679389"/>
                  </a:lnTo>
                  <a:lnTo>
                    <a:pt x="7688264" y="1633006"/>
                  </a:lnTo>
                  <a:lnTo>
                    <a:pt x="7689079" y="1616438"/>
                  </a:lnTo>
                  <a:lnTo>
                    <a:pt x="7689894" y="1591933"/>
                  </a:lnTo>
                  <a:lnTo>
                    <a:pt x="7690708" y="1594268"/>
                  </a:lnTo>
                  <a:lnTo>
                    <a:pt x="7691523" y="1580976"/>
                  </a:lnTo>
                  <a:lnTo>
                    <a:pt x="7692338" y="1582725"/>
                  </a:lnTo>
                  <a:lnTo>
                    <a:pt x="7693153" y="1616341"/>
                  </a:lnTo>
                  <a:lnTo>
                    <a:pt x="7693968" y="1601502"/>
                  </a:lnTo>
                  <a:lnTo>
                    <a:pt x="7694782" y="1591191"/>
                  </a:lnTo>
                  <a:lnTo>
                    <a:pt x="7695597" y="1555941"/>
                  </a:lnTo>
                  <a:lnTo>
                    <a:pt x="7696412" y="1522076"/>
                  </a:lnTo>
                  <a:lnTo>
                    <a:pt x="7697227" y="1561529"/>
                  </a:lnTo>
                  <a:lnTo>
                    <a:pt x="7698041" y="1593806"/>
                  </a:lnTo>
                  <a:lnTo>
                    <a:pt x="7698856" y="1582530"/>
                  </a:lnTo>
                  <a:lnTo>
                    <a:pt x="7699671" y="1616191"/>
                  </a:lnTo>
                  <a:lnTo>
                    <a:pt x="7700486" y="1630979"/>
                  </a:lnTo>
                  <a:lnTo>
                    <a:pt x="7701301" y="1654012"/>
                  </a:lnTo>
                  <a:lnTo>
                    <a:pt x="7702115" y="1652411"/>
                  </a:lnTo>
                  <a:lnTo>
                    <a:pt x="7702930" y="1624540"/>
                  </a:lnTo>
                  <a:lnTo>
                    <a:pt x="7703745" y="1624151"/>
                  </a:lnTo>
                  <a:lnTo>
                    <a:pt x="7704560" y="1614452"/>
                  </a:lnTo>
                  <a:lnTo>
                    <a:pt x="7705374" y="1586014"/>
                  </a:lnTo>
                  <a:lnTo>
                    <a:pt x="7706189" y="1584998"/>
                  </a:lnTo>
                  <a:lnTo>
                    <a:pt x="7707004" y="1545586"/>
                  </a:lnTo>
                  <a:lnTo>
                    <a:pt x="7707819" y="1541270"/>
                  </a:lnTo>
                  <a:lnTo>
                    <a:pt x="7708634" y="1481767"/>
                  </a:lnTo>
                  <a:lnTo>
                    <a:pt x="7709448" y="1492811"/>
                  </a:lnTo>
                  <a:lnTo>
                    <a:pt x="7710263" y="1463253"/>
                  </a:lnTo>
                  <a:lnTo>
                    <a:pt x="7711078" y="1479419"/>
                  </a:lnTo>
                  <a:lnTo>
                    <a:pt x="7711893" y="1489505"/>
                  </a:lnTo>
                  <a:lnTo>
                    <a:pt x="7712707" y="1516557"/>
                  </a:lnTo>
                  <a:lnTo>
                    <a:pt x="7713522" y="1535509"/>
                  </a:lnTo>
                  <a:lnTo>
                    <a:pt x="7714337" y="1556635"/>
                  </a:lnTo>
                  <a:lnTo>
                    <a:pt x="7715152" y="1610827"/>
                  </a:lnTo>
                  <a:lnTo>
                    <a:pt x="7715967" y="1661091"/>
                  </a:lnTo>
                  <a:lnTo>
                    <a:pt x="7716781" y="1646329"/>
                  </a:lnTo>
                  <a:lnTo>
                    <a:pt x="7717596" y="1632336"/>
                  </a:lnTo>
                  <a:lnTo>
                    <a:pt x="7718411" y="1659558"/>
                  </a:lnTo>
                  <a:lnTo>
                    <a:pt x="7719226" y="1682809"/>
                  </a:lnTo>
                  <a:lnTo>
                    <a:pt x="7720040" y="1704044"/>
                  </a:lnTo>
                  <a:lnTo>
                    <a:pt x="7720855" y="1717239"/>
                  </a:lnTo>
                  <a:lnTo>
                    <a:pt x="7721670" y="1710069"/>
                  </a:lnTo>
                  <a:lnTo>
                    <a:pt x="7722485" y="1679042"/>
                  </a:lnTo>
                  <a:lnTo>
                    <a:pt x="7723300" y="1688993"/>
                  </a:lnTo>
                  <a:lnTo>
                    <a:pt x="7724114" y="1626461"/>
                  </a:lnTo>
                  <a:lnTo>
                    <a:pt x="7724929" y="1622424"/>
                  </a:lnTo>
                  <a:lnTo>
                    <a:pt x="7725744" y="1546369"/>
                  </a:lnTo>
                  <a:lnTo>
                    <a:pt x="7726559" y="1541167"/>
                  </a:lnTo>
                  <a:lnTo>
                    <a:pt x="7727373" y="1573523"/>
                  </a:lnTo>
                  <a:lnTo>
                    <a:pt x="7728188" y="1541464"/>
                  </a:lnTo>
                  <a:lnTo>
                    <a:pt x="7729003" y="1522538"/>
                  </a:lnTo>
                  <a:lnTo>
                    <a:pt x="7729818" y="1533996"/>
                  </a:lnTo>
                  <a:lnTo>
                    <a:pt x="7730633" y="1540172"/>
                  </a:lnTo>
                  <a:lnTo>
                    <a:pt x="7731447" y="1550392"/>
                  </a:lnTo>
                  <a:lnTo>
                    <a:pt x="7732262" y="1598076"/>
                  </a:lnTo>
                  <a:lnTo>
                    <a:pt x="7733077" y="1561956"/>
                  </a:lnTo>
                  <a:lnTo>
                    <a:pt x="7733892" y="1543654"/>
                  </a:lnTo>
                  <a:lnTo>
                    <a:pt x="7734707" y="1588806"/>
                  </a:lnTo>
                  <a:lnTo>
                    <a:pt x="7735521" y="1649626"/>
                  </a:lnTo>
                  <a:lnTo>
                    <a:pt x="7736336" y="1616997"/>
                  </a:lnTo>
                  <a:lnTo>
                    <a:pt x="7737151" y="1600147"/>
                  </a:lnTo>
                  <a:lnTo>
                    <a:pt x="7737966" y="1565307"/>
                  </a:lnTo>
                  <a:lnTo>
                    <a:pt x="7738780" y="1538005"/>
                  </a:lnTo>
                  <a:lnTo>
                    <a:pt x="7739595" y="1536058"/>
                  </a:lnTo>
                  <a:lnTo>
                    <a:pt x="7740410" y="1526227"/>
                  </a:lnTo>
                  <a:lnTo>
                    <a:pt x="7741225" y="1462465"/>
                  </a:lnTo>
                  <a:lnTo>
                    <a:pt x="7742040" y="1469518"/>
                  </a:lnTo>
                  <a:lnTo>
                    <a:pt x="7742854" y="1514863"/>
                  </a:lnTo>
                  <a:lnTo>
                    <a:pt x="7743669" y="1503085"/>
                  </a:lnTo>
                  <a:lnTo>
                    <a:pt x="7744484" y="1507779"/>
                  </a:lnTo>
                  <a:lnTo>
                    <a:pt x="7745299" y="1519439"/>
                  </a:lnTo>
                  <a:lnTo>
                    <a:pt x="7746113" y="1499842"/>
                  </a:lnTo>
                  <a:lnTo>
                    <a:pt x="7746928" y="1514442"/>
                  </a:lnTo>
                  <a:lnTo>
                    <a:pt x="7747743" y="1543483"/>
                  </a:lnTo>
                  <a:lnTo>
                    <a:pt x="7748558" y="1543144"/>
                  </a:lnTo>
                  <a:lnTo>
                    <a:pt x="7749373" y="1564286"/>
                  </a:lnTo>
                  <a:lnTo>
                    <a:pt x="7750187" y="1551177"/>
                  </a:lnTo>
                  <a:lnTo>
                    <a:pt x="7751002" y="1641769"/>
                  </a:lnTo>
                  <a:lnTo>
                    <a:pt x="7751817" y="1635645"/>
                  </a:lnTo>
                  <a:lnTo>
                    <a:pt x="7752632" y="1640245"/>
                  </a:lnTo>
                  <a:lnTo>
                    <a:pt x="7753446" y="1649234"/>
                  </a:lnTo>
                  <a:lnTo>
                    <a:pt x="7754261" y="1623764"/>
                  </a:lnTo>
                  <a:lnTo>
                    <a:pt x="7755076" y="1619912"/>
                  </a:lnTo>
                  <a:lnTo>
                    <a:pt x="7755891" y="1682213"/>
                  </a:lnTo>
                  <a:lnTo>
                    <a:pt x="7756706" y="1696024"/>
                  </a:lnTo>
                  <a:lnTo>
                    <a:pt x="7757520" y="1733345"/>
                  </a:lnTo>
                  <a:lnTo>
                    <a:pt x="7758335" y="1703528"/>
                  </a:lnTo>
                  <a:lnTo>
                    <a:pt x="7759150" y="1722936"/>
                  </a:lnTo>
                  <a:lnTo>
                    <a:pt x="7759965" y="1705609"/>
                  </a:lnTo>
                  <a:lnTo>
                    <a:pt x="7760779" y="1669478"/>
                  </a:lnTo>
                  <a:lnTo>
                    <a:pt x="7761594" y="1639038"/>
                  </a:lnTo>
                  <a:lnTo>
                    <a:pt x="7762409" y="1597405"/>
                  </a:lnTo>
                  <a:lnTo>
                    <a:pt x="7763224" y="1593059"/>
                  </a:lnTo>
                  <a:lnTo>
                    <a:pt x="7764039" y="1635880"/>
                  </a:lnTo>
                  <a:lnTo>
                    <a:pt x="7764853" y="1643508"/>
                  </a:lnTo>
                  <a:lnTo>
                    <a:pt x="7765668" y="1705153"/>
                  </a:lnTo>
                  <a:lnTo>
                    <a:pt x="7766483" y="1710773"/>
                  </a:lnTo>
                  <a:lnTo>
                    <a:pt x="7767298" y="1732494"/>
                  </a:lnTo>
                  <a:lnTo>
                    <a:pt x="7768113" y="1736657"/>
                  </a:lnTo>
                  <a:lnTo>
                    <a:pt x="7768927" y="1741652"/>
                  </a:lnTo>
                  <a:lnTo>
                    <a:pt x="7769742" y="1750688"/>
                  </a:lnTo>
                  <a:lnTo>
                    <a:pt x="7770557" y="1745418"/>
                  </a:lnTo>
                  <a:lnTo>
                    <a:pt x="7771372" y="1723561"/>
                  </a:lnTo>
                  <a:lnTo>
                    <a:pt x="7772186" y="1705444"/>
                  </a:lnTo>
                  <a:lnTo>
                    <a:pt x="7773001" y="1712777"/>
                  </a:lnTo>
                  <a:lnTo>
                    <a:pt x="7773816" y="1691894"/>
                  </a:lnTo>
                  <a:lnTo>
                    <a:pt x="7774631" y="1690232"/>
                  </a:lnTo>
                  <a:lnTo>
                    <a:pt x="7775446" y="1656066"/>
                  </a:lnTo>
                  <a:lnTo>
                    <a:pt x="7776260" y="1639105"/>
                  </a:lnTo>
                  <a:lnTo>
                    <a:pt x="7777075" y="1623948"/>
                  </a:lnTo>
                  <a:lnTo>
                    <a:pt x="7777890" y="1585022"/>
                  </a:lnTo>
                  <a:lnTo>
                    <a:pt x="7778705" y="1562873"/>
                  </a:lnTo>
                  <a:lnTo>
                    <a:pt x="7779519" y="1572895"/>
                  </a:lnTo>
                  <a:lnTo>
                    <a:pt x="7780334" y="1627361"/>
                  </a:lnTo>
                  <a:lnTo>
                    <a:pt x="7781149" y="1639548"/>
                  </a:lnTo>
                  <a:lnTo>
                    <a:pt x="7781964" y="1632538"/>
                  </a:lnTo>
                  <a:lnTo>
                    <a:pt x="7782779" y="1634068"/>
                  </a:lnTo>
                  <a:lnTo>
                    <a:pt x="7783593" y="1602996"/>
                  </a:lnTo>
                  <a:lnTo>
                    <a:pt x="7784408" y="1578615"/>
                  </a:lnTo>
                  <a:lnTo>
                    <a:pt x="7785223" y="1556621"/>
                  </a:lnTo>
                  <a:lnTo>
                    <a:pt x="7786038" y="1532288"/>
                  </a:lnTo>
                  <a:lnTo>
                    <a:pt x="7786852" y="1541862"/>
                  </a:lnTo>
                  <a:lnTo>
                    <a:pt x="7787667" y="1546435"/>
                  </a:lnTo>
                  <a:lnTo>
                    <a:pt x="7788482" y="1577610"/>
                  </a:lnTo>
                  <a:lnTo>
                    <a:pt x="7789297" y="1569564"/>
                  </a:lnTo>
                  <a:lnTo>
                    <a:pt x="7790112" y="1580660"/>
                  </a:lnTo>
                  <a:lnTo>
                    <a:pt x="7790926" y="1578738"/>
                  </a:lnTo>
                  <a:lnTo>
                    <a:pt x="7791741" y="1585217"/>
                  </a:lnTo>
                  <a:lnTo>
                    <a:pt x="7792556" y="1648640"/>
                  </a:lnTo>
                  <a:lnTo>
                    <a:pt x="7793371" y="1623070"/>
                  </a:lnTo>
                  <a:lnTo>
                    <a:pt x="7794185" y="1537796"/>
                  </a:lnTo>
                  <a:lnTo>
                    <a:pt x="7795000" y="1533673"/>
                  </a:lnTo>
                  <a:lnTo>
                    <a:pt x="7795815" y="1462302"/>
                  </a:lnTo>
                  <a:lnTo>
                    <a:pt x="7796630" y="1485280"/>
                  </a:lnTo>
                  <a:lnTo>
                    <a:pt x="7797445" y="1453862"/>
                  </a:lnTo>
                  <a:lnTo>
                    <a:pt x="7798259" y="1459013"/>
                  </a:lnTo>
                  <a:lnTo>
                    <a:pt x="7799074" y="1462978"/>
                  </a:lnTo>
                  <a:lnTo>
                    <a:pt x="7799889" y="1452130"/>
                  </a:lnTo>
                  <a:lnTo>
                    <a:pt x="7800704" y="1399807"/>
                  </a:lnTo>
                  <a:lnTo>
                    <a:pt x="7801518" y="1435229"/>
                  </a:lnTo>
                  <a:lnTo>
                    <a:pt x="7802333" y="1479387"/>
                  </a:lnTo>
                  <a:lnTo>
                    <a:pt x="7803148" y="1465812"/>
                  </a:lnTo>
                  <a:lnTo>
                    <a:pt x="7803963" y="1466590"/>
                  </a:lnTo>
                  <a:lnTo>
                    <a:pt x="7804778" y="1463482"/>
                  </a:lnTo>
                  <a:lnTo>
                    <a:pt x="7805592" y="1500916"/>
                  </a:lnTo>
                  <a:lnTo>
                    <a:pt x="7806407" y="1528362"/>
                  </a:lnTo>
                  <a:lnTo>
                    <a:pt x="7807222" y="1534486"/>
                  </a:lnTo>
                  <a:lnTo>
                    <a:pt x="7808037" y="1586166"/>
                  </a:lnTo>
                  <a:lnTo>
                    <a:pt x="7808852" y="1609730"/>
                  </a:lnTo>
                  <a:lnTo>
                    <a:pt x="7809666" y="1613997"/>
                  </a:lnTo>
                  <a:lnTo>
                    <a:pt x="7810481" y="1615838"/>
                  </a:lnTo>
                  <a:lnTo>
                    <a:pt x="7811296" y="1555263"/>
                  </a:lnTo>
                  <a:lnTo>
                    <a:pt x="7812111" y="1506943"/>
                  </a:lnTo>
                  <a:lnTo>
                    <a:pt x="7812925" y="1468290"/>
                  </a:lnTo>
                  <a:lnTo>
                    <a:pt x="7813740" y="1460788"/>
                  </a:lnTo>
                  <a:lnTo>
                    <a:pt x="7814555" y="1468314"/>
                  </a:lnTo>
                  <a:lnTo>
                    <a:pt x="7815370" y="1442294"/>
                  </a:lnTo>
                  <a:lnTo>
                    <a:pt x="7816185" y="1492051"/>
                  </a:lnTo>
                  <a:lnTo>
                    <a:pt x="7816999" y="1467339"/>
                  </a:lnTo>
                  <a:lnTo>
                    <a:pt x="7817814" y="1486406"/>
                  </a:lnTo>
                  <a:lnTo>
                    <a:pt x="7818629" y="1488872"/>
                  </a:lnTo>
                  <a:lnTo>
                    <a:pt x="7819444" y="1481179"/>
                  </a:lnTo>
                  <a:lnTo>
                    <a:pt x="7820258" y="1500038"/>
                  </a:lnTo>
                  <a:lnTo>
                    <a:pt x="7821073" y="1513624"/>
                  </a:lnTo>
                  <a:lnTo>
                    <a:pt x="7821888" y="1527852"/>
                  </a:lnTo>
                  <a:lnTo>
                    <a:pt x="7822703" y="1562146"/>
                  </a:lnTo>
                  <a:lnTo>
                    <a:pt x="7823518" y="1576198"/>
                  </a:lnTo>
                  <a:lnTo>
                    <a:pt x="7824332" y="1636181"/>
                  </a:lnTo>
                  <a:lnTo>
                    <a:pt x="7825147" y="1655582"/>
                  </a:lnTo>
                  <a:lnTo>
                    <a:pt x="7825962" y="1657812"/>
                  </a:lnTo>
                  <a:lnTo>
                    <a:pt x="7826777" y="1710833"/>
                  </a:lnTo>
                  <a:lnTo>
                    <a:pt x="7827591" y="1665690"/>
                  </a:lnTo>
                  <a:lnTo>
                    <a:pt x="7828406" y="1607886"/>
                  </a:lnTo>
                  <a:lnTo>
                    <a:pt x="7829221" y="1585168"/>
                  </a:lnTo>
                  <a:lnTo>
                    <a:pt x="7830036" y="1548681"/>
                  </a:lnTo>
                  <a:lnTo>
                    <a:pt x="7830851" y="1507694"/>
                  </a:lnTo>
                  <a:lnTo>
                    <a:pt x="7831665" y="1476192"/>
                  </a:lnTo>
                  <a:lnTo>
                    <a:pt x="7832480" y="1465846"/>
                  </a:lnTo>
                  <a:lnTo>
                    <a:pt x="7833295" y="1474581"/>
                  </a:lnTo>
                  <a:lnTo>
                    <a:pt x="7834110" y="1524338"/>
                  </a:lnTo>
                  <a:lnTo>
                    <a:pt x="7834924" y="1555115"/>
                  </a:lnTo>
                  <a:lnTo>
                    <a:pt x="7835739" y="1545336"/>
                  </a:lnTo>
                  <a:lnTo>
                    <a:pt x="7836554" y="1499143"/>
                  </a:lnTo>
                  <a:lnTo>
                    <a:pt x="7837369" y="1509393"/>
                  </a:lnTo>
                  <a:lnTo>
                    <a:pt x="7838184" y="1521699"/>
                  </a:lnTo>
                  <a:lnTo>
                    <a:pt x="7838998" y="1474145"/>
                  </a:lnTo>
                  <a:lnTo>
                    <a:pt x="7839813" y="1477309"/>
                  </a:lnTo>
                  <a:lnTo>
                    <a:pt x="7840628" y="1517273"/>
                  </a:lnTo>
                  <a:lnTo>
                    <a:pt x="7841443" y="1581123"/>
                  </a:lnTo>
                  <a:lnTo>
                    <a:pt x="7842257" y="1582214"/>
                  </a:lnTo>
                  <a:lnTo>
                    <a:pt x="7843072" y="1599663"/>
                  </a:lnTo>
                  <a:lnTo>
                    <a:pt x="7843887" y="1589711"/>
                  </a:lnTo>
                  <a:lnTo>
                    <a:pt x="7844702" y="1589746"/>
                  </a:lnTo>
                  <a:lnTo>
                    <a:pt x="7845517" y="1589676"/>
                  </a:lnTo>
                  <a:lnTo>
                    <a:pt x="7846331" y="1594122"/>
                  </a:lnTo>
                  <a:lnTo>
                    <a:pt x="7847146" y="1618023"/>
                  </a:lnTo>
                  <a:lnTo>
                    <a:pt x="7847961" y="1627678"/>
                  </a:lnTo>
                  <a:lnTo>
                    <a:pt x="7848776" y="1618233"/>
                  </a:lnTo>
                  <a:lnTo>
                    <a:pt x="7849591" y="1571909"/>
                  </a:lnTo>
                  <a:lnTo>
                    <a:pt x="7850405" y="1525069"/>
                  </a:lnTo>
                  <a:lnTo>
                    <a:pt x="7851220" y="1537396"/>
                  </a:lnTo>
                  <a:lnTo>
                    <a:pt x="7852035" y="1550919"/>
                  </a:lnTo>
                  <a:lnTo>
                    <a:pt x="7852850" y="1519597"/>
                  </a:lnTo>
                  <a:lnTo>
                    <a:pt x="7853664" y="1562375"/>
                  </a:lnTo>
                  <a:lnTo>
                    <a:pt x="7854479" y="1558756"/>
                  </a:lnTo>
                  <a:lnTo>
                    <a:pt x="7855294" y="1540553"/>
                  </a:lnTo>
                  <a:lnTo>
                    <a:pt x="7856109" y="1529995"/>
                  </a:lnTo>
                  <a:lnTo>
                    <a:pt x="7856924" y="1516147"/>
                  </a:lnTo>
                  <a:lnTo>
                    <a:pt x="7857738" y="1543570"/>
                  </a:lnTo>
                  <a:lnTo>
                    <a:pt x="7858553" y="1525719"/>
                  </a:lnTo>
                  <a:lnTo>
                    <a:pt x="7859368" y="1526365"/>
                  </a:lnTo>
                  <a:lnTo>
                    <a:pt x="7860183" y="1539262"/>
                  </a:lnTo>
                  <a:lnTo>
                    <a:pt x="7860997" y="1522638"/>
                  </a:lnTo>
                  <a:lnTo>
                    <a:pt x="7861812" y="1519168"/>
                  </a:lnTo>
                  <a:lnTo>
                    <a:pt x="7862627" y="1519044"/>
                  </a:lnTo>
                  <a:lnTo>
                    <a:pt x="7863442" y="1508364"/>
                  </a:lnTo>
                  <a:lnTo>
                    <a:pt x="7864257" y="1511810"/>
                  </a:lnTo>
                  <a:lnTo>
                    <a:pt x="7865071" y="1526741"/>
                  </a:lnTo>
                  <a:lnTo>
                    <a:pt x="7865886" y="1524587"/>
                  </a:lnTo>
                  <a:lnTo>
                    <a:pt x="7866701" y="1542923"/>
                  </a:lnTo>
                  <a:lnTo>
                    <a:pt x="7867516" y="1575528"/>
                  </a:lnTo>
                  <a:lnTo>
                    <a:pt x="7868330" y="1622302"/>
                  </a:lnTo>
                  <a:lnTo>
                    <a:pt x="7869145" y="1665877"/>
                  </a:lnTo>
                  <a:lnTo>
                    <a:pt x="7869960" y="1647869"/>
                  </a:lnTo>
                  <a:lnTo>
                    <a:pt x="7870775" y="1657556"/>
                  </a:lnTo>
                  <a:lnTo>
                    <a:pt x="7871590" y="1658279"/>
                  </a:lnTo>
                  <a:lnTo>
                    <a:pt x="7872404" y="1692855"/>
                  </a:lnTo>
                  <a:lnTo>
                    <a:pt x="7873219" y="1730749"/>
                  </a:lnTo>
                  <a:lnTo>
                    <a:pt x="7874034" y="1691220"/>
                  </a:lnTo>
                  <a:lnTo>
                    <a:pt x="7874849" y="1695966"/>
                  </a:lnTo>
                  <a:lnTo>
                    <a:pt x="7875663" y="1707438"/>
                  </a:lnTo>
                  <a:lnTo>
                    <a:pt x="7876478" y="1749075"/>
                  </a:lnTo>
                  <a:lnTo>
                    <a:pt x="7877293" y="1731589"/>
                  </a:lnTo>
                  <a:lnTo>
                    <a:pt x="7878108" y="1726583"/>
                  </a:lnTo>
                  <a:lnTo>
                    <a:pt x="7878923" y="1734554"/>
                  </a:lnTo>
                  <a:lnTo>
                    <a:pt x="7879737" y="1699370"/>
                  </a:lnTo>
                  <a:lnTo>
                    <a:pt x="7880552" y="1668779"/>
                  </a:lnTo>
                  <a:lnTo>
                    <a:pt x="7881367" y="1673221"/>
                  </a:lnTo>
                  <a:lnTo>
                    <a:pt x="7882182" y="1668427"/>
                  </a:lnTo>
                  <a:lnTo>
                    <a:pt x="7882996" y="1687080"/>
                  </a:lnTo>
                  <a:lnTo>
                    <a:pt x="7883811" y="1667859"/>
                  </a:lnTo>
                  <a:lnTo>
                    <a:pt x="7884626" y="1668027"/>
                  </a:lnTo>
                  <a:lnTo>
                    <a:pt x="7885441" y="1644585"/>
                  </a:lnTo>
                  <a:lnTo>
                    <a:pt x="7886256" y="1628722"/>
                  </a:lnTo>
                  <a:lnTo>
                    <a:pt x="7887070" y="1578168"/>
                  </a:lnTo>
                  <a:lnTo>
                    <a:pt x="7887885" y="1535404"/>
                  </a:lnTo>
                  <a:lnTo>
                    <a:pt x="7888700" y="1509267"/>
                  </a:lnTo>
                  <a:lnTo>
                    <a:pt x="7889515" y="1506366"/>
                  </a:lnTo>
                  <a:lnTo>
                    <a:pt x="7890330" y="1519391"/>
                  </a:lnTo>
                  <a:lnTo>
                    <a:pt x="7891144" y="1526610"/>
                  </a:lnTo>
                  <a:lnTo>
                    <a:pt x="7891959" y="1551430"/>
                  </a:lnTo>
                  <a:lnTo>
                    <a:pt x="7892774" y="1582190"/>
                  </a:lnTo>
                  <a:lnTo>
                    <a:pt x="7893589" y="1508588"/>
                  </a:lnTo>
                  <a:lnTo>
                    <a:pt x="7894403" y="1477472"/>
                  </a:lnTo>
                  <a:lnTo>
                    <a:pt x="7895218" y="1464783"/>
                  </a:lnTo>
                  <a:lnTo>
                    <a:pt x="7896033" y="1556705"/>
                  </a:lnTo>
                  <a:lnTo>
                    <a:pt x="7896848" y="1597855"/>
                  </a:lnTo>
                  <a:lnTo>
                    <a:pt x="7897663" y="1590236"/>
                  </a:lnTo>
                  <a:lnTo>
                    <a:pt x="7898477" y="1609521"/>
                  </a:lnTo>
                  <a:lnTo>
                    <a:pt x="7899292" y="1585152"/>
                  </a:lnTo>
                  <a:lnTo>
                    <a:pt x="7900107" y="1602554"/>
                  </a:lnTo>
                  <a:lnTo>
                    <a:pt x="7900922" y="1579684"/>
                  </a:lnTo>
                  <a:lnTo>
                    <a:pt x="7901736" y="1568343"/>
                  </a:lnTo>
                  <a:lnTo>
                    <a:pt x="7902551" y="1569177"/>
                  </a:lnTo>
                  <a:lnTo>
                    <a:pt x="7903366" y="1605062"/>
                  </a:lnTo>
                  <a:lnTo>
                    <a:pt x="7904181" y="1643386"/>
                  </a:lnTo>
                  <a:lnTo>
                    <a:pt x="7904996" y="1671069"/>
                  </a:lnTo>
                  <a:lnTo>
                    <a:pt x="7905810" y="1597747"/>
                  </a:lnTo>
                  <a:lnTo>
                    <a:pt x="7906625" y="1573027"/>
                  </a:lnTo>
                  <a:lnTo>
                    <a:pt x="7907440" y="1594696"/>
                  </a:lnTo>
                  <a:lnTo>
                    <a:pt x="7908255" y="1615432"/>
                  </a:lnTo>
                  <a:lnTo>
                    <a:pt x="7909069" y="1601154"/>
                  </a:lnTo>
                  <a:lnTo>
                    <a:pt x="7909884" y="1530357"/>
                  </a:lnTo>
                  <a:lnTo>
                    <a:pt x="7910699" y="1538546"/>
                  </a:lnTo>
                  <a:lnTo>
                    <a:pt x="7911514" y="1533531"/>
                  </a:lnTo>
                  <a:lnTo>
                    <a:pt x="7912329" y="1526380"/>
                  </a:lnTo>
                  <a:lnTo>
                    <a:pt x="7913143" y="1528742"/>
                  </a:lnTo>
                  <a:lnTo>
                    <a:pt x="7913958" y="1530325"/>
                  </a:lnTo>
                  <a:lnTo>
                    <a:pt x="7914773" y="1524491"/>
                  </a:lnTo>
                  <a:lnTo>
                    <a:pt x="7915588" y="1540493"/>
                  </a:lnTo>
                  <a:lnTo>
                    <a:pt x="7916402" y="1526955"/>
                  </a:lnTo>
                  <a:lnTo>
                    <a:pt x="7917217" y="1520900"/>
                  </a:lnTo>
                  <a:lnTo>
                    <a:pt x="7918032" y="1531258"/>
                  </a:lnTo>
                  <a:lnTo>
                    <a:pt x="7918847" y="1558528"/>
                  </a:lnTo>
                  <a:lnTo>
                    <a:pt x="7919662" y="1560250"/>
                  </a:lnTo>
                  <a:lnTo>
                    <a:pt x="7920476" y="1578824"/>
                  </a:lnTo>
                  <a:lnTo>
                    <a:pt x="7921291" y="1566159"/>
                  </a:lnTo>
                  <a:lnTo>
                    <a:pt x="7922106" y="1562802"/>
                  </a:lnTo>
                  <a:lnTo>
                    <a:pt x="7922921" y="1467349"/>
                  </a:lnTo>
                  <a:lnTo>
                    <a:pt x="7923735" y="1507402"/>
                  </a:lnTo>
                  <a:lnTo>
                    <a:pt x="7924550" y="1506402"/>
                  </a:lnTo>
                  <a:lnTo>
                    <a:pt x="7925365" y="1481402"/>
                  </a:lnTo>
                  <a:lnTo>
                    <a:pt x="7926180" y="1502922"/>
                  </a:lnTo>
                  <a:lnTo>
                    <a:pt x="7926995" y="1527060"/>
                  </a:lnTo>
                  <a:lnTo>
                    <a:pt x="7927809" y="1582251"/>
                  </a:lnTo>
                  <a:lnTo>
                    <a:pt x="7928624" y="1652642"/>
                  </a:lnTo>
                  <a:lnTo>
                    <a:pt x="7929439" y="1637610"/>
                  </a:lnTo>
                  <a:lnTo>
                    <a:pt x="7930254" y="1655926"/>
                  </a:lnTo>
                  <a:lnTo>
                    <a:pt x="7931069" y="1650118"/>
                  </a:lnTo>
                  <a:lnTo>
                    <a:pt x="7931883" y="1639148"/>
                  </a:lnTo>
                  <a:lnTo>
                    <a:pt x="7932698" y="1610150"/>
                  </a:lnTo>
                  <a:lnTo>
                    <a:pt x="7933513" y="1561193"/>
                  </a:lnTo>
                  <a:lnTo>
                    <a:pt x="7934328" y="1504340"/>
                  </a:lnTo>
                  <a:lnTo>
                    <a:pt x="7935142" y="1461953"/>
                  </a:lnTo>
                  <a:lnTo>
                    <a:pt x="7935957" y="1464776"/>
                  </a:lnTo>
                  <a:lnTo>
                    <a:pt x="7936772" y="1470021"/>
                  </a:lnTo>
                  <a:lnTo>
                    <a:pt x="7937587" y="1470114"/>
                  </a:lnTo>
                  <a:lnTo>
                    <a:pt x="7938402" y="1494610"/>
                  </a:lnTo>
                  <a:lnTo>
                    <a:pt x="7939216" y="1515674"/>
                  </a:lnTo>
                  <a:lnTo>
                    <a:pt x="7940031" y="1498526"/>
                  </a:lnTo>
                  <a:lnTo>
                    <a:pt x="7940846" y="1428502"/>
                  </a:lnTo>
                  <a:lnTo>
                    <a:pt x="7941661" y="1417334"/>
                  </a:lnTo>
                  <a:lnTo>
                    <a:pt x="7942475" y="1416861"/>
                  </a:lnTo>
                  <a:lnTo>
                    <a:pt x="7943290" y="1423004"/>
                  </a:lnTo>
                  <a:lnTo>
                    <a:pt x="7944105" y="1452512"/>
                  </a:lnTo>
                  <a:lnTo>
                    <a:pt x="7944920" y="1473050"/>
                  </a:lnTo>
                  <a:lnTo>
                    <a:pt x="7945735" y="1517735"/>
                  </a:lnTo>
                  <a:lnTo>
                    <a:pt x="7946549" y="1570415"/>
                  </a:lnTo>
                  <a:lnTo>
                    <a:pt x="7947364" y="1612090"/>
                  </a:lnTo>
                  <a:lnTo>
                    <a:pt x="7948179" y="1642880"/>
                  </a:lnTo>
                  <a:lnTo>
                    <a:pt x="7948994" y="1652790"/>
                  </a:lnTo>
                  <a:lnTo>
                    <a:pt x="7949808" y="1666194"/>
                  </a:lnTo>
                  <a:lnTo>
                    <a:pt x="7950623" y="1692015"/>
                  </a:lnTo>
                  <a:lnTo>
                    <a:pt x="7951438" y="1708483"/>
                  </a:lnTo>
                  <a:lnTo>
                    <a:pt x="7952253" y="1718128"/>
                  </a:lnTo>
                  <a:lnTo>
                    <a:pt x="7953068" y="1734634"/>
                  </a:lnTo>
                  <a:lnTo>
                    <a:pt x="7953882" y="1743395"/>
                  </a:lnTo>
                  <a:lnTo>
                    <a:pt x="7954697" y="1741349"/>
                  </a:lnTo>
                  <a:lnTo>
                    <a:pt x="7955512" y="1740746"/>
                  </a:lnTo>
                  <a:lnTo>
                    <a:pt x="7956327" y="1736308"/>
                  </a:lnTo>
                  <a:lnTo>
                    <a:pt x="7957141" y="1737484"/>
                  </a:lnTo>
                  <a:lnTo>
                    <a:pt x="7957956" y="1728551"/>
                  </a:lnTo>
                  <a:lnTo>
                    <a:pt x="7958771" y="1713369"/>
                  </a:lnTo>
                  <a:lnTo>
                    <a:pt x="7959586" y="1715415"/>
                  </a:lnTo>
                  <a:lnTo>
                    <a:pt x="7960401" y="1698896"/>
                  </a:lnTo>
                  <a:lnTo>
                    <a:pt x="7961215" y="1719119"/>
                  </a:lnTo>
                  <a:lnTo>
                    <a:pt x="7962030" y="1694624"/>
                  </a:lnTo>
                  <a:lnTo>
                    <a:pt x="7962845" y="1658801"/>
                  </a:lnTo>
                  <a:lnTo>
                    <a:pt x="7963660" y="1641902"/>
                  </a:lnTo>
                  <a:lnTo>
                    <a:pt x="7964474" y="1572699"/>
                  </a:lnTo>
                  <a:lnTo>
                    <a:pt x="7965289" y="1572956"/>
                  </a:lnTo>
                  <a:lnTo>
                    <a:pt x="7966104" y="1501139"/>
                  </a:lnTo>
                  <a:lnTo>
                    <a:pt x="7966919" y="1451870"/>
                  </a:lnTo>
                  <a:lnTo>
                    <a:pt x="7967734" y="1489582"/>
                  </a:lnTo>
                  <a:lnTo>
                    <a:pt x="7968548" y="1462689"/>
                  </a:lnTo>
                  <a:lnTo>
                    <a:pt x="7969363" y="1478484"/>
                  </a:lnTo>
                  <a:lnTo>
                    <a:pt x="7970178" y="1469960"/>
                  </a:lnTo>
                  <a:lnTo>
                    <a:pt x="7970993" y="1468241"/>
                  </a:lnTo>
                  <a:lnTo>
                    <a:pt x="7971808" y="1454491"/>
                  </a:lnTo>
                  <a:lnTo>
                    <a:pt x="7972622" y="1452357"/>
                  </a:lnTo>
                  <a:lnTo>
                    <a:pt x="7973437" y="1468136"/>
                  </a:lnTo>
                  <a:lnTo>
                    <a:pt x="7974252" y="1506182"/>
                  </a:lnTo>
                  <a:lnTo>
                    <a:pt x="7975067" y="1530943"/>
                  </a:lnTo>
                  <a:lnTo>
                    <a:pt x="7975881" y="1529145"/>
                  </a:lnTo>
                  <a:lnTo>
                    <a:pt x="7976696" y="1550792"/>
                  </a:lnTo>
                  <a:lnTo>
                    <a:pt x="7977511" y="1503714"/>
                  </a:lnTo>
                  <a:lnTo>
                    <a:pt x="7978326" y="1486801"/>
                  </a:lnTo>
                  <a:lnTo>
                    <a:pt x="7979141" y="1501759"/>
                  </a:lnTo>
                  <a:lnTo>
                    <a:pt x="7979955" y="1448009"/>
                  </a:lnTo>
                  <a:lnTo>
                    <a:pt x="7980770" y="1470270"/>
                  </a:lnTo>
                  <a:lnTo>
                    <a:pt x="7981585" y="1487528"/>
                  </a:lnTo>
                  <a:lnTo>
                    <a:pt x="7982400" y="1501799"/>
                  </a:lnTo>
                  <a:lnTo>
                    <a:pt x="7983214" y="1526114"/>
                  </a:lnTo>
                  <a:lnTo>
                    <a:pt x="7984029" y="1506605"/>
                  </a:lnTo>
                  <a:lnTo>
                    <a:pt x="7984844" y="1527672"/>
                  </a:lnTo>
                  <a:lnTo>
                    <a:pt x="7985659" y="1550422"/>
                  </a:lnTo>
                  <a:lnTo>
                    <a:pt x="7986474" y="1555545"/>
                  </a:lnTo>
                  <a:lnTo>
                    <a:pt x="7987288" y="1529728"/>
                  </a:lnTo>
                  <a:lnTo>
                    <a:pt x="7988103" y="1535788"/>
                  </a:lnTo>
                  <a:lnTo>
                    <a:pt x="7988918" y="1509844"/>
                  </a:lnTo>
                  <a:lnTo>
                    <a:pt x="7989733" y="1521850"/>
                  </a:lnTo>
                  <a:lnTo>
                    <a:pt x="7990547" y="1516406"/>
                  </a:lnTo>
                  <a:lnTo>
                    <a:pt x="7991362" y="1477348"/>
                  </a:lnTo>
                  <a:lnTo>
                    <a:pt x="7992177" y="1418271"/>
                  </a:lnTo>
                  <a:lnTo>
                    <a:pt x="7992992" y="1399987"/>
                  </a:lnTo>
                  <a:lnTo>
                    <a:pt x="7993807" y="1400540"/>
                  </a:lnTo>
                  <a:lnTo>
                    <a:pt x="7994621" y="1373144"/>
                  </a:lnTo>
                  <a:lnTo>
                    <a:pt x="7995436" y="1337790"/>
                  </a:lnTo>
                  <a:lnTo>
                    <a:pt x="7996251" y="1358182"/>
                  </a:lnTo>
                  <a:lnTo>
                    <a:pt x="7997066" y="1378316"/>
                  </a:lnTo>
                  <a:lnTo>
                    <a:pt x="7997880" y="1380961"/>
                  </a:lnTo>
                  <a:lnTo>
                    <a:pt x="7998695" y="1430280"/>
                  </a:lnTo>
                  <a:lnTo>
                    <a:pt x="7999510" y="1482783"/>
                  </a:lnTo>
                  <a:lnTo>
                    <a:pt x="8000325" y="1547689"/>
                  </a:lnTo>
                  <a:lnTo>
                    <a:pt x="8001140" y="1582690"/>
                  </a:lnTo>
                  <a:lnTo>
                    <a:pt x="8001954" y="1622841"/>
                  </a:lnTo>
                  <a:lnTo>
                    <a:pt x="8002769" y="1627040"/>
                  </a:lnTo>
                  <a:lnTo>
                    <a:pt x="8003584" y="1586706"/>
                  </a:lnTo>
                  <a:lnTo>
                    <a:pt x="8004399" y="1645923"/>
                  </a:lnTo>
                  <a:lnTo>
                    <a:pt x="8005213" y="1650157"/>
                  </a:lnTo>
                  <a:lnTo>
                    <a:pt x="8006028" y="1694326"/>
                  </a:lnTo>
                  <a:lnTo>
                    <a:pt x="8006843" y="1677705"/>
                  </a:lnTo>
                  <a:lnTo>
                    <a:pt x="8007658" y="1601146"/>
                  </a:lnTo>
                  <a:lnTo>
                    <a:pt x="8008473" y="1649847"/>
                  </a:lnTo>
                  <a:lnTo>
                    <a:pt x="8009287" y="1671990"/>
                  </a:lnTo>
                  <a:lnTo>
                    <a:pt x="8010102" y="1696222"/>
                  </a:lnTo>
                  <a:lnTo>
                    <a:pt x="8010917" y="1688957"/>
                  </a:lnTo>
                  <a:lnTo>
                    <a:pt x="8011732" y="1695097"/>
                  </a:lnTo>
                  <a:lnTo>
                    <a:pt x="8012547" y="1656037"/>
                  </a:lnTo>
                  <a:lnTo>
                    <a:pt x="8013361" y="1636599"/>
                  </a:lnTo>
                  <a:lnTo>
                    <a:pt x="8014176" y="1656124"/>
                  </a:lnTo>
                  <a:lnTo>
                    <a:pt x="8014991" y="1655136"/>
                  </a:lnTo>
                  <a:lnTo>
                    <a:pt x="8015806" y="1627710"/>
                  </a:lnTo>
                  <a:lnTo>
                    <a:pt x="8016620" y="1611727"/>
                  </a:lnTo>
                  <a:lnTo>
                    <a:pt x="8017435" y="1595425"/>
                  </a:lnTo>
                  <a:lnTo>
                    <a:pt x="8018250" y="1600093"/>
                  </a:lnTo>
                  <a:lnTo>
                    <a:pt x="8019065" y="1583535"/>
                  </a:lnTo>
                  <a:lnTo>
                    <a:pt x="8019880" y="1552087"/>
                  </a:lnTo>
                  <a:lnTo>
                    <a:pt x="8020694" y="1490559"/>
                  </a:lnTo>
                  <a:lnTo>
                    <a:pt x="8021509" y="1498938"/>
                  </a:lnTo>
                  <a:lnTo>
                    <a:pt x="8022324" y="1498554"/>
                  </a:lnTo>
                  <a:lnTo>
                    <a:pt x="8023139" y="1454273"/>
                  </a:lnTo>
                  <a:lnTo>
                    <a:pt x="8023953" y="1495073"/>
                  </a:lnTo>
                  <a:lnTo>
                    <a:pt x="8024768" y="1521266"/>
                  </a:lnTo>
                  <a:lnTo>
                    <a:pt x="8025583" y="1548266"/>
                  </a:lnTo>
                  <a:lnTo>
                    <a:pt x="8026398" y="1562296"/>
                  </a:lnTo>
                  <a:lnTo>
                    <a:pt x="8027213" y="1542537"/>
                  </a:lnTo>
                  <a:lnTo>
                    <a:pt x="8028027" y="1538818"/>
                  </a:lnTo>
                  <a:lnTo>
                    <a:pt x="8028842" y="1542476"/>
                  </a:lnTo>
                  <a:lnTo>
                    <a:pt x="8029657" y="1522847"/>
                  </a:lnTo>
                  <a:lnTo>
                    <a:pt x="8030472" y="1553987"/>
                  </a:lnTo>
                  <a:lnTo>
                    <a:pt x="8031286" y="1554662"/>
                  </a:lnTo>
                  <a:lnTo>
                    <a:pt x="8032101" y="1637584"/>
                  </a:lnTo>
                  <a:lnTo>
                    <a:pt x="8032916" y="1624932"/>
                  </a:lnTo>
                  <a:lnTo>
                    <a:pt x="8033731" y="1575760"/>
                  </a:lnTo>
                  <a:lnTo>
                    <a:pt x="8034546" y="1584201"/>
                  </a:lnTo>
                  <a:lnTo>
                    <a:pt x="8035360" y="1548273"/>
                  </a:lnTo>
                  <a:lnTo>
                    <a:pt x="8036175" y="1543728"/>
                  </a:lnTo>
                  <a:lnTo>
                    <a:pt x="8036990" y="1526128"/>
                  </a:lnTo>
                  <a:lnTo>
                    <a:pt x="8037805" y="1558836"/>
                  </a:lnTo>
                  <a:lnTo>
                    <a:pt x="8038619" y="1561760"/>
                  </a:lnTo>
                  <a:lnTo>
                    <a:pt x="8039434" y="1537417"/>
                  </a:lnTo>
                  <a:lnTo>
                    <a:pt x="8040249" y="1564443"/>
                  </a:lnTo>
                  <a:lnTo>
                    <a:pt x="8041064" y="1573507"/>
                  </a:lnTo>
                  <a:lnTo>
                    <a:pt x="8041879" y="1611999"/>
                  </a:lnTo>
                  <a:lnTo>
                    <a:pt x="8042693" y="1622990"/>
                  </a:lnTo>
                  <a:lnTo>
                    <a:pt x="8043508" y="1583781"/>
                  </a:lnTo>
                  <a:lnTo>
                    <a:pt x="8044323" y="1564129"/>
                  </a:lnTo>
                  <a:lnTo>
                    <a:pt x="8045138" y="1534855"/>
                  </a:lnTo>
                  <a:lnTo>
                    <a:pt x="8045952" y="1555338"/>
                  </a:lnTo>
                  <a:lnTo>
                    <a:pt x="8046767" y="1568069"/>
                  </a:lnTo>
                  <a:lnTo>
                    <a:pt x="8047582" y="1582327"/>
                  </a:lnTo>
                  <a:lnTo>
                    <a:pt x="8048397" y="1614833"/>
                  </a:lnTo>
                  <a:lnTo>
                    <a:pt x="8049212" y="1608999"/>
                  </a:lnTo>
                  <a:lnTo>
                    <a:pt x="8050026" y="1601356"/>
                  </a:lnTo>
                  <a:lnTo>
                    <a:pt x="8050841" y="1633155"/>
                  </a:lnTo>
                  <a:lnTo>
                    <a:pt x="8051656" y="1621778"/>
                  </a:lnTo>
                  <a:lnTo>
                    <a:pt x="8052471" y="1608764"/>
                  </a:lnTo>
                  <a:lnTo>
                    <a:pt x="8053286" y="1573217"/>
                  </a:lnTo>
                  <a:lnTo>
                    <a:pt x="8054100" y="1588812"/>
                  </a:lnTo>
                  <a:lnTo>
                    <a:pt x="8054915" y="1637132"/>
                  </a:lnTo>
                  <a:lnTo>
                    <a:pt x="8055730" y="1643139"/>
                  </a:lnTo>
                  <a:lnTo>
                    <a:pt x="8056545" y="1634133"/>
                  </a:lnTo>
                  <a:lnTo>
                    <a:pt x="8057359" y="1607037"/>
                  </a:lnTo>
                  <a:lnTo>
                    <a:pt x="8058174" y="1618349"/>
                  </a:lnTo>
                  <a:lnTo>
                    <a:pt x="8058989" y="1619164"/>
                  </a:lnTo>
                  <a:lnTo>
                    <a:pt x="8059804" y="1604313"/>
                  </a:lnTo>
                  <a:lnTo>
                    <a:pt x="8060619" y="1588402"/>
                  </a:lnTo>
                  <a:lnTo>
                    <a:pt x="8061433" y="1613994"/>
                  </a:lnTo>
                  <a:lnTo>
                    <a:pt x="8062248" y="1612404"/>
                  </a:lnTo>
                  <a:lnTo>
                    <a:pt x="8063063" y="1597258"/>
                  </a:lnTo>
                  <a:lnTo>
                    <a:pt x="8063878" y="1591311"/>
                  </a:lnTo>
                  <a:lnTo>
                    <a:pt x="8064692" y="1555799"/>
                  </a:lnTo>
                  <a:lnTo>
                    <a:pt x="8065507" y="1531403"/>
                  </a:lnTo>
                  <a:lnTo>
                    <a:pt x="8066322" y="1538257"/>
                  </a:lnTo>
                  <a:lnTo>
                    <a:pt x="8067137" y="1519135"/>
                  </a:lnTo>
                  <a:lnTo>
                    <a:pt x="8067952" y="1528217"/>
                  </a:lnTo>
                  <a:lnTo>
                    <a:pt x="8068766" y="1533594"/>
                  </a:lnTo>
                  <a:lnTo>
                    <a:pt x="8069581" y="1594534"/>
                  </a:lnTo>
                  <a:lnTo>
                    <a:pt x="8070396" y="1612159"/>
                  </a:lnTo>
                  <a:lnTo>
                    <a:pt x="8071211" y="1629397"/>
                  </a:lnTo>
                  <a:lnTo>
                    <a:pt x="8072025" y="1653224"/>
                  </a:lnTo>
                  <a:lnTo>
                    <a:pt x="8072840" y="1680681"/>
                  </a:lnTo>
                  <a:lnTo>
                    <a:pt x="8073655" y="1703954"/>
                  </a:lnTo>
                  <a:lnTo>
                    <a:pt x="8074470" y="1698277"/>
                  </a:lnTo>
                  <a:lnTo>
                    <a:pt x="8075285" y="1690247"/>
                  </a:lnTo>
                  <a:lnTo>
                    <a:pt x="8076099" y="1672813"/>
                  </a:lnTo>
                  <a:lnTo>
                    <a:pt x="8076914" y="1674838"/>
                  </a:lnTo>
                  <a:lnTo>
                    <a:pt x="8077729" y="1622162"/>
                  </a:lnTo>
                  <a:lnTo>
                    <a:pt x="8078544" y="1595439"/>
                  </a:lnTo>
                  <a:lnTo>
                    <a:pt x="8079358" y="1540014"/>
                  </a:lnTo>
                  <a:lnTo>
                    <a:pt x="8080173" y="1537078"/>
                  </a:lnTo>
                  <a:lnTo>
                    <a:pt x="8080988" y="1482586"/>
                  </a:lnTo>
                  <a:lnTo>
                    <a:pt x="8081803" y="1464739"/>
                  </a:lnTo>
                  <a:lnTo>
                    <a:pt x="8082618" y="1466101"/>
                  </a:lnTo>
                  <a:lnTo>
                    <a:pt x="8083432" y="1473456"/>
                  </a:lnTo>
                  <a:lnTo>
                    <a:pt x="8084247" y="1422398"/>
                  </a:lnTo>
                  <a:lnTo>
                    <a:pt x="8085062" y="1402455"/>
                  </a:lnTo>
                  <a:lnTo>
                    <a:pt x="8085877" y="1450886"/>
                  </a:lnTo>
                  <a:lnTo>
                    <a:pt x="8086692" y="1447974"/>
                  </a:lnTo>
                  <a:lnTo>
                    <a:pt x="8087506" y="1446726"/>
                  </a:lnTo>
                  <a:lnTo>
                    <a:pt x="8088321" y="1490508"/>
                  </a:lnTo>
                  <a:lnTo>
                    <a:pt x="8089136" y="1490555"/>
                  </a:lnTo>
                  <a:lnTo>
                    <a:pt x="8089951" y="1521841"/>
                  </a:lnTo>
                  <a:lnTo>
                    <a:pt x="8090765" y="1547484"/>
                  </a:lnTo>
                  <a:lnTo>
                    <a:pt x="8091580" y="1535816"/>
                  </a:lnTo>
                  <a:lnTo>
                    <a:pt x="8092395" y="1530287"/>
                  </a:lnTo>
                  <a:lnTo>
                    <a:pt x="8093210" y="1525069"/>
                  </a:lnTo>
                  <a:lnTo>
                    <a:pt x="8094025" y="1544920"/>
                  </a:lnTo>
                  <a:lnTo>
                    <a:pt x="8094839" y="1494826"/>
                  </a:lnTo>
                  <a:lnTo>
                    <a:pt x="8095654" y="1483213"/>
                  </a:lnTo>
                  <a:lnTo>
                    <a:pt x="8096469" y="1516667"/>
                  </a:lnTo>
                  <a:lnTo>
                    <a:pt x="8097284" y="1552698"/>
                  </a:lnTo>
                  <a:lnTo>
                    <a:pt x="8098098" y="1580499"/>
                  </a:lnTo>
                  <a:lnTo>
                    <a:pt x="8098913" y="1505527"/>
                  </a:lnTo>
                  <a:lnTo>
                    <a:pt x="8099728" y="1467619"/>
                  </a:lnTo>
                  <a:lnTo>
                    <a:pt x="8100543" y="1454405"/>
                  </a:lnTo>
                  <a:lnTo>
                    <a:pt x="8101358" y="1475161"/>
                  </a:lnTo>
                  <a:lnTo>
                    <a:pt x="8102172" y="1535101"/>
                  </a:lnTo>
                  <a:lnTo>
                    <a:pt x="8102987" y="1498015"/>
                  </a:lnTo>
                  <a:lnTo>
                    <a:pt x="8103802" y="1480330"/>
                  </a:lnTo>
                  <a:lnTo>
                    <a:pt x="8104617" y="1520708"/>
                  </a:lnTo>
                  <a:lnTo>
                    <a:pt x="8105431" y="1553889"/>
                  </a:lnTo>
                  <a:lnTo>
                    <a:pt x="8106246" y="1613839"/>
                  </a:lnTo>
                  <a:lnTo>
                    <a:pt x="8107061" y="1552617"/>
                  </a:lnTo>
                  <a:lnTo>
                    <a:pt x="8107876" y="1548392"/>
                  </a:lnTo>
                  <a:lnTo>
                    <a:pt x="8108691" y="1496939"/>
                  </a:lnTo>
                  <a:lnTo>
                    <a:pt x="8109505" y="1449874"/>
                  </a:lnTo>
                  <a:lnTo>
                    <a:pt x="8110320" y="1493448"/>
                  </a:lnTo>
                  <a:lnTo>
                    <a:pt x="8111135" y="1476950"/>
                  </a:lnTo>
                  <a:lnTo>
                    <a:pt x="8111950" y="1467786"/>
                  </a:lnTo>
                  <a:lnTo>
                    <a:pt x="8112764" y="1494626"/>
                  </a:lnTo>
                  <a:lnTo>
                    <a:pt x="8113579" y="1493054"/>
                  </a:lnTo>
                  <a:lnTo>
                    <a:pt x="8114394" y="1516855"/>
                  </a:lnTo>
                  <a:lnTo>
                    <a:pt x="8115209" y="1565027"/>
                  </a:lnTo>
                  <a:lnTo>
                    <a:pt x="8116024" y="1524605"/>
                  </a:lnTo>
                  <a:lnTo>
                    <a:pt x="8116838" y="1541250"/>
                  </a:lnTo>
                  <a:lnTo>
                    <a:pt x="8117653" y="1550746"/>
                  </a:lnTo>
                  <a:lnTo>
                    <a:pt x="8118468" y="1556861"/>
                  </a:lnTo>
                  <a:lnTo>
                    <a:pt x="8119283" y="1545457"/>
                  </a:lnTo>
                  <a:lnTo>
                    <a:pt x="8120097" y="1574861"/>
                  </a:lnTo>
                  <a:lnTo>
                    <a:pt x="8120912" y="1589200"/>
                  </a:lnTo>
                  <a:lnTo>
                    <a:pt x="8121727" y="1609357"/>
                  </a:lnTo>
                  <a:lnTo>
                    <a:pt x="8122542" y="1561771"/>
                  </a:lnTo>
                  <a:lnTo>
                    <a:pt x="8123357" y="1526730"/>
                  </a:lnTo>
                  <a:lnTo>
                    <a:pt x="8124171" y="1483708"/>
                  </a:lnTo>
                  <a:lnTo>
                    <a:pt x="8124986" y="1450838"/>
                  </a:lnTo>
                  <a:lnTo>
                    <a:pt x="8125801" y="1423188"/>
                  </a:lnTo>
                  <a:lnTo>
                    <a:pt x="8126616" y="1362592"/>
                  </a:lnTo>
                  <a:lnTo>
                    <a:pt x="8127431" y="1311617"/>
                  </a:lnTo>
                  <a:lnTo>
                    <a:pt x="8128245" y="1318918"/>
                  </a:lnTo>
                  <a:lnTo>
                    <a:pt x="8129060" y="1310608"/>
                  </a:lnTo>
                  <a:lnTo>
                    <a:pt x="8129875" y="1350441"/>
                  </a:lnTo>
                  <a:lnTo>
                    <a:pt x="8130690" y="1396597"/>
                  </a:lnTo>
                  <a:lnTo>
                    <a:pt x="8131504" y="1383784"/>
                  </a:lnTo>
                  <a:lnTo>
                    <a:pt x="8132319" y="1424767"/>
                  </a:lnTo>
                  <a:lnTo>
                    <a:pt x="8133134" y="1396098"/>
                  </a:lnTo>
                  <a:lnTo>
                    <a:pt x="8133949" y="1415569"/>
                  </a:lnTo>
                  <a:lnTo>
                    <a:pt x="8134764" y="1464192"/>
                  </a:lnTo>
                  <a:lnTo>
                    <a:pt x="8135578" y="1515171"/>
                  </a:lnTo>
                  <a:lnTo>
                    <a:pt x="8136393" y="1483693"/>
                  </a:lnTo>
                  <a:lnTo>
                    <a:pt x="8137208" y="1481332"/>
                  </a:lnTo>
                  <a:lnTo>
                    <a:pt x="8138023" y="1463493"/>
                  </a:lnTo>
                  <a:lnTo>
                    <a:pt x="8138837" y="1459942"/>
                  </a:lnTo>
                  <a:lnTo>
                    <a:pt x="8139652" y="1420990"/>
                  </a:lnTo>
                  <a:lnTo>
                    <a:pt x="8140467" y="1309251"/>
                  </a:lnTo>
                  <a:lnTo>
                    <a:pt x="8141282" y="1345992"/>
                  </a:lnTo>
                  <a:lnTo>
                    <a:pt x="8142097" y="1312114"/>
                  </a:lnTo>
                  <a:lnTo>
                    <a:pt x="8142911" y="1318282"/>
                  </a:lnTo>
                  <a:lnTo>
                    <a:pt x="8143726" y="1333580"/>
                  </a:lnTo>
                  <a:lnTo>
                    <a:pt x="8144541" y="1310824"/>
                  </a:lnTo>
                  <a:lnTo>
                    <a:pt x="8145356" y="1341232"/>
                  </a:lnTo>
                  <a:lnTo>
                    <a:pt x="8146170" y="1322258"/>
                  </a:lnTo>
                  <a:lnTo>
                    <a:pt x="8146985" y="1320338"/>
                  </a:lnTo>
                  <a:lnTo>
                    <a:pt x="8147800" y="1400860"/>
                  </a:lnTo>
                  <a:lnTo>
                    <a:pt x="8148615" y="1416804"/>
                  </a:lnTo>
                  <a:lnTo>
                    <a:pt x="8149430" y="1447246"/>
                  </a:lnTo>
                  <a:lnTo>
                    <a:pt x="8150244" y="1532885"/>
                  </a:lnTo>
                  <a:lnTo>
                    <a:pt x="8151059" y="1539571"/>
                  </a:lnTo>
                  <a:lnTo>
                    <a:pt x="8151874" y="1479845"/>
                  </a:lnTo>
                  <a:lnTo>
                    <a:pt x="8152689" y="1476593"/>
                  </a:lnTo>
                  <a:lnTo>
                    <a:pt x="8153503" y="1442117"/>
                  </a:lnTo>
                  <a:lnTo>
                    <a:pt x="8154318" y="1526721"/>
                  </a:lnTo>
                  <a:lnTo>
                    <a:pt x="8155133" y="1533363"/>
                  </a:lnTo>
                  <a:lnTo>
                    <a:pt x="8155948" y="1578376"/>
                  </a:lnTo>
                  <a:lnTo>
                    <a:pt x="8156763" y="1602243"/>
                  </a:lnTo>
                  <a:lnTo>
                    <a:pt x="8157577" y="1583600"/>
                  </a:lnTo>
                  <a:lnTo>
                    <a:pt x="8158392" y="1567689"/>
                  </a:lnTo>
                  <a:lnTo>
                    <a:pt x="8159207" y="1508264"/>
                  </a:lnTo>
                  <a:lnTo>
                    <a:pt x="8160022" y="1469266"/>
                  </a:lnTo>
                  <a:lnTo>
                    <a:pt x="8160836" y="1483305"/>
                  </a:lnTo>
                  <a:lnTo>
                    <a:pt x="8161651" y="1482385"/>
                  </a:lnTo>
                  <a:lnTo>
                    <a:pt x="8162466" y="1524478"/>
                  </a:lnTo>
                  <a:lnTo>
                    <a:pt x="8163281" y="1485923"/>
                  </a:lnTo>
                  <a:lnTo>
                    <a:pt x="8164096" y="1518743"/>
                  </a:lnTo>
                  <a:lnTo>
                    <a:pt x="8164910" y="1581417"/>
                  </a:lnTo>
                  <a:lnTo>
                    <a:pt x="8165725" y="1580893"/>
                  </a:lnTo>
                  <a:lnTo>
                    <a:pt x="8166540" y="1559625"/>
                  </a:lnTo>
                  <a:lnTo>
                    <a:pt x="8167355" y="1517257"/>
                  </a:lnTo>
                  <a:lnTo>
                    <a:pt x="8168170" y="1555144"/>
                  </a:lnTo>
                  <a:lnTo>
                    <a:pt x="8168984" y="1612704"/>
                  </a:lnTo>
                  <a:lnTo>
                    <a:pt x="8169799" y="1628162"/>
                  </a:lnTo>
                  <a:lnTo>
                    <a:pt x="8170614" y="1610250"/>
                  </a:lnTo>
                  <a:lnTo>
                    <a:pt x="8171429" y="1600015"/>
                  </a:lnTo>
                  <a:lnTo>
                    <a:pt x="8172243" y="1606775"/>
                  </a:lnTo>
                  <a:lnTo>
                    <a:pt x="8173058" y="1584386"/>
                  </a:lnTo>
                  <a:lnTo>
                    <a:pt x="8173873" y="1575660"/>
                  </a:lnTo>
                  <a:lnTo>
                    <a:pt x="8174688" y="1554182"/>
                  </a:lnTo>
                  <a:lnTo>
                    <a:pt x="8175503" y="1546069"/>
                  </a:lnTo>
                  <a:lnTo>
                    <a:pt x="8176317" y="1568395"/>
                  </a:lnTo>
                  <a:lnTo>
                    <a:pt x="8177132" y="1552669"/>
                  </a:lnTo>
                  <a:lnTo>
                    <a:pt x="8177947" y="1574257"/>
                  </a:lnTo>
                  <a:lnTo>
                    <a:pt x="8178762" y="1565978"/>
                  </a:lnTo>
                  <a:lnTo>
                    <a:pt x="8179576" y="1524496"/>
                  </a:lnTo>
                  <a:lnTo>
                    <a:pt x="8180391" y="1504627"/>
                  </a:lnTo>
                  <a:lnTo>
                    <a:pt x="8181206" y="1496679"/>
                  </a:lnTo>
                  <a:lnTo>
                    <a:pt x="8182021" y="1471736"/>
                  </a:lnTo>
                  <a:lnTo>
                    <a:pt x="8182836" y="1459171"/>
                  </a:lnTo>
                  <a:lnTo>
                    <a:pt x="8183650" y="1452108"/>
                  </a:lnTo>
                  <a:lnTo>
                    <a:pt x="8184465" y="1401181"/>
                  </a:lnTo>
                  <a:lnTo>
                    <a:pt x="8185280" y="1335843"/>
                  </a:lnTo>
                  <a:lnTo>
                    <a:pt x="8186095" y="1296628"/>
                  </a:lnTo>
                  <a:lnTo>
                    <a:pt x="8186909" y="1322881"/>
                  </a:lnTo>
                  <a:lnTo>
                    <a:pt x="8187724" y="1325500"/>
                  </a:lnTo>
                  <a:lnTo>
                    <a:pt x="8188539" y="1354630"/>
                  </a:lnTo>
                  <a:lnTo>
                    <a:pt x="8189354" y="1325160"/>
                  </a:lnTo>
                  <a:lnTo>
                    <a:pt x="8190169" y="1342666"/>
                  </a:lnTo>
                  <a:lnTo>
                    <a:pt x="8190983" y="1477084"/>
                  </a:lnTo>
                  <a:lnTo>
                    <a:pt x="8191798" y="1461205"/>
                  </a:lnTo>
                  <a:lnTo>
                    <a:pt x="8192613" y="1458135"/>
                  </a:lnTo>
                  <a:lnTo>
                    <a:pt x="8193428" y="1406834"/>
                  </a:lnTo>
                  <a:lnTo>
                    <a:pt x="8194242" y="1472252"/>
                  </a:lnTo>
                  <a:lnTo>
                    <a:pt x="8195057" y="1461789"/>
                  </a:lnTo>
                  <a:lnTo>
                    <a:pt x="8195872" y="1403074"/>
                  </a:lnTo>
                  <a:lnTo>
                    <a:pt x="8196687" y="1362113"/>
                  </a:lnTo>
                  <a:lnTo>
                    <a:pt x="8197502" y="1414667"/>
                  </a:lnTo>
                  <a:lnTo>
                    <a:pt x="8198316" y="1433744"/>
                  </a:lnTo>
                  <a:lnTo>
                    <a:pt x="8199131" y="1439646"/>
                  </a:lnTo>
                  <a:lnTo>
                    <a:pt x="8199946" y="1470304"/>
                  </a:lnTo>
                  <a:lnTo>
                    <a:pt x="8200761" y="1443755"/>
                  </a:lnTo>
                  <a:lnTo>
                    <a:pt x="8201575" y="1524551"/>
                  </a:lnTo>
                  <a:lnTo>
                    <a:pt x="8202390" y="1482701"/>
                  </a:lnTo>
                  <a:lnTo>
                    <a:pt x="8203205" y="1456521"/>
                  </a:lnTo>
                  <a:lnTo>
                    <a:pt x="8204020" y="1429590"/>
                  </a:lnTo>
                  <a:lnTo>
                    <a:pt x="8204835" y="1483655"/>
                  </a:lnTo>
                  <a:lnTo>
                    <a:pt x="8205649" y="1532900"/>
                  </a:lnTo>
                  <a:lnTo>
                    <a:pt x="8206464" y="1557740"/>
                  </a:lnTo>
                  <a:lnTo>
                    <a:pt x="8207279" y="1587942"/>
                  </a:lnTo>
                  <a:lnTo>
                    <a:pt x="8208094" y="1562588"/>
                  </a:lnTo>
                  <a:lnTo>
                    <a:pt x="8208909" y="1554516"/>
                  </a:lnTo>
                  <a:lnTo>
                    <a:pt x="8209723" y="1502896"/>
                  </a:lnTo>
                  <a:lnTo>
                    <a:pt x="8210538" y="1481191"/>
                  </a:lnTo>
                  <a:lnTo>
                    <a:pt x="8211353" y="1504609"/>
                  </a:lnTo>
                  <a:lnTo>
                    <a:pt x="8212168" y="1530828"/>
                  </a:lnTo>
                  <a:lnTo>
                    <a:pt x="8212982" y="1510352"/>
                  </a:lnTo>
                  <a:lnTo>
                    <a:pt x="8213797" y="1514930"/>
                  </a:lnTo>
                  <a:lnTo>
                    <a:pt x="8214612" y="1540795"/>
                  </a:lnTo>
                  <a:lnTo>
                    <a:pt x="8215427" y="1541491"/>
                  </a:lnTo>
                  <a:lnTo>
                    <a:pt x="8216242" y="1549457"/>
                  </a:lnTo>
                  <a:lnTo>
                    <a:pt x="8217056" y="1557613"/>
                  </a:lnTo>
                  <a:lnTo>
                    <a:pt x="8217871" y="1601054"/>
                  </a:lnTo>
                  <a:lnTo>
                    <a:pt x="8218686" y="1625070"/>
                  </a:lnTo>
                  <a:lnTo>
                    <a:pt x="8219501" y="1601081"/>
                  </a:lnTo>
                  <a:lnTo>
                    <a:pt x="8220315" y="1605425"/>
                  </a:lnTo>
                  <a:lnTo>
                    <a:pt x="8221130" y="1659798"/>
                  </a:lnTo>
                  <a:lnTo>
                    <a:pt x="8221945" y="1665247"/>
                  </a:lnTo>
                  <a:lnTo>
                    <a:pt x="8222760" y="1665374"/>
                  </a:lnTo>
                  <a:lnTo>
                    <a:pt x="8223575" y="1669562"/>
                  </a:lnTo>
                  <a:lnTo>
                    <a:pt x="8224389" y="1708716"/>
                  </a:lnTo>
                  <a:lnTo>
                    <a:pt x="8225204" y="1697427"/>
                  </a:lnTo>
                  <a:lnTo>
                    <a:pt x="8226019" y="1680477"/>
                  </a:lnTo>
                  <a:lnTo>
                    <a:pt x="8226834" y="1661900"/>
                  </a:lnTo>
                  <a:lnTo>
                    <a:pt x="8227648" y="1653712"/>
                  </a:lnTo>
                  <a:lnTo>
                    <a:pt x="8228463" y="1616672"/>
                  </a:lnTo>
                  <a:lnTo>
                    <a:pt x="8229278" y="1618197"/>
                  </a:lnTo>
                  <a:lnTo>
                    <a:pt x="8230093" y="1570300"/>
                  </a:lnTo>
                  <a:lnTo>
                    <a:pt x="8230908" y="1562882"/>
                  </a:lnTo>
                  <a:lnTo>
                    <a:pt x="8231722" y="1629489"/>
                  </a:lnTo>
                  <a:lnTo>
                    <a:pt x="8232537" y="1564842"/>
                  </a:lnTo>
                  <a:lnTo>
                    <a:pt x="8233352" y="1534138"/>
                  </a:lnTo>
                  <a:lnTo>
                    <a:pt x="8234167" y="1472210"/>
                  </a:lnTo>
                  <a:lnTo>
                    <a:pt x="8234981" y="1481904"/>
                  </a:lnTo>
                  <a:lnTo>
                    <a:pt x="8235796" y="1453144"/>
                  </a:lnTo>
                  <a:lnTo>
                    <a:pt x="8236611" y="1399912"/>
                  </a:lnTo>
                  <a:lnTo>
                    <a:pt x="8237426" y="1463083"/>
                  </a:lnTo>
                  <a:lnTo>
                    <a:pt x="8238241" y="1469163"/>
                  </a:lnTo>
                  <a:lnTo>
                    <a:pt x="8239055" y="1479580"/>
                  </a:lnTo>
                  <a:lnTo>
                    <a:pt x="8239870" y="1454253"/>
                  </a:lnTo>
                  <a:lnTo>
                    <a:pt x="8240685" y="1462779"/>
                  </a:lnTo>
                  <a:lnTo>
                    <a:pt x="8241500" y="1490072"/>
                  </a:lnTo>
                  <a:lnTo>
                    <a:pt x="8242314" y="1502603"/>
                  </a:lnTo>
                  <a:lnTo>
                    <a:pt x="8243129" y="1512269"/>
                  </a:lnTo>
                  <a:lnTo>
                    <a:pt x="8243944" y="1519951"/>
                  </a:lnTo>
                  <a:lnTo>
                    <a:pt x="8244759" y="1514953"/>
                  </a:lnTo>
                  <a:lnTo>
                    <a:pt x="8245574" y="1476439"/>
                  </a:lnTo>
                  <a:lnTo>
                    <a:pt x="8246388" y="1463243"/>
                  </a:lnTo>
                  <a:lnTo>
                    <a:pt x="8247203" y="1510274"/>
                  </a:lnTo>
                  <a:lnTo>
                    <a:pt x="8248018" y="1521056"/>
                  </a:lnTo>
                  <a:lnTo>
                    <a:pt x="8248833" y="1525558"/>
                  </a:lnTo>
                  <a:lnTo>
                    <a:pt x="8249648" y="1501167"/>
                  </a:lnTo>
                  <a:lnTo>
                    <a:pt x="8250462" y="1465821"/>
                  </a:lnTo>
                  <a:lnTo>
                    <a:pt x="8251277" y="1477314"/>
                  </a:lnTo>
                  <a:lnTo>
                    <a:pt x="8252092" y="1524975"/>
                  </a:lnTo>
                  <a:lnTo>
                    <a:pt x="8252907" y="1532826"/>
                  </a:lnTo>
                  <a:lnTo>
                    <a:pt x="8253721" y="1490491"/>
                  </a:lnTo>
                  <a:lnTo>
                    <a:pt x="8254536" y="1500880"/>
                  </a:lnTo>
                  <a:lnTo>
                    <a:pt x="8255351" y="1554109"/>
                  </a:lnTo>
                  <a:lnTo>
                    <a:pt x="8256166" y="1601371"/>
                  </a:lnTo>
                  <a:lnTo>
                    <a:pt x="8256981" y="1642491"/>
                  </a:lnTo>
                  <a:lnTo>
                    <a:pt x="8257795" y="1593082"/>
                  </a:lnTo>
                  <a:lnTo>
                    <a:pt x="8258610" y="1599947"/>
                  </a:lnTo>
                  <a:lnTo>
                    <a:pt x="8259425" y="1546926"/>
                  </a:lnTo>
                  <a:lnTo>
                    <a:pt x="8260240" y="1569624"/>
                  </a:lnTo>
                  <a:lnTo>
                    <a:pt x="8261054" y="1574558"/>
                  </a:lnTo>
                  <a:lnTo>
                    <a:pt x="8261869" y="1560564"/>
                  </a:lnTo>
                  <a:lnTo>
                    <a:pt x="8262684" y="1534150"/>
                  </a:lnTo>
                  <a:lnTo>
                    <a:pt x="8263499" y="1537887"/>
                  </a:lnTo>
                  <a:lnTo>
                    <a:pt x="8264314" y="1576304"/>
                  </a:lnTo>
                  <a:lnTo>
                    <a:pt x="8265128" y="1601713"/>
                  </a:lnTo>
                  <a:lnTo>
                    <a:pt x="8265943" y="1565721"/>
                  </a:lnTo>
                  <a:lnTo>
                    <a:pt x="8266758" y="1580897"/>
                  </a:lnTo>
                  <a:lnTo>
                    <a:pt x="8267573" y="1634231"/>
                  </a:lnTo>
                  <a:lnTo>
                    <a:pt x="8268387" y="1659065"/>
                  </a:lnTo>
                  <a:lnTo>
                    <a:pt x="8269202" y="1670205"/>
                  </a:lnTo>
                  <a:lnTo>
                    <a:pt x="8270017" y="1675600"/>
                  </a:lnTo>
                  <a:lnTo>
                    <a:pt x="8270832" y="1654237"/>
                  </a:lnTo>
                  <a:lnTo>
                    <a:pt x="8271647" y="1691916"/>
                  </a:lnTo>
                  <a:lnTo>
                    <a:pt x="8272461" y="1719929"/>
                  </a:lnTo>
                  <a:lnTo>
                    <a:pt x="8273276" y="1724934"/>
                  </a:lnTo>
                  <a:lnTo>
                    <a:pt x="8274091" y="1736259"/>
                  </a:lnTo>
                  <a:lnTo>
                    <a:pt x="8274906" y="1720458"/>
                  </a:lnTo>
                  <a:lnTo>
                    <a:pt x="8275720" y="1743500"/>
                  </a:lnTo>
                  <a:lnTo>
                    <a:pt x="8276535" y="1730972"/>
                  </a:lnTo>
                  <a:lnTo>
                    <a:pt x="8277350" y="1730592"/>
                  </a:lnTo>
                  <a:lnTo>
                    <a:pt x="8278165" y="1728155"/>
                  </a:lnTo>
                  <a:lnTo>
                    <a:pt x="8278980" y="1711324"/>
                  </a:lnTo>
                  <a:lnTo>
                    <a:pt x="8279794" y="1700131"/>
                  </a:lnTo>
                  <a:lnTo>
                    <a:pt x="8280609" y="1659225"/>
                  </a:lnTo>
                  <a:lnTo>
                    <a:pt x="8281424" y="1642515"/>
                  </a:lnTo>
                  <a:lnTo>
                    <a:pt x="8282239" y="1625069"/>
                  </a:lnTo>
                  <a:lnTo>
                    <a:pt x="8283053" y="1622425"/>
                  </a:lnTo>
                  <a:lnTo>
                    <a:pt x="8283868" y="1644773"/>
                  </a:lnTo>
                  <a:lnTo>
                    <a:pt x="8284683" y="1634220"/>
                  </a:lnTo>
                  <a:lnTo>
                    <a:pt x="8285498" y="1626002"/>
                  </a:lnTo>
                  <a:lnTo>
                    <a:pt x="8286313" y="1620391"/>
                  </a:lnTo>
                  <a:lnTo>
                    <a:pt x="8287127" y="1593303"/>
                  </a:lnTo>
                  <a:lnTo>
                    <a:pt x="8287942" y="1588640"/>
                  </a:lnTo>
                  <a:lnTo>
                    <a:pt x="8288757" y="1573879"/>
                  </a:lnTo>
                  <a:lnTo>
                    <a:pt x="8289572" y="1558430"/>
                  </a:lnTo>
                  <a:lnTo>
                    <a:pt x="8290387" y="1555230"/>
                  </a:lnTo>
                  <a:lnTo>
                    <a:pt x="8291201" y="1475888"/>
                  </a:lnTo>
                  <a:lnTo>
                    <a:pt x="8292016" y="1538954"/>
                  </a:lnTo>
                  <a:lnTo>
                    <a:pt x="8292831" y="1535846"/>
                  </a:lnTo>
                  <a:lnTo>
                    <a:pt x="8293646" y="1506071"/>
                  </a:lnTo>
                  <a:lnTo>
                    <a:pt x="8294460" y="1524017"/>
                  </a:lnTo>
                  <a:lnTo>
                    <a:pt x="8295275" y="1542470"/>
                  </a:lnTo>
                  <a:lnTo>
                    <a:pt x="8296090" y="1580701"/>
                  </a:lnTo>
                  <a:lnTo>
                    <a:pt x="8296905" y="1605273"/>
                  </a:lnTo>
                  <a:lnTo>
                    <a:pt x="8297720" y="1531935"/>
                  </a:lnTo>
                  <a:lnTo>
                    <a:pt x="8298534" y="1501657"/>
                  </a:lnTo>
                  <a:lnTo>
                    <a:pt x="8299349" y="1519396"/>
                  </a:lnTo>
                  <a:lnTo>
                    <a:pt x="8300164" y="1514152"/>
                  </a:lnTo>
                  <a:lnTo>
                    <a:pt x="8300979" y="1500578"/>
                  </a:lnTo>
                  <a:lnTo>
                    <a:pt x="8301793" y="1515969"/>
                  </a:lnTo>
                  <a:lnTo>
                    <a:pt x="8302608" y="1582250"/>
                  </a:lnTo>
                  <a:lnTo>
                    <a:pt x="8303423" y="1634318"/>
                  </a:lnTo>
                  <a:lnTo>
                    <a:pt x="8304238" y="1621907"/>
                  </a:lnTo>
                  <a:lnTo>
                    <a:pt x="8305053" y="1603107"/>
                  </a:lnTo>
                  <a:lnTo>
                    <a:pt x="8305867" y="1636601"/>
                  </a:lnTo>
                  <a:lnTo>
                    <a:pt x="8306682" y="1667727"/>
                  </a:lnTo>
                  <a:lnTo>
                    <a:pt x="8307497" y="1697274"/>
                  </a:lnTo>
                  <a:lnTo>
                    <a:pt x="8308312" y="1666794"/>
                  </a:lnTo>
                  <a:lnTo>
                    <a:pt x="8309126" y="1653947"/>
                  </a:lnTo>
                  <a:lnTo>
                    <a:pt x="8309941" y="1654621"/>
                  </a:lnTo>
                  <a:lnTo>
                    <a:pt x="8310756" y="1653732"/>
                  </a:lnTo>
                  <a:lnTo>
                    <a:pt x="8311571" y="1636466"/>
                  </a:lnTo>
                  <a:lnTo>
                    <a:pt x="8312386" y="1605404"/>
                  </a:lnTo>
                  <a:lnTo>
                    <a:pt x="8313200" y="1587661"/>
                  </a:lnTo>
                  <a:lnTo>
                    <a:pt x="8314015" y="1611579"/>
                  </a:lnTo>
                  <a:lnTo>
                    <a:pt x="8314830" y="1612269"/>
                  </a:lnTo>
                  <a:lnTo>
                    <a:pt x="8315645" y="1569068"/>
                  </a:lnTo>
                  <a:lnTo>
                    <a:pt x="8316459" y="1565613"/>
                  </a:lnTo>
                  <a:lnTo>
                    <a:pt x="8317274" y="1583852"/>
                  </a:lnTo>
                  <a:lnTo>
                    <a:pt x="8318089" y="1612968"/>
                  </a:lnTo>
                  <a:lnTo>
                    <a:pt x="8318904" y="1627560"/>
                  </a:lnTo>
                  <a:lnTo>
                    <a:pt x="8319719" y="1586525"/>
                  </a:lnTo>
                  <a:lnTo>
                    <a:pt x="8320533" y="1559466"/>
                  </a:lnTo>
                  <a:lnTo>
                    <a:pt x="8321348" y="1542057"/>
                  </a:lnTo>
                  <a:lnTo>
                    <a:pt x="8322163" y="1525194"/>
                  </a:lnTo>
                  <a:lnTo>
                    <a:pt x="8322978" y="1533666"/>
                  </a:lnTo>
                  <a:lnTo>
                    <a:pt x="8323792" y="1548348"/>
                  </a:lnTo>
                  <a:lnTo>
                    <a:pt x="8324607" y="1568453"/>
                  </a:lnTo>
                  <a:lnTo>
                    <a:pt x="8325422" y="1560033"/>
                  </a:lnTo>
                  <a:lnTo>
                    <a:pt x="8326237" y="1522088"/>
                  </a:lnTo>
                  <a:lnTo>
                    <a:pt x="8327052" y="1506338"/>
                  </a:lnTo>
                  <a:lnTo>
                    <a:pt x="8327866" y="1513801"/>
                  </a:lnTo>
                  <a:lnTo>
                    <a:pt x="8328681" y="1485141"/>
                  </a:lnTo>
                  <a:lnTo>
                    <a:pt x="8329496" y="1482113"/>
                  </a:lnTo>
                  <a:lnTo>
                    <a:pt x="8330311" y="1493612"/>
                  </a:lnTo>
                  <a:lnTo>
                    <a:pt x="8331126" y="1524093"/>
                  </a:lnTo>
                  <a:lnTo>
                    <a:pt x="8331940" y="1530869"/>
                  </a:lnTo>
                  <a:lnTo>
                    <a:pt x="8332755" y="1503655"/>
                  </a:lnTo>
                  <a:lnTo>
                    <a:pt x="8333570" y="1488609"/>
                  </a:lnTo>
                  <a:lnTo>
                    <a:pt x="8334385" y="1538672"/>
                  </a:lnTo>
                  <a:lnTo>
                    <a:pt x="8335199" y="1518062"/>
                  </a:lnTo>
                  <a:lnTo>
                    <a:pt x="8336014" y="1490038"/>
                  </a:lnTo>
                  <a:lnTo>
                    <a:pt x="8336829" y="1481550"/>
                  </a:lnTo>
                  <a:lnTo>
                    <a:pt x="8337644" y="1474675"/>
                  </a:lnTo>
                  <a:lnTo>
                    <a:pt x="8338459" y="1508308"/>
                  </a:lnTo>
                  <a:lnTo>
                    <a:pt x="8339273" y="1456210"/>
                  </a:lnTo>
                  <a:lnTo>
                    <a:pt x="8340088" y="1462154"/>
                  </a:lnTo>
                  <a:lnTo>
                    <a:pt x="8340903" y="1456580"/>
                  </a:lnTo>
                  <a:lnTo>
                    <a:pt x="8341718" y="1514947"/>
                  </a:lnTo>
                  <a:lnTo>
                    <a:pt x="8342532" y="1521576"/>
                  </a:lnTo>
                  <a:lnTo>
                    <a:pt x="8343347" y="1448281"/>
                  </a:lnTo>
                  <a:lnTo>
                    <a:pt x="8344162" y="1465396"/>
                  </a:lnTo>
                  <a:lnTo>
                    <a:pt x="8344977" y="1504566"/>
                  </a:lnTo>
                  <a:lnTo>
                    <a:pt x="8345792" y="1513176"/>
                  </a:lnTo>
                  <a:lnTo>
                    <a:pt x="8346606" y="1492654"/>
                  </a:lnTo>
                  <a:lnTo>
                    <a:pt x="8347421" y="1489316"/>
                  </a:lnTo>
                  <a:lnTo>
                    <a:pt x="8348236" y="1479710"/>
                  </a:lnTo>
                  <a:lnTo>
                    <a:pt x="8349051" y="1541514"/>
                  </a:lnTo>
                  <a:lnTo>
                    <a:pt x="8349865" y="1461796"/>
                  </a:lnTo>
                  <a:lnTo>
                    <a:pt x="8350680" y="1506945"/>
                  </a:lnTo>
                  <a:lnTo>
                    <a:pt x="8351495" y="1525631"/>
                  </a:lnTo>
                  <a:lnTo>
                    <a:pt x="8352310" y="1562146"/>
                  </a:lnTo>
                  <a:lnTo>
                    <a:pt x="8353125" y="1540640"/>
                  </a:lnTo>
                  <a:lnTo>
                    <a:pt x="8353939" y="1506105"/>
                  </a:lnTo>
                  <a:lnTo>
                    <a:pt x="8354754" y="1517666"/>
                  </a:lnTo>
                  <a:lnTo>
                    <a:pt x="8355569" y="1503214"/>
                  </a:lnTo>
                  <a:lnTo>
                    <a:pt x="8356384" y="1554083"/>
                  </a:lnTo>
                  <a:lnTo>
                    <a:pt x="8357198" y="1528011"/>
                  </a:lnTo>
                  <a:lnTo>
                    <a:pt x="8358013" y="1569714"/>
                  </a:lnTo>
                  <a:lnTo>
                    <a:pt x="8358828" y="1614969"/>
                  </a:lnTo>
                  <a:lnTo>
                    <a:pt x="8359643" y="1661831"/>
                  </a:lnTo>
                  <a:lnTo>
                    <a:pt x="8360458" y="1711443"/>
                  </a:lnTo>
                  <a:lnTo>
                    <a:pt x="8361272" y="1730699"/>
                  </a:lnTo>
                  <a:lnTo>
                    <a:pt x="8362087" y="1748870"/>
                  </a:lnTo>
                  <a:lnTo>
                    <a:pt x="8362902" y="1743616"/>
                  </a:lnTo>
                  <a:lnTo>
                    <a:pt x="8363717" y="1706712"/>
                  </a:lnTo>
                  <a:lnTo>
                    <a:pt x="8364531" y="1719626"/>
                  </a:lnTo>
                  <a:lnTo>
                    <a:pt x="8365346" y="1622062"/>
                  </a:lnTo>
                  <a:lnTo>
                    <a:pt x="8366161" y="1608081"/>
                  </a:lnTo>
                  <a:lnTo>
                    <a:pt x="8366976" y="1666508"/>
                  </a:lnTo>
                  <a:lnTo>
                    <a:pt x="8367791" y="1688115"/>
                  </a:lnTo>
                  <a:lnTo>
                    <a:pt x="8368605" y="1732779"/>
                  </a:lnTo>
                  <a:lnTo>
                    <a:pt x="8369420" y="1707153"/>
                  </a:lnTo>
                  <a:lnTo>
                    <a:pt x="8370235" y="1697476"/>
                  </a:lnTo>
                  <a:lnTo>
                    <a:pt x="8371050" y="1690001"/>
                  </a:lnTo>
                  <a:lnTo>
                    <a:pt x="8371865" y="1672300"/>
                  </a:lnTo>
                  <a:lnTo>
                    <a:pt x="8372679" y="1706854"/>
                  </a:lnTo>
                  <a:lnTo>
                    <a:pt x="8373494" y="1693367"/>
                  </a:lnTo>
                  <a:lnTo>
                    <a:pt x="8374309" y="1734586"/>
                  </a:lnTo>
                  <a:lnTo>
                    <a:pt x="8375124" y="1666778"/>
                  </a:lnTo>
                  <a:lnTo>
                    <a:pt x="8375938" y="1639832"/>
                  </a:lnTo>
                  <a:lnTo>
                    <a:pt x="8376753" y="1666087"/>
                  </a:lnTo>
                  <a:lnTo>
                    <a:pt x="8377568" y="1649046"/>
                  </a:lnTo>
                  <a:lnTo>
                    <a:pt x="8378383" y="1642770"/>
                  </a:lnTo>
                  <a:lnTo>
                    <a:pt x="8379198" y="1658298"/>
                  </a:lnTo>
                  <a:lnTo>
                    <a:pt x="8380012" y="1645129"/>
                  </a:lnTo>
                  <a:lnTo>
                    <a:pt x="8380827" y="1672677"/>
                  </a:lnTo>
                  <a:lnTo>
                    <a:pt x="8381642" y="1662490"/>
                  </a:lnTo>
                  <a:lnTo>
                    <a:pt x="8382457" y="1648988"/>
                  </a:lnTo>
                  <a:lnTo>
                    <a:pt x="8383271" y="1649721"/>
                  </a:lnTo>
                  <a:lnTo>
                    <a:pt x="8384086" y="1615715"/>
                  </a:lnTo>
                  <a:lnTo>
                    <a:pt x="8384901" y="1574122"/>
                  </a:lnTo>
                  <a:lnTo>
                    <a:pt x="8385716" y="1523053"/>
                  </a:lnTo>
                  <a:lnTo>
                    <a:pt x="8386531" y="1467393"/>
                  </a:lnTo>
                  <a:lnTo>
                    <a:pt x="8387345" y="1499417"/>
                  </a:lnTo>
                  <a:lnTo>
                    <a:pt x="8388160" y="1513444"/>
                  </a:lnTo>
                  <a:lnTo>
                    <a:pt x="8388975" y="1560517"/>
                  </a:lnTo>
                  <a:lnTo>
                    <a:pt x="8389790" y="1567580"/>
                  </a:lnTo>
                  <a:lnTo>
                    <a:pt x="8390604" y="1505849"/>
                  </a:lnTo>
                  <a:lnTo>
                    <a:pt x="8391419" y="1484285"/>
                  </a:lnTo>
                  <a:lnTo>
                    <a:pt x="8392234" y="1436562"/>
                  </a:lnTo>
                  <a:lnTo>
                    <a:pt x="8393049" y="1469952"/>
                  </a:lnTo>
                  <a:lnTo>
                    <a:pt x="8393864" y="1454829"/>
                  </a:lnTo>
                  <a:lnTo>
                    <a:pt x="8394678" y="1472576"/>
                  </a:lnTo>
                  <a:lnTo>
                    <a:pt x="8395493" y="1492732"/>
                  </a:lnTo>
                  <a:lnTo>
                    <a:pt x="8396308" y="1507018"/>
                  </a:lnTo>
                  <a:lnTo>
                    <a:pt x="8397123" y="1491036"/>
                  </a:lnTo>
                  <a:lnTo>
                    <a:pt x="8397937" y="1490635"/>
                  </a:lnTo>
                  <a:lnTo>
                    <a:pt x="8398752" y="1442905"/>
                  </a:lnTo>
                  <a:lnTo>
                    <a:pt x="8399567" y="1475202"/>
                  </a:lnTo>
                  <a:lnTo>
                    <a:pt x="8400382" y="1483691"/>
                  </a:lnTo>
                  <a:lnTo>
                    <a:pt x="8401197" y="1449345"/>
                  </a:lnTo>
                  <a:lnTo>
                    <a:pt x="8402011" y="1450054"/>
                  </a:lnTo>
                  <a:lnTo>
                    <a:pt x="8402826" y="1455133"/>
                  </a:lnTo>
                  <a:lnTo>
                    <a:pt x="8403641" y="1507001"/>
                  </a:lnTo>
                  <a:lnTo>
                    <a:pt x="8404456" y="1494047"/>
                  </a:lnTo>
                  <a:lnTo>
                    <a:pt x="8405271" y="1508733"/>
                  </a:lnTo>
                  <a:lnTo>
                    <a:pt x="8406085" y="1537902"/>
                  </a:lnTo>
                  <a:lnTo>
                    <a:pt x="8406900" y="1589445"/>
                  </a:lnTo>
                  <a:lnTo>
                    <a:pt x="8407715" y="1648801"/>
                  </a:lnTo>
                  <a:lnTo>
                    <a:pt x="8408530" y="1680295"/>
                  </a:lnTo>
                  <a:lnTo>
                    <a:pt x="8409344" y="1683952"/>
                  </a:lnTo>
                  <a:lnTo>
                    <a:pt x="8410159" y="1709772"/>
                  </a:lnTo>
                  <a:lnTo>
                    <a:pt x="8410974" y="1691167"/>
                  </a:lnTo>
                  <a:lnTo>
                    <a:pt x="8411789" y="1721427"/>
                  </a:lnTo>
                  <a:lnTo>
                    <a:pt x="8412604" y="1730338"/>
                  </a:lnTo>
                  <a:lnTo>
                    <a:pt x="8413418" y="1737846"/>
                  </a:lnTo>
                  <a:lnTo>
                    <a:pt x="8414233" y="1756701"/>
                  </a:lnTo>
                  <a:lnTo>
                    <a:pt x="8414233" y="1756701"/>
                  </a:lnTo>
                  <a:lnTo>
                    <a:pt x="8415048" y="1736783"/>
                  </a:lnTo>
                  <a:lnTo>
                    <a:pt x="8415863" y="1730459"/>
                  </a:lnTo>
                  <a:lnTo>
                    <a:pt x="8416677" y="1730464"/>
                  </a:lnTo>
                  <a:lnTo>
                    <a:pt x="8417492" y="1708263"/>
                  </a:lnTo>
                  <a:lnTo>
                    <a:pt x="8418307" y="1716415"/>
                  </a:lnTo>
                  <a:lnTo>
                    <a:pt x="8419122" y="1687943"/>
                  </a:lnTo>
                  <a:lnTo>
                    <a:pt x="8419937" y="1698584"/>
                  </a:lnTo>
                  <a:lnTo>
                    <a:pt x="8420751" y="1702153"/>
                  </a:lnTo>
                  <a:lnTo>
                    <a:pt x="8421566" y="1660692"/>
                  </a:lnTo>
                  <a:lnTo>
                    <a:pt x="8422381" y="1683086"/>
                  </a:lnTo>
                  <a:lnTo>
                    <a:pt x="8423196" y="1634851"/>
                  </a:lnTo>
                  <a:lnTo>
                    <a:pt x="8424010" y="1656610"/>
                  </a:lnTo>
                  <a:lnTo>
                    <a:pt x="8424825" y="1624157"/>
                  </a:lnTo>
                  <a:lnTo>
                    <a:pt x="8425640" y="1595663"/>
                  </a:lnTo>
                  <a:lnTo>
                    <a:pt x="8426455" y="1576899"/>
                  </a:lnTo>
                  <a:lnTo>
                    <a:pt x="8427270" y="1569621"/>
                  </a:lnTo>
                  <a:lnTo>
                    <a:pt x="8428084" y="1575280"/>
                  </a:lnTo>
                  <a:lnTo>
                    <a:pt x="8428899" y="1582722"/>
                  </a:lnTo>
                  <a:lnTo>
                    <a:pt x="8429714" y="1573085"/>
                  </a:lnTo>
                  <a:lnTo>
                    <a:pt x="8430529" y="1556428"/>
                  </a:lnTo>
                  <a:lnTo>
                    <a:pt x="8431343" y="1540201"/>
                  </a:lnTo>
                  <a:lnTo>
                    <a:pt x="8432158" y="1532033"/>
                  </a:lnTo>
                  <a:lnTo>
                    <a:pt x="8432973" y="1504821"/>
                  </a:lnTo>
                  <a:lnTo>
                    <a:pt x="8433788" y="1451495"/>
                  </a:lnTo>
                  <a:lnTo>
                    <a:pt x="8434603" y="1443959"/>
                  </a:lnTo>
                  <a:lnTo>
                    <a:pt x="8435417" y="1464090"/>
                  </a:lnTo>
                  <a:lnTo>
                    <a:pt x="8436232" y="1400594"/>
                  </a:lnTo>
                  <a:lnTo>
                    <a:pt x="8437047" y="1409831"/>
                  </a:lnTo>
                  <a:lnTo>
                    <a:pt x="8437862" y="1363038"/>
                  </a:lnTo>
                  <a:lnTo>
                    <a:pt x="8438676" y="1370233"/>
                  </a:lnTo>
                  <a:lnTo>
                    <a:pt x="8439491" y="1321342"/>
                  </a:lnTo>
                  <a:lnTo>
                    <a:pt x="8440306" y="1261201"/>
                  </a:lnTo>
                  <a:lnTo>
                    <a:pt x="8441121" y="1336669"/>
                  </a:lnTo>
                  <a:lnTo>
                    <a:pt x="8441936" y="1283526"/>
                  </a:lnTo>
                  <a:lnTo>
                    <a:pt x="8442750" y="1336257"/>
                  </a:lnTo>
                  <a:lnTo>
                    <a:pt x="8443565" y="1348093"/>
                  </a:lnTo>
                  <a:lnTo>
                    <a:pt x="8444380" y="1407908"/>
                  </a:lnTo>
                  <a:lnTo>
                    <a:pt x="8445195" y="1455050"/>
                  </a:lnTo>
                  <a:lnTo>
                    <a:pt x="8446010" y="1470352"/>
                  </a:lnTo>
                  <a:lnTo>
                    <a:pt x="8446824" y="1472474"/>
                  </a:lnTo>
                  <a:lnTo>
                    <a:pt x="8447639" y="1423661"/>
                  </a:lnTo>
                  <a:lnTo>
                    <a:pt x="8448454" y="1443513"/>
                  </a:lnTo>
                  <a:lnTo>
                    <a:pt x="8449269" y="1440031"/>
                  </a:lnTo>
                  <a:lnTo>
                    <a:pt x="8450083" y="1421807"/>
                  </a:lnTo>
                  <a:lnTo>
                    <a:pt x="8450898" y="1414690"/>
                  </a:lnTo>
                  <a:lnTo>
                    <a:pt x="8451713" y="1415099"/>
                  </a:lnTo>
                  <a:lnTo>
                    <a:pt x="8452528" y="1475670"/>
                  </a:lnTo>
                  <a:lnTo>
                    <a:pt x="8453343" y="1489729"/>
                  </a:lnTo>
                  <a:lnTo>
                    <a:pt x="8454157" y="1505802"/>
                  </a:lnTo>
                  <a:lnTo>
                    <a:pt x="8454972" y="1513354"/>
                  </a:lnTo>
                  <a:lnTo>
                    <a:pt x="8455787" y="1525934"/>
                  </a:lnTo>
                  <a:lnTo>
                    <a:pt x="8456602" y="1523731"/>
                  </a:lnTo>
                  <a:lnTo>
                    <a:pt x="8457416" y="1539484"/>
                  </a:lnTo>
                  <a:lnTo>
                    <a:pt x="8458231" y="1557299"/>
                  </a:lnTo>
                  <a:lnTo>
                    <a:pt x="8459046" y="1576479"/>
                  </a:lnTo>
                  <a:lnTo>
                    <a:pt x="8459861" y="1613599"/>
                  </a:lnTo>
                  <a:lnTo>
                    <a:pt x="8460676" y="1630074"/>
                  </a:lnTo>
                  <a:lnTo>
                    <a:pt x="8461490" y="1610402"/>
                  </a:lnTo>
                  <a:lnTo>
                    <a:pt x="8462305" y="1567604"/>
                  </a:lnTo>
                  <a:lnTo>
                    <a:pt x="8463120" y="1547165"/>
                  </a:lnTo>
                  <a:lnTo>
                    <a:pt x="8463935" y="1543996"/>
                  </a:lnTo>
                  <a:lnTo>
                    <a:pt x="8464749" y="1584310"/>
                  </a:lnTo>
                  <a:lnTo>
                    <a:pt x="8465564" y="1571850"/>
                  </a:lnTo>
                  <a:lnTo>
                    <a:pt x="8466379" y="1555224"/>
                  </a:lnTo>
                  <a:lnTo>
                    <a:pt x="8467194" y="1539057"/>
                  </a:lnTo>
                  <a:lnTo>
                    <a:pt x="8468009" y="1554540"/>
                  </a:lnTo>
                  <a:lnTo>
                    <a:pt x="8468823" y="1526917"/>
                  </a:lnTo>
                  <a:lnTo>
                    <a:pt x="8469638" y="1552251"/>
                  </a:lnTo>
                  <a:lnTo>
                    <a:pt x="8470453" y="1468967"/>
                  </a:lnTo>
                  <a:lnTo>
                    <a:pt x="8471268" y="1458469"/>
                  </a:lnTo>
                  <a:lnTo>
                    <a:pt x="8472082" y="1443904"/>
                  </a:lnTo>
                  <a:lnTo>
                    <a:pt x="8472897" y="1489618"/>
                  </a:lnTo>
                  <a:lnTo>
                    <a:pt x="8473712" y="1484539"/>
                  </a:lnTo>
                  <a:lnTo>
                    <a:pt x="8474527" y="1477971"/>
                  </a:lnTo>
                  <a:lnTo>
                    <a:pt x="8475342" y="1484309"/>
                  </a:lnTo>
                  <a:lnTo>
                    <a:pt x="8476156" y="1540369"/>
                  </a:lnTo>
                  <a:lnTo>
                    <a:pt x="8476971" y="1546050"/>
                  </a:lnTo>
                  <a:lnTo>
                    <a:pt x="8477786" y="1532504"/>
                  </a:lnTo>
                  <a:lnTo>
                    <a:pt x="8478601" y="1471474"/>
                  </a:lnTo>
                  <a:lnTo>
                    <a:pt x="8479415" y="1497626"/>
                  </a:lnTo>
                  <a:lnTo>
                    <a:pt x="8480230" y="1546287"/>
                  </a:lnTo>
                  <a:lnTo>
                    <a:pt x="8481045" y="1587615"/>
                  </a:lnTo>
                  <a:lnTo>
                    <a:pt x="8481860" y="1587478"/>
                  </a:lnTo>
                  <a:lnTo>
                    <a:pt x="8482675" y="1565723"/>
                  </a:lnTo>
                  <a:lnTo>
                    <a:pt x="8483489" y="1547412"/>
                  </a:lnTo>
                  <a:lnTo>
                    <a:pt x="8484304" y="1535233"/>
                  </a:lnTo>
                  <a:lnTo>
                    <a:pt x="8485119" y="1495611"/>
                  </a:lnTo>
                  <a:lnTo>
                    <a:pt x="8485934" y="1494650"/>
                  </a:lnTo>
                  <a:lnTo>
                    <a:pt x="8486749" y="1499997"/>
                  </a:lnTo>
                  <a:lnTo>
                    <a:pt x="8487563" y="1509575"/>
                  </a:lnTo>
                  <a:lnTo>
                    <a:pt x="8488378" y="1502832"/>
                  </a:lnTo>
                  <a:lnTo>
                    <a:pt x="8489193" y="1553857"/>
                  </a:lnTo>
                  <a:lnTo>
                    <a:pt x="8490008" y="1576462"/>
                  </a:lnTo>
                  <a:lnTo>
                    <a:pt x="8490822" y="1610959"/>
                  </a:lnTo>
                  <a:lnTo>
                    <a:pt x="8491637" y="1655574"/>
                  </a:lnTo>
                  <a:lnTo>
                    <a:pt x="8492452" y="1638977"/>
                  </a:lnTo>
                  <a:lnTo>
                    <a:pt x="8493267" y="1634824"/>
                  </a:lnTo>
                  <a:lnTo>
                    <a:pt x="8494082" y="1621484"/>
                  </a:lnTo>
                  <a:lnTo>
                    <a:pt x="8494896" y="1652485"/>
                  </a:lnTo>
                  <a:lnTo>
                    <a:pt x="8495711" y="1666728"/>
                  </a:lnTo>
                  <a:lnTo>
                    <a:pt x="8496526" y="1651449"/>
                  </a:lnTo>
                  <a:lnTo>
                    <a:pt x="8497341" y="1625610"/>
                  </a:lnTo>
                  <a:lnTo>
                    <a:pt x="8498155" y="1642925"/>
                  </a:lnTo>
                  <a:lnTo>
                    <a:pt x="8498970" y="1576819"/>
                  </a:lnTo>
                  <a:lnTo>
                    <a:pt x="8499785" y="1556800"/>
                  </a:lnTo>
                  <a:lnTo>
                    <a:pt x="8500600" y="1530011"/>
                  </a:lnTo>
                  <a:lnTo>
                    <a:pt x="8501415" y="1561364"/>
                  </a:lnTo>
                  <a:lnTo>
                    <a:pt x="8502229" y="1546777"/>
                  </a:lnTo>
                  <a:lnTo>
                    <a:pt x="8503044" y="1506393"/>
                  </a:lnTo>
                  <a:lnTo>
                    <a:pt x="8503859" y="1437058"/>
                  </a:lnTo>
                  <a:lnTo>
                    <a:pt x="8504674" y="1477949"/>
                  </a:lnTo>
                  <a:lnTo>
                    <a:pt x="8505488" y="1509160"/>
                  </a:lnTo>
                  <a:lnTo>
                    <a:pt x="8506303" y="1484065"/>
                  </a:lnTo>
                  <a:lnTo>
                    <a:pt x="8507118" y="1460178"/>
                  </a:lnTo>
                  <a:lnTo>
                    <a:pt x="8507933" y="1444832"/>
                  </a:lnTo>
                  <a:lnTo>
                    <a:pt x="8508748" y="1483089"/>
                  </a:lnTo>
                  <a:lnTo>
                    <a:pt x="8509562" y="1509588"/>
                  </a:lnTo>
                  <a:lnTo>
                    <a:pt x="8510377" y="1556502"/>
                  </a:lnTo>
                  <a:lnTo>
                    <a:pt x="8511192" y="1627138"/>
                  </a:lnTo>
                  <a:lnTo>
                    <a:pt x="8512007" y="1647850"/>
                  </a:lnTo>
                  <a:lnTo>
                    <a:pt x="8512821" y="1656117"/>
                  </a:lnTo>
                  <a:lnTo>
                    <a:pt x="8513636" y="1655306"/>
                  </a:lnTo>
                  <a:lnTo>
                    <a:pt x="8514451" y="1628446"/>
                  </a:lnTo>
                  <a:lnTo>
                    <a:pt x="8515266" y="1608231"/>
                  </a:lnTo>
                  <a:lnTo>
                    <a:pt x="8516081" y="1594095"/>
                  </a:lnTo>
                  <a:lnTo>
                    <a:pt x="8516895" y="1602208"/>
                  </a:lnTo>
                  <a:lnTo>
                    <a:pt x="8517710" y="1629516"/>
                  </a:lnTo>
                  <a:lnTo>
                    <a:pt x="8518525" y="1609102"/>
                  </a:lnTo>
                  <a:lnTo>
                    <a:pt x="8519340" y="1598980"/>
                  </a:lnTo>
                  <a:lnTo>
                    <a:pt x="8520154" y="1590289"/>
                  </a:lnTo>
                  <a:lnTo>
                    <a:pt x="8520969" y="1544620"/>
                  </a:lnTo>
                  <a:lnTo>
                    <a:pt x="8521784" y="1515070"/>
                  </a:lnTo>
                  <a:lnTo>
                    <a:pt x="8522599" y="1487642"/>
                  </a:lnTo>
                  <a:lnTo>
                    <a:pt x="8523414" y="1458353"/>
                  </a:lnTo>
                  <a:lnTo>
                    <a:pt x="8524228" y="1464150"/>
                  </a:lnTo>
                  <a:lnTo>
                    <a:pt x="8525043" y="1436122"/>
                  </a:lnTo>
                  <a:lnTo>
                    <a:pt x="8525858" y="1489762"/>
                  </a:lnTo>
                  <a:lnTo>
                    <a:pt x="8526673" y="1493361"/>
                  </a:lnTo>
                  <a:lnTo>
                    <a:pt x="8527488" y="1445696"/>
                  </a:lnTo>
                  <a:lnTo>
                    <a:pt x="8528302" y="1469806"/>
                  </a:lnTo>
                  <a:lnTo>
                    <a:pt x="8529117" y="1465100"/>
                  </a:lnTo>
                  <a:lnTo>
                    <a:pt x="8529932" y="1517496"/>
                  </a:lnTo>
                  <a:lnTo>
                    <a:pt x="8530747" y="1508702"/>
                  </a:lnTo>
                  <a:lnTo>
                    <a:pt x="8531561" y="1480522"/>
                  </a:lnTo>
                  <a:lnTo>
                    <a:pt x="8532376" y="1471081"/>
                  </a:lnTo>
                  <a:lnTo>
                    <a:pt x="8533191" y="1478636"/>
                  </a:lnTo>
                  <a:lnTo>
                    <a:pt x="8534006" y="1466896"/>
                  </a:lnTo>
                  <a:lnTo>
                    <a:pt x="8534821" y="1418215"/>
                  </a:lnTo>
                  <a:lnTo>
                    <a:pt x="8535635" y="1414179"/>
                  </a:lnTo>
                  <a:lnTo>
                    <a:pt x="8536450" y="1445042"/>
                  </a:lnTo>
                  <a:lnTo>
                    <a:pt x="8537265" y="1448536"/>
                  </a:lnTo>
                  <a:lnTo>
                    <a:pt x="8538080" y="1415354"/>
                  </a:lnTo>
                  <a:lnTo>
                    <a:pt x="8538894" y="1387658"/>
                  </a:lnTo>
                  <a:lnTo>
                    <a:pt x="8539709" y="1387785"/>
                  </a:lnTo>
                  <a:lnTo>
                    <a:pt x="8540524" y="1349263"/>
                  </a:lnTo>
                  <a:lnTo>
                    <a:pt x="8541339" y="1374539"/>
                  </a:lnTo>
                  <a:lnTo>
                    <a:pt x="8542154" y="1420455"/>
                  </a:lnTo>
                  <a:lnTo>
                    <a:pt x="8542968" y="1425352"/>
                  </a:lnTo>
                  <a:lnTo>
                    <a:pt x="8543783" y="1477814"/>
                  </a:lnTo>
                  <a:lnTo>
                    <a:pt x="8544598" y="1500837"/>
                  </a:lnTo>
                  <a:lnTo>
                    <a:pt x="8545413" y="1496960"/>
                  </a:lnTo>
                  <a:lnTo>
                    <a:pt x="8546227" y="1526213"/>
                  </a:lnTo>
                  <a:lnTo>
                    <a:pt x="8547042" y="1522735"/>
                  </a:lnTo>
                  <a:lnTo>
                    <a:pt x="8547857" y="1506821"/>
                  </a:lnTo>
                  <a:lnTo>
                    <a:pt x="8548672" y="1524429"/>
                  </a:lnTo>
                  <a:lnTo>
                    <a:pt x="8549487" y="1526697"/>
                  </a:lnTo>
                  <a:lnTo>
                    <a:pt x="8550301" y="1514705"/>
                  </a:lnTo>
                  <a:lnTo>
                    <a:pt x="8551116" y="1496857"/>
                  </a:lnTo>
                  <a:lnTo>
                    <a:pt x="8551931" y="1489775"/>
                  </a:lnTo>
                  <a:lnTo>
                    <a:pt x="8552746" y="1543359"/>
                  </a:lnTo>
                  <a:lnTo>
                    <a:pt x="8553560" y="1521382"/>
                  </a:lnTo>
                  <a:lnTo>
                    <a:pt x="8553560" y="152138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444934" y="6379450"/>
              <a:ext cx="8553560" cy="0"/>
            </a:xfrm>
            <a:custGeom>
              <a:avLst/>
              <a:pathLst>
                <a:path w="8553560" h="0">
                  <a:moveTo>
                    <a:pt x="8553560" y="0"/>
                  </a:moveTo>
                  <a:lnTo>
                    <a:pt x="8552746" y="0"/>
                  </a:lnTo>
                  <a:lnTo>
                    <a:pt x="8551931" y="0"/>
                  </a:lnTo>
                  <a:lnTo>
                    <a:pt x="8551116" y="0"/>
                  </a:lnTo>
                  <a:lnTo>
                    <a:pt x="8550301" y="0"/>
                  </a:lnTo>
                  <a:lnTo>
                    <a:pt x="8549487" y="0"/>
                  </a:lnTo>
                  <a:lnTo>
                    <a:pt x="8548672" y="0"/>
                  </a:lnTo>
                  <a:lnTo>
                    <a:pt x="8547857" y="0"/>
                  </a:lnTo>
                  <a:lnTo>
                    <a:pt x="8547042" y="0"/>
                  </a:lnTo>
                  <a:lnTo>
                    <a:pt x="8546227" y="0"/>
                  </a:lnTo>
                  <a:lnTo>
                    <a:pt x="8545413" y="0"/>
                  </a:lnTo>
                  <a:lnTo>
                    <a:pt x="8544598" y="0"/>
                  </a:lnTo>
                  <a:lnTo>
                    <a:pt x="8543783" y="0"/>
                  </a:lnTo>
                  <a:lnTo>
                    <a:pt x="8542968" y="0"/>
                  </a:lnTo>
                  <a:lnTo>
                    <a:pt x="8542154" y="0"/>
                  </a:lnTo>
                  <a:lnTo>
                    <a:pt x="8541339" y="0"/>
                  </a:lnTo>
                  <a:lnTo>
                    <a:pt x="8540524" y="0"/>
                  </a:lnTo>
                  <a:lnTo>
                    <a:pt x="8539709" y="0"/>
                  </a:lnTo>
                  <a:lnTo>
                    <a:pt x="8538894" y="0"/>
                  </a:lnTo>
                  <a:lnTo>
                    <a:pt x="8538080" y="0"/>
                  </a:lnTo>
                  <a:lnTo>
                    <a:pt x="8537265" y="0"/>
                  </a:lnTo>
                  <a:lnTo>
                    <a:pt x="8536450" y="0"/>
                  </a:lnTo>
                  <a:lnTo>
                    <a:pt x="8535635" y="0"/>
                  </a:lnTo>
                  <a:lnTo>
                    <a:pt x="8534821" y="0"/>
                  </a:lnTo>
                  <a:lnTo>
                    <a:pt x="8534006" y="0"/>
                  </a:lnTo>
                  <a:lnTo>
                    <a:pt x="8533191" y="0"/>
                  </a:lnTo>
                  <a:lnTo>
                    <a:pt x="8532376" y="0"/>
                  </a:lnTo>
                  <a:lnTo>
                    <a:pt x="8531561" y="0"/>
                  </a:lnTo>
                  <a:lnTo>
                    <a:pt x="8530747" y="0"/>
                  </a:lnTo>
                  <a:lnTo>
                    <a:pt x="8529932" y="0"/>
                  </a:lnTo>
                  <a:lnTo>
                    <a:pt x="8529117" y="0"/>
                  </a:lnTo>
                  <a:lnTo>
                    <a:pt x="8528302" y="0"/>
                  </a:lnTo>
                  <a:lnTo>
                    <a:pt x="8527488" y="0"/>
                  </a:lnTo>
                  <a:lnTo>
                    <a:pt x="8526673" y="0"/>
                  </a:lnTo>
                  <a:lnTo>
                    <a:pt x="8525858" y="0"/>
                  </a:lnTo>
                  <a:lnTo>
                    <a:pt x="8525043" y="0"/>
                  </a:lnTo>
                  <a:lnTo>
                    <a:pt x="8524228" y="0"/>
                  </a:lnTo>
                  <a:lnTo>
                    <a:pt x="8523414" y="0"/>
                  </a:lnTo>
                  <a:lnTo>
                    <a:pt x="8522599" y="0"/>
                  </a:lnTo>
                  <a:lnTo>
                    <a:pt x="8521784" y="0"/>
                  </a:lnTo>
                  <a:lnTo>
                    <a:pt x="8520969" y="0"/>
                  </a:lnTo>
                  <a:lnTo>
                    <a:pt x="8520154" y="0"/>
                  </a:lnTo>
                  <a:lnTo>
                    <a:pt x="8519340" y="0"/>
                  </a:lnTo>
                  <a:lnTo>
                    <a:pt x="8518525" y="0"/>
                  </a:lnTo>
                  <a:lnTo>
                    <a:pt x="8517710" y="0"/>
                  </a:lnTo>
                  <a:lnTo>
                    <a:pt x="8516895" y="0"/>
                  </a:lnTo>
                  <a:lnTo>
                    <a:pt x="8516081" y="0"/>
                  </a:lnTo>
                  <a:lnTo>
                    <a:pt x="8515266" y="0"/>
                  </a:lnTo>
                  <a:lnTo>
                    <a:pt x="8514451" y="0"/>
                  </a:lnTo>
                  <a:lnTo>
                    <a:pt x="8513636" y="0"/>
                  </a:lnTo>
                  <a:lnTo>
                    <a:pt x="8512821" y="0"/>
                  </a:lnTo>
                  <a:lnTo>
                    <a:pt x="8512007" y="0"/>
                  </a:lnTo>
                  <a:lnTo>
                    <a:pt x="8511192" y="0"/>
                  </a:lnTo>
                  <a:lnTo>
                    <a:pt x="8510377" y="0"/>
                  </a:lnTo>
                  <a:lnTo>
                    <a:pt x="8509562" y="0"/>
                  </a:lnTo>
                  <a:lnTo>
                    <a:pt x="8508748" y="0"/>
                  </a:lnTo>
                  <a:lnTo>
                    <a:pt x="8507933" y="0"/>
                  </a:lnTo>
                  <a:lnTo>
                    <a:pt x="8507118" y="0"/>
                  </a:lnTo>
                  <a:lnTo>
                    <a:pt x="8506303" y="0"/>
                  </a:lnTo>
                  <a:lnTo>
                    <a:pt x="8505488" y="0"/>
                  </a:lnTo>
                  <a:lnTo>
                    <a:pt x="8504674" y="0"/>
                  </a:lnTo>
                  <a:lnTo>
                    <a:pt x="8503859" y="0"/>
                  </a:lnTo>
                  <a:lnTo>
                    <a:pt x="8503044" y="0"/>
                  </a:lnTo>
                  <a:lnTo>
                    <a:pt x="8502229" y="0"/>
                  </a:lnTo>
                  <a:lnTo>
                    <a:pt x="8501415" y="0"/>
                  </a:lnTo>
                  <a:lnTo>
                    <a:pt x="8500600" y="0"/>
                  </a:lnTo>
                  <a:lnTo>
                    <a:pt x="8499785" y="0"/>
                  </a:lnTo>
                  <a:lnTo>
                    <a:pt x="8498970" y="0"/>
                  </a:lnTo>
                  <a:lnTo>
                    <a:pt x="8498155" y="0"/>
                  </a:lnTo>
                  <a:lnTo>
                    <a:pt x="8497341" y="0"/>
                  </a:lnTo>
                  <a:lnTo>
                    <a:pt x="8496526" y="0"/>
                  </a:lnTo>
                  <a:lnTo>
                    <a:pt x="8495711" y="0"/>
                  </a:lnTo>
                  <a:lnTo>
                    <a:pt x="8494896" y="0"/>
                  </a:lnTo>
                  <a:lnTo>
                    <a:pt x="8494082" y="0"/>
                  </a:lnTo>
                  <a:lnTo>
                    <a:pt x="8493267" y="0"/>
                  </a:lnTo>
                  <a:lnTo>
                    <a:pt x="8492452" y="0"/>
                  </a:lnTo>
                  <a:lnTo>
                    <a:pt x="8491637" y="0"/>
                  </a:lnTo>
                  <a:lnTo>
                    <a:pt x="8490822" y="0"/>
                  </a:lnTo>
                  <a:lnTo>
                    <a:pt x="8490008" y="0"/>
                  </a:lnTo>
                  <a:lnTo>
                    <a:pt x="8489193" y="0"/>
                  </a:lnTo>
                  <a:lnTo>
                    <a:pt x="8488378" y="0"/>
                  </a:lnTo>
                  <a:lnTo>
                    <a:pt x="8487563" y="0"/>
                  </a:lnTo>
                  <a:lnTo>
                    <a:pt x="8486749" y="0"/>
                  </a:lnTo>
                  <a:lnTo>
                    <a:pt x="8485934" y="0"/>
                  </a:lnTo>
                  <a:lnTo>
                    <a:pt x="8485119" y="0"/>
                  </a:lnTo>
                  <a:lnTo>
                    <a:pt x="8484304" y="0"/>
                  </a:lnTo>
                  <a:lnTo>
                    <a:pt x="8483489" y="0"/>
                  </a:lnTo>
                  <a:lnTo>
                    <a:pt x="8482675" y="0"/>
                  </a:lnTo>
                  <a:lnTo>
                    <a:pt x="8481860" y="0"/>
                  </a:lnTo>
                  <a:lnTo>
                    <a:pt x="8481045" y="0"/>
                  </a:lnTo>
                  <a:lnTo>
                    <a:pt x="8480230" y="0"/>
                  </a:lnTo>
                  <a:lnTo>
                    <a:pt x="8479415" y="0"/>
                  </a:lnTo>
                  <a:lnTo>
                    <a:pt x="8478601" y="0"/>
                  </a:lnTo>
                  <a:lnTo>
                    <a:pt x="8477786" y="0"/>
                  </a:lnTo>
                  <a:lnTo>
                    <a:pt x="8476971" y="0"/>
                  </a:lnTo>
                  <a:lnTo>
                    <a:pt x="8476156" y="0"/>
                  </a:lnTo>
                  <a:lnTo>
                    <a:pt x="8475342" y="0"/>
                  </a:lnTo>
                  <a:lnTo>
                    <a:pt x="8474527" y="0"/>
                  </a:lnTo>
                  <a:lnTo>
                    <a:pt x="8473712" y="0"/>
                  </a:lnTo>
                  <a:lnTo>
                    <a:pt x="8472897" y="0"/>
                  </a:lnTo>
                  <a:lnTo>
                    <a:pt x="8472082" y="0"/>
                  </a:lnTo>
                  <a:lnTo>
                    <a:pt x="8471268" y="0"/>
                  </a:lnTo>
                  <a:lnTo>
                    <a:pt x="8470453" y="0"/>
                  </a:lnTo>
                  <a:lnTo>
                    <a:pt x="8469638" y="0"/>
                  </a:lnTo>
                  <a:lnTo>
                    <a:pt x="8468823" y="0"/>
                  </a:lnTo>
                  <a:lnTo>
                    <a:pt x="8468009" y="0"/>
                  </a:lnTo>
                  <a:lnTo>
                    <a:pt x="8467194" y="0"/>
                  </a:lnTo>
                  <a:lnTo>
                    <a:pt x="8466379" y="0"/>
                  </a:lnTo>
                  <a:lnTo>
                    <a:pt x="8465564" y="0"/>
                  </a:lnTo>
                  <a:lnTo>
                    <a:pt x="8464749" y="0"/>
                  </a:lnTo>
                  <a:lnTo>
                    <a:pt x="8463935" y="0"/>
                  </a:lnTo>
                  <a:lnTo>
                    <a:pt x="8463120" y="0"/>
                  </a:lnTo>
                  <a:lnTo>
                    <a:pt x="8462305" y="0"/>
                  </a:lnTo>
                  <a:lnTo>
                    <a:pt x="8461490" y="0"/>
                  </a:lnTo>
                  <a:lnTo>
                    <a:pt x="8460676" y="0"/>
                  </a:lnTo>
                  <a:lnTo>
                    <a:pt x="8459861" y="0"/>
                  </a:lnTo>
                  <a:lnTo>
                    <a:pt x="8459046" y="0"/>
                  </a:lnTo>
                  <a:lnTo>
                    <a:pt x="8458231" y="0"/>
                  </a:lnTo>
                  <a:lnTo>
                    <a:pt x="8457416" y="0"/>
                  </a:lnTo>
                  <a:lnTo>
                    <a:pt x="8456602" y="0"/>
                  </a:lnTo>
                  <a:lnTo>
                    <a:pt x="8455787" y="0"/>
                  </a:lnTo>
                  <a:lnTo>
                    <a:pt x="8454972" y="0"/>
                  </a:lnTo>
                  <a:lnTo>
                    <a:pt x="8454157" y="0"/>
                  </a:lnTo>
                  <a:lnTo>
                    <a:pt x="8453343" y="0"/>
                  </a:lnTo>
                  <a:lnTo>
                    <a:pt x="8452528" y="0"/>
                  </a:lnTo>
                  <a:lnTo>
                    <a:pt x="8451713" y="0"/>
                  </a:lnTo>
                  <a:lnTo>
                    <a:pt x="8450898" y="0"/>
                  </a:lnTo>
                  <a:lnTo>
                    <a:pt x="8450083" y="0"/>
                  </a:lnTo>
                  <a:lnTo>
                    <a:pt x="8449269" y="0"/>
                  </a:lnTo>
                  <a:lnTo>
                    <a:pt x="8448454" y="0"/>
                  </a:lnTo>
                  <a:lnTo>
                    <a:pt x="8447639" y="0"/>
                  </a:lnTo>
                  <a:lnTo>
                    <a:pt x="8446824" y="0"/>
                  </a:lnTo>
                  <a:lnTo>
                    <a:pt x="8446010" y="0"/>
                  </a:lnTo>
                  <a:lnTo>
                    <a:pt x="8445195" y="0"/>
                  </a:lnTo>
                  <a:lnTo>
                    <a:pt x="8444380" y="0"/>
                  </a:lnTo>
                  <a:lnTo>
                    <a:pt x="8443565" y="0"/>
                  </a:lnTo>
                  <a:lnTo>
                    <a:pt x="8442750" y="0"/>
                  </a:lnTo>
                  <a:lnTo>
                    <a:pt x="8441936" y="0"/>
                  </a:lnTo>
                  <a:lnTo>
                    <a:pt x="8441121" y="0"/>
                  </a:lnTo>
                  <a:lnTo>
                    <a:pt x="8440306" y="0"/>
                  </a:lnTo>
                  <a:lnTo>
                    <a:pt x="8439491" y="0"/>
                  </a:lnTo>
                  <a:lnTo>
                    <a:pt x="8438676" y="0"/>
                  </a:lnTo>
                  <a:lnTo>
                    <a:pt x="8437862" y="0"/>
                  </a:lnTo>
                  <a:lnTo>
                    <a:pt x="8437047" y="0"/>
                  </a:lnTo>
                  <a:lnTo>
                    <a:pt x="8436232" y="0"/>
                  </a:lnTo>
                  <a:lnTo>
                    <a:pt x="8435417" y="0"/>
                  </a:lnTo>
                  <a:lnTo>
                    <a:pt x="8434603" y="0"/>
                  </a:lnTo>
                  <a:lnTo>
                    <a:pt x="8433788" y="0"/>
                  </a:lnTo>
                  <a:lnTo>
                    <a:pt x="8432973" y="0"/>
                  </a:lnTo>
                  <a:lnTo>
                    <a:pt x="8432158" y="0"/>
                  </a:lnTo>
                  <a:lnTo>
                    <a:pt x="8431343" y="0"/>
                  </a:lnTo>
                  <a:lnTo>
                    <a:pt x="8430529" y="0"/>
                  </a:lnTo>
                  <a:lnTo>
                    <a:pt x="8429714" y="0"/>
                  </a:lnTo>
                  <a:lnTo>
                    <a:pt x="8428899" y="0"/>
                  </a:lnTo>
                  <a:lnTo>
                    <a:pt x="8428084" y="0"/>
                  </a:lnTo>
                  <a:lnTo>
                    <a:pt x="8427270" y="0"/>
                  </a:lnTo>
                  <a:lnTo>
                    <a:pt x="8426455" y="0"/>
                  </a:lnTo>
                  <a:lnTo>
                    <a:pt x="8425640" y="0"/>
                  </a:lnTo>
                  <a:lnTo>
                    <a:pt x="8424825" y="0"/>
                  </a:lnTo>
                  <a:lnTo>
                    <a:pt x="8424010" y="0"/>
                  </a:lnTo>
                  <a:lnTo>
                    <a:pt x="8423196" y="0"/>
                  </a:lnTo>
                  <a:lnTo>
                    <a:pt x="8422381" y="0"/>
                  </a:lnTo>
                  <a:lnTo>
                    <a:pt x="8421566" y="0"/>
                  </a:lnTo>
                  <a:lnTo>
                    <a:pt x="8420751" y="0"/>
                  </a:lnTo>
                  <a:lnTo>
                    <a:pt x="8419937" y="0"/>
                  </a:lnTo>
                  <a:lnTo>
                    <a:pt x="8419122" y="0"/>
                  </a:lnTo>
                  <a:lnTo>
                    <a:pt x="8418307" y="0"/>
                  </a:lnTo>
                  <a:lnTo>
                    <a:pt x="8417492" y="0"/>
                  </a:lnTo>
                  <a:lnTo>
                    <a:pt x="8416677" y="0"/>
                  </a:lnTo>
                  <a:lnTo>
                    <a:pt x="8415863" y="0"/>
                  </a:lnTo>
                  <a:lnTo>
                    <a:pt x="8415048" y="0"/>
                  </a:lnTo>
                  <a:lnTo>
                    <a:pt x="8414233" y="0"/>
                  </a:lnTo>
                  <a:lnTo>
                    <a:pt x="8413418" y="0"/>
                  </a:lnTo>
                  <a:lnTo>
                    <a:pt x="8412604" y="0"/>
                  </a:lnTo>
                  <a:lnTo>
                    <a:pt x="8411789" y="0"/>
                  </a:lnTo>
                  <a:lnTo>
                    <a:pt x="8410974" y="0"/>
                  </a:lnTo>
                  <a:lnTo>
                    <a:pt x="8410159" y="0"/>
                  </a:lnTo>
                  <a:lnTo>
                    <a:pt x="8409344" y="0"/>
                  </a:lnTo>
                  <a:lnTo>
                    <a:pt x="8408530" y="0"/>
                  </a:lnTo>
                  <a:lnTo>
                    <a:pt x="8407715" y="0"/>
                  </a:lnTo>
                  <a:lnTo>
                    <a:pt x="8406900" y="0"/>
                  </a:lnTo>
                  <a:lnTo>
                    <a:pt x="8406085" y="0"/>
                  </a:lnTo>
                  <a:lnTo>
                    <a:pt x="8405271" y="0"/>
                  </a:lnTo>
                  <a:lnTo>
                    <a:pt x="8404456" y="0"/>
                  </a:lnTo>
                  <a:lnTo>
                    <a:pt x="8403641" y="0"/>
                  </a:lnTo>
                  <a:lnTo>
                    <a:pt x="8402826" y="0"/>
                  </a:lnTo>
                  <a:lnTo>
                    <a:pt x="8402011" y="0"/>
                  </a:lnTo>
                  <a:lnTo>
                    <a:pt x="8401197" y="0"/>
                  </a:lnTo>
                  <a:lnTo>
                    <a:pt x="8400382" y="0"/>
                  </a:lnTo>
                  <a:lnTo>
                    <a:pt x="8399567" y="0"/>
                  </a:lnTo>
                  <a:lnTo>
                    <a:pt x="8398752" y="0"/>
                  </a:lnTo>
                  <a:lnTo>
                    <a:pt x="8397937" y="0"/>
                  </a:lnTo>
                  <a:lnTo>
                    <a:pt x="8397123" y="0"/>
                  </a:lnTo>
                  <a:lnTo>
                    <a:pt x="8396308" y="0"/>
                  </a:lnTo>
                  <a:lnTo>
                    <a:pt x="8395493" y="0"/>
                  </a:lnTo>
                  <a:lnTo>
                    <a:pt x="8394678" y="0"/>
                  </a:lnTo>
                  <a:lnTo>
                    <a:pt x="8393864" y="0"/>
                  </a:lnTo>
                  <a:lnTo>
                    <a:pt x="8393049" y="0"/>
                  </a:lnTo>
                  <a:lnTo>
                    <a:pt x="8392234" y="0"/>
                  </a:lnTo>
                  <a:lnTo>
                    <a:pt x="8391419" y="0"/>
                  </a:lnTo>
                  <a:lnTo>
                    <a:pt x="8390604" y="0"/>
                  </a:lnTo>
                  <a:lnTo>
                    <a:pt x="8389790" y="0"/>
                  </a:lnTo>
                  <a:lnTo>
                    <a:pt x="8388975" y="0"/>
                  </a:lnTo>
                  <a:lnTo>
                    <a:pt x="8388160" y="0"/>
                  </a:lnTo>
                  <a:lnTo>
                    <a:pt x="8387345" y="0"/>
                  </a:lnTo>
                  <a:lnTo>
                    <a:pt x="8386531" y="0"/>
                  </a:lnTo>
                  <a:lnTo>
                    <a:pt x="8385716" y="0"/>
                  </a:lnTo>
                  <a:lnTo>
                    <a:pt x="8384901" y="0"/>
                  </a:lnTo>
                  <a:lnTo>
                    <a:pt x="8384086" y="0"/>
                  </a:lnTo>
                  <a:lnTo>
                    <a:pt x="8383271" y="0"/>
                  </a:lnTo>
                  <a:lnTo>
                    <a:pt x="8382457" y="0"/>
                  </a:lnTo>
                  <a:lnTo>
                    <a:pt x="8381642" y="0"/>
                  </a:lnTo>
                  <a:lnTo>
                    <a:pt x="8380827" y="0"/>
                  </a:lnTo>
                  <a:lnTo>
                    <a:pt x="8380012" y="0"/>
                  </a:lnTo>
                  <a:lnTo>
                    <a:pt x="8379198" y="0"/>
                  </a:lnTo>
                  <a:lnTo>
                    <a:pt x="8378383" y="0"/>
                  </a:lnTo>
                  <a:lnTo>
                    <a:pt x="8377568" y="0"/>
                  </a:lnTo>
                  <a:lnTo>
                    <a:pt x="8376753" y="0"/>
                  </a:lnTo>
                  <a:lnTo>
                    <a:pt x="8375938" y="0"/>
                  </a:lnTo>
                  <a:lnTo>
                    <a:pt x="8375124" y="0"/>
                  </a:lnTo>
                  <a:lnTo>
                    <a:pt x="8374309" y="0"/>
                  </a:lnTo>
                  <a:lnTo>
                    <a:pt x="8373494" y="0"/>
                  </a:lnTo>
                  <a:lnTo>
                    <a:pt x="8372679" y="0"/>
                  </a:lnTo>
                  <a:lnTo>
                    <a:pt x="8371865" y="0"/>
                  </a:lnTo>
                  <a:lnTo>
                    <a:pt x="8371050" y="0"/>
                  </a:lnTo>
                  <a:lnTo>
                    <a:pt x="8370235" y="0"/>
                  </a:lnTo>
                  <a:lnTo>
                    <a:pt x="8369420" y="0"/>
                  </a:lnTo>
                  <a:lnTo>
                    <a:pt x="8368605" y="0"/>
                  </a:lnTo>
                  <a:lnTo>
                    <a:pt x="8367791" y="0"/>
                  </a:lnTo>
                  <a:lnTo>
                    <a:pt x="8366976" y="0"/>
                  </a:lnTo>
                  <a:lnTo>
                    <a:pt x="8366161" y="0"/>
                  </a:lnTo>
                  <a:lnTo>
                    <a:pt x="8365346" y="0"/>
                  </a:lnTo>
                  <a:lnTo>
                    <a:pt x="8364531" y="0"/>
                  </a:lnTo>
                  <a:lnTo>
                    <a:pt x="8363717" y="0"/>
                  </a:lnTo>
                  <a:lnTo>
                    <a:pt x="8362902" y="0"/>
                  </a:lnTo>
                  <a:lnTo>
                    <a:pt x="8362087" y="0"/>
                  </a:lnTo>
                  <a:lnTo>
                    <a:pt x="8361272" y="0"/>
                  </a:lnTo>
                  <a:lnTo>
                    <a:pt x="8360458" y="0"/>
                  </a:lnTo>
                  <a:lnTo>
                    <a:pt x="8359643" y="0"/>
                  </a:lnTo>
                  <a:lnTo>
                    <a:pt x="8358828" y="0"/>
                  </a:lnTo>
                  <a:lnTo>
                    <a:pt x="8358013" y="0"/>
                  </a:lnTo>
                  <a:lnTo>
                    <a:pt x="8357198" y="0"/>
                  </a:lnTo>
                  <a:lnTo>
                    <a:pt x="8356384" y="0"/>
                  </a:lnTo>
                  <a:lnTo>
                    <a:pt x="8355569" y="0"/>
                  </a:lnTo>
                  <a:lnTo>
                    <a:pt x="8354754" y="0"/>
                  </a:lnTo>
                  <a:lnTo>
                    <a:pt x="8353939" y="0"/>
                  </a:lnTo>
                  <a:lnTo>
                    <a:pt x="8353125" y="0"/>
                  </a:lnTo>
                  <a:lnTo>
                    <a:pt x="8352310" y="0"/>
                  </a:lnTo>
                  <a:lnTo>
                    <a:pt x="8351495" y="0"/>
                  </a:lnTo>
                  <a:lnTo>
                    <a:pt x="8350680" y="0"/>
                  </a:lnTo>
                  <a:lnTo>
                    <a:pt x="8349865" y="0"/>
                  </a:lnTo>
                  <a:lnTo>
                    <a:pt x="8349051" y="0"/>
                  </a:lnTo>
                  <a:lnTo>
                    <a:pt x="8348236" y="0"/>
                  </a:lnTo>
                  <a:lnTo>
                    <a:pt x="8347421" y="0"/>
                  </a:lnTo>
                  <a:lnTo>
                    <a:pt x="8346606" y="0"/>
                  </a:lnTo>
                  <a:lnTo>
                    <a:pt x="8345792" y="0"/>
                  </a:lnTo>
                  <a:lnTo>
                    <a:pt x="8344977" y="0"/>
                  </a:lnTo>
                  <a:lnTo>
                    <a:pt x="8344162" y="0"/>
                  </a:lnTo>
                  <a:lnTo>
                    <a:pt x="8343347" y="0"/>
                  </a:lnTo>
                  <a:lnTo>
                    <a:pt x="8342532" y="0"/>
                  </a:lnTo>
                  <a:lnTo>
                    <a:pt x="8341718" y="0"/>
                  </a:lnTo>
                  <a:lnTo>
                    <a:pt x="8340903" y="0"/>
                  </a:lnTo>
                  <a:lnTo>
                    <a:pt x="8340088" y="0"/>
                  </a:lnTo>
                  <a:lnTo>
                    <a:pt x="8339273" y="0"/>
                  </a:lnTo>
                  <a:lnTo>
                    <a:pt x="8338459" y="0"/>
                  </a:lnTo>
                  <a:lnTo>
                    <a:pt x="8337644" y="0"/>
                  </a:lnTo>
                  <a:lnTo>
                    <a:pt x="8336829" y="0"/>
                  </a:lnTo>
                  <a:lnTo>
                    <a:pt x="8336014" y="0"/>
                  </a:lnTo>
                  <a:lnTo>
                    <a:pt x="8335199" y="0"/>
                  </a:lnTo>
                  <a:lnTo>
                    <a:pt x="8334385" y="0"/>
                  </a:lnTo>
                  <a:lnTo>
                    <a:pt x="8333570" y="0"/>
                  </a:lnTo>
                  <a:lnTo>
                    <a:pt x="8332755" y="0"/>
                  </a:lnTo>
                  <a:lnTo>
                    <a:pt x="8331940" y="0"/>
                  </a:lnTo>
                  <a:lnTo>
                    <a:pt x="8331126" y="0"/>
                  </a:lnTo>
                  <a:lnTo>
                    <a:pt x="8330311" y="0"/>
                  </a:lnTo>
                  <a:lnTo>
                    <a:pt x="8329496" y="0"/>
                  </a:lnTo>
                  <a:lnTo>
                    <a:pt x="8328681" y="0"/>
                  </a:lnTo>
                  <a:lnTo>
                    <a:pt x="8327866" y="0"/>
                  </a:lnTo>
                  <a:lnTo>
                    <a:pt x="8327052" y="0"/>
                  </a:lnTo>
                  <a:lnTo>
                    <a:pt x="8326237" y="0"/>
                  </a:lnTo>
                  <a:lnTo>
                    <a:pt x="8325422" y="0"/>
                  </a:lnTo>
                  <a:lnTo>
                    <a:pt x="8324607" y="0"/>
                  </a:lnTo>
                  <a:lnTo>
                    <a:pt x="8323792" y="0"/>
                  </a:lnTo>
                  <a:lnTo>
                    <a:pt x="8322978" y="0"/>
                  </a:lnTo>
                  <a:lnTo>
                    <a:pt x="8322163" y="0"/>
                  </a:lnTo>
                  <a:lnTo>
                    <a:pt x="8321348" y="0"/>
                  </a:lnTo>
                  <a:lnTo>
                    <a:pt x="8320533" y="0"/>
                  </a:lnTo>
                  <a:lnTo>
                    <a:pt x="8319719" y="0"/>
                  </a:lnTo>
                  <a:lnTo>
                    <a:pt x="8318904" y="0"/>
                  </a:lnTo>
                  <a:lnTo>
                    <a:pt x="8318089" y="0"/>
                  </a:lnTo>
                  <a:lnTo>
                    <a:pt x="8317274" y="0"/>
                  </a:lnTo>
                  <a:lnTo>
                    <a:pt x="8316459" y="0"/>
                  </a:lnTo>
                  <a:lnTo>
                    <a:pt x="8315645" y="0"/>
                  </a:lnTo>
                  <a:lnTo>
                    <a:pt x="8314830" y="0"/>
                  </a:lnTo>
                  <a:lnTo>
                    <a:pt x="8314015" y="0"/>
                  </a:lnTo>
                  <a:lnTo>
                    <a:pt x="8313200" y="0"/>
                  </a:lnTo>
                  <a:lnTo>
                    <a:pt x="8312386" y="0"/>
                  </a:lnTo>
                  <a:lnTo>
                    <a:pt x="8311571" y="0"/>
                  </a:lnTo>
                  <a:lnTo>
                    <a:pt x="8310756" y="0"/>
                  </a:lnTo>
                  <a:lnTo>
                    <a:pt x="8309941" y="0"/>
                  </a:lnTo>
                  <a:lnTo>
                    <a:pt x="8309126" y="0"/>
                  </a:lnTo>
                  <a:lnTo>
                    <a:pt x="8308312" y="0"/>
                  </a:lnTo>
                  <a:lnTo>
                    <a:pt x="8307497" y="0"/>
                  </a:lnTo>
                  <a:lnTo>
                    <a:pt x="8306682" y="0"/>
                  </a:lnTo>
                  <a:lnTo>
                    <a:pt x="8305867" y="0"/>
                  </a:lnTo>
                  <a:lnTo>
                    <a:pt x="8305053" y="0"/>
                  </a:lnTo>
                  <a:lnTo>
                    <a:pt x="8304238" y="0"/>
                  </a:lnTo>
                  <a:lnTo>
                    <a:pt x="8303423" y="0"/>
                  </a:lnTo>
                  <a:lnTo>
                    <a:pt x="8302608" y="0"/>
                  </a:lnTo>
                  <a:lnTo>
                    <a:pt x="8301793" y="0"/>
                  </a:lnTo>
                  <a:lnTo>
                    <a:pt x="8300979" y="0"/>
                  </a:lnTo>
                  <a:lnTo>
                    <a:pt x="8300164" y="0"/>
                  </a:lnTo>
                  <a:lnTo>
                    <a:pt x="8299349" y="0"/>
                  </a:lnTo>
                  <a:lnTo>
                    <a:pt x="8298534" y="0"/>
                  </a:lnTo>
                  <a:lnTo>
                    <a:pt x="8297720" y="0"/>
                  </a:lnTo>
                  <a:lnTo>
                    <a:pt x="8296905" y="0"/>
                  </a:lnTo>
                  <a:lnTo>
                    <a:pt x="8296090" y="0"/>
                  </a:lnTo>
                  <a:lnTo>
                    <a:pt x="8295275" y="0"/>
                  </a:lnTo>
                  <a:lnTo>
                    <a:pt x="8294460" y="0"/>
                  </a:lnTo>
                  <a:lnTo>
                    <a:pt x="8293646" y="0"/>
                  </a:lnTo>
                  <a:lnTo>
                    <a:pt x="8292831" y="0"/>
                  </a:lnTo>
                  <a:lnTo>
                    <a:pt x="8292016" y="0"/>
                  </a:lnTo>
                  <a:lnTo>
                    <a:pt x="8291201" y="0"/>
                  </a:lnTo>
                  <a:lnTo>
                    <a:pt x="8290387" y="0"/>
                  </a:lnTo>
                  <a:lnTo>
                    <a:pt x="8289572" y="0"/>
                  </a:lnTo>
                  <a:lnTo>
                    <a:pt x="8288757" y="0"/>
                  </a:lnTo>
                  <a:lnTo>
                    <a:pt x="8287942" y="0"/>
                  </a:lnTo>
                  <a:lnTo>
                    <a:pt x="8287127" y="0"/>
                  </a:lnTo>
                  <a:lnTo>
                    <a:pt x="8286313" y="0"/>
                  </a:lnTo>
                  <a:lnTo>
                    <a:pt x="8285498" y="0"/>
                  </a:lnTo>
                  <a:lnTo>
                    <a:pt x="8284683" y="0"/>
                  </a:lnTo>
                  <a:lnTo>
                    <a:pt x="8283868" y="0"/>
                  </a:lnTo>
                  <a:lnTo>
                    <a:pt x="8283053" y="0"/>
                  </a:lnTo>
                  <a:lnTo>
                    <a:pt x="8282239" y="0"/>
                  </a:lnTo>
                  <a:lnTo>
                    <a:pt x="8281424" y="0"/>
                  </a:lnTo>
                  <a:lnTo>
                    <a:pt x="8280609" y="0"/>
                  </a:lnTo>
                  <a:lnTo>
                    <a:pt x="8279794" y="0"/>
                  </a:lnTo>
                  <a:lnTo>
                    <a:pt x="8278980" y="0"/>
                  </a:lnTo>
                  <a:lnTo>
                    <a:pt x="8278165" y="0"/>
                  </a:lnTo>
                  <a:lnTo>
                    <a:pt x="8277350" y="0"/>
                  </a:lnTo>
                  <a:lnTo>
                    <a:pt x="8276535" y="0"/>
                  </a:lnTo>
                  <a:lnTo>
                    <a:pt x="8275720" y="0"/>
                  </a:lnTo>
                  <a:lnTo>
                    <a:pt x="8274906" y="0"/>
                  </a:lnTo>
                  <a:lnTo>
                    <a:pt x="8274091" y="0"/>
                  </a:lnTo>
                  <a:lnTo>
                    <a:pt x="8273276" y="0"/>
                  </a:lnTo>
                  <a:lnTo>
                    <a:pt x="8272461" y="0"/>
                  </a:lnTo>
                  <a:lnTo>
                    <a:pt x="8271647" y="0"/>
                  </a:lnTo>
                  <a:lnTo>
                    <a:pt x="8270832" y="0"/>
                  </a:lnTo>
                  <a:lnTo>
                    <a:pt x="8270017" y="0"/>
                  </a:lnTo>
                  <a:lnTo>
                    <a:pt x="8269202" y="0"/>
                  </a:lnTo>
                  <a:lnTo>
                    <a:pt x="8268387" y="0"/>
                  </a:lnTo>
                  <a:lnTo>
                    <a:pt x="8267573" y="0"/>
                  </a:lnTo>
                  <a:lnTo>
                    <a:pt x="8266758" y="0"/>
                  </a:lnTo>
                  <a:lnTo>
                    <a:pt x="8265943" y="0"/>
                  </a:lnTo>
                  <a:lnTo>
                    <a:pt x="8265128" y="0"/>
                  </a:lnTo>
                  <a:lnTo>
                    <a:pt x="8264314" y="0"/>
                  </a:lnTo>
                  <a:lnTo>
                    <a:pt x="8263499" y="0"/>
                  </a:lnTo>
                  <a:lnTo>
                    <a:pt x="8262684" y="0"/>
                  </a:lnTo>
                  <a:lnTo>
                    <a:pt x="8261869" y="0"/>
                  </a:lnTo>
                  <a:lnTo>
                    <a:pt x="8261054" y="0"/>
                  </a:lnTo>
                  <a:lnTo>
                    <a:pt x="8260240" y="0"/>
                  </a:lnTo>
                  <a:lnTo>
                    <a:pt x="8259425" y="0"/>
                  </a:lnTo>
                  <a:lnTo>
                    <a:pt x="8258610" y="0"/>
                  </a:lnTo>
                  <a:lnTo>
                    <a:pt x="8257795" y="0"/>
                  </a:lnTo>
                  <a:lnTo>
                    <a:pt x="8256981" y="0"/>
                  </a:lnTo>
                  <a:lnTo>
                    <a:pt x="8256166" y="0"/>
                  </a:lnTo>
                  <a:lnTo>
                    <a:pt x="8255351" y="0"/>
                  </a:lnTo>
                  <a:lnTo>
                    <a:pt x="8254536" y="0"/>
                  </a:lnTo>
                  <a:lnTo>
                    <a:pt x="8253721" y="0"/>
                  </a:lnTo>
                  <a:lnTo>
                    <a:pt x="8252907" y="0"/>
                  </a:lnTo>
                  <a:lnTo>
                    <a:pt x="8252092" y="0"/>
                  </a:lnTo>
                  <a:lnTo>
                    <a:pt x="8251277" y="0"/>
                  </a:lnTo>
                  <a:lnTo>
                    <a:pt x="8250462" y="0"/>
                  </a:lnTo>
                  <a:lnTo>
                    <a:pt x="8249648" y="0"/>
                  </a:lnTo>
                  <a:lnTo>
                    <a:pt x="8248833" y="0"/>
                  </a:lnTo>
                  <a:lnTo>
                    <a:pt x="8248018" y="0"/>
                  </a:lnTo>
                  <a:lnTo>
                    <a:pt x="8247203" y="0"/>
                  </a:lnTo>
                  <a:lnTo>
                    <a:pt x="8246388" y="0"/>
                  </a:lnTo>
                  <a:lnTo>
                    <a:pt x="8245574" y="0"/>
                  </a:lnTo>
                  <a:lnTo>
                    <a:pt x="8244759" y="0"/>
                  </a:lnTo>
                  <a:lnTo>
                    <a:pt x="8243944" y="0"/>
                  </a:lnTo>
                  <a:lnTo>
                    <a:pt x="8243129" y="0"/>
                  </a:lnTo>
                  <a:lnTo>
                    <a:pt x="8242314" y="0"/>
                  </a:lnTo>
                  <a:lnTo>
                    <a:pt x="8241500" y="0"/>
                  </a:lnTo>
                  <a:lnTo>
                    <a:pt x="8240685" y="0"/>
                  </a:lnTo>
                  <a:lnTo>
                    <a:pt x="8239870" y="0"/>
                  </a:lnTo>
                  <a:lnTo>
                    <a:pt x="8239055" y="0"/>
                  </a:lnTo>
                  <a:lnTo>
                    <a:pt x="8238241" y="0"/>
                  </a:lnTo>
                  <a:lnTo>
                    <a:pt x="8237426" y="0"/>
                  </a:lnTo>
                  <a:lnTo>
                    <a:pt x="8236611" y="0"/>
                  </a:lnTo>
                  <a:lnTo>
                    <a:pt x="8235796" y="0"/>
                  </a:lnTo>
                  <a:lnTo>
                    <a:pt x="8234981" y="0"/>
                  </a:lnTo>
                  <a:lnTo>
                    <a:pt x="8234167" y="0"/>
                  </a:lnTo>
                  <a:lnTo>
                    <a:pt x="8233352" y="0"/>
                  </a:lnTo>
                  <a:lnTo>
                    <a:pt x="8232537" y="0"/>
                  </a:lnTo>
                  <a:lnTo>
                    <a:pt x="8231722" y="0"/>
                  </a:lnTo>
                  <a:lnTo>
                    <a:pt x="8230908" y="0"/>
                  </a:lnTo>
                  <a:lnTo>
                    <a:pt x="8230093" y="0"/>
                  </a:lnTo>
                  <a:lnTo>
                    <a:pt x="8229278" y="0"/>
                  </a:lnTo>
                  <a:lnTo>
                    <a:pt x="8228463" y="0"/>
                  </a:lnTo>
                  <a:lnTo>
                    <a:pt x="8227648" y="0"/>
                  </a:lnTo>
                  <a:lnTo>
                    <a:pt x="8226834" y="0"/>
                  </a:lnTo>
                  <a:lnTo>
                    <a:pt x="8226019" y="0"/>
                  </a:lnTo>
                  <a:lnTo>
                    <a:pt x="8225204" y="0"/>
                  </a:lnTo>
                  <a:lnTo>
                    <a:pt x="8224389" y="0"/>
                  </a:lnTo>
                  <a:lnTo>
                    <a:pt x="8223575" y="0"/>
                  </a:lnTo>
                  <a:lnTo>
                    <a:pt x="8222760" y="0"/>
                  </a:lnTo>
                  <a:lnTo>
                    <a:pt x="8221945" y="0"/>
                  </a:lnTo>
                  <a:lnTo>
                    <a:pt x="8221130" y="0"/>
                  </a:lnTo>
                  <a:lnTo>
                    <a:pt x="8220315" y="0"/>
                  </a:lnTo>
                  <a:lnTo>
                    <a:pt x="8219501" y="0"/>
                  </a:lnTo>
                  <a:lnTo>
                    <a:pt x="8218686" y="0"/>
                  </a:lnTo>
                  <a:lnTo>
                    <a:pt x="8217871" y="0"/>
                  </a:lnTo>
                  <a:lnTo>
                    <a:pt x="8217056" y="0"/>
                  </a:lnTo>
                  <a:lnTo>
                    <a:pt x="8216242" y="0"/>
                  </a:lnTo>
                  <a:lnTo>
                    <a:pt x="8215427" y="0"/>
                  </a:lnTo>
                  <a:lnTo>
                    <a:pt x="8214612" y="0"/>
                  </a:lnTo>
                  <a:lnTo>
                    <a:pt x="8213797" y="0"/>
                  </a:lnTo>
                  <a:lnTo>
                    <a:pt x="8212982" y="0"/>
                  </a:lnTo>
                  <a:lnTo>
                    <a:pt x="8212168" y="0"/>
                  </a:lnTo>
                  <a:lnTo>
                    <a:pt x="8211353" y="0"/>
                  </a:lnTo>
                  <a:lnTo>
                    <a:pt x="8210538" y="0"/>
                  </a:lnTo>
                  <a:lnTo>
                    <a:pt x="8209723" y="0"/>
                  </a:lnTo>
                  <a:lnTo>
                    <a:pt x="8208909" y="0"/>
                  </a:lnTo>
                  <a:lnTo>
                    <a:pt x="8208094" y="0"/>
                  </a:lnTo>
                  <a:lnTo>
                    <a:pt x="8207279" y="0"/>
                  </a:lnTo>
                  <a:lnTo>
                    <a:pt x="8206464" y="0"/>
                  </a:lnTo>
                  <a:lnTo>
                    <a:pt x="8205649" y="0"/>
                  </a:lnTo>
                  <a:lnTo>
                    <a:pt x="8204835" y="0"/>
                  </a:lnTo>
                  <a:lnTo>
                    <a:pt x="8204020" y="0"/>
                  </a:lnTo>
                  <a:lnTo>
                    <a:pt x="8203205" y="0"/>
                  </a:lnTo>
                  <a:lnTo>
                    <a:pt x="8202390" y="0"/>
                  </a:lnTo>
                  <a:lnTo>
                    <a:pt x="8201575" y="0"/>
                  </a:lnTo>
                  <a:lnTo>
                    <a:pt x="8200761" y="0"/>
                  </a:lnTo>
                  <a:lnTo>
                    <a:pt x="8199946" y="0"/>
                  </a:lnTo>
                  <a:lnTo>
                    <a:pt x="8199131" y="0"/>
                  </a:lnTo>
                  <a:lnTo>
                    <a:pt x="8198316" y="0"/>
                  </a:lnTo>
                  <a:lnTo>
                    <a:pt x="8197502" y="0"/>
                  </a:lnTo>
                  <a:lnTo>
                    <a:pt x="8196687" y="0"/>
                  </a:lnTo>
                  <a:lnTo>
                    <a:pt x="8195872" y="0"/>
                  </a:lnTo>
                  <a:lnTo>
                    <a:pt x="8195057" y="0"/>
                  </a:lnTo>
                  <a:lnTo>
                    <a:pt x="8194242" y="0"/>
                  </a:lnTo>
                  <a:lnTo>
                    <a:pt x="8193428" y="0"/>
                  </a:lnTo>
                  <a:lnTo>
                    <a:pt x="8192613" y="0"/>
                  </a:lnTo>
                  <a:lnTo>
                    <a:pt x="8191798" y="0"/>
                  </a:lnTo>
                  <a:lnTo>
                    <a:pt x="8190983" y="0"/>
                  </a:lnTo>
                  <a:lnTo>
                    <a:pt x="8190169" y="0"/>
                  </a:lnTo>
                  <a:lnTo>
                    <a:pt x="8189354" y="0"/>
                  </a:lnTo>
                  <a:lnTo>
                    <a:pt x="8188539" y="0"/>
                  </a:lnTo>
                  <a:lnTo>
                    <a:pt x="8187724" y="0"/>
                  </a:lnTo>
                  <a:lnTo>
                    <a:pt x="8186909" y="0"/>
                  </a:lnTo>
                  <a:lnTo>
                    <a:pt x="8186095" y="0"/>
                  </a:lnTo>
                  <a:lnTo>
                    <a:pt x="8185280" y="0"/>
                  </a:lnTo>
                  <a:lnTo>
                    <a:pt x="8184465" y="0"/>
                  </a:lnTo>
                  <a:lnTo>
                    <a:pt x="8183650" y="0"/>
                  </a:lnTo>
                  <a:lnTo>
                    <a:pt x="8182836" y="0"/>
                  </a:lnTo>
                  <a:lnTo>
                    <a:pt x="8182021" y="0"/>
                  </a:lnTo>
                  <a:lnTo>
                    <a:pt x="8181206" y="0"/>
                  </a:lnTo>
                  <a:lnTo>
                    <a:pt x="8180391" y="0"/>
                  </a:lnTo>
                  <a:lnTo>
                    <a:pt x="8179576" y="0"/>
                  </a:lnTo>
                  <a:lnTo>
                    <a:pt x="8178762" y="0"/>
                  </a:lnTo>
                  <a:lnTo>
                    <a:pt x="8177947" y="0"/>
                  </a:lnTo>
                  <a:lnTo>
                    <a:pt x="8177132" y="0"/>
                  </a:lnTo>
                  <a:lnTo>
                    <a:pt x="8176317" y="0"/>
                  </a:lnTo>
                  <a:lnTo>
                    <a:pt x="8175503" y="0"/>
                  </a:lnTo>
                  <a:lnTo>
                    <a:pt x="8174688" y="0"/>
                  </a:lnTo>
                  <a:lnTo>
                    <a:pt x="8173873" y="0"/>
                  </a:lnTo>
                  <a:lnTo>
                    <a:pt x="8173058" y="0"/>
                  </a:lnTo>
                  <a:lnTo>
                    <a:pt x="8172243" y="0"/>
                  </a:lnTo>
                  <a:lnTo>
                    <a:pt x="8171429" y="0"/>
                  </a:lnTo>
                  <a:lnTo>
                    <a:pt x="8170614" y="0"/>
                  </a:lnTo>
                  <a:lnTo>
                    <a:pt x="8169799" y="0"/>
                  </a:lnTo>
                  <a:lnTo>
                    <a:pt x="8168984" y="0"/>
                  </a:lnTo>
                  <a:lnTo>
                    <a:pt x="8168170" y="0"/>
                  </a:lnTo>
                  <a:lnTo>
                    <a:pt x="8167355" y="0"/>
                  </a:lnTo>
                  <a:lnTo>
                    <a:pt x="8166540" y="0"/>
                  </a:lnTo>
                  <a:lnTo>
                    <a:pt x="8165725" y="0"/>
                  </a:lnTo>
                  <a:lnTo>
                    <a:pt x="8164910" y="0"/>
                  </a:lnTo>
                  <a:lnTo>
                    <a:pt x="8164096" y="0"/>
                  </a:lnTo>
                  <a:lnTo>
                    <a:pt x="8163281" y="0"/>
                  </a:lnTo>
                  <a:lnTo>
                    <a:pt x="8162466" y="0"/>
                  </a:lnTo>
                  <a:lnTo>
                    <a:pt x="8161651" y="0"/>
                  </a:lnTo>
                  <a:lnTo>
                    <a:pt x="8160836" y="0"/>
                  </a:lnTo>
                  <a:lnTo>
                    <a:pt x="8160022" y="0"/>
                  </a:lnTo>
                  <a:lnTo>
                    <a:pt x="8159207" y="0"/>
                  </a:lnTo>
                  <a:lnTo>
                    <a:pt x="8158392" y="0"/>
                  </a:lnTo>
                  <a:lnTo>
                    <a:pt x="8157577" y="0"/>
                  </a:lnTo>
                  <a:lnTo>
                    <a:pt x="8156763" y="0"/>
                  </a:lnTo>
                  <a:lnTo>
                    <a:pt x="8155948" y="0"/>
                  </a:lnTo>
                  <a:lnTo>
                    <a:pt x="8155133" y="0"/>
                  </a:lnTo>
                  <a:lnTo>
                    <a:pt x="8154318" y="0"/>
                  </a:lnTo>
                  <a:lnTo>
                    <a:pt x="8153503" y="0"/>
                  </a:lnTo>
                  <a:lnTo>
                    <a:pt x="8152689" y="0"/>
                  </a:lnTo>
                  <a:lnTo>
                    <a:pt x="8151874" y="0"/>
                  </a:lnTo>
                  <a:lnTo>
                    <a:pt x="8151059" y="0"/>
                  </a:lnTo>
                  <a:lnTo>
                    <a:pt x="8150244" y="0"/>
                  </a:lnTo>
                  <a:lnTo>
                    <a:pt x="8149430" y="0"/>
                  </a:lnTo>
                  <a:lnTo>
                    <a:pt x="8148615" y="0"/>
                  </a:lnTo>
                  <a:lnTo>
                    <a:pt x="8147800" y="0"/>
                  </a:lnTo>
                  <a:lnTo>
                    <a:pt x="8146985" y="0"/>
                  </a:lnTo>
                  <a:lnTo>
                    <a:pt x="8146170" y="0"/>
                  </a:lnTo>
                  <a:lnTo>
                    <a:pt x="8145356" y="0"/>
                  </a:lnTo>
                  <a:lnTo>
                    <a:pt x="8144541" y="0"/>
                  </a:lnTo>
                  <a:lnTo>
                    <a:pt x="8143726" y="0"/>
                  </a:lnTo>
                  <a:lnTo>
                    <a:pt x="8142911" y="0"/>
                  </a:lnTo>
                  <a:lnTo>
                    <a:pt x="8142097" y="0"/>
                  </a:lnTo>
                  <a:lnTo>
                    <a:pt x="8141282" y="0"/>
                  </a:lnTo>
                  <a:lnTo>
                    <a:pt x="8140467" y="0"/>
                  </a:lnTo>
                  <a:lnTo>
                    <a:pt x="8139652" y="0"/>
                  </a:lnTo>
                  <a:lnTo>
                    <a:pt x="8138837" y="0"/>
                  </a:lnTo>
                  <a:lnTo>
                    <a:pt x="8138023" y="0"/>
                  </a:lnTo>
                  <a:lnTo>
                    <a:pt x="8137208" y="0"/>
                  </a:lnTo>
                  <a:lnTo>
                    <a:pt x="8136393" y="0"/>
                  </a:lnTo>
                  <a:lnTo>
                    <a:pt x="8135578" y="0"/>
                  </a:lnTo>
                  <a:lnTo>
                    <a:pt x="8134764" y="0"/>
                  </a:lnTo>
                  <a:lnTo>
                    <a:pt x="8133949" y="0"/>
                  </a:lnTo>
                  <a:lnTo>
                    <a:pt x="8133134" y="0"/>
                  </a:lnTo>
                  <a:lnTo>
                    <a:pt x="8132319" y="0"/>
                  </a:lnTo>
                  <a:lnTo>
                    <a:pt x="8131504" y="0"/>
                  </a:lnTo>
                  <a:lnTo>
                    <a:pt x="8130690" y="0"/>
                  </a:lnTo>
                  <a:lnTo>
                    <a:pt x="8129875" y="0"/>
                  </a:lnTo>
                  <a:lnTo>
                    <a:pt x="8129060" y="0"/>
                  </a:lnTo>
                  <a:lnTo>
                    <a:pt x="8128245" y="0"/>
                  </a:lnTo>
                  <a:lnTo>
                    <a:pt x="8127431" y="0"/>
                  </a:lnTo>
                  <a:lnTo>
                    <a:pt x="8126616" y="0"/>
                  </a:lnTo>
                  <a:lnTo>
                    <a:pt x="8125801" y="0"/>
                  </a:lnTo>
                  <a:lnTo>
                    <a:pt x="8124986" y="0"/>
                  </a:lnTo>
                  <a:lnTo>
                    <a:pt x="8124171" y="0"/>
                  </a:lnTo>
                  <a:lnTo>
                    <a:pt x="8123357" y="0"/>
                  </a:lnTo>
                  <a:lnTo>
                    <a:pt x="8122542" y="0"/>
                  </a:lnTo>
                  <a:lnTo>
                    <a:pt x="8121727" y="0"/>
                  </a:lnTo>
                  <a:lnTo>
                    <a:pt x="8120912" y="0"/>
                  </a:lnTo>
                  <a:lnTo>
                    <a:pt x="8120097" y="0"/>
                  </a:lnTo>
                  <a:lnTo>
                    <a:pt x="8119283" y="0"/>
                  </a:lnTo>
                  <a:lnTo>
                    <a:pt x="8118468" y="0"/>
                  </a:lnTo>
                  <a:lnTo>
                    <a:pt x="8117653" y="0"/>
                  </a:lnTo>
                  <a:lnTo>
                    <a:pt x="8116838" y="0"/>
                  </a:lnTo>
                  <a:lnTo>
                    <a:pt x="8116024" y="0"/>
                  </a:lnTo>
                  <a:lnTo>
                    <a:pt x="8115209" y="0"/>
                  </a:lnTo>
                  <a:lnTo>
                    <a:pt x="8114394" y="0"/>
                  </a:lnTo>
                  <a:lnTo>
                    <a:pt x="8113579" y="0"/>
                  </a:lnTo>
                  <a:lnTo>
                    <a:pt x="8112764" y="0"/>
                  </a:lnTo>
                  <a:lnTo>
                    <a:pt x="8111950" y="0"/>
                  </a:lnTo>
                  <a:lnTo>
                    <a:pt x="8111135" y="0"/>
                  </a:lnTo>
                  <a:lnTo>
                    <a:pt x="8110320" y="0"/>
                  </a:lnTo>
                  <a:lnTo>
                    <a:pt x="8109505" y="0"/>
                  </a:lnTo>
                  <a:lnTo>
                    <a:pt x="8108691" y="0"/>
                  </a:lnTo>
                  <a:lnTo>
                    <a:pt x="8107876" y="0"/>
                  </a:lnTo>
                  <a:lnTo>
                    <a:pt x="8107061" y="0"/>
                  </a:lnTo>
                  <a:lnTo>
                    <a:pt x="8106246" y="0"/>
                  </a:lnTo>
                  <a:lnTo>
                    <a:pt x="8105431" y="0"/>
                  </a:lnTo>
                  <a:lnTo>
                    <a:pt x="8104617" y="0"/>
                  </a:lnTo>
                  <a:lnTo>
                    <a:pt x="8103802" y="0"/>
                  </a:lnTo>
                  <a:lnTo>
                    <a:pt x="8102987" y="0"/>
                  </a:lnTo>
                  <a:lnTo>
                    <a:pt x="8102172" y="0"/>
                  </a:lnTo>
                  <a:lnTo>
                    <a:pt x="8101358" y="0"/>
                  </a:lnTo>
                  <a:lnTo>
                    <a:pt x="8100543" y="0"/>
                  </a:lnTo>
                  <a:lnTo>
                    <a:pt x="8099728" y="0"/>
                  </a:lnTo>
                  <a:lnTo>
                    <a:pt x="8098913" y="0"/>
                  </a:lnTo>
                  <a:lnTo>
                    <a:pt x="8098098" y="0"/>
                  </a:lnTo>
                  <a:lnTo>
                    <a:pt x="8097284" y="0"/>
                  </a:lnTo>
                  <a:lnTo>
                    <a:pt x="8096469" y="0"/>
                  </a:lnTo>
                  <a:lnTo>
                    <a:pt x="8095654" y="0"/>
                  </a:lnTo>
                  <a:lnTo>
                    <a:pt x="8094839" y="0"/>
                  </a:lnTo>
                  <a:lnTo>
                    <a:pt x="8094025" y="0"/>
                  </a:lnTo>
                  <a:lnTo>
                    <a:pt x="8093210" y="0"/>
                  </a:lnTo>
                  <a:lnTo>
                    <a:pt x="8092395" y="0"/>
                  </a:lnTo>
                  <a:lnTo>
                    <a:pt x="8091580" y="0"/>
                  </a:lnTo>
                  <a:lnTo>
                    <a:pt x="8090765" y="0"/>
                  </a:lnTo>
                  <a:lnTo>
                    <a:pt x="8089951" y="0"/>
                  </a:lnTo>
                  <a:lnTo>
                    <a:pt x="8089136" y="0"/>
                  </a:lnTo>
                  <a:lnTo>
                    <a:pt x="8088321" y="0"/>
                  </a:lnTo>
                  <a:lnTo>
                    <a:pt x="8087506" y="0"/>
                  </a:lnTo>
                  <a:lnTo>
                    <a:pt x="8086692" y="0"/>
                  </a:lnTo>
                  <a:lnTo>
                    <a:pt x="8085877" y="0"/>
                  </a:lnTo>
                  <a:lnTo>
                    <a:pt x="8085062" y="0"/>
                  </a:lnTo>
                  <a:lnTo>
                    <a:pt x="8084247" y="0"/>
                  </a:lnTo>
                  <a:lnTo>
                    <a:pt x="8083432" y="0"/>
                  </a:lnTo>
                  <a:lnTo>
                    <a:pt x="8082618" y="0"/>
                  </a:lnTo>
                  <a:lnTo>
                    <a:pt x="8081803" y="0"/>
                  </a:lnTo>
                  <a:lnTo>
                    <a:pt x="8080988" y="0"/>
                  </a:lnTo>
                  <a:lnTo>
                    <a:pt x="8080173" y="0"/>
                  </a:lnTo>
                  <a:lnTo>
                    <a:pt x="8079358" y="0"/>
                  </a:lnTo>
                  <a:lnTo>
                    <a:pt x="8078544" y="0"/>
                  </a:lnTo>
                  <a:lnTo>
                    <a:pt x="8077729" y="0"/>
                  </a:lnTo>
                  <a:lnTo>
                    <a:pt x="8076914" y="0"/>
                  </a:lnTo>
                  <a:lnTo>
                    <a:pt x="8076099" y="0"/>
                  </a:lnTo>
                  <a:lnTo>
                    <a:pt x="8075285" y="0"/>
                  </a:lnTo>
                  <a:lnTo>
                    <a:pt x="8074470" y="0"/>
                  </a:lnTo>
                  <a:lnTo>
                    <a:pt x="8073655" y="0"/>
                  </a:lnTo>
                  <a:lnTo>
                    <a:pt x="8072840" y="0"/>
                  </a:lnTo>
                  <a:lnTo>
                    <a:pt x="8072025" y="0"/>
                  </a:lnTo>
                  <a:lnTo>
                    <a:pt x="8071211" y="0"/>
                  </a:lnTo>
                  <a:lnTo>
                    <a:pt x="8070396" y="0"/>
                  </a:lnTo>
                  <a:lnTo>
                    <a:pt x="8069581" y="0"/>
                  </a:lnTo>
                  <a:lnTo>
                    <a:pt x="8068766" y="0"/>
                  </a:lnTo>
                  <a:lnTo>
                    <a:pt x="8067952" y="0"/>
                  </a:lnTo>
                  <a:lnTo>
                    <a:pt x="8067137" y="0"/>
                  </a:lnTo>
                  <a:lnTo>
                    <a:pt x="8066322" y="0"/>
                  </a:lnTo>
                  <a:lnTo>
                    <a:pt x="8065507" y="0"/>
                  </a:lnTo>
                  <a:lnTo>
                    <a:pt x="8064692" y="0"/>
                  </a:lnTo>
                  <a:lnTo>
                    <a:pt x="8063878" y="0"/>
                  </a:lnTo>
                  <a:lnTo>
                    <a:pt x="8063063" y="0"/>
                  </a:lnTo>
                  <a:lnTo>
                    <a:pt x="8062248" y="0"/>
                  </a:lnTo>
                  <a:lnTo>
                    <a:pt x="8061433" y="0"/>
                  </a:lnTo>
                  <a:lnTo>
                    <a:pt x="8060619" y="0"/>
                  </a:lnTo>
                  <a:lnTo>
                    <a:pt x="8059804" y="0"/>
                  </a:lnTo>
                  <a:lnTo>
                    <a:pt x="8058989" y="0"/>
                  </a:lnTo>
                  <a:lnTo>
                    <a:pt x="8058174" y="0"/>
                  </a:lnTo>
                  <a:lnTo>
                    <a:pt x="8057359" y="0"/>
                  </a:lnTo>
                  <a:lnTo>
                    <a:pt x="8056545" y="0"/>
                  </a:lnTo>
                  <a:lnTo>
                    <a:pt x="8055730" y="0"/>
                  </a:lnTo>
                  <a:lnTo>
                    <a:pt x="8054915" y="0"/>
                  </a:lnTo>
                  <a:lnTo>
                    <a:pt x="8054100" y="0"/>
                  </a:lnTo>
                  <a:lnTo>
                    <a:pt x="8053286" y="0"/>
                  </a:lnTo>
                  <a:lnTo>
                    <a:pt x="8052471" y="0"/>
                  </a:lnTo>
                  <a:lnTo>
                    <a:pt x="8051656" y="0"/>
                  </a:lnTo>
                  <a:lnTo>
                    <a:pt x="8050841" y="0"/>
                  </a:lnTo>
                  <a:lnTo>
                    <a:pt x="8050026" y="0"/>
                  </a:lnTo>
                  <a:lnTo>
                    <a:pt x="8049212" y="0"/>
                  </a:lnTo>
                  <a:lnTo>
                    <a:pt x="8048397" y="0"/>
                  </a:lnTo>
                  <a:lnTo>
                    <a:pt x="8047582" y="0"/>
                  </a:lnTo>
                  <a:lnTo>
                    <a:pt x="8046767" y="0"/>
                  </a:lnTo>
                  <a:lnTo>
                    <a:pt x="8045952" y="0"/>
                  </a:lnTo>
                  <a:lnTo>
                    <a:pt x="8045138" y="0"/>
                  </a:lnTo>
                  <a:lnTo>
                    <a:pt x="8044323" y="0"/>
                  </a:lnTo>
                  <a:lnTo>
                    <a:pt x="8043508" y="0"/>
                  </a:lnTo>
                  <a:lnTo>
                    <a:pt x="8042693" y="0"/>
                  </a:lnTo>
                  <a:lnTo>
                    <a:pt x="8041879" y="0"/>
                  </a:lnTo>
                  <a:lnTo>
                    <a:pt x="8041064" y="0"/>
                  </a:lnTo>
                  <a:lnTo>
                    <a:pt x="8040249" y="0"/>
                  </a:lnTo>
                  <a:lnTo>
                    <a:pt x="8039434" y="0"/>
                  </a:lnTo>
                  <a:lnTo>
                    <a:pt x="8038619" y="0"/>
                  </a:lnTo>
                  <a:lnTo>
                    <a:pt x="8037805" y="0"/>
                  </a:lnTo>
                  <a:lnTo>
                    <a:pt x="8036990" y="0"/>
                  </a:lnTo>
                  <a:lnTo>
                    <a:pt x="8036175" y="0"/>
                  </a:lnTo>
                  <a:lnTo>
                    <a:pt x="8035360" y="0"/>
                  </a:lnTo>
                  <a:lnTo>
                    <a:pt x="8034546" y="0"/>
                  </a:lnTo>
                  <a:lnTo>
                    <a:pt x="8033731" y="0"/>
                  </a:lnTo>
                  <a:lnTo>
                    <a:pt x="8032916" y="0"/>
                  </a:lnTo>
                  <a:lnTo>
                    <a:pt x="8032101" y="0"/>
                  </a:lnTo>
                  <a:lnTo>
                    <a:pt x="8031286" y="0"/>
                  </a:lnTo>
                  <a:lnTo>
                    <a:pt x="8030472" y="0"/>
                  </a:lnTo>
                  <a:lnTo>
                    <a:pt x="8029657" y="0"/>
                  </a:lnTo>
                  <a:lnTo>
                    <a:pt x="8028842" y="0"/>
                  </a:lnTo>
                  <a:lnTo>
                    <a:pt x="8028027" y="0"/>
                  </a:lnTo>
                  <a:lnTo>
                    <a:pt x="8027213" y="0"/>
                  </a:lnTo>
                  <a:lnTo>
                    <a:pt x="8026398" y="0"/>
                  </a:lnTo>
                  <a:lnTo>
                    <a:pt x="8025583" y="0"/>
                  </a:lnTo>
                  <a:lnTo>
                    <a:pt x="8024768" y="0"/>
                  </a:lnTo>
                  <a:lnTo>
                    <a:pt x="8023953" y="0"/>
                  </a:lnTo>
                  <a:lnTo>
                    <a:pt x="8023139" y="0"/>
                  </a:lnTo>
                  <a:lnTo>
                    <a:pt x="8022324" y="0"/>
                  </a:lnTo>
                  <a:lnTo>
                    <a:pt x="8021509" y="0"/>
                  </a:lnTo>
                  <a:lnTo>
                    <a:pt x="8020694" y="0"/>
                  </a:lnTo>
                  <a:lnTo>
                    <a:pt x="8019880" y="0"/>
                  </a:lnTo>
                  <a:lnTo>
                    <a:pt x="8019065" y="0"/>
                  </a:lnTo>
                  <a:lnTo>
                    <a:pt x="8018250" y="0"/>
                  </a:lnTo>
                  <a:lnTo>
                    <a:pt x="8017435" y="0"/>
                  </a:lnTo>
                  <a:lnTo>
                    <a:pt x="8016620" y="0"/>
                  </a:lnTo>
                  <a:lnTo>
                    <a:pt x="8015806" y="0"/>
                  </a:lnTo>
                  <a:lnTo>
                    <a:pt x="8014991" y="0"/>
                  </a:lnTo>
                  <a:lnTo>
                    <a:pt x="8014176" y="0"/>
                  </a:lnTo>
                  <a:lnTo>
                    <a:pt x="8013361" y="0"/>
                  </a:lnTo>
                  <a:lnTo>
                    <a:pt x="8012547" y="0"/>
                  </a:lnTo>
                  <a:lnTo>
                    <a:pt x="8011732" y="0"/>
                  </a:lnTo>
                  <a:lnTo>
                    <a:pt x="8010917" y="0"/>
                  </a:lnTo>
                  <a:lnTo>
                    <a:pt x="8010102" y="0"/>
                  </a:lnTo>
                  <a:lnTo>
                    <a:pt x="8009287" y="0"/>
                  </a:lnTo>
                  <a:lnTo>
                    <a:pt x="8008473" y="0"/>
                  </a:lnTo>
                  <a:lnTo>
                    <a:pt x="8007658" y="0"/>
                  </a:lnTo>
                  <a:lnTo>
                    <a:pt x="8006843" y="0"/>
                  </a:lnTo>
                  <a:lnTo>
                    <a:pt x="8006028" y="0"/>
                  </a:lnTo>
                  <a:lnTo>
                    <a:pt x="8005213" y="0"/>
                  </a:lnTo>
                  <a:lnTo>
                    <a:pt x="8004399" y="0"/>
                  </a:lnTo>
                  <a:lnTo>
                    <a:pt x="8003584" y="0"/>
                  </a:lnTo>
                  <a:lnTo>
                    <a:pt x="8002769" y="0"/>
                  </a:lnTo>
                  <a:lnTo>
                    <a:pt x="8001954" y="0"/>
                  </a:lnTo>
                  <a:lnTo>
                    <a:pt x="8001140" y="0"/>
                  </a:lnTo>
                  <a:lnTo>
                    <a:pt x="8000325" y="0"/>
                  </a:lnTo>
                  <a:lnTo>
                    <a:pt x="7999510" y="0"/>
                  </a:lnTo>
                  <a:lnTo>
                    <a:pt x="7998695" y="0"/>
                  </a:lnTo>
                  <a:lnTo>
                    <a:pt x="7997880" y="0"/>
                  </a:lnTo>
                  <a:lnTo>
                    <a:pt x="7997066" y="0"/>
                  </a:lnTo>
                  <a:lnTo>
                    <a:pt x="7996251" y="0"/>
                  </a:lnTo>
                  <a:lnTo>
                    <a:pt x="7995436" y="0"/>
                  </a:lnTo>
                  <a:lnTo>
                    <a:pt x="7994621" y="0"/>
                  </a:lnTo>
                  <a:lnTo>
                    <a:pt x="7993807" y="0"/>
                  </a:lnTo>
                  <a:lnTo>
                    <a:pt x="7992992" y="0"/>
                  </a:lnTo>
                  <a:lnTo>
                    <a:pt x="7992177" y="0"/>
                  </a:lnTo>
                  <a:lnTo>
                    <a:pt x="7991362" y="0"/>
                  </a:lnTo>
                  <a:lnTo>
                    <a:pt x="7990547" y="0"/>
                  </a:lnTo>
                  <a:lnTo>
                    <a:pt x="7989733" y="0"/>
                  </a:lnTo>
                  <a:lnTo>
                    <a:pt x="7988918" y="0"/>
                  </a:lnTo>
                  <a:lnTo>
                    <a:pt x="7988103" y="0"/>
                  </a:lnTo>
                  <a:lnTo>
                    <a:pt x="7987288" y="0"/>
                  </a:lnTo>
                  <a:lnTo>
                    <a:pt x="7986474" y="0"/>
                  </a:lnTo>
                  <a:lnTo>
                    <a:pt x="7985659" y="0"/>
                  </a:lnTo>
                  <a:lnTo>
                    <a:pt x="7984844" y="0"/>
                  </a:lnTo>
                  <a:lnTo>
                    <a:pt x="7984029" y="0"/>
                  </a:lnTo>
                  <a:lnTo>
                    <a:pt x="7983214" y="0"/>
                  </a:lnTo>
                  <a:lnTo>
                    <a:pt x="7982400" y="0"/>
                  </a:lnTo>
                  <a:lnTo>
                    <a:pt x="7981585" y="0"/>
                  </a:lnTo>
                  <a:lnTo>
                    <a:pt x="7980770" y="0"/>
                  </a:lnTo>
                  <a:lnTo>
                    <a:pt x="7979955" y="0"/>
                  </a:lnTo>
                  <a:lnTo>
                    <a:pt x="7979141" y="0"/>
                  </a:lnTo>
                  <a:lnTo>
                    <a:pt x="7978326" y="0"/>
                  </a:lnTo>
                  <a:lnTo>
                    <a:pt x="7977511" y="0"/>
                  </a:lnTo>
                  <a:lnTo>
                    <a:pt x="7976696" y="0"/>
                  </a:lnTo>
                  <a:lnTo>
                    <a:pt x="7975881" y="0"/>
                  </a:lnTo>
                  <a:lnTo>
                    <a:pt x="7975067" y="0"/>
                  </a:lnTo>
                  <a:lnTo>
                    <a:pt x="7974252" y="0"/>
                  </a:lnTo>
                  <a:lnTo>
                    <a:pt x="7973437" y="0"/>
                  </a:lnTo>
                  <a:lnTo>
                    <a:pt x="7972622" y="0"/>
                  </a:lnTo>
                  <a:lnTo>
                    <a:pt x="7971808" y="0"/>
                  </a:lnTo>
                  <a:lnTo>
                    <a:pt x="7970993" y="0"/>
                  </a:lnTo>
                  <a:lnTo>
                    <a:pt x="7970178" y="0"/>
                  </a:lnTo>
                  <a:lnTo>
                    <a:pt x="7969363" y="0"/>
                  </a:lnTo>
                  <a:lnTo>
                    <a:pt x="7968548" y="0"/>
                  </a:lnTo>
                  <a:lnTo>
                    <a:pt x="7967734" y="0"/>
                  </a:lnTo>
                  <a:lnTo>
                    <a:pt x="7966919" y="0"/>
                  </a:lnTo>
                  <a:lnTo>
                    <a:pt x="7966104" y="0"/>
                  </a:lnTo>
                  <a:lnTo>
                    <a:pt x="7965289" y="0"/>
                  </a:lnTo>
                  <a:lnTo>
                    <a:pt x="7964474" y="0"/>
                  </a:lnTo>
                  <a:lnTo>
                    <a:pt x="7963660" y="0"/>
                  </a:lnTo>
                  <a:lnTo>
                    <a:pt x="7962845" y="0"/>
                  </a:lnTo>
                  <a:lnTo>
                    <a:pt x="7962030" y="0"/>
                  </a:lnTo>
                  <a:lnTo>
                    <a:pt x="7961215" y="0"/>
                  </a:lnTo>
                  <a:lnTo>
                    <a:pt x="7960401" y="0"/>
                  </a:lnTo>
                  <a:lnTo>
                    <a:pt x="7959586" y="0"/>
                  </a:lnTo>
                  <a:lnTo>
                    <a:pt x="7958771" y="0"/>
                  </a:lnTo>
                  <a:lnTo>
                    <a:pt x="7957956" y="0"/>
                  </a:lnTo>
                  <a:lnTo>
                    <a:pt x="7957141" y="0"/>
                  </a:lnTo>
                  <a:lnTo>
                    <a:pt x="7956327" y="0"/>
                  </a:lnTo>
                  <a:lnTo>
                    <a:pt x="7955512" y="0"/>
                  </a:lnTo>
                  <a:lnTo>
                    <a:pt x="7954697" y="0"/>
                  </a:lnTo>
                  <a:lnTo>
                    <a:pt x="7953882" y="0"/>
                  </a:lnTo>
                  <a:lnTo>
                    <a:pt x="7953068" y="0"/>
                  </a:lnTo>
                  <a:lnTo>
                    <a:pt x="7952253" y="0"/>
                  </a:lnTo>
                  <a:lnTo>
                    <a:pt x="7951438" y="0"/>
                  </a:lnTo>
                  <a:lnTo>
                    <a:pt x="7950623" y="0"/>
                  </a:lnTo>
                  <a:lnTo>
                    <a:pt x="7949808" y="0"/>
                  </a:lnTo>
                  <a:lnTo>
                    <a:pt x="7948994" y="0"/>
                  </a:lnTo>
                  <a:lnTo>
                    <a:pt x="7948179" y="0"/>
                  </a:lnTo>
                  <a:lnTo>
                    <a:pt x="7947364" y="0"/>
                  </a:lnTo>
                  <a:lnTo>
                    <a:pt x="7946549" y="0"/>
                  </a:lnTo>
                  <a:lnTo>
                    <a:pt x="7945735" y="0"/>
                  </a:lnTo>
                  <a:lnTo>
                    <a:pt x="7944920" y="0"/>
                  </a:lnTo>
                  <a:lnTo>
                    <a:pt x="7944105" y="0"/>
                  </a:lnTo>
                  <a:lnTo>
                    <a:pt x="7943290" y="0"/>
                  </a:lnTo>
                  <a:lnTo>
                    <a:pt x="7942475" y="0"/>
                  </a:lnTo>
                  <a:lnTo>
                    <a:pt x="7941661" y="0"/>
                  </a:lnTo>
                  <a:lnTo>
                    <a:pt x="7940846" y="0"/>
                  </a:lnTo>
                  <a:lnTo>
                    <a:pt x="7940031" y="0"/>
                  </a:lnTo>
                  <a:lnTo>
                    <a:pt x="7939216" y="0"/>
                  </a:lnTo>
                  <a:lnTo>
                    <a:pt x="7938402" y="0"/>
                  </a:lnTo>
                  <a:lnTo>
                    <a:pt x="7937587" y="0"/>
                  </a:lnTo>
                  <a:lnTo>
                    <a:pt x="7936772" y="0"/>
                  </a:lnTo>
                  <a:lnTo>
                    <a:pt x="7935957" y="0"/>
                  </a:lnTo>
                  <a:lnTo>
                    <a:pt x="7935142" y="0"/>
                  </a:lnTo>
                  <a:lnTo>
                    <a:pt x="7934328" y="0"/>
                  </a:lnTo>
                  <a:lnTo>
                    <a:pt x="7933513" y="0"/>
                  </a:lnTo>
                  <a:lnTo>
                    <a:pt x="7932698" y="0"/>
                  </a:lnTo>
                  <a:lnTo>
                    <a:pt x="7931883" y="0"/>
                  </a:lnTo>
                  <a:lnTo>
                    <a:pt x="7931069" y="0"/>
                  </a:lnTo>
                  <a:lnTo>
                    <a:pt x="7930254" y="0"/>
                  </a:lnTo>
                  <a:lnTo>
                    <a:pt x="7929439" y="0"/>
                  </a:lnTo>
                  <a:lnTo>
                    <a:pt x="7928624" y="0"/>
                  </a:lnTo>
                  <a:lnTo>
                    <a:pt x="7927809" y="0"/>
                  </a:lnTo>
                  <a:lnTo>
                    <a:pt x="7926995" y="0"/>
                  </a:lnTo>
                  <a:lnTo>
                    <a:pt x="7926180" y="0"/>
                  </a:lnTo>
                  <a:lnTo>
                    <a:pt x="7925365" y="0"/>
                  </a:lnTo>
                  <a:lnTo>
                    <a:pt x="7924550" y="0"/>
                  </a:lnTo>
                  <a:lnTo>
                    <a:pt x="7923735" y="0"/>
                  </a:lnTo>
                  <a:lnTo>
                    <a:pt x="7922921" y="0"/>
                  </a:lnTo>
                  <a:lnTo>
                    <a:pt x="7922106" y="0"/>
                  </a:lnTo>
                  <a:lnTo>
                    <a:pt x="7921291" y="0"/>
                  </a:lnTo>
                  <a:lnTo>
                    <a:pt x="7920476" y="0"/>
                  </a:lnTo>
                  <a:lnTo>
                    <a:pt x="7919662" y="0"/>
                  </a:lnTo>
                  <a:lnTo>
                    <a:pt x="7918847" y="0"/>
                  </a:lnTo>
                  <a:lnTo>
                    <a:pt x="7918032" y="0"/>
                  </a:lnTo>
                  <a:lnTo>
                    <a:pt x="7917217" y="0"/>
                  </a:lnTo>
                  <a:lnTo>
                    <a:pt x="7916402" y="0"/>
                  </a:lnTo>
                  <a:lnTo>
                    <a:pt x="7915588" y="0"/>
                  </a:lnTo>
                  <a:lnTo>
                    <a:pt x="7914773" y="0"/>
                  </a:lnTo>
                  <a:lnTo>
                    <a:pt x="7913958" y="0"/>
                  </a:lnTo>
                  <a:lnTo>
                    <a:pt x="7913143" y="0"/>
                  </a:lnTo>
                  <a:lnTo>
                    <a:pt x="7912329" y="0"/>
                  </a:lnTo>
                  <a:lnTo>
                    <a:pt x="7911514" y="0"/>
                  </a:lnTo>
                  <a:lnTo>
                    <a:pt x="7910699" y="0"/>
                  </a:lnTo>
                  <a:lnTo>
                    <a:pt x="7909884" y="0"/>
                  </a:lnTo>
                  <a:lnTo>
                    <a:pt x="7909069" y="0"/>
                  </a:lnTo>
                  <a:lnTo>
                    <a:pt x="7908255" y="0"/>
                  </a:lnTo>
                  <a:lnTo>
                    <a:pt x="7907440" y="0"/>
                  </a:lnTo>
                  <a:lnTo>
                    <a:pt x="7906625" y="0"/>
                  </a:lnTo>
                  <a:lnTo>
                    <a:pt x="7905810" y="0"/>
                  </a:lnTo>
                  <a:lnTo>
                    <a:pt x="7904996" y="0"/>
                  </a:lnTo>
                  <a:lnTo>
                    <a:pt x="7904181" y="0"/>
                  </a:lnTo>
                  <a:lnTo>
                    <a:pt x="7903366" y="0"/>
                  </a:lnTo>
                  <a:lnTo>
                    <a:pt x="7902551" y="0"/>
                  </a:lnTo>
                  <a:lnTo>
                    <a:pt x="7901736" y="0"/>
                  </a:lnTo>
                  <a:lnTo>
                    <a:pt x="7900922" y="0"/>
                  </a:lnTo>
                  <a:lnTo>
                    <a:pt x="7900107" y="0"/>
                  </a:lnTo>
                  <a:lnTo>
                    <a:pt x="7899292" y="0"/>
                  </a:lnTo>
                  <a:lnTo>
                    <a:pt x="7898477" y="0"/>
                  </a:lnTo>
                  <a:lnTo>
                    <a:pt x="7897663" y="0"/>
                  </a:lnTo>
                  <a:lnTo>
                    <a:pt x="7896848" y="0"/>
                  </a:lnTo>
                  <a:lnTo>
                    <a:pt x="7896033" y="0"/>
                  </a:lnTo>
                  <a:lnTo>
                    <a:pt x="7895218" y="0"/>
                  </a:lnTo>
                  <a:lnTo>
                    <a:pt x="7894403" y="0"/>
                  </a:lnTo>
                  <a:lnTo>
                    <a:pt x="7893589" y="0"/>
                  </a:lnTo>
                  <a:lnTo>
                    <a:pt x="7892774" y="0"/>
                  </a:lnTo>
                  <a:lnTo>
                    <a:pt x="7891959" y="0"/>
                  </a:lnTo>
                  <a:lnTo>
                    <a:pt x="7891144" y="0"/>
                  </a:lnTo>
                  <a:lnTo>
                    <a:pt x="7890330" y="0"/>
                  </a:lnTo>
                  <a:lnTo>
                    <a:pt x="7889515" y="0"/>
                  </a:lnTo>
                  <a:lnTo>
                    <a:pt x="7888700" y="0"/>
                  </a:lnTo>
                  <a:lnTo>
                    <a:pt x="7887885" y="0"/>
                  </a:lnTo>
                  <a:lnTo>
                    <a:pt x="7887070" y="0"/>
                  </a:lnTo>
                  <a:lnTo>
                    <a:pt x="7886256" y="0"/>
                  </a:lnTo>
                  <a:lnTo>
                    <a:pt x="7885441" y="0"/>
                  </a:lnTo>
                  <a:lnTo>
                    <a:pt x="7884626" y="0"/>
                  </a:lnTo>
                  <a:lnTo>
                    <a:pt x="7883811" y="0"/>
                  </a:lnTo>
                  <a:lnTo>
                    <a:pt x="7882996" y="0"/>
                  </a:lnTo>
                  <a:lnTo>
                    <a:pt x="7882182" y="0"/>
                  </a:lnTo>
                  <a:lnTo>
                    <a:pt x="7881367" y="0"/>
                  </a:lnTo>
                  <a:lnTo>
                    <a:pt x="7880552" y="0"/>
                  </a:lnTo>
                  <a:lnTo>
                    <a:pt x="7879737" y="0"/>
                  </a:lnTo>
                  <a:lnTo>
                    <a:pt x="7878923" y="0"/>
                  </a:lnTo>
                  <a:lnTo>
                    <a:pt x="7878108" y="0"/>
                  </a:lnTo>
                  <a:lnTo>
                    <a:pt x="7877293" y="0"/>
                  </a:lnTo>
                  <a:lnTo>
                    <a:pt x="7876478" y="0"/>
                  </a:lnTo>
                  <a:lnTo>
                    <a:pt x="7875663" y="0"/>
                  </a:lnTo>
                  <a:lnTo>
                    <a:pt x="7874849" y="0"/>
                  </a:lnTo>
                  <a:lnTo>
                    <a:pt x="7874034" y="0"/>
                  </a:lnTo>
                  <a:lnTo>
                    <a:pt x="7873219" y="0"/>
                  </a:lnTo>
                  <a:lnTo>
                    <a:pt x="7872404" y="0"/>
                  </a:lnTo>
                  <a:lnTo>
                    <a:pt x="7871590" y="0"/>
                  </a:lnTo>
                  <a:lnTo>
                    <a:pt x="7870775" y="0"/>
                  </a:lnTo>
                  <a:lnTo>
                    <a:pt x="7869960" y="0"/>
                  </a:lnTo>
                  <a:lnTo>
                    <a:pt x="7869145" y="0"/>
                  </a:lnTo>
                  <a:lnTo>
                    <a:pt x="7868330" y="0"/>
                  </a:lnTo>
                  <a:lnTo>
                    <a:pt x="7867516" y="0"/>
                  </a:lnTo>
                  <a:lnTo>
                    <a:pt x="7866701" y="0"/>
                  </a:lnTo>
                  <a:lnTo>
                    <a:pt x="7865886" y="0"/>
                  </a:lnTo>
                  <a:lnTo>
                    <a:pt x="7865071" y="0"/>
                  </a:lnTo>
                  <a:lnTo>
                    <a:pt x="7864257" y="0"/>
                  </a:lnTo>
                  <a:lnTo>
                    <a:pt x="7863442" y="0"/>
                  </a:lnTo>
                  <a:lnTo>
                    <a:pt x="7862627" y="0"/>
                  </a:lnTo>
                  <a:lnTo>
                    <a:pt x="7861812" y="0"/>
                  </a:lnTo>
                  <a:lnTo>
                    <a:pt x="7860997" y="0"/>
                  </a:lnTo>
                  <a:lnTo>
                    <a:pt x="7860183" y="0"/>
                  </a:lnTo>
                  <a:lnTo>
                    <a:pt x="7859368" y="0"/>
                  </a:lnTo>
                  <a:lnTo>
                    <a:pt x="7858553" y="0"/>
                  </a:lnTo>
                  <a:lnTo>
                    <a:pt x="7857738" y="0"/>
                  </a:lnTo>
                  <a:lnTo>
                    <a:pt x="7856924" y="0"/>
                  </a:lnTo>
                  <a:lnTo>
                    <a:pt x="7856109" y="0"/>
                  </a:lnTo>
                  <a:lnTo>
                    <a:pt x="7855294" y="0"/>
                  </a:lnTo>
                  <a:lnTo>
                    <a:pt x="7854479" y="0"/>
                  </a:lnTo>
                  <a:lnTo>
                    <a:pt x="7853664" y="0"/>
                  </a:lnTo>
                  <a:lnTo>
                    <a:pt x="7852850" y="0"/>
                  </a:lnTo>
                  <a:lnTo>
                    <a:pt x="7852035" y="0"/>
                  </a:lnTo>
                  <a:lnTo>
                    <a:pt x="7851220" y="0"/>
                  </a:lnTo>
                  <a:lnTo>
                    <a:pt x="7850405" y="0"/>
                  </a:lnTo>
                  <a:lnTo>
                    <a:pt x="7849591" y="0"/>
                  </a:lnTo>
                  <a:lnTo>
                    <a:pt x="7848776" y="0"/>
                  </a:lnTo>
                  <a:lnTo>
                    <a:pt x="7847961" y="0"/>
                  </a:lnTo>
                  <a:lnTo>
                    <a:pt x="7847146" y="0"/>
                  </a:lnTo>
                  <a:lnTo>
                    <a:pt x="7846331" y="0"/>
                  </a:lnTo>
                  <a:lnTo>
                    <a:pt x="7845517" y="0"/>
                  </a:lnTo>
                  <a:lnTo>
                    <a:pt x="7844702" y="0"/>
                  </a:lnTo>
                  <a:lnTo>
                    <a:pt x="7843887" y="0"/>
                  </a:lnTo>
                  <a:lnTo>
                    <a:pt x="7843072" y="0"/>
                  </a:lnTo>
                  <a:lnTo>
                    <a:pt x="7842257" y="0"/>
                  </a:lnTo>
                  <a:lnTo>
                    <a:pt x="7841443" y="0"/>
                  </a:lnTo>
                  <a:lnTo>
                    <a:pt x="7840628" y="0"/>
                  </a:lnTo>
                  <a:lnTo>
                    <a:pt x="7839813" y="0"/>
                  </a:lnTo>
                  <a:lnTo>
                    <a:pt x="7838998" y="0"/>
                  </a:lnTo>
                  <a:lnTo>
                    <a:pt x="7838184" y="0"/>
                  </a:lnTo>
                  <a:lnTo>
                    <a:pt x="7837369" y="0"/>
                  </a:lnTo>
                  <a:lnTo>
                    <a:pt x="7836554" y="0"/>
                  </a:lnTo>
                  <a:lnTo>
                    <a:pt x="7835739" y="0"/>
                  </a:lnTo>
                  <a:lnTo>
                    <a:pt x="7834924" y="0"/>
                  </a:lnTo>
                  <a:lnTo>
                    <a:pt x="7834110" y="0"/>
                  </a:lnTo>
                  <a:lnTo>
                    <a:pt x="7833295" y="0"/>
                  </a:lnTo>
                  <a:lnTo>
                    <a:pt x="7832480" y="0"/>
                  </a:lnTo>
                  <a:lnTo>
                    <a:pt x="7831665" y="0"/>
                  </a:lnTo>
                  <a:lnTo>
                    <a:pt x="7830851" y="0"/>
                  </a:lnTo>
                  <a:lnTo>
                    <a:pt x="7830036" y="0"/>
                  </a:lnTo>
                  <a:lnTo>
                    <a:pt x="7829221" y="0"/>
                  </a:lnTo>
                  <a:lnTo>
                    <a:pt x="7828406" y="0"/>
                  </a:lnTo>
                  <a:lnTo>
                    <a:pt x="7827591" y="0"/>
                  </a:lnTo>
                  <a:lnTo>
                    <a:pt x="7826777" y="0"/>
                  </a:lnTo>
                  <a:lnTo>
                    <a:pt x="7825962" y="0"/>
                  </a:lnTo>
                  <a:lnTo>
                    <a:pt x="7825147" y="0"/>
                  </a:lnTo>
                  <a:lnTo>
                    <a:pt x="7824332" y="0"/>
                  </a:lnTo>
                  <a:lnTo>
                    <a:pt x="7823518" y="0"/>
                  </a:lnTo>
                  <a:lnTo>
                    <a:pt x="7822703" y="0"/>
                  </a:lnTo>
                  <a:lnTo>
                    <a:pt x="7821888" y="0"/>
                  </a:lnTo>
                  <a:lnTo>
                    <a:pt x="7821073" y="0"/>
                  </a:lnTo>
                  <a:lnTo>
                    <a:pt x="7820258" y="0"/>
                  </a:lnTo>
                  <a:lnTo>
                    <a:pt x="7819444" y="0"/>
                  </a:lnTo>
                  <a:lnTo>
                    <a:pt x="7818629" y="0"/>
                  </a:lnTo>
                  <a:lnTo>
                    <a:pt x="7817814" y="0"/>
                  </a:lnTo>
                  <a:lnTo>
                    <a:pt x="7816999" y="0"/>
                  </a:lnTo>
                  <a:lnTo>
                    <a:pt x="7816185" y="0"/>
                  </a:lnTo>
                  <a:lnTo>
                    <a:pt x="7815370" y="0"/>
                  </a:lnTo>
                  <a:lnTo>
                    <a:pt x="7814555" y="0"/>
                  </a:lnTo>
                  <a:lnTo>
                    <a:pt x="7813740" y="0"/>
                  </a:lnTo>
                  <a:lnTo>
                    <a:pt x="7812925" y="0"/>
                  </a:lnTo>
                  <a:lnTo>
                    <a:pt x="7812111" y="0"/>
                  </a:lnTo>
                  <a:lnTo>
                    <a:pt x="7811296" y="0"/>
                  </a:lnTo>
                  <a:lnTo>
                    <a:pt x="7810481" y="0"/>
                  </a:lnTo>
                  <a:lnTo>
                    <a:pt x="7809666" y="0"/>
                  </a:lnTo>
                  <a:lnTo>
                    <a:pt x="7808852" y="0"/>
                  </a:lnTo>
                  <a:lnTo>
                    <a:pt x="7808037" y="0"/>
                  </a:lnTo>
                  <a:lnTo>
                    <a:pt x="7807222" y="0"/>
                  </a:lnTo>
                  <a:lnTo>
                    <a:pt x="7806407" y="0"/>
                  </a:lnTo>
                  <a:lnTo>
                    <a:pt x="7805592" y="0"/>
                  </a:lnTo>
                  <a:lnTo>
                    <a:pt x="7804778" y="0"/>
                  </a:lnTo>
                  <a:lnTo>
                    <a:pt x="7803963" y="0"/>
                  </a:lnTo>
                  <a:lnTo>
                    <a:pt x="7803148" y="0"/>
                  </a:lnTo>
                  <a:lnTo>
                    <a:pt x="7802333" y="0"/>
                  </a:lnTo>
                  <a:lnTo>
                    <a:pt x="7801518" y="0"/>
                  </a:lnTo>
                  <a:lnTo>
                    <a:pt x="7800704" y="0"/>
                  </a:lnTo>
                  <a:lnTo>
                    <a:pt x="7799889" y="0"/>
                  </a:lnTo>
                  <a:lnTo>
                    <a:pt x="7799074" y="0"/>
                  </a:lnTo>
                  <a:lnTo>
                    <a:pt x="7798259" y="0"/>
                  </a:lnTo>
                  <a:lnTo>
                    <a:pt x="7797445" y="0"/>
                  </a:lnTo>
                  <a:lnTo>
                    <a:pt x="7796630" y="0"/>
                  </a:lnTo>
                  <a:lnTo>
                    <a:pt x="7795815" y="0"/>
                  </a:lnTo>
                  <a:lnTo>
                    <a:pt x="7795000" y="0"/>
                  </a:lnTo>
                  <a:lnTo>
                    <a:pt x="7794185" y="0"/>
                  </a:lnTo>
                  <a:lnTo>
                    <a:pt x="7793371" y="0"/>
                  </a:lnTo>
                  <a:lnTo>
                    <a:pt x="7792556" y="0"/>
                  </a:lnTo>
                  <a:lnTo>
                    <a:pt x="7791741" y="0"/>
                  </a:lnTo>
                  <a:lnTo>
                    <a:pt x="7790926" y="0"/>
                  </a:lnTo>
                  <a:lnTo>
                    <a:pt x="7790112" y="0"/>
                  </a:lnTo>
                  <a:lnTo>
                    <a:pt x="7789297" y="0"/>
                  </a:lnTo>
                  <a:lnTo>
                    <a:pt x="7788482" y="0"/>
                  </a:lnTo>
                  <a:lnTo>
                    <a:pt x="7787667" y="0"/>
                  </a:lnTo>
                  <a:lnTo>
                    <a:pt x="7786852" y="0"/>
                  </a:lnTo>
                  <a:lnTo>
                    <a:pt x="7786038" y="0"/>
                  </a:lnTo>
                  <a:lnTo>
                    <a:pt x="7785223" y="0"/>
                  </a:lnTo>
                  <a:lnTo>
                    <a:pt x="7784408" y="0"/>
                  </a:lnTo>
                  <a:lnTo>
                    <a:pt x="7783593" y="0"/>
                  </a:lnTo>
                  <a:lnTo>
                    <a:pt x="7782779" y="0"/>
                  </a:lnTo>
                  <a:lnTo>
                    <a:pt x="7781964" y="0"/>
                  </a:lnTo>
                  <a:lnTo>
                    <a:pt x="7781149" y="0"/>
                  </a:lnTo>
                  <a:lnTo>
                    <a:pt x="7780334" y="0"/>
                  </a:lnTo>
                  <a:lnTo>
                    <a:pt x="7779519" y="0"/>
                  </a:lnTo>
                  <a:lnTo>
                    <a:pt x="7778705" y="0"/>
                  </a:lnTo>
                  <a:lnTo>
                    <a:pt x="7777890" y="0"/>
                  </a:lnTo>
                  <a:lnTo>
                    <a:pt x="7777075" y="0"/>
                  </a:lnTo>
                  <a:lnTo>
                    <a:pt x="7776260" y="0"/>
                  </a:lnTo>
                  <a:lnTo>
                    <a:pt x="7775446" y="0"/>
                  </a:lnTo>
                  <a:lnTo>
                    <a:pt x="7774631" y="0"/>
                  </a:lnTo>
                  <a:lnTo>
                    <a:pt x="7773816" y="0"/>
                  </a:lnTo>
                  <a:lnTo>
                    <a:pt x="7773001" y="0"/>
                  </a:lnTo>
                  <a:lnTo>
                    <a:pt x="7772186" y="0"/>
                  </a:lnTo>
                  <a:lnTo>
                    <a:pt x="7771372" y="0"/>
                  </a:lnTo>
                  <a:lnTo>
                    <a:pt x="7770557" y="0"/>
                  </a:lnTo>
                  <a:lnTo>
                    <a:pt x="7769742" y="0"/>
                  </a:lnTo>
                  <a:lnTo>
                    <a:pt x="7768927" y="0"/>
                  </a:lnTo>
                  <a:lnTo>
                    <a:pt x="7768113" y="0"/>
                  </a:lnTo>
                  <a:lnTo>
                    <a:pt x="7767298" y="0"/>
                  </a:lnTo>
                  <a:lnTo>
                    <a:pt x="7766483" y="0"/>
                  </a:lnTo>
                  <a:lnTo>
                    <a:pt x="7765668" y="0"/>
                  </a:lnTo>
                  <a:lnTo>
                    <a:pt x="7764853" y="0"/>
                  </a:lnTo>
                  <a:lnTo>
                    <a:pt x="7764039" y="0"/>
                  </a:lnTo>
                  <a:lnTo>
                    <a:pt x="7763224" y="0"/>
                  </a:lnTo>
                  <a:lnTo>
                    <a:pt x="7762409" y="0"/>
                  </a:lnTo>
                  <a:lnTo>
                    <a:pt x="7761594" y="0"/>
                  </a:lnTo>
                  <a:lnTo>
                    <a:pt x="7760779" y="0"/>
                  </a:lnTo>
                  <a:lnTo>
                    <a:pt x="7759965" y="0"/>
                  </a:lnTo>
                  <a:lnTo>
                    <a:pt x="7759150" y="0"/>
                  </a:lnTo>
                  <a:lnTo>
                    <a:pt x="7758335" y="0"/>
                  </a:lnTo>
                  <a:lnTo>
                    <a:pt x="7757520" y="0"/>
                  </a:lnTo>
                  <a:lnTo>
                    <a:pt x="7756706" y="0"/>
                  </a:lnTo>
                  <a:lnTo>
                    <a:pt x="7755891" y="0"/>
                  </a:lnTo>
                  <a:lnTo>
                    <a:pt x="7755076" y="0"/>
                  </a:lnTo>
                  <a:lnTo>
                    <a:pt x="7754261" y="0"/>
                  </a:lnTo>
                  <a:lnTo>
                    <a:pt x="7753446" y="0"/>
                  </a:lnTo>
                  <a:lnTo>
                    <a:pt x="7752632" y="0"/>
                  </a:lnTo>
                  <a:lnTo>
                    <a:pt x="7751817" y="0"/>
                  </a:lnTo>
                  <a:lnTo>
                    <a:pt x="7751002" y="0"/>
                  </a:lnTo>
                  <a:lnTo>
                    <a:pt x="7750187" y="0"/>
                  </a:lnTo>
                  <a:lnTo>
                    <a:pt x="7749373" y="0"/>
                  </a:lnTo>
                  <a:lnTo>
                    <a:pt x="7748558" y="0"/>
                  </a:lnTo>
                  <a:lnTo>
                    <a:pt x="7747743" y="0"/>
                  </a:lnTo>
                  <a:lnTo>
                    <a:pt x="7746928" y="0"/>
                  </a:lnTo>
                  <a:lnTo>
                    <a:pt x="7746113" y="0"/>
                  </a:lnTo>
                  <a:lnTo>
                    <a:pt x="7745299" y="0"/>
                  </a:lnTo>
                  <a:lnTo>
                    <a:pt x="7744484" y="0"/>
                  </a:lnTo>
                  <a:lnTo>
                    <a:pt x="7743669" y="0"/>
                  </a:lnTo>
                  <a:lnTo>
                    <a:pt x="7742854" y="0"/>
                  </a:lnTo>
                  <a:lnTo>
                    <a:pt x="7742040" y="0"/>
                  </a:lnTo>
                  <a:lnTo>
                    <a:pt x="7741225" y="0"/>
                  </a:lnTo>
                  <a:lnTo>
                    <a:pt x="7740410" y="0"/>
                  </a:lnTo>
                  <a:lnTo>
                    <a:pt x="7739595" y="0"/>
                  </a:lnTo>
                  <a:lnTo>
                    <a:pt x="7738780" y="0"/>
                  </a:lnTo>
                  <a:lnTo>
                    <a:pt x="7737966" y="0"/>
                  </a:lnTo>
                  <a:lnTo>
                    <a:pt x="7737151" y="0"/>
                  </a:lnTo>
                  <a:lnTo>
                    <a:pt x="7736336" y="0"/>
                  </a:lnTo>
                  <a:lnTo>
                    <a:pt x="7735521" y="0"/>
                  </a:lnTo>
                  <a:lnTo>
                    <a:pt x="7734707" y="0"/>
                  </a:lnTo>
                  <a:lnTo>
                    <a:pt x="7733892" y="0"/>
                  </a:lnTo>
                  <a:lnTo>
                    <a:pt x="7733077" y="0"/>
                  </a:lnTo>
                  <a:lnTo>
                    <a:pt x="7732262" y="0"/>
                  </a:lnTo>
                  <a:lnTo>
                    <a:pt x="7731447" y="0"/>
                  </a:lnTo>
                  <a:lnTo>
                    <a:pt x="7730633" y="0"/>
                  </a:lnTo>
                  <a:lnTo>
                    <a:pt x="7729818" y="0"/>
                  </a:lnTo>
                  <a:lnTo>
                    <a:pt x="7729003" y="0"/>
                  </a:lnTo>
                  <a:lnTo>
                    <a:pt x="7728188" y="0"/>
                  </a:lnTo>
                  <a:lnTo>
                    <a:pt x="7727373" y="0"/>
                  </a:lnTo>
                  <a:lnTo>
                    <a:pt x="7726559" y="0"/>
                  </a:lnTo>
                  <a:lnTo>
                    <a:pt x="7725744" y="0"/>
                  </a:lnTo>
                  <a:lnTo>
                    <a:pt x="7724929" y="0"/>
                  </a:lnTo>
                  <a:lnTo>
                    <a:pt x="7724114" y="0"/>
                  </a:lnTo>
                  <a:lnTo>
                    <a:pt x="7723300" y="0"/>
                  </a:lnTo>
                  <a:lnTo>
                    <a:pt x="7722485" y="0"/>
                  </a:lnTo>
                  <a:lnTo>
                    <a:pt x="7721670" y="0"/>
                  </a:lnTo>
                  <a:lnTo>
                    <a:pt x="7720855" y="0"/>
                  </a:lnTo>
                  <a:lnTo>
                    <a:pt x="7720040" y="0"/>
                  </a:lnTo>
                  <a:lnTo>
                    <a:pt x="7719226" y="0"/>
                  </a:lnTo>
                  <a:lnTo>
                    <a:pt x="7718411" y="0"/>
                  </a:lnTo>
                  <a:lnTo>
                    <a:pt x="7717596" y="0"/>
                  </a:lnTo>
                  <a:lnTo>
                    <a:pt x="7716781" y="0"/>
                  </a:lnTo>
                  <a:lnTo>
                    <a:pt x="7715967" y="0"/>
                  </a:lnTo>
                  <a:lnTo>
                    <a:pt x="7715152" y="0"/>
                  </a:lnTo>
                  <a:lnTo>
                    <a:pt x="7714337" y="0"/>
                  </a:lnTo>
                  <a:lnTo>
                    <a:pt x="7713522" y="0"/>
                  </a:lnTo>
                  <a:lnTo>
                    <a:pt x="7712707" y="0"/>
                  </a:lnTo>
                  <a:lnTo>
                    <a:pt x="7711893" y="0"/>
                  </a:lnTo>
                  <a:lnTo>
                    <a:pt x="7711078" y="0"/>
                  </a:lnTo>
                  <a:lnTo>
                    <a:pt x="7710263" y="0"/>
                  </a:lnTo>
                  <a:lnTo>
                    <a:pt x="7709448" y="0"/>
                  </a:lnTo>
                  <a:lnTo>
                    <a:pt x="7708634" y="0"/>
                  </a:lnTo>
                  <a:lnTo>
                    <a:pt x="7707819" y="0"/>
                  </a:lnTo>
                  <a:lnTo>
                    <a:pt x="7707004" y="0"/>
                  </a:lnTo>
                  <a:lnTo>
                    <a:pt x="7706189" y="0"/>
                  </a:lnTo>
                  <a:lnTo>
                    <a:pt x="7705374" y="0"/>
                  </a:lnTo>
                  <a:lnTo>
                    <a:pt x="7704560" y="0"/>
                  </a:lnTo>
                  <a:lnTo>
                    <a:pt x="7703745" y="0"/>
                  </a:lnTo>
                  <a:lnTo>
                    <a:pt x="7702930" y="0"/>
                  </a:lnTo>
                  <a:lnTo>
                    <a:pt x="7702115" y="0"/>
                  </a:lnTo>
                  <a:lnTo>
                    <a:pt x="7701301" y="0"/>
                  </a:lnTo>
                  <a:lnTo>
                    <a:pt x="7700486" y="0"/>
                  </a:lnTo>
                  <a:lnTo>
                    <a:pt x="7699671" y="0"/>
                  </a:lnTo>
                  <a:lnTo>
                    <a:pt x="7698856" y="0"/>
                  </a:lnTo>
                  <a:lnTo>
                    <a:pt x="7698041" y="0"/>
                  </a:lnTo>
                  <a:lnTo>
                    <a:pt x="7697227" y="0"/>
                  </a:lnTo>
                  <a:lnTo>
                    <a:pt x="7696412" y="0"/>
                  </a:lnTo>
                  <a:lnTo>
                    <a:pt x="7695597" y="0"/>
                  </a:lnTo>
                  <a:lnTo>
                    <a:pt x="7694782" y="0"/>
                  </a:lnTo>
                  <a:lnTo>
                    <a:pt x="7693968" y="0"/>
                  </a:lnTo>
                  <a:lnTo>
                    <a:pt x="7693153" y="0"/>
                  </a:lnTo>
                  <a:lnTo>
                    <a:pt x="7692338" y="0"/>
                  </a:lnTo>
                  <a:lnTo>
                    <a:pt x="7691523" y="0"/>
                  </a:lnTo>
                  <a:lnTo>
                    <a:pt x="7690708" y="0"/>
                  </a:lnTo>
                  <a:lnTo>
                    <a:pt x="7689894" y="0"/>
                  </a:lnTo>
                  <a:lnTo>
                    <a:pt x="7689079" y="0"/>
                  </a:lnTo>
                  <a:lnTo>
                    <a:pt x="7688264" y="0"/>
                  </a:lnTo>
                  <a:lnTo>
                    <a:pt x="7687449" y="0"/>
                  </a:lnTo>
                  <a:lnTo>
                    <a:pt x="7686634" y="0"/>
                  </a:lnTo>
                  <a:lnTo>
                    <a:pt x="7685820" y="0"/>
                  </a:lnTo>
                  <a:lnTo>
                    <a:pt x="7685005" y="0"/>
                  </a:lnTo>
                  <a:lnTo>
                    <a:pt x="7684190" y="0"/>
                  </a:lnTo>
                  <a:lnTo>
                    <a:pt x="7683375" y="0"/>
                  </a:lnTo>
                  <a:lnTo>
                    <a:pt x="7682561" y="0"/>
                  </a:lnTo>
                  <a:lnTo>
                    <a:pt x="7681746" y="0"/>
                  </a:lnTo>
                  <a:lnTo>
                    <a:pt x="7680931" y="0"/>
                  </a:lnTo>
                  <a:lnTo>
                    <a:pt x="7680116" y="0"/>
                  </a:lnTo>
                  <a:lnTo>
                    <a:pt x="7679301" y="0"/>
                  </a:lnTo>
                  <a:lnTo>
                    <a:pt x="7678487" y="0"/>
                  </a:lnTo>
                  <a:lnTo>
                    <a:pt x="7677672" y="0"/>
                  </a:lnTo>
                  <a:lnTo>
                    <a:pt x="7676857" y="0"/>
                  </a:lnTo>
                  <a:lnTo>
                    <a:pt x="7676042" y="0"/>
                  </a:lnTo>
                  <a:lnTo>
                    <a:pt x="7675228" y="0"/>
                  </a:lnTo>
                  <a:lnTo>
                    <a:pt x="7674413" y="0"/>
                  </a:lnTo>
                  <a:lnTo>
                    <a:pt x="7673598" y="0"/>
                  </a:lnTo>
                  <a:lnTo>
                    <a:pt x="7672783" y="0"/>
                  </a:lnTo>
                  <a:lnTo>
                    <a:pt x="7671968" y="0"/>
                  </a:lnTo>
                  <a:lnTo>
                    <a:pt x="7671154" y="0"/>
                  </a:lnTo>
                  <a:lnTo>
                    <a:pt x="7670339" y="0"/>
                  </a:lnTo>
                  <a:lnTo>
                    <a:pt x="7669524" y="0"/>
                  </a:lnTo>
                  <a:lnTo>
                    <a:pt x="7668709" y="0"/>
                  </a:lnTo>
                  <a:lnTo>
                    <a:pt x="7667895" y="0"/>
                  </a:lnTo>
                  <a:lnTo>
                    <a:pt x="7667080" y="0"/>
                  </a:lnTo>
                  <a:lnTo>
                    <a:pt x="7666265" y="0"/>
                  </a:lnTo>
                  <a:lnTo>
                    <a:pt x="7665450" y="0"/>
                  </a:lnTo>
                  <a:lnTo>
                    <a:pt x="7664635" y="0"/>
                  </a:lnTo>
                  <a:lnTo>
                    <a:pt x="7663821" y="0"/>
                  </a:lnTo>
                  <a:lnTo>
                    <a:pt x="7663006" y="0"/>
                  </a:lnTo>
                  <a:lnTo>
                    <a:pt x="7662191" y="0"/>
                  </a:lnTo>
                  <a:lnTo>
                    <a:pt x="7661376" y="0"/>
                  </a:lnTo>
                  <a:lnTo>
                    <a:pt x="7660562" y="0"/>
                  </a:lnTo>
                  <a:lnTo>
                    <a:pt x="7659747" y="0"/>
                  </a:lnTo>
                  <a:lnTo>
                    <a:pt x="7658932" y="0"/>
                  </a:lnTo>
                  <a:lnTo>
                    <a:pt x="7658117" y="0"/>
                  </a:lnTo>
                  <a:lnTo>
                    <a:pt x="7657302" y="0"/>
                  </a:lnTo>
                  <a:lnTo>
                    <a:pt x="7656488" y="0"/>
                  </a:lnTo>
                  <a:lnTo>
                    <a:pt x="7655673" y="0"/>
                  </a:lnTo>
                  <a:lnTo>
                    <a:pt x="7654858" y="0"/>
                  </a:lnTo>
                  <a:lnTo>
                    <a:pt x="7654043" y="0"/>
                  </a:lnTo>
                  <a:lnTo>
                    <a:pt x="7653229" y="0"/>
                  </a:lnTo>
                  <a:lnTo>
                    <a:pt x="7652414" y="0"/>
                  </a:lnTo>
                  <a:lnTo>
                    <a:pt x="7651599" y="0"/>
                  </a:lnTo>
                  <a:lnTo>
                    <a:pt x="7650784" y="0"/>
                  </a:lnTo>
                  <a:lnTo>
                    <a:pt x="7649969" y="0"/>
                  </a:lnTo>
                  <a:lnTo>
                    <a:pt x="7649155" y="0"/>
                  </a:lnTo>
                  <a:lnTo>
                    <a:pt x="7648340" y="0"/>
                  </a:lnTo>
                  <a:lnTo>
                    <a:pt x="7647525" y="0"/>
                  </a:lnTo>
                  <a:lnTo>
                    <a:pt x="7646710" y="0"/>
                  </a:lnTo>
                  <a:lnTo>
                    <a:pt x="7645895" y="0"/>
                  </a:lnTo>
                  <a:lnTo>
                    <a:pt x="7645081" y="0"/>
                  </a:lnTo>
                  <a:lnTo>
                    <a:pt x="7644266" y="0"/>
                  </a:lnTo>
                  <a:lnTo>
                    <a:pt x="7643451" y="0"/>
                  </a:lnTo>
                  <a:lnTo>
                    <a:pt x="7642636" y="0"/>
                  </a:lnTo>
                  <a:lnTo>
                    <a:pt x="7641822" y="0"/>
                  </a:lnTo>
                  <a:lnTo>
                    <a:pt x="7641007" y="0"/>
                  </a:lnTo>
                  <a:lnTo>
                    <a:pt x="7640192" y="0"/>
                  </a:lnTo>
                  <a:lnTo>
                    <a:pt x="7639377" y="0"/>
                  </a:lnTo>
                  <a:lnTo>
                    <a:pt x="7638562" y="0"/>
                  </a:lnTo>
                  <a:lnTo>
                    <a:pt x="7637748" y="0"/>
                  </a:lnTo>
                  <a:lnTo>
                    <a:pt x="7636933" y="0"/>
                  </a:lnTo>
                  <a:lnTo>
                    <a:pt x="7636118" y="0"/>
                  </a:lnTo>
                  <a:lnTo>
                    <a:pt x="7635303" y="0"/>
                  </a:lnTo>
                  <a:lnTo>
                    <a:pt x="7634489" y="0"/>
                  </a:lnTo>
                  <a:lnTo>
                    <a:pt x="7633674" y="0"/>
                  </a:lnTo>
                  <a:lnTo>
                    <a:pt x="7632859" y="0"/>
                  </a:lnTo>
                  <a:lnTo>
                    <a:pt x="7632044" y="0"/>
                  </a:lnTo>
                  <a:lnTo>
                    <a:pt x="7631229" y="0"/>
                  </a:lnTo>
                  <a:lnTo>
                    <a:pt x="7630415" y="0"/>
                  </a:lnTo>
                  <a:lnTo>
                    <a:pt x="7629600" y="0"/>
                  </a:lnTo>
                  <a:lnTo>
                    <a:pt x="7628785" y="0"/>
                  </a:lnTo>
                  <a:lnTo>
                    <a:pt x="7627970" y="0"/>
                  </a:lnTo>
                  <a:lnTo>
                    <a:pt x="7627156" y="0"/>
                  </a:lnTo>
                  <a:lnTo>
                    <a:pt x="7626341" y="0"/>
                  </a:lnTo>
                  <a:lnTo>
                    <a:pt x="7625526" y="0"/>
                  </a:lnTo>
                  <a:lnTo>
                    <a:pt x="7624711" y="0"/>
                  </a:lnTo>
                  <a:lnTo>
                    <a:pt x="7623896" y="0"/>
                  </a:lnTo>
                  <a:lnTo>
                    <a:pt x="7623082" y="0"/>
                  </a:lnTo>
                  <a:lnTo>
                    <a:pt x="7622267" y="0"/>
                  </a:lnTo>
                  <a:lnTo>
                    <a:pt x="7621452" y="0"/>
                  </a:lnTo>
                  <a:lnTo>
                    <a:pt x="7620637" y="0"/>
                  </a:lnTo>
                  <a:lnTo>
                    <a:pt x="7619823" y="0"/>
                  </a:lnTo>
                  <a:lnTo>
                    <a:pt x="7619008" y="0"/>
                  </a:lnTo>
                  <a:lnTo>
                    <a:pt x="7618193" y="0"/>
                  </a:lnTo>
                  <a:lnTo>
                    <a:pt x="7617378" y="0"/>
                  </a:lnTo>
                  <a:lnTo>
                    <a:pt x="7616563" y="0"/>
                  </a:lnTo>
                  <a:lnTo>
                    <a:pt x="7615749" y="0"/>
                  </a:lnTo>
                  <a:lnTo>
                    <a:pt x="7614934" y="0"/>
                  </a:lnTo>
                  <a:lnTo>
                    <a:pt x="7614119" y="0"/>
                  </a:lnTo>
                  <a:lnTo>
                    <a:pt x="7613304" y="0"/>
                  </a:lnTo>
                  <a:lnTo>
                    <a:pt x="7612490" y="0"/>
                  </a:lnTo>
                  <a:lnTo>
                    <a:pt x="7611675" y="0"/>
                  </a:lnTo>
                  <a:lnTo>
                    <a:pt x="7610860" y="0"/>
                  </a:lnTo>
                  <a:lnTo>
                    <a:pt x="7610045" y="0"/>
                  </a:lnTo>
                  <a:lnTo>
                    <a:pt x="7609230" y="0"/>
                  </a:lnTo>
                  <a:lnTo>
                    <a:pt x="7608416" y="0"/>
                  </a:lnTo>
                  <a:lnTo>
                    <a:pt x="7607601" y="0"/>
                  </a:lnTo>
                  <a:lnTo>
                    <a:pt x="7606786" y="0"/>
                  </a:lnTo>
                  <a:lnTo>
                    <a:pt x="7605971" y="0"/>
                  </a:lnTo>
                  <a:lnTo>
                    <a:pt x="7605156" y="0"/>
                  </a:lnTo>
                  <a:lnTo>
                    <a:pt x="7604342" y="0"/>
                  </a:lnTo>
                  <a:lnTo>
                    <a:pt x="7603527" y="0"/>
                  </a:lnTo>
                  <a:lnTo>
                    <a:pt x="7602712" y="0"/>
                  </a:lnTo>
                  <a:lnTo>
                    <a:pt x="7601897" y="0"/>
                  </a:lnTo>
                  <a:lnTo>
                    <a:pt x="7601083" y="0"/>
                  </a:lnTo>
                  <a:lnTo>
                    <a:pt x="7600268" y="0"/>
                  </a:lnTo>
                  <a:lnTo>
                    <a:pt x="7599453" y="0"/>
                  </a:lnTo>
                  <a:lnTo>
                    <a:pt x="7598638" y="0"/>
                  </a:lnTo>
                  <a:lnTo>
                    <a:pt x="7597823" y="0"/>
                  </a:lnTo>
                  <a:lnTo>
                    <a:pt x="7597009" y="0"/>
                  </a:lnTo>
                  <a:lnTo>
                    <a:pt x="7596194" y="0"/>
                  </a:lnTo>
                  <a:lnTo>
                    <a:pt x="7595379" y="0"/>
                  </a:lnTo>
                  <a:lnTo>
                    <a:pt x="7594564" y="0"/>
                  </a:lnTo>
                  <a:lnTo>
                    <a:pt x="7593750" y="0"/>
                  </a:lnTo>
                  <a:lnTo>
                    <a:pt x="7592935" y="0"/>
                  </a:lnTo>
                  <a:lnTo>
                    <a:pt x="7592120" y="0"/>
                  </a:lnTo>
                  <a:lnTo>
                    <a:pt x="7591305" y="0"/>
                  </a:lnTo>
                  <a:lnTo>
                    <a:pt x="7590490" y="0"/>
                  </a:lnTo>
                  <a:lnTo>
                    <a:pt x="7589676" y="0"/>
                  </a:lnTo>
                  <a:lnTo>
                    <a:pt x="7588861" y="0"/>
                  </a:lnTo>
                  <a:lnTo>
                    <a:pt x="7588046" y="0"/>
                  </a:lnTo>
                  <a:lnTo>
                    <a:pt x="7587231" y="0"/>
                  </a:lnTo>
                  <a:lnTo>
                    <a:pt x="7586417" y="0"/>
                  </a:lnTo>
                  <a:lnTo>
                    <a:pt x="7585602" y="0"/>
                  </a:lnTo>
                  <a:lnTo>
                    <a:pt x="7584787" y="0"/>
                  </a:lnTo>
                  <a:lnTo>
                    <a:pt x="7583972" y="0"/>
                  </a:lnTo>
                  <a:lnTo>
                    <a:pt x="7583157" y="0"/>
                  </a:lnTo>
                  <a:lnTo>
                    <a:pt x="7582343" y="0"/>
                  </a:lnTo>
                  <a:lnTo>
                    <a:pt x="7581528" y="0"/>
                  </a:lnTo>
                  <a:lnTo>
                    <a:pt x="7580713" y="0"/>
                  </a:lnTo>
                  <a:lnTo>
                    <a:pt x="7579898" y="0"/>
                  </a:lnTo>
                  <a:lnTo>
                    <a:pt x="7579084" y="0"/>
                  </a:lnTo>
                  <a:lnTo>
                    <a:pt x="7578269" y="0"/>
                  </a:lnTo>
                  <a:lnTo>
                    <a:pt x="7577454" y="0"/>
                  </a:lnTo>
                  <a:lnTo>
                    <a:pt x="7576639" y="0"/>
                  </a:lnTo>
                  <a:lnTo>
                    <a:pt x="7575824" y="0"/>
                  </a:lnTo>
                  <a:lnTo>
                    <a:pt x="7575010" y="0"/>
                  </a:lnTo>
                  <a:lnTo>
                    <a:pt x="7574195" y="0"/>
                  </a:lnTo>
                  <a:lnTo>
                    <a:pt x="7573380" y="0"/>
                  </a:lnTo>
                  <a:lnTo>
                    <a:pt x="7572565" y="0"/>
                  </a:lnTo>
                  <a:lnTo>
                    <a:pt x="7571751" y="0"/>
                  </a:lnTo>
                  <a:lnTo>
                    <a:pt x="7570936" y="0"/>
                  </a:lnTo>
                  <a:lnTo>
                    <a:pt x="7570121" y="0"/>
                  </a:lnTo>
                  <a:lnTo>
                    <a:pt x="7569306" y="0"/>
                  </a:lnTo>
                  <a:lnTo>
                    <a:pt x="7568491" y="0"/>
                  </a:lnTo>
                  <a:lnTo>
                    <a:pt x="7567677" y="0"/>
                  </a:lnTo>
                  <a:lnTo>
                    <a:pt x="7566862" y="0"/>
                  </a:lnTo>
                  <a:lnTo>
                    <a:pt x="7566047" y="0"/>
                  </a:lnTo>
                  <a:lnTo>
                    <a:pt x="7565232" y="0"/>
                  </a:lnTo>
                  <a:lnTo>
                    <a:pt x="7564417" y="0"/>
                  </a:lnTo>
                  <a:lnTo>
                    <a:pt x="7563603" y="0"/>
                  </a:lnTo>
                  <a:lnTo>
                    <a:pt x="7562788" y="0"/>
                  </a:lnTo>
                  <a:lnTo>
                    <a:pt x="7561973" y="0"/>
                  </a:lnTo>
                  <a:lnTo>
                    <a:pt x="7561158" y="0"/>
                  </a:lnTo>
                  <a:lnTo>
                    <a:pt x="7560344" y="0"/>
                  </a:lnTo>
                  <a:lnTo>
                    <a:pt x="7559529" y="0"/>
                  </a:lnTo>
                  <a:lnTo>
                    <a:pt x="7558714" y="0"/>
                  </a:lnTo>
                  <a:lnTo>
                    <a:pt x="7557899" y="0"/>
                  </a:lnTo>
                  <a:lnTo>
                    <a:pt x="7557084" y="0"/>
                  </a:lnTo>
                  <a:lnTo>
                    <a:pt x="7556270" y="0"/>
                  </a:lnTo>
                  <a:lnTo>
                    <a:pt x="7555455" y="0"/>
                  </a:lnTo>
                  <a:lnTo>
                    <a:pt x="7554640" y="0"/>
                  </a:lnTo>
                  <a:lnTo>
                    <a:pt x="7553825" y="0"/>
                  </a:lnTo>
                  <a:lnTo>
                    <a:pt x="7553011" y="0"/>
                  </a:lnTo>
                  <a:lnTo>
                    <a:pt x="7552196" y="0"/>
                  </a:lnTo>
                  <a:lnTo>
                    <a:pt x="7551381" y="0"/>
                  </a:lnTo>
                  <a:lnTo>
                    <a:pt x="7550566" y="0"/>
                  </a:lnTo>
                  <a:lnTo>
                    <a:pt x="7549751" y="0"/>
                  </a:lnTo>
                  <a:lnTo>
                    <a:pt x="7548937" y="0"/>
                  </a:lnTo>
                  <a:lnTo>
                    <a:pt x="7548122" y="0"/>
                  </a:lnTo>
                  <a:lnTo>
                    <a:pt x="7547307" y="0"/>
                  </a:lnTo>
                  <a:lnTo>
                    <a:pt x="7546492" y="0"/>
                  </a:lnTo>
                  <a:lnTo>
                    <a:pt x="7545678" y="0"/>
                  </a:lnTo>
                  <a:lnTo>
                    <a:pt x="7544863" y="0"/>
                  </a:lnTo>
                  <a:lnTo>
                    <a:pt x="7544048" y="0"/>
                  </a:lnTo>
                  <a:lnTo>
                    <a:pt x="7543233" y="0"/>
                  </a:lnTo>
                  <a:lnTo>
                    <a:pt x="7542418" y="0"/>
                  </a:lnTo>
                  <a:lnTo>
                    <a:pt x="7541604" y="0"/>
                  </a:lnTo>
                  <a:lnTo>
                    <a:pt x="7540789" y="0"/>
                  </a:lnTo>
                  <a:lnTo>
                    <a:pt x="7539974" y="0"/>
                  </a:lnTo>
                  <a:lnTo>
                    <a:pt x="7539159" y="0"/>
                  </a:lnTo>
                  <a:lnTo>
                    <a:pt x="7538345" y="0"/>
                  </a:lnTo>
                  <a:lnTo>
                    <a:pt x="7537530" y="0"/>
                  </a:lnTo>
                  <a:lnTo>
                    <a:pt x="7536715" y="0"/>
                  </a:lnTo>
                  <a:lnTo>
                    <a:pt x="7535900" y="0"/>
                  </a:lnTo>
                  <a:lnTo>
                    <a:pt x="7535085" y="0"/>
                  </a:lnTo>
                  <a:lnTo>
                    <a:pt x="7534271" y="0"/>
                  </a:lnTo>
                  <a:lnTo>
                    <a:pt x="7533456" y="0"/>
                  </a:lnTo>
                  <a:lnTo>
                    <a:pt x="7532641" y="0"/>
                  </a:lnTo>
                  <a:lnTo>
                    <a:pt x="7531826" y="0"/>
                  </a:lnTo>
                  <a:lnTo>
                    <a:pt x="7531012" y="0"/>
                  </a:lnTo>
                  <a:lnTo>
                    <a:pt x="7530197" y="0"/>
                  </a:lnTo>
                  <a:lnTo>
                    <a:pt x="7529382" y="0"/>
                  </a:lnTo>
                  <a:lnTo>
                    <a:pt x="7528567" y="0"/>
                  </a:lnTo>
                  <a:lnTo>
                    <a:pt x="7527752" y="0"/>
                  </a:lnTo>
                  <a:lnTo>
                    <a:pt x="7526938" y="0"/>
                  </a:lnTo>
                  <a:lnTo>
                    <a:pt x="7526123" y="0"/>
                  </a:lnTo>
                  <a:lnTo>
                    <a:pt x="7525308" y="0"/>
                  </a:lnTo>
                  <a:lnTo>
                    <a:pt x="7524493" y="0"/>
                  </a:lnTo>
                  <a:lnTo>
                    <a:pt x="7523678" y="0"/>
                  </a:lnTo>
                  <a:lnTo>
                    <a:pt x="7522864" y="0"/>
                  </a:lnTo>
                  <a:lnTo>
                    <a:pt x="7522049" y="0"/>
                  </a:lnTo>
                  <a:lnTo>
                    <a:pt x="7521234" y="0"/>
                  </a:lnTo>
                  <a:lnTo>
                    <a:pt x="7520419" y="0"/>
                  </a:lnTo>
                  <a:lnTo>
                    <a:pt x="7519605" y="0"/>
                  </a:lnTo>
                  <a:lnTo>
                    <a:pt x="7518790" y="0"/>
                  </a:lnTo>
                  <a:lnTo>
                    <a:pt x="7517975" y="0"/>
                  </a:lnTo>
                  <a:lnTo>
                    <a:pt x="7517160" y="0"/>
                  </a:lnTo>
                  <a:lnTo>
                    <a:pt x="7516345" y="0"/>
                  </a:lnTo>
                  <a:lnTo>
                    <a:pt x="7515531" y="0"/>
                  </a:lnTo>
                  <a:lnTo>
                    <a:pt x="7514716" y="0"/>
                  </a:lnTo>
                  <a:lnTo>
                    <a:pt x="7513901" y="0"/>
                  </a:lnTo>
                  <a:lnTo>
                    <a:pt x="7513086" y="0"/>
                  </a:lnTo>
                  <a:lnTo>
                    <a:pt x="7512272" y="0"/>
                  </a:lnTo>
                  <a:lnTo>
                    <a:pt x="7511457" y="0"/>
                  </a:lnTo>
                  <a:lnTo>
                    <a:pt x="7510642" y="0"/>
                  </a:lnTo>
                  <a:lnTo>
                    <a:pt x="7509827" y="0"/>
                  </a:lnTo>
                  <a:lnTo>
                    <a:pt x="7509012" y="0"/>
                  </a:lnTo>
                  <a:lnTo>
                    <a:pt x="7508198" y="0"/>
                  </a:lnTo>
                  <a:lnTo>
                    <a:pt x="7507383" y="0"/>
                  </a:lnTo>
                  <a:lnTo>
                    <a:pt x="7506568" y="0"/>
                  </a:lnTo>
                  <a:lnTo>
                    <a:pt x="7505753" y="0"/>
                  </a:lnTo>
                  <a:lnTo>
                    <a:pt x="7504939" y="0"/>
                  </a:lnTo>
                  <a:lnTo>
                    <a:pt x="7504124" y="0"/>
                  </a:lnTo>
                  <a:lnTo>
                    <a:pt x="7503309" y="0"/>
                  </a:lnTo>
                  <a:lnTo>
                    <a:pt x="7502494" y="0"/>
                  </a:lnTo>
                  <a:lnTo>
                    <a:pt x="7501679" y="0"/>
                  </a:lnTo>
                  <a:lnTo>
                    <a:pt x="7500865" y="0"/>
                  </a:lnTo>
                  <a:lnTo>
                    <a:pt x="7500050" y="0"/>
                  </a:lnTo>
                  <a:lnTo>
                    <a:pt x="7499235" y="0"/>
                  </a:lnTo>
                  <a:lnTo>
                    <a:pt x="7498420" y="0"/>
                  </a:lnTo>
                  <a:lnTo>
                    <a:pt x="7497606" y="0"/>
                  </a:lnTo>
                  <a:lnTo>
                    <a:pt x="7496791" y="0"/>
                  </a:lnTo>
                  <a:lnTo>
                    <a:pt x="7495976" y="0"/>
                  </a:lnTo>
                  <a:lnTo>
                    <a:pt x="7495161" y="0"/>
                  </a:lnTo>
                  <a:lnTo>
                    <a:pt x="7494346" y="0"/>
                  </a:lnTo>
                  <a:lnTo>
                    <a:pt x="7493532" y="0"/>
                  </a:lnTo>
                  <a:lnTo>
                    <a:pt x="7492717" y="0"/>
                  </a:lnTo>
                  <a:lnTo>
                    <a:pt x="7491902" y="0"/>
                  </a:lnTo>
                  <a:lnTo>
                    <a:pt x="7491087" y="0"/>
                  </a:lnTo>
                  <a:lnTo>
                    <a:pt x="7490273" y="0"/>
                  </a:lnTo>
                  <a:lnTo>
                    <a:pt x="7489458" y="0"/>
                  </a:lnTo>
                  <a:lnTo>
                    <a:pt x="7488643" y="0"/>
                  </a:lnTo>
                  <a:lnTo>
                    <a:pt x="7487828" y="0"/>
                  </a:lnTo>
                  <a:lnTo>
                    <a:pt x="7487013" y="0"/>
                  </a:lnTo>
                  <a:lnTo>
                    <a:pt x="7486199" y="0"/>
                  </a:lnTo>
                  <a:lnTo>
                    <a:pt x="7485384" y="0"/>
                  </a:lnTo>
                  <a:lnTo>
                    <a:pt x="7484569" y="0"/>
                  </a:lnTo>
                  <a:lnTo>
                    <a:pt x="7483754" y="0"/>
                  </a:lnTo>
                  <a:lnTo>
                    <a:pt x="7482939" y="0"/>
                  </a:lnTo>
                  <a:lnTo>
                    <a:pt x="7482125" y="0"/>
                  </a:lnTo>
                  <a:lnTo>
                    <a:pt x="7481310" y="0"/>
                  </a:lnTo>
                  <a:lnTo>
                    <a:pt x="7480495" y="0"/>
                  </a:lnTo>
                  <a:lnTo>
                    <a:pt x="7479680" y="0"/>
                  </a:lnTo>
                  <a:lnTo>
                    <a:pt x="7478866" y="0"/>
                  </a:lnTo>
                  <a:lnTo>
                    <a:pt x="7478051" y="0"/>
                  </a:lnTo>
                  <a:lnTo>
                    <a:pt x="7477236" y="0"/>
                  </a:lnTo>
                  <a:lnTo>
                    <a:pt x="7476421" y="0"/>
                  </a:lnTo>
                  <a:lnTo>
                    <a:pt x="7475606" y="0"/>
                  </a:lnTo>
                  <a:lnTo>
                    <a:pt x="7474792" y="0"/>
                  </a:lnTo>
                  <a:lnTo>
                    <a:pt x="7473977" y="0"/>
                  </a:lnTo>
                  <a:lnTo>
                    <a:pt x="7473162" y="0"/>
                  </a:lnTo>
                  <a:lnTo>
                    <a:pt x="7472347" y="0"/>
                  </a:lnTo>
                  <a:lnTo>
                    <a:pt x="7471533" y="0"/>
                  </a:lnTo>
                  <a:lnTo>
                    <a:pt x="7470718" y="0"/>
                  </a:lnTo>
                  <a:lnTo>
                    <a:pt x="7469903" y="0"/>
                  </a:lnTo>
                  <a:lnTo>
                    <a:pt x="7469088" y="0"/>
                  </a:lnTo>
                  <a:lnTo>
                    <a:pt x="7468273" y="0"/>
                  </a:lnTo>
                  <a:lnTo>
                    <a:pt x="7467459" y="0"/>
                  </a:lnTo>
                  <a:lnTo>
                    <a:pt x="7466644" y="0"/>
                  </a:lnTo>
                  <a:lnTo>
                    <a:pt x="7465829" y="0"/>
                  </a:lnTo>
                  <a:lnTo>
                    <a:pt x="7465014" y="0"/>
                  </a:lnTo>
                  <a:lnTo>
                    <a:pt x="7464200" y="0"/>
                  </a:lnTo>
                  <a:lnTo>
                    <a:pt x="7463385" y="0"/>
                  </a:lnTo>
                  <a:lnTo>
                    <a:pt x="7462570" y="0"/>
                  </a:lnTo>
                  <a:lnTo>
                    <a:pt x="7461755" y="0"/>
                  </a:lnTo>
                  <a:lnTo>
                    <a:pt x="7460940" y="0"/>
                  </a:lnTo>
                  <a:lnTo>
                    <a:pt x="7460126" y="0"/>
                  </a:lnTo>
                  <a:lnTo>
                    <a:pt x="7459311" y="0"/>
                  </a:lnTo>
                  <a:lnTo>
                    <a:pt x="7458496" y="0"/>
                  </a:lnTo>
                  <a:lnTo>
                    <a:pt x="7457681" y="0"/>
                  </a:lnTo>
                  <a:lnTo>
                    <a:pt x="7456867" y="0"/>
                  </a:lnTo>
                  <a:lnTo>
                    <a:pt x="7456052" y="0"/>
                  </a:lnTo>
                  <a:lnTo>
                    <a:pt x="7455237" y="0"/>
                  </a:lnTo>
                  <a:lnTo>
                    <a:pt x="7454422" y="0"/>
                  </a:lnTo>
                  <a:lnTo>
                    <a:pt x="7453607" y="0"/>
                  </a:lnTo>
                  <a:lnTo>
                    <a:pt x="7452793" y="0"/>
                  </a:lnTo>
                  <a:lnTo>
                    <a:pt x="7451978" y="0"/>
                  </a:lnTo>
                  <a:lnTo>
                    <a:pt x="7451163" y="0"/>
                  </a:lnTo>
                  <a:lnTo>
                    <a:pt x="7450348" y="0"/>
                  </a:lnTo>
                  <a:lnTo>
                    <a:pt x="7449534" y="0"/>
                  </a:lnTo>
                  <a:lnTo>
                    <a:pt x="7448719" y="0"/>
                  </a:lnTo>
                  <a:lnTo>
                    <a:pt x="7447904" y="0"/>
                  </a:lnTo>
                  <a:lnTo>
                    <a:pt x="7447089" y="0"/>
                  </a:lnTo>
                  <a:lnTo>
                    <a:pt x="7446274" y="0"/>
                  </a:lnTo>
                  <a:lnTo>
                    <a:pt x="7445460" y="0"/>
                  </a:lnTo>
                  <a:lnTo>
                    <a:pt x="7444645" y="0"/>
                  </a:lnTo>
                  <a:lnTo>
                    <a:pt x="7443830" y="0"/>
                  </a:lnTo>
                  <a:lnTo>
                    <a:pt x="7443015" y="0"/>
                  </a:lnTo>
                  <a:lnTo>
                    <a:pt x="7442200" y="0"/>
                  </a:lnTo>
                  <a:lnTo>
                    <a:pt x="7441386" y="0"/>
                  </a:lnTo>
                  <a:lnTo>
                    <a:pt x="7440571" y="0"/>
                  </a:lnTo>
                  <a:lnTo>
                    <a:pt x="7439756" y="0"/>
                  </a:lnTo>
                  <a:lnTo>
                    <a:pt x="7438941" y="0"/>
                  </a:lnTo>
                  <a:lnTo>
                    <a:pt x="7438127" y="0"/>
                  </a:lnTo>
                  <a:lnTo>
                    <a:pt x="7437312" y="0"/>
                  </a:lnTo>
                  <a:lnTo>
                    <a:pt x="7436497" y="0"/>
                  </a:lnTo>
                  <a:lnTo>
                    <a:pt x="7435682" y="0"/>
                  </a:lnTo>
                  <a:lnTo>
                    <a:pt x="7434867" y="0"/>
                  </a:lnTo>
                  <a:lnTo>
                    <a:pt x="7434053" y="0"/>
                  </a:lnTo>
                  <a:lnTo>
                    <a:pt x="7433238" y="0"/>
                  </a:lnTo>
                  <a:lnTo>
                    <a:pt x="7432423" y="0"/>
                  </a:lnTo>
                  <a:lnTo>
                    <a:pt x="7431608" y="0"/>
                  </a:lnTo>
                  <a:lnTo>
                    <a:pt x="7430794" y="0"/>
                  </a:lnTo>
                  <a:lnTo>
                    <a:pt x="7429979" y="0"/>
                  </a:lnTo>
                  <a:lnTo>
                    <a:pt x="7429164" y="0"/>
                  </a:lnTo>
                  <a:lnTo>
                    <a:pt x="7428349" y="0"/>
                  </a:lnTo>
                  <a:lnTo>
                    <a:pt x="7427534" y="0"/>
                  </a:lnTo>
                  <a:lnTo>
                    <a:pt x="7426720" y="0"/>
                  </a:lnTo>
                  <a:lnTo>
                    <a:pt x="7425905" y="0"/>
                  </a:lnTo>
                  <a:lnTo>
                    <a:pt x="7425090" y="0"/>
                  </a:lnTo>
                  <a:lnTo>
                    <a:pt x="7424275" y="0"/>
                  </a:lnTo>
                  <a:lnTo>
                    <a:pt x="7423461" y="0"/>
                  </a:lnTo>
                  <a:lnTo>
                    <a:pt x="7422646" y="0"/>
                  </a:lnTo>
                  <a:lnTo>
                    <a:pt x="7421831" y="0"/>
                  </a:lnTo>
                  <a:lnTo>
                    <a:pt x="7421016" y="0"/>
                  </a:lnTo>
                  <a:lnTo>
                    <a:pt x="7420201" y="0"/>
                  </a:lnTo>
                  <a:lnTo>
                    <a:pt x="7419387" y="0"/>
                  </a:lnTo>
                  <a:lnTo>
                    <a:pt x="7418572" y="0"/>
                  </a:lnTo>
                  <a:lnTo>
                    <a:pt x="7417757" y="0"/>
                  </a:lnTo>
                  <a:lnTo>
                    <a:pt x="7416942" y="0"/>
                  </a:lnTo>
                  <a:lnTo>
                    <a:pt x="7416128" y="0"/>
                  </a:lnTo>
                  <a:lnTo>
                    <a:pt x="7415313" y="0"/>
                  </a:lnTo>
                  <a:lnTo>
                    <a:pt x="7414498" y="0"/>
                  </a:lnTo>
                  <a:lnTo>
                    <a:pt x="7413683" y="0"/>
                  </a:lnTo>
                  <a:lnTo>
                    <a:pt x="7412868" y="0"/>
                  </a:lnTo>
                  <a:lnTo>
                    <a:pt x="7412054" y="0"/>
                  </a:lnTo>
                  <a:lnTo>
                    <a:pt x="7411239" y="0"/>
                  </a:lnTo>
                  <a:lnTo>
                    <a:pt x="7410424" y="0"/>
                  </a:lnTo>
                  <a:lnTo>
                    <a:pt x="7409609" y="0"/>
                  </a:lnTo>
                  <a:lnTo>
                    <a:pt x="7408794" y="0"/>
                  </a:lnTo>
                  <a:lnTo>
                    <a:pt x="7407980" y="0"/>
                  </a:lnTo>
                  <a:lnTo>
                    <a:pt x="7407165" y="0"/>
                  </a:lnTo>
                  <a:lnTo>
                    <a:pt x="7406350" y="0"/>
                  </a:lnTo>
                  <a:lnTo>
                    <a:pt x="7405535" y="0"/>
                  </a:lnTo>
                  <a:lnTo>
                    <a:pt x="7404721" y="0"/>
                  </a:lnTo>
                  <a:lnTo>
                    <a:pt x="7403906" y="0"/>
                  </a:lnTo>
                  <a:lnTo>
                    <a:pt x="7403091" y="0"/>
                  </a:lnTo>
                  <a:lnTo>
                    <a:pt x="7402276" y="0"/>
                  </a:lnTo>
                  <a:lnTo>
                    <a:pt x="7401461" y="0"/>
                  </a:lnTo>
                  <a:lnTo>
                    <a:pt x="7400647" y="0"/>
                  </a:lnTo>
                  <a:lnTo>
                    <a:pt x="7399832" y="0"/>
                  </a:lnTo>
                  <a:lnTo>
                    <a:pt x="7399017" y="0"/>
                  </a:lnTo>
                  <a:lnTo>
                    <a:pt x="7398202" y="0"/>
                  </a:lnTo>
                  <a:lnTo>
                    <a:pt x="7397388" y="0"/>
                  </a:lnTo>
                  <a:lnTo>
                    <a:pt x="7396573" y="0"/>
                  </a:lnTo>
                  <a:lnTo>
                    <a:pt x="7395758" y="0"/>
                  </a:lnTo>
                  <a:lnTo>
                    <a:pt x="7394943" y="0"/>
                  </a:lnTo>
                  <a:lnTo>
                    <a:pt x="7394128" y="0"/>
                  </a:lnTo>
                  <a:lnTo>
                    <a:pt x="7393314" y="0"/>
                  </a:lnTo>
                  <a:lnTo>
                    <a:pt x="7392499" y="0"/>
                  </a:lnTo>
                  <a:lnTo>
                    <a:pt x="7391684" y="0"/>
                  </a:lnTo>
                  <a:lnTo>
                    <a:pt x="7390869" y="0"/>
                  </a:lnTo>
                  <a:lnTo>
                    <a:pt x="7390055" y="0"/>
                  </a:lnTo>
                  <a:lnTo>
                    <a:pt x="7389240" y="0"/>
                  </a:lnTo>
                  <a:lnTo>
                    <a:pt x="7388425" y="0"/>
                  </a:lnTo>
                  <a:lnTo>
                    <a:pt x="7387610" y="0"/>
                  </a:lnTo>
                  <a:lnTo>
                    <a:pt x="7386795" y="0"/>
                  </a:lnTo>
                  <a:lnTo>
                    <a:pt x="7385981" y="0"/>
                  </a:lnTo>
                  <a:lnTo>
                    <a:pt x="7385166" y="0"/>
                  </a:lnTo>
                  <a:lnTo>
                    <a:pt x="7384351" y="0"/>
                  </a:lnTo>
                  <a:lnTo>
                    <a:pt x="7383536" y="0"/>
                  </a:lnTo>
                  <a:lnTo>
                    <a:pt x="7382722" y="0"/>
                  </a:lnTo>
                  <a:lnTo>
                    <a:pt x="7381907" y="0"/>
                  </a:lnTo>
                  <a:lnTo>
                    <a:pt x="7381092" y="0"/>
                  </a:lnTo>
                  <a:lnTo>
                    <a:pt x="7380277" y="0"/>
                  </a:lnTo>
                  <a:lnTo>
                    <a:pt x="7379462" y="0"/>
                  </a:lnTo>
                  <a:lnTo>
                    <a:pt x="7378648" y="0"/>
                  </a:lnTo>
                  <a:lnTo>
                    <a:pt x="7377833" y="0"/>
                  </a:lnTo>
                  <a:lnTo>
                    <a:pt x="7377018" y="0"/>
                  </a:lnTo>
                  <a:lnTo>
                    <a:pt x="7376203" y="0"/>
                  </a:lnTo>
                  <a:lnTo>
                    <a:pt x="7375389" y="0"/>
                  </a:lnTo>
                  <a:lnTo>
                    <a:pt x="7374574" y="0"/>
                  </a:lnTo>
                  <a:lnTo>
                    <a:pt x="7373759" y="0"/>
                  </a:lnTo>
                  <a:lnTo>
                    <a:pt x="7372944" y="0"/>
                  </a:lnTo>
                  <a:lnTo>
                    <a:pt x="7372129" y="0"/>
                  </a:lnTo>
                  <a:lnTo>
                    <a:pt x="7371315" y="0"/>
                  </a:lnTo>
                  <a:lnTo>
                    <a:pt x="7370500" y="0"/>
                  </a:lnTo>
                  <a:lnTo>
                    <a:pt x="7369685" y="0"/>
                  </a:lnTo>
                  <a:lnTo>
                    <a:pt x="7368870" y="0"/>
                  </a:lnTo>
                  <a:lnTo>
                    <a:pt x="7368055" y="0"/>
                  </a:lnTo>
                  <a:lnTo>
                    <a:pt x="7367241" y="0"/>
                  </a:lnTo>
                  <a:lnTo>
                    <a:pt x="7366426" y="0"/>
                  </a:lnTo>
                  <a:lnTo>
                    <a:pt x="7365611" y="0"/>
                  </a:lnTo>
                  <a:lnTo>
                    <a:pt x="7364796" y="0"/>
                  </a:lnTo>
                  <a:lnTo>
                    <a:pt x="7363982" y="0"/>
                  </a:lnTo>
                  <a:lnTo>
                    <a:pt x="7363167" y="0"/>
                  </a:lnTo>
                  <a:lnTo>
                    <a:pt x="7362352" y="0"/>
                  </a:lnTo>
                  <a:lnTo>
                    <a:pt x="7361537" y="0"/>
                  </a:lnTo>
                  <a:lnTo>
                    <a:pt x="7360722" y="0"/>
                  </a:lnTo>
                  <a:lnTo>
                    <a:pt x="7359908" y="0"/>
                  </a:lnTo>
                  <a:lnTo>
                    <a:pt x="7359093" y="0"/>
                  </a:lnTo>
                  <a:lnTo>
                    <a:pt x="7358278" y="0"/>
                  </a:lnTo>
                  <a:lnTo>
                    <a:pt x="7357463" y="0"/>
                  </a:lnTo>
                  <a:lnTo>
                    <a:pt x="7356649" y="0"/>
                  </a:lnTo>
                  <a:lnTo>
                    <a:pt x="7355834" y="0"/>
                  </a:lnTo>
                  <a:lnTo>
                    <a:pt x="7355019" y="0"/>
                  </a:lnTo>
                  <a:lnTo>
                    <a:pt x="7354204" y="0"/>
                  </a:lnTo>
                  <a:lnTo>
                    <a:pt x="7353389" y="0"/>
                  </a:lnTo>
                  <a:lnTo>
                    <a:pt x="7352575" y="0"/>
                  </a:lnTo>
                  <a:lnTo>
                    <a:pt x="7351760" y="0"/>
                  </a:lnTo>
                  <a:lnTo>
                    <a:pt x="7350945" y="0"/>
                  </a:lnTo>
                  <a:lnTo>
                    <a:pt x="7350130" y="0"/>
                  </a:lnTo>
                  <a:lnTo>
                    <a:pt x="7349316" y="0"/>
                  </a:lnTo>
                  <a:lnTo>
                    <a:pt x="7348501" y="0"/>
                  </a:lnTo>
                  <a:lnTo>
                    <a:pt x="7347686" y="0"/>
                  </a:lnTo>
                  <a:lnTo>
                    <a:pt x="7346871" y="0"/>
                  </a:lnTo>
                  <a:lnTo>
                    <a:pt x="7346056" y="0"/>
                  </a:lnTo>
                  <a:lnTo>
                    <a:pt x="7345242" y="0"/>
                  </a:lnTo>
                  <a:lnTo>
                    <a:pt x="7344427" y="0"/>
                  </a:lnTo>
                  <a:lnTo>
                    <a:pt x="7343612" y="0"/>
                  </a:lnTo>
                  <a:lnTo>
                    <a:pt x="7342797" y="0"/>
                  </a:lnTo>
                  <a:lnTo>
                    <a:pt x="7341983" y="0"/>
                  </a:lnTo>
                  <a:lnTo>
                    <a:pt x="7341168" y="0"/>
                  </a:lnTo>
                  <a:lnTo>
                    <a:pt x="7340353" y="0"/>
                  </a:lnTo>
                  <a:lnTo>
                    <a:pt x="7339538" y="0"/>
                  </a:lnTo>
                  <a:lnTo>
                    <a:pt x="7338723" y="0"/>
                  </a:lnTo>
                  <a:lnTo>
                    <a:pt x="7337909" y="0"/>
                  </a:lnTo>
                  <a:lnTo>
                    <a:pt x="7337094" y="0"/>
                  </a:lnTo>
                  <a:lnTo>
                    <a:pt x="7336279" y="0"/>
                  </a:lnTo>
                  <a:lnTo>
                    <a:pt x="7335464" y="0"/>
                  </a:lnTo>
                  <a:lnTo>
                    <a:pt x="7334650" y="0"/>
                  </a:lnTo>
                  <a:lnTo>
                    <a:pt x="7333835" y="0"/>
                  </a:lnTo>
                  <a:lnTo>
                    <a:pt x="7333020" y="0"/>
                  </a:lnTo>
                  <a:lnTo>
                    <a:pt x="7332205" y="0"/>
                  </a:lnTo>
                  <a:lnTo>
                    <a:pt x="7331390" y="0"/>
                  </a:lnTo>
                  <a:lnTo>
                    <a:pt x="7330576" y="0"/>
                  </a:lnTo>
                  <a:lnTo>
                    <a:pt x="7329761" y="0"/>
                  </a:lnTo>
                  <a:lnTo>
                    <a:pt x="7328946" y="0"/>
                  </a:lnTo>
                  <a:lnTo>
                    <a:pt x="7328131" y="0"/>
                  </a:lnTo>
                  <a:lnTo>
                    <a:pt x="7327316" y="0"/>
                  </a:lnTo>
                  <a:lnTo>
                    <a:pt x="7326502" y="0"/>
                  </a:lnTo>
                  <a:lnTo>
                    <a:pt x="7325687" y="0"/>
                  </a:lnTo>
                  <a:lnTo>
                    <a:pt x="7324872" y="0"/>
                  </a:lnTo>
                  <a:lnTo>
                    <a:pt x="7324057" y="0"/>
                  </a:lnTo>
                  <a:lnTo>
                    <a:pt x="7323243" y="0"/>
                  </a:lnTo>
                  <a:lnTo>
                    <a:pt x="7322428" y="0"/>
                  </a:lnTo>
                  <a:lnTo>
                    <a:pt x="7321613" y="0"/>
                  </a:lnTo>
                  <a:lnTo>
                    <a:pt x="7320798" y="0"/>
                  </a:lnTo>
                  <a:lnTo>
                    <a:pt x="7319983" y="0"/>
                  </a:lnTo>
                  <a:lnTo>
                    <a:pt x="7319169" y="0"/>
                  </a:lnTo>
                  <a:lnTo>
                    <a:pt x="7318354" y="0"/>
                  </a:lnTo>
                  <a:lnTo>
                    <a:pt x="7317539" y="0"/>
                  </a:lnTo>
                  <a:lnTo>
                    <a:pt x="7316724" y="0"/>
                  </a:lnTo>
                  <a:lnTo>
                    <a:pt x="7315910" y="0"/>
                  </a:lnTo>
                  <a:lnTo>
                    <a:pt x="7315095" y="0"/>
                  </a:lnTo>
                  <a:lnTo>
                    <a:pt x="7314280" y="0"/>
                  </a:lnTo>
                  <a:lnTo>
                    <a:pt x="7313465" y="0"/>
                  </a:lnTo>
                  <a:lnTo>
                    <a:pt x="7312650" y="0"/>
                  </a:lnTo>
                  <a:lnTo>
                    <a:pt x="7311836" y="0"/>
                  </a:lnTo>
                  <a:lnTo>
                    <a:pt x="7311021" y="0"/>
                  </a:lnTo>
                  <a:lnTo>
                    <a:pt x="7310206" y="0"/>
                  </a:lnTo>
                  <a:lnTo>
                    <a:pt x="7309391" y="0"/>
                  </a:lnTo>
                  <a:lnTo>
                    <a:pt x="7308577" y="0"/>
                  </a:lnTo>
                  <a:lnTo>
                    <a:pt x="7307762" y="0"/>
                  </a:lnTo>
                  <a:lnTo>
                    <a:pt x="7306947" y="0"/>
                  </a:lnTo>
                  <a:lnTo>
                    <a:pt x="7306132" y="0"/>
                  </a:lnTo>
                  <a:lnTo>
                    <a:pt x="7305317" y="0"/>
                  </a:lnTo>
                  <a:lnTo>
                    <a:pt x="7304503" y="0"/>
                  </a:lnTo>
                  <a:lnTo>
                    <a:pt x="7303688" y="0"/>
                  </a:lnTo>
                  <a:lnTo>
                    <a:pt x="7302873" y="0"/>
                  </a:lnTo>
                  <a:lnTo>
                    <a:pt x="7302058" y="0"/>
                  </a:lnTo>
                  <a:lnTo>
                    <a:pt x="7301244" y="0"/>
                  </a:lnTo>
                  <a:lnTo>
                    <a:pt x="7300429" y="0"/>
                  </a:lnTo>
                  <a:lnTo>
                    <a:pt x="7299614" y="0"/>
                  </a:lnTo>
                  <a:lnTo>
                    <a:pt x="7298799" y="0"/>
                  </a:lnTo>
                  <a:lnTo>
                    <a:pt x="7297984" y="0"/>
                  </a:lnTo>
                  <a:lnTo>
                    <a:pt x="7297170" y="0"/>
                  </a:lnTo>
                  <a:lnTo>
                    <a:pt x="7296355" y="0"/>
                  </a:lnTo>
                  <a:lnTo>
                    <a:pt x="7295540" y="0"/>
                  </a:lnTo>
                  <a:lnTo>
                    <a:pt x="7294725" y="0"/>
                  </a:lnTo>
                  <a:lnTo>
                    <a:pt x="7293911" y="0"/>
                  </a:lnTo>
                  <a:lnTo>
                    <a:pt x="7293096" y="0"/>
                  </a:lnTo>
                  <a:lnTo>
                    <a:pt x="7292281" y="0"/>
                  </a:lnTo>
                  <a:lnTo>
                    <a:pt x="7291466" y="0"/>
                  </a:lnTo>
                  <a:lnTo>
                    <a:pt x="7290651" y="0"/>
                  </a:lnTo>
                  <a:lnTo>
                    <a:pt x="7289837" y="0"/>
                  </a:lnTo>
                  <a:lnTo>
                    <a:pt x="7289022" y="0"/>
                  </a:lnTo>
                  <a:lnTo>
                    <a:pt x="7288207" y="0"/>
                  </a:lnTo>
                  <a:lnTo>
                    <a:pt x="7287392" y="0"/>
                  </a:lnTo>
                  <a:lnTo>
                    <a:pt x="7286577" y="0"/>
                  </a:lnTo>
                  <a:lnTo>
                    <a:pt x="7285763" y="0"/>
                  </a:lnTo>
                  <a:lnTo>
                    <a:pt x="7284948" y="0"/>
                  </a:lnTo>
                  <a:lnTo>
                    <a:pt x="7284133" y="0"/>
                  </a:lnTo>
                  <a:lnTo>
                    <a:pt x="7283318" y="0"/>
                  </a:lnTo>
                  <a:lnTo>
                    <a:pt x="7282504" y="0"/>
                  </a:lnTo>
                  <a:lnTo>
                    <a:pt x="7281689" y="0"/>
                  </a:lnTo>
                  <a:lnTo>
                    <a:pt x="7280874" y="0"/>
                  </a:lnTo>
                  <a:lnTo>
                    <a:pt x="7280059" y="0"/>
                  </a:lnTo>
                  <a:lnTo>
                    <a:pt x="7279244" y="0"/>
                  </a:lnTo>
                  <a:lnTo>
                    <a:pt x="7278430" y="0"/>
                  </a:lnTo>
                  <a:lnTo>
                    <a:pt x="7277615" y="0"/>
                  </a:lnTo>
                  <a:lnTo>
                    <a:pt x="7276800" y="0"/>
                  </a:lnTo>
                  <a:lnTo>
                    <a:pt x="7275985" y="0"/>
                  </a:lnTo>
                  <a:lnTo>
                    <a:pt x="7275171" y="0"/>
                  </a:lnTo>
                  <a:lnTo>
                    <a:pt x="7274356" y="0"/>
                  </a:lnTo>
                  <a:lnTo>
                    <a:pt x="7273541" y="0"/>
                  </a:lnTo>
                  <a:lnTo>
                    <a:pt x="7272726" y="0"/>
                  </a:lnTo>
                  <a:lnTo>
                    <a:pt x="7271911" y="0"/>
                  </a:lnTo>
                  <a:lnTo>
                    <a:pt x="7271097" y="0"/>
                  </a:lnTo>
                  <a:lnTo>
                    <a:pt x="7270282" y="0"/>
                  </a:lnTo>
                  <a:lnTo>
                    <a:pt x="7269467" y="0"/>
                  </a:lnTo>
                  <a:lnTo>
                    <a:pt x="7268652" y="0"/>
                  </a:lnTo>
                  <a:lnTo>
                    <a:pt x="7267838" y="0"/>
                  </a:lnTo>
                  <a:lnTo>
                    <a:pt x="7267023" y="0"/>
                  </a:lnTo>
                  <a:lnTo>
                    <a:pt x="7266208" y="0"/>
                  </a:lnTo>
                  <a:lnTo>
                    <a:pt x="7265393" y="0"/>
                  </a:lnTo>
                  <a:lnTo>
                    <a:pt x="7264578" y="0"/>
                  </a:lnTo>
                  <a:lnTo>
                    <a:pt x="7263764" y="0"/>
                  </a:lnTo>
                  <a:lnTo>
                    <a:pt x="7262949" y="0"/>
                  </a:lnTo>
                  <a:lnTo>
                    <a:pt x="7262134" y="0"/>
                  </a:lnTo>
                  <a:lnTo>
                    <a:pt x="7261319" y="0"/>
                  </a:lnTo>
                  <a:lnTo>
                    <a:pt x="7260505" y="0"/>
                  </a:lnTo>
                  <a:lnTo>
                    <a:pt x="7259690" y="0"/>
                  </a:lnTo>
                  <a:lnTo>
                    <a:pt x="7258875" y="0"/>
                  </a:lnTo>
                  <a:lnTo>
                    <a:pt x="7258060" y="0"/>
                  </a:lnTo>
                  <a:lnTo>
                    <a:pt x="7257245" y="0"/>
                  </a:lnTo>
                  <a:lnTo>
                    <a:pt x="7256431" y="0"/>
                  </a:lnTo>
                  <a:lnTo>
                    <a:pt x="7255616" y="0"/>
                  </a:lnTo>
                  <a:lnTo>
                    <a:pt x="7254801" y="0"/>
                  </a:lnTo>
                  <a:lnTo>
                    <a:pt x="7253986" y="0"/>
                  </a:lnTo>
                  <a:lnTo>
                    <a:pt x="7253172" y="0"/>
                  </a:lnTo>
                  <a:lnTo>
                    <a:pt x="7252357" y="0"/>
                  </a:lnTo>
                  <a:lnTo>
                    <a:pt x="7251542" y="0"/>
                  </a:lnTo>
                  <a:lnTo>
                    <a:pt x="7250727" y="0"/>
                  </a:lnTo>
                  <a:lnTo>
                    <a:pt x="7249912" y="0"/>
                  </a:lnTo>
                  <a:lnTo>
                    <a:pt x="7249098" y="0"/>
                  </a:lnTo>
                  <a:lnTo>
                    <a:pt x="7248283" y="0"/>
                  </a:lnTo>
                  <a:lnTo>
                    <a:pt x="7247468" y="0"/>
                  </a:lnTo>
                  <a:lnTo>
                    <a:pt x="7246653" y="0"/>
                  </a:lnTo>
                  <a:lnTo>
                    <a:pt x="7245838" y="0"/>
                  </a:lnTo>
                  <a:lnTo>
                    <a:pt x="7245024" y="0"/>
                  </a:lnTo>
                  <a:lnTo>
                    <a:pt x="7244209" y="0"/>
                  </a:lnTo>
                  <a:lnTo>
                    <a:pt x="7243394" y="0"/>
                  </a:lnTo>
                  <a:lnTo>
                    <a:pt x="7242579" y="0"/>
                  </a:lnTo>
                  <a:lnTo>
                    <a:pt x="7241765" y="0"/>
                  </a:lnTo>
                  <a:lnTo>
                    <a:pt x="7240950" y="0"/>
                  </a:lnTo>
                  <a:lnTo>
                    <a:pt x="7240135" y="0"/>
                  </a:lnTo>
                  <a:lnTo>
                    <a:pt x="7239320" y="0"/>
                  </a:lnTo>
                  <a:lnTo>
                    <a:pt x="7238505" y="0"/>
                  </a:lnTo>
                  <a:lnTo>
                    <a:pt x="7237691" y="0"/>
                  </a:lnTo>
                  <a:lnTo>
                    <a:pt x="7236876" y="0"/>
                  </a:lnTo>
                  <a:lnTo>
                    <a:pt x="7236061" y="0"/>
                  </a:lnTo>
                  <a:lnTo>
                    <a:pt x="7235246" y="0"/>
                  </a:lnTo>
                  <a:lnTo>
                    <a:pt x="7234432" y="0"/>
                  </a:lnTo>
                  <a:lnTo>
                    <a:pt x="7233617" y="0"/>
                  </a:lnTo>
                  <a:lnTo>
                    <a:pt x="7232802" y="0"/>
                  </a:lnTo>
                  <a:lnTo>
                    <a:pt x="7231987" y="0"/>
                  </a:lnTo>
                  <a:lnTo>
                    <a:pt x="7231172" y="0"/>
                  </a:lnTo>
                  <a:lnTo>
                    <a:pt x="7230358" y="0"/>
                  </a:lnTo>
                  <a:lnTo>
                    <a:pt x="7229543" y="0"/>
                  </a:lnTo>
                  <a:lnTo>
                    <a:pt x="7228728" y="0"/>
                  </a:lnTo>
                  <a:lnTo>
                    <a:pt x="7227913" y="0"/>
                  </a:lnTo>
                  <a:lnTo>
                    <a:pt x="7227099" y="0"/>
                  </a:lnTo>
                  <a:lnTo>
                    <a:pt x="7226284" y="0"/>
                  </a:lnTo>
                  <a:lnTo>
                    <a:pt x="7225469" y="0"/>
                  </a:lnTo>
                  <a:lnTo>
                    <a:pt x="7224654" y="0"/>
                  </a:lnTo>
                  <a:lnTo>
                    <a:pt x="7223839" y="0"/>
                  </a:lnTo>
                  <a:lnTo>
                    <a:pt x="7223025" y="0"/>
                  </a:lnTo>
                  <a:lnTo>
                    <a:pt x="7222210" y="0"/>
                  </a:lnTo>
                  <a:lnTo>
                    <a:pt x="7221395" y="0"/>
                  </a:lnTo>
                  <a:lnTo>
                    <a:pt x="7220580" y="0"/>
                  </a:lnTo>
                  <a:lnTo>
                    <a:pt x="7219766" y="0"/>
                  </a:lnTo>
                  <a:lnTo>
                    <a:pt x="7218951" y="0"/>
                  </a:lnTo>
                  <a:lnTo>
                    <a:pt x="7218136" y="0"/>
                  </a:lnTo>
                  <a:lnTo>
                    <a:pt x="7217321" y="0"/>
                  </a:lnTo>
                  <a:lnTo>
                    <a:pt x="7216506" y="0"/>
                  </a:lnTo>
                  <a:lnTo>
                    <a:pt x="7215692" y="0"/>
                  </a:lnTo>
                  <a:lnTo>
                    <a:pt x="7214877" y="0"/>
                  </a:lnTo>
                  <a:lnTo>
                    <a:pt x="7214062" y="0"/>
                  </a:lnTo>
                  <a:lnTo>
                    <a:pt x="7213247" y="0"/>
                  </a:lnTo>
                  <a:lnTo>
                    <a:pt x="7212433" y="0"/>
                  </a:lnTo>
                  <a:lnTo>
                    <a:pt x="7211618" y="0"/>
                  </a:lnTo>
                  <a:lnTo>
                    <a:pt x="7210803" y="0"/>
                  </a:lnTo>
                  <a:lnTo>
                    <a:pt x="7209988" y="0"/>
                  </a:lnTo>
                  <a:lnTo>
                    <a:pt x="7209173" y="0"/>
                  </a:lnTo>
                  <a:lnTo>
                    <a:pt x="7208359" y="0"/>
                  </a:lnTo>
                  <a:lnTo>
                    <a:pt x="7207544" y="0"/>
                  </a:lnTo>
                  <a:lnTo>
                    <a:pt x="7206729" y="0"/>
                  </a:lnTo>
                  <a:lnTo>
                    <a:pt x="7205914" y="0"/>
                  </a:lnTo>
                  <a:lnTo>
                    <a:pt x="7205099" y="0"/>
                  </a:lnTo>
                  <a:lnTo>
                    <a:pt x="7204285" y="0"/>
                  </a:lnTo>
                  <a:lnTo>
                    <a:pt x="7203470" y="0"/>
                  </a:lnTo>
                  <a:lnTo>
                    <a:pt x="7202655" y="0"/>
                  </a:lnTo>
                  <a:lnTo>
                    <a:pt x="7201840" y="0"/>
                  </a:lnTo>
                  <a:lnTo>
                    <a:pt x="7201026" y="0"/>
                  </a:lnTo>
                  <a:lnTo>
                    <a:pt x="7200211" y="0"/>
                  </a:lnTo>
                  <a:lnTo>
                    <a:pt x="7199396" y="0"/>
                  </a:lnTo>
                  <a:lnTo>
                    <a:pt x="7198581" y="0"/>
                  </a:lnTo>
                  <a:lnTo>
                    <a:pt x="7197766" y="0"/>
                  </a:lnTo>
                  <a:lnTo>
                    <a:pt x="7196952" y="0"/>
                  </a:lnTo>
                  <a:lnTo>
                    <a:pt x="7196137" y="0"/>
                  </a:lnTo>
                  <a:lnTo>
                    <a:pt x="7195322" y="0"/>
                  </a:lnTo>
                  <a:lnTo>
                    <a:pt x="7194507" y="0"/>
                  </a:lnTo>
                  <a:lnTo>
                    <a:pt x="7193693" y="0"/>
                  </a:lnTo>
                  <a:lnTo>
                    <a:pt x="7192878" y="0"/>
                  </a:lnTo>
                  <a:lnTo>
                    <a:pt x="7192063" y="0"/>
                  </a:lnTo>
                  <a:lnTo>
                    <a:pt x="7191248" y="0"/>
                  </a:lnTo>
                  <a:lnTo>
                    <a:pt x="7190433" y="0"/>
                  </a:lnTo>
                  <a:lnTo>
                    <a:pt x="7189619" y="0"/>
                  </a:lnTo>
                  <a:lnTo>
                    <a:pt x="7188804" y="0"/>
                  </a:lnTo>
                  <a:lnTo>
                    <a:pt x="7187989" y="0"/>
                  </a:lnTo>
                  <a:lnTo>
                    <a:pt x="7187174" y="0"/>
                  </a:lnTo>
                  <a:lnTo>
                    <a:pt x="7186360" y="0"/>
                  </a:lnTo>
                  <a:lnTo>
                    <a:pt x="7185545" y="0"/>
                  </a:lnTo>
                  <a:lnTo>
                    <a:pt x="7184730" y="0"/>
                  </a:lnTo>
                  <a:lnTo>
                    <a:pt x="7183915" y="0"/>
                  </a:lnTo>
                  <a:lnTo>
                    <a:pt x="7183100" y="0"/>
                  </a:lnTo>
                  <a:lnTo>
                    <a:pt x="7182286" y="0"/>
                  </a:lnTo>
                  <a:lnTo>
                    <a:pt x="7181471" y="0"/>
                  </a:lnTo>
                  <a:lnTo>
                    <a:pt x="7180656" y="0"/>
                  </a:lnTo>
                  <a:lnTo>
                    <a:pt x="7179841" y="0"/>
                  </a:lnTo>
                  <a:lnTo>
                    <a:pt x="7179027" y="0"/>
                  </a:lnTo>
                  <a:lnTo>
                    <a:pt x="7178212" y="0"/>
                  </a:lnTo>
                  <a:lnTo>
                    <a:pt x="7177397" y="0"/>
                  </a:lnTo>
                  <a:lnTo>
                    <a:pt x="7176582" y="0"/>
                  </a:lnTo>
                  <a:lnTo>
                    <a:pt x="7175767" y="0"/>
                  </a:lnTo>
                  <a:lnTo>
                    <a:pt x="7174953" y="0"/>
                  </a:lnTo>
                  <a:lnTo>
                    <a:pt x="7174138" y="0"/>
                  </a:lnTo>
                  <a:lnTo>
                    <a:pt x="7173323" y="0"/>
                  </a:lnTo>
                  <a:lnTo>
                    <a:pt x="7172508" y="0"/>
                  </a:lnTo>
                  <a:lnTo>
                    <a:pt x="7171694" y="0"/>
                  </a:lnTo>
                  <a:lnTo>
                    <a:pt x="7170879" y="0"/>
                  </a:lnTo>
                  <a:lnTo>
                    <a:pt x="7170064" y="0"/>
                  </a:lnTo>
                  <a:lnTo>
                    <a:pt x="7169249" y="0"/>
                  </a:lnTo>
                  <a:lnTo>
                    <a:pt x="7168434" y="0"/>
                  </a:lnTo>
                  <a:lnTo>
                    <a:pt x="7167620" y="0"/>
                  </a:lnTo>
                  <a:lnTo>
                    <a:pt x="7166805" y="0"/>
                  </a:lnTo>
                  <a:lnTo>
                    <a:pt x="7165990" y="0"/>
                  </a:lnTo>
                  <a:lnTo>
                    <a:pt x="7165175" y="0"/>
                  </a:lnTo>
                  <a:lnTo>
                    <a:pt x="7164360" y="0"/>
                  </a:lnTo>
                  <a:lnTo>
                    <a:pt x="7163546" y="0"/>
                  </a:lnTo>
                  <a:lnTo>
                    <a:pt x="7162731" y="0"/>
                  </a:lnTo>
                  <a:lnTo>
                    <a:pt x="7161916" y="0"/>
                  </a:lnTo>
                  <a:lnTo>
                    <a:pt x="7161101" y="0"/>
                  </a:lnTo>
                  <a:lnTo>
                    <a:pt x="7160287" y="0"/>
                  </a:lnTo>
                  <a:lnTo>
                    <a:pt x="7159472" y="0"/>
                  </a:lnTo>
                  <a:lnTo>
                    <a:pt x="7158657" y="0"/>
                  </a:lnTo>
                  <a:lnTo>
                    <a:pt x="7157842" y="0"/>
                  </a:lnTo>
                  <a:lnTo>
                    <a:pt x="7157027" y="0"/>
                  </a:lnTo>
                  <a:lnTo>
                    <a:pt x="7156213" y="0"/>
                  </a:lnTo>
                  <a:lnTo>
                    <a:pt x="7155398" y="0"/>
                  </a:lnTo>
                  <a:lnTo>
                    <a:pt x="7154583" y="0"/>
                  </a:lnTo>
                  <a:lnTo>
                    <a:pt x="7153768" y="0"/>
                  </a:lnTo>
                  <a:lnTo>
                    <a:pt x="7152954" y="0"/>
                  </a:lnTo>
                  <a:lnTo>
                    <a:pt x="7152139" y="0"/>
                  </a:lnTo>
                  <a:lnTo>
                    <a:pt x="7151324" y="0"/>
                  </a:lnTo>
                  <a:lnTo>
                    <a:pt x="7150509" y="0"/>
                  </a:lnTo>
                  <a:lnTo>
                    <a:pt x="7149694" y="0"/>
                  </a:lnTo>
                  <a:lnTo>
                    <a:pt x="7148880" y="0"/>
                  </a:lnTo>
                  <a:lnTo>
                    <a:pt x="7148065" y="0"/>
                  </a:lnTo>
                  <a:lnTo>
                    <a:pt x="7147250" y="0"/>
                  </a:lnTo>
                  <a:lnTo>
                    <a:pt x="7146435" y="0"/>
                  </a:lnTo>
                  <a:lnTo>
                    <a:pt x="7145621" y="0"/>
                  </a:lnTo>
                  <a:lnTo>
                    <a:pt x="7144806" y="0"/>
                  </a:lnTo>
                  <a:lnTo>
                    <a:pt x="7143991" y="0"/>
                  </a:lnTo>
                  <a:lnTo>
                    <a:pt x="7143176" y="0"/>
                  </a:lnTo>
                  <a:lnTo>
                    <a:pt x="7142361" y="0"/>
                  </a:lnTo>
                  <a:lnTo>
                    <a:pt x="7141547" y="0"/>
                  </a:lnTo>
                  <a:lnTo>
                    <a:pt x="7140732" y="0"/>
                  </a:lnTo>
                  <a:lnTo>
                    <a:pt x="7139917" y="0"/>
                  </a:lnTo>
                  <a:lnTo>
                    <a:pt x="7139102" y="0"/>
                  </a:lnTo>
                  <a:lnTo>
                    <a:pt x="7138288" y="0"/>
                  </a:lnTo>
                  <a:lnTo>
                    <a:pt x="7137473" y="0"/>
                  </a:lnTo>
                  <a:lnTo>
                    <a:pt x="7136658" y="0"/>
                  </a:lnTo>
                  <a:lnTo>
                    <a:pt x="7135843" y="0"/>
                  </a:lnTo>
                  <a:lnTo>
                    <a:pt x="7135028" y="0"/>
                  </a:lnTo>
                  <a:lnTo>
                    <a:pt x="7134214" y="0"/>
                  </a:lnTo>
                  <a:lnTo>
                    <a:pt x="7133399" y="0"/>
                  </a:lnTo>
                  <a:lnTo>
                    <a:pt x="7132584" y="0"/>
                  </a:lnTo>
                  <a:lnTo>
                    <a:pt x="7131769" y="0"/>
                  </a:lnTo>
                  <a:lnTo>
                    <a:pt x="7130955" y="0"/>
                  </a:lnTo>
                  <a:lnTo>
                    <a:pt x="7130140" y="0"/>
                  </a:lnTo>
                  <a:lnTo>
                    <a:pt x="7129325" y="0"/>
                  </a:lnTo>
                  <a:lnTo>
                    <a:pt x="7128510" y="0"/>
                  </a:lnTo>
                  <a:lnTo>
                    <a:pt x="7127695" y="0"/>
                  </a:lnTo>
                  <a:lnTo>
                    <a:pt x="7126881" y="0"/>
                  </a:lnTo>
                  <a:lnTo>
                    <a:pt x="7126066" y="0"/>
                  </a:lnTo>
                  <a:lnTo>
                    <a:pt x="7125251" y="0"/>
                  </a:lnTo>
                  <a:lnTo>
                    <a:pt x="7124436" y="0"/>
                  </a:lnTo>
                  <a:lnTo>
                    <a:pt x="7123621" y="0"/>
                  </a:lnTo>
                  <a:lnTo>
                    <a:pt x="7122807" y="0"/>
                  </a:lnTo>
                  <a:lnTo>
                    <a:pt x="7121992" y="0"/>
                  </a:lnTo>
                  <a:lnTo>
                    <a:pt x="7121177" y="0"/>
                  </a:lnTo>
                  <a:lnTo>
                    <a:pt x="7120362" y="0"/>
                  </a:lnTo>
                  <a:lnTo>
                    <a:pt x="7119548" y="0"/>
                  </a:lnTo>
                  <a:lnTo>
                    <a:pt x="7118733" y="0"/>
                  </a:lnTo>
                  <a:lnTo>
                    <a:pt x="7117918" y="0"/>
                  </a:lnTo>
                  <a:lnTo>
                    <a:pt x="7117103" y="0"/>
                  </a:lnTo>
                  <a:lnTo>
                    <a:pt x="7116288" y="0"/>
                  </a:lnTo>
                  <a:lnTo>
                    <a:pt x="7115474" y="0"/>
                  </a:lnTo>
                  <a:lnTo>
                    <a:pt x="7114659" y="0"/>
                  </a:lnTo>
                  <a:lnTo>
                    <a:pt x="7113844" y="0"/>
                  </a:lnTo>
                  <a:lnTo>
                    <a:pt x="7113029" y="0"/>
                  </a:lnTo>
                  <a:lnTo>
                    <a:pt x="7112215" y="0"/>
                  </a:lnTo>
                  <a:lnTo>
                    <a:pt x="7111400" y="0"/>
                  </a:lnTo>
                  <a:lnTo>
                    <a:pt x="7110585" y="0"/>
                  </a:lnTo>
                  <a:lnTo>
                    <a:pt x="7109770" y="0"/>
                  </a:lnTo>
                  <a:lnTo>
                    <a:pt x="7108955" y="0"/>
                  </a:lnTo>
                  <a:lnTo>
                    <a:pt x="7108141" y="0"/>
                  </a:lnTo>
                  <a:lnTo>
                    <a:pt x="7107326" y="0"/>
                  </a:lnTo>
                  <a:lnTo>
                    <a:pt x="7106511" y="0"/>
                  </a:lnTo>
                  <a:lnTo>
                    <a:pt x="7105696" y="0"/>
                  </a:lnTo>
                  <a:lnTo>
                    <a:pt x="7104882" y="0"/>
                  </a:lnTo>
                  <a:lnTo>
                    <a:pt x="7104067" y="0"/>
                  </a:lnTo>
                  <a:lnTo>
                    <a:pt x="7103252" y="0"/>
                  </a:lnTo>
                  <a:lnTo>
                    <a:pt x="7102437" y="0"/>
                  </a:lnTo>
                  <a:lnTo>
                    <a:pt x="7101622" y="0"/>
                  </a:lnTo>
                  <a:lnTo>
                    <a:pt x="7100808" y="0"/>
                  </a:lnTo>
                  <a:lnTo>
                    <a:pt x="7099993" y="0"/>
                  </a:lnTo>
                  <a:lnTo>
                    <a:pt x="7099178" y="0"/>
                  </a:lnTo>
                  <a:lnTo>
                    <a:pt x="7098363" y="0"/>
                  </a:lnTo>
                  <a:lnTo>
                    <a:pt x="7097549" y="0"/>
                  </a:lnTo>
                  <a:lnTo>
                    <a:pt x="7096734" y="0"/>
                  </a:lnTo>
                  <a:lnTo>
                    <a:pt x="7095919" y="0"/>
                  </a:lnTo>
                  <a:lnTo>
                    <a:pt x="7095104" y="0"/>
                  </a:lnTo>
                  <a:lnTo>
                    <a:pt x="7094289" y="0"/>
                  </a:lnTo>
                  <a:lnTo>
                    <a:pt x="7093475" y="0"/>
                  </a:lnTo>
                  <a:lnTo>
                    <a:pt x="7092660" y="0"/>
                  </a:lnTo>
                  <a:lnTo>
                    <a:pt x="7091845" y="0"/>
                  </a:lnTo>
                  <a:lnTo>
                    <a:pt x="7091030" y="0"/>
                  </a:lnTo>
                  <a:lnTo>
                    <a:pt x="7090216" y="0"/>
                  </a:lnTo>
                  <a:lnTo>
                    <a:pt x="7089401" y="0"/>
                  </a:lnTo>
                  <a:lnTo>
                    <a:pt x="7088586" y="0"/>
                  </a:lnTo>
                  <a:lnTo>
                    <a:pt x="7087771" y="0"/>
                  </a:lnTo>
                  <a:lnTo>
                    <a:pt x="7086956" y="0"/>
                  </a:lnTo>
                  <a:lnTo>
                    <a:pt x="7086142" y="0"/>
                  </a:lnTo>
                  <a:lnTo>
                    <a:pt x="7085327" y="0"/>
                  </a:lnTo>
                  <a:lnTo>
                    <a:pt x="7084512" y="0"/>
                  </a:lnTo>
                  <a:lnTo>
                    <a:pt x="7083697" y="0"/>
                  </a:lnTo>
                  <a:lnTo>
                    <a:pt x="7082882" y="0"/>
                  </a:lnTo>
                  <a:lnTo>
                    <a:pt x="7082068" y="0"/>
                  </a:lnTo>
                  <a:lnTo>
                    <a:pt x="7081253" y="0"/>
                  </a:lnTo>
                  <a:lnTo>
                    <a:pt x="7080438" y="0"/>
                  </a:lnTo>
                  <a:lnTo>
                    <a:pt x="7079623" y="0"/>
                  </a:lnTo>
                  <a:lnTo>
                    <a:pt x="7078809" y="0"/>
                  </a:lnTo>
                  <a:lnTo>
                    <a:pt x="7077994" y="0"/>
                  </a:lnTo>
                  <a:lnTo>
                    <a:pt x="7077179" y="0"/>
                  </a:lnTo>
                  <a:lnTo>
                    <a:pt x="7076364" y="0"/>
                  </a:lnTo>
                  <a:lnTo>
                    <a:pt x="7075549" y="0"/>
                  </a:lnTo>
                  <a:lnTo>
                    <a:pt x="7074735" y="0"/>
                  </a:lnTo>
                  <a:lnTo>
                    <a:pt x="7073920" y="0"/>
                  </a:lnTo>
                  <a:lnTo>
                    <a:pt x="7073105" y="0"/>
                  </a:lnTo>
                  <a:lnTo>
                    <a:pt x="7072290" y="0"/>
                  </a:lnTo>
                  <a:lnTo>
                    <a:pt x="7071476" y="0"/>
                  </a:lnTo>
                  <a:lnTo>
                    <a:pt x="7070661" y="0"/>
                  </a:lnTo>
                  <a:lnTo>
                    <a:pt x="7069846" y="0"/>
                  </a:lnTo>
                  <a:lnTo>
                    <a:pt x="7069031" y="0"/>
                  </a:lnTo>
                  <a:lnTo>
                    <a:pt x="7068216" y="0"/>
                  </a:lnTo>
                  <a:lnTo>
                    <a:pt x="7067402" y="0"/>
                  </a:lnTo>
                  <a:lnTo>
                    <a:pt x="7066587" y="0"/>
                  </a:lnTo>
                  <a:lnTo>
                    <a:pt x="7065772" y="0"/>
                  </a:lnTo>
                  <a:lnTo>
                    <a:pt x="7064957" y="0"/>
                  </a:lnTo>
                  <a:lnTo>
                    <a:pt x="7064143" y="0"/>
                  </a:lnTo>
                  <a:lnTo>
                    <a:pt x="7063328" y="0"/>
                  </a:lnTo>
                  <a:lnTo>
                    <a:pt x="7062513" y="0"/>
                  </a:lnTo>
                  <a:lnTo>
                    <a:pt x="7061698" y="0"/>
                  </a:lnTo>
                  <a:lnTo>
                    <a:pt x="7060883" y="0"/>
                  </a:lnTo>
                  <a:lnTo>
                    <a:pt x="7060069" y="0"/>
                  </a:lnTo>
                  <a:lnTo>
                    <a:pt x="7059254" y="0"/>
                  </a:lnTo>
                  <a:lnTo>
                    <a:pt x="7058439" y="0"/>
                  </a:lnTo>
                  <a:lnTo>
                    <a:pt x="7057624" y="0"/>
                  </a:lnTo>
                  <a:lnTo>
                    <a:pt x="7056810" y="0"/>
                  </a:lnTo>
                  <a:lnTo>
                    <a:pt x="7055995" y="0"/>
                  </a:lnTo>
                  <a:lnTo>
                    <a:pt x="7055180" y="0"/>
                  </a:lnTo>
                  <a:lnTo>
                    <a:pt x="7054365" y="0"/>
                  </a:lnTo>
                  <a:lnTo>
                    <a:pt x="7053550" y="0"/>
                  </a:lnTo>
                  <a:lnTo>
                    <a:pt x="7052736" y="0"/>
                  </a:lnTo>
                  <a:lnTo>
                    <a:pt x="7051921" y="0"/>
                  </a:lnTo>
                  <a:lnTo>
                    <a:pt x="7051106" y="0"/>
                  </a:lnTo>
                  <a:lnTo>
                    <a:pt x="7050291" y="0"/>
                  </a:lnTo>
                  <a:lnTo>
                    <a:pt x="7049476" y="0"/>
                  </a:lnTo>
                  <a:lnTo>
                    <a:pt x="7048662" y="0"/>
                  </a:lnTo>
                  <a:lnTo>
                    <a:pt x="7047847" y="0"/>
                  </a:lnTo>
                  <a:lnTo>
                    <a:pt x="7047032" y="0"/>
                  </a:lnTo>
                  <a:lnTo>
                    <a:pt x="7046217" y="0"/>
                  </a:lnTo>
                  <a:lnTo>
                    <a:pt x="7045403" y="0"/>
                  </a:lnTo>
                  <a:lnTo>
                    <a:pt x="7044588" y="0"/>
                  </a:lnTo>
                  <a:lnTo>
                    <a:pt x="7043773" y="0"/>
                  </a:lnTo>
                  <a:lnTo>
                    <a:pt x="7042958" y="0"/>
                  </a:lnTo>
                  <a:lnTo>
                    <a:pt x="7042143" y="0"/>
                  </a:lnTo>
                  <a:lnTo>
                    <a:pt x="7041329" y="0"/>
                  </a:lnTo>
                  <a:lnTo>
                    <a:pt x="7040514" y="0"/>
                  </a:lnTo>
                  <a:lnTo>
                    <a:pt x="7039699" y="0"/>
                  </a:lnTo>
                  <a:lnTo>
                    <a:pt x="7038884" y="0"/>
                  </a:lnTo>
                  <a:lnTo>
                    <a:pt x="7038070" y="0"/>
                  </a:lnTo>
                  <a:lnTo>
                    <a:pt x="7037255" y="0"/>
                  </a:lnTo>
                  <a:lnTo>
                    <a:pt x="7036440" y="0"/>
                  </a:lnTo>
                  <a:lnTo>
                    <a:pt x="7035625" y="0"/>
                  </a:lnTo>
                  <a:lnTo>
                    <a:pt x="7034810" y="0"/>
                  </a:lnTo>
                  <a:lnTo>
                    <a:pt x="7033996" y="0"/>
                  </a:lnTo>
                  <a:lnTo>
                    <a:pt x="7033181" y="0"/>
                  </a:lnTo>
                  <a:lnTo>
                    <a:pt x="7032366" y="0"/>
                  </a:lnTo>
                  <a:lnTo>
                    <a:pt x="7031551" y="0"/>
                  </a:lnTo>
                  <a:lnTo>
                    <a:pt x="7030737" y="0"/>
                  </a:lnTo>
                  <a:lnTo>
                    <a:pt x="7029922" y="0"/>
                  </a:lnTo>
                  <a:lnTo>
                    <a:pt x="7029107" y="0"/>
                  </a:lnTo>
                  <a:lnTo>
                    <a:pt x="7028292" y="0"/>
                  </a:lnTo>
                  <a:lnTo>
                    <a:pt x="7027477" y="0"/>
                  </a:lnTo>
                  <a:lnTo>
                    <a:pt x="7026663" y="0"/>
                  </a:lnTo>
                  <a:lnTo>
                    <a:pt x="7025848" y="0"/>
                  </a:lnTo>
                  <a:lnTo>
                    <a:pt x="7025033" y="0"/>
                  </a:lnTo>
                  <a:lnTo>
                    <a:pt x="7024218" y="0"/>
                  </a:lnTo>
                  <a:lnTo>
                    <a:pt x="7023404" y="0"/>
                  </a:lnTo>
                  <a:lnTo>
                    <a:pt x="7022589" y="0"/>
                  </a:lnTo>
                  <a:lnTo>
                    <a:pt x="7021774" y="0"/>
                  </a:lnTo>
                  <a:lnTo>
                    <a:pt x="7020959" y="0"/>
                  </a:lnTo>
                  <a:lnTo>
                    <a:pt x="7020144" y="0"/>
                  </a:lnTo>
                  <a:lnTo>
                    <a:pt x="7019330" y="0"/>
                  </a:lnTo>
                  <a:lnTo>
                    <a:pt x="7018515" y="0"/>
                  </a:lnTo>
                  <a:lnTo>
                    <a:pt x="7017700" y="0"/>
                  </a:lnTo>
                  <a:lnTo>
                    <a:pt x="7016885" y="0"/>
                  </a:lnTo>
                  <a:lnTo>
                    <a:pt x="7016071" y="0"/>
                  </a:lnTo>
                  <a:lnTo>
                    <a:pt x="7015256" y="0"/>
                  </a:lnTo>
                  <a:lnTo>
                    <a:pt x="7014441" y="0"/>
                  </a:lnTo>
                  <a:lnTo>
                    <a:pt x="7013626" y="0"/>
                  </a:lnTo>
                  <a:lnTo>
                    <a:pt x="7012811" y="0"/>
                  </a:lnTo>
                  <a:lnTo>
                    <a:pt x="7011997" y="0"/>
                  </a:lnTo>
                  <a:lnTo>
                    <a:pt x="7011182" y="0"/>
                  </a:lnTo>
                  <a:lnTo>
                    <a:pt x="7010367" y="0"/>
                  </a:lnTo>
                  <a:lnTo>
                    <a:pt x="7009552" y="0"/>
                  </a:lnTo>
                  <a:lnTo>
                    <a:pt x="7008737" y="0"/>
                  </a:lnTo>
                  <a:lnTo>
                    <a:pt x="7007923" y="0"/>
                  </a:lnTo>
                  <a:lnTo>
                    <a:pt x="7007108" y="0"/>
                  </a:lnTo>
                  <a:lnTo>
                    <a:pt x="7006293" y="0"/>
                  </a:lnTo>
                  <a:lnTo>
                    <a:pt x="7005478" y="0"/>
                  </a:lnTo>
                  <a:lnTo>
                    <a:pt x="7004664" y="0"/>
                  </a:lnTo>
                  <a:lnTo>
                    <a:pt x="7003849" y="0"/>
                  </a:lnTo>
                  <a:lnTo>
                    <a:pt x="7003034" y="0"/>
                  </a:lnTo>
                  <a:lnTo>
                    <a:pt x="7002219" y="0"/>
                  </a:lnTo>
                  <a:lnTo>
                    <a:pt x="7001404" y="0"/>
                  </a:lnTo>
                  <a:lnTo>
                    <a:pt x="7000590" y="0"/>
                  </a:lnTo>
                  <a:lnTo>
                    <a:pt x="6999775" y="0"/>
                  </a:lnTo>
                  <a:lnTo>
                    <a:pt x="6998960" y="0"/>
                  </a:lnTo>
                  <a:lnTo>
                    <a:pt x="6998145" y="0"/>
                  </a:lnTo>
                  <a:lnTo>
                    <a:pt x="6997331" y="0"/>
                  </a:lnTo>
                  <a:lnTo>
                    <a:pt x="6996516" y="0"/>
                  </a:lnTo>
                  <a:lnTo>
                    <a:pt x="6995701" y="0"/>
                  </a:lnTo>
                  <a:lnTo>
                    <a:pt x="6994886" y="0"/>
                  </a:lnTo>
                  <a:lnTo>
                    <a:pt x="6994071" y="0"/>
                  </a:lnTo>
                  <a:lnTo>
                    <a:pt x="6993257" y="0"/>
                  </a:lnTo>
                  <a:lnTo>
                    <a:pt x="6992442" y="0"/>
                  </a:lnTo>
                  <a:lnTo>
                    <a:pt x="6991627" y="0"/>
                  </a:lnTo>
                  <a:lnTo>
                    <a:pt x="6990812" y="0"/>
                  </a:lnTo>
                  <a:lnTo>
                    <a:pt x="6989998" y="0"/>
                  </a:lnTo>
                  <a:lnTo>
                    <a:pt x="6989183" y="0"/>
                  </a:lnTo>
                  <a:lnTo>
                    <a:pt x="6988368" y="0"/>
                  </a:lnTo>
                  <a:lnTo>
                    <a:pt x="6987553" y="0"/>
                  </a:lnTo>
                  <a:lnTo>
                    <a:pt x="6986738" y="0"/>
                  </a:lnTo>
                  <a:lnTo>
                    <a:pt x="6985924" y="0"/>
                  </a:lnTo>
                  <a:lnTo>
                    <a:pt x="6985109" y="0"/>
                  </a:lnTo>
                  <a:lnTo>
                    <a:pt x="6984294" y="0"/>
                  </a:lnTo>
                  <a:lnTo>
                    <a:pt x="6983479" y="0"/>
                  </a:lnTo>
                  <a:lnTo>
                    <a:pt x="6982665" y="0"/>
                  </a:lnTo>
                  <a:lnTo>
                    <a:pt x="6981850" y="0"/>
                  </a:lnTo>
                  <a:lnTo>
                    <a:pt x="6981035" y="0"/>
                  </a:lnTo>
                  <a:lnTo>
                    <a:pt x="6980220" y="0"/>
                  </a:lnTo>
                  <a:lnTo>
                    <a:pt x="6979405" y="0"/>
                  </a:lnTo>
                  <a:lnTo>
                    <a:pt x="6978591" y="0"/>
                  </a:lnTo>
                  <a:lnTo>
                    <a:pt x="6977776" y="0"/>
                  </a:lnTo>
                  <a:lnTo>
                    <a:pt x="6976961" y="0"/>
                  </a:lnTo>
                  <a:lnTo>
                    <a:pt x="6976146" y="0"/>
                  </a:lnTo>
                  <a:lnTo>
                    <a:pt x="6975332" y="0"/>
                  </a:lnTo>
                  <a:lnTo>
                    <a:pt x="6974517" y="0"/>
                  </a:lnTo>
                  <a:lnTo>
                    <a:pt x="6973702" y="0"/>
                  </a:lnTo>
                  <a:lnTo>
                    <a:pt x="6972887" y="0"/>
                  </a:lnTo>
                  <a:lnTo>
                    <a:pt x="6972072" y="0"/>
                  </a:lnTo>
                  <a:lnTo>
                    <a:pt x="6971258" y="0"/>
                  </a:lnTo>
                  <a:lnTo>
                    <a:pt x="6970443" y="0"/>
                  </a:lnTo>
                  <a:lnTo>
                    <a:pt x="6969628" y="0"/>
                  </a:lnTo>
                  <a:lnTo>
                    <a:pt x="6968813" y="0"/>
                  </a:lnTo>
                  <a:lnTo>
                    <a:pt x="6967998" y="0"/>
                  </a:lnTo>
                  <a:lnTo>
                    <a:pt x="6967184" y="0"/>
                  </a:lnTo>
                  <a:lnTo>
                    <a:pt x="6966369" y="0"/>
                  </a:lnTo>
                  <a:lnTo>
                    <a:pt x="6965554" y="0"/>
                  </a:lnTo>
                  <a:lnTo>
                    <a:pt x="6964739" y="0"/>
                  </a:lnTo>
                  <a:lnTo>
                    <a:pt x="6963925" y="0"/>
                  </a:lnTo>
                  <a:lnTo>
                    <a:pt x="6963110" y="0"/>
                  </a:lnTo>
                  <a:lnTo>
                    <a:pt x="6962295" y="0"/>
                  </a:lnTo>
                  <a:lnTo>
                    <a:pt x="6961480" y="0"/>
                  </a:lnTo>
                  <a:lnTo>
                    <a:pt x="6960665" y="0"/>
                  </a:lnTo>
                  <a:lnTo>
                    <a:pt x="6959851" y="0"/>
                  </a:lnTo>
                  <a:lnTo>
                    <a:pt x="6959036" y="0"/>
                  </a:lnTo>
                  <a:lnTo>
                    <a:pt x="6958221" y="0"/>
                  </a:lnTo>
                  <a:lnTo>
                    <a:pt x="6957406" y="0"/>
                  </a:lnTo>
                  <a:lnTo>
                    <a:pt x="6956592" y="0"/>
                  </a:lnTo>
                  <a:lnTo>
                    <a:pt x="6955777" y="0"/>
                  </a:lnTo>
                  <a:lnTo>
                    <a:pt x="6954962" y="0"/>
                  </a:lnTo>
                  <a:lnTo>
                    <a:pt x="6954147" y="0"/>
                  </a:lnTo>
                  <a:lnTo>
                    <a:pt x="6953332" y="0"/>
                  </a:lnTo>
                  <a:lnTo>
                    <a:pt x="6952518" y="0"/>
                  </a:lnTo>
                  <a:lnTo>
                    <a:pt x="6951703" y="0"/>
                  </a:lnTo>
                  <a:lnTo>
                    <a:pt x="6950888" y="0"/>
                  </a:lnTo>
                  <a:lnTo>
                    <a:pt x="6950073" y="0"/>
                  </a:lnTo>
                  <a:lnTo>
                    <a:pt x="6949259" y="0"/>
                  </a:lnTo>
                  <a:lnTo>
                    <a:pt x="6948444" y="0"/>
                  </a:lnTo>
                  <a:lnTo>
                    <a:pt x="6947629" y="0"/>
                  </a:lnTo>
                  <a:lnTo>
                    <a:pt x="6946814" y="0"/>
                  </a:lnTo>
                  <a:lnTo>
                    <a:pt x="6945999" y="0"/>
                  </a:lnTo>
                  <a:lnTo>
                    <a:pt x="6945185" y="0"/>
                  </a:lnTo>
                  <a:lnTo>
                    <a:pt x="6944370" y="0"/>
                  </a:lnTo>
                  <a:lnTo>
                    <a:pt x="6943555" y="0"/>
                  </a:lnTo>
                  <a:lnTo>
                    <a:pt x="6942740" y="0"/>
                  </a:lnTo>
                  <a:lnTo>
                    <a:pt x="6941926" y="0"/>
                  </a:lnTo>
                  <a:lnTo>
                    <a:pt x="6941111" y="0"/>
                  </a:lnTo>
                  <a:lnTo>
                    <a:pt x="6940296" y="0"/>
                  </a:lnTo>
                  <a:lnTo>
                    <a:pt x="6939481" y="0"/>
                  </a:lnTo>
                  <a:lnTo>
                    <a:pt x="6938666" y="0"/>
                  </a:lnTo>
                  <a:lnTo>
                    <a:pt x="6937852" y="0"/>
                  </a:lnTo>
                  <a:lnTo>
                    <a:pt x="6937037" y="0"/>
                  </a:lnTo>
                  <a:lnTo>
                    <a:pt x="6936222" y="0"/>
                  </a:lnTo>
                  <a:lnTo>
                    <a:pt x="6935407" y="0"/>
                  </a:lnTo>
                  <a:lnTo>
                    <a:pt x="6934593" y="0"/>
                  </a:lnTo>
                  <a:lnTo>
                    <a:pt x="6933778" y="0"/>
                  </a:lnTo>
                  <a:lnTo>
                    <a:pt x="6932963" y="0"/>
                  </a:lnTo>
                  <a:lnTo>
                    <a:pt x="6932148" y="0"/>
                  </a:lnTo>
                  <a:lnTo>
                    <a:pt x="6931333" y="0"/>
                  </a:lnTo>
                  <a:lnTo>
                    <a:pt x="6930519" y="0"/>
                  </a:lnTo>
                  <a:lnTo>
                    <a:pt x="6929704" y="0"/>
                  </a:lnTo>
                  <a:lnTo>
                    <a:pt x="6928889" y="0"/>
                  </a:lnTo>
                  <a:lnTo>
                    <a:pt x="6928074" y="0"/>
                  </a:lnTo>
                  <a:lnTo>
                    <a:pt x="6927259" y="0"/>
                  </a:lnTo>
                  <a:lnTo>
                    <a:pt x="6926445" y="0"/>
                  </a:lnTo>
                  <a:lnTo>
                    <a:pt x="6925630" y="0"/>
                  </a:lnTo>
                  <a:lnTo>
                    <a:pt x="6924815" y="0"/>
                  </a:lnTo>
                  <a:lnTo>
                    <a:pt x="6924000" y="0"/>
                  </a:lnTo>
                  <a:lnTo>
                    <a:pt x="6923186" y="0"/>
                  </a:lnTo>
                  <a:lnTo>
                    <a:pt x="6922371" y="0"/>
                  </a:lnTo>
                  <a:lnTo>
                    <a:pt x="6921556" y="0"/>
                  </a:lnTo>
                  <a:lnTo>
                    <a:pt x="6920741" y="0"/>
                  </a:lnTo>
                  <a:lnTo>
                    <a:pt x="6919926" y="0"/>
                  </a:lnTo>
                  <a:lnTo>
                    <a:pt x="6919112" y="0"/>
                  </a:lnTo>
                  <a:lnTo>
                    <a:pt x="6918297" y="0"/>
                  </a:lnTo>
                  <a:lnTo>
                    <a:pt x="6917482" y="0"/>
                  </a:lnTo>
                  <a:lnTo>
                    <a:pt x="6916667" y="0"/>
                  </a:lnTo>
                  <a:lnTo>
                    <a:pt x="6915853" y="0"/>
                  </a:lnTo>
                  <a:lnTo>
                    <a:pt x="6915038" y="0"/>
                  </a:lnTo>
                  <a:lnTo>
                    <a:pt x="6914223" y="0"/>
                  </a:lnTo>
                  <a:lnTo>
                    <a:pt x="6913408" y="0"/>
                  </a:lnTo>
                  <a:lnTo>
                    <a:pt x="6912593" y="0"/>
                  </a:lnTo>
                  <a:lnTo>
                    <a:pt x="6911779" y="0"/>
                  </a:lnTo>
                  <a:lnTo>
                    <a:pt x="6910964" y="0"/>
                  </a:lnTo>
                  <a:lnTo>
                    <a:pt x="6910149" y="0"/>
                  </a:lnTo>
                  <a:lnTo>
                    <a:pt x="6909334" y="0"/>
                  </a:lnTo>
                  <a:lnTo>
                    <a:pt x="6908520" y="0"/>
                  </a:lnTo>
                  <a:lnTo>
                    <a:pt x="6907705" y="0"/>
                  </a:lnTo>
                  <a:lnTo>
                    <a:pt x="6906890" y="0"/>
                  </a:lnTo>
                  <a:lnTo>
                    <a:pt x="6906075" y="0"/>
                  </a:lnTo>
                  <a:lnTo>
                    <a:pt x="6905260" y="0"/>
                  </a:lnTo>
                  <a:lnTo>
                    <a:pt x="6904446" y="0"/>
                  </a:lnTo>
                  <a:lnTo>
                    <a:pt x="6903631" y="0"/>
                  </a:lnTo>
                  <a:lnTo>
                    <a:pt x="6902816" y="0"/>
                  </a:lnTo>
                  <a:lnTo>
                    <a:pt x="6902001" y="0"/>
                  </a:lnTo>
                  <a:lnTo>
                    <a:pt x="6901187" y="0"/>
                  </a:lnTo>
                  <a:lnTo>
                    <a:pt x="6900372" y="0"/>
                  </a:lnTo>
                  <a:lnTo>
                    <a:pt x="6899557" y="0"/>
                  </a:lnTo>
                  <a:lnTo>
                    <a:pt x="6898742" y="0"/>
                  </a:lnTo>
                  <a:lnTo>
                    <a:pt x="6897927" y="0"/>
                  </a:lnTo>
                  <a:lnTo>
                    <a:pt x="6897113" y="0"/>
                  </a:lnTo>
                  <a:lnTo>
                    <a:pt x="6896298" y="0"/>
                  </a:lnTo>
                  <a:lnTo>
                    <a:pt x="6895483" y="0"/>
                  </a:lnTo>
                  <a:lnTo>
                    <a:pt x="6894668" y="0"/>
                  </a:lnTo>
                  <a:lnTo>
                    <a:pt x="6893854" y="0"/>
                  </a:lnTo>
                  <a:lnTo>
                    <a:pt x="6893039" y="0"/>
                  </a:lnTo>
                  <a:lnTo>
                    <a:pt x="6892224" y="0"/>
                  </a:lnTo>
                  <a:lnTo>
                    <a:pt x="6891409" y="0"/>
                  </a:lnTo>
                  <a:lnTo>
                    <a:pt x="6890594" y="0"/>
                  </a:lnTo>
                  <a:lnTo>
                    <a:pt x="6889780" y="0"/>
                  </a:lnTo>
                  <a:lnTo>
                    <a:pt x="6888965" y="0"/>
                  </a:lnTo>
                  <a:lnTo>
                    <a:pt x="6888150" y="0"/>
                  </a:lnTo>
                  <a:lnTo>
                    <a:pt x="6887335" y="0"/>
                  </a:lnTo>
                  <a:lnTo>
                    <a:pt x="6886520" y="0"/>
                  </a:lnTo>
                  <a:lnTo>
                    <a:pt x="6885706" y="0"/>
                  </a:lnTo>
                  <a:lnTo>
                    <a:pt x="6884891" y="0"/>
                  </a:lnTo>
                  <a:lnTo>
                    <a:pt x="6884076" y="0"/>
                  </a:lnTo>
                  <a:lnTo>
                    <a:pt x="6883261" y="0"/>
                  </a:lnTo>
                  <a:lnTo>
                    <a:pt x="6882447" y="0"/>
                  </a:lnTo>
                  <a:lnTo>
                    <a:pt x="6881632" y="0"/>
                  </a:lnTo>
                  <a:lnTo>
                    <a:pt x="6880817" y="0"/>
                  </a:lnTo>
                  <a:lnTo>
                    <a:pt x="6880002" y="0"/>
                  </a:lnTo>
                  <a:lnTo>
                    <a:pt x="6879187" y="0"/>
                  </a:lnTo>
                  <a:lnTo>
                    <a:pt x="6878373" y="0"/>
                  </a:lnTo>
                  <a:lnTo>
                    <a:pt x="6877558" y="0"/>
                  </a:lnTo>
                  <a:lnTo>
                    <a:pt x="6876743" y="0"/>
                  </a:lnTo>
                  <a:lnTo>
                    <a:pt x="6875928" y="0"/>
                  </a:lnTo>
                  <a:lnTo>
                    <a:pt x="6875114" y="0"/>
                  </a:lnTo>
                  <a:lnTo>
                    <a:pt x="6874299" y="0"/>
                  </a:lnTo>
                  <a:lnTo>
                    <a:pt x="6873484" y="0"/>
                  </a:lnTo>
                  <a:lnTo>
                    <a:pt x="6872669" y="0"/>
                  </a:lnTo>
                  <a:lnTo>
                    <a:pt x="6871854" y="0"/>
                  </a:lnTo>
                  <a:lnTo>
                    <a:pt x="6871040" y="0"/>
                  </a:lnTo>
                  <a:lnTo>
                    <a:pt x="6870225" y="0"/>
                  </a:lnTo>
                  <a:lnTo>
                    <a:pt x="6869410" y="0"/>
                  </a:lnTo>
                  <a:lnTo>
                    <a:pt x="6868595" y="0"/>
                  </a:lnTo>
                  <a:lnTo>
                    <a:pt x="6867781" y="0"/>
                  </a:lnTo>
                  <a:lnTo>
                    <a:pt x="6866966" y="0"/>
                  </a:lnTo>
                  <a:lnTo>
                    <a:pt x="6866151" y="0"/>
                  </a:lnTo>
                  <a:lnTo>
                    <a:pt x="6865336" y="0"/>
                  </a:lnTo>
                  <a:lnTo>
                    <a:pt x="6864521" y="0"/>
                  </a:lnTo>
                  <a:lnTo>
                    <a:pt x="6863707" y="0"/>
                  </a:lnTo>
                  <a:lnTo>
                    <a:pt x="6862892" y="0"/>
                  </a:lnTo>
                  <a:lnTo>
                    <a:pt x="6862077" y="0"/>
                  </a:lnTo>
                  <a:lnTo>
                    <a:pt x="6861262" y="0"/>
                  </a:lnTo>
                  <a:lnTo>
                    <a:pt x="6860448" y="0"/>
                  </a:lnTo>
                  <a:lnTo>
                    <a:pt x="6859633" y="0"/>
                  </a:lnTo>
                  <a:lnTo>
                    <a:pt x="6858818" y="0"/>
                  </a:lnTo>
                  <a:lnTo>
                    <a:pt x="6858003" y="0"/>
                  </a:lnTo>
                  <a:lnTo>
                    <a:pt x="6857188" y="0"/>
                  </a:lnTo>
                  <a:lnTo>
                    <a:pt x="6856374" y="0"/>
                  </a:lnTo>
                  <a:lnTo>
                    <a:pt x="6855559" y="0"/>
                  </a:lnTo>
                  <a:lnTo>
                    <a:pt x="6854744" y="0"/>
                  </a:lnTo>
                  <a:lnTo>
                    <a:pt x="6853929" y="0"/>
                  </a:lnTo>
                  <a:lnTo>
                    <a:pt x="6853115" y="0"/>
                  </a:lnTo>
                  <a:lnTo>
                    <a:pt x="6852300" y="0"/>
                  </a:lnTo>
                  <a:lnTo>
                    <a:pt x="6851485" y="0"/>
                  </a:lnTo>
                  <a:lnTo>
                    <a:pt x="6850670" y="0"/>
                  </a:lnTo>
                  <a:lnTo>
                    <a:pt x="6849855" y="0"/>
                  </a:lnTo>
                  <a:lnTo>
                    <a:pt x="6849041" y="0"/>
                  </a:lnTo>
                  <a:lnTo>
                    <a:pt x="6848226" y="0"/>
                  </a:lnTo>
                  <a:lnTo>
                    <a:pt x="6847411" y="0"/>
                  </a:lnTo>
                  <a:lnTo>
                    <a:pt x="6846596" y="0"/>
                  </a:lnTo>
                  <a:lnTo>
                    <a:pt x="6845781" y="0"/>
                  </a:lnTo>
                  <a:lnTo>
                    <a:pt x="6844967" y="0"/>
                  </a:lnTo>
                  <a:lnTo>
                    <a:pt x="6844152" y="0"/>
                  </a:lnTo>
                  <a:lnTo>
                    <a:pt x="6843337" y="0"/>
                  </a:lnTo>
                  <a:lnTo>
                    <a:pt x="6842522" y="0"/>
                  </a:lnTo>
                  <a:lnTo>
                    <a:pt x="6841708" y="0"/>
                  </a:lnTo>
                  <a:lnTo>
                    <a:pt x="6840893" y="0"/>
                  </a:lnTo>
                  <a:lnTo>
                    <a:pt x="6840078" y="0"/>
                  </a:lnTo>
                  <a:lnTo>
                    <a:pt x="6839263" y="0"/>
                  </a:lnTo>
                  <a:lnTo>
                    <a:pt x="6838448" y="0"/>
                  </a:lnTo>
                  <a:lnTo>
                    <a:pt x="6837634" y="0"/>
                  </a:lnTo>
                  <a:lnTo>
                    <a:pt x="6836819" y="0"/>
                  </a:lnTo>
                  <a:lnTo>
                    <a:pt x="6836004" y="0"/>
                  </a:lnTo>
                  <a:lnTo>
                    <a:pt x="6835189" y="0"/>
                  </a:lnTo>
                  <a:lnTo>
                    <a:pt x="6834375" y="0"/>
                  </a:lnTo>
                  <a:lnTo>
                    <a:pt x="6833560" y="0"/>
                  </a:lnTo>
                  <a:lnTo>
                    <a:pt x="6832745" y="0"/>
                  </a:lnTo>
                  <a:lnTo>
                    <a:pt x="6831930" y="0"/>
                  </a:lnTo>
                  <a:lnTo>
                    <a:pt x="6831115" y="0"/>
                  </a:lnTo>
                  <a:lnTo>
                    <a:pt x="6830301" y="0"/>
                  </a:lnTo>
                  <a:lnTo>
                    <a:pt x="6829486" y="0"/>
                  </a:lnTo>
                  <a:lnTo>
                    <a:pt x="6828671" y="0"/>
                  </a:lnTo>
                  <a:lnTo>
                    <a:pt x="6827856" y="0"/>
                  </a:lnTo>
                  <a:lnTo>
                    <a:pt x="6827042" y="0"/>
                  </a:lnTo>
                  <a:lnTo>
                    <a:pt x="6826227" y="0"/>
                  </a:lnTo>
                  <a:lnTo>
                    <a:pt x="6825412" y="0"/>
                  </a:lnTo>
                  <a:lnTo>
                    <a:pt x="6824597" y="0"/>
                  </a:lnTo>
                  <a:lnTo>
                    <a:pt x="6823782" y="0"/>
                  </a:lnTo>
                  <a:lnTo>
                    <a:pt x="6822968" y="0"/>
                  </a:lnTo>
                  <a:lnTo>
                    <a:pt x="6822153" y="0"/>
                  </a:lnTo>
                  <a:lnTo>
                    <a:pt x="6821338" y="0"/>
                  </a:lnTo>
                  <a:lnTo>
                    <a:pt x="6820523" y="0"/>
                  </a:lnTo>
                  <a:lnTo>
                    <a:pt x="6819709" y="0"/>
                  </a:lnTo>
                  <a:lnTo>
                    <a:pt x="6818894" y="0"/>
                  </a:lnTo>
                  <a:lnTo>
                    <a:pt x="6818079" y="0"/>
                  </a:lnTo>
                  <a:lnTo>
                    <a:pt x="6817264" y="0"/>
                  </a:lnTo>
                  <a:lnTo>
                    <a:pt x="6816449" y="0"/>
                  </a:lnTo>
                  <a:lnTo>
                    <a:pt x="6815635" y="0"/>
                  </a:lnTo>
                  <a:lnTo>
                    <a:pt x="6814820" y="0"/>
                  </a:lnTo>
                  <a:lnTo>
                    <a:pt x="6814005" y="0"/>
                  </a:lnTo>
                  <a:lnTo>
                    <a:pt x="6813190" y="0"/>
                  </a:lnTo>
                  <a:lnTo>
                    <a:pt x="6812376" y="0"/>
                  </a:lnTo>
                  <a:lnTo>
                    <a:pt x="6811561" y="0"/>
                  </a:lnTo>
                  <a:lnTo>
                    <a:pt x="6810746" y="0"/>
                  </a:lnTo>
                  <a:lnTo>
                    <a:pt x="6809931" y="0"/>
                  </a:lnTo>
                  <a:lnTo>
                    <a:pt x="6809116" y="0"/>
                  </a:lnTo>
                  <a:lnTo>
                    <a:pt x="6808302" y="0"/>
                  </a:lnTo>
                  <a:lnTo>
                    <a:pt x="6807487" y="0"/>
                  </a:lnTo>
                  <a:lnTo>
                    <a:pt x="6806672" y="0"/>
                  </a:lnTo>
                  <a:lnTo>
                    <a:pt x="6805857" y="0"/>
                  </a:lnTo>
                  <a:lnTo>
                    <a:pt x="6805042" y="0"/>
                  </a:lnTo>
                  <a:lnTo>
                    <a:pt x="6804228" y="0"/>
                  </a:lnTo>
                  <a:lnTo>
                    <a:pt x="6803413" y="0"/>
                  </a:lnTo>
                  <a:lnTo>
                    <a:pt x="6802598" y="0"/>
                  </a:lnTo>
                  <a:lnTo>
                    <a:pt x="6801783" y="0"/>
                  </a:lnTo>
                  <a:lnTo>
                    <a:pt x="6800969" y="0"/>
                  </a:lnTo>
                  <a:lnTo>
                    <a:pt x="6800154" y="0"/>
                  </a:lnTo>
                  <a:lnTo>
                    <a:pt x="6799339" y="0"/>
                  </a:lnTo>
                  <a:lnTo>
                    <a:pt x="6798524" y="0"/>
                  </a:lnTo>
                  <a:lnTo>
                    <a:pt x="6797709" y="0"/>
                  </a:lnTo>
                  <a:lnTo>
                    <a:pt x="6796895" y="0"/>
                  </a:lnTo>
                  <a:lnTo>
                    <a:pt x="6796080" y="0"/>
                  </a:lnTo>
                  <a:lnTo>
                    <a:pt x="6795265" y="0"/>
                  </a:lnTo>
                  <a:lnTo>
                    <a:pt x="6794450" y="0"/>
                  </a:lnTo>
                  <a:lnTo>
                    <a:pt x="6793636" y="0"/>
                  </a:lnTo>
                  <a:lnTo>
                    <a:pt x="6792821" y="0"/>
                  </a:lnTo>
                  <a:lnTo>
                    <a:pt x="6792006" y="0"/>
                  </a:lnTo>
                  <a:lnTo>
                    <a:pt x="6791191" y="0"/>
                  </a:lnTo>
                  <a:lnTo>
                    <a:pt x="6790376" y="0"/>
                  </a:lnTo>
                  <a:lnTo>
                    <a:pt x="6789562" y="0"/>
                  </a:lnTo>
                  <a:lnTo>
                    <a:pt x="6788747" y="0"/>
                  </a:lnTo>
                  <a:lnTo>
                    <a:pt x="6787932" y="0"/>
                  </a:lnTo>
                  <a:lnTo>
                    <a:pt x="6787117" y="0"/>
                  </a:lnTo>
                  <a:lnTo>
                    <a:pt x="6786303" y="0"/>
                  </a:lnTo>
                  <a:lnTo>
                    <a:pt x="6785488" y="0"/>
                  </a:lnTo>
                  <a:lnTo>
                    <a:pt x="6784673" y="0"/>
                  </a:lnTo>
                  <a:lnTo>
                    <a:pt x="6783858" y="0"/>
                  </a:lnTo>
                  <a:lnTo>
                    <a:pt x="6783043" y="0"/>
                  </a:lnTo>
                  <a:lnTo>
                    <a:pt x="6782229" y="0"/>
                  </a:lnTo>
                  <a:lnTo>
                    <a:pt x="6781414" y="0"/>
                  </a:lnTo>
                  <a:lnTo>
                    <a:pt x="6780599" y="0"/>
                  </a:lnTo>
                  <a:lnTo>
                    <a:pt x="6779784" y="0"/>
                  </a:lnTo>
                  <a:lnTo>
                    <a:pt x="6778970" y="0"/>
                  </a:lnTo>
                  <a:lnTo>
                    <a:pt x="6778155" y="0"/>
                  </a:lnTo>
                  <a:lnTo>
                    <a:pt x="6777340" y="0"/>
                  </a:lnTo>
                  <a:lnTo>
                    <a:pt x="6776525" y="0"/>
                  </a:lnTo>
                  <a:lnTo>
                    <a:pt x="6775710" y="0"/>
                  </a:lnTo>
                  <a:lnTo>
                    <a:pt x="6774896" y="0"/>
                  </a:lnTo>
                  <a:lnTo>
                    <a:pt x="6774081" y="0"/>
                  </a:lnTo>
                  <a:lnTo>
                    <a:pt x="6773266" y="0"/>
                  </a:lnTo>
                  <a:lnTo>
                    <a:pt x="6772451" y="0"/>
                  </a:lnTo>
                  <a:lnTo>
                    <a:pt x="6771637" y="0"/>
                  </a:lnTo>
                  <a:lnTo>
                    <a:pt x="6770822" y="0"/>
                  </a:lnTo>
                  <a:lnTo>
                    <a:pt x="6770007" y="0"/>
                  </a:lnTo>
                  <a:lnTo>
                    <a:pt x="6769192" y="0"/>
                  </a:lnTo>
                  <a:lnTo>
                    <a:pt x="6768377" y="0"/>
                  </a:lnTo>
                  <a:lnTo>
                    <a:pt x="6767563" y="0"/>
                  </a:lnTo>
                  <a:lnTo>
                    <a:pt x="6766748" y="0"/>
                  </a:lnTo>
                  <a:lnTo>
                    <a:pt x="6765933" y="0"/>
                  </a:lnTo>
                  <a:lnTo>
                    <a:pt x="6765118" y="0"/>
                  </a:lnTo>
                  <a:lnTo>
                    <a:pt x="6764303" y="0"/>
                  </a:lnTo>
                  <a:lnTo>
                    <a:pt x="6763489" y="0"/>
                  </a:lnTo>
                  <a:lnTo>
                    <a:pt x="6762674" y="0"/>
                  </a:lnTo>
                  <a:lnTo>
                    <a:pt x="6761859" y="0"/>
                  </a:lnTo>
                  <a:lnTo>
                    <a:pt x="6761044" y="0"/>
                  </a:lnTo>
                  <a:lnTo>
                    <a:pt x="6760230" y="0"/>
                  </a:lnTo>
                  <a:lnTo>
                    <a:pt x="6759415" y="0"/>
                  </a:lnTo>
                  <a:lnTo>
                    <a:pt x="6758600" y="0"/>
                  </a:lnTo>
                  <a:lnTo>
                    <a:pt x="6757785" y="0"/>
                  </a:lnTo>
                  <a:lnTo>
                    <a:pt x="6756970" y="0"/>
                  </a:lnTo>
                  <a:lnTo>
                    <a:pt x="6756156" y="0"/>
                  </a:lnTo>
                  <a:lnTo>
                    <a:pt x="6755341" y="0"/>
                  </a:lnTo>
                  <a:lnTo>
                    <a:pt x="6754526" y="0"/>
                  </a:lnTo>
                  <a:lnTo>
                    <a:pt x="6753711" y="0"/>
                  </a:lnTo>
                  <a:lnTo>
                    <a:pt x="6752897" y="0"/>
                  </a:lnTo>
                  <a:lnTo>
                    <a:pt x="6752082" y="0"/>
                  </a:lnTo>
                  <a:lnTo>
                    <a:pt x="6751267" y="0"/>
                  </a:lnTo>
                  <a:lnTo>
                    <a:pt x="6750452" y="0"/>
                  </a:lnTo>
                  <a:lnTo>
                    <a:pt x="6749637" y="0"/>
                  </a:lnTo>
                  <a:lnTo>
                    <a:pt x="6748823" y="0"/>
                  </a:lnTo>
                  <a:lnTo>
                    <a:pt x="6748008" y="0"/>
                  </a:lnTo>
                  <a:lnTo>
                    <a:pt x="6747193" y="0"/>
                  </a:lnTo>
                  <a:lnTo>
                    <a:pt x="6746378" y="0"/>
                  </a:lnTo>
                  <a:lnTo>
                    <a:pt x="6745564" y="0"/>
                  </a:lnTo>
                  <a:lnTo>
                    <a:pt x="6744749" y="0"/>
                  </a:lnTo>
                  <a:lnTo>
                    <a:pt x="6743934" y="0"/>
                  </a:lnTo>
                  <a:lnTo>
                    <a:pt x="6743119" y="0"/>
                  </a:lnTo>
                  <a:lnTo>
                    <a:pt x="6742304" y="0"/>
                  </a:lnTo>
                  <a:lnTo>
                    <a:pt x="6741490" y="0"/>
                  </a:lnTo>
                  <a:lnTo>
                    <a:pt x="6740675" y="0"/>
                  </a:lnTo>
                  <a:lnTo>
                    <a:pt x="6739860" y="0"/>
                  </a:lnTo>
                  <a:lnTo>
                    <a:pt x="6739045" y="0"/>
                  </a:lnTo>
                  <a:lnTo>
                    <a:pt x="6738231" y="0"/>
                  </a:lnTo>
                  <a:lnTo>
                    <a:pt x="6737416" y="0"/>
                  </a:lnTo>
                  <a:lnTo>
                    <a:pt x="6736601" y="0"/>
                  </a:lnTo>
                  <a:lnTo>
                    <a:pt x="6735786" y="0"/>
                  </a:lnTo>
                  <a:lnTo>
                    <a:pt x="6734971" y="0"/>
                  </a:lnTo>
                  <a:lnTo>
                    <a:pt x="6734157" y="0"/>
                  </a:lnTo>
                  <a:lnTo>
                    <a:pt x="6733342" y="0"/>
                  </a:lnTo>
                  <a:lnTo>
                    <a:pt x="6732527" y="0"/>
                  </a:lnTo>
                  <a:lnTo>
                    <a:pt x="6731712" y="0"/>
                  </a:lnTo>
                  <a:lnTo>
                    <a:pt x="6730897" y="0"/>
                  </a:lnTo>
                  <a:lnTo>
                    <a:pt x="6730083" y="0"/>
                  </a:lnTo>
                  <a:lnTo>
                    <a:pt x="6729268" y="0"/>
                  </a:lnTo>
                  <a:lnTo>
                    <a:pt x="6728453" y="0"/>
                  </a:lnTo>
                  <a:lnTo>
                    <a:pt x="6727638" y="0"/>
                  </a:lnTo>
                  <a:lnTo>
                    <a:pt x="6726824" y="0"/>
                  </a:lnTo>
                  <a:lnTo>
                    <a:pt x="6726009" y="0"/>
                  </a:lnTo>
                  <a:lnTo>
                    <a:pt x="6725194" y="0"/>
                  </a:lnTo>
                  <a:lnTo>
                    <a:pt x="6724379" y="0"/>
                  </a:lnTo>
                  <a:lnTo>
                    <a:pt x="6723564" y="0"/>
                  </a:lnTo>
                  <a:lnTo>
                    <a:pt x="6722750" y="0"/>
                  </a:lnTo>
                  <a:lnTo>
                    <a:pt x="6721935" y="0"/>
                  </a:lnTo>
                  <a:lnTo>
                    <a:pt x="6721120" y="0"/>
                  </a:lnTo>
                  <a:lnTo>
                    <a:pt x="6720305" y="0"/>
                  </a:lnTo>
                  <a:lnTo>
                    <a:pt x="6719491" y="0"/>
                  </a:lnTo>
                  <a:lnTo>
                    <a:pt x="6718676" y="0"/>
                  </a:lnTo>
                  <a:lnTo>
                    <a:pt x="6717861" y="0"/>
                  </a:lnTo>
                  <a:lnTo>
                    <a:pt x="6717046" y="0"/>
                  </a:lnTo>
                  <a:lnTo>
                    <a:pt x="6716231" y="0"/>
                  </a:lnTo>
                  <a:lnTo>
                    <a:pt x="6715417" y="0"/>
                  </a:lnTo>
                  <a:lnTo>
                    <a:pt x="6714602" y="0"/>
                  </a:lnTo>
                  <a:lnTo>
                    <a:pt x="6713787" y="0"/>
                  </a:lnTo>
                  <a:lnTo>
                    <a:pt x="6712972" y="0"/>
                  </a:lnTo>
                  <a:lnTo>
                    <a:pt x="6712158" y="0"/>
                  </a:lnTo>
                  <a:lnTo>
                    <a:pt x="6711343" y="0"/>
                  </a:lnTo>
                  <a:lnTo>
                    <a:pt x="6710528" y="0"/>
                  </a:lnTo>
                  <a:lnTo>
                    <a:pt x="6709713" y="0"/>
                  </a:lnTo>
                  <a:lnTo>
                    <a:pt x="6708898" y="0"/>
                  </a:lnTo>
                  <a:lnTo>
                    <a:pt x="6708084" y="0"/>
                  </a:lnTo>
                  <a:lnTo>
                    <a:pt x="6707269" y="0"/>
                  </a:lnTo>
                  <a:lnTo>
                    <a:pt x="6706454" y="0"/>
                  </a:lnTo>
                  <a:lnTo>
                    <a:pt x="6705639" y="0"/>
                  </a:lnTo>
                  <a:lnTo>
                    <a:pt x="6704825" y="0"/>
                  </a:lnTo>
                  <a:lnTo>
                    <a:pt x="6704010" y="0"/>
                  </a:lnTo>
                  <a:lnTo>
                    <a:pt x="6703195" y="0"/>
                  </a:lnTo>
                  <a:lnTo>
                    <a:pt x="6702380" y="0"/>
                  </a:lnTo>
                  <a:lnTo>
                    <a:pt x="6701565" y="0"/>
                  </a:lnTo>
                  <a:lnTo>
                    <a:pt x="6700751" y="0"/>
                  </a:lnTo>
                  <a:lnTo>
                    <a:pt x="6699936" y="0"/>
                  </a:lnTo>
                  <a:lnTo>
                    <a:pt x="6699121" y="0"/>
                  </a:lnTo>
                  <a:lnTo>
                    <a:pt x="6698306" y="0"/>
                  </a:lnTo>
                  <a:lnTo>
                    <a:pt x="6697492" y="0"/>
                  </a:lnTo>
                  <a:lnTo>
                    <a:pt x="6696677" y="0"/>
                  </a:lnTo>
                  <a:lnTo>
                    <a:pt x="6695862" y="0"/>
                  </a:lnTo>
                  <a:lnTo>
                    <a:pt x="6695047" y="0"/>
                  </a:lnTo>
                  <a:lnTo>
                    <a:pt x="6694232" y="0"/>
                  </a:lnTo>
                  <a:lnTo>
                    <a:pt x="6693418" y="0"/>
                  </a:lnTo>
                  <a:lnTo>
                    <a:pt x="6692603" y="0"/>
                  </a:lnTo>
                  <a:lnTo>
                    <a:pt x="6691788" y="0"/>
                  </a:lnTo>
                  <a:lnTo>
                    <a:pt x="6690973" y="0"/>
                  </a:lnTo>
                  <a:lnTo>
                    <a:pt x="6690158" y="0"/>
                  </a:lnTo>
                  <a:lnTo>
                    <a:pt x="6689344" y="0"/>
                  </a:lnTo>
                  <a:lnTo>
                    <a:pt x="6688529" y="0"/>
                  </a:lnTo>
                  <a:lnTo>
                    <a:pt x="6687714" y="0"/>
                  </a:lnTo>
                  <a:lnTo>
                    <a:pt x="6686899" y="0"/>
                  </a:lnTo>
                  <a:lnTo>
                    <a:pt x="6686085" y="0"/>
                  </a:lnTo>
                  <a:lnTo>
                    <a:pt x="6685270" y="0"/>
                  </a:lnTo>
                  <a:lnTo>
                    <a:pt x="6684455" y="0"/>
                  </a:lnTo>
                  <a:lnTo>
                    <a:pt x="6683640" y="0"/>
                  </a:lnTo>
                  <a:lnTo>
                    <a:pt x="6682825" y="0"/>
                  </a:lnTo>
                  <a:lnTo>
                    <a:pt x="6682011" y="0"/>
                  </a:lnTo>
                  <a:lnTo>
                    <a:pt x="6681196" y="0"/>
                  </a:lnTo>
                  <a:lnTo>
                    <a:pt x="6680381" y="0"/>
                  </a:lnTo>
                  <a:lnTo>
                    <a:pt x="6679566" y="0"/>
                  </a:lnTo>
                  <a:lnTo>
                    <a:pt x="6678752" y="0"/>
                  </a:lnTo>
                  <a:lnTo>
                    <a:pt x="6677937" y="0"/>
                  </a:lnTo>
                  <a:lnTo>
                    <a:pt x="6677122" y="0"/>
                  </a:lnTo>
                  <a:lnTo>
                    <a:pt x="6676307" y="0"/>
                  </a:lnTo>
                  <a:lnTo>
                    <a:pt x="6675492" y="0"/>
                  </a:lnTo>
                  <a:lnTo>
                    <a:pt x="6674678" y="0"/>
                  </a:lnTo>
                  <a:lnTo>
                    <a:pt x="6673863" y="0"/>
                  </a:lnTo>
                  <a:lnTo>
                    <a:pt x="6673048" y="0"/>
                  </a:lnTo>
                  <a:lnTo>
                    <a:pt x="6672233" y="0"/>
                  </a:lnTo>
                  <a:lnTo>
                    <a:pt x="6671419" y="0"/>
                  </a:lnTo>
                  <a:lnTo>
                    <a:pt x="6670604" y="0"/>
                  </a:lnTo>
                  <a:lnTo>
                    <a:pt x="6669789" y="0"/>
                  </a:lnTo>
                  <a:lnTo>
                    <a:pt x="6668974" y="0"/>
                  </a:lnTo>
                  <a:lnTo>
                    <a:pt x="6668159" y="0"/>
                  </a:lnTo>
                  <a:lnTo>
                    <a:pt x="6667345" y="0"/>
                  </a:lnTo>
                  <a:lnTo>
                    <a:pt x="6666530" y="0"/>
                  </a:lnTo>
                  <a:lnTo>
                    <a:pt x="6665715" y="0"/>
                  </a:lnTo>
                  <a:lnTo>
                    <a:pt x="6664900" y="0"/>
                  </a:lnTo>
                  <a:lnTo>
                    <a:pt x="6664086" y="0"/>
                  </a:lnTo>
                  <a:lnTo>
                    <a:pt x="6663271" y="0"/>
                  </a:lnTo>
                  <a:lnTo>
                    <a:pt x="6662456" y="0"/>
                  </a:lnTo>
                  <a:lnTo>
                    <a:pt x="6661641" y="0"/>
                  </a:lnTo>
                  <a:lnTo>
                    <a:pt x="6660826" y="0"/>
                  </a:lnTo>
                  <a:lnTo>
                    <a:pt x="6660012" y="0"/>
                  </a:lnTo>
                  <a:lnTo>
                    <a:pt x="6659197" y="0"/>
                  </a:lnTo>
                  <a:lnTo>
                    <a:pt x="6658382" y="0"/>
                  </a:lnTo>
                  <a:lnTo>
                    <a:pt x="6657567" y="0"/>
                  </a:lnTo>
                  <a:lnTo>
                    <a:pt x="6656753" y="0"/>
                  </a:lnTo>
                  <a:lnTo>
                    <a:pt x="6655938" y="0"/>
                  </a:lnTo>
                  <a:lnTo>
                    <a:pt x="6655123" y="0"/>
                  </a:lnTo>
                  <a:lnTo>
                    <a:pt x="6654308" y="0"/>
                  </a:lnTo>
                  <a:lnTo>
                    <a:pt x="6653493" y="0"/>
                  </a:lnTo>
                  <a:lnTo>
                    <a:pt x="6652679" y="0"/>
                  </a:lnTo>
                  <a:lnTo>
                    <a:pt x="6651864" y="0"/>
                  </a:lnTo>
                  <a:lnTo>
                    <a:pt x="6651049" y="0"/>
                  </a:lnTo>
                  <a:lnTo>
                    <a:pt x="6650234" y="0"/>
                  </a:lnTo>
                  <a:lnTo>
                    <a:pt x="6649419" y="0"/>
                  </a:lnTo>
                  <a:lnTo>
                    <a:pt x="6648605" y="0"/>
                  </a:lnTo>
                  <a:lnTo>
                    <a:pt x="6647790" y="0"/>
                  </a:lnTo>
                  <a:lnTo>
                    <a:pt x="6646975" y="0"/>
                  </a:lnTo>
                  <a:lnTo>
                    <a:pt x="6646160" y="0"/>
                  </a:lnTo>
                  <a:lnTo>
                    <a:pt x="6645346" y="0"/>
                  </a:lnTo>
                  <a:lnTo>
                    <a:pt x="6644531" y="0"/>
                  </a:lnTo>
                  <a:lnTo>
                    <a:pt x="6643716" y="0"/>
                  </a:lnTo>
                  <a:lnTo>
                    <a:pt x="6642901" y="0"/>
                  </a:lnTo>
                  <a:lnTo>
                    <a:pt x="6642086" y="0"/>
                  </a:lnTo>
                  <a:lnTo>
                    <a:pt x="6641272" y="0"/>
                  </a:lnTo>
                  <a:lnTo>
                    <a:pt x="6640457" y="0"/>
                  </a:lnTo>
                  <a:lnTo>
                    <a:pt x="6639642" y="0"/>
                  </a:lnTo>
                  <a:lnTo>
                    <a:pt x="6638827" y="0"/>
                  </a:lnTo>
                  <a:lnTo>
                    <a:pt x="6638013" y="0"/>
                  </a:lnTo>
                  <a:lnTo>
                    <a:pt x="6637198" y="0"/>
                  </a:lnTo>
                  <a:lnTo>
                    <a:pt x="6636383" y="0"/>
                  </a:lnTo>
                  <a:lnTo>
                    <a:pt x="6635568" y="0"/>
                  </a:lnTo>
                  <a:lnTo>
                    <a:pt x="6634753" y="0"/>
                  </a:lnTo>
                  <a:lnTo>
                    <a:pt x="6633939" y="0"/>
                  </a:lnTo>
                  <a:lnTo>
                    <a:pt x="6633124" y="0"/>
                  </a:lnTo>
                  <a:lnTo>
                    <a:pt x="6632309" y="0"/>
                  </a:lnTo>
                  <a:lnTo>
                    <a:pt x="6631494" y="0"/>
                  </a:lnTo>
                  <a:lnTo>
                    <a:pt x="6630680" y="0"/>
                  </a:lnTo>
                  <a:lnTo>
                    <a:pt x="6629865" y="0"/>
                  </a:lnTo>
                  <a:lnTo>
                    <a:pt x="6629050" y="0"/>
                  </a:lnTo>
                  <a:lnTo>
                    <a:pt x="6628235" y="0"/>
                  </a:lnTo>
                  <a:lnTo>
                    <a:pt x="6627420" y="0"/>
                  </a:lnTo>
                  <a:lnTo>
                    <a:pt x="6626606" y="0"/>
                  </a:lnTo>
                  <a:lnTo>
                    <a:pt x="6625791" y="0"/>
                  </a:lnTo>
                  <a:lnTo>
                    <a:pt x="6624976" y="0"/>
                  </a:lnTo>
                  <a:lnTo>
                    <a:pt x="6624161" y="0"/>
                  </a:lnTo>
                  <a:lnTo>
                    <a:pt x="6623347" y="0"/>
                  </a:lnTo>
                  <a:lnTo>
                    <a:pt x="6622532" y="0"/>
                  </a:lnTo>
                  <a:lnTo>
                    <a:pt x="6621717" y="0"/>
                  </a:lnTo>
                  <a:lnTo>
                    <a:pt x="6620902" y="0"/>
                  </a:lnTo>
                  <a:lnTo>
                    <a:pt x="6620087" y="0"/>
                  </a:lnTo>
                  <a:lnTo>
                    <a:pt x="6619273" y="0"/>
                  </a:lnTo>
                  <a:lnTo>
                    <a:pt x="6618458" y="0"/>
                  </a:lnTo>
                  <a:lnTo>
                    <a:pt x="6617643" y="0"/>
                  </a:lnTo>
                  <a:lnTo>
                    <a:pt x="6616828" y="0"/>
                  </a:lnTo>
                  <a:lnTo>
                    <a:pt x="6616014" y="0"/>
                  </a:lnTo>
                  <a:lnTo>
                    <a:pt x="6615199" y="0"/>
                  </a:lnTo>
                  <a:lnTo>
                    <a:pt x="6614384" y="0"/>
                  </a:lnTo>
                  <a:lnTo>
                    <a:pt x="6613569" y="0"/>
                  </a:lnTo>
                  <a:lnTo>
                    <a:pt x="6612754" y="0"/>
                  </a:lnTo>
                  <a:lnTo>
                    <a:pt x="6611940" y="0"/>
                  </a:lnTo>
                  <a:lnTo>
                    <a:pt x="6611125" y="0"/>
                  </a:lnTo>
                  <a:lnTo>
                    <a:pt x="6610310" y="0"/>
                  </a:lnTo>
                  <a:lnTo>
                    <a:pt x="6609495" y="0"/>
                  </a:lnTo>
                  <a:lnTo>
                    <a:pt x="6608680" y="0"/>
                  </a:lnTo>
                  <a:lnTo>
                    <a:pt x="6607866" y="0"/>
                  </a:lnTo>
                  <a:lnTo>
                    <a:pt x="6607051" y="0"/>
                  </a:lnTo>
                  <a:lnTo>
                    <a:pt x="6606236" y="0"/>
                  </a:lnTo>
                  <a:lnTo>
                    <a:pt x="6605421" y="0"/>
                  </a:lnTo>
                  <a:lnTo>
                    <a:pt x="6604607" y="0"/>
                  </a:lnTo>
                  <a:lnTo>
                    <a:pt x="6603792" y="0"/>
                  </a:lnTo>
                  <a:lnTo>
                    <a:pt x="6602977" y="0"/>
                  </a:lnTo>
                  <a:lnTo>
                    <a:pt x="6602162" y="0"/>
                  </a:lnTo>
                  <a:lnTo>
                    <a:pt x="6601347" y="0"/>
                  </a:lnTo>
                  <a:lnTo>
                    <a:pt x="6600533" y="0"/>
                  </a:lnTo>
                  <a:lnTo>
                    <a:pt x="6599718" y="0"/>
                  </a:lnTo>
                  <a:lnTo>
                    <a:pt x="6598903" y="0"/>
                  </a:lnTo>
                  <a:lnTo>
                    <a:pt x="6598088" y="0"/>
                  </a:lnTo>
                  <a:lnTo>
                    <a:pt x="6597274" y="0"/>
                  </a:lnTo>
                  <a:lnTo>
                    <a:pt x="6596459" y="0"/>
                  </a:lnTo>
                  <a:lnTo>
                    <a:pt x="6595644" y="0"/>
                  </a:lnTo>
                  <a:lnTo>
                    <a:pt x="6594829" y="0"/>
                  </a:lnTo>
                  <a:lnTo>
                    <a:pt x="6594014" y="0"/>
                  </a:lnTo>
                  <a:lnTo>
                    <a:pt x="6593200" y="0"/>
                  </a:lnTo>
                  <a:lnTo>
                    <a:pt x="6592385" y="0"/>
                  </a:lnTo>
                  <a:lnTo>
                    <a:pt x="6591570" y="0"/>
                  </a:lnTo>
                  <a:lnTo>
                    <a:pt x="6590755" y="0"/>
                  </a:lnTo>
                  <a:lnTo>
                    <a:pt x="6589941" y="0"/>
                  </a:lnTo>
                  <a:lnTo>
                    <a:pt x="6589126" y="0"/>
                  </a:lnTo>
                  <a:lnTo>
                    <a:pt x="6588311" y="0"/>
                  </a:lnTo>
                  <a:lnTo>
                    <a:pt x="6587496" y="0"/>
                  </a:lnTo>
                  <a:lnTo>
                    <a:pt x="6586681" y="0"/>
                  </a:lnTo>
                  <a:lnTo>
                    <a:pt x="6585867" y="0"/>
                  </a:lnTo>
                  <a:lnTo>
                    <a:pt x="6585052" y="0"/>
                  </a:lnTo>
                  <a:lnTo>
                    <a:pt x="6584237" y="0"/>
                  </a:lnTo>
                  <a:lnTo>
                    <a:pt x="6583422" y="0"/>
                  </a:lnTo>
                  <a:lnTo>
                    <a:pt x="6582608" y="0"/>
                  </a:lnTo>
                  <a:lnTo>
                    <a:pt x="6581793" y="0"/>
                  </a:lnTo>
                  <a:lnTo>
                    <a:pt x="6580978" y="0"/>
                  </a:lnTo>
                  <a:lnTo>
                    <a:pt x="6580163" y="0"/>
                  </a:lnTo>
                  <a:lnTo>
                    <a:pt x="6579348" y="0"/>
                  </a:lnTo>
                  <a:lnTo>
                    <a:pt x="6578534" y="0"/>
                  </a:lnTo>
                  <a:lnTo>
                    <a:pt x="6577719" y="0"/>
                  </a:lnTo>
                  <a:lnTo>
                    <a:pt x="6576904" y="0"/>
                  </a:lnTo>
                  <a:lnTo>
                    <a:pt x="6576089" y="0"/>
                  </a:lnTo>
                  <a:lnTo>
                    <a:pt x="6575275" y="0"/>
                  </a:lnTo>
                  <a:lnTo>
                    <a:pt x="6574460" y="0"/>
                  </a:lnTo>
                  <a:lnTo>
                    <a:pt x="6573645" y="0"/>
                  </a:lnTo>
                  <a:lnTo>
                    <a:pt x="6572830" y="0"/>
                  </a:lnTo>
                  <a:lnTo>
                    <a:pt x="6572015" y="0"/>
                  </a:lnTo>
                  <a:lnTo>
                    <a:pt x="6571201" y="0"/>
                  </a:lnTo>
                  <a:lnTo>
                    <a:pt x="6570386" y="0"/>
                  </a:lnTo>
                  <a:lnTo>
                    <a:pt x="6569571" y="0"/>
                  </a:lnTo>
                  <a:lnTo>
                    <a:pt x="6568756" y="0"/>
                  </a:lnTo>
                  <a:lnTo>
                    <a:pt x="6567941" y="0"/>
                  </a:lnTo>
                  <a:lnTo>
                    <a:pt x="6567127" y="0"/>
                  </a:lnTo>
                  <a:lnTo>
                    <a:pt x="6566312" y="0"/>
                  </a:lnTo>
                  <a:lnTo>
                    <a:pt x="6565497" y="0"/>
                  </a:lnTo>
                  <a:lnTo>
                    <a:pt x="6564682" y="0"/>
                  </a:lnTo>
                  <a:lnTo>
                    <a:pt x="6563868" y="0"/>
                  </a:lnTo>
                  <a:lnTo>
                    <a:pt x="6563053" y="0"/>
                  </a:lnTo>
                  <a:lnTo>
                    <a:pt x="6562238" y="0"/>
                  </a:lnTo>
                  <a:lnTo>
                    <a:pt x="6561423" y="0"/>
                  </a:lnTo>
                  <a:lnTo>
                    <a:pt x="6560608" y="0"/>
                  </a:lnTo>
                  <a:lnTo>
                    <a:pt x="6559794" y="0"/>
                  </a:lnTo>
                  <a:lnTo>
                    <a:pt x="6558979" y="0"/>
                  </a:lnTo>
                  <a:lnTo>
                    <a:pt x="6558164" y="0"/>
                  </a:lnTo>
                  <a:lnTo>
                    <a:pt x="6557349" y="0"/>
                  </a:lnTo>
                  <a:lnTo>
                    <a:pt x="6556535" y="0"/>
                  </a:lnTo>
                  <a:lnTo>
                    <a:pt x="6555720" y="0"/>
                  </a:lnTo>
                  <a:lnTo>
                    <a:pt x="6554905" y="0"/>
                  </a:lnTo>
                  <a:lnTo>
                    <a:pt x="6554090" y="0"/>
                  </a:lnTo>
                  <a:lnTo>
                    <a:pt x="6553275" y="0"/>
                  </a:lnTo>
                  <a:lnTo>
                    <a:pt x="6552461" y="0"/>
                  </a:lnTo>
                  <a:lnTo>
                    <a:pt x="6551646" y="0"/>
                  </a:lnTo>
                  <a:lnTo>
                    <a:pt x="6550831" y="0"/>
                  </a:lnTo>
                  <a:lnTo>
                    <a:pt x="6550016" y="0"/>
                  </a:lnTo>
                  <a:lnTo>
                    <a:pt x="6549202" y="0"/>
                  </a:lnTo>
                  <a:lnTo>
                    <a:pt x="6548387" y="0"/>
                  </a:lnTo>
                  <a:lnTo>
                    <a:pt x="6547572" y="0"/>
                  </a:lnTo>
                  <a:lnTo>
                    <a:pt x="6546757" y="0"/>
                  </a:lnTo>
                  <a:lnTo>
                    <a:pt x="6545942" y="0"/>
                  </a:lnTo>
                  <a:lnTo>
                    <a:pt x="6545128" y="0"/>
                  </a:lnTo>
                  <a:lnTo>
                    <a:pt x="6544313" y="0"/>
                  </a:lnTo>
                  <a:lnTo>
                    <a:pt x="6543498" y="0"/>
                  </a:lnTo>
                  <a:lnTo>
                    <a:pt x="6542683" y="0"/>
                  </a:lnTo>
                  <a:lnTo>
                    <a:pt x="6541869" y="0"/>
                  </a:lnTo>
                  <a:lnTo>
                    <a:pt x="6541054" y="0"/>
                  </a:lnTo>
                  <a:lnTo>
                    <a:pt x="6540239" y="0"/>
                  </a:lnTo>
                  <a:lnTo>
                    <a:pt x="6539424" y="0"/>
                  </a:lnTo>
                  <a:lnTo>
                    <a:pt x="6538609" y="0"/>
                  </a:lnTo>
                  <a:lnTo>
                    <a:pt x="6537795" y="0"/>
                  </a:lnTo>
                  <a:lnTo>
                    <a:pt x="6536980" y="0"/>
                  </a:lnTo>
                  <a:lnTo>
                    <a:pt x="6536165" y="0"/>
                  </a:lnTo>
                  <a:lnTo>
                    <a:pt x="6535350" y="0"/>
                  </a:lnTo>
                  <a:lnTo>
                    <a:pt x="6534536" y="0"/>
                  </a:lnTo>
                  <a:lnTo>
                    <a:pt x="6533721" y="0"/>
                  </a:lnTo>
                  <a:lnTo>
                    <a:pt x="6532906" y="0"/>
                  </a:lnTo>
                  <a:lnTo>
                    <a:pt x="6532091" y="0"/>
                  </a:lnTo>
                  <a:lnTo>
                    <a:pt x="6531276" y="0"/>
                  </a:lnTo>
                  <a:lnTo>
                    <a:pt x="6530462" y="0"/>
                  </a:lnTo>
                  <a:lnTo>
                    <a:pt x="6529647" y="0"/>
                  </a:lnTo>
                  <a:lnTo>
                    <a:pt x="6528832" y="0"/>
                  </a:lnTo>
                  <a:lnTo>
                    <a:pt x="6528017" y="0"/>
                  </a:lnTo>
                  <a:lnTo>
                    <a:pt x="6527202" y="0"/>
                  </a:lnTo>
                  <a:lnTo>
                    <a:pt x="6526388" y="0"/>
                  </a:lnTo>
                  <a:lnTo>
                    <a:pt x="6525573" y="0"/>
                  </a:lnTo>
                  <a:lnTo>
                    <a:pt x="6524758" y="0"/>
                  </a:lnTo>
                  <a:lnTo>
                    <a:pt x="6523943" y="0"/>
                  </a:lnTo>
                  <a:lnTo>
                    <a:pt x="6523129" y="0"/>
                  </a:lnTo>
                  <a:lnTo>
                    <a:pt x="6522314" y="0"/>
                  </a:lnTo>
                  <a:lnTo>
                    <a:pt x="6521499" y="0"/>
                  </a:lnTo>
                  <a:lnTo>
                    <a:pt x="6520684" y="0"/>
                  </a:lnTo>
                  <a:lnTo>
                    <a:pt x="6519869" y="0"/>
                  </a:lnTo>
                  <a:lnTo>
                    <a:pt x="6519055" y="0"/>
                  </a:lnTo>
                  <a:lnTo>
                    <a:pt x="6518240" y="0"/>
                  </a:lnTo>
                  <a:lnTo>
                    <a:pt x="6517425" y="0"/>
                  </a:lnTo>
                  <a:lnTo>
                    <a:pt x="6516610" y="0"/>
                  </a:lnTo>
                  <a:lnTo>
                    <a:pt x="6515796" y="0"/>
                  </a:lnTo>
                  <a:lnTo>
                    <a:pt x="6514981" y="0"/>
                  </a:lnTo>
                  <a:lnTo>
                    <a:pt x="6514166" y="0"/>
                  </a:lnTo>
                  <a:lnTo>
                    <a:pt x="6513351" y="0"/>
                  </a:lnTo>
                  <a:lnTo>
                    <a:pt x="6512536" y="0"/>
                  </a:lnTo>
                  <a:lnTo>
                    <a:pt x="6511722" y="0"/>
                  </a:lnTo>
                  <a:lnTo>
                    <a:pt x="6510907" y="0"/>
                  </a:lnTo>
                  <a:lnTo>
                    <a:pt x="6510092" y="0"/>
                  </a:lnTo>
                  <a:lnTo>
                    <a:pt x="6509277" y="0"/>
                  </a:lnTo>
                  <a:lnTo>
                    <a:pt x="6508463" y="0"/>
                  </a:lnTo>
                  <a:lnTo>
                    <a:pt x="6507648" y="0"/>
                  </a:lnTo>
                  <a:lnTo>
                    <a:pt x="6506833" y="0"/>
                  </a:lnTo>
                  <a:lnTo>
                    <a:pt x="6506018" y="0"/>
                  </a:lnTo>
                  <a:lnTo>
                    <a:pt x="6505203" y="0"/>
                  </a:lnTo>
                  <a:lnTo>
                    <a:pt x="6504389" y="0"/>
                  </a:lnTo>
                  <a:lnTo>
                    <a:pt x="6503574" y="0"/>
                  </a:lnTo>
                  <a:lnTo>
                    <a:pt x="6502759" y="0"/>
                  </a:lnTo>
                  <a:lnTo>
                    <a:pt x="6501944" y="0"/>
                  </a:lnTo>
                  <a:lnTo>
                    <a:pt x="6501130" y="0"/>
                  </a:lnTo>
                  <a:lnTo>
                    <a:pt x="6500315" y="0"/>
                  </a:lnTo>
                  <a:lnTo>
                    <a:pt x="6499500" y="0"/>
                  </a:lnTo>
                  <a:lnTo>
                    <a:pt x="6498685" y="0"/>
                  </a:lnTo>
                  <a:lnTo>
                    <a:pt x="6497870" y="0"/>
                  </a:lnTo>
                  <a:lnTo>
                    <a:pt x="6497056" y="0"/>
                  </a:lnTo>
                  <a:lnTo>
                    <a:pt x="6496241" y="0"/>
                  </a:lnTo>
                  <a:lnTo>
                    <a:pt x="6495426" y="0"/>
                  </a:lnTo>
                  <a:lnTo>
                    <a:pt x="6494611" y="0"/>
                  </a:lnTo>
                  <a:lnTo>
                    <a:pt x="6493797" y="0"/>
                  </a:lnTo>
                  <a:lnTo>
                    <a:pt x="6492982" y="0"/>
                  </a:lnTo>
                  <a:lnTo>
                    <a:pt x="6492167" y="0"/>
                  </a:lnTo>
                  <a:lnTo>
                    <a:pt x="6491352" y="0"/>
                  </a:lnTo>
                  <a:lnTo>
                    <a:pt x="6490537" y="0"/>
                  </a:lnTo>
                  <a:lnTo>
                    <a:pt x="6489723" y="0"/>
                  </a:lnTo>
                  <a:lnTo>
                    <a:pt x="6488908" y="0"/>
                  </a:lnTo>
                  <a:lnTo>
                    <a:pt x="6488093" y="0"/>
                  </a:lnTo>
                  <a:lnTo>
                    <a:pt x="6487278" y="0"/>
                  </a:lnTo>
                  <a:lnTo>
                    <a:pt x="6486463" y="0"/>
                  </a:lnTo>
                  <a:lnTo>
                    <a:pt x="6485649" y="0"/>
                  </a:lnTo>
                  <a:lnTo>
                    <a:pt x="6484834" y="0"/>
                  </a:lnTo>
                  <a:lnTo>
                    <a:pt x="6484019" y="0"/>
                  </a:lnTo>
                  <a:lnTo>
                    <a:pt x="6483204" y="0"/>
                  </a:lnTo>
                  <a:lnTo>
                    <a:pt x="6482390" y="0"/>
                  </a:lnTo>
                  <a:lnTo>
                    <a:pt x="6481575" y="0"/>
                  </a:lnTo>
                  <a:lnTo>
                    <a:pt x="6480760" y="0"/>
                  </a:lnTo>
                  <a:lnTo>
                    <a:pt x="6479945" y="0"/>
                  </a:lnTo>
                  <a:lnTo>
                    <a:pt x="6479130" y="0"/>
                  </a:lnTo>
                  <a:lnTo>
                    <a:pt x="6478316" y="0"/>
                  </a:lnTo>
                  <a:lnTo>
                    <a:pt x="6477501" y="0"/>
                  </a:lnTo>
                  <a:lnTo>
                    <a:pt x="6476686" y="0"/>
                  </a:lnTo>
                  <a:lnTo>
                    <a:pt x="6475871" y="0"/>
                  </a:lnTo>
                  <a:lnTo>
                    <a:pt x="6475057" y="0"/>
                  </a:lnTo>
                  <a:lnTo>
                    <a:pt x="6474242" y="0"/>
                  </a:lnTo>
                  <a:lnTo>
                    <a:pt x="6473427" y="0"/>
                  </a:lnTo>
                  <a:lnTo>
                    <a:pt x="6472612" y="0"/>
                  </a:lnTo>
                  <a:lnTo>
                    <a:pt x="6471797" y="0"/>
                  </a:lnTo>
                  <a:lnTo>
                    <a:pt x="6470983" y="0"/>
                  </a:lnTo>
                  <a:lnTo>
                    <a:pt x="6470168" y="0"/>
                  </a:lnTo>
                  <a:lnTo>
                    <a:pt x="6469353" y="0"/>
                  </a:lnTo>
                  <a:lnTo>
                    <a:pt x="6468538" y="0"/>
                  </a:lnTo>
                  <a:lnTo>
                    <a:pt x="6467724" y="0"/>
                  </a:lnTo>
                  <a:lnTo>
                    <a:pt x="6466909" y="0"/>
                  </a:lnTo>
                  <a:lnTo>
                    <a:pt x="6466094" y="0"/>
                  </a:lnTo>
                  <a:lnTo>
                    <a:pt x="6465279" y="0"/>
                  </a:lnTo>
                  <a:lnTo>
                    <a:pt x="6464464" y="0"/>
                  </a:lnTo>
                  <a:lnTo>
                    <a:pt x="6463650" y="0"/>
                  </a:lnTo>
                  <a:lnTo>
                    <a:pt x="6462835" y="0"/>
                  </a:lnTo>
                  <a:lnTo>
                    <a:pt x="6462020" y="0"/>
                  </a:lnTo>
                  <a:lnTo>
                    <a:pt x="6461205" y="0"/>
                  </a:lnTo>
                  <a:lnTo>
                    <a:pt x="6460391" y="0"/>
                  </a:lnTo>
                  <a:lnTo>
                    <a:pt x="6459576" y="0"/>
                  </a:lnTo>
                  <a:lnTo>
                    <a:pt x="6458761" y="0"/>
                  </a:lnTo>
                  <a:lnTo>
                    <a:pt x="6457946" y="0"/>
                  </a:lnTo>
                  <a:lnTo>
                    <a:pt x="6457131" y="0"/>
                  </a:lnTo>
                  <a:lnTo>
                    <a:pt x="6456317" y="0"/>
                  </a:lnTo>
                  <a:lnTo>
                    <a:pt x="6455502" y="0"/>
                  </a:lnTo>
                  <a:lnTo>
                    <a:pt x="6454687" y="0"/>
                  </a:lnTo>
                  <a:lnTo>
                    <a:pt x="6453872" y="0"/>
                  </a:lnTo>
                  <a:lnTo>
                    <a:pt x="6453058" y="0"/>
                  </a:lnTo>
                  <a:lnTo>
                    <a:pt x="6452243" y="0"/>
                  </a:lnTo>
                  <a:lnTo>
                    <a:pt x="6451428" y="0"/>
                  </a:lnTo>
                  <a:lnTo>
                    <a:pt x="6450613" y="0"/>
                  </a:lnTo>
                  <a:lnTo>
                    <a:pt x="6449798" y="0"/>
                  </a:lnTo>
                  <a:lnTo>
                    <a:pt x="6448984" y="0"/>
                  </a:lnTo>
                  <a:lnTo>
                    <a:pt x="6448169" y="0"/>
                  </a:lnTo>
                  <a:lnTo>
                    <a:pt x="6447354" y="0"/>
                  </a:lnTo>
                  <a:lnTo>
                    <a:pt x="6446539" y="0"/>
                  </a:lnTo>
                  <a:lnTo>
                    <a:pt x="6445724" y="0"/>
                  </a:lnTo>
                  <a:lnTo>
                    <a:pt x="6444910" y="0"/>
                  </a:lnTo>
                  <a:lnTo>
                    <a:pt x="6444095" y="0"/>
                  </a:lnTo>
                  <a:lnTo>
                    <a:pt x="6443280" y="0"/>
                  </a:lnTo>
                  <a:lnTo>
                    <a:pt x="6442465" y="0"/>
                  </a:lnTo>
                  <a:lnTo>
                    <a:pt x="6441651" y="0"/>
                  </a:lnTo>
                  <a:lnTo>
                    <a:pt x="6440836" y="0"/>
                  </a:lnTo>
                  <a:lnTo>
                    <a:pt x="6440021" y="0"/>
                  </a:lnTo>
                  <a:lnTo>
                    <a:pt x="6439206" y="0"/>
                  </a:lnTo>
                  <a:lnTo>
                    <a:pt x="6438391" y="0"/>
                  </a:lnTo>
                  <a:lnTo>
                    <a:pt x="6437577" y="0"/>
                  </a:lnTo>
                  <a:lnTo>
                    <a:pt x="6436762" y="0"/>
                  </a:lnTo>
                  <a:lnTo>
                    <a:pt x="6435947" y="0"/>
                  </a:lnTo>
                  <a:lnTo>
                    <a:pt x="6435132" y="0"/>
                  </a:lnTo>
                  <a:lnTo>
                    <a:pt x="6434318" y="0"/>
                  </a:lnTo>
                  <a:lnTo>
                    <a:pt x="6433503" y="0"/>
                  </a:lnTo>
                  <a:lnTo>
                    <a:pt x="6432688" y="0"/>
                  </a:lnTo>
                  <a:lnTo>
                    <a:pt x="6431873" y="0"/>
                  </a:lnTo>
                  <a:lnTo>
                    <a:pt x="6431058" y="0"/>
                  </a:lnTo>
                  <a:lnTo>
                    <a:pt x="6430244" y="0"/>
                  </a:lnTo>
                  <a:lnTo>
                    <a:pt x="6429429" y="0"/>
                  </a:lnTo>
                  <a:lnTo>
                    <a:pt x="6428614" y="0"/>
                  </a:lnTo>
                  <a:lnTo>
                    <a:pt x="6427799" y="0"/>
                  </a:lnTo>
                  <a:lnTo>
                    <a:pt x="6426985" y="0"/>
                  </a:lnTo>
                  <a:lnTo>
                    <a:pt x="6426170" y="0"/>
                  </a:lnTo>
                  <a:lnTo>
                    <a:pt x="6425355" y="0"/>
                  </a:lnTo>
                  <a:lnTo>
                    <a:pt x="6424540" y="0"/>
                  </a:lnTo>
                  <a:lnTo>
                    <a:pt x="6423725" y="0"/>
                  </a:lnTo>
                  <a:lnTo>
                    <a:pt x="6422911" y="0"/>
                  </a:lnTo>
                  <a:lnTo>
                    <a:pt x="6422096" y="0"/>
                  </a:lnTo>
                  <a:lnTo>
                    <a:pt x="6421281" y="0"/>
                  </a:lnTo>
                  <a:lnTo>
                    <a:pt x="6420466" y="0"/>
                  </a:lnTo>
                  <a:lnTo>
                    <a:pt x="6419652" y="0"/>
                  </a:lnTo>
                  <a:lnTo>
                    <a:pt x="6418837" y="0"/>
                  </a:lnTo>
                  <a:lnTo>
                    <a:pt x="6418022" y="0"/>
                  </a:lnTo>
                  <a:lnTo>
                    <a:pt x="6417207" y="0"/>
                  </a:lnTo>
                  <a:lnTo>
                    <a:pt x="6416392" y="0"/>
                  </a:lnTo>
                  <a:lnTo>
                    <a:pt x="6415578" y="0"/>
                  </a:lnTo>
                  <a:lnTo>
                    <a:pt x="6414763" y="0"/>
                  </a:lnTo>
                  <a:lnTo>
                    <a:pt x="6413948" y="0"/>
                  </a:lnTo>
                  <a:lnTo>
                    <a:pt x="6413133" y="0"/>
                  </a:lnTo>
                  <a:lnTo>
                    <a:pt x="6412318" y="0"/>
                  </a:lnTo>
                  <a:lnTo>
                    <a:pt x="6411504" y="0"/>
                  </a:lnTo>
                  <a:lnTo>
                    <a:pt x="6410689" y="0"/>
                  </a:lnTo>
                  <a:lnTo>
                    <a:pt x="6409874" y="0"/>
                  </a:lnTo>
                  <a:lnTo>
                    <a:pt x="6409059" y="0"/>
                  </a:lnTo>
                  <a:lnTo>
                    <a:pt x="6408245" y="0"/>
                  </a:lnTo>
                  <a:lnTo>
                    <a:pt x="6407430" y="0"/>
                  </a:lnTo>
                  <a:lnTo>
                    <a:pt x="6406615" y="0"/>
                  </a:lnTo>
                  <a:lnTo>
                    <a:pt x="6405800" y="0"/>
                  </a:lnTo>
                  <a:lnTo>
                    <a:pt x="6404985" y="0"/>
                  </a:lnTo>
                  <a:lnTo>
                    <a:pt x="6404171" y="0"/>
                  </a:lnTo>
                  <a:lnTo>
                    <a:pt x="6403356" y="0"/>
                  </a:lnTo>
                  <a:lnTo>
                    <a:pt x="6402541" y="0"/>
                  </a:lnTo>
                  <a:lnTo>
                    <a:pt x="6401726" y="0"/>
                  </a:lnTo>
                  <a:lnTo>
                    <a:pt x="6400912" y="0"/>
                  </a:lnTo>
                  <a:lnTo>
                    <a:pt x="6400097" y="0"/>
                  </a:lnTo>
                  <a:lnTo>
                    <a:pt x="6399282" y="0"/>
                  </a:lnTo>
                  <a:lnTo>
                    <a:pt x="6398467" y="0"/>
                  </a:lnTo>
                  <a:lnTo>
                    <a:pt x="6397652" y="0"/>
                  </a:lnTo>
                  <a:lnTo>
                    <a:pt x="6396838" y="0"/>
                  </a:lnTo>
                  <a:lnTo>
                    <a:pt x="6396023" y="0"/>
                  </a:lnTo>
                  <a:lnTo>
                    <a:pt x="6395208" y="0"/>
                  </a:lnTo>
                  <a:lnTo>
                    <a:pt x="6394393" y="0"/>
                  </a:lnTo>
                  <a:lnTo>
                    <a:pt x="6393579" y="0"/>
                  </a:lnTo>
                  <a:lnTo>
                    <a:pt x="6392764" y="0"/>
                  </a:lnTo>
                  <a:lnTo>
                    <a:pt x="6391949" y="0"/>
                  </a:lnTo>
                  <a:lnTo>
                    <a:pt x="6391134" y="0"/>
                  </a:lnTo>
                  <a:lnTo>
                    <a:pt x="6390319" y="0"/>
                  </a:lnTo>
                  <a:lnTo>
                    <a:pt x="6389505" y="0"/>
                  </a:lnTo>
                  <a:lnTo>
                    <a:pt x="6388690" y="0"/>
                  </a:lnTo>
                  <a:lnTo>
                    <a:pt x="6387875" y="0"/>
                  </a:lnTo>
                  <a:lnTo>
                    <a:pt x="6387060" y="0"/>
                  </a:lnTo>
                  <a:lnTo>
                    <a:pt x="6386246" y="0"/>
                  </a:lnTo>
                  <a:lnTo>
                    <a:pt x="6385431" y="0"/>
                  </a:lnTo>
                  <a:lnTo>
                    <a:pt x="6384616" y="0"/>
                  </a:lnTo>
                  <a:lnTo>
                    <a:pt x="6383801" y="0"/>
                  </a:lnTo>
                  <a:lnTo>
                    <a:pt x="6382986" y="0"/>
                  </a:lnTo>
                  <a:lnTo>
                    <a:pt x="6382172" y="0"/>
                  </a:lnTo>
                  <a:lnTo>
                    <a:pt x="6381357" y="0"/>
                  </a:lnTo>
                  <a:lnTo>
                    <a:pt x="6380542" y="0"/>
                  </a:lnTo>
                  <a:lnTo>
                    <a:pt x="6379727" y="0"/>
                  </a:lnTo>
                  <a:lnTo>
                    <a:pt x="6378913" y="0"/>
                  </a:lnTo>
                  <a:lnTo>
                    <a:pt x="6378098" y="0"/>
                  </a:lnTo>
                  <a:lnTo>
                    <a:pt x="6377283" y="0"/>
                  </a:lnTo>
                  <a:lnTo>
                    <a:pt x="6376468" y="0"/>
                  </a:lnTo>
                  <a:lnTo>
                    <a:pt x="6375653" y="0"/>
                  </a:lnTo>
                  <a:lnTo>
                    <a:pt x="6374839" y="0"/>
                  </a:lnTo>
                  <a:lnTo>
                    <a:pt x="6374024" y="0"/>
                  </a:lnTo>
                  <a:lnTo>
                    <a:pt x="6373209" y="0"/>
                  </a:lnTo>
                  <a:lnTo>
                    <a:pt x="6372394" y="0"/>
                  </a:lnTo>
                  <a:lnTo>
                    <a:pt x="6371579" y="0"/>
                  </a:lnTo>
                  <a:lnTo>
                    <a:pt x="6370765" y="0"/>
                  </a:lnTo>
                  <a:lnTo>
                    <a:pt x="6369950" y="0"/>
                  </a:lnTo>
                  <a:lnTo>
                    <a:pt x="6369135" y="0"/>
                  </a:lnTo>
                  <a:lnTo>
                    <a:pt x="6368320" y="0"/>
                  </a:lnTo>
                  <a:lnTo>
                    <a:pt x="6367506" y="0"/>
                  </a:lnTo>
                  <a:lnTo>
                    <a:pt x="6366691" y="0"/>
                  </a:lnTo>
                  <a:lnTo>
                    <a:pt x="6365876" y="0"/>
                  </a:lnTo>
                  <a:lnTo>
                    <a:pt x="6365061" y="0"/>
                  </a:lnTo>
                  <a:lnTo>
                    <a:pt x="6364246" y="0"/>
                  </a:lnTo>
                  <a:lnTo>
                    <a:pt x="6363432" y="0"/>
                  </a:lnTo>
                  <a:lnTo>
                    <a:pt x="6362617" y="0"/>
                  </a:lnTo>
                  <a:lnTo>
                    <a:pt x="6361802" y="0"/>
                  </a:lnTo>
                  <a:lnTo>
                    <a:pt x="6360987" y="0"/>
                  </a:lnTo>
                  <a:lnTo>
                    <a:pt x="6360173" y="0"/>
                  </a:lnTo>
                  <a:lnTo>
                    <a:pt x="6359358" y="0"/>
                  </a:lnTo>
                  <a:lnTo>
                    <a:pt x="6358543" y="0"/>
                  </a:lnTo>
                  <a:lnTo>
                    <a:pt x="6357728" y="0"/>
                  </a:lnTo>
                  <a:lnTo>
                    <a:pt x="6356913" y="0"/>
                  </a:lnTo>
                  <a:lnTo>
                    <a:pt x="6356099" y="0"/>
                  </a:lnTo>
                  <a:lnTo>
                    <a:pt x="6355284" y="0"/>
                  </a:lnTo>
                  <a:lnTo>
                    <a:pt x="6354469" y="0"/>
                  </a:lnTo>
                  <a:lnTo>
                    <a:pt x="6353654" y="0"/>
                  </a:lnTo>
                  <a:lnTo>
                    <a:pt x="6352840" y="0"/>
                  </a:lnTo>
                  <a:lnTo>
                    <a:pt x="6352025" y="0"/>
                  </a:lnTo>
                  <a:lnTo>
                    <a:pt x="6351210" y="0"/>
                  </a:lnTo>
                  <a:lnTo>
                    <a:pt x="6350395" y="0"/>
                  </a:lnTo>
                  <a:lnTo>
                    <a:pt x="6349580" y="0"/>
                  </a:lnTo>
                  <a:lnTo>
                    <a:pt x="6348766" y="0"/>
                  </a:lnTo>
                  <a:lnTo>
                    <a:pt x="6347951" y="0"/>
                  </a:lnTo>
                  <a:lnTo>
                    <a:pt x="6347136" y="0"/>
                  </a:lnTo>
                  <a:lnTo>
                    <a:pt x="6346321" y="0"/>
                  </a:lnTo>
                  <a:lnTo>
                    <a:pt x="6345507" y="0"/>
                  </a:lnTo>
                  <a:lnTo>
                    <a:pt x="6344692" y="0"/>
                  </a:lnTo>
                  <a:lnTo>
                    <a:pt x="6343877" y="0"/>
                  </a:lnTo>
                  <a:lnTo>
                    <a:pt x="6343062" y="0"/>
                  </a:lnTo>
                  <a:lnTo>
                    <a:pt x="6342247" y="0"/>
                  </a:lnTo>
                  <a:lnTo>
                    <a:pt x="6341433" y="0"/>
                  </a:lnTo>
                  <a:lnTo>
                    <a:pt x="6340618" y="0"/>
                  </a:lnTo>
                  <a:lnTo>
                    <a:pt x="6339803" y="0"/>
                  </a:lnTo>
                  <a:lnTo>
                    <a:pt x="6338988" y="0"/>
                  </a:lnTo>
                  <a:lnTo>
                    <a:pt x="6338174" y="0"/>
                  </a:lnTo>
                  <a:lnTo>
                    <a:pt x="6337359" y="0"/>
                  </a:lnTo>
                  <a:lnTo>
                    <a:pt x="6336544" y="0"/>
                  </a:lnTo>
                  <a:lnTo>
                    <a:pt x="6335729" y="0"/>
                  </a:lnTo>
                  <a:lnTo>
                    <a:pt x="6334914" y="0"/>
                  </a:lnTo>
                  <a:lnTo>
                    <a:pt x="6334100" y="0"/>
                  </a:lnTo>
                  <a:lnTo>
                    <a:pt x="6333285" y="0"/>
                  </a:lnTo>
                  <a:lnTo>
                    <a:pt x="6332470" y="0"/>
                  </a:lnTo>
                  <a:lnTo>
                    <a:pt x="6331655" y="0"/>
                  </a:lnTo>
                  <a:lnTo>
                    <a:pt x="6330840" y="0"/>
                  </a:lnTo>
                  <a:lnTo>
                    <a:pt x="6330026" y="0"/>
                  </a:lnTo>
                  <a:lnTo>
                    <a:pt x="6329211" y="0"/>
                  </a:lnTo>
                  <a:lnTo>
                    <a:pt x="6328396" y="0"/>
                  </a:lnTo>
                  <a:lnTo>
                    <a:pt x="6327581" y="0"/>
                  </a:lnTo>
                  <a:lnTo>
                    <a:pt x="6326767" y="0"/>
                  </a:lnTo>
                  <a:lnTo>
                    <a:pt x="6325952" y="0"/>
                  </a:lnTo>
                  <a:lnTo>
                    <a:pt x="6325137" y="0"/>
                  </a:lnTo>
                  <a:lnTo>
                    <a:pt x="6324322" y="0"/>
                  </a:lnTo>
                  <a:lnTo>
                    <a:pt x="6323507" y="0"/>
                  </a:lnTo>
                  <a:lnTo>
                    <a:pt x="6322693" y="0"/>
                  </a:lnTo>
                  <a:lnTo>
                    <a:pt x="6321878" y="0"/>
                  </a:lnTo>
                  <a:lnTo>
                    <a:pt x="6321063" y="0"/>
                  </a:lnTo>
                  <a:lnTo>
                    <a:pt x="6320248" y="0"/>
                  </a:lnTo>
                  <a:lnTo>
                    <a:pt x="6319434" y="0"/>
                  </a:lnTo>
                  <a:lnTo>
                    <a:pt x="6318619" y="0"/>
                  </a:lnTo>
                  <a:lnTo>
                    <a:pt x="6317804" y="0"/>
                  </a:lnTo>
                  <a:lnTo>
                    <a:pt x="6316989" y="0"/>
                  </a:lnTo>
                  <a:lnTo>
                    <a:pt x="6316174" y="0"/>
                  </a:lnTo>
                  <a:lnTo>
                    <a:pt x="6315360" y="0"/>
                  </a:lnTo>
                  <a:lnTo>
                    <a:pt x="6314545" y="0"/>
                  </a:lnTo>
                  <a:lnTo>
                    <a:pt x="6313730" y="0"/>
                  </a:lnTo>
                  <a:lnTo>
                    <a:pt x="6312915" y="0"/>
                  </a:lnTo>
                  <a:lnTo>
                    <a:pt x="6312101" y="0"/>
                  </a:lnTo>
                  <a:lnTo>
                    <a:pt x="6311286" y="0"/>
                  </a:lnTo>
                  <a:lnTo>
                    <a:pt x="6310471" y="0"/>
                  </a:lnTo>
                  <a:lnTo>
                    <a:pt x="6309656" y="0"/>
                  </a:lnTo>
                  <a:lnTo>
                    <a:pt x="6308841" y="0"/>
                  </a:lnTo>
                  <a:lnTo>
                    <a:pt x="6308027" y="0"/>
                  </a:lnTo>
                  <a:lnTo>
                    <a:pt x="6307212" y="0"/>
                  </a:lnTo>
                  <a:lnTo>
                    <a:pt x="6306397" y="0"/>
                  </a:lnTo>
                  <a:lnTo>
                    <a:pt x="6305582" y="0"/>
                  </a:lnTo>
                  <a:lnTo>
                    <a:pt x="6304768" y="0"/>
                  </a:lnTo>
                  <a:lnTo>
                    <a:pt x="6303953" y="0"/>
                  </a:lnTo>
                  <a:lnTo>
                    <a:pt x="6303138" y="0"/>
                  </a:lnTo>
                  <a:lnTo>
                    <a:pt x="6302323" y="0"/>
                  </a:lnTo>
                  <a:lnTo>
                    <a:pt x="6301508" y="0"/>
                  </a:lnTo>
                  <a:lnTo>
                    <a:pt x="6300694" y="0"/>
                  </a:lnTo>
                  <a:lnTo>
                    <a:pt x="6299879" y="0"/>
                  </a:lnTo>
                  <a:lnTo>
                    <a:pt x="6299064" y="0"/>
                  </a:lnTo>
                  <a:lnTo>
                    <a:pt x="6298249" y="0"/>
                  </a:lnTo>
                  <a:lnTo>
                    <a:pt x="6297435" y="0"/>
                  </a:lnTo>
                  <a:lnTo>
                    <a:pt x="6296620" y="0"/>
                  </a:lnTo>
                  <a:lnTo>
                    <a:pt x="6295805" y="0"/>
                  </a:lnTo>
                  <a:lnTo>
                    <a:pt x="6294990" y="0"/>
                  </a:lnTo>
                  <a:lnTo>
                    <a:pt x="6294175" y="0"/>
                  </a:lnTo>
                  <a:lnTo>
                    <a:pt x="6293361" y="0"/>
                  </a:lnTo>
                  <a:lnTo>
                    <a:pt x="6292546" y="0"/>
                  </a:lnTo>
                  <a:lnTo>
                    <a:pt x="6291731" y="0"/>
                  </a:lnTo>
                  <a:lnTo>
                    <a:pt x="6290916" y="0"/>
                  </a:lnTo>
                  <a:lnTo>
                    <a:pt x="6290101" y="0"/>
                  </a:lnTo>
                  <a:lnTo>
                    <a:pt x="6289287" y="0"/>
                  </a:lnTo>
                  <a:lnTo>
                    <a:pt x="6288472" y="0"/>
                  </a:lnTo>
                  <a:lnTo>
                    <a:pt x="6287657" y="0"/>
                  </a:lnTo>
                  <a:lnTo>
                    <a:pt x="6286842" y="0"/>
                  </a:lnTo>
                  <a:lnTo>
                    <a:pt x="6286028" y="0"/>
                  </a:lnTo>
                  <a:lnTo>
                    <a:pt x="6285213" y="0"/>
                  </a:lnTo>
                  <a:lnTo>
                    <a:pt x="6284398" y="0"/>
                  </a:lnTo>
                  <a:lnTo>
                    <a:pt x="6283583" y="0"/>
                  </a:lnTo>
                  <a:lnTo>
                    <a:pt x="6282768" y="0"/>
                  </a:lnTo>
                  <a:lnTo>
                    <a:pt x="6281954" y="0"/>
                  </a:lnTo>
                  <a:lnTo>
                    <a:pt x="6281139" y="0"/>
                  </a:lnTo>
                  <a:lnTo>
                    <a:pt x="6280324" y="0"/>
                  </a:lnTo>
                  <a:lnTo>
                    <a:pt x="6279509" y="0"/>
                  </a:lnTo>
                  <a:lnTo>
                    <a:pt x="6278695" y="0"/>
                  </a:lnTo>
                  <a:lnTo>
                    <a:pt x="6277880" y="0"/>
                  </a:lnTo>
                  <a:lnTo>
                    <a:pt x="6277065" y="0"/>
                  </a:lnTo>
                  <a:lnTo>
                    <a:pt x="6276250" y="0"/>
                  </a:lnTo>
                  <a:lnTo>
                    <a:pt x="6275435" y="0"/>
                  </a:lnTo>
                  <a:lnTo>
                    <a:pt x="6274621" y="0"/>
                  </a:lnTo>
                  <a:lnTo>
                    <a:pt x="6273806" y="0"/>
                  </a:lnTo>
                  <a:lnTo>
                    <a:pt x="6272991" y="0"/>
                  </a:lnTo>
                  <a:lnTo>
                    <a:pt x="6272176" y="0"/>
                  </a:lnTo>
                  <a:lnTo>
                    <a:pt x="6271362" y="0"/>
                  </a:lnTo>
                  <a:lnTo>
                    <a:pt x="6270547" y="0"/>
                  </a:lnTo>
                  <a:lnTo>
                    <a:pt x="6269732" y="0"/>
                  </a:lnTo>
                  <a:lnTo>
                    <a:pt x="6268917" y="0"/>
                  </a:lnTo>
                  <a:lnTo>
                    <a:pt x="6268102" y="0"/>
                  </a:lnTo>
                  <a:lnTo>
                    <a:pt x="6267288" y="0"/>
                  </a:lnTo>
                  <a:lnTo>
                    <a:pt x="6266473" y="0"/>
                  </a:lnTo>
                  <a:lnTo>
                    <a:pt x="6265658" y="0"/>
                  </a:lnTo>
                  <a:lnTo>
                    <a:pt x="6264843" y="0"/>
                  </a:lnTo>
                  <a:lnTo>
                    <a:pt x="6264029" y="0"/>
                  </a:lnTo>
                  <a:lnTo>
                    <a:pt x="6263214" y="0"/>
                  </a:lnTo>
                  <a:lnTo>
                    <a:pt x="6262399" y="0"/>
                  </a:lnTo>
                  <a:lnTo>
                    <a:pt x="6261584" y="0"/>
                  </a:lnTo>
                  <a:lnTo>
                    <a:pt x="6260769" y="0"/>
                  </a:lnTo>
                  <a:lnTo>
                    <a:pt x="6259955" y="0"/>
                  </a:lnTo>
                  <a:lnTo>
                    <a:pt x="6259140" y="0"/>
                  </a:lnTo>
                  <a:lnTo>
                    <a:pt x="6258325" y="0"/>
                  </a:lnTo>
                  <a:lnTo>
                    <a:pt x="6257510" y="0"/>
                  </a:lnTo>
                  <a:lnTo>
                    <a:pt x="6256696" y="0"/>
                  </a:lnTo>
                  <a:lnTo>
                    <a:pt x="6255881" y="0"/>
                  </a:lnTo>
                  <a:lnTo>
                    <a:pt x="6255066" y="0"/>
                  </a:lnTo>
                  <a:lnTo>
                    <a:pt x="6254251" y="0"/>
                  </a:lnTo>
                  <a:lnTo>
                    <a:pt x="6253436" y="0"/>
                  </a:lnTo>
                  <a:lnTo>
                    <a:pt x="6252622" y="0"/>
                  </a:lnTo>
                  <a:lnTo>
                    <a:pt x="6251807" y="0"/>
                  </a:lnTo>
                  <a:lnTo>
                    <a:pt x="6250992" y="0"/>
                  </a:lnTo>
                  <a:lnTo>
                    <a:pt x="6250177" y="0"/>
                  </a:lnTo>
                  <a:lnTo>
                    <a:pt x="6249362" y="0"/>
                  </a:lnTo>
                  <a:lnTo>
                    <a:pt x="6248548" y="0"/>
                  </a:lnTo>
                  <a:lnTo>
                    <a:pt x="6247733" y="0"/>
                  </a:lnTo>
                  <a:lnTo>
                    <a:pt x="6246918" y="0"/>
                  </a:lnTo>
                  <a:lnTo>
                    <a:pt x="6246103" y="0"/>
                  </a:lnTo>
                  <a:lnTo>
                    <a:pt x="6245289" y="0"/>
                  </a:lnTo>
                  <a:lnTo>
                    <a:pt x="6244474" y="0"/>
                  </a:lnTo>
                  <a:lnTo>
                    <a:pt x="6243659" y="0"/>
                  </a:lnTo>
                  <a:lnTo>
                    <a:pt x="6242844" y="0"/>
                  </a:lnTo>
                  <a:lnTo>
                    <a:pt x="6242029" y="0"/>
                  </a:lnTo>
                  <a:lnTo>
                    <a:pt x="6241215" y="0"/>
                  </a:lnTo>
                  <a:lnTo>
                    <a:pt x="6240400" y="0"/>
                  </a:lnTo>
                  <a:lnTo>
                    <a:pt x="6239585" y="0"/>
                  </a:lnTo>
                  <a:lnTo>
                    <a:pt x="6238770" y="0"/>
                  </a:lnTo>
                  <a:lnTo>
                    <a:pt x="6237956" y="0"/>
                  </a:lnTo>
                  <a:lnTo>
                    <a:pt x="6237141" y="0"/>
                  </a:lnTo>
                  <a:lnTo>
                    <a:pt x="6236326" y="0"/>
                  </a:lnTo>
                  <a:lnTo>
                    <a:pt x="6235511" y="0"/>
                  </a:lnTo>
                  <a:lnTo>
                    <a:pt x="6234696" y="0"/>
                  </a:lnTo>
                  <a:lnTo>
                    <a:pt x="6233882" y="0"/>
                  </a:lnTo>
                  <a:lnTo>
                    <a:pt x="6233067" y="0"/>
                  </a:lnTo>
                  <a:lnTo>
                    <a:pt x="6232252" y="0"/>
                  </a:lnTo>
                  <a:lnTo>
                    <a:pt x="6231437" y="0"/>
                  </a:lnTo>
                  <a:lnTo>
                    <a:pt x="6230623" y="0"/>
                  </a:lnTo>
                  <a:lnTo>
                    <a:pt x="6229808" y="0"/>
                  </a:lnTo>
                  <a:lnTo>
                    <a:pt x="6228993" y="0"/>
                  </a:lnTo>
                  <a:lnTo>
                    <a:pt x="6228178" y="0"/>
                  </a:lnTo>
                  <a:lnTo>
                    <a:pt x="6227363" y="0"/>
                  </a:lnTo>
                  <a:lnTo>
                    <a:pt x="6226549" y="0"/>
                  </a:lnTo>
                  <a:lnTo>
                    <a:pt x="6225734" y="0"/>
                  </a:lnTo>
                  <a:lnTo>
                    <a:pt x="6224919" y="0"/>
                  </a:lnTo>
                  <a:lnTo>
                    <a:pt x="6224104" y="0"/>
                  </a:lnTo>
                  <a:lnTo>
                    <a:pt x="6223290" y="0"/>
                  </a:lnTo>
                  <a:lnTo>
                    <a:pt x="6222475" y="0"/>
                  </a:lnTo>
                  <a:lnTo>
                    <a:pt x="6221660" y="0"/>
                  </a:lnTo>
                  <a:lnTo>
                    <a:pt x="6220845" y="0"/>
                  </a:lnTo>
                  <a:lnTo>
                    <a:pt x="6220030" y="0"/>
                  </a:lnTo>
                  <a:lnTo>
                    <a:pt x="6219216" y="0"/>
                  </a:lnTo>
                  <a:lnTo>
                    <a:pt x="6218401" y="0"/>
                  </a:lnTo>
                  <a:lnTo>
                    <a:pt x="6217586" y="0"/>
                  </a:lnTo>
                  <a:lnTo>
                    <a:pt x="6216771" y="0"/>
                  </a:lnTo>
                  <a:lnTo>
                    <a:pt x="6215957" y="0"/>
                  </a:lnTo>
                  <a:lnTo>
                    <a:pt x="6215142" y="0"/>
                  </a:lnTo>
                  <a:lnTo>
                    <a:pt x="6214327" y="0"/>
                  </a:lnTo>
                  <a:lnTo>
                    <a:pt x="6213512" y="0"/>
                  </a:lnTo>
                  <a:lnTo>
                    <a:pt x="6212697" y="0"/>
                  </a:lnTo>
                  <a:lnTo>
                    <a:pt x="6211883" y="0"/>
                  </a:lnTo>
                  <a:lnTo>
                    <a:pt x="6211068" y="0"/>
                  </a:lnTo>
                  <a:lnTo>
                    <a:pt x="6210253" y="0"/>
                  </a:lnTo>
                  <a:lnTo>
                    <a:pt x="6209438" y="0"/>
                  </a:lnTo>
                  <a:lnTo>
                    <a:pt x="6208623" y="0"/>
                  </a:lnTo>
                  <a:lnTo>
                    <a:pt x="6207809" y="0"/>
                  </a:lnTo>
                  <a:lnTo>
                    <a:pt x="6206994" y="0"/>
                  </a:lnTo>
                  <a:lnTo>
                    <a:pt x="6206179" y="0"/>
                  </a:lnTo>
                  <a:lnTo>
                    <a:pt x="6205364" y="0"/>
                  </a:lnTo>
                  <a:lnTo>
                    <a:pt x="6204550" y="0"/>
                  </a:lnTo>
                  <a:lnTo>
                    <a:pt x="6203735" y="0"/>
                  </a:lnTo>
                  <a:lnTo>
                    <a:pt x="6202920" y="0"/>
                  </a:lnTo>
                  <a:lnTo>
                    <a:pt x="6202105" y="0"/>
                  </a:lnTo>
                  <a:lnTo>
                    <a:pt x="6201290" y="0"/>
                  </a:lnTo>
                  <a:lnTo>
                    <a:pt x="6200476" y="0"/>
                  </a:lnTo>
                  <a:lnTo>
                    <a:pt x="6199661" y="0"/>
                  </a:lnTo>
                  <a:lnTo>
                    <a:pt x="6198846" y="0"/>
                  </a:lnTo>
                  <a:lnTo>
                    <a:pt x="6198031" y="0"/>
                  </a:lnTo>
                  <a:lnTo>
                    <a:pt x="6197217" y="0"/>
                  </a:lnTo>
                  <a:lnTo>
                    <a:pt x="6196402" y="0"/>
                  </a:lnTo>
                  <a:lnTo>
                    <a:pt x="6195587" y="0"/>
                  </a:lnTo>
                  <a:lnTo>
                    <a:pt x="6194772" y="0"/>
                  </a:lnTo>
                  <a:lnTo>
                    <a:pt x="6193957" y="0"/>
                  </a:lnTo>
                  <a:lnTo>
                    <a:pt x="6193143" y="0"/>
                  </a:lnTo>
                  <a:lnTo>
                    <a:pt x="6192328" y="0"/>
                  </a:lnTo>
                  <a:lnTo>
                    <a:pt x="6191513" y="0"/>
                  </a:lnTo>
                  <a:lnTo>
                    <a:pt x="6190698" y="0"/>
                  </a:lnTo>
                  <a:lnTo>
                    <a:pt x="6189884" y="0"/>
                  </a:lnTo>
                  <a:lnTo>
                    <a:pt x="6189069" y="0"/>
                  </a:lnTo>
                  <a:lnTo>
                    <a:pt x="6188254" y="0"/>
                  </a:lnTo>
                  <a:lnTo>
                    <a:pt x="6187439" y="0"/>
                  </a:lnTo>
                  <a:lnTo>
                    <a:pt x="6186624" y="0"/>
                  </a:lnTo>
                  <a:lnTo>
                    <a:pt x="6185810" y="0"/>
                  </a:lnTo>
                  <a:lnTo>
                    <a:pt x="6184995" y="0"/>
                  </a:lnTo>
                  <a:lnTo>
                    <a:pt x="6184180" y="0"/>
                  </a:lnTo>
                  <a:lnTo>
                    <a:pt x="6183365" y="0"/>
                  </a:lnTo>
                  <a:lnTo>
                    <a:pt x="6182551" y="0"/>
                  </a:lnTo>
                  <a:lnTo>
                    <a:pt x="6181736" y="0"/>
                  </a:lnTo>
                  <a:lnTo>
                    <a:pt x="6180921" y="0"/>
                  </a:lnTo>
                  <a:lnTo>
                    <a:pt x="6180106" y="0"/>
                  </a:lnTo>
                  <a:lnTo>
                    <a:pt x="6179291" y="0"/>
                  </a:lnTo>
                  <a:lnTo>
                    <a:pt x="6178477" y="0"/>
                  </a:lnTo>
                  <a:lnTo>
                    <a:pt x="6177662" y="0"/>
                  </a:lnTo>
                  <a:lnTo>
                    <a:pt x="6176847" y="0"/>
                  </a:lnTo>
                  <a:lnTo>
                    <a:pt x="6176032" y="0"/>
                  </a:lnTo>
                  <a:lnTo>
                    <a:pt x="6175218" y="0"/>
                  </a:lnTo>
                  <a:lnTo>
                    <a:pt x="6174403" y="0"/>
                  </a:lnTo>
                  <a:lnTo>
                    <a:pt x="6173588" y="0"/>
                  </a:lnTo>
                  <a:lnTo>
                    <a:pt x="6172773" y="0"/>
                  </a:lnTo>
                  <a:lnTo>
                    <a:pt x="6171958" y="0"/>
                  </a:lnTo>
                  <a:lnTo>
                    <a:pt x="6171144" y="0"/>
                  </a:lnTo>
                  <a:lnTo>
                    <a:pt x="6170329" y="0"/>
                  </a:lnTo>
                  <a:lnTo>
                    <a:pt x="6169514" y="0"/>
                  </a:lnTo>
                  <a:lnTo>
                    <a:pt x="6168699" y="0"/>
                  </a:lnTo>
                  <a:lnTo>
                    <a:pt x="6167884" y="0"/>
                  </a:lnTo>
                  <a:lnTo>
                    <a:pt x="6167070" y="0"/>
                  </a:lnTo>
                  <a:lnTo>
                    <a:pt x="6166255" y="0"/>
                  </a:lnTo>
                  <a:lnTo>
                    <a:pt x="6165440" y="0"/>
                  </a:lnTo>
                  <a:lnTo>
                    <a:pt x="6164625" y="0"/>
                  </a:lnTo>
                  <a:lnTo>
                    <a:pt x="6163811" y="0"/>
                  </a:lnTo>
                  <a:lnTo>
                    <a:pt x="6162996" y="0"/>
                  </a:lnTo>
                  <a:lnTo>
                    <a:pt x="6162181" y="0"/>
                  </a:lnTo>
                  <a:lnTo>
                    <a:pt x="6161366" y="0"/>
                  </a:lnTo>
                  <a:lnTo>
                    <a:pt x="6160551" y="0"/>
                  </a:lnTo>
                  <a:lnTo>
                    <a:pt x="6159737" y="0"/>
                  </a:lnTo>
                  <a:lnTo>
                    <a:pt x="6158922" y="0"/>
                  </a:lnTo>
                  <a:lnTo>
                    <a:pt x="6158107" y="0"/>
                  </a:lnTo>
                  <a:lnTo>
                    <a:pt x="6157292" y="0"/>
                  </a:lnTo>
                  <a:lnTo>
                    <a:pt x="6156478" y="0"/>
                  </a:lnTo>
                  <a:lnTo>
                    <a:pt x="6155663" y="0"/>
                  </a:lnTo>
                  <a:lnTo>
                    <a:pt x="6154848" y="0"/>
                  </a:lnTo>
                  <a:lnTo>
                    <a:pt x="6154033" y="0"/>
                  </a:lnTo>
                  <a:lnTo>
                    <a:pt x="6153218" y="0"/>
                  </a:lnTo>
                  <a:lnTo>
                    <a:pt x="6152404" y="0"/>
                  </a:lnTo>
                  <a:lnTo>
                    <a:pt x="6151589" y="0"/>
                  </a:lnTo>
                  <a:lnTo>
                    <a:pt x="6150774" y="0"/>
                  </a:lnTo>
                  <a:lnTo>
                    <a:pt x="6149959" y="0"/>
                  </a:lnTo>
                  <a:lnTo>
                    <a:pt x="6149145" y="0"/>
                  </a:lnTo>
                  <a:lnTo>
                    <a:pt x="6148330" y="0"/>
                  </a:lnTo>
                  <a:lnTo>
                    <a:pt x="6147515" y="0"/>
                  </a:lnTo>
                  <a:lnTo>
                    <a:pt x="6146700" y="0"/>
                  </a:lnTo>
                  <a:lnTo>
                    <a:pt x="6145885" y="0"/>
                  </a:lnTo>
                  <a:lnTo>
                    <a:pt x="6145071" y="0"/>
                  </a:lnTo>
                  <a:lnTo>
                    <a:pt x="6144256" y="0"/>
                  </a:lnTo>
                  <a:lnTo>
                    <a:pt x="6143441" y="0"/>
                  </a:lnTo>
                  <a:lnTo>
                    <a:pt x="6142626" y="0"/>
                  </a:lnTo>
                  <a:lnTo>
                    <a:pt x="6141812" y="0"/>
                  </a:lnTo>
                  <a:lnTo>
                    <a:pt x="6140997" y="0"/>
                  </a:lnTo>
                  <a:lnTo>
                    <a:pt x="6140182" y="0"/>
                  </a:lnTo>
                  <a:lnTo>
                    <a:pt x="6139367" y="0"/>
                  </a:lnTo>
                  <a:lnTo>
                    <a:pt x="6138552" y="0"/>
                  </a:lnTo>
                  <a:lnTo>
                    <a:pt x="6137738" y="0"/>
                  </a:lnTo>
                  <a:lnTo>
                    <a:pt x="6136923" y="0"/>
                  </a:lnTo>
                  <a:lnTo>
                    <a:pt x="6136108" y="0"/>
                  </a:lnTo>
                  <a:lnTo>
                    <a:pt x="6135293" y="0"/>
                  </a:lnTo>
                  <a:lnTo>
                    <a:pt x="6134479" y="0"/>
                  </a:lnTo>
                  <a:lnTo>
                    <a:pt x="6133664" y="0"/>
                  </a:lnTo>
                  <a:lnTo>
                    <a:pt x="6132849" y="0"/>
                  </a:lnTo>
                  <a:lnTo>
                    <a:pt x="6132034" y="0"/>
                  </a:lnTo>
                  <a:lnTo>
                    <a:pt x="6131219" y="0"/>
                  </a:lnTo>
                  <a:lnTo>
                    <a:pt x="6130405" y="0"/>
                  </a:lnTo>
                  <a:lnTo>
                    <a:pt x="6129590" y="0"/>
                  </a:lnTo>
                  <a:lnTo>
                    <a:pt x="6128775" y="0"/>
                  </a:lnTo>
                  <a:lnTo>
                    <a:pt x="6127960" y="0"/>
                  </a:lnTo>
                  <a:lnTo>
                    <a:pt x="6127145" y="0"/>
                  </a:lnTo>
                  <a:lnTo>
                    <a:pt x="6126331" y="0"/>
                  </a:lnTo>
                  <a:lnTo>
                    <a:pt x="6125516" y="0"/>
                  </a:lnTo>
                  <a:lnTo>
                    <a:pt x="6124701" y="0"/>
                  </a:lnTo>
                  <a:lnTo>
                    <a:pt x="6123886" y="0"/>
                  </a:lnTo>
                  <a:lnTo>
                    <a:pt x="6123072" y="0"/>
                  </a:lnTo>
                  <a:lnTo>
                    <a:pt x="6122257" y="0"/>
                  </a:lnTo>
                  <a:lnTo>
                    <a:pt x="6121442" y="0"/>
                  </a:lnTo>
                  <a:lnTo>
                    <a:pt x="6120627" y="0"/>
                  </a:lnTo>
                  <a:lnTo>
                    <a:pt x="6119812" y="0"/>
                  </a:lnTo>
                  <a:lnTo>
                    <a:pt x="6118998" y="0"/>
                  </a:lnTo>
                  <a:lnTo>
                    <a:pt x="6118183" y="0"/>
                  </a:lnTo>
                  <a:lnTo>
                    <a:pt x="6117368" y="0"/>
                  </a:lnTo>
                  <a:lnTo>
                    <a:pt x="6116553" y="0"/>
                  </a:lnTo>
                  <a:lnTo>
                    <a:pt x="6115739" y="0"/>
                  </a:lnTo>
                  <a:lnTo>
                    <a:pt x="6114924" y="0"/>
                  </a:lnTo>
                  <a:lnTo>
                    <a:pt x="6114109" y="0"/>
                  </a:lnTo>
                  <a:lnTo>
                    <a:pt x="6113294" y="0"/>
                  </a:lnTo>
                  <a:lnTo>
                    <a:pt x="6112479" y="0"/>
                  </a:lnTo>
                  <a:lnTo>
                    <a:pt x="6111665" y="0"/>
                  </a:lnTo>
                  <a:lnTo>
                    <a:pt x="6110850" y="0"/>
                  </a:lnTo>
                  <a:lnTo>
                    <a:pt x="6110035" y="0"/>
                  </a:lnTo>
                  <a:lnTo>
                    <a:pt x="6109220" y="0"/>
                  </a:lnTo>
                  <a:lnTo>
                    <a:pt x="6108406" y="0"/>
                  </a:lnTo>
                  <a:lnTo>
                    <a:pt x="6107591" y="0"/>
                  </a:lnTo>
                  <a:lnTo>
                    <a:pt x="6106776" y="0"/>
                  </a:lnTo>
                  <a:lnTo>
                    <a:pt x="6105961" y="0"/>
                  </a:lnTo>
                  <a:lnTo>
                    <a:pt x="6105146" y="0"/>
                  </a:lnTo>
                  <a:lnTo>
                    <a:pt x="6104332" y="0"/>
                  </a:lnTo>
                  <a:lnTo>
                    <a:pt x="6103517" y="0"/>
                  </a:lnTo>
                  <a:lnTo>
                    <a:pt x="6102702" y="0"/>
                  </a:lnTo>
                  <a:lnTo>
                    <a:pt x="6101887" y="0"/>
                  </a:lnTo>
                  <a:lnTo>
                    <a:pt x="6101073" y="0"/>
                  </a:lnTo>
                  <a:lnTo>
                    <a:pt x="6100258" y="0"/>
                  </a:lnTo>
                  <a:lnTo>
                    <a:pt x="6099443" y="0"/>
                  </a:lnTo>
                  <a:lnTo>
                    <a:pt x="6098628" y="0"/>
                  </a:lnTo>
                  <a:lnTo>
                    <a:pt x="6097813" y="0"/>
                  </a:lnTo>
                  <a:lnTo>
                    <a:pt x="6096999" y="0"/>
                  </a:lnTo>
                  <a:lnTo>
                    <a:pt x="6096184" y="0"/>
                  </a:lnTo>
                  <a:lnTo>
                    <a:pt x="6095369" y="0"/>
                  </a:lnTo>
                  <a:lnTo>
                    <a:pt x="6094554" y="0"/>
                  </a:lnTo>
                  <a:lnTo>
                    <a:pt x="6093739" y="0"/>
                  </a:lnTo>
                  <a:lnTo>
                    <a:pt x="6092925" y="0"/>
                  </a:lnTo>
                  <a:lnTo>
                    <a:pt x="6092110" y="0"/>
                  </a:lnTo>
                  <a:lnTo>
                    <a:pt x="6091295" y="0"/>
                  </a:lnTo>
                  <a:lnTo>
                    <a:pt x="6090480" y="0"/>
                  </a:lnTo>
                  <a:lnTo>
                    <a:pt x="6089666" y="0"/>
                  </a:lnTo>
                  <a:lnTo>
                    <a:pt x="6088851" y="0"/>
                  </a:lnTo>
                  <a:lnTo>
                    <a:pt x="6088036" y="0"/>
                  </a:lnTo>
                  <a:lnTo>
                    <a:pt x="6087221" y="0"/>
                  </a:lnTo>
                  <a:lnTo>
                    <a:pt x="6086406" y="0"/>
                  </a:lnTo>
                  <a:lnTo>
                    <a:pt x="6085592" y="0"/>
                  </a:lnTo>
                  <a:lnTo>
                    <a:pt x="6084777" y="0"/>
                  </a:lnTo>
                  <a:lnTo>
                    <a:pt x="6083962" y="0"/>
                  </a:lnTo>
                  <a:lnTo>
                    <a:pt x="6083147" y="0"/>
                  </a:lnTo>
                  <a:lnTo>
                    <a:pt x="6082333" y="0"/>
                  </a:lnTo>
                  <a:lnTo>
                    <a:pt x="6081518" y="0"/>
                  </a:lnTo>
                  <a:lnTo>
                    <a:pt x="6080703" y="0"/>
                  </a:lnTo>
                  <a:lnTo>
                    <a:pt x="6079888" y="0"/>
                  </a:lnTo>
                  <a:lnTo>
                    <a:pt x="6079073" y="0"/>
                  </a:lnTo>
                  <a:lnTo>
                    <a:pt x="6078259" y="0"/>
                  </a:lnTo>
                  <a:lnTo>
                    <a:pt x="6077444" y="0"/>
                  </a:lnTo>
                  <a:lnTo>
                    <a:pt x="6076629" y="0"/>
                  </a:lnTo>
                  <a:lnTo>
                    <a:pt x="6075814" y="0"/>
                  </a:lnTo>
                  <a:lnTo>
                    <a:pt x="6075000" y="0"/>
                  </a:lnTo>
                  <a:lnTo>
                    <a:pt x="6074185" y="0"/>
                  </a:lnTo>
                  <a:lnTo>
                    <a:pt x="6073370" y="0"/>
                  </a:lnTo>
                  <a:lnTo>
                    <a:pt x="6072555" y="0"/>
                  </a:lnTo>
                  <a:lnTo>
                    <a:pt x="6071740" y="0"/>
                  </a:lnTo>
                  <a:lnTo>
                    <a:pt x="6070926" y="0"/>
                  </a:lnTo>
                  <a:lnTo>
                    <a:pt x="6070111" y="0"/>
                  </a:lnTo>
                  <a:lnTo>
                    <a:pt x="6069296" y="0"/>
                  </a:lnTo>
                  <a:lnTo>
                    <a:pt x="6068481" y="0"/>
                  </a:lnTo>
                  <a:lnTo>
                    <a:pt x="6067667" y="0"/>
                  </a:lnTo>
                  <a:lnTo>
                    <a:pt x="6066852" y="0"/>
                  </a:lnTo>
                  <a:lnTo>
                    <a:pt x="6066037" y="0"/>
                  </a:lnTo>
                  <a:lnTo>
                    <a:pt x="6065222" y="0"/>
                  </a:lnTo>
                  <a:lnTo>
                    <a:pt x="6064407" y="0"/>
                  </a:lnTo>
                  <a:lnTo>
                    <a:pt x="6063593" y="0"/>
                  </a:lnTo>
                  <a:lnTo>
                    <a:pt x="6062778" y="0"/>
                  </a:lnTo>
                  <a:lnTo>
                    <a:pt x="6061963" y="0"/>
                  </a:lnTo>
                  <a:lnTo>
                    <a:pt x="6061148" y="0"/>
                  </a:lnTo>
                  <a:lnTo>
                    <a:pt x="6060334" y="0"/>
                  </a:lnTo>
                  <a:lnTo>
                    <a:pt x="6059519" y="0"/>
                  </a:lnTo>
                  <a:lnTo>
                    <a:pt x="6058704" y="0"/>
                  </a:lnTo>
                  <a:lnTo>
                    <a:pt x="6057889" y="0"/>
                  </a:lnTo>
                  <a:lnTo>
                    <a:pt x="6057074" y="0"/>
                  </a:lnTo>
                  <a:lnTo>
                    <a:pt x="6056260" y="0"/>
                  </a:lnTo>
                  <a:lnTo>
                    <a:pt x="6055445" y="0"/>
                  </a:lnTo>
                  <a:lnTo>
                    <a:pt x="6054630" y="0"/>
                  </a:lnTo>
                  <a:lnTo>
                    <a:pt x="6053815" y="0"/>
                  </a:lnTo>
                  <a:lnTo>
                    <a:pt x="6053000" y="0"/>
                  </a:lnTo>
                  <a:lnTo>
                    <a:pt x="6052186" y="0"/>
                  </a:lnTo>
                  <a:lnTo>
                    <a:pt x="6051371" y="0"/>
                  </a:lnTo>
                  <a:lnTo>
                    <a:pt x="6050556" y="0"/>
                  </a:lnTo>
                  <a:lnTo>
                    <a:pt x="6049741" y="0"/>
                  </a:lnTo>
                  <a:lnTo>
                    <a:pt x="6048927" y="0"/>
                  </a:lnTo>
                  <a:lnTo>
                    <a:pt x="6048112" y="0"/>
                  </a:lnTo>
                  <a:lnTo>
                    <a:pt x="6047297" y="0"/>
                  </a:lnTo>
                  <a:lnTo>
                    <a:pt x="6046482" y="0"/>
                  </a:lnTo>
                  <a:lnTo>
                    <a:pt x="6045667" y="0"/>
                  </a:lnTo>
                  <a:lnTo>
                    <a:pt x="6044853" y="0"/>
                  </a:lnTo>
                  <a:lnTo>
                    <a:pt x="6044038" y="0"/>
                  </a:lnTo>
                  <a:lnTo>
                    <a:pt x="6043223" y="0"/>
                  </a:lnTo>
                  <a:lnTo>
                    <a:pt x="6042408" y="0"/>
                  </a:lnTo>
                  <a:lnTo>
                    <a:pt x="6041594" y="0"/>
                  </a:lnTo>
                  <a:lnTo>
                    <a:pt x="6040779" y="0"/>
                  </a:lnTo>
                  <a:lnTo>
                    <a:pt x="6039964" y="0"/>
                  </a:lnTo>
                  <a:lnTo>
                    <a:pt x="6039149" y="0"/>
                  </a:lnTo>
                  <a:lnTo>
                    <a:pt x="6038334" y="0"/>
                  </a:lnTo>
                  <a:lnTo>
                    <a:pt x="6037520" y="0"/>
                  </a:lnTo>
                  <a:lnTo>
                    <a:pt x="6036705" y="0"/>
                  </a:lnTo>
                  <a:lnTo>
                    <a:pt x="6035890" y="0"/>
                  </a:lnTo>
                  <a:lnTo>
                    <a:pt x="6035075" y="0"/>
                  </a:lnTo>
                  <a:lnTo>
                    <a:pt x="6034261" y="0"/>
                  </a:lnTo>
                  <a:lnTo>
                    <a:pt x="6033446" y="0"/>
                  </a:lnTo>
                  <a:lnTo>
                    <a:pt x="6032631" y="0"/>
                  </a:lnTo>
                  <a:lnTo>
                    <a:pt x="6031816" y="0"/>
                  </a:lnTo>
                  <a:lnTo>
                    <a:pt x="6031001" y="0"/>
                  </a:lnTo>
                  <a:lnTo>
                    <a:pt x="6030187" y="0"/>
                  </a:lnTo>
                  <a:lnTo>
                    <a:pt x="6029372" y="0"/>
                  </a:lnTo>
                  <a:lnTo>
                    <a:pt x="6028557" y="0"/>
                  </a:lnTo>
                  <a:lnTo>
                    <a:pt x="6027742" y="0"/>
                  </a:lnTo>
                  <a:lnTo>
                    <a:pt x="6026928" y="0"/>
                  </a:lnTo>
                  <a:lnTo>
                    <a:pt x="6026113" y="0"/>
                  </a:lnTo>
                  <a:lnTo>
                    <a:pt x="6025298" y="0"/>
                  </a:lnTo>
                  <a:lnTo>
                    <a:pt x="6024483" y="0"/>
                  </a:lnTo>
                  <a:lnTo>
                    <a:pt x="6023668" y="0"/>
                  </a:lnTo>
                  <a:lnTo>
                    <a:pt x="6022854" y="0"/>
                  </a:lnTo>
                  <a:lnTo>
                    <a:pt x="6022039" y="0"/>
                  </a:lnTo>
                  <a:lnTo>
                    <a:pt x="6021224" y="0"/>
                  </a:lnTo>
                  <a:lnTo>
                    <a:pt x="6020409" y="0"/>
                  </a:lnTo>
                  <a:lnTo>
                    <a:pt x="6019595" y="0"/>
                  </a:lnTo>
                  <a:lnTo>
                    <a:pt x="6018780" y="0"/>
                  </a:lnTo>
                  <a:lnTo>
                    <a:pt x="6017965" y="0"/>
                  </a:lnTo>
                  <a:lnTo>
                    <a:pt x="6017150" y="0"/>
                  </a:lnTo>
                  <a:lnTo>
                    <a:pt x="6016335" y="0"/>
                  </a:lnTo>
                  <a:lnTo>
                    <a:pt x="6015521" y="0"/>
                  </a:lnTo>
                  <a:lnTo>
                    <a:pt x="6014706" y="0"/>
                  </a:lnTo>
                  <a:lnTo>
                    <a:pt x="6013891" y="0"/>
                  </a:lnTo>
                  <a:lnTo>
                    <a:pt x="6013076" y="0"/>
                  </a:lnTo>
                  <a:lnTo>
                    <a:pt x="6012261" y="0"/>
                  </a:lnTo>
                  <a:lnTo>
                    <a:pt x="6011447" y="0"/>
                  </a:lnTo>
                  <a:lnTo>
                    <a:pt x="6010632" y="0"/>
                  </a:lnTo>
                  <a:lnTo>
                    <a:pt x="6009817" y="0"/>
                  </a:lnTo>
                  <a:lnTo>
                    <a:pt x="6009002" y="0"/>
                  </a:lnTo>
                  <a:lnTo>
                    <a:pt x="6008188" y="0"/>
                  </a:lnTo>
                  <a:lnTo>
                    <a:pt x="6007373" y="0"/>
                  </a:lnTo>
                  <a:lnTo>
                    <a:pt x="6006558" y="0"/>
                  </a:lnTo>
                  <a:lnTo>
                    <a:pt x="6005743" y="0"/>
                  </a:lnTo>
                  <a:lnTo>
                    <a:pt x="6004928" y="0"/>
                  </a:lnTo>
                  <a:lnTo>
                    <a:pt x="6004114" y="0"/>
                  </a:lnTo>
                  <a:lnTo>
                    <a:pt x="6003299" y="0"/>
                  </a:lnTo>
                  <a:lnTo>
                    <a:pt x="6002484" y="0"/>
                  </a:lnTo>
                  <a:lnTo>
                    <a:pt x="6001669" y="0"/>
                  </a:lnTo>
                  <a:lnTo>
                    <a:pt x="6000855" y="0"/>
                  </a:lnTo>
                  <a:lnTo>
                    <a:pt x="6000040" y="0"/>
                  </a:lnTo>
                  <a:lnTo>
                    <a:pt x="5999225" y="0"/>
                  </a:lnTo>
                  <a:lnTo>
                    <a:pt x="5998410" y="0"/>
                  </a:lnTo>
                  <a:lnTo>
                    <a:pt x="5997595" y="0"/>
                  </a:lnTo>
                  <a:lnTo>
                    <a:pt x="5996781" y="0"/>
                  </a:lnTo>
                  <a:lnTo>
                    <a:pt x="5995966" y="0"/>
                  </a:lnTo>
                  <a:lnTo>
                    <a:pt x="5995151" y="0"/>
                  </a:lnTo>
                  <a:lnTo>
                    <a:pt x="5994336" y="0"/>
                  </a:lnTo>
                  <a:lnTo>
                    <a:pt x="5993522" y="0"/>
                  </a:lnTo>
                  <a:lnTo>
                    <a:pt x="5992707" y="0"/>
                  </a:lnTo>
                  <a:lnTo>
                    <a:pt x="5991892" y="0"/>
                  </a:lnTo>
                  <a:lnTo>
                    <a:pt x="5991077" y="0"/>
                  </a:lnTo>
                  <a:lnTo>
                    <a:pt x="5990262" y="0"/>
                  </a:lnTo>
                  <a:lnTo>
                    <a:pt x="5989448" y="0"/>
                  </a:lnTo>
                  <a:lnTo>
                    <a:pt x="5988633" y="0"/>
                  </a:lnTo>
                  <a:lnTo>
                    <a:pt x="5987818" y="0"/>
                  </a:lnTo>
                  <a:lnTo>
                    <a:pt x="5987003" y="0"/>
                  </a:lnTo>
                  <a:lnTo>
                    <a:pt x="5986189" y="0"/>
                  </a:lnTo>
                  <a:lnTo>
                    <a:pt x="5985374" y="0"/>
                  </a:lnTo>
                  <a:lnTo>
                    <a:pt x="5984559" y="0"/>
                  </a:lnTo>
                  <a:lnTo>
                    <a:pt x="5983744" y="0"/>
                  </a:lnTo>
                  <a:lnTo>
                    <a:pt x="5982929" y="0"/>
                  </a:lnTo>
                  <a:lnTo>
                    <a:pt x="5982115" y="0"/>
                  </a:lnTo>
                  <a:lnTo>
                    <a:pt x="5981300" y="0"/>
                  </a:lnTo>
                  <a:lnTo>
                    <a:pt x="5980485" y="0"/>
                  </a:lnTo>
                  <a:lnTo>
                    <a:pt x="5979670" y="0"/>
                  </a:lnTo>
                  <a:lnTo>
                    <a:pt x="5978856" y="0"/>
                  </a:lnTo>
                  <a:lnTo>
                    <a:pt x="5978041" y="0"/>
                  </a:lnTo>
                  <a:lnTo>
                    <a:pt x="5977226" y="0"/>
                  </a:lnTo>
                  <a:lnTo>
                    <a:pt x="5976411" y="0"/>
                  </a:lnTo>
                  <a:lnTo>
                    <a:pt x="5975596" y="0"/>
                  </a:lnTo>
                  <a:lnTo>
                    <a:pt x="5974782" y="0"/>
                  </a:lnTo>
                  <a:lnTo>
                    <a:pt x="5973967" y="0"/>
                  </a:lnTo>
                  <a:lnTo>
                    <a:pt x="5973152" y="0"/>
                  </a:lnTo>
                  <a:lnTo>
                    <a:pt x="5972337" y="0"/>
                  </a:lnTo>
                  <a:lnTo>
                    <a:pt x="5971522" y="0"/>
                  </a:lnTo>
                  <a:lnTo>
                    <a:pt x="5970708" y="0"/>
                  </a:lnTo>
                  <a:lnTo>
                    <a:pt x="5969893" y="0"/>
                  </a:lnTo>
                  <a:lnTo>
                    <a:pt x="5969078" y="0"/>
                  </a:lnTo>
                  <a:lnTo>
                    <a:pt x="5968263" y="0"/>
                  </a:lnTo>
                  <a:lnTo>
                    <a:pt x="5967449" y="0"/>
                  </a:lnTo>
                  <a:lnTo>
                    <a:pt x="5966634" y="0"/>
                  </a:lnTo>
                  <a:lnTo>
                    <a:pt x="5965819" y="0"/>
                  </a:lnTo>
                  <a:lnTo>
                    <a:pt x="5965004" y="0"/>
                  </a:lnTo>
                  <a:lnTo>
                    <a:pt x="5964189" y="0"/>
                  </a:lnTo>
                  <a:lnTo>
                    <a:pt x="5963375" y="0"/>
                  </a:lnTo>
                  <a:lnTo>
                    <a:pt x="5962560" y="0"/>
                  </a:lnTo>
                  <a:lnTo>
                    <a:pt x="5961745" y="0"/>
                  </a:lnTo>
                  <a:lnTo>
                    <a:pt x="5960930" y="0"/>
                  </a:lnTo>
                  <a:lnTo>
                    <a:pt x="5960116" y="0"/>
                  </a:lnTo>
                  <a:lnTo>
                    <a:pt x="5959301" y="0"/>
                  </a:lnTo>
                  <a:lnTo>
                    <a:pt x="5958486" y="0"/>
                  </a:lnTo>
                  <a:lnTo>
                    <a:pt x="5957671" y="0"/>
                  </a:lnTo>
                  <a:lnTo>
                    <a:pt x="5956856" y="0"/>
                  </a:lnTo>
                  <a:lnTo>
                    <a:pt x="5956042" y="0"/>
                  </a:lnTo>
                  <a:lnTo>
                    <a:pt x="5955227" y="0"/>
                  </a:lnTo>
                  <a:lnTo>
                    <a:pt x="5954412" y="0"/>
                  </a:lnTo>
                  <a:lnTo>
                    <a:pt x="5953597" y="0"/>
                  </a:lnTo>
                  <a:lnTo>
                    <a:pt x="5952783" y="0"/>
                  </a:lnTo>
                  <a:lnTo>
                    <a:pt x="5951968" y="0"/>
                  </a:lnTo>
                  <a:lnTo>
                    <a:pt x="5951153" y="0"/>
                  </a:lnTo>
                  <a:lnTo>
                    <a:pt x="5950338" y="0"/>
                  </a:lnTo>
                  <a:lnTo>
                    <a:pt x="5949523" y="0"/>
                  </a:lnTo>
                  <a:lnTo>
                    <a:pt x="5948709" y="0"/>
                  </a:lnTo>
                  <a:lnTo>
                    <a:pt x="5947894" y="0"/>
                  </a:lnTo>
                  <a:lnTo>
                    <a:pt x="5947079" y="0"/>
                  </a:lnTo>
                  <a:lnTo>
                    <a:pt x="5946264" y="0"/>
                  </a:lnTo>
                  <a:lnTo>
                    <a:pt x="5945450" y="0"/>
                  </a:lnTo>
                  <a:lnTo>
                    <a:pt x="5944635" y="0"/>
                  </a:lnTo>
                  <a:lnTo>
                    <a:pt x="5943820" y="0"/>
                  </a:lnTo>
                  <a:lnTo>
                    <a:pt x="5943005" y="0"/>
                  </a:lnTo>
                  <a:lnTo>
                    <a:pt x="5942190" y="0"/>
                  </a:lnTo>
                  <a:lnTo>
                    <a:pt x="5941376" y="0"/>
                  </a:lnTo>
                  <a:lnTo>
                    <a:pt x="5940561" y="0"/>
                  </a:lnTo>
                  <a:lnTo>
                    <a:pt x="5939746" y="0"/>
                  </a:lnTo>
                  <a:lnTo>
                    <a:pt x="5938931" y="0"/>
                  </a:lnTo>
                  <a:lnTo>
                    <a:pt x="5938117" y="0"/>
                  </a:lnTo>
                  <a:lnTo>
                    <a:pt x="5937302" y="0"/>
                  </a:lnTo>
                  <a:lnTo>
                    <a:pt x="5936487" y="0"/>
                  </a:lnTo>
                  <a:lnTo>
                    <a:pt x="5935672" y="0"/>
                  </a:lnTo>
                  <a:lnTo>
                    <a:pt x="5934857" y="0"/>
                  </a:lnTo>
                  <a:lnTo>
                    <a:pt x="5934043" y="0"/>
                  </a:lnTo>
                  <a:lnTo>
                    <a:pt x="5933228" y="0"/>
                  </a:lnTo>
                  <a:lnTo>
                    <a:pt x="5932413" y="0"/>
                  </a:lnTo>
                  <a:lnTo>
                    <a:pt x="5931598" y="0"/>
                  </a:lnTo>
                  <a:lnTo>
                    <a:pt x="5930783" y="0"/>
                  </a:lnTo>
                  <a:lnTo>
                    <a:pt x="5929969" y="0"/>
                  </a:lnTo>
                  <a:lnTo>
                    <a:pt x="5929154" y="0"/>
                  </a:lnTo>
                  <a:lnTo>
                    <a:pt x="5928339" y="0"/>
                  </a:lnTo>
                  <a:lnTo>
                    <a:pt x="5927524" y="0"/>
                  </a:lnTo>
                  <a:lnTo>
                    <a:pt x="5926710" y="0"/>
                  </a:lnTo>
                  <a:lnTo>
                    <a:pt x="5925895" y="0"/>
                  </a:lnTo>
                  <a:lnTo>
                    <a:pt x="5925080" y="0"/>
                  </a:lnTo>
                  <a:lnTo>
                    <a:pt x="5924265" y="0"/>
                  </a:lnTo>
                  <a:lnTo>
                    <a:pt x="5923450" y="0"/>
                  </a:lnTo>
                  <a:lnTo>
                    <a:pt x="5922636" y="0"/>
                  </a:lnTo>
                  <a:lnTo>
                    <a:pt x="5921821" y="0"/>
                  </a:lnTo>
                  <a:lnTo>
                    <a:pt x="5921006" y="0"/>
                  </a:lnTo>
                  <a:lnTo>
                    <a:pt x="5920191" y="0"/>
                  </a:lnTo>
                  <a:lnTo>
                    <a:pt x="5919377" y="0"/>
                  </a:lnTo>
                  <a:lnTo>
                    <a:pt x="5918562" y="0"/>
                  </a:lnTo>
                  <a:lnTo>
                    <a:pt x="5917747" y="0"/>
                  </a:lnTo>
                  <a:lnTo>
                    <a:pt x="5916932" y="0"/>
                  </a:lnTo>
                  <a:lnTo>
                    <a:pt x="5916117" y="0"/>
                  </a:lnTo>
                  <a:lnTo>
                    <a:pt x="5915303" y="0"/>
                  </a:lnTo>
                  <a:lnTo>
                    <a:pt x="5914488" y="0"/>
                  </a:lnTo>
                  <a:lnTo>
                    <a:pt x="5913673" y="0"/>
                  </a:lnTo>
                  <a:lnTo>
                    <a:pt x="5912858" y="0"/>
                  </a:lnTo>
                  <a:lnTo>
                    <a:pt x="5912044" y="0"/>
                  </a:lnTo>
                  <a:lnTo>
                    <a:pt x="5911229" y="0"/>
                  </a:lnTo>
                  <a:lnTo>
                    <a:pt x="5910414" y="0"/>
                  </a:lnTo>
                  <a:lnTo>
                    <a:pt x="5909599" y="0"/>
                  </a:lnTo>
                  <a:lnTo>
                    <a:pt x="5908784" y="0"/>
                  </a:lnTo>
                  <a:lnTo>
                    <a:pt x="5907970" y="0"/>
                  </a:lnTo>
                  <a:lnTo>
                    <a:pt x="5907155" y="0"/>
                  </a:lnTo>
                  <a:lnTo>
                    <a:pt x="5906340" y="0"/>
                  </a:lnTo>
                  <a:lnTo>
                    <a:pt x="5905525" y="0"/>
                  </a:lnTo>
                  <a:lnTo>
                    <a:pt x="5904711" y="0"/>
                  </a:lnTo>
                  <a:lnTo>
                    <a:pt x="5903896" y="0"/>
                  </a:lnTo>
                  <a:lnTo>
                    <a:pt x="5903081" y="0"/>
                  </a:lnTo>
                  <a:lnTo>
                    <a:pt x="5902266" y="0"/>
                  </a:lnTo>
                  <a:lnTo>
                    <a:pt x="5901451" y="0"/>
                  </a:lnTo>
                  <a:lnTo>
                    <a:pt x="5900637" y="0"/>
                  </a:lnTo>
                  <a:lnTo>
                    <a:pt x="5899822" y="0"/>
                  </a:lnTo>
                  <a:lnTo>
                    <a:pt x="5899007" y="0"/>
                  </a:lnTo>
                  <a:lnTo>
                    <a:pt x="5898192" y="0"/>
                  </a:lnTo>
                  <a:lnTo>
                    <a:pt x="5897378" y="0"/>
                  </a:lnTo>
                  <a:lnTo>
                    <a:pt x="5896563" y="0"/>
                  </a:lnTo>
                  <a:lnTo>
                    <a:pt x="5895748" y="0"/>
                  </a:lnTo>
                  <a:lnTo>
                    <a:pt x="5894933" y="0"/>
                  </a:lnTo>
                  <a:lnTo>
                    <a:pt x="5894118" y="0"/>
                  </a:lnTo>
                  <a:lnTo>
                    <a:pt x="5893304" y="0"/>
                  </a:lnTo>
                  <a:lnTo>
                    <a:pt x="5892489" y="0"/>
                  </a:lnTo>
                  <a:lnTo>
                    <a:pt x="5891674" y="0"/>
                  </a:lnTo>
                  <a:lnTo>
                    <a:pt x="5890859" y="0"/>
                  </a:lnTo>
                  <a:lnTo>
                    <a:pt x="5890044" y="0"/>
                  </a:lnTo>
                  <a:lnTo>
                    <a:pt x="5889230" y="0"/>
                  </a:lnTo>
                  <a:lnTo>
                    <a:pt x="5888415" y="0"/>
                  </a:lnTo>
                  <a:lnTo>
                    <a:pt x="5887600" y="0"/>
                  </a:lnTo>
                  <a:lnTo>
                    <a:pt x="5886785" y="0"/>
                  </a:lnTo>
                  <a:lnTo>
                    <a:pt x="5885971" y="0"/>
                  </a:lnTo>
                  <a:lnTo>
                    <a:pt x="5885156" y="0"/>
                  </a:lnTo>
                  <a:lnTo>
                    <a:pt x="5884341" y="0"/>
                  </a:lnTo>
                  <a:lnTo>
                    <a:pt x="5883526" y="0"/>
                  </a:lnTo>
                  <a:lnTo>
                    <a:pt x="5882711" y="0"/>
                  </a:lnTo>
                  <a:lnTo>
                    <a:pt x="5881897" y="0"/>
                  </a:lnTo>
                  <a:lnTo>
                    <a:pt x="5881082" y="0"/>
                  </a:lnTo>
                  <a:lnTo>
                    <a:pt x="5880267" y="0"/>
                  </a:lnTo>
                  <a:lnTo>
                    <a:pt x="5879452" y="0"/>
                  </a:lnTo>
                  <a:lnTo>
                    <a:pt x="5878638" y="0"/>
                  </a:lnTo>
                  <a:lnTo>
                    <a:pt x="5877823" y="0"/>
                  </a:lnTo>
                  <a:lnTo>
                    <a:pt x="5877008" y="0"/>
                  </a:lnTo>
                  <a:lnTo>
                    <a:pt x="5876193" y="0"/>
                  </a:lnTo>
                  <a:lnTo>
                    <a:pt x="5875378" y="0"/>
                  </a:lnTo>
                  <a:lnTo>
                    <a:pt x="5874564" y="0"/>
                  </a:lnTo>
                  <a:lnTo>
                    <a:pt x="5873749" y="0"/>
                  </a:lnTo>
                  <a:lnTo>
                    <a:pt x="5872934" y="0"/>
                  </a:lnTo>
                  <a:lnTo>
                    <a:pt x="5872119" y="0"/>
                  </a:lnTo>
                  <a:lnTo>
                    <a:pt x="5871305" y="0"/>
                  </a:lnTo>
                  <a:lnTo>
                    <a:pt x="5870490" y="0"/>
                  </a:lnTo>
                  <a:lnTo>
                    <a:pt x="5869675" y="0"/>
                  </a:lnTo>
                  <a:lnTo>
                    <a:pt x="5868860" y="0"/>
                  </a:lnTo>
                  <a:lnTo>
                    <a:pt x="5868045" y="0"/>
                  </a:lnTo>
                  <a:lnTo>
                    <a:pt x="5867231" y="0"/>
                  </a:lnTo>
                  <a:lnTo>
                    <a:pt x="5866416" y="0"/>
                  </a:lnTo>
                  <a:lnTo>
                    <a:pt x="5865601" y="0"/>
                  </a:lnTo>
                  <a:lnTo>
                    <a:pt x="5864786" y="0"/>
                  </a:lnTo>
                  <a:lnTo>
                    <a:pt x="5863972" y="0"/>
                  </a:lnTo>
                  <a:lnTo>
                    <a:pt x="5863157" y="0"/>
                  </a:lnTo>
                  <a:lnTo>
                    <a:pt x="5862342" y="0"/>
                  </a:lnTo>
                  <a:lnTo>
                    <a:pt x="5861527" y="0"/>
                  </a:lnTo>
                  <a:lnTo>
                    <a:pt x="5860712" y="0"/>
                  </a:lnTo>
                  <a:lnTo>
                    <a:pt x="5859898" y="0"/>
                  </a:lnTo>
                  <a:lnTo>
                    <a:pt x="5859083" y="0"/>
                  </a:lnTo>
                  <a:lnTo>
                    <a:pt x="5858268" y="0"/>
                  </a:lnTo>
                  <a:lnTo>
                    <a:pt x="5857453" y="0"/>
                  </a:lnTo>
                  <a:lnTo>
                    <a:pt x="5856639" y="0"/>
                  </a:lnTo>
                  <a:lnTo>
                    <a:pt x="5855824" y="0"/>
                  </a:lnTo>
                  <a:lnTo>
                    <a:pt x="5855009" y="0"/>
                  </a:lnTo>
                  <a:lnTo>
                    <a:pt x="5854194" y="0"/>
                  </a:lnTo>
                  <a:lnTo>
                    <a:pt x="5853379" y="0"/>
                  </a:lnTo>
                  <a:lnTo>
                    <a:pt x="5852565" y="0"/>
                  </a:lnTo>
                  <a:lnTo>
                    <a:pt x="5851750" y="0"/>
                  </a:lnTo>
                  <a:lnTo>
                    <a:pt x="5850935" y="0"/>
                  </a:lnTo>
                  <a:lnTo>
                    <a:pt x="5850120" y="0"/>
                  </a:lnTo>
                  <a:lnTo>
                    <a:pt x="5849305" y="0"/>
                  </a:lnTo>
                  <a:lnTo>
                    <a:pt x="5848491" y="0"/>
                  </a:lnTo>
                  <a:lnTo>
                    <a:pt x="5847676" y="0"/>
                  </a:lnTo>
                  <a:lnTo>
                    <a:pt x="5846861" y="0"/>
                  </a:lnTo>
                  <a:lnTo>
                    <a:pt x="5846046" y="0"/>
                  </a:lnTo>
                  <a:lnTo>
                    <a:pt x="5845232" y="0"/>
                  </a:lnTo>
                  <a:lnTo>
                    <a:pt x="5844417" y="0"/>
                  </a:lnTo>
                  <a:lnTo>
                    <a:pt x="5843602" y="0"/>
                  </a:lnTo>
                  <a:lnTo>
                    <a:pt x="5842787" y="0"/>
                  </a:lnTo>
                  <a:lnTo>
                    <a:pt x="5841972" y="0"/>
                  </a:lnTo>
                  <a:lnTo>
                    <a:pt x="5841158" y="0"/>
                  </a:lnTo>
                  <a:lnTo>
                    <a:pt x="5840343" y="0"/>
                  </a:lnTo>
                  <a:lnTo>
                    <a:pt x="5839528" y="0"/>
                  </a:lnTo>
                  <a:lnTo>
                    <a:pt x="5838713" y="0"/>
                  </a:lnTo>
                  <a:lnTo>
                    <a:pt x="5837899" y="0"/>
                  </a:lnTo>
                  <a:lnTo>
                    <a:pt x="5837084" y="0"/>
                  </a:lnTo>
                  <a:lnTo>
                    <a:pt x="5836269" y="0"/>
                  </a:lnTo>
                  <a:lnTo>
                    <a:pt x="5835454" y="0"/>
                  </a:lnTo>
                  <a:lnTo>
                    <a:pt x="5834639" y="0"/>
                  </a:lnTo>
                  <a:lnTo>
                    <a:pt x="5833825" y="0"/>
                  </a:lnTo>
                  <a:lnTo>
                    <a:pt x="5833010" y="0"/>
                  </a:lnTo>
                  <a:lnTo>
                    <a:pt x="5832195" y="0"/>
                  </a:lnTo>
                  <a:lnTo>
                    <a:pt x="5831380" y="0"/>
                  </a:lnTo>
                  <a:lnTo>
                    <a:pt x="5830566" y="0"/>
                  </a:lnTo>
                  <a:lnTo>
                    <a:pt x="5829751" y="0"/>
                  </a:lnTo>
                  <a:lnTo>
                    <a:pt x="5828936" y="0"/>
                  </a:lnTo>
                  <a:lnTo>
                    <a:pt x="5828121" y="0"/>
                  </a:lnTo>
                  <a:lnTo>
                    <a:pt x="5827306" y="0"/>
                  </a:lnTo>
                  <a:lnTo>
                    <a:pt x="5826492" y="0"/>
                  </a:lnTo>
                  <a:lnTo>
                    <a:pt x="5825677" y="0"/>
                  </a:lnTo>
                  <a:lnTo>
                    <a:pt x="5824862" y="0"/>
                  </a:lnTo>
                  <a:lnTo>
                    <a:pt x="5824047" y="0"/>
                  </a:lnTo>
                  <a:lnTo>
                    <a:pt x="5823233" y="0"/>
                  </a:lnTo>
                  <a:lnTo>
                    <a:pt x="5822418" y="0"/>
                  </a:lnTo>
                  <a:lnTo>
                    <a:pt x="5821603" y="0"/>
                  </a:lnTo>
                  <a:lnTo>
                    <a:pt x="5820788" y="0"/>
                  </a:lnTo>
                  <a:lnTo>
                    <a:pt x="5819973" y="0"/>
                  </a:lnTo>
                  <a:lnTo>
                    <a:pt x="5819159" y="0"/>
                  </a:lnTo>
                  <a:lnTo>
                    <a:pt x="5818344" y="0"/>
                  </a:lnTo>
                  <a:lnTo>
                    <a:pt x="5817529" y="0"/>
                  </a:lnTo>
                  <a:lnTo>
                    <a:pt x="5816714" y="0"/>
                  </a:lnTo>
                  <a:lnTo>
                    <a:pt x="5815900" y="0"/>
                  </a:lnTo>
                  <a:lnTo>
                    <a:pt x="5815085" y="0"/>
                  </a:lnTo>
                  <a:lnTo>
                    <a:pt x="5814270" y="0"/>
                  </a:lnTo>
                  <a:lnTo>
                    <a:pt x="5813455" y="0"/>
                  </a:lnTo>
                  <a:lnTo>
                    <a:pt x="5812640" y="0"/>
                  </a:lnTo>
                  <a:lnTo>
                    <a:pt x="5811826" y="0"/>
                  </a:lnTo>
                  <a:lnTo>
                    <a:pt x="5811011" y="0"/>
                  </a:lnTo>
                  <a:lnTo>
                    <a:pt x="5810196" y="0"/>
                  </a:lnTo>
                  <a:lnTo>
                    <a:pt x="5809381" y="0"/>
                  </a:lnTo>
                  <a:lnTo>
                    <a:pt x="5808566" y="0"/>
                  </a:lnTo>
                  <a:lnTo>
                    <a:pt x="5807752" y="0"/>
                  </a:lnTo>
                  <a:lnTo>
                    <a:pt x="5806937" y="0"/>
                  </a:lnTo>
                  <a:lnTo>
                    <a:pt x="5806122" y="0"/>
                  </a:lnTo>
                  <a:lnTo>
                    <a:pt x="5805307" y="0"/>
                  </a:lnTo>
                  <a:lnTo>
                    <a:pt x="5804493" y="0"/>
                  </a:lnTo>
                  <a:lnTo>
                    <a:pt x="5803678" y="0"/>
                  </a:lnTo>
                  <a:lnTo>
                    <a:pt x="5802863" y="0"/>
                  </a:lnTo>
                  <a:lnTo>
                    <a:pt x="5802048" y="0"/>
                  </a:lnTo>
                  <a:lnTo>
                    <a:pt x="5801233" y="0"/>
                  </a:lnTo>
                  <a:lnTo>
                    <a:pt x="5800419" y="0"/>
                  </a:lnTo>
                  <a:lnTo>
                    <a:pt x="5799604" y="0"/>
                  </a:lnTo>
                  <a:lnTo>
                    <a:pt x="5798789" y="0"/>
                  </a:lnTo>
                  <a:lnTo>
                    <a:pt x="5797974" y="0"/>
                  </a:lnTo>
                  <a:lnTo>
                    <a:pt x="5797160" y="0"/>
                  </a:lnTo>
                  <a:lnTo>
                    <a:pt x="5796345" y="0"/>
                  </a:lnTo>
                  <a:lnTo>
                    <a:pt x="5795530" y="0"/>
                  </a:lnTo>
                  <a:lnTo>
                    <a:pt x="5794715" y="0"/>
                  </a:lnTo>
                  <a:lnTo>
                    <a:pt x="5793900" y="0"/>
                  </a:lnTo>
                  <a:lnTo>
                    <a:pt x="5793086" y="0"/>
                  </a:lnTo>
                  <a:lnTo>
                    <a:pt x="5792271" y="0"/>
                  </a:lnTo>
                  <a:lnTo>
                    <a:pt x="5791456" y="0"/>
                  </a:lnTo>
                  <a:lnTo>
                    <a:pt x="5790641" y="0"/>
                  </a:lnTo>
                  <a:lnTo>
                    <a:pt x="5789827" y="0"/>
                  </a:lnTo>
                  <a:lnTo>
                    <a:pt x="5789012" y="0"/>
                  </a:lnTo>
                  <a:lnTo>
                    <a:pt x="5788197" y="0"/>
                  </a:lnTo>
                  <a:lnTo>
                    <a:pt x="5787382" y="0"/>
                  </a:lnTo>
                  <a:lnTo>
                    <a:pt x="5786567" y="0"/>
                  </a:lnTo>
                  <a:lnTo>
                    <a:pt x="5785753" y="0"/>
                  </a:lnTo>
                  <a:lnTo>
                    <a:pt x="5784938" y="0"/>
                  </a:lnTo>
                  <a:lnTo>
                    <a:pt x="5784123" y="0"/>
                  </a:lnTo>
                  <a:lnTo>
                    <a:pt x="5783308" y="0"/>
                  </a:lnTo>
                  <a:lnTo>
                    <a:pt x="5782494" y="0"/>
                  </a:lnTo>
                  <a:lnTo>
                    <a:pt x="5781679" y="0"/>
                  </a:lnTo>
                  <a:lnTo>
                    <a:pt x="5780864" y="0"/>
                  </a:lnTo>
                  <a:lnTo>
                    <a:pt x="5780049" y="0"/>
                  </a:lnTo>
                  <a:lnTo>
                    <a:pt x="5779234" y="0"/>
                  </a:lnTo>
                  <a:lnTo>
                    <a:pt x="5778420" y="0"/>
                  </a:lnTo>
                  <a:lnTo>
                    <a:pt x="5777605" y="0"/>
                  </a:lnTo>
                  <a:lnTo>
                    <a:pt x="5776790" y="0"/>
                  </a:lnTo>
                  <a:lnTo>
                    <a:pt x="5775975" y="0"/>
                  </a:lnTo>
                  <a:lnTo>
                    <a:pt x="5775160" y="0"/>
                  </a:lnTo>
                  <a:lnTo>
                    <a:pt x="5774346" y="0"/>
                  </a:lnTo>
                  <a:lnTo>
                    <a:pt x="5773531" y="0"/>
                  </a:lnTo>
                  <a:lnTo>
                    <a:pt x="5772716" y="0"/>
                  </a:lnTo>
                  <a:lnTo>
                    <a:pt x="5771901" y="0"/>
                  </a:lnTo>
                  <a:lnTo>
                    <a:pt x="5771087" y="0"/>
                  </a:lnTo>
                  <a:lnTo>
                    <a:pt x="5770272" y="0"/>
                  </a:lnTo>
                  <a:lnTo>
                    <a:pt x="5769457" y="0"/>
                  </a:lnTo>
                  <a:lnTo>
                    <a:pt x="5768642" y="0"/>
                  </a:lnTo>
                  <a:lnTo>
                    <a:pt x="5767827" y="0"/>
                  </a:lnTo>
                  <a:lnTo>
                    <a:pt x="5767013" y="0"/>
                  </a:lnTo>
                  <a:lnTo>
                    <a:pt x="5766198" y="0"/>
                  </a:lnTo>
                  <a:lnTo>
                    <a:pt x="5765383" y="0"/>
                  </a:lnTo>
                  <a:lnTo>
                    <a:pt x="5764568" y="0"/>
                  </a:lnTo>
                  <a:lnTo>
                    <a:pt x="5763754" y="0"/>
                  </a:lnTo>
                  <a:lnTo>
                    <a:pt x="5762939" y="0"/>
                  </a:lnTo>
                  <a:lnTo>
                    <a:pt x="5762124" y="0"/>
                  </a:lnTo>
                  <a:lnTo>
                    <a:pt x="5761309" y="0"/>
                  </a:lnTo>
                  <a:lnTo>
                    <a:pt x="5760494" y="0"/>
                  </a:lnTo>
                  <a:lnTo>
                    <a:pt x="5759680" y="0"/>
                  </a:lnTo>
                  <a:lnTo>
                    <a:pt x="5758865" y="0"/>
                  </a:lnTo>
                  <a:lnTo>
                    <a:pt x="5758050" y="0"/>
                  </a:lnTo>
                  <a:lnTo>
                    <a:pt x="5757235" y="0"/>
                  </a:lnTo>
                  <a:lnTo>
                    <a:pt x="5756421" y="0"/>
                  </a:lnTo>
                  <a:lnTo>
                    <a:pt x="5755606" y="0"/>
                  </a:lnTo>
                  <a:lnTo>
                    <a:pt x="5754791" y="0"/>
                  </a:lnTo>
                  <a:lnTo>
                    <a:pt x="5753976" y="0"/>
                  </a:lnTo>
                  <a:lnTo>
                    <a:pt x="5753161" y="0"/>
                  </a:lnTo>
                  <a:lnTo>
                    <a:pt x="5752347" y="0"/>
                  </a:lnTo>
                  <a:lnTo>
                    <a:pt x="5751532" y="0"/>
                  </a:lnTo>
                  <a:lnTo>
                    <a:pt x="5750717" y="0"/>
                  </a:lnTo>
                  <a:lnTo>
                    <a:pt x="5749902" y="0"/>
                  </a:lnTo>
                  <a:lnTo>
                    <a:pt x="5749088" y="0"/>
                  </a:lnTo>
                  <a:lnTo>
                    <a:pt x="5748273" y="0"/>
                  </a:lnTo>
                  <a:lnTo>
                    <a:pt x="5747458" y="0"/>
                  </a:lnTo>
                  <a:lnTo>
                    <a:pt x="5746643" y="0"/>
                  </a:lnTo>
                  <a:lnTo>
                    <a:pt x="5745828" y="0"/>
                  </a:lnTo>
                  <a:lnTo>
                    <a:pt x="5745014" y="0"/>
                  </a:lnTo>
                  <a:lnTo>
                    <a:pt x="5744199" y="0"/>
                  </a:lnTo>
                  <a:lnTo>
                    <a:pt x="5743384" y="0"/>
                  </a:lnTo>
                  <a:lnTo>
                    <a:pt x="5742569" y="0"/>
                  </a:lnTo>
                  <a:lnTo>
                    <a:pt x="5741755" y="0"/>
                  </a:lnTo>
                  <a:lnTo>
                    <a:pt x="5740940" y="0"/>
                  </a:lnTo>
                  <a:lnTo>
                    <a:pt x="5740125" y="0"/>
                  </a:lnTo>
                  <a:lnTo>
                    <a:pt x="5739310" y="0"/>
                  </a:lnTo>
                  <a:lnTo>
                    <a:pt x="5738495" y="0"/>
                  </a:lnTo>
                  <a:lnTo>
                    <a:pt x="5737681" y="0"/>
                  </a:lnTo>
                  <a:lnTo>
                    <a:pt x="5736866" y="0"/>
                  </a:lnTo>
                  <a:lnTo>
                    <a:pt x="5736051" y="0"/>
                  </a:lnTo>
                  <a:lnTo>
                    <a:pt x="5735236" y="0"/>
                  </a:lnTo>
                  <a:lnTo>
                    <a:pt x="5734421" y="0"/>
                  </a:lnTo>
                  <a:lnTo>
                    <a:pt x="5733607" y="0"/>
                  </a:lnTo>
                  <a:lnTo>
                    <a:pt x="5732792" y="0"/>
                  </a:lnTo>
                  <a:lnTo>
                    <a:pt x="5731977" y="0"/>
                  </a:lnTo>
                  <a:lnTo>
                    <a:pt x="5731162" y="0"/>
                  </a:lnTo>
                  <a:lnTo>
                    <a:pt x="5730348" y="0"/>
                  </a:lnTo>
                  <a:lnTo>
                    <a:pt x="5729533" y="0"/>
                  </a:lnTo>
                  <a:lnTo>
                    <a:pt x="5728718" y="0"/>
                  </a:lnTo>
                  <a:lnTo>
                    <a:pt x="5727903" y="0"/>
                  </a:lnTo>
                  <a:lnTo>
                    <a:pt x="5727088" y="0"/>
                  </a:lnTo>
                  <a:lnTo>
                    <a:pt x="5726274" y="0"/>
                  </a:lnTo>
                  <a:lnTo>
                    <a:pt x="5725459" y="0"/>
                  </a:lnTo>
                  <a:lnTo>
                    <a:pt x="5724644" y="0"/>
                  </a:lnTo>
                  <a:lnTo>
                    <a:pt x="5723829" y="0"/>
                  </a:lnTo>
                  <a:lnTo>
                    <a:pt x="5723015" y="0"/>
                  </a:lnTo>
                  <a:lnTo>
                    <a:pt x="5722200" y="0"/>
                  </a:lnTo>
                  <a:lnTo>
                    <a:pt x="5721385" y="0"/>
                  </a:lnTo>
                  <a:lnTo>
                    <a:pt x="5720570" y="0"/>
                  </a:lnTo>
                  <a:lnTo>
                    <a:pt x="5719755" y="0"/>
                  </a:lnTo>
                  <a:lnTo>
                    <a:pt x="5718941" y="0"/>
                  </a:lnTo>
                  <a:lnTo>
                    <a:pt x="5718126" y="0"/>
                  </a:lnTo>
                  <a:lnTo>
                    <a:pt x="5717311" y="0"/>
                  </a:lnTo>
                  <a:lnTo>
                    <a:pt x="5716496" y="0"/>
                  </a:lnTo>
                  <a:lnTo>
                    <a:pt x="5715682" y="0"/>
                  </a:lnTo>
                  <a:lnTo>
                    <a:pt x="5714867" y="0"/>
                  </a:lnTo>
                  <a:lnTo>
                    <a:pt x="5714052" y="0"/>
                  </a:lnTo>
                  <a:lnTo>
                    <a:pt x="5713237" y="0"/>
                  </a:lnTo>
                  <a:lnTo>
                    <a:pt x="5712422" y="0"/>
                  </a:lnTo>
                  <a:lnTo>
                    <a:pt x="5711608" y="0"/>
                  </a:lnTo>
                  <a:lnTo>
                    <a:pt x="5710793" y="0"/>
                  </a:lnTo>
                  <a:lnTo>
                    <a:pt x="5709978" y="0"/>
                  </a:lnTo>
                  <a:lnTo>
                    <a:pt x="5709163" y="0"/>
                  </a:lnTo>
                  <a:lnTo>
                    <a:pt x="5708349" y="0"/>
                  </a:lnTo>
                  <a:lnTo>
                    <a:pt x="5707534" y="0"/>
                  </a:lnTo>
                  <a:lnTo>
                    <a:pt x="5706719" y="0"/>
                  </a:lnTo>
                  <a:lnTo>
                    <a:pt x="5705904" y="0"/>
                  </a:lnTo>
                  <a:lnTo>
                    <a:pt x="5705089" y="0"/>
                  </a:lnTo>
                  <a:lnTo>
                    <a:pt x="5704275" y="0"/>
                  </a:lnTo>
                  <a:lnTo>
                    <a:pt x="5703460" y="0"/>
                  </a:lnTo>
                  <a:lnTo>
                    <a:pt x="5702645" y="0"/>
                  </a:lnTo>
                  <a:lnTo>
                    <a:pt x="5701830" y="0"/>
                  </a:lnTo>
                  <a:lnTo>
                    <a:pt x="5701016" y="0"/>
                  </a:lnTo>
                  <a:lnTo>
                    <a:pt x="5700201" y="0"/>
                  </a:lnTo>
                  <a:lnTo>
                    <a:pt x="5699386" y="0"/>
                  </a:lnTo>
                  <a:lnTo>
                    <a:pt x="5698571" y="0"/>
                  </a:lnTo>
                  <a:lnTo>
                    <a:pt x="5697756" y="0"/>
                  </a:lnTo>
                  <a:lnTo>
                    <a:pt x="5696942" y="0"/>
                  </a:lnTo>
                  <a:lnTo>
                    <a:pt x="5696127" y="0"/>
                  </a:lnTo>
                  <a:lnTo>
                    <a:pt x="5695312" y="0"/>
                  </a:lnTo>
                  <a:lnTo>
                    <a:pt x="5694497" y="0"/>
                  </a:lnTo>
                  <a:lnTo>
                    <a:pt x="5693682" y="0"/>
                  </a:lnTo>
                  <a:lnTo>
                    <a:pt x="5692868" y="0"/>
                  </a:lnTo>
                  <a:lnTo>
                    <a:pt x="5692053" y="0"/>
                  </a:lnTo>
                  <a:lnTo>
                    <a:pt x="5691238" y="0"/>
                  </a:lnTo>
                  <a:lnTo>
                    <a:pt x="5690423" y="0"/>
                  </a:lnTo>
                  <a:lnTo>
                    <a:pt x="5689609" y="0"/>
                  </a:lnTo>
                  <a:lnTo>
                    <a:pt x="5688794" y="0"/>
                  </a:lnTo>
                  <a:lnTo>
                    <a:pt x="5687979" y="0"/>
                  </a:lnTo>
                  <a:lnTo>
                    <a:pt x="5687164" y="0"/>
                  </a:lnTo>
                  <a:lnTo>
                    <a:pt x="5686349" y="0"/>
                  </a:lnTo>
                  <a:lnTo>
                    <a:pt x="5685535" y="0"/>
                  </a:lnTo>
                  <a:lnTo>
                    <a:pt x="5684720" y="0"/>
                  </a:lnTo>
                  <a:lnTo>
                    <a:pt x="5683905" y="0"/>
                  </a:lnTo>
                  <a:lnTo>
                    <a:pt x="5683090" y="0"/>
                  </a:lnTo>
                  <a:lnTo>
                    <a:pt x="5682276" y="0"/>
                  </a:lnTo>
                  <a:lnTo>
                    <a:pt x="5681461" y="0"/>
                  </a:lnTo>
                  <a:lnTo>
                    <a:pt x="5680646" y="0"/>
                  </a:lnTo>
                  <a:lnTo>
                    <a:pt x="5679831" y="0"/>
                  </a:lnTo>
                  <a:lnTo>
                    <a:pt x="5679016" y="0"/>
                  </a:lnTo>
                  <a:lnTo>
                    <a:pt x="5678202" y="0"/>
                  </a:lnTo>
                  <a:lnTo>
                    <a:pt x="5677387" y="0"/>
                  </a:lnTo>
                  <a:lnTo>
                    <a:pt x="5676572" y="0"/>
                  </a:lnTo>
                  <a:lnTo>
                    <a:pt x="5675757" y="0"/>
                  </a:lnTo>
                  <a:lnTo>
                    <a:pt x="5674943" y="0"/>
                  </a:lnTo>
                  <a:lnTo>
                    <a:pt x="5674128" y="0"/>
                  </a:lnTo>
                  <a:lnTo>
                    <a:pt x="5673313" y="0"/>
                  </a:lnTo>
                  <a:lnTo>
                    <a:pt x="5672498" y="0"/>
                  </a:lnTo>
                  <a:lnTo>
                    <a:pt x="5671683" y="0"/>
                  </a:lnTo>
                  <a:lnTo>
                    <a:pt x="5670869" y="0"/>
                  </a:lnTo>
                  <a:lnTo>
                    <a:pt x="5670054" y="0"/>
                  </a:lnTo>
                  <a:lnTo>
                    <a:pt x="5669239" y="0"/>
                  </a:lnTo>
                  <a:lnTo>
                    <a:pt x="5668424" y="0"/>
                  </a:lnTo>
                  <a:lnTo>
                    <a:pt x="5667610" y="0"/>
                  </a:lnTo>
                  <a:lnTo>
                    <a:pt x="5666795" y="0"/>
                  </a:lnTo>
                  <a:lnTo>
                    <a:pt x="5665980" y="0"/>
                  </a:lnTo>
                  <a:lnTo>
                    <a:pt x="5665165" y="0"/>
                  </a:lnTo>
                  <a:lnTo>
                    <a:pt x="5664350" y="0"/>
                  </a:lnTo>
                  <a:lnTo>
                    <a:pt x="5663536" y="0"/>
                  </a:lnTo>
                  <a:lnTo>
                    <a:pt x="5662721" y="0"/>
                  </a:lnTo>
                  <a:lnTo>
                    <a:pt x="5661906" y="0"/>
                  </a:lnTo>
                  <a:lnTo>
                    <a:pt x="5661091" y="0"/>
                  </a:lnTo>
                  <a:lnTo>
                    <a:pt x="5660277" y="0"/>
                  </a:lnTo>
                  <a:lnTo>
                    <a:pt x="5659462" y="0"/>
                  </a:lnTo>
                  <a:lnTo>
                    <a:pt x="5658647" y="0"/>
                  </a:lnTo>
                  <a:lnTo>
                    <a:pt x="5657832" y="0"/>
                  </a:lnTo>
                  <a:lnTo>
                    <a:pt x="5657017" y="0"/>
                  </a:lnTo>
                  <a:lnTo>
                    <a:pt x="5656203" y="0"/>
                  </a:lnTo>
                  <a:lnTo>
                    <a:pt x="5655388" y="0"/>
                  </a:lnTo>
                  <a:lnTo>
                    <a:pt x="5654573" y="0"/>
                  </a:lnTo>
                  <a:lnTo>
                    <a:pt x="5653758" y="0"/>
                  </a:lnTo>
                  <a:lnTo>
                    <a:pt x="5652943" y="0"/>
                  </a:lnTo>
                  <a:lnTo>
                    <a:pt x="5652129" y="0"/>
                  </a:lnTo>
                  <a:lnTo>
                    <a:pt x="5651314" y="0"/>
                  </a:lnTo>
                  <a:lnTo>
                    <a:pt x="5650499" y="0"/>
                  </a:lnTo>
                  <a:lnTo>
                    <a:pt x="5649684" y="0"/>
                  </a:lnTo>
                  <a:lnTo>
                    <a:pt x="5648870" y="0"/>
                  </a:lnTo>
                  <a:lnTo>
                    <a:pt x="5648055" y="0"/>
                  </a:lnTo>
                  <a:lnTo>
                    <a:pt x="5647240" y="0"/>
                  </a:lnTo>
                  <a:lnTo>
                    <a:pt x="5646425" y="0"/>
                  </a:lnTo>
                  <a:lnTo>
                    <a:pt x="5645610" y="0"/>
                  </a:lnTo>
                  <a:lnTo>
                    <a:pt x="5644796" y="0"/>
                  </a:lnTo>
                  <a:lnTo>
                    <a:pt x="5643981" y="0"/>
                  </a:lnTo>
                  <a:lnTo>
                    <a:pt x="5643166" y="0"/>
                  </a:lnTo>
                  <a:lnTo>
                    <a:pt x="5642351" y="0"/>
                  </a:lnTo>
                  <a:lnTo>
                    <a:pt x="5641537" y="0"/>
                  </a:lnTo>
                  <a:lnTo>
                    <a:pt x="5640722" y="0"/>
                  </a:lnTo>
                  <a:lnTo>
                    <a:pt x="5639907" y="0"/>
                  </a:lnTo>
                  <a:lnTo>
                    <a:pt x="5639092" y="0"/>
                  </a:lnTo>
                  <a:lnTo>
                    <a:pt x="5638277" y="0"/>
                  </a:lnTo>
                  <a:lnTo>
                    <a:pt x="5637463" y="0"/>
                  </a:lnTo>
                  <a:lnTo>
                    <a:pt x="5636648" y="0"/>
                  </a:lnTo>
                  <a:lnTo>
                    <a:pt x="5635833" y="0"/>
                  </a:lnTo>
                  <a:lnTo>
                    <a:pt x="5635018" y="0"/>
                  </a:lnTo>
                  <a:lnTo>
                    <a:pt x="5634204" y="0"/>
                  </a:lnTo>
                  <a:lnTo>
                    <a:pt x="5633389" y="0"/>
                  </a:lnTo>
                  <a:lnTo>
                    <a:pt x="5632574" y="0"/>
                  </a:lnTo>
                  <a:lnTo>
                    <a:pt x="5631759" y="0"/>
                  </a:lnTo>
                  <a:lnTo>
                    <a:pt x="5630944" y="0"/>
                  </a:lnTo>
                  <a:lnTo>
                    <a:pt x="5630130" y="0"/>
                  </a:lnTo>
                  <a:lnTo>
                    <a:pt x="5629315" y="0"/>
                  </a:lnTo>
                  <a:lnTo>
                    <a:pt x="5628500" y="0"/>
                  </a:lnTo>
                  <a:lnTo>
                    <a:pt x="5627685" y="0"/>
                  </a:lnTo>
                  <a:lnTo>
                    <a:pt x="5626871" y="0"/>
                  </a:lnTo>
                  <a:lnTo>
                    <a:pt x="5626056" y="0"/>
                  </a:lnTo>
                  <a:lnTo>
                    <a:pt x="5625241" y="0"/>
                  </a:lnTo>
                  <a:lnTo>
                    <a:pt x="5624426" y="0"/>
                  </a:lnTo>
                  <a:lnTo>
                    <a:pt x="5623611" y="0"/>
                  </a:lnTo>
                  <a:lnTo>
                    <a:pt x="5622797" y="0"/>
                  </a:lnTo>
                  <a:lnTo>
                    <a:pt x="5621982" y="0"/>
                  </a:lnTo>
                  <a:lnTo>
                    <a:pt x="5621167" y="0"/>
                  </a:lnTo>
                  <a:lnTo>
                    <a:pt x="5620352" y="0"/>
                  </a:lnTo>
                  <a:lnTo>
                    <a:pt x="5619538" y="0"/>
                  </a:lnTo>
                  <a:lnTo>
                    <a:pt x="5618723" y="0"/>
                  </a:lnTo>
                  <a:lnTo>
                    <a:pt x="5617908" y="0"/>
                  </a:lnTo>
                  <a:lnTo>
                    <a:pt x="5617093" y="0"/>
                  </a:lnTo>
                  <a:lnTo>
                    <a:pt x="5616278" y="0"/>
                  </a:lnTo>
                  <a:lnTo>
                    <a:pt x="5615464" y="0"/>
                  </a:lnTo>
                  <a:lnTo>
                    <a:pt x="5614649" y="0"/>
                  </a:lnTo>
                  <a:lnTo>
                    <a:pt x="5613834" y="0"/>
                  </a:lnTo>
                  <a:lnTo>
                    <a:pt x="5613019" y="0"/>
                  </a:lnTo>
                  <a:lnTo>
                    <a:pt x="5612204" y="0"/>
                  </a:lnTo>
                  <a:lnTo>
                    <a:pt x="5611390" y="0"/>
                  </a:lnTo>
                  <a:lnTo>
                    <a:pt x="5610575" y="0"/>
                  </a:lnTo>
                  <a:lnTo>
                    <a:pt x="5609760" y="0"/>
                  </a:lnTo>
                  <a:lnTo>
                    <a:pt x="5608945" y="0"/>
                  </a:lnTo>
                  <a:lnTo>
                    <a:pt x="5608131" y="0"/>
                  </a:lnTo>
                  <a:lnTo>
                    <a:pt x="5607316" y="0"/>
                  </a:lnTo>
                  <a:lnTo>
                    <a:pt x="5606501" y="0"/>
                  </a:lnTo>
                  <a:lnTo>
                    <a:pt x="5605686" y="0"/>
                  </a:lnTo>
                  <a:lnTo>
                    <a:pt x="5604871" y="0"/>
                  </a:lnTo>
                  <a:lnTo>
                    <a:pt x="5604057" y="0"/>
                  </a:lnTo>
                  <a:lnTo>
                    <a:pt x="5603242" y="0"/>
                  </a:lnTo>
                  <a:lnTo>
                    <a:pt x="5602427" y="0"/>
                  </a:lnTo>
                  <a:lnTo>
                    <a:pt x="5601612" y="0"/>
                  </a:lnTo>
                  <a:lnTo>
                    <a:pt x="5600798" y="0"/>
                  </a:lnTo>
                  <a:lnTo>
                    <a:pt x="5599983" y="0"/>
                  </a:lnTo>
                  <a:lnTo>
                    <a:pt x="5599168" y="0"/>
                  </a:lnTo>
                  <a:lnTo>
                    <a:pt x="5598353" y="0"/>
                  </a:lnTo>
                  <a:lnTo>
                    <a:pt x="5597538" y="0"/>
                  </a:lnTo>
                  <a:lnTo>
                    <a:pt x="5596724" y="0"/>
                  </a:lnTo>
                  <a:lnTo>
                    <a:pt x="5595909" y="0"/>
                  </a:lnTo>
                  <a:lnTo>
                    <a:pt x="5595094" y="0"/>
                  </a:lnTo>
                  <a:lnTo>
                    <a:pt x="5594279" y="0"/>
                  </a:lnTo>
                  <a:lnTo>
                    <a:pt x="5593465" y="0"/>
                  </a:lnTo>
                  <a:lnTo>
                    <a:pt x="5592650" y="0"/>
                  </a:lnTo>
                  <a:lnTo>
                    <a:pt x="5591835" y="0"/>
                  </a:lnTo>
                  <a:lnTo>
                    <a:pt x="5591020" y="0"/>
                  </a:lnTo>
                  <a:lnTo>
                    <a:pt x="5590205" y="0"/>
                  </a:lnTo>
                  <a:lnTo>
                    <a:pt x="5589391" y="0"/>
                  </a:lnTo>
                  <a:lnTo>
                    <a:pt x="5588576" y="0"/>
                  </a:lnTo>
                  <a:lnTo>
                    <a:pt x="5587761" y="0"/>
                  </a:lnTo>
                  <a:lnTo>
                    <a:pt x="5586946" y="0"/>
                  </a:lnTo>
                  <a:lnTo>
                    <a:pt x="5586132" y="0"/>
                  </a:lnTo>
                  <a:lnTo>
                    <a:pt x="5585317" y="0"/>
                  </a:lnTo>
                  <a:lnTo>
                    <a:pt x="5584502" y="0"/>
                  </a:lnTo>
                  <a:lnTo>
                    <a:pt x="5583687" y="0"/>
                  </a:lnTo>
                  <a:lnTo>
                    <a:pt x="5582872" y="0"/>
                  </a:lnTo>
                  <a:lnTo>
                    <a:pt x="5582058" y="0"/>
                  </a:lnTo>
                  <a:lnTo>
                    <a:pt x="5581243" y="0"/>
                  </a:lnTo>
                  <a:lnTo>
                    <a:pt x="5580428" y="0"/>
                  </a:lnTo>
                  <a:lnTo>
                    <a:pt x="5579613" y="0"/>
                  </a:lnTo>
                  <a:lnTo>
                    <a:pt x="5578799" y="0"/>
                  </a:lnTo>
                  <a:lnTo>
                    <a:pt x="5577984" y="0"/>
                  </a:lnTo>
                  <a:lnTo>
                    <a:pt x="5577169" y="0"/>
                  </a:lnTo>
                  <a:lnTo>
                    <a:pt x="5576354" y="0"/>
                  </a:lnTo>
                  <a:lnTo>
                    <a:pt x="5575539" y="0"/>
                  </a:lnTo>
                  <a:lnTo>
                    <a:pt x="5574725" y="0"/>
                  </a:lnTo>
                  <a:lnTo>
                    <a:pt x="5573910" y="0"/>
                  </a:lnTo>
                  <a:lnTo>
                    <a:pt x="5573095" y="0"/>
                  </a:lnTo>
                  <a:lnTo>
                    <a:pt x="5572280" y="0"/>
                  </a:lnTo>
                  <a:lnTo>
                    <a:pt x="5571465" y="0"/>
                  </a:lnTo>
                  <a:lnTo>
                    <a:pt x="5570651" y="0"/>
                  </a:lnTo>
                  <a:lnTo>
                    <a:pt x="5569836" y="0"/>
                  </a:lnTo>
                  <a:lnTo>
                    <a:pt x="5569021" y="0"/>
                  </a:lnTo>
                  <a:lnTo>
                    <a:pt x="5568206" y="0"/>
                  </a:lnTo>
                  <a:lnTo>
                    <a:pt x="5567392" y="0"/>
                  </a:lnTo>
                  <a:lnTo>
                    <a:pt x="5566577" y="0"/>
                  </a:lnTo>
                  <a:lnTo>
                    <a:pt x="5565762" y="0"/>
                  </a:lnTo>
                  <a:lnTo>
                    <a:pt x="5564947" y="0"/>
                  </a:lnTo>
                  <a:lnTo>
                    <a:pt x="5564132" y="0"/>
                  </a:lnTo>
                  <a:lnTo>
                    <a:pt x="5563318" y="0"/>
                  </a:lnTo>
                  <a:lnTo>
                    <a:pt x="5562503" y="0"/>
                  </a:lnTo>
                  <a:lnTo>
                    <a:pt x="5561688" y="0"/>
                  </a:lnTo>
                  <a:lnTo>
                    <a:pt x="5560873" y="0"/>
                  </a:lnTo>
                  <a:lnTo>
                    <a:pt x="5560059" y="0"/>
                  </a:lnTo>
                  <a:lnTo>
                    <a:pt x="5559244" y="0"/>
                  </a:lnTo>
                  <a:lnTo>
                    <a:pt x="5558429" y="0"/>
                  </a:lnTo>
                  <a:lnTo>
                    <a:pt x="5557614" y="0"/>
                  </a:lnTo>
                  <a:lnTo>
                    <a:pt x="5556799" y="0"/>
                  </a:lnTo>
                  <a:lnTo>
                    <a:pt x="5555985" y="0"/>
                  </a:lnTo>
                  <a:lnTo>
                    <a:pt x="5555170" y="0"/>
                  </a:lnTo>
                  <a:lnTo>
                    <a:pt x="5554355" y="0"/>
                  </a:lnTo>
                  <a:lnTo>
                    <a:pt x="5553540" y="0"/>
                  </a:lnTo>
                  <a:lnTo>
                    <a:pt x="5552726" y="0"/>
                  </a:lnTo>
                  <a:lnTo>
                    <a:pt x="5551911" y="0"/>
                  </a:lnTo>
                  <a:lnTo>
                    <a:pt x="5551096" y="0"/>
                  </a:lnTo>
                  <a:lnTo>
                    <a:pt x="5550281" y="0"/>
                  </a:lnTo>
                  <a:lnTo>
                    <a:pt x="5549466" y="0"/>
                  </a:lnTo>
                  <a:lnTo>
                    <a:pt x="5548652" y="0"/>
                  </a:lnTo>
                  <a:lnTo>
                    <a:pt x="5547837" y="0"/>
                  </a:lnTo>
                  <a:lnTo>
                    <a:pt x="5547022" y="0"/>
                  </a:lnTo>
                  <a:lnTo>
                    <a:pt x="5546207" y="0"/>
                  </a:lnTo>
                  <a:lnTo>
                    <a:pt x="5545393" y="0"/>
                  </a:lnTo>
                  <a:lnTo>
                    <a:pt x="5544578" y="0"/>
                  </a:lnTo>
                  <a:lnTo>
                    <a:pt x="5543763" y="0"/>
                  </a:lnTo>
                  <a:lnTo>
                    <a:pt x="5542948" y="0"/>
                  </a:lnTo>
                  <a:lnTo>
                    <a:pt x="5542133" y="0"/>
                  </a:lnTo>
                  <a:lnTo>
                    <a:pt x="5541319" y="0"/>
                  </a:lnTo>
                  <a:lnTo>
                    <a:pt x="5540504" y="0"/>
                  </a:lnTo>
                  <a:lnTo>
                    <a:pt x="5539689" y="0"/>
                  </a:lnTo>
                  <a:lnTo>
                    <a:pt x="5538874" y="0"/>
                  </a:lnTo>
                  <a:lnTo>
                    <a:pt x="5538060" y="0"/>
                  </a:lnTo>
                  <a:lnTo>
                    <a:pt x="5537245" y="0"/>
                  </a:lnTo>
                  <a:lnTo>
                    <a:pt x="5536430" y="0"/>
                  </a:lnTo>
                  <a:lnTo>
                    <a:pt x="5535615" y="0"/>
                  </a:lnTo>
                  <a:lnTo>
                    <a:pt x="5534800" y="0"/>
                  </a:lnTo>
                  <a:lnTo>
                    <a:pt x="5533986" y="0"/>
                  </a:lnTo>
                  <a:lnTo>
                    <a:pt x="5533171" y="0"/>
                  </a:lnTo>
                  <a:lnTo>
                    <a:pt x="5532356" y="0"/>
                  </a:lnTo>
                  <a:lnTo>
                    <a:pt x="5531541" y="0"/>
                  </a:lnTo>
                  <a:lnTo>
                    <a:pt x="5530726" y="0"/>
                  </a:lnTo>
                  <a:lnTo>
                    <a:pt x="5529912" y="0"/>
                  </a:lnTo>
                  <a:lnTo>
                    <a:pt x="5529097" y="0"/>
                  </a:lnTo>
                  <a:lnTo>
                    <a:pt x="5528282" y="0"/>
                  </a:lnTo>
                  <a:lnTo>
                    <a:pt x="5527467" y="0"/>
                  </a:lnTo>
                  <a:lnTo>
                    <a:pt x="5526653" y="0"/>
                  </a:lnTo>
                  <a:lnTo>
                    <a:pt x="5525838" y="0"/>
                  </a:lnTo>
                  <a:lnTo>
                    <a:pt x="5525023" y="0"/>
                  </a:lnTo>
                  <a:lnTo>
                    <a:pt x="5524208" y="0"/>
                  </a:lnTo>
                  <a:lnTo>
                    <a:pt x="5523393" y="0"/>
                  </a:lnTo>
                  <a:lnTo>
                    <a:pt x="5522579" y="0"/>
                  </a:lnTo>
                  <a:lnTo>
                    <a:pt x="5521764" y="0"/>
                  </a:lnTo>
                  <a:lnTo>
                    <a:pt x="5520949" y="0"/>
                  </a:lnTo>
                  <a:lnTo>
                    <a:pt x="5520134" y="0"/>
                  </a:lnTo>
                  <a:lnTo>
                    <a:pt x="5519320" y="0"/>
                  </a:lnTo>
                  <a:lnTo>
                    <a:pt x="5518505" y="0"/>
                  </a:lnTo>
                  <a:lnTo>
                    <a:pt x="5517690" y="0"/>
                  </a:lnTo>
                  <a:lnTo>
                    <a:pt x="5516875" y="0"/>
                  </a:lnTo>
                  <a:lnTo>
                    <a:pt x="5516060" y="0"/>
                  </a:lnTo>
                  <a:lnTo>
                    <a:pt x="5515246" y="0"/>
                  </a:lnTo>
                  <a:lnTo>
                    <a:pt x="5514431" y="0"/>
                  </a:lnTo>
                  <a:lnTo>
                    <a:pt x="5513616" y="0"/>
                  </a:lnTo>
                  <a:lnTo>
                    <a:pt x="5512801" y="0"/>
                  </a:lnTo>
                  <a:lnTo>
                    <a:pt x="5511987" y="0"/>
                  </a:lnTo>
                  <a:lnTo>
                    <a:pt x="5511172" y="0"/>
                  </a:lnTo>
                  <a:lnTo>
                    <a:pt x="5510357" y="0"/>
                  </a:lnTo>
                  <a:lnTo>
                    <a:pt x="5509542" y="0"/>
                  </a:lnTo>
                  <a:lnTo>
                    <a:pt x="5508727" y="0"/>
                  </a:lnTo>
                  <a:lnTo>
                    <a:pt x="5507913" y="0"/>
                  </a:lnTo>
                  <a:lnTo>
                    <a:pt x="5507098" y="0"/>
                  </a:lnTo>
                  <a:lnTo>
                    <a:pt x="5506283" y="0"/>
                  </a:lnTo>
                  <a:lnTo>
                    <a:pt x="5505468" y="0"/>
                  </a:lnTo>
                  <a:lnTo>
                    <a:pt x="5504654" y="0"/>
                  </a:lnTo>
                  <a:lnTo>
                    <a:pt x="5503839" y="0"/>
                  </a:lnTo>
                  <a:lnTo>
                    <a:pt x="5503024" y="0"/>
                  </a:lnTo>
                  <a:lnTo>
                    <a:pt x="5502209" y="0"/>
                  </a:lnTo>
                  <a:lnTo>
                    <a:pt x="5501394" y="0"/>
                  </a:lnTo>
                  <a:lnTo>
                    <a:pt x="5500580" y="0"/>
                  </a:lnTo>
                  <a:lnTo>
                    <a:pt x="5499765" y="0"/>
                  </a:lnTo>
                  <a:lnTo>
                    <a:pt x="5498950" y="0"/>
                  </a:lnTo>
                  <a:lnTo>
                    <a:pt x="5498135" y="0"/>
                  </a:lnTo>
                  <a:lnTo>
                    <a:pt x="5497321" y="0"/>
                  </a:lnTo>
                  <a:lnTo>
                    <a:pt x="5496506" y="0"/>
                  </a:lnTo>
                  <a:lnTo>
                    <a:pt x="5495691" y="0"/>
                  </a:lnTo>
                  <a:lnTo>
                    <a:pt x="5494876" y="0"/>
                  </a:lnTo>
                  <a:lnTo>
                    <a:pt x="5494061" y="0"/>
                  </a:lnTo>
                  <a:lnTo>
                    <a:pt x="5493247" y="0"/>
                  </a:lnTo>
                  <a:lnTo>
                    <a:pt x="5492432" y="0"/>
                  </a:lnTo>
                  <a:lnTo>
                    <a:pt x="5491617" y="0"/>
                  </a:lnTo>
                  <a:lnTo>
                    <a:pt x="5490802" y="0"/>
                  </a:lnTo>
                  <a:lnTo>
                    <a:pt x="5489987" y="0"/>
                  </a:lnTo>
                  <a:lnTo>
                    <a:pt x="5489173" y="0"/>
                  </a:lnTo>
                  <a:lnTo>
                    <a:pt x="5488358" y="0"/>
                  </a:lnTo>
                  <a:lnTo>
                    <a:pt x="5487543" y="0"/>
                  </a:lnTo>
                  <a:lnTo>
                    <a:pt x="5486728" y="0"/>
                  </a:lnTo>
                  <a:lnTo>
                    <a:pt x="5485914" y="0"/>
                  </a:lnTo>
                  <a:lnTo>
                    <a:pt x="5485099" y="0"/>
                  </a:lnTo>
                  <a:lnTo>
                    <a:pt x="5484284" y="0"/>
                  </a:lnTo>
                  <a:lnTo>
                    <a:pt x="5483469" y="0"/>
                  </a:lnTo>
                  <a:lnTo>
                    <a:pt x="5482654" y="0"/>
                  </a:lnTo>
                  <a:lnTo>
                    <a:pt x="5481840" y="0"/>
                  </a:lnTo>
                  <a:lnTo>
                    <a:pt x="5481025" y="0"/>
                  </a:lnTo>
                  <a:lnTo>
                    <a:pt x="5480210" y="0"/>
                  </a:lnTo>
                  <a:lnTo>
                    <a:pt x="5479395" y="0"/>
                  </a:lnTo>
                  <a:lnTo>
                    <a:pt x="5478581" y="0"/>
                  </a:lnTo>
                  <a:lnTo>
                    <a:pt x="5477766" y="0"/>
                  </a:lnTo>
                  <a:lnTo>
                    <a:pt x="5476951" y="0"/>
                  </a:lnTo>
                  <a:lnTo>
                    <a:pt x="5476136" y="0"/>
                  </a:lnTo>
                  <a:lnTo>
                    <a:pt x="5475321" y="0"/>
                  </a:lnTo>
                  <a:lnTo>
                    <a:pt x="5474507" y="0"/>
                  </a:lnTo>
                  <a:lnTo>
                    <a:pt x="5473692" y="0"/>
                  </a:lnTo>
                  <a:lnTo>
                    <a:pt x="5472877" y="0"/>
                  </a:lnTo>
                  <a:lnTo>
                    <a:pt x="5472062" y="0"/>
                  </a:lnTo>
                  <a:lnTo>
                    <a:pt x="5471248" y="0"/>
                  </a:lnTo>
                  <a:lnTo>
                    <a:pt x="5470433" y="0"/>
                  </a:lnTo>
                  <a:lnTo>
                    <a:pt x="5469618" y="0"/>
                  </a:lnTo>
                  <a:lnTo>
                    <a:pt x="5468803" y="0"/>
                  </a:lnTo>
                  <a:lnTo>
                    <a:pt x="5467988" y="0"/>
                  </a:lnTo>
                  <a:lnTo>
                    <a:pt x="5467174" y="0"/>
                  </a:lnTo>
                  <a:lnTo>
                    <a:pt x="5466359" y="0"/>
                  </a:lnTo>
                  <a:lnTo>
                    <a:pt x="5465544" y="0"/>
                  </a:lnTo>
                  <a:lnTo>
                    <a:pt x="5464729" y="0"/>
                  </a:lnTo>
                  <a:lnTo>
                    <a:pt x="5463915" y="0"/>
                  </a:lnTo>
                  <a:lnTo>
                    <a:pt x="5463100" y="0"/>
                  </a:lnTo>
                  <a:lnTo>
                    <a:pt x="5462285" y="0"/>
                  </a:lnTo>
                  <a:lnTo>
                    <a:pt x="5461470" y="0"/>
                  </a:lnTo>
                  <a:lnTo>
                    <a:pt x="5460655" y="0"/>
                  </a:lnTo>
                  <a:lnTo>
                    <a:pt x="5459841" y="0"/>
                  </a:lnTo>
                  <a:lnTo>
                    <a:pt x="5459026" y="0"/>
                  </a:lnTo>
                  <a:lnTo>
                    <a:pt x="5458211" y="0"/>
                  </a:lnTo>
                  <a:lnTo>
                    <a:pt x="5457396" y="0"/>
                  </a:lnTo>
                  <a:lnTo>
                    <a:pt x="5456581" y="0"/>
                  </a:lnTo>
                  <a:lnTo>
                    <a:pt x="5455767" y="0"/>
                  </a:lnTo>
                  <a:lnTo>
                    <a:pt x="5454952" y="0"/>
                  </a:lnTo>
                  <a:lnTo>
                    <a:pt x="5454137" y="0"/>
                  </a:lnTo>
                  <a:lnTo>
                    <a:pt x="5453322" y="0"/>
                  </a:lnTo>
                  <a:lnTo>
                    <a:pt x="5452508" y="0"/>
                  </a:lnTo>
                  <a:lnTo>
                    <a:pt x="5451693" y="0"/>
                  </a:lnTo>
                  <a:lnTo>
                    <a:pt x="5450878" y="0"/>
                  </a:lnTo>
                  <a:lnTo>
                    <a:pt x="5450063" y="0"/>
                  </a:lnTo>
                  <a:lnTo>
                    <a:pt x="5449248" y="0"/>
                  </a:lnTo>
                  <a:lnTo>
                    <a:pt x="5448434" y="0"/>
                  </a:lnTo>
                  <a:lnTo>
                    <a:pt x="5447619" y="0"/>
                  </a:lnTo>
                  <a:lnTo>
                    <a:pt x="5446804" y="0"/>
                  </a:lnTo>
                  <a:lnTo>
                    <a:pt x="5445989" y="0"/>
                  </a:lnTo>
                  <a:lnTo>
                    <a:pt x="5445175" y="0"/>
                  </a:lnTo>
                  <a:lnTo>
                    <a:pt x="5444360" y="0"/>
                  </a:lnTo>
                  <a:lnTo>
                    <a:pt x="5443545" y="0"/>
                  </a:lnTo>
                  <a:lnTo>
                    <a:pt x="5442730" y="0"/>
                  </a:lnTo>
                  <a:lnTo>
                    <a:pt x="5441915" y="0"/>
                  </a:lnTo>
                  <a:lnTo>
                    <a:pt x="5441101" y="0"/>
                  </a:lnTo>
                  <a:lnTo>
                    <a:pt x="5440286" y="0"/>
                  </a:lnTo>
                  <a:lnTo>
                    <a:pt x="5439471" y="0"/>
                  </a:lnTo>
                  <a:lnTo>
                    <a:pt x="5438656" y="0"/>
                  </a:lnTo>
                  <a:lnTo>
                    <a:pt x="5437842" y="0"/>
                  </a:lnTo>
                  <a:lnTo>
                    <a:pt x="5437027" y="0"/>
                  </a:lnTo>
                  <a:lnTo>
                    <a:pt x="5436212" y="0"/>
                  </a:lnTo>
                  <a:lnTo>
                    <a:pt x="5435397" y="0"/>
                  </a:lnTo>
                  <a:lnTo>
                    <a:pt x="5434582" y="0"/>
                  </a:lnTo>
                  <a:lnTo>
                    <a:pt x="5433768" y="0"/>
                  </a:lnTo>
                  <a:lnTo>
                    <a:pt x="5432953" y="0"/>
                  </a:lnTo>
                  <a:lnTo>
                    <a:pt x="5432138" y="0"/>
                  </a:lnTo>
                  <a:lnTo>
                    <a:pt x="5431323" y="0"/>
                  </a:lnTo>
                  <a:lnTo>
                    <a:pt x="5430509" y="0"/>
                  </a:lnTo>
                  <a:lnTo>
                    <a:pt x="5429694" y="0"/>
                  </a:lnTo>
                  <a:lnTo>
                    <a:pt x="5428879" y="0"/>
                  </a:lnTo>
                  <a:lnTo>
                    <a:pt x="5428064" y="0"/>
                  </a:lnTo>
                  <a:lnTo>
                    <a:pt x="5427249" y="0"/>
                  </a:lnTo>
                  <a:lnTo>
                    <a:pt x="5426435" y="0"/>
                  </a:lnTo>
                  <a:lnTo>
                    <a:pt x="5425620" y="0"/>
                  </a:lnTo>
                  <a:lnTo>
                    <a:pt x="5424805" y="0"/>
                  </a:lnTo>
                  <a:lnTo>
                    <a:pt x="5423990" y="0"/>
                  </a:lnTo>
                  <a:lnTo>
                    <a:pt x="5423176" y="0"/>
                  </a:lnTo>
                  <a:lnTo>
                    <a:pt x="5422361" y="0"/>
                  </a:lnTo>
                  <a:lnTo>
                    <a:pt x="5421546" y="0"/>
                  </a:lnTo>
                  <a:lnTo>
                    <a:pt x="5420731" y="0"/>
                  </a:lnTo>
                  <a:lnTo>
                    <a:pt x="5419916" y="0"/>
                  </a:lnTo>
                  <a:lnTo>
                    <a:pt x="5419102" y="0"/>
                  </a:lnTo>
                  <a:lnTo>
                    <a:pt x="5418287" y="0"/>
                  </a:lnTo>
                  <a:lnTo>
                    <a:pt x="5417472" y="0"/>
                  </a:lnTo>
                  <a:lnTo>
                    <a:pt x="5416657" y="0"/>
                  </a:lnTo>
                  <a:lnTo>
                    <a:pt x="5415842" y="0"/>
                  </a:lnTo>
                  <a:lnTo>
                    <a:pt x="5415028" y="0"/>
                  </a:lnTo>
                  <a:lnTo>
                    <a:pt x="5414213" y="0"/>
                  </a:lnTo>
                  <a:lnTo>
                    <a:pt x="5413398" y="0"/>
                  </a:lnTo>
                  <a:lnTo>
                    <a:pt x="5412583" y="0"/>
                  </a:lnTo>
                  <a:lnTo>
                    <a:pt x="5411769" y="0"/>
                  </a:lnTo>
                  <a:lnTo>
                    <a:pt x="5410954" y="0"/>
                  </a:lnTo>
                  <a:lnTo>
                    <a:pt x="5410139" y="0"/>
                  </a:lnTo>
                  <a:lnTo>
                    <a:pt x="5409324" y="0"/>
                  </a:lnTo>
                  <a:lnTo>
                    <a:pt x="5408509" y="0"/>
                  </a:lnTo>
                  <a:lnTo>
                    <a:pt x="5407695" y="0"/>
                  </a:lnTo>
                  <a:lnTo>
                    <a:pt x="5406880" y="0"/>
                  </a:lnTo>
                  <a:lnTo>
                    <a:pt x="5406065" y="0"/>
                  </a:lnTo>
                  <a:lnTo>
                    <a:pt x="5405250" y="0"/>
                  </a:lnTo>
                  <a:lnTo>
                    <a:pt x="5404436" y="0"/>
                  </a:lnTo>
                  <a:lnTo>
                    <a:pt x="5403621" y="0"/>
                  </a:lnTo>
                  <a:lnTo>
                    <a:pt x="5402806" y="0"/>
                  </a:lnTo>
                  <a:lnTo>
                    <a:pt x="5401991" y="0"/>
                  </a:lnTo>
                  <a:lnTo>
                    <a:pt x="5401176" y="0"/>
                  </a:lnTo>
                  <a:lnTo>
                    <a:pt x="5400362" y="0"/>
                  </a:lnTo>
                  <a:lnTo>
                    <a:pt x="5399547" y="0"/>
                  </a:lnTo>
                  <a:lnTo>
                    <a:pt x="5398732" y="0"/>
                  </a:lnTo>
                  <a:lnTo>
                    <a:pt x="5397917" y="0"/>
                  </a:lnTo>
                  <a:lnTo>
                    <a:pt x="5397103" y="0"/>
                  </a:lnTo>
                  <a:lnTo>
                    <a:pt x="5396288" y="0"/>
                  </a:lnTo>
                  <a:lnTo>
                    <a:pt x="5395473" y="0"/>
                  </a:lnTo>
                  <a:lnTo>
                    <a:pt x="5394658" y="0"/>
                  </a:lnTo>
                  <a:lnTo>
                    <a:pt x="5393843" y="0"/>
                  </a:lnTo>
                  <a:lnTo>
                    <a:pt x="5393029" y="0"/>
                  </a:lnTo>
                  <a:lnTo>
                    <a:pt x="5392214" y="0"/>
                  </a:lnTo>
                  <a:lnTo>
                    <a:pt x="5391399" y="0"/>
                  </a:lnTo>
                  <a:lnTo>
                    <a:pt x="5390584" y="0"/>
                  </a:lnTo>
                  <a:lnTo>
                    <a:pt x="5389770" y="0"/>
                  </a:lnTo>
                  <a:lnTo>
                    <a:pt x="5388955" y="0"/>
                  </a:lnTo>
                  <a:lnTo>
                    <a:pt x="5388140" y="0"/>
                  </a:lnTo>
                  <a:lnTo>
                    <a:pt x="5387325" y="0"/>
                  </a:lnTo>
                  <a:lnTo>
                    <a:pt x="5386510" y="0"/>
                  </a:lnTo>
                  <a:lnTo>
                    <a:pt x="5385696" y="0"/>
                  </a:lnTo>
                  <a:lnTo>
                    <a:pt x="5384881" y="0"/>
                  </a:lnTo>
                  <a:lnTo>
                    <a:pt x="5384066" y="0"/>
                  </a:lnTo>
                  <a:lnTo>
                    <a:pt x="5383251" y="0"/>
                  </a:lnTo>
                  <a:lnTo>
                    <a:pt x="5382437" y="0"/>
                  </a:lnTo>
                  <a:lnTo>
                    <a:pt x="5381622" y="0"/>
                  </a:lnTo>
                  <a:lnTo>
                    <a:pt x="5380807" y="0"/>
                  </a:lnTo>
                  <a:lnTo>
                    <a:pt x="5379992" y="0"/>
                  </a:lnTo>
                  <a:lnTo>
                    <a:pt x="5379177" y="0"/>
                  </a:lnTo>
                  <a:lnTo>
                    <a:pt x="5378363" y="0"/>
                  </a:lnTo>
                  <a:lnTo>
                    <a:pt x="5377548" y="0"/>
                  </a:lnTo>
                  <a:lnTo>
                    <a:pt x="5376733" y="0"/>
                  </a:lnTo>
                  <a:lnTo>
                    <a:pt x="5375918" y="0"/>
                  </a:lnTo>
                  <a:lnTo>
                    <a:pt x="5375103" y="0"/>
                  </a:lnTo>
                  <a:lnTo>
                    <a:pt x="5374289" y="0"/>
                  </a:lnTo>
                  <a:lnTo>
                    <a:pt x="5373474" y="0"/>
                  </a:lnTo>
                  <a:lnTo>
                    <a:pt x="5372659" y="0"/>
                  </a:lnTo>
                  <a:lnTo>
                    <a:pt x="5371844" y="0"/>
                  </a:lnTo>
                  <a:lnTo>
                    <a:pt x="5371030" y="0"/>
                  </a:lnTo>
                  <a:lnTo>
                    <a:pt x="5370215" y="0"/>
                  </a:lnTo>
                  <a:lnTo>
                    <a:pt x="5369400" y="0"/>
                  </a:lnTo>
                  <a:lnTo>
                    <a:pt x="5368585" y="0"/>
                  </a:lnTo>
                  <a:lnTo>
                    <a:pt x="5367770" y="0"/>
                  </a:lnTo>
                  <a:lnTo>
                    <a:pt x="5366956" y="0"/>
                  </a:lnTo>
                  <a:lnTo>
                    <a:pt x="5366141" y="0"/>
                  </a:lnTo>
                  <a:lnTo>
                    <a:pt x="5365326" y="0"/>
                  </a:lnTo>
                  <a:lnTo>
                    <a:pt x="5364511" y="0"/>
                  </a:lnTo>
                  <a:lnTo>
                    <a:pt x="5363697" y="0"/>
                  </a:lnTo>
                  <a:lnTo>
                    <a:pt x="5362882" y="0"/>
                  </a:lnTo>
                  <a:lnTo>
                    <a:pt x="5362067" y="0"/>
                  </a:lnTo>
                  <a:lnTo>
                    <a:pt x="5361252" y="0"/>
                  </a:lnTo>
                  <a:lnTo>
                    <a:pt x="5360437" y="0"/>
                  </a:lnTo>
                  <a:lnTo>
                    <a:pt x="5359623" y="0"/>
                  </a:lnTo>
                  <a:lnTo>
                    <a:pt x="5358808" y="0"/>
                  </a:lnTo>
                  <a:lnTo>
                    <a:pt x="5357993" y="0"/>
                  </a:lnTo>
                  <a:lnTo>
                    <a:pt x="5357178" y="0"/>
                  </a:lnTo>
                  <a:lnTo>
                    <a:pt x="5356364" y="0"/>
                  </a:lnTo>
                  <a:lnTo>
                    <a:pt x="5355549" y="0"/>
                  </a:lnTo>
                  <a:lnTo>
                    <a:pt x="5354734" y="0"/>
                  </a:lnTo>
                  <a:lnTo>
                    <a:pt x="5353919" y="0"/>
                  </a:lnTo>
                  <a:lnTo>
                    <a:pt x="5353104" y="0"/>
                  </a:lnTo>
                  <a:lnTo>
                    <a:pt x="5352290" y="0"/>
                  </a:lnTo>
                  <a:lnTo>
                    <a:pt x="5351475" y="0"/>
                  </a:lnTo>
                  <a:lnTo>
                    <a:pt x="5350660" y="0"/>
                  </a:lnTo>
                  <a:lnTo>
                    <a:pt x="5349845" y="0"/>
                  </a:lnTo>
                  <a:lnTo>
                    <a:pt x="5349031" y="0"/>
                  </a:lnTo>
                  <a:lnTo>
                    <a:pt x="5348216" y="0"/>
                  </a:lnTo>
                  <a:lnTo>
                    <a:pt x="5347401" y="0"/>
                  </a:lnTo>
                  <a:lnTo>
                    <a:pt x="5346586" y="0"/>
                  </a:lnTo>
                  <a:lnTo>
                    <a:pt x="5345771" y="0"/>
                  </a:lnTo>
                  <a:lnTo>
                    <a:pt x="5344957" y="0"/>
                  </a:lnTo>
                  <a:lnTo>
                    <a:pt x="5344142" y="0"/>
                  </a:lnTo>
                  <a:lnTo>
                    <a:pt x="5343327" y="0"/>
                  </a:lnTo>
                  <a:lnTo>
                    <a:pt x="5342512" y="0"/>
                  </a:lnTo>
                  <a:lnTo>
                    <a:pt x="5341698" y="0"/>
                  </a:lnTo>
                  <a:lnTo>
                    <a:pt x="5340883" y="0"/>
                  </a:lnTo>
                  <a:lnTo>
                    <a:pt x="5340068" y="0"/>
                  </a:lnTo>
                  <a:lnTo>
                    <a:pt x="5339253" y="0"/>
                  </a:lnTo>
                  <a:lnTo>
                    <a:pt x="5338438" y="0"/>
                  </a:lnTo>
                  <a:lnTo>
                    <a:pt x="5337624" y="0"/>
                  </a:lnTo>
                  <a:lnTo>
                    <a:pt x="5336809" y="0"/>
                  </a:lnTo>
                  <a:lnTo>
                    <a:pt x="5335994" y="0"/>
                  </a:lnTo>
                  <a:lnTo>
                    <a:pt x="5335179" y="0"/>
                  </a:lnTo>
                  <a:lnTo>
                    <a:pt x="5334364" y="0"/>
                  </a:lnTo>
                  <a:lnTo>
                    <a:pt x="5333550" y="0"/>
                  </a:lnTo>
                  <a:lnTo>
                    <a:pt x="5332735" y="0"/>
                  </a:lnTo>
                  <a:lnTo>
                    <a:pt x="5331920" y="0"/>
                  </a:lnTo>
                  <a:lnTo>
                    <a:pt x="5331105" y="0"/>
                  </a:lnTo>
                  <a:lnTo>
                    <a:pt x="5330291" y="0"/>
                  </a:lnTo>
                  <a:lnTo>
                    <a:pt x="5329476" y="0"/>
                  </a:lnTo>
                  <a:lnTo>
                    <a:pt x="5328661" y="0"/>
                  </a:lnTo>
                  <a:lnTo>
                    <a:pt x="5327846" y="0"/>
                  </a:lnTo>
                  <a:lnTo>
                    <a:pt x="5327031" y="0"/>
                  </a:lnTo>
                  <a:lnTo>
                    <a:pt x="5326217" y="0"/>
                  </a:lnTo>
                  <a:lnTo>
                    <a:pt x="5325402" y="0"/>
                  </a:lnTo>
                  <a:lnTo>
                    <a:pt x="5324587" y="0"/>
                  </a:lnTo>
                  <a:lnTo>
                    <a:pt x="5323772" y="0"/>
                  </a:lnTo>
                  <a:lnTo>
                    <a:pt x="5322958" y="0"/>
                  </a:lnTo>
                  <a:lnTo>
                    <a:pt x="5322143" y="0"/>
                  </a:lnTo>
                  <a:lnTo>
                    <a:pt x="5321328" y="0"/>
                  </a:lnTo>
                  <a:lnTo>
                    <a:pt x="5320513" y="0"/>
                  </a:lnTo>
                  <a:lnTo>
                    <a:pt x="5319698" y="0"/>
                  </a:lnTo>
                  <a:lnTo>
                    <a:pt x="5318884" y="0"/>
                  </a:lnTo>
                  <a:lnTo>
                    <a:pt x="5318069" y="0"/>
                  </a:lnTo>
                  <a:lnTo>
                    <a:pt x="5317254" y="0"/>
                  </a:lnTo>
                  <a:lnTo>
                    <a:pt x="5316439" y="0"/>
                  </a:lnTo>
                  <a:lnTo>
                    <a:pt x="5315625" y="0"/>
                  </a:lnTo>
                  <a:lnTo>
                    <a:pt x="5314810" y="0"/>
                  </a:lnTo>
                  <a:lnTo>
                    <a:pt x="5313995" y="0"/>
                  </a:lnTo>
                  <a:lnTo>
                    <a:pt x="5313180" y="0"/>
                  </a:lnTo>
                  <a:lnTo>
                    <a:pt x="5312365" y="0"/>
                  </a:lnTo>
                  <a:lnTo>
                    <a:pt x="5311551" y="0"/>
                  </a:lnTo>
                  <a:lnTo>
                    <a:pt x="5310736" y="0"/>
                  </a:lnTo>
                  <a:lnTo>
                    <a:pt x="5309921" y="0"/>
                  </a:lnTo>
                  <a:lnTo>
                    <a:pt x="5309106" y="0"/>
                  </a:lnTo>
                  <a:lnTo>
                    <a:pt x="5308292" y="0"/>
                  </a:lnTo>
                  <a:lnTo>
                    <a:pt x="5307477" y="0"/>
                  </a:lnTo>
                  <a:lnTo>
                    <a:pt x="5306662" y="0"/>
                  </a:lnTo>
                  <a:lnTo>
                    <a:pt x="5305847" y="0"/>
                  </a:lnTo>
                  <a:lnTo>
                    <a:pt x="5305032" y="0"/>
                  </a:lnTo>
                  <a:lnTo>
                    <a:pt x="5304218" y="0"/>
                  </a:lnTo>
                  <a:lnTo>
                    <a:pt x="5303403" y="0"/>
                  </a:lnTo>
                  <a:lnTo>
                    <a:pt x="5302588" y="0"/>
                  </a:lnTo>
                  <a:lnTo>
                    <a:pt x="5301773" y="0"/>
                  </a:lnTo>
                  <a:lnTo>
                    <a:pt x="5300959" y="0"/>
                  </a:lnTo>
                  <a:lnTo>
                    <a:pt x="5300144" y="0"/>
                  </a:lnTo>
                  <a:lnTo>
                    <a:pt x="5299329" y="0"/>
                  </a:lnTo>
                  <a:lnTo>
                    <a:pt x="5298514" y="0"/>
                  </a:lnTo>
                  <a:lnTo>
                    <a:pt x="5297699" y="0"/>
                  </a:lnTo>
                  <a:lnTo>
                    <a:pt x="5296885" y="0"/>
                  </a:lnTo>
                  <a:lnTo>
                    <a:pt x="5296070" y="0"/>
                  </a:lnTo>
                  <a:lnTo>
                    <a:pt x="5295255" y="0"/>
                  </a:lnTo>
                  <a:lnTo>
                    <a:pt x="5294440" y="0"/>
                  </a:lnTo>
                  <a:lnTo>
                    <a:pt x="5293625" y="0"/>
                  </a:lnTo>
                  <a:lnTo>
                    <a:pt x="5292811" y="0"/>
                  </a:lnTo>
                  <a:lnTo>
                    <a:pt x="5291996" y="0"/>
                  </a:lnTo>
                  <a:lnTo>
                    <a:pt x="5291181" y="0"/>
                  </a:lnTo>
                  <a:lnTo>
                    <a:pt x="5290366" y="0"/>
                  </a:lnTo>
                  <a:lnTo>
                    <a:pt x="5289552" y="0"/>
                  </a:lnTo>
                  <a:lnTo>
                    <a:pt x="5288737" y="0"/>
                  </a:lnTo>
                  <a:lnTo>
                    <a:pt x="5287922" y="0"/>
                  </a:lnTo>
                  <a:lnTo>
                    <a:pt x="5287107" y="0"/>
                  </a:lnTo>
                  <a:lnTo>
                    <a:pt x="5286292" y="0"/>
                  </a:lnTo>
                  <a:lnTo>
                    <a:pt x="5285478" y="0"/>
                  </a:lnTo>
                  <a:lnTo>
                    <a:pt x="5284663" y="0"/>
                  </a:lnTo>
                  <a:lnTo>
                    <a:pt x="5283848" y="0"/>
                  </a:lnTo>
                  <a:lnTo>
                    <a:pt x="5283033" y="0"/>
                  </a:lnTo>
                  <a:lnTo>
                    <a:pt x="5282219" y="0"/>
                  </a:lnTo>
                  <a:lnTo>
                    <a:pt x="5281404" y="0"/>
                  </a:lnTo>
                  <a:lnTo>
                    <a:pt x="5280589" y="0"/>
                  </a:lnTo>
                  <a:lnTo>
                    <a:pt x="5279774" y="0"/>
                  </a:lnTo>
                  <a:lnTo>
                    <a:pt x="5278959" y="0"/>
                  </a:lnTo>
                  <a:lnTo>
                    <a:pt x="5278145" y="0"/>
                  </a:lnTo>
                  <a:lnTo>
                    <a:pt x="5277330" y="0"/>
                  </a:lnTo>
                  <a:lnTo>
                    <a:pt x="5276515" y="0"/>
                  </a:lnTo>
                  <a:lnTo>
                    <a:pt x="5275700" y="0"/>
                  </a:lnTo>
                  <a:lnTo>
                    <a:pt x="5274886" y="0"/>
                  </a:lnTo>
                  <a:lnTo>
                    <a:pt x="5274071" y="0"/>
                  </a:lnTo>
                  <a:lnTo>
                    <a:pt x="5273256" y="0"/>
                  </a:lnTo>
                  <a:lnTo>
                    <a:pt x="5272441" y="0"/>
                  </a:lnTo>
                  <a:lnTo>
                    <a:pt x="5271626" y="0"/>
                  </a:lnTo>
                  <a:lnTo>
                    <a:pt x="5270812" y="0"/>
                  </a:lnTo>
                  <a:lnTo>
                    <a:pt x="5269997" y="0"/>
                  </a:lnTo>
                  <a:lnTo>
                    <a:pt x="5269182" y="0"/>
                  </a:lnTo>
                  <a:lnTo>
                    <a:pt x="5268367" y="0"/>
                  </a:lnTo>
                  <a:lnTo>
                    <a:pt x="5267553" y="0"/>
                  </a:lnTo>
                  <a:lnTo>
                    <a:pt x="5266738" y="0"/>
                  </a:lnTo>
                  <a:lnTo>
                    <a:pt x="5265923" y="0"/>
                  </a:lnTo>
                  <a:lnTo>
                    <a:pt x="5265108" y="0"/>
                  </a:lnTo>
                  <a:lnTo>
                    <a:pt x="5264293" y="0"/>
                  </a:lnTo>
                  <a:lnTo>
                    <a:pt x="5263479" y="0"/>
                  </a:lnTo>
                  <a:lnTo>
                    <a:pt x="5262664" y="0"/>
                  </a:lnTo>
                  <a:lnTo>
                    <a:pt x="5261849" y="0"/>
                  </a:lnTo>
                  <a:lnTo>
                    <a:pt x="5261034" y="0"/>
                  </a:lnTo>
                  <a:lnTo>
                    <a:pt x="5260220" y="0"/>
                  </a:lnTo>
                  <a:lnTo>
                    <a:pt x="5259405" y="0"/>
                  </a:lnTo>
                  <a:lnTo>
                    <a:pt x="5258590" y="0"/>
                  </a:lnTo>
                  <a:lnTo>
                    <a:pt x="5257775" y="0"/>
                  </a:lnTo>
                  <a:lnTo>
                    <a:pt x="5256960" y="0"/>
                  </a:lnTo>
                  <a:lnTo>
                    <a:pt x="5256146" y="0"/>
                  </a:lnTo>
                  <a:lnTo>
                    <a:pt x="5255331" y="0"/>
                  </a:lnTo>
                  <a:lnTo>
                    <a:pt x="5254516" y="0"/>
                  </a:lnTo>
                  <a:lnTo>
                    <a:pt x="5253701" y="0"/>
                  </a:lnTo>
                  <a:lnTo>
                    <a:pt x="5252886" y="0"/>
                  </a:lnTo>
                  <a:lnTo>
                    <a:pt x="5252072" y="0"/>
                  </a:lnTo>
                  <a:lnTo>
                    <a:pt x="5251257" y="0"/>
                  </a:lnTo>
                  <a:lnTo>
                    <a:pt x="5250442" y="0"/>
                  </a:lnTo>
                  <a:lnTo>
                    <a:pt x="5249627" y="0"/>
                  </a:lnTo>
                  <a:lnTo>
                    <a:pt x="5248813" y="0"/>
                  </a:lnTo>
                  <a:lnTo>
                    <a:pt x="5247998" y="0"/>
                  </a:lnTo>
                  <a:lnTo>
                    <a:pt x="5247183" y="0"/>
                  </a:lnTo>
                  <a:lnTo>
                    <a:pt x="5246368" y="0"/>
                  </a:lnTo>
                  <a:lnTo>
                    <a:pt x="5245553" y="0"/>
                  </a:lnTo>
                  <a:lnTo>
                    <a:pt x="5244739" y="0"/>
                  </a:lnTo>
                  <a:lnTo>
                    <a:pt x="5243924" y="0"/>
                  </a:lnTo>
                  <a:lnTo>
                    <a:pt x="5243109" y="0"/>
                  </a:lnTo>
                  <a:lnTo>
                    <a:pt x="5242294" y="0"/>
                  </a:lnTo>
                  <a:lnTo>
                    <a:pt x="5241480" y="0"/>
                  </a:lnTo>
                  <a:lnTo>
                    <a:pt x="5240665" y="0"/>
                  </a:lnTo>
                  <a:lnTo>
                    <a:pt x="5239850" y="0"/>
                  </a:lnTo>
                  <a:lnTo>
                    <a:pt x="5239035" y="0"/>
                  </a:lnTo>
                  <a:lnTo>
                    <a:pt x="5238220" y="0"/>
                  </a:lnTo>
                  <a:lnTo>
                    <a:pt x="5237406" y="0"/>
                  </a:lnTo>
                  <a:lnTo>
                    <a:pt x="5236591" y="0"/>
                  </a:lnTo>
                  <a:lnTo>
                    <a:pt x="5235776" y="0"/>
                  </a:lnTo>
                  <a:lnTo>
                    <a:pt x="5234961" y="0"/>
                  </a:lnTo>
                  <a:lnTo>
                    <a:pt x="5234147" y="0"/>
                  </a:lnTo>
                  <a:lnTo>
                    <a:pt x="5233332" y="0"/>
                  </a:lnTo>
                  <a:lnTo>
                    <a:pt x="5232517" y="0"/>
                  </a:lnTo>
                  <a:lnTo>
                    <a:pt x="5231702" y="0"/>
                  </a:lnTo>
                  <a:lnTo>
                    <a:pt x="5230887" y="0"/>
                  </a:lnTo>
                  <a:lnTo>
                    <a:pt x="5230073" y="0"/>
                  </a:lnTo>
                  <a:lnTo>
                    <a:pt x="5229258" y="0"/>
                  </a:lnTo>
                  <a:lnTo>
                    <a:pt x="5228443" y="0"/>
                  </a:lnTo>
                  <a:lnTo>
                    <a:pt x="5227628" y="0"/>
                  </a:lnTo>
                  <a:lnTo>
                    <a:pt x="5226814" y="0"/>
                  </a:lnTo>
                  <a:lnTo>
                    <a:pt x="5225999" y="0"/>
                  </a:lnTo>
                  <a:lnTo>
                    <a:pt x="5225184" y="0"/>
                  </a:lnTo>
                  <a:lnTo>
                    <a:pt x="5224369" y="0"/>
                  </a:lnTo>
                  <a:lnTo>
                    <a:pt x="5223554" y="0"/>
                  </a:lnTo>
                  <a:lnTo>
                    <a:pt x="5222740" y="0"/>
                  </a:lnTo>
                  <a:lnTo>
                    <a:pt x="5221925" y="0"/>
                  </a:lnTo>
                  <a:lnTo>
                    <a:pt x="5221110" y="0"/>
                  </a:lnTo>
                  <a:lnTo>
                    <a:pt x="5220295" y="0"/>
                  </a:lnTo>
                  <a:lnTo>
                    <a:pt x="5219481" y="0"/>
                  </a:lnTo>
                  <a:lnTo>
                    <a:pt x="5218666" y="0"/>
                  </a:lnTo>
                  <a:lnTo>
                    <a:pt x="5217851" y="0"/>
                  </a:lnTo>
                  <a:lnTo>
                    <a:pt x="5217036" y="0"/>
                  </a:lnTo>
                  <a:lnTo>
                    <a:pt x="5216221" y="0"/>
                  </a:lnTo>
                  <a:lnTo>
                    <a:pt x="5215407" y="0"/>
                  </a:lnTo>
                  <a:lnTo>
                    <a:pt x="5214592" y="0"/>
                  </a:lnTo>
                  <a:lnTo>
                    <a:pt x="5213777" y="0"/>
                  </a:lnTo>
                  <a:lnTo>
                    <a:pt x="5212962" y="0"/>
                  </a:lnTo>
                  <a:lnTo>
                    <a:pt x="5212147" y="0"/>
                  </a:lnTo>
                  <a:lnTo>
                    <a:pt x="5211333" y="0"/>
                  </a:lnTo>
                  <a:lnTo>
                    <a:pt x="5210518" y="0"/>
                  </a:lnTo>
                  <a:lnTo>
                    <a:pt x="5209703" y="0"/>
                  </a:lnTo>
                  <a:lnTo>
                    <a:pt x="5208888" y="0"/>
                  </a:lnTo>
                  <a:lnTo>
                    <a:pt x="5208074" y="0"/>
                  </a:lnTo>
                  <a:lnTo>
                    <a:pt x="5207259" y="0"/>
                  </a:lnTo>
                  <a:lnTo>
                    <a:pt x="5206444" y="0"/>
                  </a:lnTo>
                  <a:lnTo>
                    <a:pt x="5205629" y="0"/>
                  </a:lnTo>
                  <a:lnTo>
                    <a:pt x="5204814" y="0"/>
                  </a:lnTo>
                  <a:lnTo>
                    <a:pt x="5204000" y="0"/>
                  </a:lnTo>
                  <a:lnTo>
                    <a:pt x="5203185" y="0"/>
                  </a:lnTo>
                  <a:lnTo>
                    <a:pt x="5202370" y="0"/>
                  </a:lnTo>
                  <a:lnTo>
                    <a:pt x="5201555" y="0"/>
                  </a:lnTo>
                  <a:lnTo>
                    <a:pt x="5200741" y="0"/>
                  </a:lnTo>
                  <a:lnTo>
                    <a:pt x="5199926" y="0"/>
                  </a:lnTo>
                  <a:lnTo>
                    <a:pt x="5199111" y="0"/>
                  </a:lnTo>
                  <a:lnTo>
                    <a:pt x="5198296" y="0"/>
                  </a:lnTo>
                  <a:lnTo>
                    <a:pt x="5197481" y="0"/>
                  </a:lnTo>
                  <a:lnTo>
                    <a:pt x="5196667" y="0"/>
                  </a:lnTo>
                  <a:lnTo>
                    <a:pt x="5195852" y="0"/>
                  </a:lnTo>
                  <a:lnTo>
                    <a:pt x="5195037" y="0"/>
                  </a:lnTo>
                  <a:lnTo>
                    <a:pt x="5194222" y="0"/>
                  </a:lnTo>
                  <a:lnTo>
                    <a:pt x="5193408" y="0"/>
                  </a:lnTo>
                  <a:lnTo>
                    <a:pt x="5192593" y="0"/>
                  </a:lnTo>
                  <a:lnTo>
                    <a:pt x="5191778" y="0"/>
                  </a:lnTo>
                  <a:lnTo>
                    <a:pt x="5190963" y="0"/>
                  </a:lnTo>
                  <a:lnTo>
                    <a:pt x="5190148" y="0"/>
                  </a:lnTo>
                  <a:lnTo>
                    <a:pt x="5189334" y="0"/>
                  </a:lnTo>
                  <a:lnTo>
                    <a:pt x="5188519" y="0"/>
                  </a:lnTo>
                  <a:lnTo>
                    <a:pt x="5187704" y="0"/>
                  </a:lnTo>
                  <a:lnTo>
                    <a:pt x="5186889" y="0"/>
                  </a:lnTo>
                  <a:lnTo>
                    <a:pt x="5186075" y="0"/>
                  </a:lnTo>
                  <a:lnTo>
                    <a:pt x="5185260" y="0"/>
                  </a:lnTo>
                  <a:lnTo>
                    <a:pt x="5184445" y="0"/>
                  </a:lnTo>
                  <a:lnTo>
                    <a:pt x="5183630" y="0"/>
                  </a:lnTo>
                  <a:lnTo>
                    <a:pt x="5182815" y="0"/>
                  </a:lnTo>
                  <a:lnTo>
                    <a:pt x="5182001" y="0"/>
                  </a:lnTo>
                  <a:lnTo>
                    <a:pt x="5181186" y="0"/>
                  </a:lnTo>
                  <a:lnTo>
                    <a:pt x="5180371" y="0"/>
                  </a:lnTo>
                  <a:lnTo>
                    <a:pt x="5179556" y="0"/>
                  </a:lnTo>
                  <a:lnTo>
                    <a:pt x="5178742" y="0"/>
                  </a:lnTo>
                  <a:lnTo>
                    <a:pt x="5177927" y="0"/>
                  </a:lnTo>
                  <a:lnTo>
                    <a:pt x="5177112" y="0"/>
                  </a:lnTo>
                  <a:lnTo>
                    <a:pt x="5176297" y="0"/>
                  </a:lnTo>
                  <a:lnTo>
                    <a:pt x="5175482" y="0"/>
                  </a:lnTo>
                  <a:lnTo>
                    <a:pt x="5174668" y="0"/>
                  </a:lnTo>
                  <a:lnTo>
                    <a:pt x="5173853" y="0"/>
                  </a:lnTo>
                  <a:lnTo>
                    <a:pt x="5173038" y="0"/>
                  </a:lnTo>
                  <a:lnTo>
                    <a:pt x="5172223" y="0"/>
                  </a:lnTo>
                  <a:lnTo>
                    <a:pt x="5171408" y="0"/>
                  </a:lnTo>
                  <a:lnTo>
                    <a:pt x="5170594" y="0"/>
                  </a:lnTo>
                  <a:lnTo>
                    <a:pt x="5169779" y="0"/>
                  </a:lnTo>
                  <a:lnTo>
                    <a:pt x="5168964" y="0"/>
                  </a:lnTo>
                  <a:lnTo>
                    <a:pt x="5168149" y="0"/>
                  </a:lnTo>
                  <a:lnTo>
                    <a:pt x="5167335" y="0"/>
                  </a:lnTo>
                  <a:lnTo>
                    <a:pt x="5166520" y="0"/>
                  </a:lnTo>
                  <a:lnTo>
                    <a:pt x="5165705" y="0"/>
                  </a:lnTo>
                  <a:lnTo>
                    <a:pt x="5164890" y="0"/>
                  </a:lnTo>
                  <a:lnTo>
                    <a:pt x="5164075" y="0"/>
                  </a:lnTo>
                  <a:lnTo>
                    <a:pt x="5163261" y="0"/>
                  </a:lnTo>
                  <a:lnTo>
                    <a:pt x="5162446" y="0"/>
                  </a:lnTo>
                  <a:lnTo>
                    <a:pt x="5161631" y="0"/>
                  </a:lnTo>
                  <a:lnTo>
                    <a:pt x="5160816" y="0"/>
                  </a:lnTo>
                  <a:lnTo>
                    <a:pt x="5160002" y="0"/>
                  </a:lnTo>
                  <a:lnTo>
                    <a:pt x="5159187" y="0"/>
                  </a:lnTo>
                  <a:lnTo>
                    <a:pt x="5158372" y="0"/>
                  </a:lnTo>
                  <a:lnTo>
                    <a:pt x="5157557" y="0"/>
                  </a:lnTo>
                  <a:lnTo>
                    <a:pt x="5156742" y="0"/>
                  </a:lnTo>
                  <a:lnTo>
                    <a:pt x="5155928" y="0"/>
                  </a:lnTo>
                  <a:lnTo>
                    <a:pt x="5155113" y="0"/>
                  </a:lnTo>
                  <a:lnTo>
                    <a:pt x="5154298" y="0"/>
                  </a:lnTo>
                  <a:lnTo>
                    <a:pt x="5153483" y="0"/>
                  </a:lnTo>
                  <a:lnTo>
                    <a:pt x="5152669" y="0"/>
                  </a:lnTo>
                  <a:lnTo>
                    <a:pt x="5151854" y="0"/>
                  </a:lnTo>
                  <a:lnTo>
                    <a:pt x="5151039" y="0"/>
                  </a:lnTo>
                  <a:lnTo>
                    <a:pt x="5150224" y="0"/>
                  </a:lnTo>
                  <a:lnTo>
                    <a:pt x="5149409" y="0"/>
                  </a:lnTo>
                  <a:lnTo>
                    <a:pt x="5148595" y="0"/>
                  </a:lnTo>
                  <a:lnTo>
                    <a:pt x="5147780" y="0"/>
                  </a:lnTo>
                  <a:lnTo>
                    <a:pt x="5146965" y="0"/>
                  </a:lnTo>
                  <a:lnTo>
                    <a:pt x="5146150" y="0"/>
                  </a:lnTo>
                  <a:lnTo>
                    <a:pt x="5145336" y="0"/>
                  </a:lnTo>
                  <a:lnTo>
                    <a:pt x="5144521" y="0"/>
                  </a:lnTo>
                  <a:lnTo>
                    <a:pt x="5143706" y="0"/>
                  </a:lnTo>
                  <a:lnTo>
                    <a:pt x="5142891" y="0"/>
                  </a:lnTo>
                  <a:lnTo>
                    <a:pt x="5142076" y="0"/>
                  </a:lnTo>
                  <a:lnTo>
                    <a:pt x="5141262" y="0"/>
                  </a:lnTo>
                  <a:lnTo>
                    <a:pt x="5140447" y="0"/>
                  </a:lnTo>
                  <a:lnTo>
                    <a:pt x="5139632" y="0"/>
                  </a:lnTo>
                  <a:lnTo>
                    <a:pt x="5138817" y="0"/>
                  </a:lnTo>
                  <a:lnTo>
                    <a:pt x="5138002" y="0"/>
                  </a:lnTo>
                  <a:lnTo>
                    <a:pt x="5137188" y="0"/>
                  </a:lnTo>
                  <a:lnTo>
                    <a:pt x="5136373" y="0"/>
                  </a:lnTo>
                  <a:lnTo>
                    <a:pt x="5135558" y="0"/>
                  </a:lnTo>
                  <a:lnTo>
                    <a:pt x="5134743" y="0"/>
                  </a:lnTo>
                  <a:lnTo>
                    <a:pt x="5133929" y="0"/>
                  </a:lnTo>
                  <a:lnTo>
                    <a:pt x="5133114" y="0"/>
                  </a:lnTo>
                  <a:lnTo>
                    <a:pt x="5132299" y="0"/>
                  </a:lnTo>
                  <a:lnTo>
                    <a:pt x="5131484" y="0"/>
                  </a:lnTo>
                  <a:lnTo>
                    <a:pt x="5130669" y="0"/>
                  </a:lnTo>
                  <a:lnTo>
                    <a:pt x="5129855" y="0"/>
                  </a:lnTo>
                  <a:lnTo>
                    <a:pt x="5129040" y="0"/>
                  </a:lnTo>
                  <a:lnTo>
                    <a:pt x="5128225" y="0"/>
                  </a:lnTo>
                  <a:lnTo>
                    <a:pt x="5127410" y="0"/>
                  </a:lnTo>
                  <a:lnTo>
                    <a:pt x="5126596" y="0"/>
                  </a:lnTo>
                  <a:lnTo>
                    <a:pt x="5125781" y="0"/>
                  </a:lnTo>
                  <a:lnTo>
                    <a:pt x="5124966" y="0"/>
                  </a:lnTo>
                  <a:lnTo>
                    <a:pt x="5124151" y="0"/>
                  </a:lnTo>
                  <a:lnTo>
                    <a:pt x="5123336" y="0"/>
                  </a:lnTo>
                  <a:lnTo>
                    <a:pt x="5122522" y="0"/>
                  </a:lnTo>
                  <a:lnTo>
                    <a:pt x="5121707" y="0"/>
                  </a:lnTo>
                  <a:lnTo>
                    <a:pt x="5120892" y="0"/>
                  </a:lnTo>
                  <a:lnTo>
                    <a:pt x="5120077" y="0"/>
                  </a:lnTo>
                  <a:lnTo>
                    <a:pt x="5119263" y="0"/>
                  </a:lnTo>
                  <a:lnTo>
                    <a:pt x="5118448" y="0"/>
                  </a:lnTo>
                  <a:lnTo>
                    <a:pt x="5117633" y="0"/>
                  </a:lnTo>
                  <a:lnTo>
                    <a:pt x="5116818" y="0"/>
                  </a:lnTo>
                  <a:lnTo>
                    <a:pt x="5116003" y="0"/>
                  </a:lnTo>
                  <a:lnTo>
                    <a:pt x="5115189" y="0"/>
                  </a:lnTo>
                  <a:lnTo>
                    <a:pt x="5114374" y="0"/>
                  </a:lnTo>
                  <a:lnTo>
                    <a:pt x="5113559" y="0"/>
                  </a:lnTo>
                  <a:lnTo>
                    <a:pt x="5112744" y="0"/>
                  </a:lnTo>
                  <a:lnTo>
                    <a:pt x="5111930" y="0"/>
                  </a:lnTo>
                  <a:lnTo>
                    <a:pt x="5111115" y="0"/>
                  </a:lnTo>
                  <a:lnTo>
                    <a:pt x="5110300" y="0"/>
                  </a:lnTo>
                  <a:lnTo>
                    <a:pt x="5109485" y="0"/>
                  </a:lnTo>
                  <a:lnTo>
                    <a:pt x="5108670" y="0"/>
                  </a:lnTo>
                  <a:lnTo>
                    <a:pt x="5107856" y="0"/>
                  </a:lnTo>
                  <a:lnTo>
                    <a:pt x="5107041" y="0"/>
                  </a:lnTo>
                  <a:lnTo>
                    <a:pt x="5106226" y="0"/>
                  </a:lnTo>
                  <a:lnTo>
                    <a:pt x="5105411" y="0"/>
                  </a:lnTo>
                  <a:lnTo>
                    <a:pt x="5104597" y="0"/>
                  </a:lnTo>
                  <a:lnTo>
                    <a:pt x="5103782" y="0"/>
                  </a:lnTo>
                  <a:lnTo>
                    <a:pt x="5102967" y="0"/>
                  </a:lnTo>
                  <a:lnTo>
                    <a:pt x="5102152" y="0"/>
                  </a:lnTo>
                  <a:lnTo>
                    <a:pt x="5101337" y="0"/>
                  </a:lnTo>
                  <a:lnTo>
                    <a:pt x="5100523" y="0"/>
                  </a:lnTo>
                  <a:lnTo>
                    <a:pt x="5099708" y="0"/>
                  </a:lnTo>
                  <a:lnTo>
                    <a:pt x="5098893" y="0"/>
                  </a:lnTo>
                  <a:lnTo>
                    <a:pt x="5098078" y="0"/>
                  </a:lnTo>
                  <a:lnTo>
                    <a:pt x="5097263" y="0"/>
                  </a:lnTo>
                  <a:lnTo>
                    <a:pt x="5096449" y="0"/>
                  </a:lnTo>
                  <a:lnTo>
                    <a:pt x="5095634" y="0"/>
                  </a:lnTo>
                  <a:lnTo>
                    <a:pt x="5094819" y="0"/>
                  </a:lnTo>
                  <a:lnTo>
                    <a:pt x="5094004" y="0"/>
                  </a:lnTo>
                  <a:lnTo>
                    <a:pt x="5093190" y="0"/>
                  </a:lnTo>
                  <a:lnTo>
                    <a:pt x="5092375" y="0"/>
                  </a:lnTo>
                  <a:lnTo>
                    <a:pt x="5091560" y="0"/>
                  </a:lnTo>
                  <a:lnTo>
                    <a:pt x="5090745" y="0"/>
                  </a:lnTo>
                  <a:lnTo>
                    <a:pt x="5089930" y="0"/>
                  </a:lnTo>
                  <a:lnTo>
                    <a:pt x="5089116" y="0"/>
                  </a:lnTo>
                  <a:lnTo>
                    <a:pt x="5088301" y="0"/>
                  </a:lnTo>
                  <a:lnTo>
                    <a:pt x="5087486" y="0"/>
                  </a:lnTo>
                  <a:lnTo>
                    <a:pt x="5086671" y="0"/>
                  </a:lnTo>
                  <a:lnTo>
                    <a:pt x="5085857" y="0"/>
                  </a:lnTo>
                  <a:lnTo>
                    <a:pt x="5085042" y="0"/>
                  </a:lnTo>
                  <a:lnTo>
                    <a:pt x="5084227" y="0"/>
                  </a:lnTo>
                  <a:lnTo>
                    <a:pt x="5083412" y="0"/>
                  </a:lnTo>
                  <a:lnTo>
                    <a:pt x="5082597" y="0"/>
                  </a:lnTo>
                  <a:lnTo>
                    <a:pt x="5081783" y="0"/>
                  </a:lnTo>
                  <a:lnTo>
                    <a:pt x="5080968" y="0"/>
                  </a:lnTo>
                  <a:lnTo>
                    <a:pt x="5080153" y="0"/>
                  </a:lnTo>
                  <a:lnTo>
                    <a:pt x="5079338" y="0"/>
                  </a:lnTo>
                  <a:lnTo>
                    <a:pt x="5078524" y="0"/>
                  </a:lnTo>
                  <a:lnTo>
                    <a:pt x="5077709" y="0"/>
                  </a:lnTo>
                  <a:lnTo>
                    <a:pt x="5076894" y="0"/>
                  </a:lnTo>
                  <a:lnTo>
                    <a:pt x="5076079" y="0"/>
                  </a:lnTo>
                  <a:lnTo>
                    <a:pt x="5075264" y="0"/>
                  </a:lnTo>
                  <a:lnTo>
                    <a:pt x="5074450" y="0"/>
                  </a:lnTo>
                  <a:lnTo>
                    <a:pt x="5073635" y="0"/>
                  </a:lnTo>
                  <a:lnTo>
                    <a:pt x="5072820" y="0"/>
                  </a:lnTo>
                  <a:lnTo>
                    <a:pt x="5072005" y="0"/>
                  </a:lnTo>
                  <a:lnTo>
                    <a:pt x="5071191" y="0"/>
                  </a:lnTo>
                  <a:lnTo>
                    <a:pt x="5070376" y="0"/>
                  </a:lnTo>
                  <a:lnTo>
                    <a:pt x="5069561" y="0"/>
                  </a:lnTo>
                  <a:lnTo>
                    <a:pt x="5068746" y="0"/>
                  </a:lnTo>
                  <a:lnTo>
                    <a:pt x="5067931" y="0"/>
                  </a:lnTo>
                  <a:lnTo>
                    <a:pt x="5067117" y="0"/>
                  </a:lnTo>
                  <a:lnTo>
                    <a:pt x="5066302" y="0"/>
                  </a:lnTo>
                  <a:lnTo>
                    <a:pt x="5065487" y="0"/>
                  </a:lnTo>
                  <a:lnTo>
                    <a:pt x="5064672" y="0"/>
                  </a:lnTo>
                  <a:lnTo>
                    <a:pt x="5063858" y="0"/>
                  </a:lnTo>
                  <a:lnTo>
                    <a:pt x="5063043" y="0"/>
                  </a:lnTo>
                  <a:lnTo>
                    <a:pt x="5062228" y="0"/>
                  </a:lnTo>
                  <a:lnTo>
                    <a:pt x="5061413" y="0"/>
                  </a:lnTo>
                  <a:lnTo>
                    <a:pt x="5060598" y="0"/>
                  </a:lnTo>
                  <a:lnTo>
                    <a:pt x="5059784" y="0"/>
                  </a:lnTo>
                  <a:lnTo>
                    <a:pt x="5058969" y="0"/>
                  </a:lnTo>
                  <a:lnTo>
                    <a:pt x="5058154" y="0"/>
                  </a:lnTo>
                  <a:lnTo>
                    <a:pt x="5057339" y="0"/>
                  </a:lnTo>
                  <a:lnTo>
                    <a:pt x="5056524" y="0"/>
                  </a:lnTo>
                  <a:lnTo>
                    <a:pt x="5055710" y="0"/>
                  </a:lnTo>
                  <a:lnTo>
                    <a:pt x="5054895" y="0"/>
                  </a:lnTo>
                  <a:lnTo>
                    <a:pt x="5054080" y="0"/>
                  </a:lnTo>
                  <a:lnTo>
                    <a:pt x="5053265" y="0"/>
                  </a:lnTo>
                  <a:lnTo>
                    <a:pt x="5052451" y="0"/>
                  </a:lnTo>
                  <a:lnTo>
                    <a:pt x="5051636" y="0"/>
                  </a:lnTo>
                  <a:lnTo>
                    <a:pt x="5050821" y="0"/>
                  </a:lnTo>
                  <a:lnTo>
                    <a:pt x="5050006" y="0"/>
                  </a:lnTo>
                  <a:lnTo>
                    <a:pt x="5049191" y="0"/>
                  </a:lnTo>
                  <a:lnTo>
                    <a:pt x="5048377" y="0"/>
                  </a:lnTo>
                  <a:lnTo>
                    <a:pt x="5047562" y="0"/>
                  </a:lnTo>
                  <a:lnTo>
                    <a:pt x="5046747" y="0"/>
                  </a:lnTo>
                  <a:lnTo>
                    <a:pt x="5045932" y="0"/>
                  </a:lnTo>
                  <a:lnTo>
                    <a:pt x="5045118" y="0"/>
                  </a:lnTo>
                  <a:lnTo>
                    <a:pt x="5044303" y="0"/>
                  </a:lnTo>
                  <a:lnTo>
                    <a:pt x="5043488" y="0"/>
                  </a:lnTo>
                  <a:lnTo>
                    <a:pt x="5042673" y="0"/>
                  </a:lnTo>
                  <a:lnTo>
                    <a:pt x="5041858" y="0"/>
                  </a:lnTo>
                  <a:lnTo>
                    <a:pt x="5041044" y="0"/>
                  </a:lnTo>
                  <a:lnTo>
                    <a:pt x="5040229" y="0"/>
                  </a:lnTo>
                  <a:lnTo>
                    <a:pt x="5039414" y="0"/>
                  </a:lnTo>
                  <a:lnTo>
                    <a:pt x="5038599" y="0"/>
                  </a:lnTo>
                  <a:lnTo>
                    <a:pt x="5037785" y="0"/>
                  </a:lnTo>
                  <a:lnTo>
                    <a:pt x="5036970" y="0"/>
                  </a:lnTo>
                  <a:lnTo>
                    <a:pt x="5036155" y="0"/>
                  </a:lnTo>
                  <a:lnTo>
                    <a:pt x="5035340" y="0"/>
                  </a:lnTo>
                  <a:lnTo>
                    <a:pt x="5034525" y="0"/>
                  </a:lnTo>
                  <a:lnTo>
                    <a:pt x="5033711" y="0"/>
                  </a:lnTo>
                  <a:lnTo>
                    <a:pt x="5032896" y="0"/>
                  </a:lnTo>
                  <a:lnTo>
                    <a:pt x="5032081" y="0"/>
                  </a:lnTo>
                  <a:lnTo>
                    <a:pt x="5031266" y="0"/>
                  </a:lnTo>
                  <a:lnTo>
                    <a:pt x="5030452" y="0"/>
                  </a:lnTo>
                  <a:lnTo>
                    <a:pt x="5029637" y="0"/>
                  </a:lnTo>
                  <a:lnTo>
                    <a:pt x="5028822" y="0"/>
                  </a:lnTo>
                  <a:lnTo>
                    <a:pt x="5028007" y="0"/>
                  </a:lnTo>
                  <a:lnTo>
                    <a:pt x="5027192" y="0"/>
                  </a:lnTo>
                  <a:lnTo>
                    <a:pt x="5026378" y="0"/>
                  </a:lnTo>
                  <a:lnTo>
                    <a:pt x="5025563" y="0"/>
                  </a:lnTo>
                  <a:lnTo>
                    <a:pt x="5024748" y="0"/>
                  </a:lnTo>
                  <a:lnTo>
                    <a:pt x="5023933" y="0"/>
                  </a:lnTo>
                  <a:lnTo>
                    <a:pt x="5023119" y="0"/>
                  </a:lnTo>
                  <a:lnTo>
                    <a:pt x="5022304" y="0"/>
                  </a:lnTo>
                  <a:lnTo>
                    <a:pt x="5021489" y="0"/>
                  </a:lnTo>
                  <a:lnTo>
                    <a:pt x="5020674" y="0"/>
                  </a:lnTo>
                  <a:lnTo>
                    <a:pt x="5019859" y="0"/>
                  </a:lnTo>
                  <a:lnTo>
                    <a:pt x="5019045" y="0"/>
                  </a:lnTo>
                  <a:lnTo>
                    <a:pt x="5018230" y="0"/>
                  </a:lnTo>
                  <a:lnTo>
                    <a:pt x="5017415" y="0"/>
                  </a:lnTo>
                  <a:lnTo>
                    <a:pt x="5016600" y="0"/>
                  </a:lnTo>
                  <a:lnTo>
                    <a:pt x="5015785" y="0"/>
                  </a:lnTo>
                  <a:lnTo>
                    <a:pt x="5014971" y="0"/>
                  </a:lnTo>
                  <a:lnTo>
                    <a:pt x="5014156" y="0"/>
                  </a:lnTo>
                  <a:lnTo>
                    <a:pt x="5013341" y="0"/>
                  </a:lnTo>
                  <a:lnTo>
                    <a:pt x="5012526" y="0"/>
                  </a:lnTo>
                  <a:lnTo>
                    <a:pt x="5011712" y="0"/>
                  </a:lnTo>
                  <a:lnTo>
                    <a:pt x="5010897" y="0"/>
                  </a:lnTo>
                  <a:lnTo>
                    <a:pt x="5010082" y="0"/>
                  </a:lnTo>
                  <a:lnTo>
                    <a:pt x="5009267" y="0"/>
                  </a:lnTo>
                  <a:lnTo>
                    <a:pt x="5008452" y="0"/>
                  </a:lnTo>
                  <a:lnTo>
                    <a:pt x="5007638" y="0"/>
                  </a:lnTo>
                  <a:lnTo>
                    <a:pt x="5006823" y="0"/>
                  </a:lnTo>
                  <a:lnTo>
                    <a:pt x="5006008" y="0"/>
                  </a:lnTo>
                  <a:lnTo>
                    <a:pt x="5005193" y="0"/>
                  </a:lnTo>
                  <a:lnTo>
                    <a:pt x="5004379" y="0"/>
                  </a:lnTo>
                  <a:lnTo>
                    <a:pt x="5003564" y="0"/>
                  </a:lnTo>
                  <a:lnTo>
                    <a:pt x="5002749" y="0"/>
                  </a:lnTo>
                  <a:lnTo>
                    <a:pt x="5001934" y="0"/>
                  </a:lnTo>
                  <a:lnTo>
                    <a:pt x="5001119" y="0"/>
                  </a:lnTo>
                  <a:lnTo>
                    <a:pt x="5000305" y="0"/>
                  </a:lnTo>
                  <a:lnTo>
                    <a:pt x="4999490" y="0"/>
                  </a:lnTo>
                  <a:lnTo>
                    <a:pt x="4998675" y="0"/>
                  </a:lnTo>
                  <a:lnTo>
                    <a:pt x="4997860" y="0"/>
                  </a:lnTo>
                  <a:lnTo>
                    <a:pt x="4997046" y="0"/>
                  </a:lnTo>
                  <a:lnTo>
                    <a:pt x="4996231" y="0"/>
                  </a:lnTo>
                  <a:lnTo>
                    <a:pt x="4995416" y="0"/>
                  </a:lnTo>
                  <a:lnTo>
                    <a:pt x="4994601" y="0"/>
                  </a:lnTo>
                  <a:lnTo>
                    <a:pt x="4993786" y="0"/>
                  </a:lnTo>
                  <a:lnTo>
                    <a:pt x="4992972" y="0"/>
                  </a:lnTo>
                  <a:lnTo>
                    <a:pt x="4992157" y="0"/>
                  </a:lnTo>
                  <a:lnTo>
                    <a:pt x="4991342" y="0"/>
                  </a:lnTo>
                  <a:lnTo>
                    <a:pt x="4990527" y="0"/>
                  </a:lnTo>
                  <a:lnTo>
                    <a:pt x="4989713" y="0"/>
                  </a:lnTo>
                  <a:lnTo>
                    <a:pt x="4988898" y="0"/>
                  </a:lnTo>
                  <a:lnTo>
                    <a:pt x="4988083" y="0"/>
                  </a:lnTo>
                  <a:lnTo>
                    <a:pt x="4987268" y="0"/>
                  </a:lnTo>
                  <a:lnTo>
                    <a:pt x="4986453" y="0"/>
                  </a:lnTo>
                  <a:lnTo>
                    <a:pt x="4985639" y="0"/>
                  </a:lnTo>
                  <a:lnTo>
                    <a:pt x="4984824" y="0"/>
                  </a:lnTo>
                  <a:lnTo>
                    <a:pt x="4984009" y="0"/>
                  </a:lnTo>
                  <a:lnTo>
                    <a:pt x="4983194" y="0"/>
                  </a:lnTo>
                  <a:lnTo>
                    <a:pt x="4982380" y="0"/>
                  </a:lnTo>
                  <a:lnTo>
                    <a:pt x="4981565" y="0"/>
                  </a:lnTo>
                  <a:lnTo>
                    <a:pt x="4980750" y="0"/>
                  </a:lnTo>
                  <a:lnTo>
                    <a:pt x="4979935" y="0"/>
                  </a:lnTo>
                  <a:lnTo>
                    <a:pt x="4979120" y="0"/>
                  </a:lnTo>
                  <a:lnTo>
                    <a:pt x="4978306" y="0"/>
                  </a:lnTo>
                  <a:lnTo>
                    <a:pt x="4977491" y="0"/>
                  </a:lnTo>
                  <a:lnTo>
                    <a:pt x="4976676" y="0"/>
                  </a:lnTo>
                  <a:lnTo>
                    <a:pt x="4975861" y="0"/>
                  </a:lnTo>
                  <a:lnTo>
                    <a:pt x="4975046" y="0"/>
                  </a:lnTo>
                  <a:lnTo>
                    <a:pt x="4974232" y="0"/>
                  </a:lnTo>
                  <a:lnTo>
                    <a:pt x="4973417" y="0"/>
                  </a:lnTo>
                  <a:lnTo>
                    <a:pt x="4972602" y="0"/>
                  </a:lnTo>
                  <a:lnTo>
                    <a:pt x="4971787" y="0"/>
                  </a:lnTo>
                  <a:lnTo>
                    <a:pt x="4970973" y="0"/>
                  </a:lnTo>
                  <a:lnTo>
                    <a:pt x="4970158" y="0"/>
                  </a:lnTo>
                  <a:lnTo>
                    <a:pt x="4969343" y="0"/>
                  </a:lnTo>
                  <a:lnTo>
                    <a:pt x="4968528" y="0"/>
                  </a:lnTo>
                  <a:lnTo>
                    <a:pt x="4967713" y="0"/>
                  </a:lnTo>
                  <a:lnTo>
                    <a:pt x="4966899" y="0"/>
                  </a:lnTo>
                  <a:lnTo>
                    <a:pt x="4966084" y="0"/>
                  </a:lnTo>
                  <a:lnTo>
                    <a:pt x="4965269" y="0"/>
                  </a:lnTo>
                  <a:lnTo>
                    <a:pt x="4964454" y="0"/>
                  </a:lnTo>
                  <a:lnTo>
                    <a:pt x="4963640" y="0"/>
                  </a:lnTo>
                  <a:lnTo>
                    <a:pt x="4962825" y="0"/>
                  </a:lnTo>
                  <a:lnTo>
                    <a:pt x="4962010" y="0"/>
                  </a:lnTo>
                  <a:lnTo>
                    <a:pt x="4961195" y="0"/>
                  </a:lnTo>
                  <a:lnTo>
                    <a:pt x="4960380" y="0"/>
                  </a:lnTo>
                  <a:lnTo>
                    <a:pt x="4959566" y="0"/>
                  </a:lnTo>
                  <a:lnTo>
                    <a:pt x="4958751" y="0"/>
                  </a:lnTo>
                  <a:lnTo>
                    <a:pt x="4957936" y="0"/>
                  </a:lnTo>
                  <a:lnTo>
                    <a:pt x="4957121" y="0"/>
                  </a:lnTo>
                  <a:lnTo>
                    <a:pt x="4956307" y="0"/>
                  </a:lnTo>
                  <a:lnTo>
                    <a:pt x="4955492" y="0"/>
                  </a:lnTo>
                  <a:lnTo>
                    <a:pt x="4954677" y="0"/>
                  </a:lnTo>
                  <a:lnTo>
                    <a:pt x="4953862" y="0"/>
                  </a:lnTo>
                  <a:lnTo>
                    <a:pt x="4953047" y="0"/>
                  </a:lnTo>
                  <a:lnTo>
                    <a:pt x="4952233" y="0"/>
                  </a:lnTo>
                  <a:lnTo>
                    <a:pt x="4951418" y="0"/>
                  </a:lnTo>
                  <a:lnTo>
                    <a:pt x="4950603" y="0"/>
                  </a:lnTo>
                  <a:lnTo>
                    <a:pt x="4949788" y="0"/>
                  </a:lnTo>
                  <a:lnTo>
                    <a:pt x="4948974" y="0"/>
                  </a:lnTo>
                  <a:lnTo>
                    <a:pt x="4948159" y="0"/>
                  </a:lnTo>
                  <a:lnTo>
                    <a:pt x="4947344" y="0"/>
                  </a:lnTo>
                  <a:lnTo>
                    <a:pt x="4946529" y="0"/>
                  </a:lnTo>
                  <a:lnTo>
                    <a:pt x="4945714" y="0"/>
                  </a:lnTo>
                  <a:lnTo>
                    <a:pt x="4944900" y="0"/>
                  </a:lnTo>
                  <a:lnTo>
                    <a:pt x="4944085" y="0"/>
                  </a:lnTo>
                  <a:lnTo>
                    <a:pt x="4943270" y="0"/>
                  </a:lnTo>
                  <a:lnTo>
                    <a:pt x="4942455" y="0"/>
                  </a:lnTo>
                  <a:lnTo>
                    <a:pt x="4941641" y="0"/>
                  </a:lnTo>
                  <a:lnTo>
                    <a:pt x="4940826" y="0"/>
                  </a:lnTo>
                  <a:lnTo>
                    <a:pt x="4940011" y="0"/>
                  </a:lnTo>
                  <a:lnTo>
                    <a:pt x="4939196" y="0"/>
                  </a:lnTo>
                  <a:lnTo>
                    <a:pt x="4938381" y="0"/>
                  </a:lnTo>
                  <a:lnTo>
                    <a:pt x="4937567" y="0"/>
                  </a:lnTo>
                  <a:lnTo>
                    <a:pt x="4936752" y="0"/>
                  </a:lnTo>
                  <a:lnTo>
                    <a:pt x="4935937" y="0"/>
                  </a:lnTo>
                  <a:lnTo>
                    <a:pt x="4935122" y="0"/>
                  </a:lnTo>
                  <a:lnTo>
                    <a:pt x="4934307" y="0"/>
                  </a:lnTo>
                  <a:lnTo>
                    <a:pt x="4933493" y="0"/>
                  </a:lnTo>
                  <a:lnTo>
                    <a:pt x="4932678" y="0"/>
                  </a:lnTo>
                  <a:lnTo>
                    <a:pt x="4931863" y="0"/>
                  </a:lnTo>
                  <a:lnTo>
                    <a:pt x="4931048" y="0"/>
                  </a:lnTo>
                  <a:lnTo>
                    <a:pt x="4930234" y="0"/>
                  </a:lnTo>
                  <a:lnTo>
                    <a:pt x="4929419" y="0"/>
                  </a:lnTo>
                  <a:lnTo>
                    <a:pt x="4928604" y="0"/>
                  </a:lnTo>
                  <a:lnTo>
                    <a:pt x="4927789" y="0"/>
                  </a:lnTo>
                  <a:lnTo>
                    <a:pt x="4926974" y="0"/>
                  </a:lnTo>
                  <a:lnTo>
                    <a:pt x="4926160" y="0"/>
                  </a:lnTo>
                  <a:lnTo>
                    <a:pt x="4925345" y="0"/>
                  </a:lnTo>
                  <a:lnTo>
                    <a:pt x="4924530" y="0"/>
                  </a:lnTo>
                  <a:lnTo>
                    <a:pt x="4923715" y="0"/>
                  </a:lnTo>
                  <a:lnTo>
                    <a:pt x="4922901" y="0"/>
                  </a:lnTo>
                  <a:lnTo>
                    <a:pt x="4922086" y="0"/>
                  </a:lnTo>
                  <a:lnTo>
                    <a:pt x="4921271" y="0"/>
                  </a:lnTo>
                  <a:lnTo>
                    <a:pt x="4920456" y="0"/>
                  </a:lnTo>
                  <a:lnTo>
                    <a:pt x="4919641" y="0"/>
                  </a:lnTo>
                  <a:lnTo>
                    <a:pt x="4918827" y="0"/>
                  </a:lnTo>
                  <a:lnTo>
                    <a:pt x="4918012" y="0"/>
                  </a:lnTo>
                  <a:lnTo>
                    <a:pt x="4917197" y="0"/>
                  </a:lnTo>
                  <a:lnTo>
                    <a:pt x="4916382" y="0"/>
                  </a:lnTo>
                  <a:lnTo>
                    <a:pt x="4915568" y="0"/>
                  </a:lnTo>
                  <a:lnTo>
                    <a:pt x="4914753" y="0"/>
                  </a:lnTo>
                  <a:lnTo>
                    <a:pt x="4913938" y="0"/>
                  </a:lnTo>
                  <a:lnTo>
                    <a:pt x="4913123" y="0"/>
                  </a:lnTo>
                  <a:lnTo>
                    <a:pt x="4912308" y="0"/>
                  </a:lnTo>
                  <a:lnTo>
                    <a:pt x="4911494" y="0"/>
                  </a:lnTo>
                  <a:lnTo>
                    <a:pt x="4910679" y="0"/>
                  </a:lnTo>
                  <a:lnTo>
                    <a:pt x="4909864" y="0"/>
                  </a:lnTo>
                  <a:lnTo>
                    <a:pt x="4909049" y="0"/>
                  </a:lnTo>
                  <a:lnTo>
                    <a:pt x="4908235" y="0"/>
                  </a:lnTo>
                  <a:lnTo>
                    <a:pt x="4907420" y="0"/>
                  </a:lnTo>
                  <a:lnTo>
                    <a:pt x="4906605" y="0"/>
                  </a:lnTo>
                  <a:lnTo>
                    <a:pt x="4905790" y="0"/>
                  </a:lnTo>
                  <a:lnTo>
                    <a:pt x="4904975" y="0"/>
                  </a:lnTo>
                  <a:lnTo>
                    <a:pt x="4904161" y="0"/>
                  </a:lnTo>
                  <a:lnTo>
                    <a:pt x="4903346" y="0"/>
                  </a:lnTo>
                  <a:lnTo>
                    <a:pt x="4902531" y="0"/>
                  </a:lnTo>
                  <a:lnTo>
                    <a:pt x="4901716" y="0"/>
                  </a:lnTo>
                  <a:lnTo>
                    <a:pt x="4900902" y="0"/>
                  </a:lnTo>
                  <a:lnTo>
                    <a:pt x="4900087" y="0"/>
                  </a:lnTo>
                  <a:lnTo>
                    <a:pt x="4899272" y="0"/>
                  </a:lnTo>
                  <a:lnTo>
                    <a:pt x="4898457" y="0"/>
                  </a:lnTo>
                  <a:lnTo>
                    <a:pt x="4897642" y="0"/>
                  </a:lnTo>
                  <a:lnTo>
                    <a:pt x="4896828" y="0"/>
                  </a:lnTo>
                  <a:lnTo>
                    <a:pt x="4896013" y="0"/>
                  </a:lnTo>
                  <a:lnTo>
                    <a:pt x="4895198" y="0"/>
                  </a:lnTo>
                  <a:lnTo>
                    <a:pt x="4894383" y="0"/>
                  </a:lnTo>
                  <a:lnTo>
                    <a:pt x="4893568" y="0"/>
                  </a:lnTo>
                  <a:lnTo>
                    <a:pt x="4892754" y="0"/>
                  </a:lnTo>
                  <a:lnTo>
                    <a:pt x="4891939" y="0"/>
                  </a:lnTo>
                  <a:lnTo>
                    <a:pt x="4891124" y="0"/>
                  </a:lnTo>
                  <a:lnTo>
                    <a:pt x="4890309" y="0"/>
                  </a:lnTo>
                  <a:lnTo>
                    <a:pt x="4889495" y="0"/>
                  </a:lnTo>
                  <a:lnTo>
                    <a:pt x="4888680" y="0"/>
                  </a:lnTo>
                  <a:lnTo>
                    <a:pt x="4887865" y="0"/>
                  </a:lnTo>
                  <a:lnTo>
                    <a:pt x="4887050" y="0"/>
                  </a:lnTo>
                  <a:lnTo>
                    <a:pt x="4886235" y="0"/>
                  </a:lnTo>
                  <a:lnTo>
                    <a:pt x="4885421" y="0"/>
                  </a:lnTo>
                  <a:lnTo>
                    <a:pt x="4884606" y="0"/>
                  </a:lnTo>
                  <a:lnTo>
                    <a:pt x="4883791" y="0"/>
                  </a:lnTo>
                  <a:lnTo>
                    <a:pt x="4882976" y="0"/>
                  </a:lnTo>
                  <a:lnTo>
                    <a:pt x="4882162" y="0"/>
                  </a:lnTo>
                  <a:lnTo>
                    <a:pt x="4881347" y="0"/>
                  </a:lnTo>
                  <a:lnTo>
                    <a:pt x="4880532" y="0"/>
                  </a:lnTo>
                  <a:lnTo>
                    <a:pt x="4879717" y="0"/>
                  </a:lnTo>
                  <a:lnTo>
                    <a:pt x="4878902" y="0"/>
                  </a:lnTo>
                  <a:lnTo>
                    <a:pt x="4878088" y="0"/>
                  </a:lnTo>
                  <a:lnTo>
                    <a:pt x="4877273" y="0"/>
                  </a:lnTo>
                  <a:lnTo>
                    <a:pt x="4876458" y="0"/>
                  </a:lnTo>
                  <a:lnTo>
                    <a:pt x="4875643" y="0"/>
                  </a:lnTo>
                  <a:lnTo>
                    <a:pt x="4874829" y="0"/>
                  </a:lnTo>
                  <a:lnTo>
                    <a:pt x="4874014" y="0"/>
                  </a:lnTo>
                  <a:lnTo>
                    <a:pt x="4873199" y="0"/>
                  </a:lnTo>
                  <a:lnTo>
                    <a:pt x="4872384" y="0"/>
                  </a:lnTo>
                  <a:lnTo>
                    <a:pt x="4871569" y="0"/>
                  </a:lnTo>
                  <a:lnTo>
                    <a:pt x="4870755" y="0"/>
                  </a:lnTo>
                  <a:lnTo>
                    <a:pt x="4869940" y="0"/>
                  </a:lnTo>
                  <a:lnTo>
                    <a:pt x="4869125" y="0"/>
                  </a:lnTo>
                  <a:lnTo>
                    <a:pt x="4868310" y="0"/>
                  </a:lnTo>
                  <a:lnTo>
                    <a:pt x="4867496" y="0"/>
                  </a:lnTo>
                  <a:lnTo>
                    <a:pt x="4866681" y="0"/>
                  </a:lnTo>
                  <a:lnTo>
                    <a:pt x="4865866" y="0"/>
                  </a:lnTo>
                  <a:lnTo>
                    <a:pt x="4865051" y="0"/>
                  </a:lnTo>
                  <a:lnTo>
                    <a:pt x="4864236" y="0"/>
                  </a:lnTo>
                  <a:lnTo>
                    <a:pt x="4863422" y="0"/>
                  </a:lnTo>
                  <a:lnTo>
                    <a:pt x="4862607" y="0"/>
                  </a:lnTo>
                  <a:lnTo>
                    <a:pt x="4861792" y="0"/>
                  </a:lnTo>
                  <a:lnTo>
                    <a:pt x="4860977" y="0"/>
                  </a:lnTo>
                  <a:lnTo>
                    <a:pt x="4860163" y="0"/>
                  </a:lnTo>
                  <a:lnTo>
                    <a:pt x="4859348" y="0"/>
                  </a:lnTo>
                  <a:lnTo>
                    <a:pt x="4858533" y="0"/>
                  </a:lnTo>
                  <a:lnTo>
                    <a:pt x="4857718" y="0"/>
                  </a:lnTo>
                  <a:lnTo>
                    <a:pt x="4856903" y="0"/>
                  </a:lnTo>
                  <a:lnTo>
                    <a:pt x="4856089" y="0"/>
                  </a:lnTo>
                  <a:lnTo>
                    <a:pt x="4855274" y="0"/>
                  </a:lnTo>
                  <a:lnTo>
                    <a:pt x="4854459" y="0"/>
                  </a:lnTo>
                  <a:lnTo>
                    <a:pt x="4853644" y="0"/>
                  </a:lnTo>
                  <a:lnTo>
                    <a:pt x="4852829" y="0"/>
                  </a:lnTo>
                  <a:lnTo>
                    <a:pt x="4852015" y="0"/>
                  </a:lnTo>
                  <a:lnTo>
                    <a:pt x="4851200" y="0"/>
                  </a:lnTo>
                  <a:lnTo>
                    <a:pt x="4850385" y="0"/>
                  </a:lnTo>
                  <a:lnTo>
                    <a:pt x="4849570" y="0"/>
                  </a:lnTo>
                  <a:lnTo>
                    <a:pt x="4848756" y="0"/>
                  </a:lnTo>
                  <a:lnTo>
                    <a:pt x="4847941" y="0"/>
                  </a:lnTo>
                  <a:lnTo>
                    <a:pt x="4847126" y="0"/>
                  </a:lnTo>
                  <a:lnTo>
                    <a:pt x="4846311" y="0"/>
                  </a:lnTo>
                  <a:lnTo>
                    <a:pt x="4845496" y="0"/>
                  </a:lnTo>
                  <a:lnTo>
                    <a:pt x="4844682" y="0"/>
                  </a:lnTo>
                  <a:lnTo>
                    <a:pt x="4843867" y="0"/>
                  </a:lnTo>
                  <a:lnTo>
                    <a:pt x="4843052" y="0"/>
                  </a:lnTo>
                  <a:lnTo>
                    <a:pt x="4842237" y="0"/>
                  </a:lnTo>
                  <a:lnTo>
                    <a:pt x="4841423" y="0"/>
                  </a:lnTo>
                  <a:lnTo>
                    <a:pt x="4840608" y="0"/>
                  </a:lnTo>
                  <a:lnTo>
                    <a:pt x="4839793" y="0"/>
                  </a:lnTo>
                  <a:lnTo>
                    <a:pt x="4838978" y="0"/>
                  </a:lnTo>
                  <a:lnTo>
                    <a:pt x="4838163" y="0"/>
                  </a:lnTo>
                  <a:lnTo>
                    <a:pt x="4837349" y="0"/>
                  </a:lnTo>
                  <a:lnTo>
                    <a:pt x="4836534" y="0"/>
                  </a:lnTo>
                  <a:lnTo>
                    <a:pt x="4835719" y="0"/>
                  </a:lnTo>
                  <a:lnTo>
                    <a:pt x="4834904" y="0"/>
                  </a:lnTo>
                  <a:lnTo>
                    <a:pt x="4834090" y="0"/>
                  </a:lnTo>
                  <a:lnTo>
                    <a:pt x="4833275" y="0"/>
                  </a:lnTo>
                  <a:lnTo>
                    <a:pt x="4832460" y="0"/>
                  </a:lnTo>
                  <a:lnTo>
                    <a:pt x="4831645" y="0"/>
                  </a:lnTo>
                  <a:lnTo>
                    <a:pt x="4830830" y="0"/>
                  </a:lnTo>
                  <a:lnTo>
                    <a:pt x="4830016" y="0"/>
                  </a:lnTo>
                  <a:lnTo>
                    <a:pt x="4829201" y="0"/>
                  </a:lnTo>
                  <a:lnTo>
                    <a:pt x="4828386" y="0"/>
                  </a:lnTo>
                  <a:lnTo>
                    <a:pt x="4827571" y="0"/>
                  </a:lnTo>
                  <a:lnTo>
                    <a:pt x="4826757" y="0"/>
                  </a:lnTo>
                  <a:lnTo>
                    <a:pt x="4825942" y="0"/>
                  </a:lnTo>
                  <a:lnTo>
                    <a:pt x="4825127" y="0"/>
                  </a:lnTo>
                  <a:lnTo>
                    <a:pt x="4824312" y="0"/>
                  </a:lnTo>
                  <a:lnTo>
                    <a:pt x="4823497" y="0"/>
                  </a:lnTo>
                  <a:lnTo>
                    <a:pt x="4822683" y="0"/>
                  </a:lnTo>
                  <a:lnTo>
                    <a:pt x="4821868" y="0"/>
                  </a:lnTo>
                  <a:lnTo>
                    <a:pt x="4821053" y="0"/>
                  </a:lnTo>
                  <a:lnTo>
                    <a:pt x="4820238" y="0"/>
                  </a:lnTo>
                  <a:lnTo>
                    <a:pt x="4819423" y="0"/>
                  </a:lnTo>
                  <a:lnTo>
                    <a:pt x="4818609" y="0"/>
                  </a:lnTo>
                  <a:lnTo>
                    <a:pt x="4817794" y="0"/>
                  </a:lnTo>
                  <a:lnTo>
                    <a:pt x="4816979" y="0"/>
                  </a:lnTo>
                  <a:lnTo>
                    <a:pt x="4816164" y="0"/>
                  </a:lnTo>
                  <a:lnTo>
                    <a:pt x="4815350" y="0"/>
                  </a:lnTo>
                  <a:lnTo>
                    <a:pt x="4814535" y="0"/>
                  </a:lnTo>
                  <a:lnTo>
                    <a:pt x="4813720" y="0"/>
                  </a:lnTo>
                  <a:lnTo>
                    <a:pt x="4812905" y="0"/>
                  </a:lnTo>
                  <a:lnTo>
                    <a:pt x="4812090" y="0"/>
                  </a:lnTo>
                  <a:lnTo>
                    <a:pt x="4811276" y="0"/>
                  </a:lnTo>
                  <a:lnTo>
                    <a:pt x="4810461" y="0"/>
                  </a:lnTo>
                  <a:lnTo>
                    <a:pt x="4809646" y="0"/>
                  </a:lnTo>
                  <a:lnTo>
                    <a:pt x="4808831" y="0"/>
                  </a:lnTo>
                  <a:lnTo>
                    <a:pt x="4808017" y="0"/>
                  </a:lnTo>
                  <a:lnTo>
                    <a:pt x="4807202" y="0"/>
                  </a:lnTo>
                  <a:lnTo>
                    <a:pt x="4806387" y="0"/>
                  </a:lnTo>
                  <a:lnTo>
                    <a:pt x="4805572" y="0"/>
                  </a:lnTo>
                  <a:lnTo>
                    <a:pt x="4804757" y="0"/>
                  </a:lnTo>
                  <a:lnTo>
                    <a:pt x="4803943" y="0"/>
                  </a:lnTo>
                  <a:lnTo>
                    <a:pt x="4803128" y="0"/>
                  </a:lnTo>
                  <a:lnTo>
                    <a:pt x="4802313" y="0"/>
                  </a:lnTo>
                  <a:lnTo>
                    <a:pt x="4801498" y="0"/>
                  </a:lnTo>
                  <a:lnTo>
                    <a:pt x="4800684" y="0"/>
                  </a:lnTo>
                  <a:lnTo>
                    <a:pt x="4799869" y="0"/>
                  </a:lnTo>
                  <a:lnTo>
                    <a:pt x="4799054" y="0"/>
                  </a:lnTo>
                  <a:lnTo>
                    <a:pt x="4798239" y="0"/>
                  </a:lnTo>
                  <a:lnTo>
                    <a:pt x="4797424" y="0"/>
                  </a:lnTo>
                  <a:lnTo>
                    <a:pt x="4796610" y="0"/>
                  </a:lnTo>
                  <a:lnTo>
                    <a:pt x="4795795" y="0"/>
                  </a:lnTo>
                  <a:lnTo>
                    <a:pt x="4794980" y="0"/>
                  </a:lnTo>
                  <a:lnTo>
                    <a:pt x="4794165" y="0"/>
                  </a:lnTo>
                  <a:lnTo>
                    <a:pt x="4793351" y="0"/>
                  </a:lnTo>
                  <a:lnTo>
                    <a:pt x="4792536" y="0"/>
                  </a:lnTo>
                  <a:lnTo>
                    <a:pt x="4791721" y="0"/>
                  </a:lnTo>
                  <a:lnTo>
                    <a:pt x="4790906" y="0"/>
                  </a:lnTo>
                  <a:lnTo>
                    <a:pt x="4790091" y="0"/>
                  </a:lnTo>
                  <a:lnTo>
                    <a:pt x="4789277" y="0"/>
                  </a:lnTo>
                  <a:lnTo>
                    <a:pt x="4788462" y="0"/>
                  </a:lnTo>
                  <a:lnTo>
                    <a:pt x="4787647" y="0"/>
                  </a:lnTo>
                  <a:lnTo>
                    <a:pt x="4786832" y="0"/>
                  </a:lnTo>
                  <a:lnTo>
                    <a:pt x="4786018" y="0"/>
                  </a:lnTo>
                  <a:lnTo>
                    <a:pt x="4785203" y="0"/>
                  </a:lnTo>
                  <a:lnTo>
                    <a:pt x="4784388" y="0"/>
                  </a:lnTo>
                  <a:lnTo>
                    <a:pt x="4783573" y="0"/>
                  </a:lnTo>
                  <a:lnTo>
                    <a:pt x="4782758" y="0"/>
                  </a:lnTo>
                  <a:lnTo>
                    <a:pt x="4781944" y="0"/>
                  </a:lnTo>
                  <a:lnTo>
                    <a:pt x="4781129" y="0"/>
                  </a:lnTo>
                  <a:lnTo>
                    <a:pt x="4780314" y="0"/>
                  </a:lnTo>
                  <a:lnTo>
                    <a:pt x="4779499" y="0"/>
                  </a:lnTo>
                  <a:lnTo>
                    <a:pt x="4778684" y="0"/>
                  </a:lnTo>
                  <a:lnTo>
                    <a:pt x="4777870" y="0"/>
                  </a:lnTo>
                  <a:lnTo>
                    <a:pt x="4777055" y="0"/>
                  </a:lnTo>
                  <a:lnTo>
                    <a:pt x="4776240" y="0"/>
                  </a:lnTo>
                  <a:lnTo>
                    <a:pt x="4775425" y="0"/>
                  </a:lnTo>
                  <a:lnTo>
                    <a:pt x="4774611" y="0"/>
                  </a:lnTo>
                  <a:lnTo>
                    <a:pt x="4773796" y="0"/>
                  </a:lnTo>
                  <a:lnTo>
                    <a:pt x="4772981" y="0"/>
                  </a:lnTo>
                  <a:lnTo>
                    <a:pt x="4772166" y="0"/>
                  </a:lnTo>
                  <a:lnTo>
                    <a:pt x="4771351" y="0"/>
                  </a:lnTo>
                  <a:lnTo>
                    <a:pt x="4770537" y="0"/>
                  </a:lnTo>
                  <a:lnTo>
                    <a:pt x="4769722" y="0"/>
                  </a:lnTo>
                  <a:lnTo>
                    <a:pt x="4768907" y="0"/>
                  </a:lnTo>
                  <a:lnTo>
                    <a:pt x="4768092" y="0"/>
                  </a:lnTo>
                  <a:lnTo>
                    <a:pt x="4767278" y="0"/>
                  </a:lnTo>
                  <a:lnTo>
                    <a:pt x="4766463" y="0"/>
                  </a:lnTo>
                  <a:lnTo>
                    <a:pt x="4765648" y="0"/>
                  </a:lnTo>
                  <a:lnTo>
                    <a:pt x="4764833" y="0"/>
                  </a:lnTo>
                  <a:lnTo>
                    <a:pt x="4764018" y="0"/>
                  </a:lnTo>
                  <a:lnTo>
                    <a:pt x="4763204" y="0"/>
                  </a:lnTo>
                  <a:lnTo>
                    <a:pt x="4762389" y="0"/>
                  </a:lnTo>
                  <a:lnTo>
                    <a:pt x="4761574" y="0"/>
                  </a:lnTo>
                  <a:lnTo>
                    <a:pt x="4760759" y="0"/>
                  </a:lnTo>
                  <a:lnTo>
                    <a:pt x="4759945" y="0"/>
                  </a:lnTo>
                  <a:lnTo>
                    <a:pt x="4759130" y="0"/>
                  </a:lnTo>
                  <a:lnTo>
                    <a:pt x="4758315" y="0"/>
                  </a:lnTo>
                  <a:lnTo>
                    <a:pt x="4757500" y="0"/>
                  </a:lnTo>
                  <a:lnTo>
                    <a:pt x="4756685" y="0"/>
                  </a:lnTo>
                  <a:lnTo>
                    <a:pt x="4755871" y="0"/>
                  </a:lnTo>
                  <a:lnTo>
                    <a:pt x="4755056" y="0"/>
                  </a:lnTo>
                  <a:lnTo>
                    <a:pt x="4754241" y="0"/>
                  </a:lnTo>
                  <a:lnTo>
                    <a:pt x="4753426" y="0"/>
                  </a:lnTo>
                  <a:lnTo>
                    <a:pt x="4752612" y="0"/>
                  </a:lnTo>
                  <a:lnTo>
                    <a:pt x="4751797" y="0"/>
                  </a:lnTo>
                  <a:lnTo>
                    <a:pt x="4750982" y="0"/>
                  </a:lnTo>
                  <a:lnTo>
                    <a:pt x="4750167" y="0"/>
                  </a:lnTo>
                  <a:lnTo>
                    <a:pt x="4749352" y="0"/>
                  </a:lnTo>
                  <a:lnTo>
                    <a:pt x="4748538" y="0"/>
                  </a:lnTo>
                  <a:lnTo>
                    <a:pt x="4747723" y="0"/>
                  </a:lnTo>
                  <a:lnTo>
                    <a:pt x="4746908" y="0"/>
                  </a:lnTo>
                  <a:lnTo>
                    <a:pt x="4746093" y="0"/>
                  </a:lnTo>
                  <a:lnTo>
                    <a:pt x="4745279" y="0"/>
                  </a:lnTo>
                  <a:lnTo>
                    <a:pt x="4744464" y="0"/>
                  </a:lnTo>
                  <a:lnTo>
                    <a:pt x="4743649" y="0"/>
                  </a:lnTo>
                  <a:lnTo>
                    <a:pt x="4742834" y="0"/>
                  </a:lnTo>
                  <a:lnTo>
                    <a:pt x="4742019" y="0"/>
                  </a:lnTo>
                  <a:lnTo>
                    <a:pt x="4741205" y="0"/>
                  </a:lnTo>
                  <a:lnTo>
                    <a:pt x="4740390" y="0"/>
                  </a:lnTo>
                  <a:lnTo>
                    <a:pt x="4739575" y="0"/>
                  </a:lnTo>
                  <a:lnTo>
                    <a:pt x="4738760" y="0"/>
                  </a:lnTo>
                  <a:lnTo>
                    <a:pt x="4737945" y="0"/>
                  </a:lnTo>
                  <a:lnTo>
                    <a:pt x="4737131" y="0"/>
                  </a:lnTo>
                  <a:lnTo>
                    <a:pt x="4736316" y="0"/>
                  </a:lnTo>
                  <a:lnTo>
                    <a:pt x="4735501" y="0"/>
                  </a:lnTo>
                  <a:lnTo>
                    <a:pt x="4734686" y="0"/>
                  </a:lnTo>
                  <a:lnTo>
                    <a:pt x="4733872" y="0"/>
                  </a:lnTo>
                  <a:lnTo>
                    <a:pt x="4733057" y="0"/>
                  </a:lnTo>
                  <a:lnTo>
                    <a:pt x="4732242" y="0"/>
                  </a:lnTo>
                  <a:lnTo>
                    <a:pt x="4731427" y="0"/>
                  </a:lnTo>
                  <a:lnTo>
                    <a:pt x="4730612" y="0"/>
                  </a:lnTo>
                  <a:lnTo>
                    <a:pt x="4729798" y="0"/>
                  </a:lnTo>
                  <a:lnTo>
                    <a:pt x="4728983" y="0"/>
                  </a:lnTo>
                  <a:lnTo>
                    <a:pt x="4728168" y="0"/>
                  </a:lnTo>
                  <a:lnTo>
                    <a:pt x="4727353" y="0"/>
                  </a:lnTo>
                  <a:lnTo>
                    <a:pt x="4726539" y="0"/>
                  </a:lnTo>
                  <a:lnTo>
                    <a:pt x="4725724" y="0"/>
                  </a:lnTo>
                  <a:lnTo>
                    <a:pt x="4724909" y="0"/>
                  </a:lnTo>
                  <a:lnTo>
                    <a:pt x="4724094" y="0"/>
                  </a:lnTo>
                  <a:lnTo>
                    <a:pt x="4723279" y="0"/>
                  </a:lnTo>
                  <a:lnTo>
                    <a:pt x="4722465" y="0"/>
                  </a:lnTo>
                  <a:lnTo>
                    <a:pt x="4721650" y="0"/>
                  </a:lnTo>
                  <a:lnTo>
                    <a:pt x="4720835" y="0"/>
                  </a:lnTo>
                  <a:lnTo>
                    <a:pt x="4720020" y="0"/>
                  </a:lnTo>
                  <a:lnTo>
                    <a:pt x="4719206" y="0"/>
                  </a:lnTo>
                  <a:lnTo>
                    <a:pt x="4718391" y="0"/>
                  </a:lnTo>
                  <a:lnTo>
                    <a:pt x="4717576" y="0"/>
                  </a:lnTo>
                  <a:lnTo>
                    <a:pt x="4716761" y="0"/>
                  </a:lnTo>
                  <a:lnTo>
                    <a:pt x="4715946" y="0"/>
                  </a:lnTo>
                  <a:lnTo>
                    <a:pt x="4715132" y="0"/>
                  </a:lnTo>
                  <a:lnTo>
                    <a:pt x="4714317" y="0"/>
                  </a:lnTo>
                  <a:lnTo>
                    <a:pt x="4713502" y="0"/>
                  </a:lnTo>
                  <a:lnTo>
                    <a:pt x="4712687" y="0"/>
                  </a:lnTo>
                  <a:lnTo>
                    <a:pt x="4711873" y="0"/>
                  </a:lnTo>
                  <a:lnTo>
                    <a:pt x="4711058" y="0"/>
                  </a:lnTo>
                  <a:lnTo>
                    <a:pt x="4710243" y="0"/>
                  </a:lnTo>
                  <a:lnTo>
                    <a:pt x="4709428" y="0"/>
                  </a:lnTo>
                  <a:lnTo>
                    <a:pt x="4708613" y="0"/>
                  </a:lnTo>
                  <a:lnTo>
                    <a:pt x="4707799" y="0"/>
                  </a:lnTo>
                  <a:lnTo>
                    <a:pt x="4706984" y="0"/>
                  </a:lnTo>
                  <a:lnTo>
                    <a:pt x="4706169" y="0"/>
                  </a:lnTo>
                  <a:lnTo>
                    <a:pt x="4705354" y="0"/>
                  </a:lnTo>
                  <a:lnTo>
                    <a:pt x="4704540" y="0"/>
                  </a:lnTo>
                  <a:lnTo>
                    <a:pt x="4703725" y="0"/>
                  </a:lnTo>
                  <a:lnTo>
                    <a:pt x="4702910" y="0"/>
                  </a:lnTo>
                  <a:lnTo>
                    <a:pt x="4702095" y="0"/>
                  </a:lnTo>
                  <a:lnTo>
                    <a:pt x="4701280" y="0"/>
                  </a:lnTo>
                  <a:lnTo>
                    <a:pt x="4700466" y="0"/>
                  </a:lnTo>
                  <a:lnTo>
                    <a:pt x="4699651" y="0"/>
                  </a:lnTo>
                  <a:lnTo>
                    <a:pt x="4698836" y="0"/>
                  </a:lnTo>
                  <a:lnTo>
                    <a:pt x="4698021" y="0"/>
                  </a:lnTo>
                  <a:lnTo>
                    <a:pt x="4697206" y="0"/>
                  </a:lnTo>
                  <a:lnTo>
                    <a:pt x="4696392" y="0"/>
                  </a:lnTo>
                  <a:lnTo>
                    <a:pt x="4695577" y="0"/>
                  </a:lnTo>
                  <a:lnTo>
                    <a:pt x="4694762" y="0"/>
                  </a:lnTo>
                  <a:lnTo>
                    <a:pt x="4693947" y="0"/>
                  </a:lnTo>
                  <a:lnTo>
                    <a:pt x="4693133" y="0"/>
                  </a:lnTo>
                  <a:lnTo>
                    <a:pt x="4692318" y="0"/>
                  </a:lnTo>
                  <a:lnTo>
                    <a:pt x="4691503" y="0"/>
                  </a:lnTo>
                  <a:lnTo>
                    <a:pt x="4690688" y="0"/>
                  </a:lnTo>
                  <a:lnTo>
                    <a:pt x="4689873" y="0"/>
                  </a:lnTo>
                  <a:lnTo>
                    <a:pt x="4689059" y="0"/>
                  </a:lnTo>
                  <a:lnTo>
                    <a:pt x="4688244" y="0"/>
                  </a:lnTo>
                  <a:lnTo>
                    <a:pt x="4687429" y="0"/>
                  </a:lnTo>
                  <a:lnTo>
                    <a:pt x="4686614" y="0"/>
                  </a:lnTo>
                  <a:lnTo>
                    <a:pt x="4685800" y="0"/>
                  </a:lnTo>
                  <a:lnTo>
                    <a:pt x="4684985" y="0"/>
                  </a:lnTo>
                  <a:lnTo>
                    <a:pt x="4684170" y="0"/>
                  </a:lnTo>
                  <a:lnTo>
                    <a:pt x="4683355" y="0"/>
                  </a:lnTo>
                  <a:lnTo>
                    <a:pt x="4682540" y="0"/>
                  </a:lnTo>
                  <a:lnTo>
                    <a:pt x="4681726" y="0"/>
                  </a:lnTo>
                  <a:lnTo>
                    <a:pt x="4680911" y="0"/>
                  </a:lnTo>
                  <a:lnTo>
                    <a:pt x="4680096" y="0"/>
                  </a:lnTo>
                  <a:lnTo>
                    <a:pt x="4679281" y="0"/>
                  </a:lnTo>
                  <a:lnTo>
                    <a:pt x="4678467" y="0"/>
                  </a:lnTo>
                  <a:lnTo>
                    <a:pt x="4677652" y="0"/>
                  </a:lnTo>
                  <a:lnTo>
                    <a:pt x="4676837" y="0"/>
                  </a:lnTo>
                  <a:lnTo>
                    <a:pt x="4676022" y="0"/>
                  </a:lnTo>
                  <a:lnTo>
                    <a:pt x="4675207" y="0"/>
                  </a:lnTo>
                  <a:lnTo>
                    <a:pt x="4674393" y="0"/>
                  </a:lnTo>
                  <a:lnTo>
                    <a:pt x="4673578" y="0"/>
                  </a:lnTo>
                  <a:lnTo>
                    <a:pt x="4672763" y="0"/>
                  </a:lnTo>
                  <a:lnTo>
                    <a:pt x="4671948" y="0"/>
                  </a:lnTo>
                  <a:lnTo>
                    <a:pt x="4671134" y="0"/>
                  </a:lnTo>
                  <a:lnTo>
                    <a:pt x="4670319" y="0"/>
                  </a:lnTo>
                  <a:lnTo>
                    <a:pt x="4669504" y="0"/>
                  </a:lnTo>
                  <a:lnTo>
                    <a:pt x="4668689" y="0"/>
                  </a:lnTo>
                  <a:lnTo>
                    <a:pt x="4667874" y="0"/>
                  </a:lnTo>
                  <a:lnTo>
                    <a:pt x="4667060" y="0"/>
                  </a:lnTo>
                  <a:lnTo>
                    <a:pt x="4666245" y="0"/>
                  </a:lnTo>
                  <a:lnTo>
                    <a:pt x="4665430" y="0"/>
                  </a:lnTo>
                  <a:lnTo>
                    <a:pt x="4664615" y="0"/>
                  </a:lnTo>
                  <a:lnTo>
                    <a:pt x="4663801" y="0"/>
                  </a:lnTo>
                  <a:lnTo>
                    <a:pt x="4662986" y="0"/>
                  </a:lnTo>
                  <a:lnTo>
                    <a:pt x="4662171" y="0"/>
                  </a:lnTo>
                  <a:lnTo>
                    <a:pt x="4661356" y="0"/>
                  </a:lnTo>
                  <a:lnTo>
                    <a:pt x="4660541" y="0"/>
                  </a:lnTo>
                  <a:lnTo>
                    <a:pt x="4659727" y="0"/>
                  </a:lnTo>
                  <a:lnTo>
                    <a:pt x="4658912" y="0"/>
                  </a:lnTo>
                  <a:lnTo>
                    <a:pt x="4658097" y="0"/>
                  </a:lnTo>
                  <a:lnTo>
                    <a:pt x="4657282" y="0"/>
                  </a:lnTo>
                  <a:lnTo>
                    <a:pt x="4656467" y="0"/>
                  </a:lnTo>
                  <a:lnTo>
                    <a:pt x="4655653" y="0"/>
                  </a:lnTo>
                  <a:lnTo>
                    <a:pt x="4654838" y="0"/>
                  </a:lnTo>
                  <a:lnTo>
                    <a:pt x="4654023" y="0"/>
                  </a:lnTo>
                  <a:lnTo>
                    <a:pt x="4653208" y="0"/>
                  </a:lnTo>
                  <a:lnTo>
                    <a:pt x="4652394" y="0"/>
                  </a:lnTo>
                  <a:lnTo>
                    <a:pt x="4651579" y="0"/>
                  </a:lnTo>
                  <a:lnTo>
                    <a:pt x="4650764" y="0"/>
                  </a:lnTo>
                  <a:lnTo>
                    <a:pt x="4649949" y="0"/>
                  </a:lnTo>
                  <a:lnTo>
                    <a:pt x="4649134" y="0"/>
                  </a:lnTo>
                  <a:lnTo>
                    <a:pt x="4648320" y="0"/>
                  </a:lnTo>
                  <a:lnTo>
                    <a:pt x="4647505" y="0"/>
                  </a:lnTo>
                  <a:lnTo>
                    <a:pt x="4646690" y="0"/>
                  </a:lnTo>
                  <a:lnTo>
                    <a:pt x="4645875" y="0"/>
                  </a:lnTo>
                  <a:lnTo>
                    <a:pt x="4645061" y="0"/>
                  </a:lnTo>
                  <a:lnTo>
                    <a:pt x="4644246" y="0"/>
                  </a:lnTo>
                  <a:lnTo>
                    <a:pt x="4643431" y="0"/>
                  </a:lnTo>
                  <a:lnTo>
                    <a:pt x="4642616" y="0"/>
                  </a:lnTo>
                  <a:lnTo>
                    <a:pt x="4641801" y="0"/>
                  </a:lnTo>
                  <a:lnTo>
                    <a:pt x="4640987" y="0"/>
                  </a:lnTo>
                  <a:lnTo>
                    <a:pt x="4640172" y="0"/>
                  </a:lnTo>
                  <a:lnTo>
                    <a:pt x="4639357" y="0"/>
                  </a:lnTo>
                  <a:lnTo>
                    <a:pt x="4638542" y="0"/>
                  </a:lnTo>
                  <a:lnTo>
                    <a:pt x="4637728" y="0"/>
                  </a:lnTo>
                  <a:lnTo>
                    <a:pt x="4636913" y="0"/>
                  </a:lnTo>
                  <a:lnTo>
                    <a:pt x="4636098" y="0"/>
                  </a:lnTo>
                  <a:lnTo>
                    <a:pt x="4635283" y="0"/>
                  </a:lnTo>
                  <a:lnTo>
                    <a:pt x="4634468" y="0"/>
                  </a:lnTo>
                  <a:lnTo>
                    <a:pt x="4633654" y="0"/>
                  </a:lnTo>
                  <a:lnTo>
                    <a:pt x="4632839" y="0"/>
                  </a:lnTo>
                  <a:lnTo>
                    <a:pt x="4632024" y="0"/>
                  </a:lnTo>
                  <a:lnTo>
                    <a:pt x="4631209" y="0"/>
                  </a:lnTo>
                  <a:lnTo>
                    <a:pt x="4630395" y="0"/>
                  </a:lnTo>
                  <a:lnTo>
                    <a:pt x="4629580" y="0"/>
                  </a:lnTo>
                  <a:lnTo>
                    <a:pt x="4628765" y="0"/>
                  </a:lnTo>
                  <a:lnTo>
                    <a:pt x="4627950" y="0"/>
                  </a:lnTo>
                  <a:lnTo>
                    <a:pt x="4627135" y="0"/>
                  </a:lnTo>
                  <a:lnTo>
                    <a:pt x="4626321" y="0"/>
                  </a:lnTo>
                  <a:lnTo>
                    <a:pt x="4625506" y="0"/>
                  </a:lnTo>
                  <a:lnTo>
                    <a:pt x="4624691" y="0"/>
                  </a:lnTo>
                  <a:lnTo>
                    <a:pt x="4623876" y="0"/>
                  </a:lnTo>
                  <a:lnTo>
                    <a:pt x="4623062" y="0"/>
                  </a:lnTo>
                  <a:lnTo>
                    <a:pt x="4622247" y="0"/>
                  </a:lnTo>
                  <a:lnTo>
                    <a:pt x="4621432" y="0"/>
                  </a:lnTo>
                  <a:lnTo>
                    <a:pt x="4620617" y="0"/>
                  </a:lnTo>
                  <a:lnTo>
                    <a:pt x="4619802" y="0"/>
                  </a:lnTo>
                  <a:lnTo>
                    <a:pt x="4618988" y="0"/>
                  </a:lnTo>
                  <a:lnTo>
                    <a:pt x="4618173" y="0"/>
                  </a:lnTo>
                  <a:lnTo>
                    <a:pt x="4617358" y="0"/>
                  </a:lnTo>
                  <a:lnTo>
                    <a:pt x="4616543" y="0"/>
                  </a:lnTo>
                  <a:lnTo>
                    <a:pt x="4615728" y="0"/>
                  </a:lnTo>
                  <a:lnTo>
                    <a:pt x="4614914" y="0"/>
                  </a:lnTo>
                  <a:lnTo>
                    <a:pt x="4614099" y="0"/>
                  </a:lnTo>
                  <a:lnTo>
                    <a:pt x="4613284" y="0"/>
                  </a:lnTo>
                  <a:lnTo>
                    <a:pt x="4612469" y="0"/>
                  </a:lnTo>
                  <a:lnTo>
                    <a:pt x="4611655" y="0"/>
                  </a:lnTo>
                  <a:lnTo>
                    <a:pt x="4610840" y="0"/>
                  </a:lnTo>
                  <a:lnTo>
                    <a:pt x="4610025" y="0"/>
                  </a:lnTo>
                  <a:lnTo>
                    <a:pt x="4609210" y="0"/>
                  </a:lnTo>
                  <a:lnTo>
                    <a:pt x="4608395" y="0"/>
                  </a:lnTo>
                  <a:lnTo>
                    <a:pt x="4607581" y="0"/>
                  </a:lnTo>
                  <a:lnTo>
                    <a:pt x="4606766" y="0"/>
                  </a:lnTo>
                  <a:lnTo>
                    <a:pt x="4605951" y="0"/>
                  </a:lnTo>
                  <a:lnTo>
                    <a:pt x="4605136" y="0"/>
                  </a:lnTo>
                  <a:lnTo>
                    <a:pt x="4604322" y="0"/>
                  </a:lnTo>
                  <a:lnTo>
                    <a:pt x="4603507" y="0"/>
                  </a:lnTo>
                  <a:lnTo>
                    <a:pt x="4602692" y="0"/>
                  </a:lnTo>
                  <a:lnTo>
                    <a:pt x="4601877" y="0"/>
                  </a:lnTo>
                  <a:lnTo>
                    <a:pt x="4601062" y="0"/>
                  </a:lnTo>
                  <a:lnTo>
                    <a:pt x="4600248" y="0"/>
                  </a:lnTo>
                  <a:lnTo>
                    <a:pt x="4599433" y="0"/>
                  </a:lnTo>
                  <a:lnTo>
                    <a:pt x="4598618" y="0"/>
                  </a:lnTo>
                  <a:lnTo>
                    <a:pt x="4597803" y="0"/>
                  </a:lnTo>
                  <a:lnTo>
                    <a:pt x="4596989" y="0"/>
                  </a:lnTo>
                  <a:lnTo>
                    <a:pt x="4596174" y="0"/>
                  </a:lnTo>
                  <a:lnTo>
                    <a:pt x="4595359" y="0"/>
                  </a:lnTo>
                  <a:lnTo>
                    <a:pt x="4594544" y="0"/>
                  </a:lnTo>
                  <a:lnTo>
                    <a:pt x="4593729" y="0"/>
                  </a:lnTo>
                  <a:lnTo>
                    <a:pt x="4592915" y="0"/>
                  </a:lnTo>
                  <a:lnTo>
                    <a:pt x="4592100" y="0"/>
                  </a:lnTo>
                  <a:lnTo>
                    <a:pt x="4591285" y="0"/>
                  </a:lnTo>
                  <a:lnTo>
                    <a:pt x="4590470" y="0"/>
                  </a:lnTo>
                  <a:lnTo>
                    <a:pt x="4589656" y="0"/>
                  </a:lnTo>
                  <a:lnTo>
                    <a:pt x="4588841" y="0"/>
                  </a:lnTo>
                  <a:lnTo>
                    <a:pt x="4588026" y="0"/>
                  </a:lnTo>
                  <a:lnTo>
                    <a:pt x="4587211" y="0"/>
                  </a:lnTo>
                  <a:lnTo>
                    <a:pt x="4586396" y="0"/>
                  </a:lnTo>
                  <a:lnTo>
                    <a:pt x="4585582" y="0"/>
                  </a:lnTo>
                  <a:lnTo>
                    <a:pt x="4584767" y="0"/>
                  </a:lnTo>
                  <a:lnTo>
                    <a:pt x="4583952" y="0"/>
                  </a:lnTo>
                  <a:lnTo>
                    <a:pt x="4583137" y="0"/>
                  </a:lnTo>
                  <a:lnTo>
                    <a:pt x="4582323" y="0"/>
                  </a:lnTo>
                  <a:lnTo>
                    <a:pt x="4581508" y="0"/>
                  </a:lnTo>
                  <a:lnTo>
                    <a:pt x="4580693" y="0"/>
                  </a:lnTo>
                  <a:lnTo>
                    <a:pt x="4579878" y="0"/>
                  </a:lnTo>
                  <a:lnTo>
                    <a:pt x="4579063" y="0"/>
                  </a:lnTo>
                  <a:lnTo>
                    <a:pt x="4578249" y="0"/>
                  </a:lnTo>
                  <a:lnTo>
                    <a:pt x="4577434" y="0"/>
                  </a:lnTo>
                  <a:lnTo>
                    <a:pt x="4576619" y="0"/>
                  </a:lnTo>
                  <a:lnTo>
                    <a:pt x="4575804" y="0"/>
                  </a:lnTo>
                  <a:lnTo>
                    <a:pt x="4574989" y="0"/>
                  </a:lnTo>
                  <a:lnTo>
                    <a:pt x="4574175" y="0"/>
                  </a:lnTo>
                  <a:lnTo>
                    <a:pt x="4573360" y="0"/>
                  </a:lnTo>
                  <a:lnTo>
                    <a:pt x="4572545" y="0"/>
                  </a:lnTo>
                  <a:lnTo>
                    <a:pt x="4571730" y="0"/>
                  </a:lnTo>
                  <a:lnTo>
                    <a:pt x="4570916" y="0"/>
                  </a:lnTo>
                  <a:lnTo>
                    <a:pt x="4570101" y="0"/>
                  </a:lnTo>
                  <a:lnTo>
                    <a:pt x="4569286" y="0"/>
                  </a:lnTo>
                  <a:lnTo>
                    <a:pt x="4568471" y="0"/>
                  </a:lnTo>
                  <a:lnTo>
                    <a:pt x="4567656" y="0"/>
                  </a:lnTo>
                  <a:lnTo>
                    <a:pt x="4566842" y="0"/>
                  </a:lnTo>
                  <a:lnTo>
                    <a:pt x="4566027" y="0"/>
                  </a:lnTo>
                  <a:lnTo>
                    <a:pt x="4565212" y="0"/>
                  </a:lnTo>
                  <a:lnTo>
                    <a:pt x="4564397" y="0"/>
                  </a:lnTo>
                  <a:lnTo>
                    <a:pt x="4563583" y="0"/>
                  </a:lnTo>
                  <a:lnTo>
                    <a:pt x="4562768" y="0"/>
                  </a:lnTo>
                  <a:lnTo>
                    <a:pt x="4561953" y="0"/>
                  </a:lnTo>
                  <a:lnTo>
                    <a:pt x="4561138" y="0"/>
                  </a:lnTo>
                  <a:lnTo>
                    <a:pt x="4560323" y="0"/>
                  </a:lnTo>
                  <a:lnTo>
                    <a:pt x="4559509" y="0"/>
                  </a:lnTo>
                  <a:lnTo>
                    <a:pt x="4558694" y="0"/>
                  </a:lnTo>
                  <a:lnTo>
                    <a:pt x="4557879" y="0"/>
                  </a:lnTo>
                  <a:lnTo>
                    <a:pt x="4557064" y="0"/>
                  </a:lnTo>
                  <a:lnTo>
                    <a:pt x="4556250" y="0"/>
                  </a:lnTo>
                  <a:lnTo>
                    <a:pt x="4555435" y="0"/>
                  </a:lnTo>
                  <a:lnTo>
                    <a:pt x="4554620" y="0"/>
                  </a:lnTo>
                  <a:lnTo>
                    <a:pt x="4553805" y="0"/>
                  </a:lnTo>
                  <a:lnTo>
                    <a:pt x="4552990" y="0"/>
                  </a:lnTo>
                  <a:lnTo>
                    <a:pt x="4552176" y="0"/>
                  </a:lnTo>
                  <a:lnTo>
                    <a:pt x="4551361" y="0"/>
                  </a:lnTo>
                  <a:lnTo>
                    <a:pt x="4550546" y="0"/>
                  </a:lnTo>
                  <a:lnTo>
                    <a:pt x="4549731" y="0"/>
                  </a:lnTo>
                  <a:lnTo>
                    <a:pt x="4548917" y="0"/>
                  </a:lnTo>
                  <a:lnTo>
                    <a:pt x="4548102" y="0"/>
                  </a:lnTo>
                  <a:lnTo>
                    <a:pt x="4547287" y="0"/>
                  </a:lnTo>
                  <a:lnTo>
                    <a:pt x="4546472" y="0"/>
                  </a:lnTo>
                  <a:lnTo>
                    <a:pt x="4545657" y="0"/>
                  </a:lnTo>
                  <a:lnTo>
                    <a:pt x="4544843" y="0"/>
                  </a:lnTo>
                  <a:lnTo>
                    <a:pt x="4544028" y="0"/>
                  </a:lnTo>
                  <a:lnTo>
                    <a:pt x="4543213" y="0"/>
                  </a:lnTo>
                  <a:lnTo>
                    <a:pt x="4542398" y="0"/>
                  </a:lnTo>
                  <a:lnTo>
                    <a:pt x="4541584" y="0"/>
                  </a:lnTo>
                  <a:lnTo>
                    <a:pt x="4540769" y="0"/>
                  </a:lnTo>
                  <a:lnTo>
                    <a:pt x="4539954" y="0"/>
                  </a:lnTo>
                  <a:lnTo>
                    <a:pt x="4539139" y="0"/>
                  </a:lnTo>
                  <a:lnTo>
                    <a:pt x="4538324" y="0"/>
                  </a:lnTo>
                  <a:lnTo>
                    <a:pt x="4537510" y="0"/>
                  </a:lnTo>
                  <a:lnTo>
                    <a:pt x="4536695" y="0"/>
                  </a:lnTo>
                  <a:lnTo>
                    <a:pt x="4535880" y="0"/>
                  </a:lnTo>
                  <a:lnTo>
                    <a:pt x="4535065" y="0"/>
                  </a:lnTo>
                  <a:lnTo>
                    <a:pt x="4534250" y="0"/>
                  </a:lnTo>
                  <a:lnTo>
                    <a:pt x="4533436" y="0"/>
                  </a:lnTo>
                  <a:lnTo>
                    <a:pt x="4532621" y="0"/>
                  </a:lnTo>
                  <a:lnTo>
                    <a:pt x="4531806" y="0"/>
                  </a:lnTo>
                  <a:lnTo>
                    <a:pt x="4530991" y="0"/>
                  </a:lnTo>
                  <a:lnTo>
                    <a:pt x="4530177" y="0"/>
                  </a:lnTo>
                  <a:lnTo>
                    <a:pt x="4529362" y="0"/>
                  </a:lnTo>
                  <a:lnTo>
                    <a:pt x="4528547" y="0"/>
                  </a:lnTo>
                  <a:lnTo>
                    <a:pt x="4527732" y="0"/>
                  </a:lnTo>
                  <a:lnTo>
                    <a:pt x="4526917" y="0"/>
                  </a:lnTo>
                  <a:lnTo>
                    <a:pt x="4526103" y="0"/>
                  </a:lnTo>
                  <a:lnTo>
                    <a:pt x="4525288" y="0"/>
                  </a:lnTo>
                  <a:lnTo>
                    <a:pt x="4524473" y="0"/>
                  </a:lnTo>
                  <a:lnTo>
                    <a:pt x="4523658" y="0"/>
                  </a:lnTo>
                  <a:lnTo>
                    <a:pt x="4522844" y="0"/>
                  </a:lnTo>
                  <a:lnTo>
                    <a:pt x="4522029" y="0"/>
                  </a:lnTo>
                  <a:lnTo>
                    <a:pt x="4521214" y="0"/>
                  </a:lnTo>
                  <a:lnTo>
                    <a:pt x="4520399" y="0"/>
                  </a:lnTo>
                  <a:lnTo>
                    <a:pt x="4519584" y="0"/>
                  </a:lnTo>
                  <a:lnTo>
                    <a:pt x="4518770" y="0"/>
                  </a:lnTo>
                  <a:lnTo>
                    <a:pt x="4517955" y="0"/>
                  </a:lnTo>
                  <a:lnTo>
                    <a:pt x="4517140" y="0"/>
                  </a:lnTo>
                  <a:lnTo>
                    <a:pt x="4516325" y="0"/>
                  </a:lnTo>
                  <a:lnTo>
                    <a:pt x="4515511" y="0"/>
                  </a:lnTo>
                  <a:lnTo>
                    <a:pt x="4514696" y="0"/>
                  </a:lnTo>
                  <a:lnTo>
                    <a:pt x="4513881" y="0"/>
                  </a:lnTo>
                  <a:lnTo>
                    <a:pt x="4513066" y="0"/>
                  </a:lnTo>
                  <a:lnTo>
                    <a:pt x="4512251" y="0"/>
                  </a:lnTo>
                  <a:lnTo>
                    <a:pt x="4511437" y="0"/>
                  </a:lnTo>
                  <a:lnTo>
                    <a:pt x="4510622" y="0"/>
                  </a:lnTo>
                  <a:lnTo>
                    <a:pt x="4509807" y="0"/>
                  </a:lnTo>
                  <a:lnTo>
                    <a:pt x="4508992" y="0"/>
                  </a:lnTo>
                  <a:lnTo>
                    <a:pt x="4508178" y="0"/>
                  </a:lnTo>
                  <a:lnTo>
                    <a:pt x="4507363" y="0"/>
                  </a:lnTo>
                  <a:lnTo>
                    <a:pt x="4506548" y="0"/>
                  </a:lnTo>
                  <a:lnTo>
                    <a:pt x="4505733" y="0"/>
                  </a:lnTo>
                  <a:lnTo>
                    <a:pt x="4504918" y="0"/>
                  </a:lnTo>
                  <a:lnTo>
                    <a:pt x="4504104" y="0"/>
                  </a:lnTo>
                  <a:lnTo>
                    <a:pt x="4503289" y="0"/>
                  </a:lnTo>
                  <a:lnTo>
                    <a:pt x="4502474" y="0"/>
                  </a:lnTo>
                  <a:lnTo>
                    <a:pt x="4501659" y="0"/>
                  </a:lnTo>
                  <a:lnTo>
                    <a:pt x="4500844" y="0"/>
                  </a:lnTo>
                  <a:lnTo>
                    <a:pt x="4500030" y="0"/>
                  </a:lnTo>
                  <a:lnTo>
                    <a:pt x="4499215" y="0"/>
                  </a:lnTo>
                  <a:lnTo>
                    <a:pt x="4498400" y="0"/>
                  </a:lnTo>
                  <a:lnTo>
                    <a:pt x="4497585" y="0"/>
                  </a:lnTo>
                  <a:lnTo>
                    <a:pt x="4496771" y="0"/>
                  </a:lnTo>
                  <a:lnTo>
                    <a:pt x="4495956" y="0"/>
                  </a:lnTo>
                  <a:lnTo>
                    <a:pt x="4495141" y="0"/>
                  </a:lnTo>
                  <a:lnTo>
                    <a:pt x="4494326" y="0"/>
                  </a:lnTo>
                  <a:lnTo>
                    <a:pt x="4493511" y="0"/>
                  </a:lnTo>
                  <a:lnTo>
                    <a:pt x="4492697" y="0"/>
                  </a:lnTo>
                  <a:lnTo>
                    <a:pt x="4491882" y="0"/>
                  </a:lnTo>
                  <a:lnTo>
                    <a:pt x="4491067" y="0"/>
                  </a:lnTo>
                  <a:lnTo>
                    <a:pt x="4490252" y="0"/>
                  </a:lnTo>
                  <a:lnTo>
                    <a:pt x="4489438" y="0"/>
                  </a:lnTo>
                  <a:lnTo>
                    <a:pt x="4488623" y="0"/>
                  </a:lnTo>
                  <a:lnTo>
                    <a:pt x="4487808" y="0"/>
                  </a:lnTo>
                  <a:lnTo>
                    <a:pt x="4486993" y="0"/>
                  </a:lnTo>
                  <a:lnTo>
                    <a:pt x="4486178" y="0"/>
                  </a:lnTo>
                  <a:lnTo>
                    <a:pt x="4485364" y="0"/>
                  </a:lnTo>
                  <a:lnTo>
                    <a:pt x="4484549" y="0"/>
                  </a:lnTo>
                  <a:lnTo>
                    <a:pt x="4483734" y="0"/>
                  </a:lnTo>
                  <a:lnTo>
                    <a:pt x="4482919" y="0"/>
                  </a:lnTo>
                  <a:lnTo>
                    <a:pt x="4482105" y="0"/>
                  </a:lnTo>
                  <a:lnTo>
                    <a:pt x="4481290" y="0"/>
                  </a:lnTo>
                  <a:lnTo>
                    <a:pt x="4480475" y="0"/>
                  </a:lnTo>
                  <a:lnTo>
                    <a:pt x="4479660" y="0"/>
                  </a:lnTo>
                  <a:lnTo>
                    <a:pt x="4478845" y="0"/>
                  </a:lnTo>
                  <a:lnTo>
                    <a:pt x="4478031" y="0"/>
                  </a:lnTo>
                  <a:lnTo>
                    <a:pt x="4477216" y="0"/>
                  </a:lnTo>
                  <a:lnTo>
                    <a:pt x="4476401" y="0"/>
                  </a:lnTo>
                  <a:lnTo>
                    <a:pt x="4475586" y="0"/>
                  </a:lnTo>
                  <a:lnTo>
                    <a:pt x="4474772" y="0"/>
                  </a:lnTo>
                  <a:lnTo>
                    <a:pt x="4473957" y="0"/>
                  </a:lnTo>
                  <a:lnTo>
                    <a:pt x="4473142" y="0"/>
                  </a:lnTo>
                  <a:lnTo>
                    <a:pt x="4472327" y="0"/>
                  </a:lnTo>
                  <a:lnTo>
                    <a:pt x="4471512" y="0"/>
                  </a:lnTo>
                  <a:lnTo>
                    <a:pt x="4470698" y="0"/>
                  </a:lnTo>
                  <a:lnTo>
                    <a:pt x="4469883" y="0"/>
                  </a:lnTo>
                  <a:lnTo>
                    <a:pt x="4469068" y="0"/>
                  </a:lnTo>
                  <a:lnTo>
                    <a:pt x="4468253" y="0"/>
                  </a:lnTo>
                  <a:lnTo>
                    <a:pt x="4467439" y="0"/>
                  </a:lnTo>
                  <a:lnTo>
                    <a:pt x="4466624" y="0"/>
                  </a:lnTo>
                  <a:lnTo>
                    <a:pt x="4465809" y="0"/>
                  </a:lnTo>
                  <a:lnTo>
                    <a:pt x="4464994" y="0"/>
                  </a:lnTo>
                  <a:lnTo>
                    <a:pt x="4464179" y="0"/>
                  </a:lnTo>
                  <a:lnTo>
                    <a:pt x="4463365" y="0"/>
                  </a:lnTo>
                  <a:lnTo>
                    <a:pt x="4462550" y="0"/>
                  </a:lnTo>
                  <a:lnTo>
                    <a:pt x="4461735" y="0"/>
                  </a:lnTo>
                  <a:lnTo>
                    <a:pt x="4460920" y="0"/>
                  </a:lnTo>
                  <a:lnTo>
                    <a:pt x="4460105" y="0"/>
                  </a:lnTo>
                  <a:lnTo>
                    <a:pt x="4459291" y="0"/>
                  </a:lnTo>
                  <a:lnTo>
                    <a:pt x="4458476" y="0"/>
                  </a:lnTo>
                  <a:lnTo>
                    <a:pt x="4457661" y="0"/>
                  </a:lnTo>
                  <a:lnTo>
                    <a:pt x="4456846" y="0"/>
                  </a:lnTo>
                  <a:lnTo>
                    <a:pt x="4456032" y="0"/>
                  </a:lnTo>
                  <a:lnTo>
                    <a:pt x="4455217" y="0"/>
                  </a:lnTo>
                  <a:lnTo>
                    <a:pt x="4454402" y="0"/>
                  </a:lnTo>
                  <a:lnTo>
                    <a:pt x="4453587" y="0"/>
                  </a:lnTo>
                  <a:lnTo>
                    <a:pt x="4452772" y="0"/>
                  </a:lnTo>
                  <a:lnTo>
                    <a:pt x="4451958" y="0"/>
                  </a:lnTo>
                  <a:lnTo>
                    <a:pt x="4451143" y="0"/>
                  </a:lnTo>
                  <a:lnTo>
                    <a:pt x="4450328" y="0"/>
                  </a:lnTo>
                  <a:lnTo>
                    <a:pt x="4449513" y="0"/>
                  </a:lnTo>
                  <a:lnTo>
                    <a:pt x="4448699" y="0"/>
                  </a:lnTo>
                  <a:lnTo>
                    <a:pt x="4447884" y="0"/>
                  </a:lnTo>
                  <a:lnTo>
                    <a:pt x="4447069" y="0"/>
                  </a:lnTo>
                  <a:lnTo>
                    <a:pt x="4446254" y="0"/>
                  </a:lnTo>
                  <a:lnTo>
                    <a:pt x="4445439" y="0"/>
                  </a:lnTo>
                  <a:lnTo>
                    <a:pt x="4444625" y="0"/>
                  </a:lnTo>
                  <a:lnTo>
                    <a:pt x="4443810" y="0"/>
                  </a:lnTo>
                  <a:lnTo>
                    <a:pt x="4442995" y="0"/>
                  </a:lnTo>
                  <a:lnTo>
                    <a:pt x="4442180" y="0"/>
                  </a:lnTo>
                  <a:lnTo>
                    <a:pt x="4441366" y="0"/>
                  </a:lnTo>
                  <a:lnTo>
                    <a:pt x="4440551" y="0"/>
                  </a:lnTo>
                  <a:lnTo>
                    <a:pt x="4439736" y="0"/>
                  </a:lnTo>
                  <a:lnTo>
                    <a:pt x="4438921" y="0"/>
                  </a:lnTo>
                  <a:lnTo>
                    <a:pt x="4438106" y="0"/>
                  </a:lnTo>
                  <a:lnTo>
                    <a:pt x="4437292" y="0"/>
                  </a:lnTo>
                  <a:lnTo>
                    <a:pt x="4436477" y="0"/>
                  </a:lnTo>
                  <a:lnTo>
                    <a:pt x="4435662" y="0"/>
                  </a:lnTo>
                  <a:lnTo>
                    <a:pt x="4434847" y="0"/>
                  </a:lnTo>
                  <a:lnTo>
                    <a:pt x="4434033" y="0"/>
                  </a:lnTo>
                  <a:lnTo>
                    <a:pt x="4433218" y="0"/>
                  </a:lnTo>
                  <a:lnTo>
                    <a:pt x="4432403" y="0"/>
                  </a:lnTo>
                  <a:lnTo>
                    <a:pt x="4431588" y="0"/>
                  </a:lnTo>
                  <a:lnTo>
                    <a:pt x="4430773" y="0"/>
                  </a:lnTo>
                  <a:lnTo>
                    <a:pt x="4429959" y="0"/>
                  </a:lnTo>
                  <a:lnTo>
                    <a:pt x="4429144" y="0"/>
                  </a:lnTo>
                  <a:lnTo>
                    <a:pt x="4428329" y="0"/>
                  </a:lnTo>
                  <a:lnTo>
                    <a:pt x="4427514" y="0"/>
                  </a:lnTo>
                  <a:lnTo>
                    <a:pt x="4426700" y="0"/>
                  </a:lnTo>
                  <a:lnTo>
                    <a:pt x="4425885" y="0"/>
                  </a:lnTo>
                  <a:lnTo>
                    <a:pt x="4425070" y="0"/>
                  </a:lnTo>
                  <a:lnTo>
                    <a:pt x="4424255" y="0"/>
                  </a:lnTo>
                  <a:lnTo>
                    <a:pt x="4423440" y="0"/>
                  </a:lnTo>
                  <a:lnTo>
                    <a:pt x="4422626" y="0"/>
                  </a:lnTo>
                  <a:lnTo>
                    <a:pt x="4421811" y="0"/>
                  </a:lnTo>
                  <a:lnTo>
                    <a:pt x="4420996" y="0"/>
                  </a:lnTo>
                  <a:lnTo>
                    <a:pt x="4420181" y="0"/>
                  </a:lnTo>
                  <a:lnTo>
                    <a:pt x="4419366" y="0"/>
                  </a:lnTo>
                  <a:lnTo>
                    <a:pt x="4418552" y="0"/>
                  </a:lnTo>
                  <a:lnTo>
                    <a:pt x="4417737" y="0"/>
                  </a:lnTo>
                  <a:lnTo>
                    <a:pt x="4416922" y="0"/>
                  </a:lnTo>
                  <a:lnTo>
                    <a:pt x="4416107" y="0"/>
                  </a:lnTo>
                  <a:lnTo>
                    <a:pt x="4415293" y="0"/>
                  </a:lnTo>
                  <a:lnTo>
                    <a:pt x="4414478" y="0"/>
                  </a:lnTo>
                  <a:lnTo>
                    <a:pt x="4413663" y="0"/>
                  </a:lnTo>
                  <a:lnTo>
                    <a:pt x="4412848" y="0"/>
                  </a:lnTo>
                  <a:lnTo>
                    <a:pt x="4412033" y="0"/>
                  </a:lnTo>
                  <a:lnTo>
                    <a:pt x="4411219" y="0"/>
                  </a:lnTo>
                  <a:lnTo>
                    <a:pt x="4410404" y="0"/>
                  </a:lnTo>
                  <a:lnTo>
                    <a:pt x="4409589" y="0"/>
                  </a:lnTo>
                  <a:lnTo>
                    <a:pt x="4408774" y="0"/>
                  </a:lnTo>
                  <a:lnTo>
                    <a:pt x="4407960" y="0"/>
                  </a:lnTo>
                  <a:lnTo>
                    <a:pt x="4407145" y="0"/>
                  </a:lnTo>
                  <a:lnTo>
                    <a:pt x="4406330" y="0"/>
                  </a:lnTo>
                  <a:lnTo>
                    <a:pt x="4405515" y="0"/>
                  </a:lnTo>
                  <a:lnTo>
                    <a:pt x="4404700" y="0"/>
                  </a:lnTo>
                  <a:lnTo>
                    <a:pt x="4403886" y="0"/>
                  </a:lnTo>
                  <a:lnTo>
                    <a:pt x="4403071" y="0"/>
                  </a:lnTo>
                  <a:lnTo>
                    <a:pt x="4402256" y="0"/>
                  </a:lnTo>
                  <a:lnTo>
                    <a:pt x="4401441" y="0"/>
                  </a:lnTo>
                  <a:lnTo>
                    <a:pt x="4400627" y="0"/>
                  </a:lnTo>
                  <a:lnTo>
                    <a:pt x="4399812" y="0"/>
                  </a:lnTo>
                  <a:lnTo>
                    <a:pt x="4398997" y="0"/>
                  </a:lnTo>
                  <a:lnTo>
                    <a:pt x="4398182" y="0"/>
                  </a:lnTo>
                  <a:lnTo>
                    <a:pt x="4397367" y="0"/>
                  </a:lnTo>
                  <a:lnTo>
                    <a:pt x="4396553" y="0"/>
                  </a:lnTo>
                  <a:lnTo>
                    <a:pt x="4395738" y="0"/>
                  </a:lnTo>
                  <a:lnTo>
                    <a:pt x="4394923" y="0"/>
                  </a:lnTo>
                  <a:lnTo>
                    <a:pt x="4394108" y="0"/>
                  </a:lnTo>
                  <a:lnTo>
                    <a:pt x="4393294" y="0"/>
                  </a:lnTo>
                  <a:lnTo>
                    <a:pt x="4392479" y="0"/>
                  </a:lnTo>
                  <a:lnTo>
                    <a:pt x="4391664" y="0"/>
                  </a:lnTo>
                  <a:lnTo>
                    <a:pt x="4390849" y="0"/>
                  </a:lnTo>
                  <a:lnTo>
                    <a:pt x="4390034" y="0"/>
                  </a:lnTo>
                  <a:lnTo>
                    <a:pt x="4389220" y="0"/>
                  </a:lnTo>
                  <a:lnTo>
                    <a:pt x="4388405" y="0"/>
                  </a:lnTo>
                  <a:lnTo>
                    <a:pt x="4387590" y="0"/>
                  </a:lnTo>
                  <a:lnTo>
                    <a:pt x="4386775" y="0"/>
                  </a:lnTo>
                  <a:lnTo>
                    <a:pt x="4385961" y="0"/>
                  </a:lnTo>
                  <a:lnTo>
                    <a:pt x="4385146" y="0"/>
                  </a:lnTo>
                  <a:lnTo>
                    <a:pt x="4384331" y="0"/>
                  </a:lnTo>
                  <a:lnTo>
                    <a:pt x="4383516" y="0"/>
                  </a:lnTo>
                  <a:lnTo>
                    <a:pt x="4382701" y="0"/>
                  </a:lnTo>
                  <a:lnTo>
                    <a:pt x="4381887" y="0"/>
                  </a:lnTo>
                  <a:lnTo>
                    <a:pt x="4381072" y="0"/>
                  </a:lnTo>
                  <a:lnTo>
                    <a:pt x="4380257" y="0"/>
                  </a:lnTo>
                  <a:lnTo>
                    <a:pt x="4379442" y="0"/>
                  </a:lnTo>
                  <a:lnTo>
                    <a:pt x="4378627" y="0"/>
                  </a:lnTo>
                  <a:lnTo>
                    <a:pt x="4377813" y="0"/>
                  </a:lnTo>
                  <a:lnTo>
                    <a:pt x="4376998" y="0"/>
                  </a:lnTo>
                  <a:lnTo>
                    <a:pt x="4376183" y="0"/>
                  </a:lnTo>
                  <a:lnTo>
                    <a:pt x="4375368" y="0"/>
                  </a:lnTo>
                  <a:lnTo>
                    <a:pt x="4374554" y="0"/>
                  </a:lnTo>
                  <a:lnTo>
                    <a:pt x="4373739" y="0"/>
                  </a:lnTo>
                  <a:lnTo>
                    <a:pt x="4372924" y="0"/>
                  </a:lnTo>
                  <a:lnTo>
                    <a:pt x="4372109" y="0"/>
                  </a:lnTo>
                  <a:lnTo>
                    <a:pt x="4371294" y="0"/>
                  </a:lnTo>
                  <a:lnTo>
                    <a:pt x="4370480" y="0"/>
                  </a:lnTo>
                  <a:lnTo>
                    <a:pt x="4369665" y="0"/>
                  </a:lnTo>
                  <a:lnTo>
                    <a:pt x="4368850" y="0"/>
                  </a:lnTo>
                  <a:lnTo>
                    <a:pt x="4368035" y="0"/>
                  </a:lnTo>
                  <a:lnTo>
                    <a:pt x="4367221" y="0"/>
                  </a:lnTo>
                  <a:lnTo>
                    <a:pt x="4366406" y="0"/>
                  </a:lnTo>
                  <a:lnTo>
                    <a:pt x="4365591" y="0"/>
                  </a:lnTo>
                  <a:lnTo>
                    <a:pt x="4364776" y="0"/>
                  </a:lnTo>
                  <a:lnTo>
                    <a:pt x="4363961" y="0"/>
                  </a:lnTo>
                  <a:lnTo>
                    <a:pt x="4363147" y="0"/>
                  </a:lnTo>
                  <a:lnTo>
                    <a:pt x="4362332" y="0"/>
                  </a:lnTo>
                  <a:lnTo>
                    <a:pt x="4361517" y="0"/>
                  </a:lnTo>
                  <a:lnTo>
                    <a:pt x="4360702" y="0"/>
                  </a:lnTo>
                  <a:lnTo>
                    <a:pt x="4359888" y="0"/>
                  </a:lnTo>
                  <a:lnTo>
                    <a:pt x="4359073" y="0"/>
                  </a:lnTo>
                  <a:lnTo>
                    <a:pt x="4358258" y="0"/>
                  </a:lnTo>
                  <a:lnTo>
                    <a:pt x="4357443" y="0"/>
                  </a:lnTo>
                  <a:lnTo>
                    <a:pt x="4356628" y="0"/>
                  </a:lnTo>
                  <a:lnTo>
                    <a:pt x="4355814" y="0"/>
                  </a:lnTo>
                  <a:lnTo>
                    <a:pt x="4354999" y="0"/>
                  </a:lnTo>
                  <a:lnTo>
                    <a:pt x="4354184" y="0"/>
                  </a:lnTo>
                  <a:lnTo>
                    <a:pt x="4353369" y="0"/>
                  </a:lnTo>
                  <a:lnTo>
                    <a:pt x="4352555" y="0"/>
                  </a:lnTo>
                  <a:lnTo>
                    <a:pt x="4351740" y="0"/>
                  </a:lnTo>
                  <a:lnTo>
                    <a:pt x="4350925" y="0"/>
                  </a:lnTo>
                  <a:lnTo>
                    <a:pt x="4350110" y="0"/>
                  </a:lnTo>
                  <a:lnTo>
                    <a:pt x="4349295" y="0"/>
                  </a:lnTo>
                  <a:lnTo>
                    <a:pt x="4348481" y="0"/>
                  </a:lnTo>
                  <a:lnTo>
                    <a:pt x="4347666" y="0"/>
                  </a:lnTo>
                  <a:lnTo>
                    <a:pt x="4346851" y="0"/>
                  </a:lnTo>
                  <a:lnTo>
                    <a:pt x="4346036" y="0"/>
                  </a:lnTo>
                  <a:lnTo>
                    <a:pt x="4345222" y="0"/>
                  </a:lnTo>
                  <a:lnTo>
                    <a:pt x="4344407" y="0"/>
                  </a:lnTo>
                  <a:lnTo>
                    <a:pt x="4343592" y="0"/>
                  </a:lnTo>
                  <a:lnTo>
                    <a:pt x="4342777" y="0"/>
                  </a:lnTo>
                  <a:lnTo>
                    <a:pt x="4341962" y="0"/>
                  </a:lnTo>
                  <a:lnTo>
                    <a:pt x="4341148" y="0"/>
                  </a:lnTo>
                  <a:lnTo>
                    <a:pt x="4340333" y="0"/>
                  </a:lnTo>
                  <a:lnTo>
                    <a:pt x="4339518" y="0"/>
                  </a:lnTo>
                  <a:lnTo>
                    <a:pt x="4338703" y="0"/>
                  </a:lnTo>
                  <a:lnTo>
                    <a:pt x="4337888" y="0"/>
                  </a:lnTo>
                  <a:lnTo>
                    <a:pt x="4337074" y="0"/>
                  </a:lnTo>
                  <a:lnTo>
                    <a:pt x="4336259" y="0"/>
                  </a:lnTo>
                  <a:lnTo>
                    <a:pt x="4335444" y="0"/>
                  </a:lnTo>
                  <a:lnTo>
                    <a:pt x="4334629" y="0"/>
                  </a:lnTo>
                  <a:lnTo>
                    <a:pt x="4333815" y="0"/>
                  </a:lnTo>
                  <a:lnTo>
                    <a:pt x="4333000" y="0"/>
                  </a:lnTo>
                  <a:lnTo>
                    <a:pt x="4332185" y="0"/>
                  </a:lnTo>
                  <a:lnTo>
                    <a:pt x="4331370" y="0"/>
                  </a:lnTo>
                  <a:lnTo>
                    <a:pt x="4330555" y="0"/>
                  </a:lnTo>
                  <a:lnTo>
                    <a:pt x="4329741" y="0"/>
                  </a:lnTo>
                  <a:lnTo>
                    <a:pt x="4328926" y="0"/>
                  </a:lnTo>
                  <a:lnTo>
                    <a:pt x="4328111" y="0"/>
                  </a:lnTo>
                  <a:lnTo>
                    <a:pt x="4327296" y="0"/>
                  </a:lnTo>
                  <a:lnTo>
                    <a:pt x="4326482" y="0"/>
                  </a:lnTo>
                  <a:lnTo>
                    <a:pt x="4325667" y="0"/>
                  </a:lnTo>
                  <a:lnTo>
                    <a:pt x="4324852" y="0"/>
                  </a:lnTo>
                  <a:lnTo>
                    <a:pt x="4324037" y="0"/>
                  </a:lnTo>
                  <a:lnTo>
                    <a:pt x="4323222" y="0"/>
                  </a:lnTo>
                  <a:lnTo>
                    <a:pt x="4322408" y="0"/>
                  </a:lnTo>
                  <a:lnTo>
                    <a:pt x="4321593" y="0"/>
                  </a:lnTo>
                  <a:lnTo>
                    <a:pt x="4320778" y="0"/>
                  </a:lnTo>
                  <a:lnTo>
                    <a:pt x="4319963" y="0"/>
                  </a:lnTo>
                  <a:lnTo>
                    <a:pt x="4319149" y="0"/>
                  </a:lnTo>
                  <a:lnTo>
                    <a:pt x="4318334" y="0"/>
                  </a:lnTo>
                  <a:lnTo>
                    <a:pt x="4317519" y="0"/>
                  </a:lnTo>
                  <a:lnTo>
                    <a:pt x="4316704" y="0"/>
                  </a:lnTo>
                  <a:lnTo>
                    <a:pt x="4315889" y="0"/>
                  </a:lnTo>
                  <a:lnTo>
                    <a:pt x="4315075" y="0"/>
                  </a:lnTo>
                  <a:lnTo>
                    <a:pt x="4314260" y="0"/>
                  </a:lnTo>
                  <a:lnTo>
                    <a:pt x="4313445" y="0"/>
                  </a:lnTo>
                  <a:lnTo>
                    <a:pt x="4312630" y="0"/>
                  </a:lnTo>
                  <a:lnTo>
                    <a:pt x="4311816" y="0"/>
                  </a:lnTo>
                  <a:lnTo>
                    <a:pt x="4311001" y="0"/>
                  </a:lnTo>
                  <a:lnTo>
                    <a:pt x="4310186" y="0"/>
                  </a:lnTo>
                  <a:lnTo>
                    <a:pt x="4309371" y="0"/>
                  </a:lnTo>
                  <a:lnTo>
                    <a:pt x="4308556" y="0"/>
                  </a:lnTo>
                  <a:lnTo>
                    <a:pt x="4307742" y="0"/>
                  </a:lnTo>
                  <a:lnTo>
                    <a:pt x="4306927" y="0"/>
                  </a:lnTo>
                  <a:lnTo>
                    <a:pt x="4306112" y="0"/>
                  </a:lnTo>
                  <a:lnTo>
                    <a:pt x="4305297" y="0"/>
                  </a:lnTo>
                  <a:lnTo>
                    <a:pt x="4304483" y="0"/>
                  </a:lnTo>
                  <a:lnTo>
                    <a:pt x="4303668" y="0"/>
                  </a:lnTo>
                  <a:lnTo>
                    <a:pt x="4302853" y="0"/>
                  </a:lnTo>
                  <a:lnTo>
                    <a:pt x="4302038" y="0"/>
                  </a:lnTo>
                  <a:lnTo>
                    <a:pt x="4301223" y="0"/>
                  </a:lnTo>
                  <a:lnTo>
                    <a:pt x="4300409" y="0"/>
                  </a:lnTo>
                  <a:lnTo>
                    <a:pt x="4299594" y="0"/>
                  </a:lnTo>
                  <a:lnTo>
                    <a:pt x="4298779" y="0"/>
                  </a:lnTo>
                  <a:lnTo>
                    <a:pt x="4297964" y="0"/>
                  </a:lnTo>
                  <a:lnTo>
                    <a:pt x="4297149" y="0"/>
                  </a:lnTo>
                  <a:lnTo>
                    <a:pt x="4296335" y="0"/>
                  </a:lnTo>
                  <a:lnTo>
                    <a:pt x="4295520" y="0"/>
                  </a:lnTo>
                  <a:lnTo>
                    <a:pt x="4294705" y="0"/>
                  </a:lnTo>
                  <a:lnTo>
                    <a:pt x="4293890" y="0"/>
                  </a:lnTo>
                  <a:lnTo>
                    <a:pt x="4293076" y="0"/>
                  </a:lnTo>
                  <a:lnTo>
                    <a:pt x="4292261" y="0"/>
                  </a:lnTo>
                  <a:lnTo>
                    <a:pt x="4291446" y="0"/>
                  </a:lnTo>
                  <a:lnTo>
                    <a:pt x="4290631" y="0"/>
                  </a:lnTo>
                  <a:lnTo>
                    <a:pt x="4289816" y="0"/>
                  </a:lnTo>
                  <a:lnTo>
                    <a:pt x="4289002" y="0"/>
                  </a:lnTo>
                  <a:lnTo>
                    <a:pt x="4288187" y="0"/>
                  </a:lnTo>
                  <a:lnTo>
                    <a:pt x="4287372" y="0"/>
                  </a:lnTo>
                  <a:lnTo>
                    <a:pt x="4286557" y="0"/>
                  </a:lnTo>
                  <a:lnTo>
                    <a:pt x="4285743" y="0"/>
                  </a:lnTo>
                  <a:lnTo>
                    <a:pt x="4284928" y="0"/>
                  </a:lnTo>
                  <a:lnTo>
                    <a:pt x="4284113" y="0"/>
                  </a:lnTo>
                  <a:lnTo>
                    <a:pt x="4283298" y="0"/>
                  </a:lnTo>
                  <a:lnTo>
                    <a:pt x="4282483" y="0"/>
                  </a:lnTo>
                  <a:lnTo>
                    <a:pt x="4281669" y="0"/>
                  </a:lnTo>
                  <a:lnTo>
                    <a:pt x="4280854" y="0"/>
                  </a:lnTo>
                  <a:lnTo>
                    <a:pt x="4280039" y="0"/>
                  </a:lnTo>
                  <a:lnTo>
                    <a:pt x="4279224" y="0"/>
                  </a:lnTo>
                  <a:lnTo>
                    <a:pt x="4278410" y="0"/>
                  </a:lnTo>
                  <a:lnTo>
                    <a:pt x="4277595" y="0"/>
                  </a:lnTo>
                  <a:lnTo>
                    <a:pt x="4276780" y="0"/>
                  </a:lnTo>
                  <a:lnTo>
                    <a:pt x="4275965" y="0"/>
                  </a:lnTo>
                  <a:lnTo>
                    <a:pt x="4275150" y="0"/>
                  </a:lnTo>
                  <a:lnTo>
                    <a:pt x="4274336" y="0"/>
                  </a:lnTo>
                  <a:lnTo>
                    <a:pt x="4273521" y="0"/>
                  </a:lnTo>
                  <a:lnTo>
                    <a:pt x="4272706" y="0"/>
                  </a:lnTo>
                  <a:lnTo>
                    <a:pt x="4271891" y="0"/>
                  </a:lnTo>
                  <a:lnTo>
                    <a:pt x="4271077" y="0"/>
                  </a:lnTo>
                  <a:lnTo>
                    <a:pt x="4270262" y="0"/>
                  </a:lnTo>
                  <a:lnTo>
                    <a:pt x="4269447" y="0"/>
                  </a:lnTo>
                  <a:lnTo>
                    <a:pt x="4268632" y="0"/>
                  </a:lnTo>
                  <a:lnTo>
                    <a:pt x="4267817" y="0"/>
                  </a:lnTo>
                  <a:lnTo>
                    <a:pt x="4267003" y="0"/>
                  </a:lnTo>
                  <a:lnTo>
                    <a:pt x="4266188" y="0"/>
                  </a:lnTo>
                  <a:lnTo>
                    <a:pt x="4265373" y="0"/>
                  </a:lnTo>
                  <a:lnTo>
                    <a:pt x="4264558" y="0"/>
                  </a:lnTo>
                  <a:lnTo>
                    <a:pt x="4263744" y="0"/>
                  </a:lnTo>
                  <a:lnTo>
                    <a:pt x="4262929" y="0"/>
                  </a:lnTo>
                  <a:lnTo>
                    <a:pt x="4262114" y="0"/>
                  </a:lnTo>
                  <a:lnTo>
                    <a:pt x="4261299" y="0"/>
                  </a:lnTo>
                  <a:lnTo>
                    <a:pt x="4260484" y="0"/>
                  </a:lnTo>
                  <a:lnTo>
                    <a:pt x="4259670" y="0"/>
                  </a:lnTo>
                  <a:lnTo>
                    <a:pt x="4258855" y="0"/>
                  </a:lnTo>
                  <a:lnTo>
                    <a:pt x="4258040" y="0"/>
                  </a:lnTo>
                  <a:lnTo>
                    <a:pt x="4257225" y="0"/>
                  </a:lnTo>
                  <a:lnTo>
                    <a:pt x="4256410" y="0"/>
                  </a:lnTo>
                  <a:lnTo>
                    <a:pt x="4255596" y="0"/>
                  </a:lnTo>
                  <a:lnTo>
                    <a:pt x="4254781" y="0"/>
                  </a:lnTo>
                  <a:lnTo>
                    <a:pt x="4253966" y="0"/>
                  </a:lnTo>
                  <a:lnTo>
                    <a:pt x="4253151" y="0"/>
                  </a:lnTo>
                  <a:lnTo>
                    <a:pt x="4252337" y="0"/>
                  </a:lnTo>
                  <a:lnTo>
                    <a:pt x="4251522" y="0"/>
                  </a:lnTo>
                  <a:lnTo>
                    <a:pt x="4250707" y="0"/>
                  </a:lnTo>
                  <a:lnTo>
                    <a:pt x="4249892" y="0"/>
                  </a:lnTo>
                  <a:lnTo>
                    <a:pt x="4249077" y="0"/>
                  </a:lnTo>
                  <a:lnTo>
                    <a:pt x="4248263" y="0"/>
                  </a:lnTo>
                  <a:lnTo>
                    <a:pt x="4247448" y="0"/>
                  </a:lnTo>
                  <a:lnTo>
                    <a:pt x="4246633" y="0"/>
                  </a:lnTo>
                  <a:lnTo>
                    <a:pt x="4245818" y="0"/>
                  </a:lnTo>
                  <a:lnTo>
                    <a:pt x="4245004" y="0"/>
                  </a:lnTo>
                  <a:lnTo>
                    <a:pt x="4244189" y="0"/>
                  </a:lnTo>
                  <a:lnTo>
                    <a:pt x="4243374" y="0"/>
                  </a:lnTo>
                  <a:lnTo>
                    <a:pt x="4242559" y="0"/>
                  </a:lnTo>
                  <a:lnTo>
                    <a:pt x="4241744" y="0"/>
                  </a:lnTo>
                  <a:lnTo>
                    <a:pt x="4240930" y="0"/>
                  </a:lnTo>
                  <a:lnTo>
                    <a:pt x="4240115" y="0"/>
                  </a:lnTo>
                  <a:lnTo>
                    <a:pt x="4239300" y="0"/>
                  </a:lnTo>
                  <a:lnTo>
                    <a:pt x="4238485" y="0"/>
                  </a:lnTo>
                  <a:lnTo>
                    <a:pt x="4237671" y="0"/>
                  </a:lnTo>
                  <a:lnTo>
                    <a:pt x="4236856" y="0"/>
                  </a:lnTo>
                  <a:lnTo>
                    <a:pt x="4236041" y="0"/>
                  </a:lnTo>
                  <a:lnTo>
                    <a:pt x="4235226" y="0"/>
                  </a:lnTo>
                  <a:lnTo>
                    <a:pt x="4234411" y="0"/>
                  </a:lnTo>
                  <a:lnTo>
                    <a:pt x="4233597" y="0"/>
                  </a:lnTo>
                  <a:lnTo>
                    <a:pt x="4232782" y="0"/>
                  </a:lnTo>
                  <a:lnTo>
                    <a:pt x="4231967" y="0"/>
                  </a:lnTo>
                  <a:lnTo>
                    <a:pt x="4231152" y="0"/>
                  </a:lnTo>
                  <a:lnTo>
                    <a:pt x="4230338" y="0"/>
                  </a:lnTo>
                  <a:lnTo>
                    <a:pt x="4229523" y="0"/>
                  </a:lnTo>
                  <a:lnTo>
                    <a:pt x="4228708" y="0"/>
                  </a:lnTo>
                  <a:lnTo>
                    <a:pt x="4227893" y="0"/>
                  </a:lnTo>
                  <a:lnTo>
                    <a:pt x="4227078" y="0"/>
                  </a:lnTo>
                  <a:lnTo>
                    <a:pt x="4226264" y="0"/>
                  </a:lnTo>
                  <a:lnTo>
                    <a:pt x="4225449" y="0"/>
                  </a:lnTo>
                  <a:lnTo>
                    <a:pt x="4224634" y="0"/>
                  </a:lnTo>
                  <a:lnTo>
                    <a:pt x="4223819" y="0"/>
                  </a:lnTo>
                  <a:lnTo>
                    <a:pt x="4223005" y="0"/>
                  </a:lnTo>
                  <a:lnTo>
                    <a:pt x="4222190" y="0"/>
                  </a:lnTo>
                  <a:lnTo>
                    <a:pt x="4221375" y="0"/>
                  </a:lnTo>
                  <a:lnTo>
                    <a:pt x="4220560" y="0"/>
                  </a:lnTo>
                  <a:lnTo>
                    <a:pt x="4219745" y="0"/>
                  </a:lnTo>
                  <a:lnTo>
                    <a:pt x="4218931" y="0"/>
                  </a:lnTo>
                  <a:lnTo>
                    <a:pt x="4218116" y="0"/>
                  </a:lnTo>
                  <a:lnTo>
                    <a:pt x="4217301" y="0"/>
                  </a:lnTo>
                  <a:lnTo>
                    <a:pt x="4216486" y="0"/>
                  </a:lnTo>
                  <a:lnTo>
                    <a:pt x="4215671" y="0"/>
                  </a:lnTo>
                  <a:lnTo>
                    <a:pt x="4214857" y="0"/>
                  </a:lnTo>
                  <a:lnTo>
                    <a:pt x="4214042" y="0"/>
                  </a:lnTo>
                  <a:lnTo>
                    <a:pt x="4213227" y="0"/>
                  </a:lnTo>
                  <a:lnTo>
                    <a:pt x="4212412" y="0"/>
                  </a:lnTo>
                  <a:lnTo>
                    <a:pt x="4211598" y="0"/>
                  </a:lnTo>
                  <a:lnTo>
                    <a:pt x="4210783" y="0"/>
                  </a:lnTo>
                  <a:lnTo>
                    <a:pt x="4209968" y="0"/>
                  </a:lnTo>
                  <a:lnTo>
                    <a:pt x="4209153" y="0"/>
                  </a:lnTo>
                  <a:lnTo>
                    <a:pt x="4208338" y="0"/>
                  </a:lnTo>
                  <a:lnTo>
                    <a:pt x="4207524" y="0"/>
                  </a:lnTo>
                  <a:lnTo>
                    <a:pt x="4206709" y="0"/>
                  </a:lnTo>
                  <a:lnTo>
                    <a:pt x="4205894" y="0"/>
                  </a:lnTo>
                  <a:lnTo>
                    <a:pt x="4205079" y="0"/>
                  </a:lnTo>
                  <a:lnTo>
                    <a:pt x="4204265" y="0"/>
                  </a:lnTo>
                  <a:lnTo>
                    <a:pt x="4203450" y="0"/>
                  </a:lnTo>
                  <a:lnTo>
                    <a:pt x="4202635" y="0"/>
                  </a:lnTo>
                  <a:lnTo>
                    <a:pt x="4201820" y="0"/>
                  </a:lnTo>
                  <a:lnTo>
                    <a:pt x="4201005" y="0"/>
                  </a:lnTo>
                  <a:lnTo>
                    <a:pt x="4200191" y="0"/>
                  </a:lnTo>
                  <a:lnTo>
                    <a:pt x="4199376" y="0"/>
                  </a:lnTo>
                  <a:lnTo>
                    <a:pt x="4198561" y="0"/>
                  </a:lnTo>
                  <a:lnTo>
                    <a:pt x="4197746" y="0"/>
                  </a:lnTo>
                  <a:lnTo>
                    <a:pt x="4196932" y="0"/>
                  </a:lnTo>
                  <a:lnTo>
                    <a:pt x="4196117" y="0"/>
                  </a:lnTo>
                  <a:lnTo>
                    <a:pt x="4195302" y="0"/>
                  </a:lnTo>
                  <a:lnTo>
                    <a:pt x="4194487" y="0"/>
                  </a:lnTo>
                  <a:lnTo>
                    <a:pt x="4193672" y="0"/>
                  </a:lnTo>
                  <a:lnTo>
                    <a:pt x="4192858" y="0"/>
                  </a:lnTo>
                  <a:lnTo>
                    <a:pt x="4192043" y="0"/>
                  </a:lnTo>
                  <a:lnTo>
                    <a:pt x="4191228" y="0"/>
                  </a:lnTo>
                  <a:lnTo>
                    <a:pt x="4190413" y="0"/>
                  </a:lnTo>
                  <a:lnTo>
                    <a:pt x="4189599" y="0"/>
                  </a:lnTo>
                  <a:lnTo>
                    <a:pt x="4188784" y="0"/>
                  </a:lnTo>
                  <a:lnTo>
                    <a:pt x="4187969" y="0"/>
                  </a:lnTo>
                  <a:lnTo>
                    <a:pt x="4187154" y="0"/>
                  </a:lnTo>
                  <a:lnTo>
                    <a:pt x="4186339" y="0"/>
                  </a:lnTo>
                  <a:lnTo>
                    <a:pt x="4185525" y="0"/>
                  </a:lnTo>
                  <a:lnTo>
                    <a:pt x="4184710" y="0"/>
                  </a:lnTo>
                  <a:lnTo>
                    <a:pt x="4183895" y="0"/>
                  </a:lnTo>
                  <a:lnTo>
                    <a:pt x="4183080" y="0"/>
                  </a:lnTo>
                  <a:lnTo>
                    <a:pt x="4182265" y="0"/>
                  </a:lnTo>
                  <a:lnTo>
                    <a:pt x="4181451" y="0"/>
                  </a:lnTo>
                  <a:lnTo>
                    <a:pt x="4180636" y="0"/>
                  </a:lnTo>
                  <a:lnTo>
                    <a:pt x="4179821" y="0"/>
                  </a:lnTo>
                  <a:lnTo>
                    <a:pt x="4179006" y="0"/>
                  </a:lnTo>
                  <a:lnTo>
                    <a:pt x="4178192" y="0"/>
                  </a:lnTo>
                  <a:lnTo>
                    <a:pt x="4177377" y="0"/>
                  </a:lnTo>
                  <a:lnTo>
                    <a:pt x="4176562" y="0"/>
                  </a:lnTo>
                  <a:lnTo>
                    <a:pt x="4175747" y="0"/>
                  </a:lnTo>
                  <a:lnTo>
                    <a:pt x="4174932" y="0"/>
                  </a:lnTo>
                  <a:lnTo>
                    <a:pt x="4174118" y="0"/>
                  </a:lnTo>
                  <a:lnTo>
                    <a:pt x="4173303" y="0"/>
                  </a:lnTo>
                  <a:lnTo>
                    <a:pt x="4172488" y="0"/>
                  </a:lnTo>
                  <a:lnTo>
                    <a:pt x="4171673" y="0"/>
                  </a:lnTo>
                  <a:lnTo>
                    <a:pt x="4170859" y="0"/>
                  </a:lnTo>
                  <a:lnTo>
                    <a:pt x="4170044" y="0"/>
                  </a:lnTo>
                  <a:lnTo>
                    <a:pt x="4169229" y="0"/>
                  </a:lnTo>
                  <a:lnTo>
                    <a:pt x="4168414" y="0"/>
                  </a:lnTo>
                  <a:lnTo>
                    <a:pt x="4167599" y="0"/>
                  </a:lnTo>
                  <a:lnTo>
                    <a:pt x="4166785" y="0"/>
                  </a:lnTo>
                  <a:lnTo>
                    <a:pt x="4165970" y="0"/>
                  </a:lnTo>
                  <a:lnTo>
                    <a:pt x="4165155" y="0"/>
                  </a:lnTo>
                  <a:lnTo>
                    <a:pt x="4164340" y="0"/>
                  </a:lnTo>
                  <a:lnTo>
                    <a:pt x="4163526" y="0"/>
                  </a:lnTo>
                  <a:lnTo>
                    <a:pt x="4162711" y="0"/>
                  </a:lnTo>
                  <a:lnTo>
                    <a:pt x="4161896" y="0"/>
                  </a:lnTo>
                  <a:lnTo>
                    <a:pt x="4161081" y="0"/>
                  </a:lnTo>
                  <a:lnTo>
                    <a:pt x="4160266" y="0"/>
                  </a:lnTo>
                  <a:lnTo>
                    <a:pt x="4159452" y="0"/>
                  </a:lnTo>
                  <a:lnTo>
                    <a:pt x="4158637" y="0"/>
                  </a:lnTo>
                  <a:lnTo>
                    <a:pt x="4157822" y="0"/>
                  </a:lnTo>
                  <a:lnTo>
                    <a:pt x="4157007" y="0"/>
                  </a:lnTo>
                  <a:lnTo>
                    <a:pt x="4156193" y="0"/>
                  </a:lnTo>
                  <a:lnTo>
                    <a:pt x="4155378" y="0"/>
                  </a:lnTo>
                  <a:lnTo>
                    <a:pt x="4154563" y="0"/>
                  </a:lnTo>
                  <a:lnTo>
                    <a:pt x="4153748" y="0"/>
                  </a:lnTo>
                  <a:lnTo>
                    <a:pt x="4152933" y="0"/>
                  </a:lnTo>
                  <a:lnTo>
                    <a:pt x="4152119" y="0"/>
                  </a:lnTo>
                  <a:lnTo>
                    <a:pt x="4151304" y="0"/>
                  </a:lnTo>
                  <a:lnTo>
                    <a:pt x="4150489" y="0"/>
                  </a:lnTo>
                  <a:lnTo>
                    <a:pt x="4149674" y="0"/>
                  </a:lnTo>
                  <a:lnTo>
                    <a:pt x="4148860" y="0"/>
                  </a:lnTo>
                  <a:lnTo>
                    <a:pt x="4148045" y="0"/>
                  </a:lnTo>
                  <a:lnTo>
                    <a:pt x="4147230" y="0"/>
                  </a:lnTo>
                  <a:lnTo>
                    <a:pt x="4146415" y="0"/>
                  </a:lnTo>
                  <a:lnTo>
                    <a:pt x="4145600" y="0"/>
                  </a:lnTo>
                  <a:lnTo>
                    <a:pt x="4144786" y="0"/>
                  </a:lnTo>
                  <a:lnTo>
                    <a:pt x="4143971" y="0"/>
                  </a:lnTo>
                  <a:lnTo>
                    <a:pt x="4143156" y="0"/>
                  </a:lnTo>
                  <a:lnTo>
                    <a:pt x="4142341" y="0"/>
                  </a:lnTo>
                  <a:lnTo>
                    <a:pt x="4141526" y="0"/>
                  </a:lnTo>
                  <a:lnTo>
                    <a:pt x="4140712" y="0"/>
                  </a:lnTo>
                  <a:lnTo>
                    <a:pt x="4139897" y="0"/>
                  </a:lnTo>
                  <a:lnTo>
                    <a:pt x="4139082" y="0"/>
                  </a:lnTo>
                  <a:lnTo>
                    <a:pt x="4138267" y="0"/>
                  </a:lnTo>
                  <a:lnTo>
                    <a:pt x="4137453" y="0"/>
                  </a:lnTo>
                  <a:lnTo>
                    <a:pt x="4136638" y="0"/>
                  </a:lnTo>
                  <a:lnTo>
                    <a:pt x="4135823" y="0"/>
                  </a:lnTo>
                  <a:lnTo>
                    <a:pt x="4135008" y="0"/>
                  </a:lnTo>
                  <a:lnTo>
                    <a:pt x="4134193" y="0"/>
                  </a:lnTo>
                  <a:lnTo>
                    <a:pt x="4133379" y="0"/>
                  </a:lnTo>
                  <a:lnTo>
                    <a:pt x="4132564" y="0"/>
                  </a:lnTo>
                  <a:lnTo>
                    <a:pt x="4131749" y="0"/>
                  </a:lnTo>
                  <a:lnTo>
                    <a:pt x="4130934" y="0"/>
                  </a:lnTo>
                  <a:lnTo>
                    <a:pt x="4130120" y="0"/>
                  </a:lnTo>
                  <a:lnTo>
                    <a:pt x="4129305" y="0"/>
                  </a:lnTo>
                  <a:lnTo>
                    <a:pt x="4128490" y="0"/>
                  </a:lnTo>
                  <a:lnTo>
                    <a:pt x="4127675" y="0"/>
                  </a:lnTo>
                  <a:lnTo>
                    <a:pt x="4126860" y="0"/>
                  </a:lnTo>
                  <a:lnTo>
                    <a:pt x="4126046" y="0"/>
                  </a:lnTo>
                  <a:lnTo>
                    <a:pt x="4125231" y="0"/>
                  </a:lnTo>
                  <a:lnTo>
                    <a:pt x="4124416" y="0"/>
                  </a:lnTo>
                  <a:lnTo>
                    <a:pt x="4123601" y="0"/>
                  </a:lnTo>
                  <a:lnTo>
                    <a:pt x="4122787" y="0"/>
                  </a:lnTo>
                  <a:lnTo>
                    <a:pt x="4121972" y="0"/>
                  </a:lnTo>
                  <a:lnTo>
                    <a:pt x="4121157" y="0"/>
                  </a:lnTo>
                  <a:lnTo>
                    <a:pt x="4120342" y="0"/>
                  </a:lnTo>
                  <a:lnTo>
                    <a:pt x="4119527" y="0"/>
                  </a:lnTo>
                  <a:lnTo>
                    <a:pt x="4118713" y="0"/>
                  </a:lnTo>
                  <a:lnTo>
                    <a:pt x="4117898" y="0"/>
                  </a:lnTo>
                  <a:lnTo>
                    <a:pt x="4117083" y="0"/>
                  </a:lnTo>
                  <a:lnTo>
                    <a:pt x="4116268" y="0"/>
                  </a:lnTo>
                  <a:lnTo>
                    <a:pt x="4115454" y="0"/>
                  </a:lnTo>
                  <a:lnTo>
                    <a:pt x="4114639" y="0"/>
                  </a:lnTo>
                  <a:lnTo>
                    <a:pt x="4113824" y="0"/>
                  </a:lnTo>
                  <a:lnTo>
                    <a:pt x="4113009" y="0"/>
                  </a:lnTo>
                  <a:lnTo>
                    <a:pt x="4112194" y="0"/>
                  </a:lnTo>
                  <a:lnTo>
                    <a:pt x="4111380" y="0"/>
                  </a:lnTo>
                  <a:lnTo>
                    <a:pt x="4110565" y="0"/>
                  </a:lnTo>
                  <a:lnTo>
                    <a:pt x="4109750" y="0"/>
                  </a:lnTo>
                  <a:lnTo>
                    <a:pt x="4108935" y="0"/>
                  </a:lnTo>
                  <a:lnTo>
                    <a:pt x="4108121" y="0"/>
                  </a:lnTo>
                  <a:lnTo>
                    <a:pt x="4107306" y="0"/>
                  </a:lnTo>
                  <a:lnTo>
                    <a:pt x="4106491" y="0"/>
                  </a:lnTo>
                  <a:lnTo>
                    <a:pt x="4105676" y="0"/>
                  </a:lnTo>
                  <a:lnTo>
                    <a:pt x="4104861" y="0"/>
                  </a:lnTo>
                  <a:lnTo>
                    <a:pt x="4104047" y="0"/>
                  </a:lnTo>
                  <a:lnTo>
                    <a:pt x="4103232" y="0"/>
                  </a:lnTo>
                  <a:lnTo>
                    <a:pt x="4102417" y="0"/>
                  </a:lnTo>
                  <a:lnTo>
                    <a:pt x="4101602" y="0"/>
                  </a:lnTo>
                  <a:lnTo>
                    <a:pt x="4100787" y="0"/>
                  </a:lnTo>
                  <a:lnTo>
                    <a:pt x="4099973" y="0"/>
                  </a:lnTo>
                  <a:lnTo>
                    <a:pt x="4099158" y="0"/>
                  </a:lnTo>
                  <a:lnTo>
                    <a:pt x="4098343" y="0"/>
                  </a:lnTo>
                  <a:lnTo>
                    <a:pt x="4097528" y="0"/>
                  </a:lnTo>
                  <a:lnTo>
                    <a:pt x="4096714" y="0"/>
                  </a:lnTo>
                  <a:lnTo>
                    <a:pt x="4095899" y="0"/>
                  </a:lnTo>
                  <a:lnTo>
                    <a:pt x="4095084" y="0"/>
                  </a:lnTo>
                  <a:lnTo>
                    <a:pt x="4094269" y="0"/>
                  </a:lnTo>
                  <a:lnTo>
                    <a:pt x="4093454" y="0"/>
                  </a:lnTo>
                  <a:lnTo>
                    <a:pt x="4092640" y="0"/>
                  </a:lnTo>
                  <a:lnTo>
                    <a:pt x="4091825" y="0"/>
                  </a:lnTo>
                  <a:lnTo>
                    <a:pt x="4091010" y="0"/>
                  </a:lnTo>
                  <a:lnTo>
                    <a:pt x="4090195" y="0"/>
                  </a:lnTo>
                  <a:lnTo>
                    <a:pt x="4089381" y="0"/>
                  </a:lnTo>
                  <a:lnTo>
                    <a:pt x="4088566" y="0"/>
                  </a:lnTo>
                  <a:lnTo>
                    <a:pt x="4087751" y="0"/>
                  </a:lnTo>
                  <a:lnTo>
                    <a:pt x="4086936" y="0"/>
                  </a:lnTo>
                  <a:lnTo>
                    <a:pt x="4086121" y="0"/>
                  </a:lnTo>
                  <a:lnTo>
                    <a:pt x="4085307" y="0"/>
                  </a:lnTo>
                  <a:lnTo>
                    <a:pt x="4084492" y="0"/>
                  </a:lnTo>
                  <a:lnTo>
                    <a:pt x="4083677" y="0"/>
                  </a:lnTo>
                  <a:lnTo>
                    <a:pt x="4082862" y="0"/>
                  </a:lnTo>
                  <a:lnTo>
                    <a:pt x="4082048" y="0"/>
                  </a:lnTo>
                  <a:lnTo>
                    <a:pt x="4081233" y="0"/>
                  </a:lnTo>
                  <a:lnTo>
                    <a:pt x="4080418" y="0"/>
                  </a:lnTo>
                  <a:lnTo>
                    <a:pt x="4079603" y="0"/>
                  </a:lnTo>
                  <a:lnTo>
                    <a:pt x="4078788" y="0"/>
                  </a:lnTo>
                  <a:lnTo>
                    <a:pt x="4077974" y="0"/>
                  </a:lnTo>
                  <a:lnTo>
                    <a:pt x="4077159" y="0"/>
                  </a:lnTo>
                  <a:lnTo>
                    <a:pt x="4076344" y="0"/>
                  </a:lnTo>
                  <a:lnTo>
                    <a:pt x="4075529" y="0"/>
                  </a:lnTo>
                  <a:lnTo>
                    <a:pt x="4074715" y="0"/>
                  </a:lnTo>
                  <a:lnTo>
                    <a:pt x="4073900" y="0"/>
                  </a:lnTo>
                  <a:lnTo>
                    <a:pt x="4073085" y="0"/>
                  </a:lnTo>
                  <a:lnTo>
                    <a:pt x="4072270" y="0"/>
                  </a:lnTo>
                  <a:lnTo>
                    <a:pt x="4071455" y="0"/>
                  </a:lnTo>
                  <a:lnTo>
                    <a:pt x="4070641" y="0"/>
                  </a:lnTo>
                  <a:lnTo>
                    <a:pt x="4069826" y="0"/>
                  </a:lnTo>
                  <a:lnTo>
                    <a:pt x="4069011" y="0"/>
                  </a:lnTo>
                  <a:lnTo>
                    <a:pt x="4068196" y="0"/>
                  </a:lnTo>
                  <a:lnTo>
                    <a:pt x="4067382" y="0"/>
                  </a:lnTo>
                  <a:lnTo>
                    <a:pt x="4066567" y="0"/>
                  </a:lnTo>
                  <a:lnTo>
                    <a:pt x="4065752" y="0"/>
                  </a:lnTo>
                  <a:lnTo>
                    <a:pt x="4064937" y="0"/>
                  </a:lnTo>
                  <a:lnTo>
                    <a:pt x="4064122" y="0"/>
                  </a:lnTo>
                  <a:lnTo>
                    <a:pt x="4063308" y="0"/>
                  </a:lnTo>
                  <a:lnTo>
                    <a:pt x="4062493" y="0"/>
                  </a:lnTo>
                  <a:lnTo>
                    <a:pt x="4061678" y="0"/>
                  </a:lnTo>
                  <a:lnTo>
                    <a:pt x="4060863" y="0"/>
                  </a:lnTo>
                  <a:lnTo>
                    <a:pt x="4060048" y="0"/>
                  </a:lnTo>
                  <a:lnTo>
                    <a:pt x="4059234" y="0"/>
                  </a:lnTo>
                  <a:lnTo>
                    <a:pt x="4058419" y="0"/>
                  </a:lnTo>
                  <a:lnTo>
                    <a:pt x="4057604" y="0"/>
                  </a:lnTo>
                  <a:lnTo>
                    <a:pt x="4056789" y="0"/>
                  </a:lnTo>
                  <a:lnTo>
                    <a:pt x="4055975" y="0"/>
                  </a:lnTo>
                  <a:lnTo>
                    <a:pt x="4055160" y="0"/>
                  </a:lnTo>
                  <a:lnTo>
                    <a:pt x="4054345" y="0"/>
                  </a:lnTo>
                  <a:lnTo>
                    <a:pt x="4053530" y="0"/>
                  </a:lnTo>
                  <a:lnTo>
                    <a:pt x="4052715" y="0"/>
                  </a:lnTo>
                  <a:lnTo>
                    <a:pt x="4051901" y="0"/>
                  </a:lnTo>
                  <a:lnTo>
                    <a:pt x="4051086" y="0"/>
                  </a:lnTo>
                  <a:lnTo>
                    <a:pt x="4050271" y="0"/>
                  </a:lnTo>
                  <a:lnTo>
                    <a:pt x="4049456" y="0"/>
                  </a:lnTo>
                  <a:lnTo>
                    <a:pt x="4048642" y="0"/>
                  </a:lnTo>
                  <a:lnTo>
                    <a:pt x="4047827" y="0"/>
                  </a:lnTo>
                  <a:lnTo>
                    <a:pt x="4047012" y="0"/>
                  </a:lnTo>
                  <a:lnTo>
                    <a:pt x="4046197" y="0"/>
                  </a:lnTo>
                  <a:lnTo>
                    <a:pt x="4045382" y="0"/>
                  </a:lnTo>
                  <a:lnTo>
                    <a:pt x="4044568" y="0"/>
                  </a:lnTo>
                  <a:lnTo>
                    <a:pt x="4043753" y="0"/>
                  </a:lnTo>
                  <a:lnTo>
                    <a:pt x="4042938" y="0"/>
                  </a:lnTo>
                  <a:lnTo>
                    <a:pt x="4042123" y="0"/>
                  </a:lnTo>
                  <a:lnTo>
                    <a:pt x="4041309" y="0"/>
                  </a:lnTo>
                  <a:lnTo>
                    <a:pt x="4040494" y="0"/>
                  </a:lnTo>
                  <a:lnTo>
                    <a:pt x="4039679" y="0"/>
                  </a:lnTo>
                  <a:lnTo>
                    <a:pt x="4038864" y="0"/>
                  </a:lnTo>
                  <a:lnTo>
                    <a:pt x="4038049" y="0"/>
                  </a:lnTo>
                  <a:lnTo>
                    <a:pt x="4037235" y="0"/>
                  </a:lnTo>
                  <a:lnTo>
                    <a:pt x="4036420" y="0"/>
                  </a:lnTo>
                  <a:lnTo>
                    <a:pt x="4035605" y="0"/>
                  </a:lnTo>
                  <a:lnTo>
                    <a:pt x="4034790" y="0"/>
                  </a:lnTo>
                  <a:lnTo>
                    <a:pt x="4033976" y="0"/>
                  </a:lnTo>
                  <a:lnTo>
                    <a:pt x="4033161" y="0"/>
                  </a:lnTo>
                  <a:lnTo>
                    <a:pt x="4032346" y="0"/>
                  </a:lnTo>
                  <a:lnTo>
                    <a:pt x="4031531" y="0"/>
                  </a:lnTo>
                  <a:lnTo>
                    <a:pt x="4030716" y="0"/>
                  </a:lnTo>
                  <a:lnTo>
                    <a:pt x="4029902" y="0"/>
                  </a:lnTo>
                  <a:lnTo>
                    <a:pt x="4029087" y="0"/>
                  </a:lnTo>
                  <a:lnTo>
                    <a:pt x="4028272" y="0"/>
                  </a:lnTo>
                  <a:lnTo>
                    <a:pt x="4027457" y="0"/>
                  </a:lnTo>
                  <a:lnTo>
                    <a:pt x="4026643" y="0"/>
                  </a:lnTo>
                  <a:lnTo>
                    <a:pt x="4025828" y="0"/>
                  </a:lnTo>
                  <a:lnTo>
                    <a:pt x="4025013" y="0"/>
                  </a:lnTo>
                  <a:lnTo>
                    <a:pt x="4024198" y="0"/>
                  </a:lnTo>
                  <a:lnTo>
                    <a:pt x="4023383" y="0"/>
                  </a:lnTo>
                  <a:lnTo>
                    <a:pt x="4022569" y="0"/>
                  </a:lnTo>
                  <a:lnTo>
                    <a:pt x="4021754" y="0"/>
                  </a:lnTo>
                  <a:lnTo>
                    <a:pt x="4020939" y="0"/>
                  </a:lnTo>
                  <a:lnTo>
                    <a:pt x="4020124" y="0"/>
                  </a:lnTo>
                  <a:lnTo>
                    <a:pt x="4019309" y="0"/>
                  </a:lnTo>
                  <a:lnTo>
                    <a:pt x="4018495" y="0"/>
                  </a:lnTo>
                  <a:lnTo>
                    <a:pt x="4017680" y="0"/>
                  </a:lnTo>
                  <a:lnTo>
                    <a:pt x="4016865" y="0"/>
                  </a:lnTo>
                  <a:lnTo>
                    <a:pt x="4016050" y="0"/>
                  </a:lnTo>
                  <a:lnTo>
                    <a:pt x="4015236" y="0"/>
                  </a:lnTo>
                  <a:lnTo>
                    <a:pt x="4014421" y="0"/>
                  </a:lnTo>
                  <a:lnTo>
                    <a:pt x="4013606" y="0"/>
                  </a:lnTo>
                  <a:lnTo>
                    <a:pt x="4012791" y="0"/>
                  </a:lnTo>
                  <a:lnTo>
                    <a:pt x="4011976" y="0"/>
                  </a:lnTo>
                  <a:lnTo>
                    <a:pt x="4011162" y="0"/>
                  </a:lnTo>
                  <a:lnTo>
                    <a:pt x="4010347" y="0"/>
                  </a:lnTo>
                  <a:lnTo>
                    <a:pt x="4009532" y="0"/>
                  </a:lnTo>
                  <a:lnTo>
                    <a:pt x="4008717" y="0"/>
                  </a:lnTo>
                  <a:lnTo>
                    <a:pt x="4007903" y="0"/>
                  </a:lnTo>
                  <a:lnTo>
                    <a:pt x="4007088" y="0"/>
                  </a:lnTo>
                  <a:lnTo>
                    <a:pt x="4006273" y="0"/>
                  </a:lnTo>
                  <a:lnTo>
                    <a:pt x="4005458" y="0"/>
                  </a:lnTo>
                  <a:lnTo>
                    <a:pt x="4004643" y="0"/>
                  </a:lnTo>
                  <a:lnTo>
                    <a:pt x="4003829" y="0"/>
                  </a:lnTo>
                  <a:lnTo>
                    <a:pt x="4003014" y="0"/>
                  </a:lnTo>
                  <a:lnTo>
                    <a:pt x="4002199" y="0"/>
                  </a:lnTo>
                  <a:lnTo>
                    <a:pt x="4001384" y="0"/>
                  </a:lnTo>
                  <a:lnTo>
                    <a:pt x="4000570" y="0"/>
                  </a:lnTo>
                  <a:lnTo>
                    <a:pt x="3999755" y="0"/>
                  </a:lnTo>
                  <a:lnTo>
                    <a:pt x="3998940" y="0"/>
                  </a:lnTo>
                  <a:lnTo>
                    <a:pt x="3998125" y="0"/>
                  </a:lnTo>
                  <a:lnTo>
                    <a:pt x="3997310" y="0"/>
                  </a:lnTo>
                  <a:lnTo>
                    <a:pt x="3996496" y="0"/>
                  </a:lnTo>
                  <a:lnTo>
                    <a:pt x="3995681" y="0"/>
                  </a:lnTo>
                  <a:lnTo>
                    <a:pt x="3994866" y="0"/>
                  </a:lnTo>
                  <a:lnTo>
                    <a:pt x="3994051" y="0"/>
                  </a:lnTo>
                  <a:lnTo>
                    <a:pt x="3993237" y="0"/>
                  </a:lnTo>
                  <a:lnTo>
                    <a:pt x="3992422" y="0"/>
                  </a:lnTo>
                  <a:lnTo>
                    <a:pt x="3991607" y="0"/>
                  </a:lnTo>
                  <a:lnTo>
                    <a:pt x="3990792" y="0"/>
                  </a:lnTo>
                  <a:lnTo>
                    <a:pt x="3989977" y="0"/>
                  </a:lnTo>
                  <a:lnTo>
                    <a:pt x="3989163" y="0"/>
                  </a:lnTo>
                  <a:lnTo>
                    <a:pt x="3988348" y="0"/>
                  </a:lnTo>
                  <a:lnTo>
                    <a:pt x="3987533" y="0"/>
                  </a:lnTo>
                  <a:lnTo>
                    <a:pt x="3986718" y="0"/>
                  </a:lnTo>
                  <a:lnTo>
                    <a:pt x="3985904" y="0"/>
                  </a:lnTo>
                  <a:lnTo>
                    <a:pt x="3985089" y="0"/>
                  </a:lnTo>
                  <a:lnTo>
                    <a:pt x="3984274" y="0"/>
                  </a:lnTo>
                  <a:lnTo>
                    <a:pt x="3983459" y="0"/>
                  </a:lnTo>
                  <a:lnTo>
                    <a:pt x="3982644" y="0"/>
                  </a:lnTo>
                  <a:lnTo>
                    <a:pt x="3981830" y="0"/>
                  </a:lnTo>
                  <a:lnTo>
                    <a:pt x="3981015" y="0"/>
                  </a:lnTo>
                  <a:lnTo>
                    <a:pt x="3980200" y="0"/>
                  </a:lnTo>
                  <a:lnTo>
                    <a:pt x="3979385" y="0"/>
                  </a:lnTo>
                  <a:lnTo>
                    <a:pt x="3978570" y="0"/>
                  </a:lnTo>
                  <a:lnTo>
                    <a:pt x="3977756" y="0"/>
                  </a:lnTo>
                  <a:lnTo>
                    <a:pt x="3976941" y="0"/>
                  </a:lnTo>
                  <a:lnTo>
                    <a:pt x="3976126" y="0"/>
                  </a:lnTo>
                  <a:lnTo>
                    <a:pt x="3975311" y="0"/>
                  </a:lnTo>
                  <a:lnTo>
                    <a:pt x="3974497" y="0"/>
                  </a:lnTo>
                  <a:lnTo>
                    <a:pt x="3973682" y="0"/>
                  </a:lnTo>
                  <a:lnTo>
                    <a:pt x="3972867" y="0"/>
                  </a:lnTo>
                  <a:lnTo>
                    <a:pt x="3972052" y="0"/>
                  </a:lnTo>
                  <a:lnTo>
                    <a:pt x="3971237" y="0"/>
                  </a:lnTo>
                  <a:lnTo>
                    <a:pt x="3970423" y="0"/>
                  </a:lnTo>
                  <a:lnTo>
                    <a:pt x="3969608" y="0"/>
                  </a:lnTo>
                  <a:lnTo>
                    <a:pt x="3968793" y="0"/>
                  </a:lnTo>
                  <a:lnTo>
                    <a:pt x="3967978" y="0"/>
                  </a:lnTo>
                  <a:lnTo>
                    <a:pt x="3967164" y="0"/>
                  </a:lnTo>
                  <a:lnTo>
                    <a:pt x="3966349" y="0"/>
                  </a:lnTo>
                  <a:lnTo>
                    <a:pt x="3965534" y="0"/>
                  </a:lnTo>
                  <a:lnTo>
                    <a:pt x="3964719" y="0"/>
                  </a:lnTo>
                  <a:lnTo>
                    <a:pt x="3963904" y="0"/>
                  </a:lnTo>
                  <a:lnTo>
                    <a:pt x="3963090" y="0"/>
                  </a:lnTo>
                  <a:lnTo>
                    <a:pt x="3962275" y="0"/>
                  </a:lnTo>
                  <a:lnTo>
                    <a:pt x="3961460" y="0"/>
                  </a:lnTo>
                  <a:lnTo>
                    <a:pt x="3960645" y="0"/>
                  </a:lnTo>
                  <a:lnTo>
                    <a:pt x="3959831" y="0"/>
                  </a:lnTo>
                  <a:lnTo>
                    <a:pt x="3959016" y="0"/>
                  </a:lnTo>
                  <a:lnTo>
                    <a:pt x="3958201" y="0"/>
                  </a:lnTo>
                  <a:lnTo>
                    <a:pt x="3957386" y="0"/>
                  </a:lnTo>
                  <a:lnTo>
                    <a:pt x="3956571" y="0"/>
                  </a:lnTo>
                  <a:lnTo>
                    <a:pt x="3955757" y="0"/>
                  </a:lnTo>
                  <a:lnTo>
                    <a:pt x="3954942" y="0"/>
                  </a:lnTo>
                  <a:lnTo>
                    <a:pt x="3954127" y="0"/>
                  </a:lnTo>
                  <a:lnTo>
                    <a:pt x="3953312" y="0"/>
                  </a:lnTo>
                  <a:lnTo>
                    <a:pt x="3952498" y="0"/>
                  </a:lnTo>
                  <a:lnTo>
                    <a:pt x="3951683" y="0"/>
                  </a:lnTo>
                  <a:lnTo>
                    <a:pt x="3950868" y="0"/>
                  </a:lnTo>
                  <a:lnTo>
                    <a:pt x="3950053" y="0"/>
                  </a:lnTo>
                  <a:lnTo>
                    <a:pt x="3949238" y="0"/>
                  </a:lnTo>
                  <a:lnTo>
                    <a:pt x="3948424" y="0"/>
                  </a:lnTo>
                  <a:lnTo>
                    <a:pt x="3947609" y="0"/>
                  </a:lnTo>
                  <a:lnTo>
                    <a:pt x="3946794" y="0"/>
                  </a:lnTo>
                  <a:lnTo>
                    <a:pt x="3945979" y="0"/>
                  </a:lnTo>
                  <a:lnTo>
                    <a:pt x="3945165" y="0"/>
                  </a:lnTo>
                  <a:lnTo>
                    <a:pt x="3944350" y="0"/>
                  </a:lnTo>
                  <a:lnTo>
                    <a:pt x="3943535" y="0"/>
                  </a:lnTo>
                  <a:lnTo>
                    <a:pt x="3942720" y="0"/>
                  </a:lnTo>
                  <a:lnTo>
                    <a:pt x="3941905" y="0"/>
                  </a:lnTo>
                  <a:lnTo>
                    <a:pt x="3941091" y="0"/>
                  </a:lnTo>
                  <a:lnTo>
                    <a:pt x="3940276" y="0"/>
                  </a:lnTo>
                  <a:lnTo>
                    <a:pt x="3939461" y="0"/>
                  </a:lnTo>
                  <a:lnTo>
                    <a:pt x="3938646" y="0"/>
                  </a:lnTo>
                  <a:lnTo>
                    <a:pt x="3937831" y="0"/>
                  </a:lnTo>
                  <a:lnTo>
                    <a:pt x="3937017" y="0"/>
                  </a:lnTo>
                  <a:lnTo>
                    <a:pt x="3936202" y="0"/>
                  </a:lnTo>
                  <a:lnTo>
                    <a:pt x="3935387" y="0"/>
                  </a:lnTo>
                  <a:lnTo>
                    <a:pt x="3934572" y="0"/>
                  </a:lnTo>
                  <a:lnTo>
                    <a:pt x="3933758" y="0"/>
                  </a:lnTo>
                  <a:lnTo>
                    <a:pt x="3932943" y="0"/>
                  </a:lnTo>
                  <a:lnTo>
                    <a:pt x="3932128" y="0"/>
                  </a:lnTo>
                  <a:lnTo>
                    <a:pt x="3931313" y="0"/>
                  </a:lnTo>
                  <a:lnTo>
                    <a:pt x="3930498" y="0"/>
                  </a:lnTo>
                  <a:lnTo>
                    <a:pt x="3929684" y="0"/>
                  </a:lnTo>
                  <a:lnTo>
                    <a:pt x="3928869" y="0"/>
                  </a:lnTo>
                  <a:lnTo>
                    <a:pt x="3928054" y="0"/>
                  </a:lnTo>
                  <a:lnTo>
                    <a:pt x="3927239" y="0"/>
                  </a:lnTo>
                  <a:lnTo>
                    <a:pt x="3926425" y="0"/>
                  </a:lnTo>
                  <a:lnTo>
                    <a:pt x="3925610" y="0"/>
                  </a:lnTo>
                  <a:lnTo>
                    <a:pt x="3924795" y="0"/>
                  </a:lnTo>
                  <a:lnTo>
                    <a:pt x="3923980" y="0"/>
                  </a:lnTo>
                  <a:lnTo>
                    <a:pt x="3923165" y="0"/>
                  </a:lnTo>
                  <a:lnTo>
                    <a:pt x="3922351" y="0"/>
                  </a:lnTo>
                  <a:lnTo>
                    <a:pt x="3921536" y="0"/>
                  </a:lnTo>
                  <a:lnTo>
                    <a:pt x="3920721" y="0"/>
                  </a:lnTo>
                  <a:lnTo>
                    <a:pt x="3919906" y="0"/>
                  </a:lnTo>
                  <a:lnTo>
                    <a:pt x="3919092" y="0"/>
                  </a:lnTo>
                  <a:lnTo>
                    <a:pt x="3918277" y="0"/>
                  </a:lnTo>
                  <a:lnTo>
                    <a:pt x="3917462" y="0"/>
                  </a:lnTo>
                  <a:lnTo>
                    <a:pt x="3916647" y="0"/>
                  </a:lnTo>
                  <a:lnTo>
                    <a:pt x="3915832" y="0"/>
                  </a:lnTo>
                  <a:lnTo>
                    <a:pt x="3915018" y="0"/>
                  </a:lnTo>
                  <a:lnTo>
                    <a:pt x="3914203" y="0"/>
                  </a:lnTo>
                  <a:lnTo>
                    <a:pt x="3913388" y="0"/>
                  </a:lnTo>
                  <a:lnTo>
                    <a:pt x="3912573" y="0"/>
                  </a:lnTo>
                  <a:lnTo>
                    <a:pt x="3911759" y="0"/>
                  </a:lnTo>
                  <a:lnTo>
                    <a:pt x="3910944" y="0"/>
                  </a:lnTo>
                  <a:lnTo>
                    <a:pt x="3910129" y="0"/>
                  </a:lnTo>
                  <a:lnTo>
                    <a:pt x="3909314" y="0"/>
                  </a:lnTo>
                  <a:lnTo>
                    <a:pt x="3908499" y="0"/>
                  </a:lnTo>
                  <a:lnTo>
                    <a:pt x="3907685" y="0"/>
                  </a:lnTo>
                  <a:lnTo>
                    <a:pt x="3906870" y="0"/>
                  </a:lnTo>
                  <a:lnTo>
                    <a:pt x="3906055" y="0"/>
                  </a:lnTo>
                  <a:lnTo>
                    <a:pt x="3905240" y="0"/>
                  </a:lnTo>
                  <a:lnTo>
                    <a:pt x="3904426" y="0"/>
                  </a:lnTo>
                  <a:lnTo>
                    <a:pt x="3903611" y="0"/>
                  </a:lnTo>
                  <a:lnTo>
                    <a:pt x="3902796" y="0"/>
                  </a:lnTo>
                  <a:lnTo>
                    <a:pt x="3901981" y="0"/>
                  </a:lnTo>
                  <a:lnTo>
                    <a:pt x="3901166" y="0"/>
                  </a:lnTo>
                  <a:lnTo>
                    <a:pt x="3900352" y="0"/>
                  </a:lnTo>
                  <a:lnTo>
                    <a:pt x="3899537" y="0"/>
                  </a:lnTo>
                  <a:lnTo>
                    <a:pt x="3898722" y="0"/>
                  </a:lnTo>
                  <a:lnTo>
                    <a:pt x="3897907" y="0"/>
                  </a:lnTo>
                  <a:lnTo>
                    <a:pt x="3897092" y="0"/>
                  </a:lnTo>
                  <a:lnTo>
                    <a:pt x="3896278" y="0"/>
                  </a:lnTo>
                  <a:lnTo>
                    <a:pt x="3895463" y="0"/>
                  </a:lnTo>
                  <a:lnTo>
                    <a:pt x="3894648" y="0"/>
                  </a:lnTo>
                  <a:lnTo>
                    <a:pt x="3893833" y="0"/>
                  </a:lnTo>
                  <a:lnTo>
                    <a:pt x="3893019" y="0"/>
                  </a:lnTo>
                  <a:lnTo>
                    <a:pt x="3892204" y="0"/>
                  </a:lnTo>
                  <a:lnTo>
                    <a:pt x="3891389" y="0"/>
                  </a:lnTo>
                  <a:lnTo>
                    <a:pt x="3890574" y="0"/>
                  </a:lnTo>
                  <a:lnTo>
                    <a:pt x="3889759" y="0"/>
                  </a:lnTo>
                  <a:lnTo>
                    <a:pt x="3888945" y="0"/>
                  </a:lnTo>
                  <a:lnTo>
                    <a:pt x="3888130" y="0"/>
                  </a:lnTo>
                  <a:lnTo>
                    <a:pt x="3887315" y="0"/>
                  </a:lnTo>
                  <a:lnTo>
                    <a:pt x="3886500" y="0"/>
                  </a:lnTo>
                  <a:lnTo>
                    <a:pt x="3885686" y="0"/>
                  </a:lnTo>
                  <a:lnTo>
                    <a:pt x="3884871" y="0"/>
                  </a:lnTo>
                  <a:lnTo>
                    <a:pt x="3884056" y="0"/>
                  </a:lnTo>
                  <a:lnTo>
                    <a:pt x="3883241" y="0"/>
                  </a:lnTo>
                  <a:lnTo>
                    <a:pt x="3882426" y="0"/>
                  </a:lnTo>
                  <a:lnTo>
                    <a:pt x="3881612" y="0"/>
                  </a:lnTo>
                  <a:lnTo>
                    <a:pt x="3880797" y="0"/>
                  </a:lnTo>
                  <a:lnTo>
                    <a:pt x="3879982" y="0"/>
                  </a:lnTo>
                  <a:lnTo>
                    <a:pt x="3879167" y="0"/>
                  </a:lnTo>
                  <a:lnTo>
                    <a:pt x="3878353" y="0"/>
                  </a:lnTo>
                  <a:lnTo>
                    <a:pt x="3877538" y="0"/>
                  </a:lnTo>
                  <a:lnTo>
                    <a:pt x="3876723" y="0"/>
                  </a:lnTo>
                  <a:lnTo>
                    <a:pt x="3875908" y="0"/>
                  </a:lnTo>
                  <a:lnTo>
                    <a:pt x="3875093" y="0"/>
                  </a:lnTo>
                  <a:lnTo>
                    <a:pt x="3874279" y="0"/>
                  </a:lnTo>
                  <a:lnTo>
                    <a:pt x="3873464" y="0"/>
                  </a:lnTo>
                  <a:lnTo>
                    <a:pt x="3872649" y="0"/>
                  </a:lnTo>
                  <a:lnTo>
                    <a:pt x="3871834" y="0"/>
                  </a:lnTo>
                  <a:lnTo>
                    <a:pt x="3871020" y="0"/>
                  </a:lnTo>
                  <a:lnTo>
                    <a:pt x="3870205" y="0"/>
                  </a:lnTo>
                  <a:lnTo>
                    <a:pt x="3869390" y="0"/>
                  </a:lnTo>
                  <a:lnTo>
                    <a:pt x="3868575" y="0"/>
                  </a:lnTo>
                  <a:lnTo>
                    <a:pt x="3867760" y="0"/>
                  </a:lnTo>
                  <a:lnTo>
                    <a:pt x="3866946" y="0"/>
                  </a:lnTo>
                  <a:lnTo>
                    <a:pt x="3866131" y="0"/>
                  </a:lnTo>
                  <a:lnTo>
                    <a:pt x="3865316" y="0"/>
                  </a:lnTo>
                  <a:lnTo>
                    <a:pt x="3864501" y="0"/>
                  </a:lnTo>
                  <a:lnTo>
                    <a:pt x="3863686" y="0"/>
                  </a:lnTo>
                  <a:lnTo>
                    <a:pt x="3862872" y="0"/>
                  </a:lnTo>
                  <a:lnTo>
                    <a:pt x="3862057" y="0"/>
                  </a:lnTo>
                  <a:lnTo>
                    <a:pt x="3861242" y="0"/>
                  </a:lnTo>
                  <a:lnTo>
                    <a:pt x="3860427" y="0"/>
                  </a:lnTo>
                  <a:lnTo>
                    <a:pt x="3859613" y="0"/>
                  </a:lnTo>
                  <a:lnTo>
                    <a:pt x="3858798" y="0"/>
                  </a:lnTo>
                  <a:lnTo>
                    <a:pt x="3857983" y="0"/>
                  </a:lnTo>
                  <a:lnTo>
                    <a:pt x="3857168" y="0"/>
                  </a:lnTo>
                  <a:lnTo>
                    <a:pt x="3856353" y="0"/>
                  </a:lnTo>
                  <a:lnTo>
                    <a:pt x="3855539" y="0"/>
                  </a:lnTo>
                  <a:lnTo>
                    <a:pt x="3854724" y="0"/>
                  </a:lnTo>
                  <a:lnTo>
                    <a:pt x="3853909" y="0"/>
                  </a:lnTo>
                  <a:lnTo>
                    <a:pt x="3853094" y="0"/>
                  </a:lnTo>
                  <a:lnTo>
                    <a:pt x="3852280" y="0"/>
                  </a:lnTo>
                  <a:lnTo>
                    <a:pt x="3851465" y="0"/>
                  </a:lnTo>
                  <a:lnTo>
                    <a:pt x="3850650" y="0"/>
                  </a:lnTo>
                  <a:lnTo>
                    <a:pt x="3849835" y="0"/>
                  </a:lnTo>
                  <a:lnTo>
                    <a:pt x="3849020" y="0"/>
                  </a:lnTo>
                  <a:lnTo>
                    <a:pt x="3848206" y="0"/>
                  </a:lnTo>
                  <a:lnTo>
                    <a:pt x="3847391" y="0"/>
                  </a:lnTo>
                  <a:lnTo>
                    <a:pt x="3846576" y="0"/>
                  </a:lnTo>
                  <a:lnTo>
                    <a:pt x="3845761" y="0"/>
                  </a:lnTo>
                  <a:lnTo>
                    <a:pt x="3844947" y="0"/>
                  </a:lnTo>
                  <a:lnTo>
                    <a:pt x="3844132" y="0"/>
                  </a:lnTo>
                  <a:lnTo>
                    <a:pt x="3843317" y="0"/>
                  </a:lnTo>
                  <a:lnTo>
                    <a:pt x="3842502" y="0"/>
                  </a:lnTo>
                  <a:lnTo>
                    <a:pt x="3841687" y="0"/>
                  </a:lnTo>
                  <a:lnTo>
                    <a:pt x="3840873" y="0"/>
                  </a:lnTo>
                  <a:lnTo>
                    <a:pt x="3840058" y="0"/>
                  </a:lnTo>
                  <a:lnTo>
                    <a:pt x="3839243" y="0"/>
                  </a:lnTo>
                  <a:lnTo>
                    <a:pt x="3838428" y="0"/>
                  </a:lnTo>
                  <a:lnTo>
                    <a:pt x="3837614" y="0"/>
                  </a:lnTo>
                  <a:lnTo>
                    <a:pt x="3836799" y="0"/>
                  </a:lnTo>
                  <a:lnTo>
                    <a:pt x="3835984" y="0"/>
                  </a:lnTo>
                  <a:lnTo>
                    <a:pt x="3835169" y="0"/>
                  </a:lnTo>
                  <a:lnTo>
                    <a:pt x="3834354" y="0"/>
                  </a:lnTo>
                  <a:lnTo>
                    <a:pt x="3833540" y="0"/>
                  </a:lnTo>
                  <a:lnTo>
                    <a:pt x="3832725" y="0"/>
                  </a:lnTo>
                  <a:lnTo>
                    <a:pt x="3831910" y="0"/>
                  </a:lnTo>
                  <a:lnTo>
                    <a:pt x="3831095" y="0"/>
                  </a:lnTo>
                  <a:lnTo>
                    <a:pt x="3830281" y="0"/>
                  </a:lnTo>
                  <a:lnTo>
                    <a:pt x="3829466" y="0"/>
                  </a:lnTo>
                  <a:lnTo>
                    <a:pt x="3828651" y="0"/>
                  </a:lnTo>
                  <a:lnTo>
                    <a:pt x="3827836" y="0"/>
                  </a:lnTo>
                  <a:lnTo>
                    <a:pt x="3827021" y="0"/>
                  </a:lnTo>
                  <a:lnTo>
                    <a:pt x="3826207" y="0"/>
                  </a:lnTo>
                  <a:lnTo>
                    <a:pt x="3825392" y="0"/>
                  </a:lnTo>
                  <a:lnTo>
                    <a:pt x="3824577" y="0"/>
                  </a:lnTo>
                  <a:lnTo>
                    <a:pt x="3823762" y="0"/>
                  </a:lnTo>
                  <a:lnTo>
                    <a:pt x="3822947" y="0"/>
                  </a:lnTo>
                  <a:lnTo>
                    <a:pt x="3822133" y="0"/>
                  </a:lnTo>
                  <a:lnTo>
                    <a:pt x="3821318" y="0"/>
                  </a:lnTo>
                  <a:lnTo>
                    <a:pt x="3820503" y="0"/>
                  </a:lnTo>
                  <a:lnTo>
                    <a:pt x="3819688" y="0"/>
                  </a:lnTo>
                  <a:lnTo>
                    <a:pt x="3818874" y="0"/>
                  </a:lnTo>
                  <a:lnTo>
                    <a:pt x="3818059" y="0"/>
                  </a:lnTo>
                  <a:lnTo>
                    <a:pt x="3817244" y="0"/>
                  </a:lnTo>
                  <a:lnTo>
                    <a:pt x="3816429" y="0"/>
                  </a:lnTo>
                  <a:lnTo>
                    <a:pt x="3815614" y="0"/>
                  </a:lnTo>
                  <a:lnTo>
                    <a:pt x="3814800" y="0"/>
                  </a:lnTo>
                  <a:lnTo>
                    <a:pt x="3813985" y="0"/>
                  </a:lnTo>
                  <a:lnTo>
                    <a:pt x="3813170" y="0"/>
                  </a:lnTo>
                  <a:lnTo>
                    <a:pt x="3812355" y="0"/>
                  </a:lnTo>
                  <a:lnTo>
                    <a:pt x="3811541" y="0"/>
                  </a:lnTo>
                  <a:lnTo>
                    <a:pt x="3810726" y="0"/>
                  </a:lnTo>
                  <a:lnTo>
                    <a:pt x="3809911" y="0"/>
                  </a:lnTo>
                  <a:lnTo>
                    <a:pt x="3809096" y="0"/>
                  </a:lnTo>
                  <a:lnTo>
                    <a:pt x="3808281" y="0"/>
                  </a:lnTo>
                  <a:lnTo>
                    <a:pt x="3807467" y="0"/>
                  </a:lnTo>
                  <a:lnTo>
                    <a:pt x="3806652" y="0"/>
                  </a:lnTo>
                  <a:lnTo>
                    <a:pt x="3805837" y="0"/>
                  </a:lnTo>
                  <a:lnTo>
                    <a:pt x="3805022" y="0"/>
                  </a:lnTo>
                  <a:lnTo>
                    <a:pt x="3804208" y="0"/>
                  </a:lnTo>
                  <a:lnTo>
                    <a:pt x="3803393" y="0"/>
                  </a:lnTo>
                  <a:lnTo>
                    <a:pt x="3802578" y="0"/>
                  </a:lnTo>
                  <a:lnTo>
                    <a:pt x="3801763" y="0"/>
                  </a:lnTo>
                  <a:lnTo>
                    <a:pt x="3800948" y="0"/>
                  </a:lnTo>
                  <a:lnTo>
                    <a:pt x="3800134" y="0"/>
                  </a:lnTo>
                  <a:lnTo>
                    <a:pt x="3799319" y="0"/>
                  </a:lnTo>
                  <a:lnTo>
                    <a:pt x="3798504" y="0"/>
                  </a:lnTo>
                  <a:lnTo>
                    <a:pt x="3797689" y="0"/>
                  </a:lnTo>
                  <a:lnTo>
                    <a:pt x="3796875" y="0"/>
                  </a:lnTo>
                  <a:lnTo>
                    <a:pt x="3796060" y="0"/>
                  </a:lnTo>
                  <a:lnTo>
                    <a:pt x="3795245" y="0"/>
                  </a:lnTo>
                  <a:lnTo>
                    <a:pt x="3794430" y="0"/>
                  </a:lnTo>
                  <a:lnTo>
                    <a:pt x="3793615" y="0"/>
                  </a:lnTo>
                  <a:lnTo>
                    <a:pt x="3792801" y="0"/>
                  </a:lnTo>
                  <a:lnTo>
                    <a:pt x="3791986" y="0"/>
                  </a:lnTo>
                  <a:lnTo>
                    <a:pt x="3791171" y="0"/>
                  </a:lnTo>
                  <a:lnTo>
                    <a:pt x="3790356" y="0"/>
                  </a:lnTo>
                  <a:lnTo>
                    <a:pt x="3789542" y="0"/>
                  </a:lnTo>
                  <a:lnTo>
                    <a:pt x="3788727" y="0"/>
                  </a:lnTo>
                  <a:lnTo>
                    <a:pt x="3787912" y="0"/>
                  </a:lnTo>
                  <a:lnTo>
                    <a:pt x="3787097" y="0"/>
                  </a:lnTo>
                  <a:lnTo>
                    <a:pt x="3786282" y="0"/>
                  </a:lnTo>
                  <a:lnTo>
                    <a:pt x="3785468" y="0"/>
                  </a:lnTo>
                  <a:lnTo>
                    <a:pt x="3784653" y="0"/>
                  </a:lnTo>
                  <a:lnTo>
                    <a:pt x="3783838" y="0"/>
                  </a:lnTo>
                  <a:lnTo>
                    <a:pt x="3783023" y="0"/>
                  </a:lnTo>
                  <a:lnTo>
                    <a:pt x="3782208" y="0"/>
                  </a:lnTo>
                  <a:lnTo>
                    <a:pt x="3781394" y="0"/>
                  </a:lnTo>
                  <a:lnTo>
                    <a:pt x="3780579" y="0"/>
                  </a:lnTo>
                  <a:lnTo>
                    <a:pt x="3779764" y="0"/>
                  </a:lnTo>
                  <a:lnTo>
                    <a:pt x="3778949" y="0"/>
                  </a:lnTo>
                  <a:lnTo>
                    <a:pt x="3778135" y="0"/>
                  </a:lnTo>
                  <a:lnTo>
                    <a:pt x="3777320" y="0"/>
                  </a:lnTo>
                  <a:lnTo>
                    <a:pt x="3776505" y="0"/>
                  </a:lnTo>
                  <a:lnTo>
                    <a:pt x="3775690" y="0"/>
                  </a:lnTo>
                  <a:lnTo>
                    <a:pt x="3774875" y="0"/>
                  </a:lnTo>
                  <a:lnTo>
                    <a:pt x="3774061" y="0"/>
                  </a:lnTo>
                  <a:lnTo>
                    <a:pt x="3773246" y="0"/>
                  </a:lnTo>
                  <a:lnTo>
                    <a:pt x="3772431" y="0"/>
                  </a:lnTo>
                  <a:lnTo>
                    <a:pt x="3771616" y="0"/>
                  </a:lnTo>
                  <a:lnTo>
                    <a:pt x="3770802" y="0"/>
                  </a:lnTo>
                  <a:lnTo>
                    <a:pt x="3769987" y="0"/>
                  </a:lnTo>
                  <a:lnTo>
                    <a:pt x="3769172" y="0"/>
                  </a:lnTo>
                  <a:lnTo>
                    <a:pt x="3768357" y="0"/>
                  </a:lnTo>
                  <a:lnTo>
                    <a:pt x="3767542" y="0"/>
                  </a:lnTo>
                  <a:lnTo>
                    <a:pt x="3766728" y="0"/>
                  </a:lnTo>
                  <a:lnTo>
                    <a:pt x="3765913" y="0"/>
                  </a:lnTo>
                  <a:lnTo>
                    <a:pt x="3765098" y="0"/>
                  </a:lnTo>
                  <a:lnTo>
                    <a:pt x="3764283" y="0"/>
                  </a:lnTo>
                  <a:lnTo>
                    <a:pt x="3763469" y="0"/>
                  </a:lnTo>
                  <a:lnTo>
                    <a:pt x="3762654" y="0"/>
                  </a:lnTo>
                  <a:lnTo>
                    <a:pt x="3761839" y="0"/>
                  </a:lnTo>
                  <a:lnTo>
                    <a:pt x="3761024" y="0"/>
                  </a:lnTo>
                  <a:lnTo>
                    <a:pt x="3760209" y="0"/>
                  </a:lnTo>
                  <a:lnTo>
                    <a:pt x="3759395" y="0"/>
                  </a:lnTo>
                  <a:lnTo>
                    <a:pt x="3758580" y="0"/>
                  </a:lnTo>
                  <a:lnTo>
                    <a:pt x="3757765" y="0"/>
                  </a:lnTo>
                  <a:lnTo>
                    <a:pt x="3756950" y="0"/>
                  </a:lnTo>
                  <a:lnTo>
                    <a:pt x="3756136" y="0"/>
                  </a:lnTo>
                  <a:lnTo>
                    <a:pt x="3755321" y="0"/>
                  </a:lnTo>
                  <a:lnTo>
                    <a:pt x="3754506" y="0"/>
                  </a:lnTo>
                  <a:lnTo>
                    <a:pt x="3753691" y="0"/>
                  </a:lnTo>
                  <a:lnTo>
                    <a:pt x="3752876" y="0"/>
                  </a:lnTo>
                  <a:lnTo>
                    <a:pt x="3752062" y="0"/>
                  </a:lnTo>
                  <a:lnTo>
                    <a:pt x="3751247" y="0"/>
                  </a:lnTo>
                  <a:lnTo>
                    <a:pt x="3750432" y="0"/>
                  </a:lnTo>
                  <a:lnTo>
                    <a:pt x="3749617" y="0"/>
                  </a:lnTo>
                  <a:lnTo>
                    <a:pt x="3748803" y="0"/>
                  </a:lnTo>
                  <a:lnTo>
                    <a:pt x="3747988" y="0"/>
                  </a:lnTo>
                  <a:lnTo>
                    <a:pt x="3747173" y="0"/>
                  </a:lnTo>
                  <a:lnTo>
                    <a:pt x="3746358" y="0"/>
                  </a:lnTo>
                  <a:lnTo>
                    <a:pt x="3745543" y="0"/>
                  </a:lnTo>
                  <a:lnTo>
                    <a:pt x="3744729" y="0"/>
                  </a:lnTo>
                  <a:lnTo>
                    <a:pt x="3743914" y="0"/>
                  </a:lnTo>
                  <a:lnTo>
                    <a:pt x="3743099" y="0"/>
                  </a:lnTo>
                  <a:lnTo>
                    <a:pt x="3742284" y="0"/>
                  </a:lnTo>
                  <a:lnTo>
                    <a:pt x="3741469" y="0"/>
                  </a:lnTo>
                  <a:lnTo>
                    <a:pt x="3740655" y="0"/>
                  </a:lnTo>
                  <a:lnTo>
                    <a:pt x="3739840" y="0"/>
                  </a:lnTo>
                  <a:lnTo>
                    <a:pt x="3739025" y="0"/>
                  </a:lnTo>
                  <a:lnTo>
                    <a:pt x="3738210" y="0"/>
                  </a:lnTo>
                  <a:lnTo>
                    <a:pt x="3737396" y="0"/>
                  </a:lnTo>
                  <a:lnTo>
                    <a:pt x="3736581" y="0"/>
                  </a:lnTo>
                  <a:lnTo>
                    <a:pt x="3735766" y="0"/>
                  </a:lnTo>
                  <a:lnTo>
                    <a:pt x="3734951" y="0"/>
                  </a:lnTo>
                  <a:lnTo>
                    <a:pt x="3734136" y="0"/>
                  </a:lnTo>
                  <a:lnTo>
                    <a:pt x="3733322" y="0"/>
                  </a:lnTo>
                  <a:lnTo>
                    <a:pt x="3732507" y="0"/>
                  </a:lnTo>
                  <a:lnTo>
                    <a:pt x="3731692" y="0"/>
                  </a:lnTo>
                  <a:lnTo>
                    <a:pt x="3730877" y="0"/>
                  </a:lnTo>
                  <a:lnTo>
                    <a:pt x="3730063" y="0"/>
                  </a:lnTo>
                  <a:lnTo>
                    <a:pt x="3729248" y="0"/>
                  </a:lnTo>
                  <a:lnTo>
                    <a:pt x="3728433" y="0"/>
                  </a:lnTo>
                  <a:lnTo>
                    <a:pt x="3727618" y="0"/>
                  </a:lnTo>
                  <a:lnTo>
                    <a:pt x="3726803" y="0"/>
                  </a:lnTo>
                  <a:lnTo>
                    <a:pt x="3725989" y="0"/>
                  </a:lnTo>
                  <a:lnTo>
                    <a:pt x="3725174" y="0"/>
                  </a:lnTo>
                  <a:lnTo>
                    <a:pt x="3724359" y="0"/>
                  </a:lnTo>
                  <a:lnTo>
                    <a:pt x="3723544" y="0"/>
                  </a:lnTo>
                  <a:lnTo>
                    <a:pt x="3722730" y="0"/>
                  </a:lnTo>
                  <a:lnTo>
                    <a:pt x="3721915" y="0"/>
                  </a:lnTo>
                  <a:lnTo>
                    <a:pt x="3721100" y="0"/>
                  </a:lnTo>
                  <a:lnTo>
                    <a:pt x="3720285" y="0"/>
                  </a:lnTo>
                  <a:lnTo>
                    <a:pt x="3719470" y="0"/>
                  </a:lnTo>
                  <a:lnTo>
                    <a:pt x="3718656" y="0"/>
                  </a:lnTo>
                  <a:lnTo>
                    <a:pt x="3717841" y="0"/>
                  </a:lnTo>
                  <a:lnTo>
                    <a:pt x="3717026" y="0"/>
                  </a:lnTo>
                  <a:lnTo>
                    <a:pt x="3716211" y="0"/>
                  </a:lnTo>
                  <a:lnTo>
                    <a:pt x="3715397" y="0"/>
                  </a:lnTo>
                  <a:lnTo>
                    <a:pt x="3714582" y="0"/>
                  </a:lnTo>
                  <a:lnTo>
                    <a:pt x="3713767" y="0"/>
                  </a:lnTo>
                  <a:lnTo>
                    <a:pt x="3712952" y="0"/>
                  </a:lnTo>
                  <a:lnTo>
                    <a:pt x="3712137" y="0"/>
                  </a:lnTo>
                  <a:lnTo>
                    <a:pt x="3711323" y="0"/>
                  </a:lnTo>
                  <a:lnTo>
                    <a:pt x="3710508" y="0"/>
                  </a:lnTo>
                  <a:lnTo>
                    <a:pt x="3709693" y="0"/>
                  </a:lnTo>
                  <a:lnTo>
                    <a:pt x="3708878" y="0"/>
                  </a:lnTo>
                  <a:lnTo>
                    <a:pt x="3708064" y="0"/>
                  </a:lnTo>
                  <a:lnTo>
                    <a:pt x="3707249" y="0"/>
                  </a:lnTo>
                  <a:lnTo>
                    <a:pt x="3706434" y="0"/>
                  </a:lnTo>
                  <a:lnTo>
                    <a:pt x="3705619" y="0"/>
                  </a:lnTo>
                  <a:lnTo>
                    <a:pt x="3704804" y="0"/>
                  </a:lnTo>
                  <a:lnTo>
                    <a:pt x="3703990" y="0"/>
                  </a:lnTo>
                  <a:lnTo>
                    <a:pt x="3703175" y="0"/>
                  </a:lnTo>
                  <a:lnTo>
                    <a:pt x="3702360" y="0"/>
                  </a:lnTo>
                  <a:lnTo>
                    <a:pt x="3701545" y="0"/>
                  </a:lnTo>
                  <a:lnTo>
                    <a:pt x="3700730" y="0"/>
                  </a:lnTo>
                  <a:lnTo>
                    <a:pt x="3699916" y="0"/>
                  </a:lnTo>
                  <a:lnTo>
                    <a:pt x="3699101" y="0"/>
                  </a:lnTo>
                  <a:lnTo>
                    <a:pt x="3698286" y="0"/>
                  </a:lnTo>
                  <a:lnTo>
                    <a:pt x="3697471" y="0"/>
                  </a:lnTo>
                  <a:lnTo>
                    <a:pt x="3696657" y="0"/>
                  </a:lnTo>
                  <a:lnTo>
                    <a:pt x="3695842" y="0"/>
                  </a:lnTo>
                  <a:lnTo>
                    <a:pt x="3695027" y="0"/>
                  </a:lnTo>
                  <a:lnTo>
                    <a:pt x="3694212" y="0"/>
                  </a:lnTo>
                  <a:lnTo>
                    <a:pt x="3693397" y="0"/>
                  </a:lnTo>
                  <a:lnTo>
                    <a:pt x="3692583" y="0"/>
                  </a:lnTo>
                  <a:lnTo>
                    <a:pt x="3691768" y="0"/>
                  </a:lnTo>
                  <a:lnTo>
                    <a:pt x="3690953" y="0"/>
                  </a:lnTo>
                  <a:lnTo>
                    <a:pt x="3690138" y="0"/>
                  </a:lnTo>
                  <a:lnTo>
                    <a:pt x="3689324" y="0"/>
                  </a:lnTo>
                  <a:lnTo>
                    <a:pt x="3688509" y="0"/>
                  </a:lnTo>
                  <a:lnTo>
                    <a:pt x="3687694" y="0"/>
                  </a:lnTo>
                  <a:lnTo>
                    <a:pt x="3686879" y="0"/>
                  </a:lnTo>
                  <a:lnTo>
                    <a:pt x="3686064" y="0"/>
                  </a:lnTo>
                  <a:lnTo>
                    <a:pt x="3685250" y="0"/>
                  </a:lnTo>
                  <a:lnTo>
                    <a:pt x="3684435" y="0"/>
                  </a:lnTo>
                  <a:lnTo>
                    <a:pt x="3683620" y="0"/>
                  </a:lnTo>
                  <a:lnTo>
                    <a:pt x="3682805" y="0"/>
                  </a:lnTo>
                  <a:lnTo>
                    <a:pt x="3681991" y="0"/>
                  </a:lnTo>
                  <a:lnTo>
                    <a:pt x="3681176" y="0"/>
                  </a:lnTo>
                  <a:lnTo>
                    <a:pt x="3680361" y="0"/>
                  </a:lnTo>
                  <a:lnTo>
                    <a:pt x="3679546" y="0"/>
                  </a:lnTo>
                  <a:lnTo>
                    <a:pt x="3678731" y="0"/>
                  </a:lnTo>
                  <a:lnTo>
                    <a:pt x="3677917" y="0"/>
                  </a:lnTo>
                  <a:lnTo>
                    <a:pt x="3677102" y="0"/>
                  </a:lnTo>
                  <a:lnTo>
                    <a:pt x="3676287" y="0"/>
                  </a:lnTo>
                  <a:lnTo>
                    <a:pt x="3675472" y="0"/>
                  </a:lnTo>
                  <a:lnTo>
                    <a:pt x="3674658" y="0"/>
                  </a:lnTo>
                  <a:lnTo>
                    <a:pt x="3673843" y="0"/>
                  </a:lnTo>
                  <a:lnTo>
                    <a:pt x="3673028" y="0"/>
                  </a:lnTo>
                  <a:lnTo>
                    <a:pt x="3672213" y="0"/>
                  </a:lnTo>
                  <a:lnTo>
                    <a:pt x="3671398" y="0"/>
                  </a:lnTo>
                  <a:lnTo>
                    <a:pt x="3670584" y="0"/>
                  </a:lnTo>
                  <a:lnTo>
                    <a:pt x="3669769" y="0"/>
                  </a:lnTo>
                  <a:lnTo>
                    <a:pt x="3668954" y="0"/>
                  </a:lnTo>
                  <a:lnTo>
                    <a:pt x="3668139" y="0"/>
                  </a:lnTo>
                  <a:lnTo>
                    <a:pt x="3667325" y="0"/>
                  </a:lnTo>
                  <a:lnTo>
                    <a:pt x="3666510" y="0"/>
                  </a:lnTo>
                  <a:lnTo>
                    <a:pt x="3665695" y="0"/>
                  </a:lnTo>
                  <a:lnTo>
                    <a:pt x="3664880" y="0"/>
                  </a:lnTo>
                  <a:lnTo>
                    <a:pt x="3664065" y="0"/>
                  </a:lnTo>
                  <a:lnTo>
                    <a:pt x="3663251" y="0"/>
                  </a:lnTo>
                  <a:lnTo>
                    <a:pt x="3662436" y="0"/>
                  </a:lnTo>
                  <a:lnTo>
                    <a:pt x="3661621" y="0"/>
                  </a:lnTo>
                  <a:lnTo>
                    <a:pt x="3660806" y="0"/>
                  </a:lnTo>
                  <a:lnTo>
                    <a:pt x="3659991" y="0"/>
                  </a:lnTo>
                  <a:lnTo>
                    <a:pt x="3659177" y="0"/>
                  </a:lnTo>
                  <a:lnTo>
                    <a:pt x="3658362" y="0"/>
                  </a:lnTo>
                  <a:lnTo>
                    <a:pt x="3657547" y="0"/>
                  </a:lnTo>
                  <a:lnTo>
                    <a:pt x="3656732" y="0"/>
                  </a:lnTo>
                  <a:lnTo>
                    <a:pt x="3655918" y="0"/>
                  </a:lnTo>
                  <a:lnTo>
                    <a:pt x="3655103" y="0"/>
                  </a:lnTo>
                  <a:lnTo>
                    <a:pt x="3654288" y="0"/>
                  </a:lnTo>
                  <a:lnTo>
                    <a:pt x="3653473" y="0"/>
                  </a:lnTo>
                  <a:lnTo>
                    <a:pt x="3652658" y="0"/>
                  </a:lnTo>
                  <a:lnTo>
                    <a:pt x="3651844" y="0"/>
                  </a:lnTo>
                  <a:lnTo>
                    <a:pt x="3651029" y="0"/>
                  </a:lnTo>
                  <a:lnTo>
                    <a:pt x="3650214" y="0"/>
                  </a:lnTo>
                  <a:lnTo>
                    <a:pt x="3649399" y="0"/>
                  </a:lnTo>
                  <a:lnTo>
                    <a:pt x="3648585" y="0"/>
                  </a:lnTo>
                  <a:lnTo>
                    <a:pt x="3647770" y="0"/>
                  </a:lnTo>
                  <a:lnTo>
                    <a:pt x="3646955" y="0"/>
                  </a:lnTo>
                  <a:lnTo>
                    <a:pt x="3646140" y="0"/>
                  </a:lnTo>
                  <a:lnTo>
                    <a:pt x="3645325" y="0"/>
                  </a:lnTo>
                  <a:lnTo>
                    <a:pt x="3644511" y="0"/>
                  </a:lnTo>
                  <a:lnTo>
                    <a:pt x="3643696" y="0"/>
                  </a:lnTo>
                  <a:lnTo>
                    <a:pt x="3642881" y="0"/>
                  </a:lnTo>
                  <a:lnTo>
                    <a:pt x="3642066" y="0"/>
                  </a:lnTo>
                  <a:lnTo>
                    <a:pt x="3641252" y="0"/>
                  </a:lnTo>
                  <a:lnTo>
                    <a:pt x="3640437" y="0"/>
                  </a:lnTo>
                  <a:lnTo>
                    <a:pt x="3639622" y="0"/>
                  </a:lnTo>
                  <a:lnTo>
                    <a:pt x="3638807" y="0"/>
                  </a:lnTo>
                  <a:lnTo>
                    <a:pt x="3637992" y="0"/>
                  </a:lnTo>
                  <a:lnTo>
                    <a:pt x="3637178" y="0"/>
                  </a:lnTo>
                  <a:lnTo>
                    <a:pt x="3636363" y="0"/>
                  </a:lnTo>
                  <a:lnTo>
                    <a:pt x="3635548" y="0"/>
                  </a:lnTo>
                  <a:lnTo>
                    <a:pt x="3634733" y="0"/>
                  </a:lnTo>
                  <a:lnTo>
                    <a:pt x="3633919" y="0"/>
                  </a:lnTo>
                  <a:lnTo>
                    <a:pt x="3633104" y="0"/>
                  </a:lnTo>
                  <a:lnTo>
                    <a:pt x="3632289" y="0"/>
                  </a:lnTo>
                  <a:lnTo>
                    <a:pt x="3631474" y="0"/>
                  </a:lnTo>
                  <a:lnTo>
                    <a:pt x="3630659" y="0"/>
                  </a:lnTo>
                  <a:lnTo>
                    <a:pt x="3629845" y="0"/>
                  </a:lnTo>
                  <a:lnTo>
                    <a:pt x="3629030" y="0"/>
                  </a:lnTo>
                  <a:lnTo>
                    <a:pt x="3628215" y="0"/>
                  </a:lnTo>
                  <a:lnTo>
                    <a:pt x="3627400" y="0"/>
                  </a:lnTo>
                  <a:lnTo>
                    <a:pt x="3626586" y="0"/>
                  </a:lnTo>
                  <a:lnTo>
                    <a:pt x="3625771" y="0"/>
                  </a:lnTo>
                  <a:lnTo>
                    <a:pt x="3624956" y="0"/>
                  </a:lnTo>
                  <a:lnTo>
                    <a:pt x="3624141" y="0"/>
                  </a:lnTo>
                  <a:lnTo>
                    <a:pt x="3623326" y="0"/>
                  </a:lnTo>
                  <a:lnTo>
                    <a:pt x="3622512" y="0"/>
                  </a:lnTo>
                  <a:lnTo>
                    <a:pt x="3621697" y="0"/>
                  </a:lnTo>
                  <a:lnTo>
                    <a:pt x="3620882" y="0"/>
                  </a:lnTo>
                  <a:lnTo>
                    <a:pt x="3620067" y="0"/>
                  </a:lnTo>
                  <a:lnTo>
                    <a:pt x="3619252" y="0"/>
                  </a:lnTo>
                  <a:lnTo>
                    <a:pt x="3618438" y="0"/>
                  </a:lnTo>
                  <a:lnTo>
                    <a:pt x="3617623" y="0"/>
                  </a:lnTo>
                  <a:lnTo>
                    <a:pt x="3616808" y="0"/>
                  </a:lnTo>
                  <a:lnTo>
                    <a:pt x="3615993" y="0"/>
                  </a:lnTo>
                  <a:lnTo>
                    <a:pt x="3615179" y="0"/>
                  </a:lnTo>
                  <a:lnTo>
                    <a:pt x="3614364" y="0"/>
                  </a:lnTo>
                  <a:lnTo>
                    <a:pt x="3613549" y="0"/>
                  </a:lnTo>
                  <a:lnTo>
                    <a:pt x="3612734" y="0"/>
                  </a:lnTo>
                  <a:lnTo>
                    <a:pt x="3611919" y="0"/>
                  </a:lnTo>
                  <a:lnTo>
                    <a:pt x="3611105" y="0"/>
                  </a:lnTo>
                  <a:lnTo>
                    <a:pt x="3610290" y="0"/>
                  </a:lnTo>
                  <a:lnTo>
                    <a:pt x="3609475" y="0"/>
                  </a:lnTo>
                  <a:lnTo>
                    <a:pt x="3608660" y="0"/>
                  </a:lnTo>
                  <a:lnTo>
                    <a:pt x="3607846" y="0"/>
                  </a:lnTo>
                  <a:lnTo>
                    <a:pt x="3607031" y="0"/>
                  </a:lnTo>
                  <a:lnTo>
                    <a:pt x="3606216" y="0"/>
                  </a:lnTo>
                  <a:lnTo>
                    <a:pt x="3605401" y="0"/>
                  </a:lnTo>
                  <a:lnTo>
                    <a:pt x="3604586" y="0"/>
                  </a:lnTo>
                  <a:lnTo>
                    <a:pt x="3603772" y="0"/>
                  </a:lnTo>
                  <a:lnTo>
                    <a:pt x="3602957" y="0"/>
                  </a:lnTo>
                  <a:lnTo>
                    <a:pt x="3602142" y="0"/>
                  </a:lnTo>
                  <a:lnTo>
                    <a:pt x="3601327" y="0"/>
                  </a:lnTo>
                  <a:lnTo>
                    <a:pt x="3600513" y="0"/>
                  </a:lnTo>
                  <a:lnTo>
                    <a:pt x="3599698" y="0"/>
                  </a:lnTo>
                  <a:lnTo>
                    <a:pt x="3598883" y="0"/>
                  </a:lnTo>
                  <a:lnTo>
                    <a:pt x="3598068" y="0"/>
                  </a:lnTo>
                  <a:lnTo>
                    <a:pt x="3597253" y="0"/>
                  </a:lnTo>
                  <a:lnTo>
                    <a:pt x="3596439" y="0"/>
                  </a:lnTo>
                  <a:lnTo>
                    <a:pt x="3595624" y="0"/>
                  </a:lnTo>
                  <a:lnTo>
                    <a:pt x="3594809" y="0"/>
                  </a:lnTo>
                  <a:lnTo>
                    <a:pt x="3593994" y="0"/>
                  </a:lnTo>
                  <a:lnTo>
                    <a:pt x="3593180" y="0"/>
                  </a:lnTo>
                  <a:lnTo>
                    <a:pt x="3592365" y="0"/>
                  </a:lnTo>
                  <a:lnTo>
                    <a:pt x="3591550" y="0"/>
                  </a:lnTo>
                  <a:lnTo>
                    <a:pt x="3590735" y="0"/>
                  </a:lnTo>
                  <a:lnTo>
                    <a:pt x="3589920" y="0"/>
                  </a:lnTo>
                  <a:lnTo>
                    <a:pt x="3589106" y="0"/>
                  </a:lnTo>
                  <a:lnTo>
                    <a:pt x="3588291" y="0"/>
                  </a:lnTo>
                  <a:lnTo>
                    <a:pt x="3587476" y="0"/>
                  </a:lnTo>
                  <a:lnTo>
                    <a:pt x="3586661" y="0"/>
                  </a:lnTo>
                  <a:lnTo>
                    <a:pt x="3585847" y="0"/>
                  </a:lnTo>
                  <a:lnTo>
                    <a:pt x="3585032" y="0"/>
                  </a:lnTo>
                  <a:lnTo>
                    <a:pt x="3584217" y="0"/>
                  </a:lnTo>
                  <a:lnTo>
                    <a:pt x="3583402" y="0"/>
                  </a:lnTo>
                  <a:lnTo>
                    <a:pt x="3582587" y="0"/>
                  </a:lnTo>
                  <a:lnTo>
                    <a:pt x="3581773" y="0"/>
                  </a:lnTo>
                  <a:lnTo>
                    <a:pt x="3580958" y="0"/>
                  </a:lnTo>
                  <a:lnTo>
                    <a:pt x="3580143" y="0"/>
                  </a:lnTo>
                  <a:lnTo>
                    <a:pt x="3579328" y="0"/>
                  </a:lnTo>
                  <a:lnTo>
                    <a:pt x="3578513" y="0"/>
                  </a:lnTo>
                  <a:lnTo>
                    <a:pt x="3577699" y="0"/>
                  </a:lnTo>
                  <a:lnTo>
                    <a:pt x="3576884" y="0"/>
                  </a:lnTo>
                  <a:lnTo>
                    <a:pt x="3576069" y="0"/>
                  </a:lnTo>
                  <a:lnTo>
                    <a:pt x="3575254" y="0"/>
                  </a:lnTo>
                  <a:lnTo>
                    <a:pt x="3574440" y="0"/>
                  </a:lnTo>
                  <a:lnTo>
                    <a:pt x="3573625" y="0"/>
                  </a:lnTo>
                  <a:lnTo>
                    <a:pt x="3572810" y="0"/>
                  </a:lnTo>
                  <a:lnTo>
                    <a:pt x="3571995" y="0"/>
                  </a:lnTo>
                  <a:lnTo>
                    <a:pt x="3571180" y="0"/>
                  </a:lnTo>
                  <a:lnTo>
                    <a:pt x="3570366" y="0"/>
                  </a:lnTo>
                  <a:lnTo>
                    <a:pt x="3569551" y="0"/>
                  </a:lnTo>
                  <a:lnTo>
                    <a:pt x="3568736" y="0"/>
                  </a:lnTo>
                  <a:lnTo>
                    <a:pt x="3567921" y="0"/>
                  </a:lnTo>
                  <a:lnTo>
                    <a:pt x="3567107" y="0"/>
                  </a:lnTo>
                  <a:lnTo>
                    <a:pt x="3566292" y="0"/>
                  </a:lnTo>
                  <a:lnTo>
                    <a:pt x="3565477" y="0"/>
                  </a:lnTo>
                  <a:lnTo>
                    <a:pt x="3564662" y="0"/>
                  </a:lnTo>
                  <a:lnTo>
                    <a:pt x="3563847" y="0"/>
                  </a:lnTo>
                  <a:lnTo>
                    <a:pt x="3563033" y="0"/>
                  </a:lnTo>
                  <a:lnTo>
                    <a:pt x="3562218" y="0"/>
                  </a:lnTo>
                  <a:lnTo>
                    <a:pt x="3561403" y="0"/>
                  </a:lnTo>
                  <a:lnTo>
                    <a:pt x="3560588" y="0"/>
                  </a:lnTo>
                  <a:lnTo>
                    <a:pt x="3559774" y="0"/>
                  </a:lnTo>
                  <a:lnTo>
                    <a:pt x="3558959" y="0"/>
                  </a:lnTo>
                  <a:lnTo>
                    <a:pt x="3558144" y="0"/>
                  </a:lnTo>
                  <a:lnTo>
                    <a:pt x="3557329" y="0"/>
                  </a:lnTo>
                  <a:lnTo>
                    <a:pt x="3556514" y="0"/>
                  </a:lnTo>
                  <a:lnTo>
                    <a:pt x="3555700" y="0"/>
                  </a:lnTo>
                  <a:lnTo>
                    <a:pt x="3554885" y="0"/>
                  </a:lnTo>
                  <a:lnTo>
                    <a:pt x="3554070" y="0"/>
                  </a:lnTo>
                  <a:lnTo>
                    <a:pt x="3553255" y="0"/>
                  </a:lnTo>
                  <a:lnTo>
                    <a:pt x="3552441" y="0"/>
                  </a:lnTo>
                  <a:lnTo>
                    <a:pt x="3551626" y="0"/>
                  </a:lnTo>
                  <a:lnTo>
                    <a:pt x="3550811" y="0"/>
                  </a:lnTo>
                  <a:lnTo>
                    <a:pt x="3549996" y="0"/>
                  </a:lnTo>
                  <a:lnTo>
                    <a:pt x="3549181" y="0"/>
                  </a:lnTo>
                  <a:lnTo>
                    <a:pt x="3548367" y="0"/>
                  </a:lnTo>
                  <a:lnTo>
                    <a:pt x="3547552" y="0"/>
                  </a:lnTo>
                  <a:lnTo>
                    <a:pt x="3546737" y="0"/>
                  </a:lnTo>
                  <a:lnTo>
                    <a:pt x="3545922" y="0"/>
                  </a:lnTo>
                  <a:lnTo>
                    <a:pt x="3545108" y="0"/>
                  </a:lnTo>
                  <a:lnTo>
                    <a:pt x="3544293" y="0"/>
                  </a:lnTo>
                  <a:lnTo>
                    <a:pt x="3543478" y="0"/>
                  </a:lnTo>
                  <a:lnTo>
                    <a:pt x="3542663" y="0"/>
                  </a:lnTo>
                  <a:lnTo>
                    <a:pt x="3541848" y="0"/>
                  </a:lnTo>
                  <a:lnTo>
                    <a:pt x="3541034" y="0"/>
                  </a:lnTo>
                  <a:lnTo>
                    <a:pt x="3540219" y="0"/>
                  </a:lnTo>
                  <a:lnTo>
                    <a:pt x="3539404" y="0"/>
                  </a:lnTo>
                  <a:lnTo>
                    <a:pt x="3538589" y="0"/>
                  </a:lnTo>
                  <a:lnTo>
                    <a:pt x="3537774" y="0"/>
                  </a:lnTo>
                  <a:lnTo>
                    <a:pt x="3536960" y="0"/>
                  </a:lnTo>
                  <a:lnTo>
                    <a:pt x="3536145" y="0"/>
                  </a:lnTo>
                  <a:lnTo>
                    <a:pt x="3535330" y="0"/>
                  </a:lnTo>
                  <a:lnTo>
                    <a:pt x="3534515" y="0"/>
                  </a:lnTo>
                  <a:lnTo>
                    <a:pt x="3533701" y="0"/>
                  </a:lnTo>
                  <a:lnTo>
                    <a:pt x="3532886" y="0"/>
                  </a:lnTo>
                  <a:lnTo>
                    <a:pt x="3532071" y="0"/>
                  </a:lnTo>
                  <a:lnTo>
                    <a:pt x="3531256" y="0"/>
                  </a:lnTo>
                  <a:lnTo>
                    <a:pt x="3530441" y="0"/>
                  </a:lnTo>
                  <a:lnTo>
                    <a:pt x="3529627" y="0"/>
                  </a:lnTo>
                  <a:lnTo>
                    <a:pt x="3528812" y="0"/>
                  </a:lnTo>
                  <a:lnTo>
                    <a:pt x="3527997" y="0"/>
                  </a:lnTo>
                  <a:lnTo>
                    <a:pt x="3527182" y="0"/>
                  </a:lnTo>
                  <a:lnTo>
                    <a:pt x="3526368" y="0"/>
                  </a:lnTo>
                  <a:lnTo>
                    <a:pt x="3525553" y="0"/>
                  </a:lnTo>
                  <a:lnTo>
                    <a:pt x="3524738" y="0"/>
                  </a:lnTo>
                  <a:lnTo>
                    <a:pt x="3523923" y="0"/>
                  </a:lnTo>
                  <a:lnTo>
                    <a:pt x="3523108" y="0"/>
                  </a:lnTo>
                  <a:lnTo>
                    <a:pt x="3522294" y="0"/>
                  </a:lnTo>
                  <a:lnTo>
                    <a:pt x="3521479" y="0"/>
                  </a:lnTo>
                  <a:lnTo>
                    <a:pt x="3520664" y="0"/>
                  </a:lnTo>
                  <a:lnTo>
                    <a:pt x="3519849" y="0"/>
                  </a:lnTo>
                  <a:lnTo>
                    <a:pt x="3519035" y="0"/>
                  </a:lnTo>
                  <a:lnTo>
                    <a:pt x="3518220" y="0"/>
                  </a:lnTo>
                  <a:lnTo>
                    <a:pt x="3517405" y="0"/>
                  </a:lnTo>
                  <a:lnTo>
                    <a:pt x="3516590" y="0"/>
                  </a:lnTo>
                  <a:lnTo>
                    <a:pt x="3515775" y="0"/>
                  </a:lnTo>
                  <a:lnTo>
                    <a:pt x="3514961" y="0"/>
                  </a:lnTo>
                  <a:lnTo>
                    <a:pt x="3514146" y="0"/>
                  </a:lnTo>
                  <a:lnTo>
                    <a:pt x="3513331" y="0"/>
                  </a:lnTo>
                  <a:lnTo>
                    <a:pt x="3512516" y="0"/>
                  </a:lnTo>
                  <a:lnTo>
                    <a:pt x="3511702" y="0"/>
                  </a:lnTo>
                  <a:lnTo>
                    <a:pt x="3510887" y="0"/>
                  </a:lnTo>
                  <a:lnTo>
                    <a:pt x="3510072" y="0"/>
                  </a:lnTo>
                  <a:lnTo>
                    <a:pt x="3509257" y="0"/>
                  </a:lnTo>
                  <a:lnTo>
                    <a:pt x="3508442" y="0"/>
                  </a:lnTo>
                  <a:lnTo>
                    <a:pt x="3507628" y="0"/>
                  </a:lnTo>
                  <a:lnTo>
                    <a:pt x="3506813" y="0"/>
                  </a:lnTo>
                  <a:lnTo>
                    <a:pt x="3505998" y="0"/>
                  </a:lnTo>
                  <a:lnTo>
                    <a:pt x="3505183" y="0"/>
                  </a:lnTo>
                  <a:lnTo>
                    <a:pt x="3504368" y="0"/>
                  </a:lnTo>
                  <a:lnTo>
                    <a:pt x="3503554" y="0"/>
                  </a:lnTo>
                  <a:lnTo>
                    <a:pt x="3502739" y="0"/>
                  </a:lnTo>
                  <a:lnTo>
                    <a:pt x="3501924" y="0"/>
                  </a:lnTo>
                  <a:lnTo>
                    <a:pt x="3501109" y="0"/>
                  </a:lnTo>
                  <a:lnTo>
                    <a:pt x="3500295" y="0"/>
                  </a:lnTo>
                  <a:lnTo>
                    <a:pt x="3499480" y="0"/>
                  </a:lnTo>
                  <a:lnTo>
                    <a:pt x="3498665" y="0"/>
                  </a:lnTo>
                  <a:lnTo>
                    <a:pt x="3497850" y="0"/>
                  </a:lnTo>
                  <a:lnTo>
                    <a:pt x="3497035" y="0"/>
                  </a:lnTo>
                  <a:lnTo>
                    <a:pt x="3496221" y="0"/>
                  </a:lnTo>
                  <a:lnTo>
                    <a:pt x="3495406" y="0"/>
                  </a:lnTo>
                  <a:lnTo>
                    <a:pt x="3494591" y="0"/>
                  </a:lnTo>
                  <a:lnTo>
                    <a:pt x="3493776" y="0"/>
                  </a:lnTo>
                  <a:lnTo>
                    <a:pt x="3492962" y="0"/>
                  </a:lnTo>
                  <a:lnTo>
                    <a:pt x="3492147" y="0"/>
                  </a:lnTo>
                  <a:lnTo>
                    <a:pt x="3491332" y="0"/>
                  </a:lnTo>
                  <a:lnTo>
                    <a:pt x="3490517" y="0"/>
                  </a:lnTo>
                  <a:lnTo>
                    <a:pt x="3489702" y="0"/>
                  </a:lnTo>
                  <a:lnTo>
                    <a:pt x="3488888" y="0"/>
                  </a:lnTo>
                  <a:lnTo>
                    <a:pt x="3488073" y="0"/>
                  </a:lnTo>
                  <a:lnTo>
                    <a:pt x="3487258" y="0"/>
                  </a:lnTo>
                  <a:lnTo>
                    <a:pt x="3486443" y="0"/>
                  </a:lnTo>
                  <a:lnTo>
                    <a:pt x="3485629" y="0"/>
                  </a:lnTo>
                  <a:lnTo>
                    <a:pt x="3484814" y="0"/>
                  </a:lnTo>
                  <a:lnTo>
                    <a:pt x="3483999" y="0"/>
                  </a:lnTo>
                  <a:lnTo>
                    <a:pt x="3483184" y="0"/>
                  </a:lnTo>
                  <a:lnTo>
                    <a:pt x="3482369" y="0"/>
                  </a:lnTo>
                  <a:lnTo>
                    <a:pt x="3481555" y="0"/>
                  </a:lnTo>
                  <a:lnTo>
                    <a:pt x="3480740" y="0"/>
                  </a:lnTo>
                  <a:lnTo>
                    <a:pt x="3479925" y="0"/>
                  </a:lnTo>
                  <a:lnTo>
                    <a:pt x="3479110" y="0"/>
                  </a:lnTo>
                  <a:lnTo>
                    <a:pt x="3478296" y="0"/>
                  </a:lnTo>
                  <a:lnTo>
                    <a:pt x="3477481" y="0"/>
                  </a:lnTo>
                  <a:lnTo>
                    <a:pt x="3476666" y="0"/>
                  </a:lnTo>
                  <a:lnTo>
                    <a:pt x="3475851" y="0"/>
                  </a:lnTo>
                  <a:lnTo>
                    <a:pt x="3475036" y="0"/>
                  </a:lnTo>
                  <a:lnTo>
                    <a:pt x="3474222" y="0"/>
                  </a:lnTo>
                  <a:lnTo>
                    <a:pt x="3473407" y="0"/>
                  </a:lnTo>
                  <a:lnTo>
                    <a:pt x="3472592" y="0"/>
                  </a:lnTo>
                  <a:lnTo>
                    <a:pt x="3471777" y="0"/>
                  </a:lnTo>
                  <a:lnTo>
                    <a:pt x="3470963" y="0"/>
                  </a:lnTo>
                  <a:lnTo>
                    <a:pt x="3470148" y="0"/>
                  </a:lnTo>
                  <a:lnTo>
                    <a:pt x="3469333" y="0"/>
                  </a:lnTo>
                  <a:lnTo>
                    <a:pt x="3468518" y="0"/>
                  </a:lnTo>
                  <a:lnTo>
                    <a:pt x="3467703" y="0"/>
                  </a:lnTo>
                  <a:lnTo>
                    <a:pt x="3466889" y="0"/>
                  </a:lnTo>
                  <a:lnTo>
                    <a:pt x="3466074" y="0"/>
                  </a:lnTo>
                  <a:lnTo>
                    <a:pt x="3465259" y="0"/>
                  </a:lnTo>
                  <a:lnTo>
                    <a:pt x="3464444" y="0"/>
                  </a:lnTo>
                  <a:lnTo>
                    <a:pt x="3463629" y="0"/>
                  </a:lnTo>
                  <a:lnTo>
                    <a:pt x="3462815" y="0"/>
                  </a:lnTo>
                  <a:lnTo>
                    <a:pt x="3462000" y="0"/>
                  </a:lnTo>
                  <a:lnTo>
                    <a:pt x="3461185" y="0"/>
                  </a:lnTo>
                  <a:lnTo>
                    <a:pt x="3460370" y="0"/>
                  </a:lnTo>
                  <a:lnTo>
                    <a:pt x="3459556" y="0"/>
                  </a:lnTo>
                  <a:lnTo>
                    <a:pt x="3458741" y="0"/>
                  </a:lnTo>
                  <a:lnTo>
                    <a:pt x="3457926" y="0"/>
                  </a:lnTo>
                  <a:lnTo>
                    <a:pt x="3457111" y="0"/>
                  </a:lnTo>
                  <a:lnTo>
                    <a:pt x="3456296" y="0"/>
                  </a:lnTo>
                  <a:lnTo>
                    <a:pt x="3455482" y="0"/>
                  </a:lnTo>
                  <a:lnTo>
                    <a:pt x="3454667" y="0"/>
                  </a:lnTo>
                  <a:lnTo>
                    <a:pt x="3453852" y="0"/>
                  </a:lnTo>
                  <a:lnTo>
                    <a:pt x="3453037" y="0"/>
                  </a:lnTo>
                  <a:lnTo>
                    <a:pt x="3452223" y="0"/>
                  </a:lnTo>
                  <a:lnTo>
                    <a:pt x="3451408" y="0"/>
                  </a:lnTo>
                  <a:lnTo>
                    <a:pt x="3450593" y="0"/>
                  </a:lnTo>
                  <a:lnTo>
                    <a:pt x="3449778" y="0"/>
                  </a:lnTo>
                  <a:lnTo>
                    <a:pt x="3448963" y="0"/>
                  </a:lnTo>
                  <a:lnTo>
                    <a:pt x="3448149" y="0"/>
                  </a:lnTo>
                  <a:lnTo>
                    <a:pt x="3447334" y="0"/>
                  </a:lnTo>
                  <a:lnTo>
                    <a:pt x="3446519" y="0"/>
                  </a:lnTo>
                  <a:lnTo>
                    <a:pt x="3445704" y="0"/>
                  </a:lnTo>
                  <a:lnTo>
                    <a:pt x="3444890" y="0"/>
                  </a:lnTo>
                  <a:lnTo>
                    <a:pt x="3444075" y="0"/>
                  </a:lnTo>
                  <a:lnTo>
                    <a:pt x="3443260" y="0"/>
                  </a:lnTo>
                  <a:lnTo>
                    <a:pt x="3442445" y="0"/>
                  </a:lnTo>
                  <a:lnTo>
                    <a:pt x="3441630" y="0"/>
                  </a:lnTo>
                  <a:lnTo>
                    <a:pt x="3440816" y="0"/>
                  </a:lnTo>
                  <a:lnTo>
                    <a:pt x="3440001" y="0"/>
                  </a:lnTo>
                  <a:lnTo>
                    <a:pt x="3439186" y="0"/>
                  </a:lnTo>
                  <a:lnTo>
                    <a:pt x="3438371" y="0"/>
                  </a:lnTo>
                  <a:lnTo>
                    <a:pt x="3437557" y="0"/>
                  </a:lnTo>
                  <a:lnTo>
                    <a:pt x="3436742" y="0"/>
                  </a:lnTo>
                  <a:lnTo>
                    <a:pt x="3435927" y="0"/>
                  </a:lnTo>
                  <a:lnTo>
                    <a:pt x="3435112" y="0"/>
                  </a:lnTo>
                  <a:lnTo>
                    <a:pt x="3434297" y="0"/>
                  </a:lnTo>
                  <a:lnTo>
                    <a:pt x="3433483" y="0"/>
                  </a:lnTo>
                  <a:lnTo>
                    <a:pt x="3432668" y="0"/>
                  </a:lnTo>
                  <a:lnTo>
                    <a:pt x="3431853" y="0"/>
                  </a:lnTo>
                  <a:lnTo>
                    <a:pt x="3431038" y="0"/>
                  </a:lnTo>
                  <a:lnTo>
                    <a:pt x="3430224" y="0"/>
                  </a:lnTo>
                  <a:lnTo>
                    <a:pt x="3429409" y="0"/>
                  </a:lnTo>
                  <a:lnTo>
                    <a:pt x="3428594" y="0"/>
                  </a:lnTo>
                  <a:lnTo>
                    <a:pt x="3427779" y="0"/>
                  </a:lnTo>
                  <a:lnTo>
                    <a:pt x="3426964" y="0"/>
                  </a:lnTo>
                  <a:lnTo>
                    <a:pt x="3426150" y="0"/>
                  </a:lnTo>
                  <a:lnTo>
                    <a:pt x="3425335" y="0"/>
                  </a:lnTo>
                  <a:lnTo>
                    <a:pt x="3424520" y="0"/>
                  </a:lnTo>
                  <a:lnTo>
                    <a:pt x="3423705" y="0"/>
                  </a:lnTo>
                  <a:lnTo>
                    <a:pt x="3422890" y="0"/>
                  </a:lnTo>
                  <a:lnTo>
                    <a:pt x="3422076" y="0"/>
                  </a:lnTo>
                  <a:lnTo>
                    <a:pt x="3421261" y="0"/>
                  </a:lnTo>
                  <a:lnTo>
                    <a:pt x="3420446" y="0"/>
                  </a:lnTo>
                  <a:lnTo>
                    <a:pt x="3419631" y="0"/>
                  </a:lnTo>
                  <a:lnTo>
                    <a:pt x="3418817" y="0"/>
                  </a:lnTo>
                  <a:lnTo>
                    <a:pt x="3418002" y="0"/>
                  </a:lnTo>
                  <a:lnTo>
                    <a:pt x="3417187" y="0"/>
                  </a:lnTo>
                  <a:lnTo>
                    <a:pt x="3416372" y="0"/>
                  </a:lnTo>
                  <a:lnTo>
                    <a:pt x="3415557" y="0"/>
                  </a:lnTo>
                  <a:lnTo>
                    <a:pt x="3414743" y="0"/>
                  </a:lnTo>
                  <a:lnTo>
                    <a:pt x="3413928" y="0"/>
                  </a:lnTo>
                  <a:lnTo>
                    <a:pt x="3413113" y="0"/>
                  </a:lnTo>
                  <a:lnTo>
                    <a:pt x="3412298" y="0"/>
                  </a:lnTo>
                  <a:lnTo>
                    <a:pt x="3411484" y="0"/>
                  </a:lnTo>
                  <a:lnTo>
                    <a:pt x="3410669" y="0"/>
                  </a:lnTo>
                  <a:lnTo>
                    <a:pt x="3409854" y="0"/>
                  </a:lnTo>
                  <a:lnTo>
                    <a:pt x="3409039" y="0"/>
                  </a:lnTo>
                  <a:lnTo>
                    <a:pt x="3408224" y="0"/>
                  </a:lnTo>
                  <a:lnTo>
                    <a:pt x="3407410" y="0"/>
                  </a:lnTo>
                  <a:lnTo>
                    <a:pt x="3406595" y="0"/>
                  </a:lnTo>
                  <a:lnTo>
                    <a:pt x="3405780" y="0"/>
                  </a:lnTo>
                  <a:lnTo>
                    <a:pt x="3404965" y="0"/>
                  </a:lnTo>
                  <a:lnTo>
                    <a:pt x="3404151" y="0"/>
                  </a:lnTo>
                  <a:lnTo>
                    <a:pt x="3403336" y="0"/>
                  </a:lnTo>
                  <a:lnTo>
                    <a:pt x="3402521" y="0"/>
                  </a:lnTo>
                  <a:lnTo>
                    <a:pt x="3401706" y="0"/>
                  </a:lnTo>
                  <a:lnTo>
                    <a:pt x="3400891" y="0"/>
                  </a:lnTo>
                  <a:lnTo>
                    <a:pt x="3400077" y="0"/>
                  </a:lnTo>
                  <a:lnTo>
                    <a:pt x="3399262" y="0"/>
                  </a:lnTo>
                  <a:lnTo>
                    <a:pt x="3398447" y="0"/>
                  </a:lnTo>
                  <a:lnTo>
                    <a:pt x="3397632" y="0"/>
                  </a:lnTo>
                  <a:lnTo>
                    <a:pt x="3396818" y="0"/>
                  </a:lnTo>
                  <a:lnTo>
                    <a:pt x="3396003" y="0"/>
                  </a:lnTo>
                  <a:lnTo>
                    <a:pt x="3395188" y="0"/>
                  </a:lnTo>
                  <a:lnTo>
                    <a:pt x="3394373" y="0"/>
                  </a:lnTo>
                  <a:lnTo>
                    <a:pt x="3393558" y="0"/>
                  </a:lnTo>
                  <a:lnTo>
                    <a:pt x="3392744" y="0"/>
                  </a:lnTo>
                  <a:lnTo>
                    <a:pt x="3391929" y="0"/>
                  </a:lnTo>
                  <a:lnTo>
                    <a:pt x="3391114" y="0"/>
                  </a:lnTo>
                  <a:lnTo>
                    <a:pt x="3390299" y="0"/>
                  </a:lnTo>
                  <a:lnTo>
                    <a:pt x="3389485" y="0"/>
                  </a:lnTo>
                  <a:lnTo>
                    <a:pt x="3388670" y="0"/>
                  </a:lnTo>
                  <a:lnTo>
                    <a:pt x="3387855" y="0"/>
                  </a:lnTo>
                  <a:lnTo>
                    <a:pt x="3387040" y="0"/>
                  </a:lnTo>
                  <a:lnTo>
                    <a:pt x="3386225" y="0"/>
                  </a:lnTo>
                  <a:lnTo>
                    <a:pt x="3385411" y="0"/>
                  </a:lnTo>
                  <a:lnTo>
                    <a:pt x="3384596" y="0"/>
                  </a:lnTo>
                  <a:lnTo>
                    <a:pt x="3383781" y="0"/>
                  </a:lnTo>
                  <a:lnTo>
                    <a:pt x="3382966" y="0"/>
                  </a:lnTo>
                  <a:lnTo>
                    <a:pt x="3382151" y="0"/>
                  </a:lnTo>
                  <a:lnTo>
                    <a:pt x="3381337" y="0"/>
                  </a:lnTo>
                  <a:lnTo>
                    <a:pt x="3380522" y="0"/>
                  </a:lnTo>
                  <a:lnTo>
                    <a:pt x="3379707" y="0"/>
                  </a:lnTo>
                  <a:lnTo>
                    <a:pt x="3378892" y="0"/>
                  </a:lnTo>
                  <a:lnTo>
                    <a:pt x="3378078" y="0"/>
                  </a:lnTo>
                  <a:lnTo>
                    <a:pt x="3377263" y="0"/>
                  </a:lnTo>
                  <a:lnTo>
                    <a:pt x="3376448" y="0"/>
                  </a:lnTo>
                  <a:lnTo>
                    <a:pt x="3375633" y="0"/>
                  </a:lnTo>
                  <a:lnTo>
                    <a:pt x="3374818" y="0"/>
                  </a:lnTo>
                  <a:lnTo>
                    <a:pt x="3374004" y="0"/>
                  </a:lnTo>
                  <a:lnTo>
                    <a:pt x="3373189" y="0"/>
                  </a:lnTo>
                  <a:lnTo>
                    <a:pt x="3372374" y="0"/>
                  </a:lnTo>
                  <a:lnTo>
                    <a:pt x="3371559" y="0"/>
                  </a:lnTo>
                  <a:lnTo>
                    <a:pt x="3370745" y="0"/>
                  </a:lnTo>
                  <a:lnTo>
                    <a:pt x="3369930" y="0"/>
                  </a:lnTo>
                  <a:lnTo>
                    <a:pt x="3369115" y="0"/>
                  </a:lnTo>
                  <a:lnTo>
                    <a:pt x="3368300" y="0"/>
                  </a:lnTo>
                  <a:lnTo>
                    <a:pt x="3367485" y="0"/>
                  </a:lnTo>
                  <a:lnTo>
                    <a:pt x="3366671" y="0"/>
                  </a:lnTo>
                  <a:lnTo>
                    <a:pt x="3365856" y="0"/>
                  </a:lnTo>
                  <a:lnTo>
                    <a:pt x="3365041" y="0"/>
                  </a:lnTo>
                  <a:lnTo>
                    <a:pt x="3364226" y="0"/>
                  </a:lnTo>
                  <a:lnTo>
                    <a:pt x="3363412" y="0"/>
                  </a:lnTo>
                  <a:lnTo>
                    <a:pt x="3362597" y="0"/>
                  </a:lnTo>
                  <a:lnTo>
                    <a:pt x="3361782" y="0"/>
                  </a:lnTo>
                  <a:lnTo>
                    <a:pt x="3360967" y="0"/>
                  </a:lnTo>
                  <a:lnTo>
                    <a:pt x="3360152" y="0"/>
                  </a:lnTo>
                  <a:lnTo>
                    <a:pt x="3359338" y="0"/>
                  </a:lnTo>
                  <a:lnTo>
                    <a:pt x="3358523" y="0"/>
                  </a:lnTo>
                  <a:lnTo>
                    <a:pt x="3357708" y="0"/>
                  </a:lnTo>
                  <a:lnTo>
                    <a:pt x="3356893" y="0"/>
                  </a:lnTo>
                  <a:lnTo>
                    <a:pt x="3356079" y="0"/>
                  </a:lnTo>
                  <a:lnTo>
                    <a:pt x="3355264" y="0"/>
                  </a:lnTo>
                  <a:lnTo>
                    <a:pt x="3354449" y="0"/>
                  </a:lnTo>
                  <a:lnTo>
                    <a:pt x="3353634" y="0"/>
                  </a:lnTo>
                  <a:lnTo>
                    <a:pt x="3352819" y="0"/>
                  </a:lnTo>
                  <a:lnTo>
                    <a:pt x="3352005" y="0"/>
                  </a:lnTo>
                  <a:lnTo>
                    <a:pt x="3351190" y="0"/>
                  </a:lnTo>
                  <a:lnTo>
                    <a:pt x="3350375" y="0"/>
                  </a:lnTo>
                  <a:lnTo>
                    <a:pt x="3349560" y="0"/>
                  </a:lnTo>
                  <a:lnTo>
                    <a:pt x="3348746" y="0"/>
                  </a:lnTo>
                  <a:lnTo>
                    <a:pt x="3347931" y="0"/>
                  </a:lnTo>
                  <a:lnTo>
                    <a:pt x="3347116" y="0"/>
                  </a:lnTo>
                  <a:lnTo>
                    <a:pt x="3346301" y="0"/>
                  </a:lnTo>
                  <a:lnTo>
                    <a:pt x="3345486" y="0"/>
                  </a:lnTo>
                  <a:lnTo>
                    <a:pt x="3344672" y="0"/>
                  </a:lnTo>
                  <a:lnTo>
                    <a:pt x="3343857" y="0"/>
                  </a:lnTo>
                  <a:lnTo>
                    <a:pt x="3343042" y="0"/>
                  </a:lnTo>
                  <a:lnTo>
                    <a:pt x="3342227" y="0"/>
                  </a:lnTo>
                  <a:lnTo>
                    <a:pt x="3341412" y="0"/>
                  </a:lnTo>
                  <a:lnTo>
                    <a:pt x="3340598" y="0"/>
                  </a:lnTo>
                  <a:lnTo>
                    <a:pt x="3339783" y="0"/>
                  </a:lnTo>
                  <a:lnTo>
                    <a:pt x="3338968" y="0"/>
                  </a:lnTo>
                  <a:lnTo>
                    <a:pt x="3338153" y="0"/>
                  </a:lnTo>
                  <a:lnTo>
                    <a:pt x="3337339" y="0"/>
                  </a:lnTo>
                  <a:lnTo>
                    <a:pt x="3336524" y="0"/>
                  </a:lnTo>
                  <a:lnTo>
                    <a:pt x="3335709" y="0"/>
                  </a:lnTo>
                  <a:lnTo>
                    <a:pt x="3334894" y="0"/>
                  </a:lnTo>
                  <a:lnTo>
                    <a:pt x="3334079" y="0"/>
                  </a:lnTo>
                  <a:lnTo>
                    <a:pt x="3333265" y="0"/>
                  </a:lnTo>
                  <a:lnTo>
                    <a:pt x="3332450" y="0"/>
                  </a:lnTo>
                  <a:lnTo>
                    <a:pt x="3331635" y="0"/>
                  </a:lnTo>
                  <a:lnTo>
                    <a:pt x="3330820" y="0"/>
                  </a:lnTo>
                  <a:lnTo>
                    <a:pt x="3330006" y="0"/>
                  </a:lnTo>
                  <a:lnTo>
                    <a:pt x="3329191" y="0"/>
                  </a:lnTo>
                  <a:lnTo>
                    <a:pt x="3328376" y="0"/>
                  </a:lnTo>
                  <a:lnTo>
                    <a:pt x="3327561" y="0"/>
                  </a:lnTo>
                  <a:lnTo>
                    <a:pt x="3326746" y="0"/>
                  </a:lnTo>
                  <a:lnTo>
                    <a:pt x="3325932" y="0"/>
                  </a:lnTo>
                  <a:lnTo>
                    <a:pt x="3325117" y="0"/>
                  </a:lnTo>
                  <a:lnTo>
                    <a:pt x="3324302" y="0"/>
                  </a:lnTo>
                  <a:lnTo>
                    <a:pt x="3323487" y="0"/>
                  </a:lnTo>
                  <a:lnTo>
                    <a:pt x="3322673" y="0"/>
                  </a:lnTo>
                  <a:lnTo>
                    <a:pt x="3321858" y="0"/>
                  </a:lnTo>
                  <a:lnTo>
                    <a:pt x="3321043" y="0"/>
                  </a:lnTo>
                  <a:lnTo>
                    <a:pt x="3320228" y="0"/>
                  </a:lnTo>
                  <a:lnTo>
                    <a:pt x="3319413" y="0"/>
                  </a:lnTo>
                  <a:lnTo>
                    <a:pt x="3318599" y="0"/>
                  </a:lnTo>
                  <a:lnTo>
                    <a:pt x="3317784" y="0"/>
                  </a:lnTo>
                  <a:lnTo>
                    <a:pt x="3316969" y="0"/>
                  </a:lnTo>
                  <a:lnTo>
                    <a:pt x="3316154" y="0"/>
                  </a:lnTo>
                  <a:lnTo>
                    <a:pt x="3315340" y="0"/>
                  </a:lnTo>
                  <a:lnTo>
                    <a:pt x="3314525" y="0"/>
                  </a:lnTo>
                  <a:lnTo>
                    <a:pt x="3313710" y="0"/>
                  </a:lnTo>
                  <a:lnTo>
                    <a:pt x="3312895" y="0"/>
                  </a:lnTo>
                  <a:lnTo>
                    <a:pt x="3312080" y="0"/>
                  </a:lnTo>
                  <a:lnTo>
                    <a:pt x="3311266" y="0"/>
                  </a:lnTo>
                  <a:lnTo>
                    <a:pt x="3310451" y="0"/>
                  </a:lnTo>
                  <a:lnTo>
                    <a:pt x="3309636" y="0"/>
                  </a:lnTo>
                  <a:lnTo>
                    <a:pt x="3308821" y="0"/>
                  </a:lnTo>
                  <a:lnTo>
                    <a:pt x="3308007" y="0"/>
                  </a:lnTo>
                  <a:lnTo>
                    <a:pt x="3307192" y="0"/>
                  </a:lnTo>
                  <a:lnTo>
                    <a:pt x="3306377" y="0"/>
                  </a:lnTo>
                  <a:lnTo>
                    <a:pt x="3305562" y="0"/>
                  </a:lnTo>
                  <a:lnTo>
                    <a:pt x="3304747" y="0"/>
                  </a:lnTo>
                  <a:lnTo>
                    <a:pt x="3303933" y="0"/>
                  </a:lnTo>
                  <a:lnTo>
                    <a:pt x="3303118" y="0"/>
                  </a:lnTo>
                  <a:lnTo>
                    <a:pt x="3302303" y="0"/>
                  </a:lnTo>
                  <a:lnTo>
                    <a:pt x="3301488" y="0"/>
                  </a:lnTo>
                  <a:lnTo>
                    <a:pt x="3300673" y="0"/>
                  </a:lnTo>
                  <a:lnTo>
                    <a:pt x="3299859" y="0"/>
                  </a:lnTo>
                  <a:lnTo>
                    <a:pt x="3299044" y="0"/>
                  </a:lnTo>
                  <a:lnTo>
                    <a:pt x="3298229" y="0"/>
                  </a:lnTo>
                  <a:lnTo>
                    <a:pt x="3297414" y="0"/>
                  </a:lnTo>
                  <a:lnTo>
                    <a:pt x="3296600" y="0"/>
                  </a:lnTo>
                  <a:lnTo>
                    <a:pt x="3295785" y="0"/>
                  </a:lnTo>
                  <a:lnTo>
                    <a:pt x="3294970" y="0"/>
                  </a:lnTo>
                  <a:lnTo>
                    <a:pt x="3294155" y="0"/>
                  </a:lnTo>
                  <a:lnTo>
                    <a:pt x="3293340" y="0"/>
                  </a:lnTo>
                  <a:lnTo>
                    <a:pt x="3292526" y="0"/>
                  </a:lnTo>
                  <a:lnTo>
                    <a:pt x="3291711" y="0"/>
                  </a:lnTo>
                  <a:lnTo>
                    <a:pt x="3290896" y="0"/>
                  </a:lnTo>
                  <a:lnTo>
                    <a:pt x="3290081" y="0"/>
                  </a:lnTo>
                  <a:lnTo>
                    <a:pt x="3289267" y="0"/>
                  </a:lnTo>
                  <a:lnTo>
                    <a:pt x="3288452" y="0"/>
                  </a:lnTo>
                  <a:lnTo>
                    <a:pt x="3287637" y="0"/>
                  </a:lnTo>
                  <a:lnTo>
                    <a:pt x="3286822" y="0"/>
                  </a:lnTo>
                  <a:lnTo>
                    <a:pt x="3286007" y="0"/>
                  </a:lnTo>
                  <a:lnTo>
                    <a:pt x="3285193" y="0"/>
                  </a:lnTo>
                  <a:lnTo>
                    <a:pt x="3284378" y="0"/>
                  </a:lnTo>
                  <a:lnTo>
                    <a:pt x="3283563" y="0"/>
                  </a:lnTo>
                  <a:lnTo>
                    <a:pt x="3282748" y="0"/>
                  </a:lnTo>
                  <a:lnTo>
                    <a:pt x="3281934" y="0"/>
                  </a:lnTo>
                  <a:lnTo>
                    <a:pt x="3281119" y="0"/>
                  </a:lnTo>
                  <a:lnTo>
                    <a:pt x="3280304" y="0"/>
                  </a:lnTo>
                  <a:lnTo>
                    <a:pt x="3279489" y="0"/>
                  </a:lnTo>
                  <a:lnTo>
                    <a:pt x="3278674" y="0"/>
                  </a:lnTo>
                  <a:lnTo>
                    <a:pt x="3277860" y="0"/>
                  </a:lnTo>
                  <a:lnTo>
                    <a:pt x="3277045" y="0"/>
                  </a:lnTo>
                  <a:lnTo>
                    <a:pt x="3276230" y="0"/>
                  </a:lnTo>
                  <a:lnTo>
                    <a:pt x="3275415" y="0"/>
                  </a:lnTo>
                  <a:lnTo>
                    <a:pt x="3274601" y="0"/>
                  </a:lnTo>
                  <a:lnTo>
                    <a:pt x="3273786" y="0"/>
                  </a:lnTo>
                  <a:lnTo>
                    <a:pt x="3272971" y="0"/>
                  </a:lnTo>
                  <a:lnTo>
                    <a:pt x="3272156" y="0"/>
                  </a:lnTo>
                  <a:lnTo>
                    <a:pt x="3271341" y="0"/>
                  </a:lnTo>
                  <a:lnTo>
                    <a:pt x="3270527" y="0"/>
                  </a:lnTo>
                  <a:lnTo>
                    <a:pt x="3269712" y="0"/>
                  </a:lnTo>
                  <a:lnTo>
                    <a:pt x="3268897" y="0"/>
                  </a:lnTo>
                  <a:lnTo>
                    <a:pt x="3268082" y="0"/>
                  </a:lnTo>
                  <a:lnTo>
                    <a:pt x="3267268" y="0"/>
                  </a:lnTo>
                  <a:lnTo>
                    <a:pt x="3266453" y="0"/>
                  </a:lnTo>
                  <a:lnTo>
                    <a:pt x="3265638" y="0"/>
                  </a:lnTo>
                  <a:lnTo>
                    <a:pt x="3264823" y="0"/>
                  </a:lnTo>
                  <a:lnTo>
                    <a:pt x="3264008" y="0"/>
                  </a:lnTo>
                  <a:lnTo>
                    <a:pt x="3263194" y="0"/>
                  </a:lnTo>
                  <a:lnTo>
                    <a:pt x="3262379" y="0"/>
                  </a:lnTo>
                  <a:lnTo>
                    <a:pt x="3261564" y="0"/>
                  </a:lnTo>
                  <a:lnTo>
                    <a:pt x="3260749" y="0"/>
                  </a:lnTo>
                  <a:lnTo>
                    <a:pt x="3259934" y="0"/>
                  </a:lnTo>
                  <a:lnTo>
                    <a:pt x="3259120" y="0"/>
                  </a:lnTo>
                  <a:lnTo>
                    <a:pt x="3258305" y="0"/>
                  </a:lnTo>
                  <a:lnTo>
                    <a:pt x="3257490" y="0"/>
                  </a:lnTo>
                  <a:lnTo>
                    <a:pt x="3256675" y="0"/>
                  </a:lnTo>
                  <a:lnTo>
                    <a:pt x="3255861" y="0"/>
                  </a:lnTo>
                  <a:lnTo>
                    <a:pt x="3255046" y="0"/>
                  </a:lnTo>
                  <a:lnTo>
                    <a:pt x="3254231" y="0"/>
                  </a:lnTo>
                  <a:lnTo>
                    <a:pt x="3253416" y="0"/>
                  </a:lnTo>
                  <a:lnTo>
                    <a:pt x="3252601" y="0"/>
                  </a:lnTo>
                  <a:lnTo>
                    <a:pt x="3251787" y="0"/>
                  </a:lnTo>
                  <a:lnTo>
                    <a:pt x="3250972" y="0"/>
                  </a:lnTo>
                  <a:lnTo>
                    <a:pt x="3250157" y="0"/>
                  </a:lnTo>
                  <a:lnTo>
                    <a:pt x="3249342" y="0"/>
                  </a:lnTo>
                  <a:lnTo>
                    <a:pt x="3248528" y="0"/>
                  </a:lnTo>
                  <a:lnTo>
                    <a:pt x="3247713" y="0"/>
                  </a:lnTo>
                  <a:lnTo>
                    <a:pt x="3246898" y="0"/>
                  </a:lnTo>
                  <a:lnTo>
                    <a:pt x="3246083" y="0"/>
                  </a:lnTo>
                  <a:lnTo>
                    <a:pt x="3245268" y="0"/>
                  </a:lnTo>
                  <a:lnTo>
                    <a:pt x="3244454" y="0"/>
                  </a:lnTo>
                  <a:lnTo>
                    <a:pt x="3243639" y="0"/>
                  </a:lnTo>
                  <a:lnTo>
                    <a:pt x="3242824" y="0"/>
                  </a:lnTo>
                  <a:lnTo>
                    <a:pt x="3242009" y="0"/>
                  </a:lnTo>
                  <a:lnTo>
                    <a:pt x="3241195" y="0"/>
                  </a:lnTo>
                  <a:lnTo>
                    <a:pt x="3240380" y="0"/>
                  </a:lnTo>
                  <a:lnTo>
                    <a:pt x="3239565" y="0"/>
                  </a:lnTo>
                  <a:lnTo>
                    <a:pt x="3238750" y="0"/>
                  </a:lnTo>
                  <a:lnTo>
                    <a:pt x="3237935" y="0"/>
                  </a:lnTo>
                  <a:lnTo>
                    <a:pt x="3237121" y="0"/>
                  </a:lnTo>
                  <a:lnTo>
                    <a:pt x="3236306" y="0"/>
                  </a:lnTo>
                  <a:lnTo>
                    <a:pt x="3235491" y="0"/>
                  </a:lnTo>
                  <a:lnTo>
                    <a:pt x="3234676" y="0"/>
                  </a:lnTo>
                  <a:lnTo>
                    <a:pt x="3233862" y="0"/>
                  </a:lnTo>
                  <a:lnTo>
                    <a:pt x="3233047" y="0"/>
                  </a:lnTo>
                  <a:lnTo>
                    <a:pt x="3232232" y="0"/>
                  </a:lnTo>
                  <a:lnTo>
                    <a:pt x="3231417" y="0"/>
                  </a:lnTo>
                  <a:lnTo>
                    <a:pt x="3230602" y="0"/>
                  </a:lnTo>
                  <a:lnTo>
                    <a:pt x="3229788" y="0"/>
                  </a:lnTo>
                  <a:lnTo>
                    <a:pt x="3228973" y="0"/>
                  </a:lnTo>
                  <a:lnTo>
                    <a:pt x="3228158" y="0"/>
                  </a:lnTo>
                  <a:lnTo>
                    <a:pt x="3227343" y="0"/>
                  </a:lnTo>
                  <a:lnTo>
                    <a:pt x="3226529" y="0"/>
                  </a:lnTo>
                  <a:lnTo>
                    <a:pt x="3225714" y="0"/>
                  </a:lnTo>
                  <a:lnTo>
                    <a:pt x="3224899" y="0"/>
                  </a:lnTo>
                  <a:lnTo>
                    <a:pt x="3224084" y="0"/>
                  </a:lnTo>
                  <a:lnTo>
                    <a:pt x="3223269" y="0"/>
                  </a:lnTo>
                  <a:lnTo>
                    <a:pt x="3222455" y="0"/>
                  </a:lnTo>
                  <a:lnTo>
                    <a:pt x="3221640" y="0"/>
                  </a:lnTo>
                  <a:lnTo>
                    <a:pt x="3220825" y="0"/>
                  </a:lnTo>
                  <a:lnTo>
                    <a:pt x="3220010" y="0"/>
                  </a:lnTo>
                  <a:lnTo>
                    <a:pt x="3219195" y="0"/>
                  </a:lnTo>
                  <a:lnTo>
                    <a:pt x="3218381" y="0"/>
                  </a:lnTo>
                  <a:lnTo>
                    <a:pt x="3217566" y="0"/>
                  </a:lnTo>
                  <a:lnTo>
                    <a:pt x="3216751" y="0"/>
                  </a:lnTo>
                  <a:lnTo>
                    <a:pt x="3215936" y="0"/>
                  </a:lnTo>
                  <a:lnTo>
                    <a:pt x="3215122" y="0"/>
                  </a:lnTo>
                  <a:lnTo>
                    <a:pt x="3214307" y="0"/>
                  </a:lnTo>
                  <a:lnTo>
                    <a:pt x="3213492" y="0"/>
                  </a:lnTo>
                  <a:lnTo>
                    <a:pt x="3212677" y="0"/>
                  </a:lnTo>
                  <a:lnTo>
                    <a:pt x="3211862" y="0"/>
                  </a:lnTo>
                  <a:lnTo>
                    <a:pt x="3211048" y="0"/>
                  </a:lnTo>
                  <a:lnTo>
                    <a:pt x="3210233" y="0"/>
                  </a:lnTo>
                  <a:lnTo>
                    <a:pt x="3209418" y="0"/>
                  </a:lnTo>
                  <a:lnTo>
                    <a:pt x="3208603" y="0"/>
                  </a:lnTo>
                  <a:lnTo>
                    <a:pt x="3207789" y="0"/>
                  </a:lnTo>
                  <a:lnTo>
                    <a:pt x="3206974" y="0"/>
                  </a:lnTo>
                  <a:lnTo>
                    <a:pt x="3206159" y="0"/>
                  </a:lnTo>
                  <a:lnTo>
                    <a:pt x="3205344" y="0"/>
                  </a:lnTo>
                  <a:lnTo>
                    <a:pt x="3204529" y="0"/>
                  </a:lnTo>
                  <a:lnTo>
                    <a:pt x="3203715" y="0"/>
                  </a:lnTo>
                  <a:lnTo>
                    <a:pt x="3202900" y="0"/>
                  </a:lnTo>
                  <a:lnTo>
                    <a:pt x="3202085" y="0"/>
                  </a:lnTo>
                  <a:lnTo>
                    <a:pt x="3201270" y="0"/>
                  </a:lnTo>
                  <a:lnTo>
                    <a:pt x="3200456" y="0"/>
                  </a:lnTo>
                  <a:lnTo>
                    <a:pt x="3199641" y="0"/>
                  </a:lnTo>
                  <a:lnTo>
                    <a:pt x="3198826" y="0"/>
                  </a:lnTo>
                  <a:lnTo>
                    <a:pt x="3198011" y="0"/>
                  </a:lnTo>
                  <a:lnTo>
                    <a:pt x="3197196" y="0"/>
                  </a:lnTo>
                  <a:lnTo>
                    <a:pt x="3196382" y="0"/>
                  </a:lnTo>
                  <a:lnTo>
                    <a:pt x="3195567" y="0"/>
                  </a:lnTo>
                  <a:lnTo>
                    <a:pt x="3194752" y="0"/>
                  </a:lnTo>
                  <a:lnTo>
                    <a:pt x="3193937" y="0"/>
                  </a:lnTo>
                  <a:lnTo>
                    <a:pt x="3193123" y="0"/>
                  </a:lnTo>
                  <a:lnTo>
                    <a:pt x="3192308" y="0"/>
                  </a:lnTo>
                  <a:lnTo>
                    <a:pt x="3191493" y="0"/>
                  </a:lnTo>
                  <a:lnTo>
                    <a:pt x="3190678" y="0"/>
                  </a:lnTo>
                  <a:lnTo>
                    <a:pt x="3189863" y="0"/>
                  </a:lnTo>
                  <a:lnTo>
                    <a:pt x="3189049" y="0"/>
                  </a:lnTo>
                  <a:lnTo>
                    <a:pt x="3188234" y="0"/>
                  </a:lnTo>
                  <a:lnTo>
                    <a:pt x="3187419" y="0"/>
                  </a:lnTo>
                  <a:lnTo>
                    <a:pt x="3186604" y="0"/>
                  </a:lnTo>
                  <a:lnTo>
                    <a:pt x="3185789" y="0"/>
                  </a:lnTo>
                  <a:lnTo>
                    <a:pt x="3184975" y="0"/>
                  </a:lnTo>
                  <a:lnTo>
                    <a:pt x="3184160" y="0"/>
                  </a:lnTo>
                  <a:lnTo>
                    <a:pt x="3183345" y="0"/>
                  </a:lnTo>
                  <a:lnTo>
                    <a:pt x="3182530" y="0"/>
                  </a:lnTo>
                  <a:lnTo>
                    <a:pt x="3181716" y="0"/>
                  </a:lnTo>
                  <a:lnTo>
                    <a:pt x="3180901" y="0"/>
                  </a:lnTo>
                  <a:lnTo>
                    <a:pt x="3180086" y="0"/>
                  </a:lnTo>
                  <a:lnTo>
                    <a:pt x="3179271" y="0"/>
                  </a:lnTo>
                  <a:lnTo>
                    <a:pt x="3178456" y="0"/>
                  </a:lnTo>
                  <a:lnTo>
                    <a:pt x="3177642" y="0"/>
                  </a:lnTo>
                  <a:lnTo>
                    <a:pt x="3176827" y="0"/>
                  </a:lnTo>
                  <a:lnTo>
                    <a:pt x="3176012" y="0"/>
                  </a:lnTo>
                  <a:lnTo>
                    <a:pt x="3175197" y="0"/>
                  </a:lnTo>
                  <a:lnTo>
                    <a:pt x="3174383" y="0"/>
                  </a:lnTo>
                  <a:lnTo>
                    <a:pt x="3173568" y="0"/>
                  </a:lnTo>
                  <a:lnTo>
                    <a:pt x="3172753" y="0"/>
                  </a:lnTo>
                  <a:lnTo>
                    <a:pt x="3171938" y="0"/>
                  </a:lnTo>
                  <a:lnTo>
                    <a:pt x="3171123" y="0"/>
                  </a:lnTo>
                  <a:lnTo>
                    <a:pt x="3170309" y="0"/>
                  </a:lnTo>
                  <a:lnTo>
                    <a:pt x="3169494" y="0"/>
                  </a:lnTo>
                  <a:lnTo>
                    <a:pt x="3168679" y="0"/>
                  </a:lnTo>
                  <a:lnTo>
                    <a:pt x="3167864" y="0"/>
                  </a:lnTo>
                  <a:lnTo>
                    <a:pt x="3167050" y="0"/>
                  </a:lnTo>
                  <a:lnTo>
                    <a:pt x="3166235" y="0"/>
                  </a:lnTo>
                  <a:lnTo>
                    <a:pt x="3165420" y="0"/>
                  </a:lnTo>
                  <a:lnTo>
                    <a:pt x="3164605" y="0"/>
                  </a:lnTo>
                  <a:lnTo>
                    <a:pt x="3163790" y="0"/>
                  </a:lnTo>
                  <a:lnTo>
                    <a:pt x="3162976" y="0"/>
                  </a:lnTo>
                  <a:lnTo>
                    <a:pt x="3162161" y="0"/>
                  </a:lnTo>
                  <a:lnTo>
                    <a:pt x="3161346" y="0"/>
                  </a:lnTo>
                  <a:lnTo>
                    <a:pt x="3160531" y="0"/>
                  </a:lnTo>
                  <a:lnTo>
                    <a:pt x="3159717" y="0"/>
                  </a:lnTo>
                  <a:lnTo>
                    <a:pt x="3158902" y="0"/>
                  </a:lnTo>
                  <a:lnTo>
                    <a:pt x="3158087" y="0"/>
                  </a:lnTo>
                  <a:lnTo>
                    <a:pt x="3157272" y="0"/>
                  </a:lnTo>
                  <a:lnTo>
                    <a:pt x="3156457" y="0"/>
                  </a:lnTo>
                  <a:lnTo>
                    <a:pt x="3155643" y="0"/>
                  </a:lnTo>
                  <a:lnTo>
                    <a:pt x="3154828" y="0"/>
                  </a:lnTo>
                  <a:lnTo>
                    <a:pt x="3154013" y="0"/>
                  </a:lnTo>
                  <a:lnTo>
                    <a:pt x="3153198" y="0"/>
                  </a:lnTo>
                  <a:lnTo>
                    <a:pt x="3152384" y="0"/>
                  </a:lnTo>
                  <a:lnTo>
                    <a:pt x="3151569" y="0"/>
                  </a:lnTo>
                  <a:lnTo>
                    <a:pt x="3150754" y="0"/>
                  </a:lnTo>
                  <a:lnTo>
                    <a:pt x="3149939" y="0"/>
                  </a:lnTo>
                  <a:lnTo>
                    <a:pt x="3149124" y="0"/>
                  </a:lnTo>
                  <a:lnTo>
                    <a:pt x="3148310" y="0"/>
                  </a:lnTo>
                  <a:lnTo>
                    <a:pt x="3147495" y="0"/>
                  </a:lnTo>
                  <a:lnTo>
                    <a:pt x="3146680" y="0"/>
                  </a:lnTo>
                  <a:lnTo>
                    <a:pt x="3145865" y="0"/>
                  </a:lnTo>
                  <a:lnTo>
                    <a:pt x="3145050" y="0"/>
                  </a:lnTo>
                  <a:lnTo>
                    <a:pt x="3144236" y="0"/>
                  </a:lnTo>
                  <a:lnTo>
                    <a:pt x="3143421" y="0"/>
                  </a:lnTo>
                  <a:lnTo>
                    <a:pt x="3142606" y="0"/>
                  </a:lnTo>
                  <a:lnTo>
                    <a:pt x="3141791" y="0"/>
                  </a:lnTo>
                  <a:lnTo>
                    <a:pt x="3140977" y="0"/>
                  </a:lnTo>
                  <a:lnTo>
                    <a:pt x="3140162" y="0"/>
                  </a:lnTo>
                  <a:lnTo>
                    <a:pt x="3139347" y="0"/>
                  </a:lnTo>
                  <a:lnTo>
                    <a:pt x="3138532" y="0"/>
                  </a:lnTo>
                  <a:lnTo>
                    <a:pt x="3137717" y="0"/>
                  </a:lnTo>
                  <a:lnTo>
                    <a:pt x="3136903" y="0"/>
                  </a:lnTo>
                  <a:lnTo>
                    <a:pt x="3136088" y="0"/>
                  </a:lnTo>
                  <a:lnTo>
                    <a:pt x="3135273" y="0"/>
                  </a:lnTo>
                  <a:lnTo>
                    <a:pt x="3134458" y="0"/>
                  </a:lnTo>
                  <a:lnTo>
                    <a:pt x="3133644" y="0"/>
                  </a:lnTo>
                  <a:lnTo>
                    <a:pt x="3132829" y="0"/>
                  </a:lnTo>
                  <a:lnTo>
                    <a:pt x="3132014" y="0"/>
                  </a:lnTo>
                  <a:lnTo>
                    <a:pt x="3131199" y="0"/>
                  </a:lnTo>
                  <a:lnTo>
                    <a:pt x="3130384" y="0"/>
                  </a:lnTo>
                  <a:lnTo>
                    <a:pt x="3129570" y="0"/>
                  </a:lnTo>
                  <a:lnTo>
                    <a:pt x="3128755" y="0"/>
                  </a:lnTo>
                  <a:lnTo>
                    <a:pt x="3127940" y="0"/>
                  </a:lnTo>
                  <a:lnTo>
                    <a:pt x="3127125" y="0"/>
                  </a:lnTo>
                  <a:lnTo>
                    <a:pt x="3126311" y="0"/>
                  </a:lnTo>
                  <a:lnTo>
                    <a:pt x="3125496" y="0"/>
                  </a:lnTo>
                  <a:lnTo>
                    <a:pt x="3124681" y="0"/>
                  </a:lnTo>
                  <a:lnTo>
                    <a:pt x="3123866" y="0"/>
                  </a:lnTo>
                  <a:lnTo>
                    <a:pt x="3123051" y="0"/>
                  </a:lnTo>
                  <a:lnTo>
                    <a:pt x="3122237" y="0"/>
                  </a:lnTo>
                  <a:lnTo>
                    <a:pt x="3121422" y="0"/>
                  </a:lnTo>
                  <a:lnTo>
                    <a:pt x="3120607" y="0"/>
                  </a:lnTo>
                  <a:lnTo>
                    <a:pt x="3119792" y="0"/>
                  </a:lnTo>
                  <a:lnTo>
                    <a:pt x="3118978" y="0"/>
                  </a:lnTo>
                  <a:lnTo>
                    <a:pt x="3118163" y="0"/>
                  </a:lnTo>
                  <a:lnTo>
                    <a:pt x="3117348" y="0"/>
                  </a:lnTo>
                  <a:lnTo>
                    <a:pt x="3116533" y="0"/>
                  </a:lnTo>
                  <a:lnTo>
                    <a:pt x="3115718" y="0"/>
                  </a:lnTo>
                  <a:lnTo>
                    <a:pt x="3114904" y="0"/>
                  </a:lnTo>
                  <a:lnTo>
                    <a:pt x="3114089" y="0"/>
                  </a:lnTo>
                  <a:lnTo>
                    <a:pt x="3113274" y="0"/>
                  </a:lnTo>
                  <a:lnTo>
                    <a:pt x="3112459" y="0"/>
                  </a:lnTo>
                  <a:lnTo>
                    <a:pt x="3111645" y="0"/>
                  </a:lnTo>
                  <a:lnTo>
                    <a:pt x="3110830" y="0"/>
                  </a:lnTo>
                  <a:lnTo>
                    <a:pt x="3110015" y="0"/>
                  </a:lnTo>
                  <a:lnTo>
                    <a:pt x="3109200" y="0"/>
                  </a:lnTo>
                  <a:lnTo>
                    <a:pt x="3108385" y="0"/>
                  </a:lnTo>
                  <a:lnTo>
                    <a:pt x="3107571" y="0"/>
                  </a:lnTo>
                  <a:lnTo>
                    <a:pt x="3106756" y="0"/>
                  </a:lnTo>
                  <a:lnTo>
                    <a:pt x="3105941" y="0"/>
                  </a:lnTo>
                  <a:lnTo>
                    <a:pt x="3105126" y="0"/>
                  </a:lnTo>
                  <a:lnTo>
                    <a:pt x="3104311" y="0"/>
                  </a:lnTo>
                  <a:lnTo>
                    <a:pt x="3103497" y="0"/>
                  </a:lnTo>
                  <a:lnTo>
                    <a:pt x="3102682" y="0"/>
                  </a:lnTo>
                  <a:lnTo>
                    <a:pt x="3101867" y="0"/>
                  </a:lnTo>
                  <a:lnTo>
                    <a:pt x="3101052" y="0"/>
                  </a:lnTo>
                  <a:lnTo>
                    <a:pt x="3100238" y="0"/>
                  </a:lnTo>
                  <a:lnTo>
                    <a:pt x="3099423" y="0"/>
                  </a:lnTo>
                  <a:lnTo>
                    <a:pt x="3098608" y="0"/>
                  </a:lnTo>
                  <a:lnTo>
                    <a:pt x="3097793" y="0"/>
                  </a:lnTo>
                  <a:lnTo>
                    <a:pt x="3096978" y="0"/>
                  </a:lnTo>
                  <a:lnTo>
                    <a:pt x="3096164" y="0"/>
                  </a:lnTo>
                  <a:lnTo>
                    <a:pt x="3095349" y="0"/>
                  </a:lnTo>
                  <a:lnTo>
                    <a:pt x="3094534" y="0"/>
                  </a:lnTo>
                  <a:lnTo>
                    <a:pt x="3093719" y="0"/>
                  </a:lnTo>
                  <a:lnTo>
                    <a:pt x="3092905" y="0"/>
                  </a:lnTo>
                  <a:lnTo>
                    <a:pt x="3092090" y="0"/>
                  </a:lnTo>
                  <a:lnTo>
                    <a:pt x="3091275" y="0"/>
                  </a:lnTo>
                  <a:lnTo>
                    <a:pt x="3090460" y="0"/>
                  </a:lnTo>
                  <a:lnTo>
                    <a:pt x="3089645" y="0"/>
                  </a:lnTo>
                  <a:lnTo>
                    <a:pt x="3088831" y="0"/>
                  </a:lnTo>
                  <a:lnTo>
                    <a:pt x="3088016" y="0"/>
                  </a:lnTo>
                  <a:lnTo>
                    <a:pt x="3087201" y="0"/>
                  </a:lnTo>
                  <a:lnTo>
                    <a:pt x="3086386" y="0"/>
                  </a:lnTo>
                  <a:lnTo>
                    <a:pt x="3085572" y="0"/>
                  </a:lnTo>
                  <a:lnTo>
                    <a:pt x="3084757" y="0"/>
                  </a:lnTo>
                  <a:lnTo>
                    <a:pt x="3083942" y="0"/>
                  </a:lnTo>
                  <a:lnTo>
                    <a:pt x="3083127" y="0"/>
                  </a:lnTo>
                  <a:lnTo>
                    <a:pt x="3082312" y="0"/>
                  </a:lnTo>
                  <a:lnTo>
                    <a:pt x="3081498" y="0"/>
                  </a:lnTo>
                  <a:lnTo>
                    <a:pt x="3080683" y="0"/>
                  </a:lnTo>
                  <a:lnTo>
                    <a:pt x="3079868" y="0"/>
                  </a:lnTo>
                  <a:lnTo>
                    <a:pt x="3079053" y="0"/>
                  </a:lnTo>
                  <a:lnTo>
                    <a:pt x="3078239" y="0"/>
                  </a:lnTo>
                  <a:lnTo>
                    <a:pt x="3077424" y="0"/>
                  </a:lnTo>
                  <a:lnTo>
                    <a:pt x="3076609" y="0"/>
                  </a:lnTo>
                  <a:lnTo>
                    <a:pt x="3075794" y="0"/>
                  </a:lnTo>
                  <a:lnTo>
                    <a:pt x="3074979" y="0"/>
                  </a:lnTo>
                  <a:lnTo>
                    <a:pt x="3074165" y="0"/>
                  </a:lnTo>
                  <a:lnTo>
                    <a:pt x="3073350" y="0"/>
                  </a:lnTo>
                  <a:lnTo>
                    <a:pt x="3072535" y="0"/>
                  </a:lnTo>
                  <a:lnTo>
                    <a:pt x="3071720" y="0"/>
                  </a:lnTo>
                  <a:lnTo>
                    <a:pt x="3070906" y="0"/>
                  </a:lnTo>
                  <a:lnTo>
                    <a:pt x="3070091" y="0"/>
                  </a:lnTo>
                  <a:lnTo>
                    <a:pt x="3069276" y="0"/>
                  </a:lnTo>
                  <a:lnTo>
                    <a:pt x="3068461" y="0"/>
                  </a:lnTo>
                  <a:lnTo>
                    <a:pt x="3067646" y="0"/>
                  </a:lnTo>
                  <a:lnTo>
                    <a:pt x="3066832" y="0"/>
                  </a:lnTo>
                  <a:lnTo>
                    <a:pt x="3066017" y="0"/>
                  </a:lnTo>
                  <a:lnTo>
                    <a:pt x="3065202" y="0"/>
                  </a:lnTo>
                  <a:lnTo>
                    <a:pt x="3064387" y="0"/>
                  </a:lnTo>
                  <a:lnTo>
                    <a:pt x="3063572" y="0"/>
                  </a:lnTo>
                  <a:lnTo>
                    <a:pt x="3062758" y="0"/>
                  </a:lnTo>
                  <a:lnTo>
                    <a:pt x="3061943" y="0"/>
                  </a:lnTo>
                  <a:lnTo>
                    <a:pt x="3061128" y="0"/>
                  </a:lnTo>
                  <a:lnTo>
                    <a:pt x="3060313" y="0"/>
                  </a:lnTo>
                  <a:lnTo>
                    <a:pt x="3059499" y="0"/>
                  </a:lnTo>
                  <a:lnTo>
                    <a:pt x="3058684" y="0"/>
                  </a:lnTo>
                  <a:lnTo>
                    <a:pt x="3057869" y="0"/>
                  </a:lnTo>
                  <a:lnTo>
                    <a:pt x="3057054" y="0"/>
                  </a:lnTo>
                  <a:lnTo>
                    <a:pt x="3056239" y="0"/>
                  </a:lnTo>
                  <a:lnTo>
                    <a:pt x="3055425" y="0"/>
                  </a:lnTo>
                  <a:lnTo>
                    <a:pt x="3054610" y="0"/>
                  </a:lnTo>
                  <a:lnTo>
                    <a:pt x="3053795" y="0"/>
                  </a:lnTo>
                  <a:lnTo>
                    <a:pt x="3052980" y="0"/>
                  </a:lnTo>
                  <a:lnTo>
                    <a:pt x="3052166" y="0"/>
                  </a:lnTo>
                  <a:lnTo>
                    <a:pt x="3051351" y="0"/>
                  </a:lnTo>
                  <a:lnTo>
                    <a:pt x="3050536" y="0"/>
                  </a:lnTo>
                  <a:lnTo>
                    <a:pt x="3049721" y="0"/>
                  </a:lnTo>
                  <a:lnTo>
                    <a:pt x="3048906" y="0"/>
                  </a:lnTo>
                  <a:lnTo>
                    <a:pt x="3048092" y="0"/>
                  </a:lnTo>
                  <a:lnTo>
                    <a:pt x="3047277" y="0"/>
                  </a:lnTo>
                  <a:lnTo>
                    <a:pt x="3046462" y="0"/>
                  </a:lnTo>
                  <a:lnTo>
                    <a:pt x="3045647" y="0"/>
                  </a:lnTo>
                  <a:lnTo>
                    <a:pt x="3044833" y="0"/>
                  </a:lnTo>
                  <a:lnTo>
                    <a:pt x="3044018" y="0"/>
                  </a:lnTo>
                  <a:lnTo>
                    <a:pt x="3043203" y="0"/>
                  </a:lnTo>
                  <a:lnTo>
                    <a:pt x="3042388" y="0"/>
                  </a:lnTo>
                  <a:lnTo>
                    <a:pt x="3041573" y="0"/>
                  </a:lnTo>
                  <a:lnTo>
                    <a:pt x="3040759" y="0"/>
                  </a:lnTo>
                  <a:lnTo>
                    <a:pt x="3039944" y="0"/>
                  </a:lnTo>
                  <a:lnTo>
                    <a:pt x="3039129" y="0"/>
                  </a:lnTo>
                  <a:lnTo>
                    <a:pt x="3038314" y="0"/>
                  </a:lnTo>
                  <a:lnTo>
                    <a:pt x="3037500" y="0"/>
                  </a:lnTo>
                  <a:lnTo>
                    <a:pt x="3036685" y="0"/>
                  </a:lnTo>
                  <a:lnTo>
                    <a:pt x="3035870" y="0"/>
                  </a:lnTo>
                  <a:lnTo>
                    <a:pt x="3035055" y="0"/>
                  </a:lnTo>
                  <a:lnTo>
                    <a:pt x="3034240" y="0"/>
                  </a:lnTo>
                  <a:lnTo>
                    <a:pt x="3033426" y="0"/>
                  </a:lnTo>
                  <a:lnTo>
                    <a:pt x="3032611" y="0"/>
                  </a:lnTo>
                  <a:lnTo>
                    <a:pt x="3031796" y="0"/>
                  </a:lnTo>
                  <a:lnTo>
                    <a:pt x="3030981" y="0"/>
                  </a:lnTo>
                  <a:lnTo>
                    <a:pt x="3030167" y="0"/>
                  </a:lnTo>
                  <a:lnTo>
                    <a:pt x="3029352" y="0"/>
                  </a:lnTo>
                  <a:lnTo>
                    <a:pt x="3028537" y="0"/>
                  </a:lnTo>
                  <a:lnTo>
                    <a:pt x="3027722" y="0"/>
                  </a:lnTo>
                  <a:lnTo>
                    <a:pt x="3026907" y="0"/>
                  </a:lnTo>
                  <a:lnTo>
                    <a:pt x="3026093" y="0"/>
                  </a:lnTo>
                  <a:lnTo>
                    <a:pt x="3025278" y="0"/>
                  </a:lnTo>
                  <a:lnTo>
                    <a:pt x="3024463" y="0"/>
                  </a:lnTo>
                  <a:lnTo>
                    <a:pt x="3023648" y="0"/>
                  </a:lnTo>
                  <a:lnTo>
                    <a:pt x="3022833" y="0"/>
                  </a:lnTo>
                  <a:lnTo>
                    <a:pt x="3022019" y="0"/>
                  </a:lnTo>
                  <a:lnTo>
                    <a:pt x="3021204" y="0"/>
                  </a:lnTo>
                  <a:lnTo>
                    <a:pt x="3020389" y="0"/>
                  </a:lnTo>
                  <a:lnTo>
                    <a:pt x="3019574" y="0"/>
                  </a:lnTo>
                  <a:lnTo>
                    <a:pt x="3018760" y="0"/>
                  </a:lnTo>
                  <a:lnTo>
                    <a:pt x="3017945" y="0"/>
                  </a:lnTo>
                  <a:lnTo>
                    <a:pt x="3017130" y="0"/>
                  </a:lnTo>
                  <a:lnTo>
                    <a:pt x="3016315" y="0"/>
                  </a:lnTo>
                  <a:lnTo>
                    <a:pt x="3015500" y="0"/>
                  </a:lnTo>
                  <a:lnTo>
                    <a:pt x="3014686" y="0"/>
                  </a:lnTo>
                  <a:lnTo>
                    <a:pt x="3013871" y="0"/>
                  </a:lnTo>
                  <a:lnTo>
                    <a:pt x="3013056" y="0"/>
                  </a:lnTo>
                  <a:lnTo>
                    <a:pt x="3012241" y="0"/>
                  </a:lnTo>
                  <a:lnTo>
                    <a:pt x="3011427" y="0"/>
                  </a:lnTo>
                  <a:lnTo>
                    <a:pt x="3010612" y="0"/>
                  </a:lnTo>
                  <a:lnTo>
                    <a:pt x="3009797" y="0"/>
                  </a:lnTo>
                  <a:lnTo>
                    <a:pt x="3008982" y="0"/>
                  </a:lnTo>
                  <a:lnTo>
                    <a:pt x="3008167" y="0"/>
                  </a:lnTo>
                  <a:lnTo>
                    <a:pt x="3007353" y="0"/>
                  </a:lnTo>
                  <a:lnTo>
                    <a:pt x="3006538" y="0"/>
                  </a:lnTo>
                  <a:lnTo>
                    <a:pt x="3005723" y="0"/>
                  </a:lnTo>
                  <a:lnTo>
                    <a:pt x="3004908" y="0"/>
                  </a:lnTo>
                  <a:lnTo>
                    <a:pt x="3004094" y="0"/>
                  </a:lnTo>
                  <a:lnTo>
                    <a:pt x="3003279" y="0"/>
                  </a:lnTo>
                  <a:lnTo>
                    <a:pt x="3002464" y="0"/>
                  </a:lnTo>
                  <a:lnTo>
                    <a:pt x="3001649" y="0"/>
                  </a:lnTo>
                  <a:lnTo>
                    <a:pt x="3000834" y="0"/>
                  </a:lnTo>
                  <a:lnTo>
                    <a:pt x="3000020" y="0"/>
                  </a:lnTo>
                  <a:lnTo>
                    <a:pt x="2999205" y="0"/>
                  </a:lnTo>
                  <a:lnTo>
                    <a:pt x="2998390" y="0"/>
                  </a:lnTo>
                  <a:lnTo>
                    <a:pt x="2997575" y="0"/>
                  </a:lnTo>
                  <a:lnTo>
                    <a:pt x="2996761" y="0"/>
                  </a:lnTo>
                  <a:lnTo>
                    <a:pt x="2995946" y="0"/>
                  </a:lnTo>
                  <a:lnTo>
                    <a:pt x="2995131" y="0"/>
                  </a:lnTo>
                  <a:lnTo>
                    <a:pt x="2994316" y="0"/>
                  </a:lnTo>
                  <a:lnTo>
                    <a:pt x="2993501" y="0"/>
                  </a:lnTo>
                  <a:lnTo>
                    <a:pt x="2992687" y="0"/>
                  </a:lnTo>
                  <a:lnTo>
                    <a:pt x="2991872" y="0"/>
                  </a:lnTo>
                  <a:lnTo>
                    <a:pt x="2991057" y="0"/>
                  </a:lnTo>
                  <a:lnTo>
                    <a:pt x="2990242" y="0"/>
                  </a:lnTo>
                  <a:lnTo>
                    <a:pt x="2989428" y="0"/>
                  </a:lnTo>
                  <a:lnTo>
                    <a:pt x="2988613" y="0"/>
                  </a:lnTo>
                  <a:lnTo>
                    <a:pt x="2987798" y="0"/>
                  </a:lnTo>
                  <a:lnTo>
                    <a:pt x="2986983" y="0"/>
                  </a:lnTo>
                  <a:lnTo>
                    <a:pt x="2986168" y="0"/>
                  </a:lnTo>
                  <a:lnTo>
                    <a:pt x="2985354" y="0"/>
                  </a:lnTo>
                  <a:lnTo>
                    <a:pt x="2984539" y="0"/>
                  </a:lnTo>
                  <a:lnTo>
                    <a:pt x="2983724" y="0"/>
                  </a:lnTo>
                  <a:lnTo>
                    <a:pt x="2982909" y="0"/>
                  </a:lnTo>
                  <a:lnTo>
                    <a:pt x="2982094" y="0"/>
                  </a:lnTo>
                  <a:lnTo>
                    <a:pt x="2981280" y="0"/>
                  </a:lnTo>
                  <a:lnTo>
                    <a:pt x="2980465" y="0"/>
                  </a:lnTo>
                  <a:lnTo>
                    <a:pt x="2979650" y="0"/>
                  </a:lnTo>
                  <a:lnTo>
                    <a:pt x="2978835" y="0"/>
                  </a:lnTo>
                  <a:lnTo>
                    <a:pt x="2978021" y="0"/>
                  </a:lnTo>
                  <a:lnTo>
                    <a:pt x="2977206" y="0"/>
                  </a:lnTo>
                  <a:lnTo>
                    <a:pt x="2976391" y="0"/>
                  </a:lnTo>
                  <a:lnTo>
                    <a:pt x="2975576" y="0"/>
                  </a:lnTo>
                  <a:lnTo>
                    <a:pt x="2974761" y="0"/>
                  </a:lnTo>
                  <a:lnTo>
                    <a:pt x="2973947" y="0"/>
                  </a:lnTo>
                  <a:lnTo>
                    <a:pt x="2973132" y="0"/>
                  </a:lnTo>
                  <a:lnTo>
                    <a:pt x="2972317" y="0"/>
                  </a:lnTo>
                  <a:lnTo>
                    <a:pt x="2971502" y="0"/>
                  </a:lnTo>
                  <a:lnTo>
                    <a:pt x="2970688" y="0"/>
                  </a:lnTo>
                  <a:lnTo>
                    <a:pt x="2969873" y="0"/>
                  </a:lnTo>
                  <a:lnTo>
                    <a:pt x="2969058" y="0"/>
                  </a:lnTo>
                  <a:lnTo>
                    <a:pt x="2968243" y="0"/>
                  </a:lnTo>
                  <a:lnTo>
                    <a:pt x="2967428" y="0"/>
                  </a:lnTo>
                  <a:lnTo>
                    <a:pt x="2966614" y="0"/>
                  </a:lnTo>
                  <a:lnTo>
                    <a:pt x="2965799" y="0"/>
                  </a:lnTo>
                  <a:lnTo>
                    <a:pt x="2964984" y="0"/>
                  </a:lnTo>
                  <a:lnTo>
                    <a:pt x="2964169" y="0"/>
                  </a:lnTo>
                  <a:lnTo>
                    <a:pt x="2963355" y="0"/>
                  </a:lnTo>
                  <a:lnTo>
                    <a:pt x="2962540" y="0"/>
                  </a:lnTo>
                  <a:lnTo>
                    <a:pt x="2961725" y="0"/>
                  </a:lnTo>
                  <a:lnTo>
                    <a:pt x="2960910" y="0"/>
                  </a:lnTo>
                  <a:lnTo>
                    <a:pt x="2960095" y="0"/>
                  </a:lnTo>
                  <a:lnTo>
                    <a:pt x="2959281" y="0"/>
                  </a:lnTo>
                  <a:lnTo>
                    <a:pt x="2958466" y="0"/>
                  </a:lnTo>
                  <a:lnTo>
                    <a:pt x="2957651" y="0"/>
                  </a:lnTo>
                  <a:lnTo>
                    <a:pt x="2956836" y="0"/>
                  </a:lnTo>
                  <a:lnTo>
                    <a:pt x="2956022" y="0"/>
                  </a:lnTo>
                  <a:lnTo>
                    <a:pt x="2955207" y="0"/>
                  </a:lnTo>
                  <a:lnTo>
                    <a:pt x="2954392" y="0"/>
                  </a:lnTo>
                  <a:lnTo>
                    <a:pt x="2953577" y="0"/>
                  </a:lnTo>
                  <a:lnTo>
                    <a:pt x="2952762" y="0"/>
                  </a:lnTo>
                  <a:lnTo>
                    <a:pt x="2951948" y="0"/>
                  </a:lnTo>
                  <a:lnTo>
                    <a:pt x="2951133" y="0"/>
                  </a:lnTo>
                  <a:lnTo>
                    <a:pt x="2950318" y="0"/>
                  </a:lnTo>
                  <a:lnTo>
                    <a:pt x="2949503" y="0"/>
                  </a:lnTo>
                  <a:lnTo>
                    <a:pt x="2948689" y="0"/>
                  </a:lnTo>
                  <a:lnTo>
                    <a:pt x="2947874" y="0"/>
                  </a:lnTo>
                  <a:lnTo>
                    <a:pt x="2947059" y="0"/>
                  </a:lnTo>
                  <a:lnTo>
                    <a:pt x="2946244" y="0"/>
                  </a:lnTo>
                  <a:lnTo>
                    <a:pt x="2945429" y="0"/>
                  </a:lnTo>
                  <a:lnTo>
                    <a:pt x="2944615" y="0"/>
                  </a:lnTo>
                  <a:lnTo>
                    <a:pt x="2943800" y="0"/>
                  </a:lnTo>
                  <a:lnTo>
                    <a:pt x="2942985" y="0"/>
                  </a:lnTo>
                  <a:lnTo>
                    <a:pt x="2942170" y="0"/>
                  </a:lnTo>
                  <a:lnTo>
                    <a:pt x="2941355" y="0"/>
                  </a:lnTo>
                  <a:lnTo>
                    <a:pt x="2940541" y="0"/>
                  </a:lnTo>
                  <a:lnTo>
                    <a:pt x="2939726" y="0"/>
                  </a:lnTo>
                  <a:lnTo>
                    <a:pt x="2938911" y="0"/>
                  </a:lnTo>
                  <a:lnTo>
                    <a:pt x="2938096" y="0"/>
                  </a:lnTo>
                  <a:lnTo>
                    <a:pt x="2937282" y="0"/>
                  </a:lnTo>
                  <a:lnTo>
                    <a:pt x="2936467" y="0"/>
                  </a:lnTo>
                  <a:lnTo>
                    <a:pt x="2935652" y="0"/>
                  </a:lnTo>
                  <a:lnTo>
                    <a:pt x="2934837" y="0"/>
                  </a:lnTo>
                  <a:lnTo>
                    <a:pt x="2934022" y="0"/>
                  </a:lnTo>
                  <a:lnTo>
                    <a:pt x="2933208" y="0"/>
                  </a:lnTo>
                  <a:lnTo>
                    <a:pt x="2932393" y="0"/>
                  </a:lnTo>
                  <a:lnTo>
                    <a:pt x="2931578" y="0"/>
                  </a:lnTo>
                  <a:lnTo>
                    <a:pt x="2930763" y="0"/>
                  </a:lnTo>
                  <a:lnTo>
                    <a:pt x="2929949" y="0"/>
                  </a:lnTo>
                  <a:lnTo>
                    <a:pt x="2929134" y="0"/>
                  </a:lnTo>
                  <a:lnTo>
                    <a:pt x="2928319" y="0"/>
                  </a:lnTo>
                  <a:lnTo>
                    <a:pt x="2927504" y="0"/>
                  </a:lnTo>
                  <a:lnTo>
                    <a:pt x="2926689" y="0"/>
                  </a:lnTo>
                  <a:lnTo>
                    <a:pt x="2925875" y="0"/>
                  </a:lnTo>
                  <a:lnTo>
                    <a:pt x="2925060" y="0"/>
                  </a:lnTo>
                  <a:lnTo>
                    <a:pt x="2924245" y="0"/>
                  </a:lnTo>
                  <a:lnTo>
                    <a:pt x="2923430" y="0"/>
                  </a:lnTo>
                  <a:lnTo>
                    <a:pt x="2922616" y="0"/>
                  </a:lnTo>
                  <a:lnTo>
                    <a:pt x="2921801" y="0"/>
                  </a:lnTo>
                  <a:lnTo>
                    <a:pt x="2920986" y="0"/>
                  </a:lnTo>
                  <a:lnTo>
                    <a:pt x="2920171" y="0"/>
                  </a:lnTo>
                  <a:lnTo>
                    <a:pt x="2919356" y="0"/>
                  </a:lnTo>
                  <a:lnTo>
                    <a:pt x="2918542" y="0"/>
                  </a:lnTo>
                  <a:lnTo>
                    <a:pt x="2917727" y="0"/>
                  </a:lnTo>
                  <a:lnTo>
                    <a:pt x="2916912" y="0"/>
                  </a:lnTo>
                  <a:lnTo>
                    <a:pt x="2916097" y="0"/>
                  </a:lnTo>
                  <a:lnTo>
                    <a:pt x="2915283" y="0"/>
                  </a:lnTo>
                  <a:lnTo>
                    <a:pt x="2914468" y="0"/>
                  </a:lnTo>
                  <a:lnTo>
                    <a:pt x="2913653" y="0"/>
                  </a:lnTo>
                  <a:lnTo>
                    <a:pt x="2912838" y="0"/>
                  </a:lnTo>
                  <a:lnTo>
                    <a:pt x="2912023" y="0"/>
                  </a:lnTo>
                  <a:lnTo>
                    <a:pt x="2911209" y="0"/>
                  </a:lnTo>
                  <a:lnTo>
                    <a:pt x="2910394" y="0"/>
                  </a:lnTo>
                  <a:lnTo>
                    <a:pt x="2909579" y="0"/>
                  </a:lnTo>
                  <a:lnTo>
                    <a:pt x="2908764" y="0"/>
                  </a:lnTo>
                  <a:lnTo>
                    <a:pt x="2907950" y="0"/>
                  </a:lnTo>
                  <a:lnTo>
                    <a:pt x="2907135" y="0"/>
                  </a:lnTo>
                  <a:lnTo>
                    <a:pt x="2906320" y="0"/>
                  </a:lnTo>
                  <a:lnTo>
                    <a:pt x="2905505" y="0"/>
                  </a:lnTo>
                  <a:lnTo>
                    <a:pt x="2904690" y="0"/>
                  </a:lnTo>
                  <a:lnTo>
                    <a:pt x="2903876" y="0"/>
                  </a:lnTo>
                  <a:lnTo>
                    <a:pt x="2903061" y="0"/>
                  </a:lnTo>
                  <a:lnTo>
                    <a:pt x="2902246" y="0"/>
                  </a:lnTo>
                  <a:lnTo>
                    <a:pt x="2901431" y="0"/>
                  </a:lnTo>
                  <a:lnTo>
                    <a:pt x="2900616" y="0"/>
                  </a:lnTo>
                  <a:lnTo>
                    <a:pt x="2899802" y="0"/>
                  </a:lnTo>
                  <a:lnTo>
                    <a:pt x="2898987" y="0"/>
                  </a:lnTo>
                  <a:lnTo>
                    <a:pt x="2898172" y="0"/>
                  </a:lnTo>
                  <a:lnTo>
                    <a:pt x="2897357" y="0"/>
                  </a:lnTo>
                  <a:lnTo>
                    <a:pt x="2896543" y="0"/>
                  </a:lnTo>
                  <a:lnTo>
                    <a:pt x="2895728" y="0"/>
                  </a:lnTo>
                  <a:lnTo>
                    <a:pt x="2894913" y="0"/>
                  </a:lnTo>
                  <a:lnTo>
                    <a:pt x="2894098" y="0"/>
                  </a:lnTo>
                  <a:lnTo>
                    <a:pt x="2893283" y="0"/>
                  </a:lnTo>
                  <a:lnTo>
                    <a:pt x="2892469" y="0"/>
                  </a:lnTo>
                  <a:lnTo>
                    <a:pt x="2891654" y="0"/>
                  </a:lnTo>
                  <a:lnTo>
                    <a:pt x="2890839" y="0"/>
                  </a:lnTo>
                  <a:lnTo>
                    <a:pt x="2890024" y="0"/>
                  </a:lnTo>
                  <a:lnTo>
                    <a:pt x="2889210" y="0"/>
                  </a:lnTo>
                  <a:lnTo>
                    <a:pt x="2888395" y="0"/>
                  </a:lnTo>
                  <a:lnTo>
                    <a:pt x="2887580" y="0"/>
                  </a:lnTo>
                  <a:lnTo>
                    <a:pt x="2886765" y="0"/>
                  </a:lnTo>
                  <a:lnTo>
                    <a:pt x="2885950" y="0"/>
                  </a:lnTo>
                  <a:lnTo>
                    <a:pt x="2885136" y="0"/>
                  </a:lnTo>
                  <a:lnTo>
                    <a:pt x="2884321" y="0"/>
                  </a:lnTo>
                  <a:lnTo>
                    <a:pt x="2883506" y="0"/>
                  </a:lnTo>
                  <a:lnTo>
                    <a:pt x="2882691" y="0"/>
                  </a:lnTo>
                  <a:lnTo>
                    <a:pt x="2881877" y="0"/>
                  </a:lnTo>
                  <a:lnTo>
                    <a:pt x="2881062" y="0"/>
                  </a:lnTo>
                  <a:lnTo>
                    <a:pt x="2880247" y="0"/>
                  </a:lnTo>
                  <a:lnTo>
                    <a:pt x="2879432" y="0"/>
                  </a:lnTo>
                  <a:lnTo>
                    <a:pt x="2878617" y="0"/>
                  </a:lnTo>
                  <a:lnTo>
                    <a:pt x="2877803" y="0"/>
                  </a:lnTo>
                  <a:lnTo>
                    <a:pt x="2876988" y="0"/>
                  </a:lnTo>
                  <a:lnTo>
                    <a:pt x="2876173" y="0"/>
                  </a:lnTo>
                  <a:lnTo>
                    <a:pt x="2875358" y="0"/>
                  </a:lnTo>
                  <a:lnTo>
                    <a:pt x="2874544" y="0"/>
                  </a:lnTo>
                  <a:lnTo>
                    <a:pt x="2873729" y="0"/>
                  </a:lnTo>
                  <a:lnTo>
                    <a:pt x="2872914" y="0"/>
                  </a:lnTo>
                  <a:lnTo>
                    <a:pt x="2872099" y="0"/>
                  </a:lnTo>
                  <a:lnTo>
                    <a:pt x="2871284" y="0"/>
                  </a:lnTo>
                  <a:lnTo>
                    <a:pt x="2870470" y="0"/>
                  </a:lnTo>
                  <a:lnTo>
                    <a:pt x="2869655" y="0"/>
                  </a:lnTo>
                  <a:lnTo>
                    <a:pt x="2868840" y="0"/>
                  </a:lnTo>
                  <a:lnTo>
                    <a:pt x="2868025" y="0"/>
                  </a:lnTo>
                  <a:lnTo>
                    <a:pt x="2867210" y="0"/>
                  </a:lnTo>
                  <a:lnTo>
                    <a:pt x="2866396" y="0"/>
                  </a:lnTo>
                  <a:lnTo>
                    <a:pt x="2865581" y="0"/>
                  </a:lnTo>
                  <a:lnTo>
                    <a:pt x="2864766" y="0"/>
                  </a:lnTo>
                  <a:lnTo>
                    <a:pt x="2863951" y="0"/>
                  </a:lnTo>
                  <a:lnTo>
                    <a:pt x="2863137" y="0"/>
                  </a:lnTo>
                  <a:lnTo>
                    <a:pt x="2862322" y="0"/>
                  </a:lnTo>
                  <a:lnTo>
                    <a:pt x="2861507" y="0"/>
                  </a:lnTo>
                  <a:lnTo>
                    <a:pt x="2860692" y="0"/>
                  </a:lnTo>
                  <a:lnTo>
                    <a:pt x="2859877" y="0"/>
                  </a:lnTo>
                  <a:lnTo>
                    <a:pt x="2859063" y="0"/>
                  </a:lnTo>
                  <a:lnTo>
                    <a:pt x="2858248" y="0"/>
                  </a:lnTo>
                  <a:lnTo>
                    <a:pt x="2857433" y="0"/>
                  </a:lnTo>
                  <a:lnTo>
                    <a:pt x="2856618" y="0"/>
                  </a:lnTo>
                  <a:lnTo>
                    <a:pt x="2855804" y="0"/>
                  </a:lnTo>
                  <a:lnTo>
                    <a:pt x="2854989" y="0"/>
                  </a:lnTo>
                  <a:lnTo>
                    <a:pt x="2854174" y="0"/>
                  </a:lnTo>
                  <a:lnTo>
                    <a:pt x="2853359" y="0"/>
                  </a:lnTo>
                  <a:lnTo>
                    <a:pt x="2852544" y="0"/>
                  </a:lnTo>
                  <a:lnTo>
                    <a:pt x="2851730" y="0"/>
                  </a:lnTo>
                  <a:lnTo>
                    <a:pt x="2850915" y="0"/>
                  </a:lnTo>
                  <a:lnTo>
                    <a:pt x="2850100" y="0"/>
                  </a:lnTo>
                  <a:lnTo>
                    <a:pt x="2849285" y="0"/>
                  </a:lnTo>
                  <a:lnTo>
                    <a:pt x="2848471" y="0"/>
                  </a:lnTo>
                  <a:lnTo>
                    <a:pt x="2847656" y="0"/>
                  </a:lnTo>
                  <a:lnTo>
                    <a:pt x="2846841" y="0"/>
                  </a:lnTo>
                  <a:lnTo>
                    <a:pt x="2846026" y="0"/>
                  </a:lnTo>
                  <a:lnTo>
                    <a:pt x="2845211" y="0"/>
                  </a:lnTo>
                  <a:lnTo>
                    <a:pt x="2844397" y="0"/>
                  </a:lnTo>
                  <a:lnTo>
                    <a:pt x="2843582" y="0"/>
                  </a:lnTo>
                  <a:lnTo>
                    <a:pt x="2842767" y="0"/>
                  </a:lnTo>
                  <a:lnTo>
                    <a:pt x="2841952" y="0"/>
                  </a:lnTo>
                  <a:lnTo>
                    <a:pt x="2841138" y="0"/>
                  </a:lnTo>
                  <a:lnTo>
                    <a:pt x="2840323" y="0"/>
                  </a:lnTo>
                  <a:lnTo>
                    <a:pt x="2839508" y="0"/>
                  </a:lnTo>
                  <a:lnTo>
                    <a:pt x="2838693" y="0"/>
                  </a:lnTo>
                  <a:lnTo>
                    <a:pt x="2837878" y="0"/>
                  </a:lnTo>
                  <a:lnTo>
                    <a:pt x="2837064" y="0"/>
                  </a:lnTo>
                  <a:lnTo>
                    <a:pt x="2836249" y="0"/>
                  </a:lnTo>
                  <a:lnTo>
                    <a:pt x="2835434" y="0"/>
                  </a:lnTo>
                  <a:lnTo>
                    <a:pt x="2834619" y="0"/>
                  </a:lnTo>
                  <a:lnTo>
                    <a:pt x="2833805" y="0"/>
                  </a:lnTo>
                  <a:lnTo>
                    <a:pt x="2832990" y="0"/>
                  </a:lnTo>
                  <a:lnTo>
                    <a:pt x="2832175" y="0"/>
                  </a:lnTo>
                  <a:lnTo>
                    <a:pt x="2831360" y="0"/>
                  </a:lnTo>
                  <a:lnTo>
                    <a:pt x="2830545" y="0"/>
                  </a:lnTo>
                  <a:lnTo>
                    <a:pt x="2829731" y="0"/>
                  </a:lnTo>
                  <a:lnTo>
                    <a:pt x="2828916" y="0"/>
                  </a:lnTo>
                  <a:lnTo>
                    <a:pt x="2828101" y="0"/>
                  </a:lnTo>
                  <a:lnTo>
                    <a:pt x="2827286" y="0"/>
                  </a:lnTo>
                  <a:lnTo>
                    <a:pt x="2826471" y="0"/>
                  </a:lnTo>
                  <a:lnTo>
                    <a:pt x="2825657" y="0"/>
                  </a:lnTo>
                  <a:lnTo>
                    <a:pt x="2824842" y="0"/>
                  </a:lnTo>
                  <a:lnTo>
                    <a:pt x="2824027" y="0"/>
                  </a:lnTo>
                  <a:lnTo>
                    <a:pt x="2823212" y="0"/>
                  </a:lnTo>
                  <a:lnTo>
                    <a:pt x="2822398" y="0"/>
                  </a:lnTo>
                  <a:lnTo>
                    <a:pt x="2821583" y="0"/>
                  </a:lnTo>
                  <a:lnTo>
                    <a:pt x="2820768" y="0"/>
                  </a:lnTo>
                  <a:lnTo>
                    <a:pt x="2819953" y="0"/>
                  </a:lnTo>
                  <a:lnTo>
                    <a:pt x="2819138" y="0"/>
                  </a:lnTo>
                  <a:lnTo>
                    <a:pt x="2818324" y="0"/>
                  </a:lnTo>
                  <a:lnTo>
                    <a:pt x="2817509" y="0"/>
                  </a:lnTo>
                  <a:lnTo>
                    <a:pt x="2816694" y="0"/>
                  </a:lnTo>
                  <a:lnTo>
                    <a:pt x="2815879" y="0"/>
                  </a:lnTo>
                  <a:lnTo>
                    <a:pt x="2815065" y="0"/>
                  </a:lnTo>
                  <a:lnTo>
                    <a:pt x="2814250" y="0"/>
                  </a:lnTo>
                  <a:lnTo>
                    <a:pt x="2813435" y="0"/>
                  </a:lnTo>
                  <a:lnTo>
                    <a:pt x="2812620" y="0"/>
                  </a:lnTo>
                  <a:lnTo>
                    <a:pt x="2811805" y="0"/>
                  </a:lnTo>
                  <a:lnTo>
                    <a:pt x="2810991" y="0"/>
                  </a:lnTo>
                  <a:lnTo>
                    <a:pt x="2810176" y="0"/>
                  </a:lnTo>
                  <a:lnTo>
                    <a:pt x="2809361" y="0"/>
                  </a:lnTo>
                  <a:lnTo>
                    <a:pt x="2808546" y="0"/>
                  </a:lnTo>
                  <a:lnTo>
                    <a:pt x="2807732" y="0"/>
                  </a:lnTo>
                  <a:lnTo>
                    <a:pt x="2806917" y="0"/>
                  </a:lnTo>
                  <a:lnTo>
                    <a:pt x="2806102" y="0"/>
                  </a:lnTo>
                  <a:lnTo>
                    <a:pt x="2805287" y="0"/>
                  </a:lnTo>
                  <a:lnTo>
                    <a:pt x="2804472" y="0"/>
                  </a:lnTo>
                  <a:lnTo>
                    <a:pt x="2803658" y="0"/>
                  </a:lnTo>
                  <a:lnTo>
                    <a:pt x="2802843" y="0"/>
                  </a:lnTo>
                  <a:lnTo>
                    <a:pt x="2802028" y="0"/>
                  </a:lnTo>
                  <a:lnTo>
                    <a:pt x="2801213" y="0"/>
                  </a:lnTo>
                  <a:lnTo>
                    <a:pt x="2800399" y="0"/>
                  </a:lnTo>
                  <a:lnTo>
                    <a:pt x="2799584" y="0"/>
                  </a:lnTo>
                  <a:lnTo>
                    <a:pt x="2798769" y="0"/>
                  </a:lnTo>
                  <a:lnTo>
                    <a:pt x="2797954" y="0"/>
                  </a:lnTo>
                  <a:lnTo>
                    <a:pt x="2797139" y="0"/>
                  </a:lnTo>
                  <a:lnTo>
                    <a:pt x="2796325" y="0"/>
                  </a:lnTo>
                  <a:lnTo>
                    <a:pt x="2795510" y="0"/>
                  </a:lnTo>
                  <a:lnTo>
                    <a:pt x="2794695" y="0"/>
                  </a:lnTo>
                  <a:lnTo>
                    <a:pt x="2793880" y="0"/>
                  </a:lnTo>
                  <a:lnTo>
                    <a:pt x="2793066" y="0"/>
                  </a:lnTo>
                  <a:lnTo>
                    <a:pt x="2792251" y="0"/>
                  </a:lnTo>
                  <a:lnTo>
                    <a:pt x="2791436" y="0"/>
                  </a:lnTo>
                  <a:lnTo>
                    <a:pt x="2790621" y="0"/>
                  </a:lnTo>
                  <a:lnTo>
                    <a:pt x="2789806" y="0"/>
                  </a:lnTo>
                  <a:lnTo>
                    <a:pt x="2788992" y="0"/>
                  </a:lnTo>
                  <a:lnTo>
                    <a:pt x="2788177" y="0"/>
                  </a:lnTo>
                  <a:lnTo>
                    <a:pt x="2787362" y="0"/>
                  </a:lnTo>
                  <a:lnTo>
                    <a:pt x="2786547" y="0"/>
                  </a:lnTo>
                  <a:lnTo>
                    <a:pt x="2785732" y="0"/>
                  </a:lnTo>
                  <a:lnTo>
                    <a:pt x="2784918" y="0"/>
                  </a:lnTo>
                  <a:lnTo>
                    <a:pt x="2784103" y="0"/>
                  </a:lnTo>
                  <a:lnTo>
                    <a:pt x="2783288" y="0"/>
                  </a:lnTo>
                  <a:lnTo>
                    <a:pt x="2782473" y="0"/>
                  </a:lnTo>
                  <a:lnTo>
                    <a:pt x="2781659" y="0"/>
                  </a:lnTo>
                  <a:lnTo>
                    <a:pt x="2780844" y="0"/>
                  </a:lnTo>
                  <a:lnTo>
                    <a:pt x="2780029" y="0"/>
                  </a:lnTo>
                  <a:lnTo>
                    <a:pt x="2779214" y="0"/>
                  </a:lnTo>
                  <a:lnTo>
                    <a:pt x="2778399" y="0"/>
                  </a:lnTo>
                  <a:lnTo>
                    <a:pt x="2777585" y="0"/>
                  </a:lnTo>
                  <a:lnTo>
                    <a:pt x="2776770" y="0"/>
                  </a:lnTo>
                  <a:lnTo>
                    <a:pt x="2775955" y="0"/>
                  </a:lnTo>
                  <a:lnTo>
                    <a:pt x="2775140" y="0"/>
                  </a:lnTo>
                  <a:lnTo>
                    <a:pt x="2774326" y="0"/>
                  </a:lnTo>
                  <a:lnTo>
                    <a:pt x="2773511" y="0"/>
                  </a:lnTo>
                  <a:lnTo>
                    <a:pt x="2772696" y="0"/>
                  </a:lnTo>
                  <a:lnTo>
                    <a:pt x="2771881" y="0"/>
                  </a:lnTo>
                  <a:lnTo>
                    <a:pt x="2771066" y="0"/>
                  </a:lnTo>
                  <a:lnTo>
                    <a:pt x="2770252" y="0"/>
                  </a:lnTo>
                  <a:lnTo>
                    <a:pt x="2769437" y="0"/>
                  </a:lnTo>
                  <a:lnTo>
                    <a:pt x="2768622" y="0"/>
                  </a:lnTo>
                  <a:lnTo>
                    <a:pt x="2767807" y="0"/>
                  </a:lnTo>
                  <a:lnTo>
                    <a:pt x="2766993" y="0"/>
                  </a:lnTo>
                  <a:lnTo>
                    <a:pt x="2766178" y="0"/>
                  </a:lnTo>
                  <a:lnTo>
                    <a:pt x="2765363" y="0"/>
                  </a:lnTo>
                  <a:lnTo>
                    <a:pt x="2764548" y="0"/>
                  </a:lnTo>
                  <a:lnTo>
                    <a:pt x="2763733" y="0"/>
                  </a:lnTo>
                  <a:lnTo>
                    <a:pt x="2762919" y="0"/>
                  </a:lnTo>
                  <a:lnTo>
                    <a:pt x="2762104" y="0"/>
                  </a:lnTo>
                  <a:lnTo>
                    <a:pt x="2761289" y="0"/>
                  </a:lnTo>
                  <a:lnTo>
                    <a:pt x="2760474" y="0"/>
                  </a:lnTo>
                  <a:lnTo>
                    <a:pt x="2759660" y="0"/>
                  </a:lnTo>
                  <a:lnTo>
                    <a:pt x="2758845" y="0"/>
                  </a:lnTo>
                  <a:lnTo>
                    <a:pt x="2758030" y="0"/>
                  </a:lnTo>
                  <a:lnTo>
                    <a:pt x="2757215" y="0"/>
                  </a:lnTo>
                  <a:lnTo>
                    <a:pt x="2756400" y="0"/>
                  </a:lnTo>
                  <a:lnTo>
                    <a:pt x="2755586" y="0"/>
                  </a:lnTo>
                  <a:lnTo>
                    <a:pt x="2754771" y="0"/>
                  </a:lnTo>
                  <a:lnTo>
                    <a:pt x="2753956" y="0"/>
                  </a:lnTo>
                  <a:lnTo>
                    <a:pt x="2753141" y="0"/>
                  </a:lnTo>
                  <a:lnTo>
                    <a:pt x="2752327" y="0"/>
                  </a:lnTo>
                  <a:lnTo>
                    <a:pt x="2751512" y="0"/>
                  </a:lnTo>
                  <a:lnTo>
                    <a:pt x="2750697" y="0"/>
                  </a:lnTo>
                  <a:lnTo>
                    <a:pt x="2749882" y="0"/>
                  </a:lnTo>
                  <a:lnTo>
                    <a:pt x="2749067" y="0"/>
                  </a:lnTo>
                  <a:lnTo>
                    <a:pt x="2748253" y="0"/>
                  </a:lnTo>
                  <a:lnTo>
                    <a:pt x="2747438" y="0"/>
                  </a:lnTo>
                  <a:lnTo>
                    <a:pt x="2746623" y="0"/>
                  </a:lnTo>
                  <a:lnTo>
                    <a:pt x="2745808" y="0"/>
                  </a:lnTo>
                  <a:lnTo>
                    <a:pt x="2744993" y="0"/>
                  </a:lnTo>
                  <a:lnTo>
                    <a:pt x="2744179" y="0"/>
                  </a:lnTo>
                  <a:lnTo>
                    <a:pt x="2743364" y="0"/>
                  </a:lnTo>
                  <a:lnTo>
                    <a:pt x="2742549" y="0"/>
                  </a:lnTo>
                  <a:lnTo>
                    <a:pt x="2741734" y="0"/>
                  </a:lnTo>
                  <a:lnTo>
                    <a:pt x="2740920" y="0"/>
                  </a:lnTo>
                  <a:lnTo>
                    <a:pt x="2740105" y="0"/>
                  </a:lnTo>
                  <a:lnTo>
                    <a:pt x="2739290" y="0"/>
                  </a:lnTo>
                  <a:lnTo>
                    <a:pt x="2738475" y="0"/>
                  </a:lnTo>
                  <a:lnTo>
                    <a:pt x="2737660" y="0"/>
                  </a:lnTo>
                  <a:lnTo>
                    <a:pt x="2736846" y="0"/>
                  </a:lnTo>
                  <a:lnTo>
                    <a:pt x="2736031" y="0"/>
                  </a:lnTo>
                  <a:lnTo>
                    <a:pt x="2735216" y="0"/>
                  </a:lnTo>
                  <a:lnTo>
                    <a:pt x="2734401" y="0"/>
                  </a:lnTo>
                  <a:lnTo>
                    <a:pt x="2733587" y="0"/>
                  </a:lnTo>
                  <a:lnTo>
                    <a:pt x="2732772" y="0"/>
                  </a:lnTo>
                  <a:lnTo>
                    <a:pt x="2731957" y="0"/>
                  </a:lnTo>
                  <a:lnTo>
                    <a:pt x="2731142" y="0"/>
                  </a:lnTo>
                  <a:lnTo>
                    <a:pt x="2730327" y="0"/>
                  </a:lnTo>
                  <a:lnTo>
                    <a:pt x="2729513" y="0"/>
                  </a:lnTo>
                  <a:lnTo>
                    <a:pt x="2728698" y="0"/>
                  </a:lnTo>
                  <a:lnTo>
                    <a:pt x="2727883" y="0"/>
                  </a:lnTo>
                  <a:lnTo>
                    <a:pt x="2727068" y="0"/>
                  </a:lnTo>
                  <a:lnTo>
                    <a:pt x="2726254" y="0"/>
                  </a:lnTo>
                  <a:lnTo>
                    <a:pt x="2725439" y="0"/>
                  </a:lnTo>
                  <a:lnTo>
                    <a:pt x="2724624" y="0"/>
                  </a:lnTo>
                  <a:lnTo>
                    <a:pt x="2723809" y="0"/>
                  </a:lnTo>
                  <a:lnTo>
                    <a:pt x="2722994" y="0"/>
                  </a:lnTo>
                  <a:lnTo>
                    <a:pt x="2722180" y="0"/>
                  </a:lnTo>
                  <a:lnTo>
                    <a:pt x="2721365" y="0"/>
                  </a:lnTo>
                  <a:lnTo>
                    <a:pt x="2720550" y="0"/>
                  </a:lnTo>
                  <a:lnTo>
                    <a:pt x="2719735" y="0"/>
                  </a:lnTo>
                  <a:lnTo>
                    <a:pt x="2718921" y="0"/>
                  </a:lnTo>
                  <a:lnTo>
                    <a:pt x="2718106" y="0"/>
                  </a:lnTo>
                  <a:lnTo>
                    <a:pt x="2717291" y="0"/>
                  </a:lnTo>
                  <a:lnTo>
                    <a:pt x="2716476" y="0"/>
                  </a:lnTo>
                  <a:lnTo>
                    <a:pt x="2715661" y="0"/>
                  </a:lnTo>
                  <a:lnTo>
                    <a:pt x="2714847" y="0"/>
                  </a:lnTo>
                  <a:lnTo>
                    <a:pt x="2714032" y="0"/>
                  </a:lnTo>
                  <a:lnTo>
                    <a:pt x="2713217" y="0"/>
                  </a:lnTo>
                  <a:lnTo>
                    <a:pt x="2712402" y="0"/>
                  </a:lnTo>
                  <a:lnTo>
                    <a:pt x="2711588" y="0"/>
                  </a:lnTo>
                  <a:lnTo>
                    <a:pt x="2710773" y="0"/>
                  </a:lnTo>
                  <a:lnTo>
                    <a:pt x="2709958" y="0"/>
                  </a:lnTo>
                  <a:lnTo>
                    <a:pt x="2709143" y="0"/>
                  </a:lnTo>
                  <a:lnTo>
                    <a:pt x="2708328" y="0"/>
                  </a:lnTo>
                  <a:lnTo>
                    <a:pt x="2707514" y="0"/>
                  </a:lnTo>
                  <a:lnTo>
                    <a:pt x="2706699" y="0"/>
                  </a:lnTo>
                  <a:lnTo>
                    <a:pt x="2705884" y="0"/>
                  </a:lnTo>
                  <a:lnTo>
                    <a:pt x="2705069" y="0"/>
                  </a:lnTo>
                  <a:lnTo>
                    <a:pt x="2704254" y="0"/>
                  </a:lnTo>
                  <a:lnTo>
                    <a:pt x="2703440" y="0"/>
                  </a:lnTo>
                  <a:lnTo>
                    <a:pt x="2702625" y="0"/>
                  </a:lnTo>
                  <a:lnTo>
                    <a:pt x="2701810" y="0"/>
                  </a:lnTo>
                  <a:lnTo>
                    <a:pt x="2700995" y="0"/>
                  </a:lnTo>
                  <a:lnTo>
                    <a:pt x="2700181" y="0"/>
                  </a:lnTo>
                  <a:lnTo>
                    <a:pt x="2699366" y="0"/>
                  </a:lnTo>
                  <a:lnTo>
                    <a:pt x="2698551" y="0"/>
                  </a:lnTo>
                  <a:lnTo>
                    <a:pt x="2697736" y="0"/>
                  </a:lnTo>
                  <a:lnTo>
                    <a:pt x="2696921" y="0"/>
                  </a:lnTo>
                  <a:lnTo>
                    <a:pt x="2696107" y="0"/>
                  </a:lnTo>
                  <a:lnTo>
                    <a:pt x="2695292" y="0"/>
                  </a:lnTo>
                  <a:lnTo>
                    <a:pt x="2694477" y="0"/>
                  </a:lnTo>
                  <a:lnTo>
                    <a:pt x="2693662" y="0"/>
                  </a:lnTo>
                  <a:lnTo>
                    <a:pt x="2692848" y="0"/>
                  </a:lnTo>
                  <a:lnTo>
                    <a:pt x="2692033" y="0"/>
                  </a:lnTo>
                  <a:lnTo>
                    <a:pt x="2691218" y="0"/>
                  </a:lnTo>
                  <a:lnTo>
                    <a:pt x="2690403" y="0"/>
                  </a:lnTo>
                  <a:lnTo>
                    <a:pt x="2689588" y="0"/>
                  </a:lnTo>
                  <a:lnTo>
                    <a:pt x="2688774" y="0"/>
                  </a:lnTo>
                  <a:lnTo>
                    <a:pt x="2687959" y="0"/>
                  </a:lnTo>
                  <a:lnTo>
                    <a:pt x="2687144" y="0"/>
                  </a:lnTo>
                  <a:lnTo>
                    <a:pt x="2686329" y="0"/>
                  </a:lnTo>
                  <a:lnTo>
                    <a:pt x="2685515" y="0"/>
                  </a:lnTo>
                  <a:lnTo>
                    <a:pt x="2684700" y="0"/>
                  </a:lnTo>
                  <a:lnTo>
                    <a:pt x="2683885" y="0"/>
                  </a:lnTo>
                  <a:lnTo>
                    <a:pt x="2683070" y="0"/>
                  </a:lnTo>
                  <a:lnTo>
                    <a:pt x="2682255" y="0"/>
                  </a:lnTo>
                  <a:lnTo>
                    <a:pt x="2681441" y="0"/>
                  </a:lnTo>
                  <a:lnTo>
                    <a:pt x="2680626" y="0"/>
                  </a:lnTo>
                  <a:lnTo>
                    <a:pt x="2679811" y="0"/>
                  </a:lnTo>
                  <a:lnTo>
                    <a:pt x="2678996" y="0"/>
                  </a:lnTo>
                  <a:lnTo>
                    <a:pt x="2678182" y="0"/>
                  </a:lnTo>
                  <a:lnTo>
                    <a:pt x="2677367" y="0"/>
                  </a:lnTo>
                  <a:lnTo>
                    <a:pt x="2676552" y="0"/>
                  </a:lnTo>
                  <a:lnTo>
                    <a:pt x="2675737" y="0"/>
                  </a:lnTo>
                  <a:lnTo>
                    <a:pt x="2674922" y="0"/>
                  </a:lnTo>
                  <a:lnTo>
                    <a:pt x="2674108" y="0"/>
                  </a:lnTo>
                  <a:lnTo>
                    <a:pt x="2673293" y="0"/>
                  </a:lnTo>
                  <a:lnTo>
                    <a:pt x="2672478" y="0"/>
                  </a:lnTo>
                  <a:lnTo>
                    <a:pt x="2671663" y="0"/>
                  </a:lnTo>
                  <a:lnTo>
                    <a:pt x="2670849" y="0"/>
                  </a:lnTo>
                  <a:lnTo>
                    <a:pt x="2670034" y="0"/>
                  </a:lnTo>
                  <a:lnTo>
                    <a:pt x="2669219" y="0"/>
                  </a:lnTo>
                  <a:lnTo>
                    <a:pt x="2668404" y="0"/>
                  </a:lnTo>
                  <a:lnTo>
                    <a:pt x="2667589" y="0"/>
                  </a:lnTo>
                  <a:lnTo>
                    <a:pt x="2666775" y="0"/>
                  </a:lnTo>
                  <a:lnTo>
                    <a:pt x="2665960" y="0"/>
                  </a:lnTo>
                  <a:lnTo>
                    <a:pt x="2665145" y="0"/>
                  </a:lnTo>
                  <a:lnTo>
                    <a:pt x="2664330" y="0"/>
                  </a:lnTo>
                  <a:lnTo>
                    <a:pt x="2663515" y="0"/>
                  </a:lnTo>
                  <a:lnTo>
                    <a:pt x="2662701" y="0"/>
                  </a:lnTo>
                  <a:lnTo>
                    <a:pt x="2661886" y="0"/>
                  </a:lnTo>
                  <a:lnTo>
                    <a:pt x="2661071" y="0"/>
                  </a:lnTo>
                  <a:lnTo>
                    <a:pt x="2660256" y="0"/>
                  </a:lnTo>
                  <a:lnTo>
                    <a:pt x="2659442" y="0"/>
                  </a:lnTo>
                  <a:lnTo>
                    <a:pt x="2658627" y="0"/>
                  </a:lnTo>
                  <a:lnTo>
                    <a:pt x="2657812" y="0"/>
                  </a:lnTo>
                  <a:lnTo>
                    <a:pt x="2656997" y="0"/>
                  </a:lnTo>
                  <a:lnTo>
                    <a:pt x="2656182" y="0"/>
                  </a:lnTo>
                  <a:lnTo>
                    <a:pt x="2655368" y="0"/>
                  </a:lnTo>
                  <a:lnTo>
                    <a:pt x="2654553" y="0"/>
                  </a:lnTo>
                  <a:lnTo>
                    <a:pt x="2653738" y="0"/>
                  </a:lnTo>
                  <a:lnTo>
                    <a:pt x="2652923" y="0"/>
                  </a:lnTo>
                  <a:lnTo>
                    <a:pt x="2652109" y="0"/>
                  </a:lnTo>
                  <a:lnTo>
                    <a:pt x="2651294" y="0"/>
                  </a:lnTo>
                  <a:lnTo>
                    <a:pt x="2650479" y="0"/>
                  </a:lnTo>
                  <a:lnTo>
                    <a:pt x="2649664" y="0"/>
                  </a:lnTo>
                  <a:lnTo>
                    <a:pt x="2648849" y="0"/>
                  </a:lnTo>
                  <a:lnTo>
                    <a:pt x="2648035" y="0"/>
                  </a:lnTo>
                  <a:lnTo>
                    <a:pt x="2647220" y="0"/>
                  </a:lnTo>
                  <a:lnTo>
                    <a:pt x="2646405" y="0"/>
                  </a:lnTo>
                  <a:lnTo>
                    <a:pt x="2645590" y="0"/>
                  </a:lnTo>
                  <a:lnTo>
                    <a:pt x="2644776" y="0"/>
                  </a:lnTo>
                  <a:lnTo>
                    <a:pt x="2643961" y="0"/>
                  </a:lnTo>
                  <a:lnTo>
                    <a:pt x="2643146" y="0"/>
                  </a:lnTo>
                  <a:lnTo>
                    <a:pt x="2642331" y="0"/>
                  </a:lnTo>
                  <a:lnTo>
                    <a:pt x="2641516" y="0"/>
                  </a:lnTo>
                  <a:lnTo>
                    <a:pt x="2640702" y="0"/>
                  </a:lnTo>
                  <a:lnTo>
                    <a:pt x="2639887" y="0"/>
                  </a:lnTo>
                  <a:lnTo>
                    <a:pt x="2639072" y="0"/>
                  </a:lnTo>
                  <a:lnTo>
                    <a:pt x="2638257" y="0"/>
                  </a:lnTo>
                  <a:lnTo>
                    <a:pt x="2637443" y="0"/>
                  </a:lnTo>
                  <a:lnTo>
                    <a:pt x="2636628" y="0"/>
                  </a:lnTo>
                  <a:lnTo>
                    <a:pt x="2635813" y="0"/>
                  </a:lnTo>
                  <a:lnTo>
                    <a:pt x="2634998" y="0"/>
                  </a:lnTo>
                  <a:lnTo>
                    <a:pt x="2634183" y="0"/>
                  </a:lnTo>
                  <a:lnTo>
                    <a:pt x="2633369" y="0"/>
                  </a:lnTo>
                  <a:lnTo>
                    <a:pt x="2632554" y="0"/>
                  </a:lnTo>
                  <a:lnTo>
                    <a:pt x="2631739" y="0"/>
                  </a:lnTo>
                  <a:lnTo>
                    <a:pt x="2630924" y="0"/>
                  </a:lnTo>
                  <a:lnTo>
                    <a:pt x="2630110" y="0"/>
                  </a:lnTo>
                  <a:lnTo>
                    <a:pt x="2629295" y="0"/>
                  </a:lnTo>
                  <a:lnTo>
                    <a:pt x="2628480" y="0"/>
                  </a:lnTo>
                  <a:lnTo>
                    <a:pt x="2627665" y="0"/>
                  </a:lnTo>
                  <a:lnTo>
                    <a:pt x="2626850" y="0"/>
                  </a:lnTo>
                  <a:lnTo>
                    <a:pt x="2626036" y="0"/>
                  </a:lnTo>
                  <a:lnTo>
                    <a:pt x="2625221" y="0"/>
                  </a:lnTo>
                  <a:lnTo>
                    <a:pt x="2624406" y="0"/>
                  </a:lnTo>
                  <a:lnTo>
                    <a:pt x="2623591" y="0"/>
                  </a:lnTo>
                  <a:lnTo>
                    <a:pt x="2622776" y="0"/>
                  </a:lnTo>
                  <a:lnTo>
                    <a:pt x="2621962" y="0"/>
                  </a:lnTo>
                  <a:lnTo>
                    <a:pt x="2621147" y="0"/>
                  </a:lnTo>
                  <a:lnTo>
                    <a:pt x="2620332" y="0"/>
                  </a:lnTo>
                  <a:lnTo>
                    <a:pt x="2619517" y="0"/>
                  </a:lnTo>
                  <a:lnTo>
                    <a:pt x="2618703" y="0"/>
                  </a:lnTo>
                  <a:lnTo>
                    <a:pt x="2617888" y="0"/>
                  </a:lnTo>
                  <a:lnTo>
                    <a:pt x="2617073" y="0"/>
                  </a:lnTo>
                  <a:lnTo>
                    <a:pt x="2616258" y="0"/>
                  </a:lnTo>
                  <a:lnTo>
                    <a:pt x="2615443" y="0"/>
                  </a:lnTo>
                  <a:lnTo>
                    <a:pt x="2614629" y="0"/>
                  </a:lnTo>
                  <a:lnTo>
                    <a:pt x="2613814" y="0"/>
                  </a:lnTo>
                  <a:lnTo>
                    <a:pt x="2612999" y="0"/>
                  </a:lnTo>
                  <a:lnTo>
                    <a:pt x="2612184" y="0"/>
                  </a:lnTo>
                  <a:lnTo>
                    <a:pt x="2611370" y="0"/>
                  </a:lnTo>
                  <a:lnTo>
                    <a:pt x="2610555" y="0"/>
                  </a:lnTo>
                  <a:lnTo>
                    <a:pt x="2609740" y="0"/>
                  </a:lnTo>
                  <a:lnTo>
                    <a:pt x="2608925" y="0"/>
                  </a:lnTo>
                  <a:lnTo>
                    <a:pt x="2608110" y="0"/>
                  </a:lnTo>
                  <a:lnTo>
                    <a:pt x="2607296" y="0"/>
                  </a:lnTo>
                  <a:lnTo>
                    <a:pt x="2606481" y="0"/>
                  </a:lnTo>
                  <a:lnTo>
                    <a:pt x="2605666" y="0"/>
                  </a:lnTo>
                  <a:lnTo>
                    <a:pt x="2604851" y="0"/>
                  </a:lnTo>
                  <a:lnTo>
                    <a:pt x="2604037" y="0"/>
                  </a:lnTo>
                  <a:lnTo>
                    <a:pt x="2603222" y="0"/>
                  </a:lnTo>
                  <a:lnTo>
                    <a:pt x="2602407" y="0"/>
                  </a:lnTo>
                  <a:lnTo>
                    <a:pt x="2601592" y="0"/>
                  </a:lnTo>
                  <a:lnTo>
                    <a:pt x="2600777" y="0"/>
                  </a:lnTo>
                  <a:lnTo>
                    <a:pt x="2599963" y="0"/>
                  </a:lnTo>
                  <a:lnTo>
                    <a:pt x="2599148" y="0"/>
                  </a:lnTo>
                  <a:lnTo>
                    <a:pt x="2598333" y="0"/>
                  </a:lnTo>
                  <a:lnTo>
                    <a:pt x="2597518" y="0"/>
                  </a:lnTo>
                  <a:lnTo>
                    <a:pt x="2596704" y="0"/>
                  </a:lnTo>
                  <a:lnTo>
                    <a:pt x="2595889" y="0"/>
                  </a:lnTo>
                  <a:lnTo>
                    <a:pt x="2595074" y="0"/>
                  </a:lnTo>
                  <a:lnTo>
                    <a:pt x="2594259" y="0"/>
                  </a:lnTo>
                  <a:lnTo>
                    <a:pt x="2593444" y="0"/>
                  </a:lnTo>
                  <a:lnTo>
                    <a:pt x="2592630" y="0"/>
                  </a:lnTo>
                  <a:lnTo>
                    <a:pt x="2591815" y="0"/>
                  </a:lnTo>
                  <a:lnTo>
                    <a:pt x="2591000" y="0"/>
                  </a:lnTo>
                  <a:lnTo>
                    <a:pt x="2590185" y="0"/>
                  </a:lnTo>
                  <a:lnTo>
                    <a:pt x="2589371" y="0"/>
                  </a:lnTo>
                  <a:lnTo>
                    <a:pt x="2588556" y="0"/>
                  </a:lnTo>
                  <a:lnTo>
                    <a:pt x="2587741" y="0"/>
                  </a:lnTo>
                  <a:lnTo>
                    <a:pt x="2586926" y="0"/>
                  </a:lnTo>
                  <a:lnTo>
                    <a:pt x="2586111" y="0"/>
                  </a:lnTo>
                  <a:lnTo>
                    <a:pt x="2585297" y="0"/>
                  </a:lnTo>
                  <a:lnTo>
                    <a:pt x="2584482" y="0"/>
                  </a:lnTo>
                  <a:lnTo>
                    <a:pt x="2583667" y="0"/>
                  </a:lnTo>
                  <a:lnTo>
                    <a:pt x="2582852" y="0"/>
                  </a:lnTo>
                  <a:lnTo>
                    <a:pt x="2582037" y="0"/>
                  </a:lnTo>
                  <a:lnTo>
                    <a:pt x="2581223" y="0"/>
                  </a:lnTo>
                  <a:lnTo>
                    <a:pt x="2580408" y="0"/>
                  </a:lnTo>
                  <a:lnTo>
                    <a:pt x="2579593" y="0"/>
                  </a:lnTo>
                  <a:lnTo>
                    <a:pt x="2578778" y="0"/>
                  </a:lnTo>
                  <a:lnTo>
                    <a:pt x="2577964" y="0"/>
                  </a:lnTo>
                  <a:lnTo>
                    <a:pt x="2577149" y="0"/>
                  </a:lnTo>
                  <a:lnTo>
                    <a:pt x="2576334" y="0"/>
                  </a:lnTo>
                  <a:lnTo>
                    <a:pt x="2575519" y="0"/>
                  </a:lnTo>
                  <a:lnTo>
                    <a:pt x="2574704" y="0"/>
                  </a:lnTo>
                  <a:lnTo>
                    <a:pt x="2573890" y="0"/>
                  </a:lnTo>
                  <a:lnTo>
                    <a:pt x="2573075" y="0"/>
                  </a:lnTo>
                  <a:lnTo>
                    <a:pt x="2572260" y="0"/>
                  </a:lnTo>
                  <a:lnTo>
                    <a:pt x="2571445" y="0"/>
                  </a:lnTo>
                  <a:lnTo>
                    <a:pt x="2570631" y="0"/>
                  </a:lnTo>
                  <a:lnTo>
                    <a:pt x="2569816" y="0"/>
                  </a:lnTo>
                  <a:lnTo>
                    <a:pt x="2569001" y="0"/>
                  </a:lnTo>
                  <a:lnTo>
                    <a:pt x="2568186" y="0"/>
                  </a:lnTo>
                  <a:lnTo>
                    <a:pt x="2567371" y="0"/>
                  </a:lnTo>
                  <a:lnTo>
                    <a:pt x="2566557" y="0"/>
                  </a:lnTo>
                  <a:lnTo>
                    <a:pt x="2565742" y="0"/>
                  </a:lnTo>
                  <a:lnTo>
                    <a:pt x="2564927" y="0"/>
                  </a:lnTo>
                  <a:lnTo>
                    <a:pt x="2564112" y="0"/>
                  </a:lnTo>
                  <a:lnTo>
                    <a:pt x="2563298" y="0"/>
                  </a:lnTo>
                  <a:lnTo>
                    <a:pt x="2562483" y="0"/>
                  </a:lnTo>
                  <a:lnTo>
                    <a:pt x="2561668" y="0"/>
                  </a:lnTo>
                  <a:lnTo>
                    <a:pt x="2560853" y="0"/>
                  </a:lnTo>
                  <a:lnTo>
                    <a:pt x="2560038" y="0"/>
                  </a:lnTo>
                  <a:lnTo>
                    <a:pt x="2559224" y="0"/>
                  </a:lnTo>
                  <a:lnTo>
                    <a:pt x="2558409" y="0"/>
                  </a:lnTo>
                  <a:lnTo>
                    <a:pt x="2557594" y="0"/>
                  </a:lnTo>
                  <a:lnTo>
                    <a:pt x="2556779" y="0"/>
                  </a:lnTo>
                  <a:lnTo>
                    <a:pt x="2555965" y="0"/>
                  </a:lnTo>
                  <a:lnTo>
                    <a:pt x="2555150" y="0"/>
                  </a:lnTo>
                  <a:lnTo>
                    <a:pt x="2554335" y="0"/>
                  </a:lnTo>
                  <a:lnTo>
                    <a:pt x="2553520" y="0"/>
                  </a:lnTo>
                  <a:lnTo>
                    <a:pt x="2552705" y="0"/>
                  </a:lnTo>
                  <a:lnTo>
                    <a:pt x="2551891" y="0"/>
                  </a:lnTo>
                  <a:lnTo>
                    <a:pt x="2551076" y="0"/>
                  </a:lnTo>
                  <a:lnTo>
                    <a:pt x="2550261" y="0"/>
                  </a:lnTo>
                  <a:lnTo>
                    <a:pt x="2549446" y="0"/>
                  </a:lnTo>
                  <a:lnTo>
                    <a:pt x="2548631" y="0"/>
                  </a:lnTo>
                  <a:lnTo>
                    <a:pt x="2547817" y="0"/>
                  </a:lnTo>
                  <a:lnTo>
                    <a:pt x="2547002" y="0"/>
                  </a:lnTo>
                  <a:lnTo>
                    <a:pt x="2546187" y="0"/>
                  </a:lnTo>
                  <a:lnTo>
                    <a:pt x="2545372" y="0"/>
                  </a:lnTo>
                  <a:lnTo>
                    <a:pt x="2544558" y="0"/>
                  </a:lnTo>
                  <a:lnTo>
                    <a:pt x="2543743" y="0"/>
                  </a:lnTo>
                  <a:lnTo>
                    <a:pt x="2542928" y="0"/>
                  </a:lnTo>
                  <a:lnTo>
                    <a:pt x="2542113" y="0"/>
                  </a:lnTo>
                  <a:lnTo>
                    <a:pt x="2541298" y="0"/>
                  </a:lnTo>
                  <a:lnTo>
                    <a:pt x="2540484" y="0"/>
                  </a:lnTo>
                  <a:lnTo>
                    <a:pt x="2539669" y="0"/>
                  </a:lnTo>
                  <a:lnTo>
                    <a:pt x="2538854" y="0"/>
                  </a:lnTo>
                  <a:lnTo>
                    <a:pt x="2538039" y="0"/>
                  </a:lnTo>
                  <a:lnTo>
                    <a:pt x="2537225" y="0"/>
                  </a:lnTo>
                  <a:lnTo>
                    <a:pt x="2536410" y="0"/>
                  </a:lnTo>
                  <a:lnTo>
                    <a:pt x="2535595" y="0"/>
                  </a:lnTo>
                  <a:lnTo>
                    <a:pt x="2534780" y="0"/>
                  </a:lnTo>
                  <a:lnTo>
                    <a:pt x="2533965" y="0"/>
                  </a:lnTo>
                  <a:lnTo>
                    <a:pt x="2533151" y="0"/>
                  </a:lnTo>
                  <a:lnTo>
                    <a:pt x="2532336" y="0"/>
                  </a:lnTo>
                  <a:lnTo>
                    <a:pt x="2531521" y="0"/>
                  </a:lnTo>
                  <a:lnTo>
                    <a:pt x="2530706" y="0"/>
                  </a:lnTo>
                  <a:lnTo>
                    <a:pt x="2529892" y="0"/>
                  </a:lnTo>
                  <a:lnTo>
                    <a:pt x="2529077" y="0"/>
                  </a:lnTo>
                  <a:lnTo>
                    <a:pt x="2528262" y="0"/>
                  </a:lnTo>
                  <a:lnTo>
                    <a:pt x="2527447" y="0"/>
                  </a:lnTo>
                  <a:lnTo>
                    <a:pt x="2526632" y="0"/>
                  </a:lnTo>
                  <a:lnTo>
                    <a:pt x="2525818" y="0"/>
                  </a:lnTo>
                  <a:lnTo>
                    <a:pt x="2525003" y="0"/>
                  </a:lnTo>
                  <a:lnTo>
                    <a:pt x="2524188" y="0"/>
                  </a:lnTo>
                  <a:lnTo>
                    <a:pt x="2523373" y="0"/>
                  </a:lnTo>
                  <a:lnTo>
                    <a:pt x="2522559" y="0"/>
                  </a:lnTo>
                  <a:lnTo>
                    <a:pt x="2521744" y="0"/>
                  </a:lnTo>
                  <a:lnTo>
                    <a:pt x="2520929" y="0"/>
                  </a:lnTo>
                  <a:lnTo>
                    <a:pt x="2520114" y="0"/>
                  </a:lnTo>
                  <a:lnTo>
                    <a:pt x="2519299" y="0"/>
                  </a:lnTo>
                  <a:lnTo>
                    <a:pt x="2518485" y="0"/>
                  </a:lnTo>
                  <a:lnTo>
                    <a:pt x="2517670" y="0"/>
                  </a:lnTo>
                  <a:lnTo>
                    <a:pt x="2516855" y="0"/>
                  </a:lnTo>
                  <a:lnTo>
                    <a:pt x="2516040" y="0"/>
                  </a:lnTo>
                  <a:lnTo>
                    <a:pt x="2515226" y="0"/>
                  </a:lnTo>
                  <a:lnTo>
                    <a:pt x="2514411" y="0"/>
                  </a:lnTo>
                  <a:lnTo>
                    <a:pt x="2513596" y="0"/>
                  </a:lnTo>
                  <a:lnTo>
                    <a:pt x="2512781" y="0"/>
                  </a:lnTo>
                  <a:lnTo>
                    <a:pt x="2511966" y="0"/>
                  </a:lnTo>
                  <a:lnTo>
                    <a:pt x="2511152" y="0"/>
                  </a:lnTo>
                  <a:lnTo>
                    <a:pt x="2510337" y="0"/>
                  </a:lnTo>
                  <a:lnTo>
                    <a:pt x="2509522" y="0"/>
                  </a:lnTo>
                  <a:lnTo>
                    <a:pt x="2508707" y="0"/>
                  </a:lnTo>
                  <a:lnTo>
                    <a:pt x="2507892" y="0"/>
                  </a:lnTo>
                  <a:lnTo>
                    <a:pt x="2507078" y="0"/>
                  </a:lnTo>
                  <a:lnTo>
                    <a:pt x="2506263" y="0"/>
                  </a:lnTo>
                  <a:lnTo>
                    <a:pt x="2505448" y="0"/>
                  </a:lnTo>
                  <a:lnTo>
                    <a:pt x="2504633" y="0"/>
                  </a:lnTo>
                  <a:lnTo>
                    <a:pt x="2503819" y="0"/>
                  </a:lnTo>
                  <a:lnTo>
                    <a:pt x="2503004" y="0"/>
                  </a:lnTo>
                  <a:lnTo>
                    <a:pt x="2502189" y="0"/>
                  </a:lnTo>
                  <a:lnTo>
                    <a:pt x="2501374" y="0"/>
                  </a:lnTo>
                  <a:lnTo>
                    <a:pt x="2500559" y="0"/>
                  </a:lnTo>
                  <a:lnTo>
                    <a:pt x="2499745" y="0"/>
                  </a:lnTo>
                  <a:lnTo>
                    <a:pt x="2498930" y="0"/>
                  </a:lnTo>
                  <a:lnTo>
                    <a:pt x="2498115" y="0"/>
                  </a:lnTo>
                  <a:lnTo>
                    <a:pt x="2497300" y="0"/>
                  </a:lnTo>
                  <a:lnTo>
                    <a:pt x="2496486" y="0"/>
                  </a:lnTo>
                  <a:lnTo>
                    <a:pt x="2495671" y="0"/>
                  </a:lnTo>
                  <a:lnTo>
                    <a:pt x="2494856" y="0"/>
                  </a:lnTo>
                  <a:lnTo>
                    <a:pt x="2494041" y="0"/>
                  </a:lnTo>
                  <a:lnTo>
                    <a:pt x="2493226" y="0"/>
                  </a:lnTo>
                  <a:lnTo>
                    <a:pt x="2492412" y="0"/>
                  </a:lnTo>
                  <a:lnTo>
                    <a:pt x="2491597" y="0"/>
                  </a:lnTo>
                  <a:lnTo>
                    <a:pt x="2490782" y="0"/>
                  </a:lnTo>
                  <a:lnTo>
                    <a:pt x="2489967" y="0"/>
                  </a:lnTo>
                  <a:lnTo>
                    <a:pt x="2489153" y="0"/>
                  </a:lnTo>
                  <a:lnTo>
                    <a:pt x="2488338" y="0"/>
                  </a:lnTo>
                  <a:lnTo>
                    <a:pt x="2487523" y="0"/>
                  </a:lnTo>
                  <a:lnTo>
                    <a:pt x="2486708" y="0"/>
                  </a:lnTo>
                  <a:lnTo>
                    <a:pt x="2485893" y="0"/>
                  </a:lnTo>
                  <a:lnTo>
                    <a:pt x="2485079" y="0"/>
                  </a:lnTo>
                  <a:lnTo>
                    <a:pt x="2484264" y="0"/>
                  </a:lnTo>
                  <a:lnTo>
                    <a:pt x="2483449" y="0"/>
                  </a:lnTo>
                  <a:lnTo>
                    <a:pt x="2482634" y="0"/>
                  </a:lnTo>
                  <a:lnTo>
                    <a:pt x="2481820" y="0"/>
                  </a:lnTo>
                  <a:lnTo>
                    <a:pt x="2481005" y="0"/>
                  </a:lnTo>
                  <a:lnTo>
                    <a:pt x="2480190" y="0"/>
                  </a:lnTo>
                  <a:lnTo>
                    <a:pt x="2479375" y="0"/>
                  </a:lnTo>
                  <a:lnTo>
                    <a:pt x="2478560" y="0"/>
                  </a:lnTo>
                  <a:lnTo>
                    <a:pt x="2477746" y="0"/>
                  </a:lnTo>
                  <a:lnTo>
                    <a:pt x="2476931" y="0"/>
                  </a:lnTo>
                  <a:lnTo>
                    <a:pt x="2476116" y="0"/>
                  </a:lnTo>
                  <a:lnTo>
                    <a:pt x="2475301" y="0"/>
                  </a:lnTo>
                  <a:lnTo>
                    <a:pt x="2474487" y="0"/>
                  </a:lnTo>
                  <a:lnTo>
                    <a:pt x="2473672" y="0"/>
                  </a:lnTo>
                  <a:lnTo>
                    <a:pt x="2472857" y="0"/>
                  </a:lnTo>
                  <a:lnTo>
                    <a:pt x="2472042" y="0"/>
                  </a:lnTo>
                  <a:lnTo>
                    <a:pt x="2471227" y="0"/>
                  </a:lnTo>
                  <a:lnTo>
                    <a:pt x="2470413" y="0"/>
                  </a:lnTo>
                  <a:lnTo>
                    <a:pt x="2469598" y="0"/>
                  </a:lnTo>
                  <a:lnTo>
                    <a:pt x="2468783" y="0"/>
                  </a:lnTo>
                  <a:lnTo>
                    <a:pt x="2467968" y="0"/>
                  </a:lnTo>
                  <a:lnTo>
                    <a:pt x="2467153" y="0"/>
                  </a:lnTo>
                  <a:lnTo>
                    <a:pt x="2466339" y="0"/>
                  </a:lnTo>
                  <a:lnTo>
                    <a:pt x="2465524" y="0"/>
                  </a:lnTo>
                  <a:lnTo>
                    <a:pt x="2464709" y="0"/>
                  </a:lnTo>
                  <a:lnTo>
                    <a:pt x="2463894" y="0"/>
                  </a:lnTo>
                  <a:lnTo>
                    <a:pt x="2463080" y="0"/>
                  </a:lnTo>
                  <a:lnTo>
                    <a:pt x="2462265" y="0"/>
                  </a:lnTo>
                  <a:lnTo>
                    <a:pt x="2461450" y="0"/>
                  </a:lnTo>
                  <a:lnTo>
                    <a:pt x="2460635" y="0"/>
                  </a:lnTo>
                  <a:lnTo>
                    <a:pt x="2459820" y="0"/>
                  </a:lnTo>
                  <a:lnTo>
                    <a:pt x="2459006" y="0"/>
                  </a:lnTo>
                  <a:lnTo>
                    <a:pt x="2458191" y="0"/>
                  </a:lnTo>
                  <a:lnTo>
                    <a:pt x="2457376" y="0"/>
                  </a:lnTo>
                  <a:lnTo>
                    <a:pt x="2456561" y="0"/>
                  </a:lnTo>
                  <a:lnTo>
                    <a:pt x="2455747" y="0"/>
                  </a:lnTo>
                  <a:lnTo>
                    <a:pt x="2454932" y="0"/>
                  </a:lnTo>
                  <a:lnTo>
                    <a:pt x="2454117" y="0"/>
                  </a:lnTo>
                  <a:lnTo>
                    <a:pt x="2453302" y="0"/>
                  </a:lnTo>
                  <a:lnTo>
                    <a:pt x="2452487" y="0"/>
                  </a:lnTo>
                  <a:lnTo>
                    <a:pt x="2451673" y="0"/>
                  </a:lnTo>
                  <a:lnTo>
                    <a:pt x="2450858" y="0"/>
                  </a:lnTo>
                  <a:lnTo>
                    <a:pt x="2450043" y="0"/>
                  </a:lnTo>
                  <a:lnTo>
                    <a:pt x="2449228" y="0"/>
                  </a:lnTo>
                  <a:lnTo>
                    <a:pt x="2448414" y="0"/>
                  </a:lnTo>
                  <a:lnTo>
                    <a:pt x="2447599" y="0"/>
                  </a:lnTo>
                  <a:lnTo>
                    <a:pt x="2446784" y="0"/>
                  </a:lnTo>
                  <a:lnTo>
                    <a:pt x="2445969" y="0"/>
                  </a:lnTo>
                  <a:lnTo>
                    <a:pt x="2445154" y="0"/>
                  </a:lnTo>
                  <a:lnTo>
                    <a:pt x="2444340" y="0"/>
                  </a:lnTo>
                  <a:lnTo>
                    <a:pt x="2443525" y="0"/>
                  </a:lnTo>
                  <a:lnTo>
                    <a:pt x="2442710" y="0"/>
                  </a:lnTo>
                  <a:lnTo>
                    <a:pt x="2441895" y="0"/>
                  </a:lnTo>
                  <a:lnTo>
                    <a:pt x="2441081" y="0"/>
                  </a:lnTo>
                  <a:lnTo>
                    <a:pt x="2440266" y="0"/>
                  </a:lnTo>
                  <a:lnTo>
                    <a:pt x="2439451" y="0"/>
                  </a:lnTo>
                  <a:lnTo>
                    <a:pt x="2438636" y="0"/>
                  </a:lnTo>
                  <a:lnTo>
                    <a:pt x="2437821" y="0"/>
                  </a:lnTo>
                  <a:lnTo>
                    <a:pt x="2437007" y="0"/>
                  </a:lnTo>
                  <a:lnTo>
                    <a:pt x="2436192" y="0"/>
                  </a:lnTo>
                  <a:lnTo>
                    <a:pt x="2435377" y="0"/>
                  </a:lnTo>
                  <a:lnTo>
                    <a:pt x="2434562" y="0"/>
                  </a:lnTo>
                  <a:lnTo>
                    <a:pt x="2433748" y="0"/>
                  </a:lnTo>
                  <a:lnTo>
                    <a:pt x="2432933" y="0"/>
                  </a:lnTo>
                  <a:lnTo>
                    <a:pt x="2432118" y="0"/>
                  </a:lnTo>
                  <a:lnTo>
                    <a:pt x="2431303" y="0"/>
                  </a:lnTo>
                  <a:lnTo>
                    <a:pt x="2430488" y="0"/>
                  </a:lnTo>
                  <a:lnTo>
                    <a:pt x="2429674" y="0"/>
                  </a:lnTo>
                  <a:lnTo>
                    <a:pt x="2428859" y="0"/>
                  </a:lnTo>
                  <a:lnTo>
                    <a:pt x="2428044" y="0"/>
                  </a:lnTo>
                  <a:lnTo>
                    <a:pt x="2427229" y="0"/>
                  </a:lnTo>
                  <a:lnTo>
                    <a:pt x="2426414" y="0"/>
                  </a:lnTo>
                  <a:lnTo>
                    <a:pt x="2425600" y="0"/>
                  </a:lnTo>
                  <a:lnTo>
                    <a:pt x="2424785" y="0"/>
                  </a:lnTo>
                  <a:lnTo>
                    <a:pt x="2423970" y="0"/>
                  </a:lnTo>
                  <a:lnTo>
                    <a:pt x="2423155" y="0"/>
                  </a:lnTo>
                  <a:lnTo>
                    <a:pt x="2422341" y="0"/>
                  </a:lnTo>
                  <a:lnTo>
                    <a:pt x="2421526" y="0"/>
                  </a:lnTo>
                  <a:lnTo>
                    <a:pt x="2420711" y="0"/>
                  </a:lnTo>
                  <a:lnTo>
                    <a:pt x="2419896" y="0"/>
                  </a:lnTo>
                  <a:lnTo>
                    <a:pt x="2419081" y="0"/>
                  </a:lnTo>
                  <a:lnTo>
                    <a:pt x="2418267" y="0"/>
                  </a:lnTo>
                  <a:lnTo>
                    <a:pt x="2417452" y="0"/>
                  </a:lnTo>
                  <a:lnTo>
                    <a:pt x="2416637" y="0"/>
                  </a:lnTo>
                  <a:lnTo>
                    <a:pt x="2415822" y="0"/>
                  </a:lnTo>
                  <a:lnTo>
                    <a:pt x="2415008" y="0"/>
                  </a:lnTo>
                  <a:lnTo>
                    <a:pt x="2414193" y="0"/>
                  </a:lnTo>
                  <a:lnTo>
                    <a:pt x="2413378" y="0"/>
                  </a:lnTo>
                  <a:lnTo>
                    <a:pt x="2412563" y="0"/>
                  </a:lnTo>
                  <a:lnTo>
                    <a:pt x="2411748" y="0"/>
                  </a:lnTo>
                  <a:lnTo>
                    <a:pt x="2410934" y="0"/>
                  </a:lnTo>
                  <a:lnTo>
                    <a:pt x="2410119" y="0"/>
                  </a:lnTo>
                  <a:lnTo>
                    <a:pt x="2409304" y="0"/>
                  </a:lnTo>
                  <a:lnTo>
                    <a:pt x="2408489" y="0"/>
                  </a:lnTo>
                  <a:lnTo>
                    <a:pt x="2407675" y="0"/>
                  </a:lnTo>
                  <a:lnTo>
                    <a:pt x="2406860" y="0"/>
                  </a:lnTo>
                  <a:lnTo>
                    <a:pt x="2406045" y="0"/>
                  </a:lnTo>
                  <a:lnTo>
                    <a:pt x="2405230" y="0"/>
                  </a:lnTo>
                  <a:lnTo>
                    <a:pt x="2404415" y="0"/>
                  </a:lnTo>
                  <a:lnTo>
                    <a:pt x="2403601" y="0"/>
                  </a:lnTo>
                  <a:lnTo>
                    <a:pt x="2402786" y="0"/>
                  </a:lnTo>
                  <a:lnTo>
                    <a:pt x="2401971" y="0"/>
                  </a:lnTo>
                  <a:lnTo>
                    <a:pt x="2401156" y="0"/>
                  </a:lnTo>
                  <a:lnTo>
                    <a:pt x="2400342" y="0"/>
                  </a:lnTo>
                  <a:lnTo>
                    <a:pt x="2399527" y="0"/>
                  </a:lnTo>
                  <a:lnTo>
                    <a:pt x="2398712" y="0"/>
                  </a:lnTo>
                  <a:lnTo>
                    <a:pt x="2397897" y="0"/>
                  </a:lnTo>
                  <a:lnTo>
                    <a:pt x="2397082" y="0"/>
                  </a:lnTo>
                  <a:lnTo>
                    <a:pt x="2396268" y="0"/>
                  </a:lnTo>
                  <a:lnTo>
                    <a:pt x="2395453" y="0"/>
                  </a:lnTo>
                  <a:lnTo>
                    <a:pt x="2394638" y="0"/>
                  </a:lnTo>
                  <a:lnTo>
                    <a:pt x="2393823" y="0"/>
                  </a:lnTo>
                  <a:lnTo>
                    <a:pt x="2393009" y="0"/>
                  </a:lnTo>
                  <a:lnTo>
                    <a:pt x="2392194" y="0"/>
                  </a:lnTo>
                  <a:lnTo>
                    <a:pt x="2391379" y="0"/>
                  </a:lnTo>
                  <a:lnTo>
                    <a:pt x="2390564" y="0"/>
                  </a:lnTo>
                  <a:lnTo>
                    <a:pt x="2389749" y="0"/>
                  </a:lnTo>
                  <a:lnTo>
                    <a:pt x="2388935" y="0"/>
                  </a:lnTo>
                  <a:lnTo>
                    <a:pt x="2388120" y="0"/>
                  </a:lnTo>
                  <a:lnTo>
                    <a:pt x="2387305" y="0"/>
                  </a:lnTo>
                  <a:lnTo>
                    <a:pt x="2386490" y="0"/>
                  </a:lnTo>
                  <a:lnTo>
                    <a:pt x="2385675" y="0"/>
                  </a:lnTo>
                  <a:lnTo>
                    <a:pt x="2384861" y="0"/>
                  </a:lnTo>
                  <a:lnTo>
                    <a:pt x="2384046" y="0"/>
                  </a:lnTo>
                  <a:lnTo>
                    <a:pt x="2383231" y="0"/>
                  </a:lnTo>
                  <a:lnTo>
                    <a:pt x="2382416" y="0"/>
                  </a:lnTo>
                  <a:lnTo>
                    <a:pt x="2381602" y="0"/>
                  </a:lnTo>
                  <a:lnTo>
                    <a:pt x="2380787" y="0"/>
                  </a:lnTo>
                  <a:lnTo>
                    <a:pt x="2379972" y="0"/>
                  </a:lnTo>
                  <a:lnTo>
                    <a:pt x="2379157" y="0"/>
                  </a:lnTo>
                  <a:lnTo>
                    <a:pt x="2378342" y="0"/>
                  </a:lnTo>
                  <a:lnTo>
                    <a:pt x="2377528" y="0"/>
                  </a:lnTo>
                  <a:lnTo>
                    <a:pt x="2376713" y="0"/>
                  </a:lnTo>
                  <a:lnTo>
                    <a:pt x="2375898" y="0"/>
                  </a:lnTo>
                  <a:lnTo>
                    <a:pt x="2375083" y="0"/>
                  </a:lnTo>
                  <a:lnTo>
                    <a:pt x="2374269" y="0"/>
                  </a:lnTo>
                  <a:lnTo>
                    <a:pt x="2373454" y="0"/>
                  </a:lnTo>
                  <a:lnTo>
                    <a:pt x="2372639" y="0"/>
                  </a:lnTo>
                  <a:lnTo>
                    <a:pt x="2371824" y="0"/>
                  </a:lnTo>
                  <a:lnTo>
                    <a:pt x="2371009" y="0"/>
                  </a:lnTo>
                  <a:lnTo>
                    <a:pt x="2370195" y="0"/>
                  </a:lnTo>
                  <a:lnTo>
                    <a:pt x="2369380" y="0"/>
                  </a:lnTo>
                  <a:lnTo>
                    <a:pt x="2368565" y="0"/>
                  </a:lnTo>
                  <a:lnTo>
                    <a:pt x="2367750" y="0"/>
                  </a:lnTo>
                  <a:lnTo>
                    <a:pt x="2366936" y="0"/>
                  </a:lnTo>
                  <a:lnTo>
                    <a:pt x="2366121" y="0"/>
                  </a:lnTo>
                  <a:lnTo>
                    <a:pt x="2365306" y="0"/>
                  </a:lnTo>
                  <a:lnTo>
                    <a:pt x="2364491" y="0"/>
                  </a:lnTo>
                  <a:lnTo>
                    <a:pt x="2363676" y="0"/>
                  </a:lnTo>
                  <a:lnTo>
                    <a:pt x="2362862" y="0"/>
                  </a:lnTo>
                  <a:lnTo>
                    <a:pt x="2362047" y="0"/>
                  </a:lnTo>
                  <a:lnTo>
                    <a:pt x="2361232" y="0"/>
                  </a:lnTo>
                  <a:lnTo>
                    <a:pt x="2360417" y="0"/>
                  </a:lnTo>
                  <a:lnTo>
                    <a:pt x="2359603" y="0"/>
                  </a:lnTo>
                  <a:lnTo>
                    <a:pt x="2358788" y="0"/>
                  </a:lnTo>
                  <a:lnTo>
                    <a:pt x="2357973" y="0"/>
                  </a:lnTo>
                  <a:lnTo>
                    <a:pt x="2357158" y="0"/>
                  </a:lnTo>
                  <a:lnTo>
                    <a:pt x="2356343" y="0"/>
                  </a:lnTo>
                  <a:lnTo>
                    <a:pt x="2355529" y="0"/>
                  </a:lnTo>
                  <a:lnTo>
                    <a:pt x="2354714" y="0"/>
                  </a:lnTo>
                  <a:lnTo>
                    <a:pt x="2353899" y="0"/>
                  </a:lnTo>
                  <a:lnTo>
                    <a:pt x="2353084" y="0"/>
                  </a:lnTo>
                  <a:lnTo>
                    <a:pt x="2352270" y="0"/>
                  </a:lnTo>
                  <a:lnTo>
                    <a:pt x="2351455" y="0"/>
                  </a:lnTo>
                  <a:lnTo>
                    <a:pt x="2350640" y="0"/>
                  </a:lnTo>
                  <a:lnTo>
                    <a:pt x="2349825" y="0"/>
                  </a:lnTo>
                  <a:lnTo>
                    <a:pt x="2349010" y="0"/>
                  </a:lnTo>
                  <a:lnTo>
                    <a:pt x="2348196" y="0"/>
                  </a:lnTo>
                  <a:lnTo>
                    <a:pt x="2347381" y="0"/>
                  </a:lnTo>
                  <a:lnTo>
                    <a:pt x="2346566" y="0"/>
                  </a:lnTo>
                  <a:lnTo>
                    <a:pt x="2345751" y="0"/>
                  </a:lnTo>
                  <a:lnTo>
                    <a:pt x="2344936" y="0"/>
                  </a:lnTo>
                  <a:lnTo>
                    <a:pt x="2344122" y="0"/>
                  </a:lnTo>
                  <a:lnTo>
                    <a:pt x="2343307" y="0"/>
                  </a:lnTo>
                  <a:lnTo>
                    <a:pt x="2342492" y="0"/>
                  </a:lnTo>
                  <a:lnTo>
                    <a:pt x="2341677" y="0"/>
                  </a:lnTo>
                  <a:lnTo>
                    <a:pt x="2340863" y="0"/>
                  </a:lnTo>
                  <a:lnTo>
                    <a:pt x="2340048" y="0"/>
                  </a:lnTo>
                  <a:lnTo>
                    <a:pt x="2339233" y="0"/>
                  </a:lnTo>
                  <a:lnTo>
                    <a:pt x="2338418" y="0"/>
                  </a:lnTo>
                  <a:lnTo>
                    <a:pt x="2337603" y="0"/>
                  </a:lnTo>
                  <a:lnTo>
                    <a:pt x="2336789" y="0"/>
                  </a:lnTo>
                  <a:lnTo>
                    <a:pt x="2335974" y="0"/>
                  </a:lnTo>
                  <a:lnTo>
                    <a:pt x="2335159" y="0"/>
                  </a:lnTo>
                  <a:lnTo>
                    <a:pt x="2334344" y="0"/>
                  </a:lnTo>
                  <a:lnTo>
                    <a:pt x="2333530" y="0"/>
                  </a:lnTo>
                  <a:lnTo>
                    <a:pt x="2332715" y="0"/>
                  </a:lnTo>
                  <a:lnTo>
                    <a:pt x="2331900" y="0"/>
                  </a:lnTo>
                  <a:lnTo>
                    <a:pt x="2331085" y="0"/>
                  </a:lnTo>
                  <a:lnTo>
                    <a:pt x="2330270" y="0"/>
                  </a:lnTo>
                  <a:lnTo>
                    <a:pt x="2329456" y="0"/>
                  </a:lnTo>
                  <a:lnTo>
                    <a:pt x="2328641" y="0"/>
                  </a:lnTo>
                  <a:lnTo>
                    <a:pt x="2327826" y="0"/>
                  </a:lnTo>
                  <a:lnTo>
                    <a:pt x="2327011" y="0"/>
                  </a:lnTo>
                  <a:lnTo>
                    <a:pt x="2326197" y="0"/>
                  </a:lnTo>
                  <a:lnTo>
                    <a:pt x="2325382" y="0"/>
                  </a:lnTo>
                  <a:lnTo>
                    <a:pt x="2324567" y="0"/>
                  </a:lnTo>
                  <a:lnTo>
                    <a:pt x="2323752" y="0"/>
                  </a:lnTo>
                  <a:lnTo>
                    <a:pt x="2322937" y="0"/>
                  </a:lnTo>
                  <a:lnTo>
                    <a:pt x="2322123" y="0"/>
                  </a:lnTo>
                  <a:lnTo>
                    <a:pt x="2321308" y="0"/>
                  </a:lnTo>
                  <a:lnTo>
                    <a:pt x="2320493" y="0"/>
                  </a:lnTo>
                  <a:lnTo>
                    <a:pt x="2319678" y="0"/>
                  </a:lnTo>
                  <a:lnTo>
                    <a:pt x="2318864" y="0"/>
                  </a:lnTo>
                  <a:lnTo>
                    <a:pt x="2318049" y="0"/>
                  </a:lnTo>
                  <a:lnTo>
                    <a:pt x="2317234" y="0"/>
                  </a:lnTo>
                  <a:lnTo>
                    <a:pt x="2316419" y="0"/>
                  </a:lnTo>
                  <a:lnTo>
                    <a:pt x="2315604" y="0"/>
                  </a:lnTo>
                  <a:lnTo>
                    <a:pt x="2314790" y="0"/>
                  </a:lnTo>
                  <a:lnTo>
                    <a:pt x="2313975" y="0"/>
                  </a:lnTo>
                  <a:lnTo>
                    <a:pt x="2313160" y="0"/>
                  </a:lnTo>
                  <a:lnTo>
                    <a:pt x="2312345" y="0"/>
                  </a:lnTo>
                  <a:lnTo>
                    <a:pt x="2311531" y="0"/>
                  </a:lnTo>
                  <a:lnTo>
                    <a:pt x="2310716" y="0"/>
                  </a:lnTo>
                  <a:lnTo>
                    <a:pt x="2309901" y="0"/>
                  </a:lnTo>
                  <a:lnTo>
                    <a:pt x="2309086" y="0"/>
                  </a:lnTo>
                  <a:lnTo>
                    <a:pt x="2308271" y="0"/>
                  </a:lnTo>
                  <a:lnTo>
                    <a:pt x="2307457" y="0"/>
                  </a:lnTo>
                  <a:lnTo>
                    <a:pt x="2306642" y="0"/>
                  </a:lnTo>
                  <a:lnTo>
                    <a:pt x="2305827" y="0"/>
                  </a:lnTo>
                  <a:lnTo>
                    <a:pt x="2305012" y="0"/>
                  </a:lnTo>
                  <a:lnTo>
                    <a:pt x="2304197" y="0"/>
                  </a:lnTo>
                  <a:lnTo>
                    <a:pt x="2303383" y="0"/>
                  </a:lnTo>
                  <a:lnTo>
                    <a:pt x="2302568" y="0"/>
                  </a:lnTo>
                  <a:lnTo>
                    <a:pt x="2301753" y="0"/>
                  </a:lnTo>
                  <a:lnTo>
                    <a:pt x="2300938" y="0"/>
                  </a:lnTo>
                  <a:lnTo>
                    <a:pt x="2300124" y="0"/>
                  </a:lnTo>
                  <a:lnTo>
                    <a:pt x="2299309" y="0"/>
                  </a:lnTo>
                  <a:lnTo>
                    <a:pt x="2298494" y="0"/>
                  </a:lnTo>
                  <a:lnTo>
                    <a:pt x="2297679" y="0"/>
                  </a:lnTo>
                  <a:lnTo>
                    <a:pt x="2296864" y="0"/>
                  </a:lnTo>
                  <a:lnTo>
                    <a:pt x="2296050" y="0"/>
                  </a:lnTo>
                  <a:lnTo>
                    <a:pt x="2295235" y="0"/>
                  </a:lnTo>
                  <a:lnTo>
                    <a:pt x="2294420" y="0"/>
                  </a:lnTo>
                  <a:lnTo>
                    <a:pt x="2293605" y="0"/>
                  </a:lnTo>
                  <a:lnTo>
                    <a:pt x="2292791" y="0"/>
                  </a:lnTo>
                  <a:lnTo>
                    <a:pt x="2291976" y="0"/>
                  </a:lnTo>
                  <a:lnTo>
                    <a:pt x="2291161" y="0"/>
                  </a:lnTo>
                  <a:lnTo>
                    <a:pt x="2290346" y="0"/>
                  </a:lnTo>
                  <a:lnTo>
                    <a:pt x="2289531" y="0"/>
                  </a:lnTo>
                  <a:lnTo>
                    <a:pt x="2288717" y="0"/>
                  </a:lnTo>
                  <a:lnTo>
                    <a:pt x="2287902" y="0"/>
                  </a:lnTo>
                  <a:lnTo>
                    <a:pt x="2287087" y="0"/>
                  </a:lnTo>
                  <a:lnTo>
                    <a:pt x="2286272" y="0"/>
                  </a:lnTo>
                  <a:lnTo>
                    <a:pt x="2285458" y="0"/>
                  </a:lnTo>
                  <a:lnTo>
                    <a:pt x="2284643" y="0"/>
                  </a:lnTo>
                  <a:lnTo>
                    <a:pt x="2283828" y="0"/>
                  </a:lnTo>
                  <a:lnTo>
                    <a:pt x="2283013" y="0"/>
                  </a:lnTo>
                  <a:lnTo>
                    <a:pt x="2282198" y="0"/>
                  </a:lnTo>
                  <a:lnTo>
                    <a:pt x="2281384" y="0"/>
                  </a:lnTo>
                  <a:lnTo>
                    <a:pt x="2280569" y="0"/>
                  </a:lnTo>
                  <a:lnTo>
                    <a:pt x="2279754" y="0"/>
                  </a:lnTo>
                  <a:lnTo>
                    <a:pt x="2278939" y="0"/>
                  </a:lnTo>
                  <a:lnTo>
                    <a:pt x="2278125" y="0"/>
                  </a:lnTo>
                  <a:lnTo>
                    <a:pt x="2277310" y="0"/>
                  </a:lnTo>
                  <a:lnTo>
                    <a:pt x="2276495" y="0"/>
                  </a:lnTo>
                  <a:lnTo>
                    <a:pt x="2275680" y="0"/>
                  </a:lnTo>
                  <a:lnTo>
                    <a:pt x="2274865" y="0"/>
                  </a:lnTo>
                  <a:lnTo>
                    <a:pt x="2274051" y="0"/>
                  </a:lnTo>
                  <a:lnTo>
                    <a:pt x="2273236" y="0"/>
                  </a:lnTo>
                  <a:lnTo>
                    <a:pt x="2272421" y="0"/>
                  </a:lnTo>
                  <a:lnTo>
                    <a:pt x="2271606" y="0"/>
                  </a:lnTo>
                  <a:lnTo>
                    <a:pt x="2270792" y="0"/>
                  </a:lnTo>
                  <a:lnTo>
                    <a:pt x="2269977" y="0"/>
                  </a:lnTo>
                  <a:lnTo>
                    <a:pt x="2269162" y="0"/>
                  </a:lnTo>
                  <a:lnTo>
                    <a:pt x="2268347" y="0"/>
                  </a:lnTo>
                  <a:lnTo>
                    <a:pt x="2267532" y="0"/>
                  </a:lnTo>
                  <a:lnTo>
                    <a:pt x="2266718" y="0"/>
                  </a:lnTo>
                  <a:lnTo>
                    <a:pt x="2265903" y="0"/>
                  </a:lnTo>
                  <a:lnTo>
                    <a:pt x="2265088" y="0"/>
                  </a:lnTo>
                  <a:lnTo>
                    <a:pt x="2264273" y="0"/>
                  </a:lnTo>
                  <a:lnTo>
                    <a:pt x="2263458" y="0"/>
                  </a:lnTo>
                  <a:lnTo>
                    <a:pt x="2262644" y="0"/>
                  </a:lnTo>
                  <a:lnTo>
                    <a:pt x="2261829" y="0"/>
                  </a:lnTo>
                  <a:lnTo>
                    <a:pt x="2261014" y="0"/>
                  </a:lnTo>
                  <a:lnTo>
                    <a:pt x="2260199" y="0"/>
                  </a:lnTo>
                  <a:lnTo>
                    <a:pt x="2259385" y="0"/>
                  </a:lnTo>
                  <a:lnTo>
                    <a:pt x="2258570" y="0"/>
                  </a:lnTo>
                  <a:lnTo>
                    <a:pt x="2257755" y="0"/>
                  </a:lnTo>
                  <a:lnTo>
                    <a:pt x="2256940" y="0"/>
                  </a:lnTo>
                  <a:lnTo>
                    <a:pt x="2256125" y="0"/>
                  </a:lnTo>
                  <a:lnTo>
                    <a:pt x="2255311" y="0"/>
                  </a:lnTo>
                  <a:lnTo>
                    <a:pt x="2254496" y="0"/>
                  </a:lnTo>
                  <a:lnTo>
                    <a:pt x="2253681" y="0"/>
                  </a:lnTo>
                  <a:lnTo>
                    <a:pt x="2252866" y="0"/>
                  </a:lnTo>
                  <a:lnTo>
                    <a:pt x="2252052" y="0"/>
                  </a:lnTo>
                  <a:lnTo>
                    <a:pt x="2251237" y="0"/>
                  </a:lnTo>
                  <a:lnTo>
                    <a:pt x="2250422" y="0"/>
                  </a:lnTo>
                  <a:lnTo>
                    <a:pt x="2249607" y="0"/>
                  </a:lnTo>
                  <a:lnTo>
                    <a:pt x="2248792" y="0"/>
                  </a:lnTo>
                  <a:lnTo>
                    <a:pt x="2247978" y="0"/>
                  </a:lnTo>
                  <a:lnTo>
                    <a:pt x="2247163" y="0"/>
                  </a:lnTo>
                  <a:lnTo>
                    <a:pt x="2246348" y="0"/>
                  </a:lnTo>
                  <a:lnTo>
                    <a:pt x="2245533" y="0"/>
                  </a:lnTo>
                  <a:lnTo>
                    <a:pt x="2244719" y="0"/>
                  </a:lnTo>
                  <a:lnTo>
                    <a:pt x="2243904" y="0"/>
                  </a:lnTo>
                  <a:lnTo>
                    <a:pt x="2243089" y="0"/>
                  </a:lnTo>
                  <a:lnTo>
                    <a:pt x="2242274" y="0"/>
                  </a:lnTo>
                  <a:lnTo>
                    <a:pt x="2241459" y="0"/>
                  </a:lnTo>
                  <a:lnTo>
                    <a:pt x="2240645" y="0"/>
                  </a:lnTo>
                  <a:lnTo>
                    <a:pt x="2239830" y="0"/>
                  </a:lnTo>
                  <a:lnTo>
                    <a:pt x="2239015" y="0"/>
                  </a:lnTo>
                  <a:lnTo>
                    <a:pt x="2238200" y="0"/>
                  </a:lnTo>
                  <a:lnTo>
                    <a:pt x="2237386" y="0"/>
                  </a:lnTo>
                  <a:lnTo>
                    <a:pt x="2236571" y="0"/>
                  </a:lnTo>
                  <a:lnTo>
                    <a:pt x="2235756" y="0"/>
                  </a:lnTo>
                  <a:lnTo>
                    <a:pt x="2234941" y="0"/>
                  </a:lnTo>
                  <a:lnTo>
                    <a:pt x="2234126" y="0"/>
                  </a:lnTo>
                  <a:lnTo>
                    <a:pt x="2233312" y="0"/>
                  </a:lnTo>
                  <a:lnTo>
                    <a:pt x="2232497" y="0"/>
                  </a:lnTo>
                  <a:lnTo>
                    <a:pt x="2231682" y="0"/>
                  </a:lnTo>
                  <a:lnTo>
                    <a:pt x="2230867" y="0"/>
                  </a:lnTo>
                  <a:lnTo>
                    <a:pt x="2230052" y="0"/>
                  </a:lnTo>
                  <a:lnTo>
                    <a:pt x="2229238" y="0"/>
                  </a:lnTo>
                  <a:lnTo>
                    <a:pt x="2228423" y="0"/>
                  </a:lnTo>
                  <a:lnTo>
                    <a:pt x="2227608" y="0"/>
                  </a:lnTo>
                  <a:lnTo>
                    <a:pt x="2226793" y="0"/>
                  </a:lnTo>
                  <a:lnTo>
                    <a:pt x="2225979" y="0"/>
                  </a:lnTo>
                  <a:lnTo>
                    <a:pt x="2225164" y="0"/>
                  </a:lnTo>
                  <a:lnTo>
                    <a:pt x="2224349" y="0"/>
                  </a:lnTo>
                  <a:lnTo>
                    <a:pt x="2223534" y="0"/>
                  </a:lnTo>
                  <a:lnTo>
                    <a:pt x="2222719" y="0"/>
                  </a:lnTo>
                  <a:lnTo>
                    <a:pt x="2221905" y="0"/>
                  </a:lnTo>
                  <a:lnTo>
                    <a:pt x="2221090" y="0"/>
                  </a:lnTo>
                  <a:lnTo>
                    <a:pt x="2220275" y="0"/>
                  </a:lnTo>
                  <a:lnTo>
                    <a:pt x="2219460" y="0"/>
                  </a:lnTo>
                  <a:lnTo>
                    <a:pt x="2218646" y="0"/>
                  </a:lnTo>
                  <a:lnTo>
                    <a:pt x="2217831" y="0"/>
                  </a:lnTo>
                  <a:lnTo>
                    <a:pt x="2217016" y="0"/>
                  </a:lnTo>
                  <a:lnTo>
                    <a:pt x="2216201" y="0"/>
                  </a:lnTo>
                  <a:lnTo>
                    <a:pt x="2215386" y="0"/>
                  </a:lnTo>
                  <a:lnTo>
                    <a:pt x="2214572" y="0"/>
                  </a:lnTo>
                  <a:lnTo>
                    <a:pt x="2213757" y="0"/>
                  </a:lnTo>
                  <a:lnTo>
                    <a:pt x="2212942" y="0"/>
                  </a:lnTo>
                  <a:lnTo>
                    <a:pt x="2212127" y="0"/>
                  </a:lnTo>
                  <a:lnTo>
                    <a:pt x="2211313" y="0"/>
                  </a:lnTo>
                  <a:lnTo>
                    <a:pt x="2210498" y="0"/>
                  </a:lnTo>
                  <a:lnTo>
                    <a:pt x="2209683" y="0"/>
                  </a:lnTo>
                  <a:lnTo>
                    <a:pt x="2208868" y="0"/>
                  </a:lnTo>
                  <a:lnTo>
                    <a:pt x="2208053" y="0"/>
                  </a:lnTo>
                  <a:lnTo>
                    <a:pt x="2207239" y="0"/>
                  </a:lnTo>
                  <a:lnTo>
                    <a:pt x="2206424" y="0"/>
                  </a:lnTo>
                  <a:lnTo>
                    <a:pt x="2205609" y="0"/>
                  </a:lnTo>
                  <a:lnTo>
                    <a:pt x="2204794" y="0"/>
                  </a:lnTo>
                  <a:lnTo>
                    <a:pt x="2203980" y="0"/>
                  </a:lnTo>
                  <a:lnTo>
                    <a:pt x="2203165" y="0"/>
                  </a:lnTo>
                  <a:lnTo>
                    <a:pt x="2202350" y="0"/>
                  </a:lnTo>
                  <a:lnTo>
                    <a:pt x="2201535" y="0"/>
                  </a:lnTo>
                  <a:lnTo>
                    <a:pt x="2200720" y="0"/>
                  </a:lnTo>
                  <a:lnTo>
                    <a:pt x="2199906" y="0"/>
                  </a:lnTo>
                  <a:lnTo>
                    <a:pt x="2199091" y="0"/>
                  </a:lnTo>
                  <a:lnTo>
                    <a:pt x="2198276" y="0"/>
                  </a:lnTo>
                  <a:lnTo>
                    <a:pt x="2197461" y="0"/>
                  </a:lnTo>
                  <a:lnTo>
                    <a:pt x="2196647" y="0"/>
                  </a:lnTo>
                  <a:lnTo>
                    <a:pt x="2195832" y="0"/>
                  </a:lnTo>
                  <a:lnTo>
                    <a:pt x="2195017" y="0"/>
                  </a:lnTo>
                  <a:lnTo>
                    <a:pt x="2194202" y="0"/>
                  </a:lnTo>
                  <a:lnTo>
                    <a:pt x="2193387" y="0"/>
                  </a:lnTo>
                  <a:lnTo>
                    <a:pt x="2192573" y="0"/>
                  </a:lnTo>
                  <a:lnTo>
                    <a:pt x="2191758" y="0"/>
                  </a:lnTo>
                  <a:lnTo>
                    <a:pt x="2190943" y="0"/>
                  </a:lnTo>
                  <a:lnTo>
                    <a:pt x="2190128" y="0"/>
                  </a:lnTo>
                  <a:lnTo>
                    <a:pt x="2189313" y="0"/>
                  </a:lnTo>
                  <a:lnTo>
                    <a:pt x="2188499" y="0"/>
                  </a:lnTo>
                  <a:lnTo>
                    <a:pt x="2187684" y="0"/>
                  </a:lnTo>
                  <a:lnTo>
                    <a:pt x="2186869" y="0"/>
                  </a:lnTo>
                  <a:lnTo>
                    <a:pt x="2186054" y="0"/>
                  </a:lnTo>
                  <a:lnTo>
                    <a:pt x="2185240" y="0"/>
                  </a:lnTo>
                  <a:lnTo>
                    <a:pt x="2184425" y="0"/>
                  </a:lnTo>
                  <a:lnTo>
                    <a:pt x="2183610" y="0"/>
                  </a:lnTo>
                  <a:lnTo>
                    <a:pt x="2182795" y="0"/>
                  </a:lnTo>
                  <a:lnTo>
                    <a:pt x="2181980" y="0"/>
                  </a:lnTo>
                  <a:lnTo>
                    <a:pt x="2181166" y="0"/>
                  </a:lnTo>
                  <a:lnTo>
                    <a:pt x="2180351" y="0"/>
                  </a:lnTo>
                  <a:lnTo>
                    <a:pt x="2179536" y="0"/>
                  </a:lnTo>
                  <a:lnTo>
                    <a:pt x="2178721" y="0"/>
                  </a:lnTo>
                  <a:lnTo>
                    <a:pt x="2177907" y="0"/>
                  </a:lnTo>
                  <a:lnTo>
                    <a:pt x="2177092" y="0"/>
                  </a:lnTo>
                  <a:lnTo>
                    <a:pt x="2176277" y="0"/>
                  </a:lnTo>
                  <a:lnTo>
                    <a:pt x="2175462" y="0"/>
                  </a:lnTo>
                  <a:lnTo>
                    <a:pt x="2174647" y="0"/>
                  </a:lnTo>
                  <a:lnTo>
                    <a:pt x="2173833" y="0"/>
                  </a:lnTo>
                  <a:lnTo>
                    <a:pt x="2173018" y="0"/>
                  </a:lnTo>
                  <a:lnTo>
                    <a:pt x="2172203" y="0"/>
                  </a:lnTo>
                  <a:lnTo>
                    <a:pt x="2171388" y="0"/>
                  </a:lnTo>
                  <a:lnTo>
                    <a:pt x="2170574" y="0"/>
                  </a:lnTo>
                  <a:lnTo>
                    <a:pt x="2169759" y="0"/>
                  </a:lnTo>
                  <a:lnTo>
                    <a:pt x="2168944" y="0"/>
                  </a:lnTo>
                  <a:lnTo>
                    <a:pt x="2168129" y="0"/>
                  </a:lnTo>
                  <a:lnTo>
                    <a:pt x="2167314" y="0"/>
                  </a:lnTo>
                  <a:lnTo>
                    <a:pt x="2166500" y="0"/>
                  </a:lnTo>
                  <a:lnTo>
                    <a:pt x="2165685" y="0"/>
                  </a:lnTo>
                  <a:lnTo>
                    <a:pt x="2164870" y="0"/>
                  </a:lnTo>
                  <a:lnTo>
                    <a:pt x="2164055" y="0"/>
                  </a:lnTo>
                  <a:lnTo>
                    <a:pt x="2163241" y="0"/>
                  </a:lnTo>
                  <a:lnTo>
                    <a:pt x="2162426" y="0"/>
                  </a:lnTo>
                  <a:lnTo>
                    <a:pt x="2161611" y="0"/>
                  </a:lnTo>
                  <a:lnTo>
                    <a:pt x="2160796" y="0"/>
                  </a:lnTo>
                  <a:lnTo>
                    <a:pt x="2159981" y="0"/>
                  </a:lnTo>
                  <a:lnTo>
                    <a:pt x="2159167" y="0"/>
                  </a:lnTo>
                  <a:lnTo>
                    <a:pt x="2158352" y="0"/>
                  </a:lnTo>
                  <a:lnTo>
                    <a:pt x="2157537" y="0"/>
                  </a:lnTo>
                  <a:lnTo>
                    <a:pt x="2156722" y="0"/>
                  </a:lnTo>
                  <a:lnTo>
                    <a:pt x="2155908" y="0"/>
                  </a:lnTo>
                  <a:lnTo>
                    <a:pt x="2155093" y="0"/>
                  </a:lnTo>
                  <a:lnTo>
                    <a:pt x="2154278" y="0"/>
                  </a:lnTo>
                  <a:lnTo>
                    <a:pt x="2153463" y="0"/>
                  </a:lnTo>
                  <a:lnTo>
                    <a:pt x="2152648" y="0"/>
                  </a:lnTo>
                  <a:lnTo>
                    <a:pt x="2151834" y="0"/>
                  </a:lnTo>
                  <a:lnTo>
                    <a:pt x="2151019" y="0"/>
                  </a:lnTo>
                  <a:lnTo>
                    <a:pt x="2150204" y="0"/>
                  </a:lnTo>
                  <a:lnTo>
                    <a:pt x="2149389" y="0"/>
                  </a:lnTo>
                  <a:lnTo>
                    <a:pt x="2148574" y="0"/>
                  </a:lnTo>
                  <a:lnTo>
                    <a:pt x="2147760" y="0"/>
                  </a:lnTo>
                  <a:lnTo>
                    <a:pt x="2146945" y="0"/>
                  </a:lnTo>
                  <a:lnTo>
                    <a:pt x="2146130" y="0"/>
                  </a:lnTo>
                  <a:lnTo>
                    <a:pt x="2145315" y="0"/>
                  </a:lnTo>
                  <a:lnTo>
                    <a:pt x="2144501" y="0"/>
                  </a:lnTo>
                  <a:lnTo>
                    <a:pt x="2143686" y="0"/>
                  </a:lnTo>
                  <a:lnTo>
                    <a:pt x="2142871" y="0"/>
                  </a:lnTo>
                  <a:lnTo>
                    <a:pt x="2142056" y="0"/>
                  </a:lnTo>
                  <a:lnTo>
                    <a:pt x="2141241" y="0"/>
                  </a:lnTo>
                  <a:lnTo>
                    <a:pt x="2140427" y="0"/>
                  </a:lnTo>
                  <a:lnTo>
                    <a:pt x="2139612" y="0"/>
                  </a:lnTo>
                  <a:lnTo>
                    <a:pt x="2138797" y="0"/>
                  </a:lnTo>
                  <a:lnTo>
                    <a:pt x="2137982" y="0"/>
                  </a:lnTo>
                  <a:lnTo>
                    <a:pt x="2137168" y="0"/>
                  </a:lnTo>
                  <a:lnTo>
                    <a:pt x="2136353" y="0"/>
                  </a:lnTo>
                  <a:lnTo>
                    <a:pt x="2135538" y="0"/>
                  </a:lnTo>
                  <a:lnTo>
                    <a:pt x="2134723" y="0"/>
                  </a:lnTo>
                  <a:lnTo>
                    <a:pt x="2133908" y="0"/>
                  </a:lnTo>
                  <a:lnTo>
                    <a:pt x="2133094" y="0"/>
                  </a:lnTo>
                  <a:lnTo>
                    <a:pt x="2132279" y="0"/>
                  </a:lnTo>
                  <a:lnTo>
                    <a:pt x="2131464" y="0"/>
                  </a:lnTo>
                  <a:lnTo>
                    <a:pt x="2130649" y="0"/>
                  </a:lnTo>
                  <a:lnTo>
                    <a:pt x="2129835" y="0"/>
                  </a:lnTo>
                  <a:lnTo>
                    <a:pt x="2129020" y="0"/>
                  </a:lnTo>
                  <a:lnTo>
                    <a:pt x="2128205" y="0"/>
                  </a:lnTo>
                  <a:lnTo>
                    <a:pt x="2127390" y="0"/>
                  </a:lnTo>
                  <a:lnTo>
                    <a:pt x="2126575" y="0"/>
                  </a:lnTo>
                  <a:lnTo>
                    <a:pt x="2125761" y="0"/>
                  </a:lnTo>
                  <a:lnTo>
                    <a:pt x="2124946" y="0"/>
                  </a:lnTo>
                  <a:lnTo>
                    <a:pt x="2124131" y="0"/>
                  </a:lnTo>
                  <a:lnTo>
                    <a:pt x="2123316" y="0"/>
                  </a:lnTo>
                  <a:lnTo>
                    <a:pt x="2122502" y="0"/>
                  </a:lnTo>
                  <a:lnTo>
                    <a:pt x="2121687" y="0"/>
                  </a:lnTo>
                  <a:lnTo>
                    <a:pt x="2120872" y="0"/>
                  </a:lnTo>
                  <a:lnTo>
                    <a:pt x="2120057" y="0"/>
                  </a:lnTo>
                  <a:lnTo>
                    <a:pt x="2119242" y="0"/>
                  </a:lnTo>
                  <a:lnTo>
                    <a:pt x="2118428" y="0"/>
                  </a:lnTo>
                  <a:lnTo>
                    <a:pt x="2117613" y="0"/>
                  </a:lnTo>
                  <a:lnTo>
                    <a:pt x="2116798" y="0"/>
                  </a:lnTo>
                  <a:lnTo>
                    <a:pt x="2115983" y="0"/>
                  </a:lnTo>
                  <a:lnTo>
                    <a:pt x="2115169" y="0"/>
                  </a:lnTo>
                  <a:lnTo>
                    <a:pt x="2114354" y="0"/>
                  </a:lnTo>
                  <a:lnTo>
                    <a:pt x="2113539" y="0"/>
                  </a:lnTo>
                  <a:lnTo>
                    <a:pt x="2112724" y="0"/>
                  </a:lnTo>
                  <a:lnTo>
                    <a:pt x="2111909" y="0"/>
                  </a:lnTo>
                  <a:lnTo>
                    <a:pt x="2111095" y="0"/>
                  </a:lnTo>
                  <a:lnTo>
                    <a:pt x="2110280" y="0"/>
                  </a:lnTo>
                  <a:lnTo>
                    <a:pt x="2109465" y="0"/>
                  </a:lnTo>
                  <a:lnTo>
                    <a:pt x="2108650" y="0"/>
                  </a:lnTo>
                  <a:lnTo>
                    <a:pt x="2107835" y="0"/>
                  </a:lnTo>
                  <a:lnTo>
                    <a:pt x="2107021" y="0"/>
                  </a:lnTo>
                  <a:lnTo>
                    <a:pt x="2106206" y="0"/>
                  </a:lnTo>
                  <a:lnTo>
                    <a:pt x="2105391" y="0"/>
                  </a:lnTo>
                  <a:lnTo>
                    <a:pt x="2104576" y="0"/>
                  </a:lnTo>
                  <a:lnTo>
                    <a:pt x="2103762" y="0"/>
                  </a:lnTo>
                  <a:lnTo>
                    <a:pt x="2102947" y="0"/>
                  </a:lnTo>
                  <a:lnTo>
                    <a:pt x="2102132" y="0"/>
                  </a:lnTo>
                  <a:lnTo>
                    <a:pt x="2101317" y="0"/>
                  </a:lnTo>
                  <a:lnTo>
                    <a:pt x="2100502" y="0"/>
                  </a:lnTo>
                  <a:lnTo>
                    <a:pt x="2099688" y="0"/>
                  </a:lnTo>
                  <a:lnTo>
                    <a:pt x="2098873" y="0"/>
                  </a:lnTo>
                  <a:lnTo>
                    <a:pt x="2098058" y="0"/>
                  </a:lnTo>
                  <a:lnTo>
                    <a:pt x="2097243" y="0"/>
                  </a:lnTo>
                  <a:lnTo>
                    <a:pt x="2096429" y="0"/>
                  </a:lnTo>
                  <a:lnTo>
                    <a:pt x="2095614" y="0"/>
                  </a:lnTo>
                  <a:lnTo>
                    <a:pt x="2094799" y="0"/>
                  </a:lnTo>
                  <a:lnTo>
                    <a:pt x="2093984" y="0"/>
                  </a:lnTo>
                  <a:lnTo>
                    <a:pt x="2093169" y="0"/>
                  </a:lnTo>
                  <a:lnTo>
                    <a:pt x="2092355" y="0"/>
                  </a:lnTo>
                  <a:lnTo>
                    <a:pt x="2091540" y="0"/>
                  </a:lnTo>
                  <a:lnTo>
                    <a:pt x="2090725" y="0"/>
                  </a:lnTo>
                  <a:lnTo>
                    <a:pt x="2089910" y="0"/>
                  </a:lnTo>
                  <a:lnTo>
                    <a:pt x="2089096" y="0"/>
                  </a:lnTo>
                  <a:lnTo>
                    <a:pt x="2088281" y="0"/>
                  </a:lnTo>
                  <a:lnTo>
                    <a:pt x="2087466" y="0"/>
                  </a:lnTo>
                  <a:lnTo>
                    <a:pt x="2086651" y="0"/>
                  </a:lnTo>
                  <a:lnTo>
                    <a:pt x="2085836" y="0"/>
                  </a:lnTo>
                  <a:lnTo>
                    <a:pt x="2085022" y="0"/>
                  </a:lnTo>
                  <a:lnTo>
                    <a:pt x="2084207" y="0"/>
                  </a:lnTo>
                  <a:lnTo>
                    <a:pt x="2083392" y="0"/>
                  </a:lnTo>
                  <a:lnTo>
                    <a:pt x="2082577" y="0"/>
                  </a:lnTo>
                  <a:lnTo>
                    <a:pt x="2081763" y="0"/>
                  </a:lnTo>
                  <a:lnTo>
                    <a:pt x="2080948" y="0"/>
                  </a:lnTo>
                  <a:lnTo>
                    <a:pt x="2080133" y="0"/>
                  </a:lnTo>
                  <a:lnTo>
                    <a:pt x="2079318" y="0"/>
                  </a:lnTo>
                  <a:lnTo>
                    <a:pt x="2078503" y="0"/>
                  </a:lnTo>
                  <a:lnTo>
                    <a:pt x="2077689" y="0"/>
                  </a:lnTo>
                  <a:lnTo>
                    <a:pt x="2076874" y="0"/>
                  </a:lnTo>
                  <a:lnTo>
                    <a:pt x="2076059" y="0"/>
                  </a:lnTo>
                  <a:lnTo>
                    <a:pt x="2075244" y="0"/>
                  </a:lnTo>
                  <a:lnTo>
                    <a:pt x="2074430" y="0"/>
                  </a:lnTo>
                  <a:lnTo>
                    <a:pt x="2073615" y="0"/>
                  </a:lnTo>
                  <a:lnTo>
                    <a:pt x="2072800" y="0"/>
                  </a:lnTo>
                  <a:lnTo>
                    <a:pt x="2071985" y="0"/>
                  </a:lnTo>
                  <a:lnTo>
                    <a:pt x="2071170" y="0"/>
                  </a:lnTo>
                  <a:lnTo>
                    <a:pt x="2070356" y="0"/>
                  </a:lnTo>
                  <a:lnTo>
                    <a:pt x="2069541" y="0"/>
                  </a:lnTo>
                  <a:lnTo>
                    <a:pt x="2068726" y="0"/>
                  </a:lnTo>
                  <a:lnTo>
                    <a:pt x="2067911" y="0"/>
                  </a:lnTo>
                  <a:lnTo>
                    <a:pt x="2067096" y="0"/>
                  </a:lnTo>
                  <a:lnTo>
                    <a:pt x="2066282" y="0"/>
                  </a:lnTo>
                  <a:lnTo>
                    <a:pt x="2065467" y="0"/>
                  </a:lnTo>
                  <a:lnTo>
                    <a:pt x="2064652" y="0"/>
                  </a:lnTo>
                  <a:lnTo>
                    <a:pt x="2063837" y="0"/>
                  </a:lnTo>
                  <a:lnTo>
                    <a:pt x="2063023" y="0"/>
                  </a:lnTo>
                  <a:lnTo>
                    <a:pt x="2062208" y="0"/>
                  </a:lnTo>
                  <a:lnTo>
                    <a:pt x="2061393" y="0"/>
                  </a:lnTo>
                  <a:lnTo>
                    <a:pt x="2060578" y="0"/>
                  </a:lnTo>
                  <a:lnTo>
                    <a:pt x="2059763" y="0"/>
                  </a:lnTo>
                  <a:lnTo>
                    <a:pt x="2058949" y="0"/>
                  </a:lnTo>
                  <a:lnTo>
                    <a:pt x="2058134" y="0"/>
                  </a:lnTo>
                  <a:lnTo>
                    <a:pt x="2057319" y="0"/>
                  </a:lnTo>
                  <a:lnTo>
                    <a:pt x="2056504" y="0"/>
                  </a:lnTo>
                  <a:lnTo>
                    <a:pt x="2055690" y="0"/>
                  </a:lnTo>
                  <a:lnTo>
                    <a:pt x="2054875" y="0"/>
                  </a:lnTo>
                  <a:lnTo>
                    <a:pt x="2054060" y="0"/>
                  </a:lnTo>
                  <a:lnTo>
                    <a:pt x="2053245" y="0"/>
                  </a:lnTo>
                  <a:lnTo>
                    <a:pt x="2052430" y="0"/>
                  </a:lnTo>
                  <a:lnTo>
                    <a:pt x="2051616" y="0"/>
                  </a:lnTo>
                  <a:lnTo>
                    <a:pt x="2050801" y="0"/>
                  </a:lnTo>
                  <a:lnTo>
                    <a:pt x="2049986" y="0"/>
                  </a:lnTo>
                  <a:lnTo>
                    <a:pt x="2049171" y="0"/>
                  </a:lnTo>
                  <a:lnTo>
                    <a:pt x="2048357" y="0"/>
                  </a:lnTo>
                  <a:lnTo>
                    <a:pt x="2047542" y="0"/>
                  </a:lnTo>
                  <a:lnTo>
                    <a:pt x="2046727" y="0"/>
                  </a:lnTo>
                  <a:lnTo>
                    <a:pt x="2045912" y="0"/>
                  </a:lnTo>
                  <a:lnTo>
                    <a:pt x="2045097" y="0"/>
                  </a:lnTo>
                  <a:lnTo>
                    <a:pt x="2044283" y="0"/>
                  </a:lnTo>
                  <a:lnTo>
                    <a:pt x="2043468" y="0"/>
                  </a:lnTo>
                  <a:lnTo>
                    <a:pt x="2042653" y="0"/>
                  </a:lnTo>
                  <a:lnTo>
                    <a:pt x="2041838" y="0"/>
                  </a:lnTo>
                  <a:lnTo>
                    <a:pt x="2041024" y="0"/>
                  </a:lnTo>
                  <a:lnTo>
                    <a:pt x="2040209" y="0"/>
                  </a:lnTo>
                  <a:lnTo>
                    <a:pt x="2039394" y="0"/>
                  </a:lnTo>
                  <a:lnTo>
                    <a:pt x="2038579" y="0"/>
                  </a:lnTo>
                  <a:lnTo>
                    <a:pt x="2037764" y="0"/>
                  </a:lnTo>
                  <a:lnTo>
                    <a:pt x="2036950" y="0"/>
                  </a:lnTo>
                  <a:lnTo>
                    <a:pt x="2036135" y="0"/>
                  </a:lnTo>
                  <a:lnTo>
                    <a:pt x="2035320" y="0"/>
                  </a:lnTo>
                  <a:lnTo>
                    <a:pt x="2034505" y="0"/>
                  </a:lnTo>
                  <a:lnTo>
                    <a:pt x="2033691" y="0"/>
                  </a:lnTo>
                  <a:lnTo>
                    <a:pt x="2032876" y="0"/>
                  </a:lnTo>
                  <a:lnTo>
                    <a:pt x="2032061" y="0"/>
                  </a:lnTo>
                  <a:lnTo>
                    <a:pt x="2031246" y="0"/>
                  </a:lnTo>
                  <a:lnTo>
                    <a:pt x="2030431" y="0"/>
                  </a:lnTo>
                  <a:lnTo>
                    <a:pt x="2029617" y="0"/>
                  </a:lnTo>
                  <a:lnTo>
                    <a:pt x="2028802" y="0"/>
                  </a:lnTo>
                  <a:lnTo>
                    <a:pt x="2027987" y="0"/>
                  </a:lnTo>
                  <a:lnTo>
                    <a:pt x="2027172" y="0"/>
                  </a:lnTo>
                  <a:lnTo>
                    <a:pt x="2026357" y="0"/>
                  </a:lnTo>
                  <a:lnTo>
                    <a:pt x="2025543" y="0"/>
                  </a:lnTo>
                  <a:lnTo>
                    <a:pt x="2024728" y="0"/>
                  </a:lnTo>
                  <a:lnTo>
                    <a:pt x="2023913" y="0"/>
                  </a:lnTo>
                  <a:lnTo>
                    <a:pt x="2023098" y="0"/>
                  </a:lnTo>
                  <a:lnTo>
                    <a:pt x="2022284" y="0"/>
                  </a:lnTo>
                  <a:lnTo>
                    <a:pt x="2021469" y="0"/>
                  </a:lnTo>
                  <a:lnTo>
                    <a:pt x="2020654" y="0"/>
                  </a:lnTo>
                  <a:lnTo>
                    <a:pt x="2019839" y="0"/>
                  </a:lnTo>
                  <a:lnTo>
                    <a:pt x="2019024" y="0"/>
                  </a:lnTo>
                  <a:lnTo>
                    <a:pt x="2018210" y="0"/>
                  </a:lnTo>
                  <a:lnTo>
                    <a:pt x="2017395" y="0"/>
                  </a:lnTo>
                  <a:lnTo>
                    <a:pt x="2016580" y="0"/>
                  </a:lnTo>
                  <a:lnTo>
                    <a:pt x="2015765" y="0"/>
                  </a:lnTo>
                  <a:lnTo>
                    <a:pt x="2014951" y="0"/>
                  </a:lnTo>
                  <a:lnTo>
                    <a:pt x="2014136" y="0"/>
                  </a:lnTo>
                  <a:lnTo>
                    <a:pt x="2013321" y="0"/>
                  </a:lnTo>
                  <a:lnTo>
                    <a:pt x="2012506" y="0"/>
                  </a:lnTo>
                  <a:lnTo>
                    <a:pt x="2011691" y="0"/>
                  </a:lnTo>
                  <a:lnTo>
                    <a:pt x="2010877" y="0"/>
                  </a:lnTo>
                  <a:lnTo>
                    <a:pt x="2010062" y="0"/>
                  </a:lnTo>
                  <a:lnTo>
                    <a:pt x="2009247" y="0"/>
                  </a:lnTo>
                  <a:lnTo>
                    <a:pt x="2008432" y="0"/>
                  </a:lnTo>
                  <a:lnTo>
                    <a:pt x="2007618" y="0"/>
                  </a:lnTo>
                  <a:lnTo>
                    <a:pt x="2006803" y="0"/>
                  </a:lnTo>
                  <a:lnTo>
                    <a:pt x="2005988" y="0"/>
                  </a:lnTo>
                  <a:lnTo>
                    <a:pt x="2005173" y="0"/>
                  </a:lnTo>
                  <a:lnTo>
                    <a:pt x="2004358" y="0"/>
                  </a:lnTo>
                  <a:lnTo>
                    <a:pt x="2003544" y="0"/>
                  </a:lnTo>
                  <a:lnTo>
                    <a:pt x="2002729" y="0"/>
                  </a:lnTo>
                  <a:lnTo>
                    <a:pt x="2001914" y="0"/>
                  </a:lnTo>
                  <a:lnTo>
                    <a:pt x="2001099" y="0"/>
                  </a:lnTo>
                  <a:lnTo>
                    <a:pt x="2000285" y="0"/>
                  </a:lnTo>
                  <a:lnTo>
                    <a:pt x="1999470" y="0"/>
                  </a:lnTo>
                  <a:lnTo>
                    <a:pt x="1998655" y="0"/>
                  </a:lnTo>
                  <a:lnTo>
                    <a:pt x="1997840" y="0"/>
                  </a:lnTo>
                  <a:lnTo>
                    <a:pt x="1997025" y="0"/>
                  </a:lnTo>
                  <a:lnTo>
                    <a:pt x="1996211" y="0"/>
                  </a:lnTo>
                  <a:lnTo>
                    <a:pt x="1995396" y="0"/>
                  </a:lnTo>
                  <a:lnTo>
                    <a:pt x="1994581" y="0"/>
                  </a:lnTo>
                  <a:lnTo>
                    <a:pt x="1993766" y="0"/>
                  </a:lnTo>
                  <a:lnTo>
                    <a:pt x="1992952" y="0"/>
                  </a:lnTo>
                  <a:lnTo>
                    <a:pt x="1992137" y="0"/>
                  </a:lnTo>
                  <a:lnTo>
                    <a:pt x="1991322" y="0"/>
                  </a:lnTo>
                  <a:lnTo>
                    <a:pt x="1990507" y="0"/>
                  </a:lnTo>
                  <a:lnTo>
                    <a:pt x="1989692" y="0"/>
                  </a:lnTo>
                  <a:lnTo>
                    <a:pt x="1988878" y="0"/>
                  </a:lnTo>
                  <a:lnTo>
                    <a:pt x="1988063" y="0"/>
                  </a:lnTo>
                  <a:lnTo>
                    <a:pt x="1987248" y="0"/>
                  </a:lnTo>
                  <a:lnTo>
                    <a:pt x="1986433" y="0"/>
                  </a:lnTo>
                  <a:lnTo>
                    <a:pt x="1985618" y="0"/>
                  </a:lnTo>
                  <a:lnTo>
                    <a:pt x="1984804" y="0"/>
                  </a:lnTo>
                  <a:lnTo>
                    <a:pt x="1983989" y="0"/>
                  </a:lnTo>
                  <a:lnTo>
                    <a:pt x="1983174" y="0"/>
                  </a:lnTo>
                  <a:lnTo>
                    <a:pt x="1982359" y="0"/>
                  </a:lnTo>
                  <a:lnTo>
                    <a:pt x="1981545" y="0"/>
                  </a:lnTo>
                  <a:lnTo>
                    <a:pt x="1980730" y="0"/>
                  </a:lnTo>
                  <a:lnTo>
                    <a:pt x="1979915" y="0"/>
                  </a:lnTo>
                  <a:lnTo>
                    <a:pt x="1979100" y="0"/>
                  </a:lnTo>
                  <a:lnTo>
                    <a:pt x="1978285" y="0"/>
                  </a:lnTo>
                  <a:lnTo>
                    <a:pt x="1977471" y="0"/>
                  </a:lnTo>
                  <a:lnTo>
                    <a:pt x="1976656" y="0"/>
                  </a:lnTo>
                  <a:lnTo>
                    <a:pt x="1975841" y="0"/>
                  </a:lnTo>
                  <a:lnTo>
                    <a:pt x="1975026" y="0"/>
                  </a:lnTo>
                  <a:lnTo>
                    <a:pt x="1974212" y="0"/>
                  </a:lnTo>
                  <a:lnTo>
                    <a:pt x="1973397" y="0"/>
                  </a:lnTo>
                  <a:lnTo>
                    <a:pt x="1972582" y="0"/>
                  </a:lnTo>
                  <a:lnTo>
                    <a:pt x="1971767" y="0"/>
                  </a:lnTo>
                  <a:lnTo>
                    <a:pt x="1970952" y="0"/>
                  </a:lnTo>
                  <a:lnTo>
                    <a:pt x="1970138" y="0"/>
                  </a:lnTo>
                  <a:lnTo>
                    <a:pt x="1969323" y="0"/>
                  </a:lnTo>
                  <a:lnTo>
                    <a:pt x="1968508" y="0"/>
                  </a:lnTo>
                  <a:lnTo>
                    <a:pt x="1967693" y="0"/>
                  </a:lnTo>
                  <a:lnTo>
                    <a:pt x="1966879" y="0"/>
                  </a:lnTo>
                  <a:lnTo>
                    <a:pt x="1966064" y="0"/>
                  </a:lnTo>
                  <a:lnTo>
                    <a:pt x="1965249" y="0"/>
                  </a:lnTo>
                  <a:lnTo>
                    <a:pt x="1964434" y="0"/>
                  </a:lnTo>
                  <a:lnTo>
                    <a:pt x="1963619" y="0"/>
                  </a:lnTo>
                  <a:lnTo>
                    <a:pt x="1962805" y="0"/>
                  </a:lnTo>
                  <a:lnTo>
                    <a:pt x="1961990" y="0"/>
                  </a:lnTo>
                  <a:lnTo>
                    <a:pt x="1961175" y="0"/>
                  </a:lnTo>
                  <a:lnTo>
                    <a:pt x="1960360" y="0"/>
                  </a:lnTo>
                  <a:lnTo>
                    <a:pt x="1959546" y="0"/>
                  </a:lnTo>
                  <a:lnTo>
                    <a:pt x="1958731" y="0"/>
                  </a:lnTo>
                  <a:lnTo>
                    <a:pt x="1957916" y="0"/>
                  </a:lnTo>
                  <a:lnTo>
                    <a:pt x="1957101" y="0"/>
                  </a:lnTo>
                  <a:lnTo>
                    <a:pt x="1956286" y="0"/>
                  </a:lnTo>
                  <a:lnTo>
                    <a:pt x="1955472" y="0"/>
                  </a:lnTo>
                  <a:lnTo>
                    <a:pt x="1954657" y="0"/>
                  </a:lnTo>
                  <a:lnTo>
                    <a:pt x="1953842" y="0"/>
                  </a:lnTo>
                  <a:lnTo>
                    <a:pt x="1953027" y="0"/>
                  </a:lnTo>
                  <a:lnTo>
                    <a:pt x="1952213" y="0"/>
                  </a:lnTo>
                  <a:lnTo>
                    <a:pt x="1951398" y="0"/>
                  </a:lnTo>
                  <a:lnTo>
                    <a:pt x="1950583" y="0"/>
                  </a:lnTo>
                  <a:lnTo>
                    <a:pt x="1949768" y="0"/>
                  </a:lnTo>
                  <a:lnTo>
                    <a:pt x="1948953" y="0"/>
                  </a:lnTo>
                  <a:lnTo>
                    <a:pt x="1948139" y="0"/>
                  </a:lnTo>
                  <a:lnTo>
                    <a:pt x="1947324" y="0"/>
                  </a:lnTo>
                  <a:lnTo>
                    <a:pt x="1946509" y="0"/>
                  </a:lnTo>
                  <a:lnTo>
                    <a:pt x="1945694" y="0"/>
                  </a:lnTo>
                  <a:lnTo>
                    <a:pt x="1944879" y="0"/>
                  </a:lnTo>
                  <a:lnTo>
                    <a:pt x="1944065" y="0"/>
                  </a:lnTo>
                  <a:lnTo>
                    <a:pt x="1943250" y="0"/>
                  </a:lnTo>
                  <a:lnTo>
                    <a:pt x="1942435" y="0"/>
                  </a:lnTo>
                  <a:lnTo>
                    <a:pt x="1941620" y="0"/>
                  </a:lnTo>
                  <a:lnTo>
                    <a:pt x="1940806" y="0"/>
                  </a:lnTo>
                  <a:lnTo>
                    <a:pt x="1939991" y="0"/>
                  </a:lnTo>
                  <a:lnTo>
                    <a:pt x="1939176" y="0"/>
                  </a:lnTo>
                  <a:lnTo>
                    <a:pt x="1938361" y="0"/>
                  </a:lnTo>
                  <a:lnTo>
                    <a:pt x="1937546" y="0"/>
                  </a:lnTo>
                  <a:lnTo>
                    <a:pt x="1936732" y="0"/>
                  </a:lnTo>
                  <a:lnTo>
                    <a:pt x="1935917" y="0"/>
                  </a:lnTo>
                  <a:lnTo>
                    <a:pt x="1935102" y="0"/>
                  </a:lnTo>
                  <a:lnTo>
                    <a:pt x="1934287" y="0"/>
                  </a:lnTo>
                  <a:lnTo>
                    <a:pt x="1933473" y="0"/>
                  </a:lnTo>
                  <a:lnTo>
                    <a:pt x="1932658" y="0"/>
                  </a:lnTo>
                  <a:lnTo>
                    <a:pt x="1931843" y="0"/>
                  </a:lnTo>
                  <a:lnTo>
                    <a:pt x="1931028" y="0"/>
                  </a:lnTo>
                  <a:lnTo>
                    <a:pt x="1930213" y="0"/>
                  </a:lnTo>
                  <a:lnTo>
                    <a:pt x="1929399" y="0"/>
                  </a:lnTo>
                  <a:lnTo>
                    <a:pt x="1928584" y="0"/>
                  </a:lnTo>
                  <a:lnTo>
                    <a:pt x="1927769" y="0"/>
                  </a:lnTo>
                  <a:lnTo>
                    <a:pt x="1926954" y="0"/>
                  </a:lnTo>
                  <a:lnTo>
                    <a:pt x="1926140" y="0"/>
                  </a:lnTo>
                  <a:lnTo>
                    <a:pt x="1925325" y="0"/>
                  </a:lnTo>
                  <a:lnTo>
                    <a:pt x="1924510" y="0"/>
                  </a:lnTo>
                  <a:lnTo>
                    <a:pt x="1923695" y="0"/>
                  </a:lnTo>
                  <a:lnTo>
                    <a:pt x="1922880" y="0"/>
                  </a:lnTo>
                  <a:lnTo>
                    <a:pt x="1922066" y="0"/>
                  </a:lnTo>
                  <a:lnTo>
                    <a:pt x="1921251" y="0"/>
                  </a:lnTo>
                  <a:lnTo>
                    <a:pt x="1920436" y="0"/>
                  </a:lnTo>
                  <a:lnTo>
                    <a:pt x="1919621" y="0"/>
                  </a:lnTo>
                  <a:lnTo>
                    <a:pt x="1918807" y="0"/>
                  </a:lnTo>
                  <a:lnTo>
                    <a:pt x="1917992" y="0"/>
                  </a:lnTo>
                  <a:lnTo>
                    <a:pt x="1917177" y="0"/>
                  </a:lnTo>
                  <a:lnTo>
                    <a:pt x="1916362" y="0"/>
                  </a:lnTo>
                  <a:lnTo>
                    <a:pt x="1915547" y="0"/>
                  </a:lnTo>
                  <a:lnTo>
                    <a:pt x="1914733" y="0"/>
                  </a:lnTo>
                  <a:lnTo>
                    <a:pt x="1913918" y="0"/>
                  </a:lnTo>
                  <a:lnTo>
                    <a:pt x="1913103" y="0"/>
                  </a:lnTo>
                  <a:lnTo>
                    <a:pt x="1912288" y="0"/>
                  </a:lnTo>
                  <a:lnTo>
                    <a:pt x="1911473" y="0"/>
                  </a:lnTo>
                  <a:lnTo>
                    <a:pt x="1910659" y="0"/>
                  </a:lnTo>
                  <a:lnTo>
                    <a:pt x="1909844" y="0"/>
                  </a:lnTo>
                  <a:lnTo>
                    <a:pt x="1909029" y="0"/>
                  </a:lnTo>
                  <a:lnTo>
                    <a:pt x="1908214" y="0"/>
                  </a:lnTo>
                  <a:lnTo>
                    <a:pt x="1907400" y="0"/>
                  </a:lnTo>
                  <a:lnTo>
                    <a:pt x="1906585" y="0"/>
                  </a:lnTo>
                  <a:lnTo>
                    <a:pt x="1905770" y="0"/>
                  </a:lnTo>
                  <a:lnTo>
                    <a:pt x="1904955" y="0"/>
                  </a:lnTo>
                  <a:lnTo>
                    <a:pt x="1904140" y="0"/>
                  </a:lnTo>
                  <a:lnTo>
                    <a:pt x="1903326" y="0"/>
                  </a:lnTo>
                  <a:lnTo>
                    <a:pt x="1902511" y="0"/>
                  </a:lnTo>
                  <a:lnTo>
                    <a:pt x="1901696" y="0"/>
                  </a:lnTo>
                  <a:lnTo>
                    <a:pt x="1900881" y="0"/>
                  </a:lnTo>
                  <a:lnTo>
                    <a:pt x="1900067" y="0"/>
                  </a:lnTo>
                  <a:lnTo>
                    <a:pt x="1899252" y="0"/>
                  </a:lnTo>
                  <a:lnTo>
                    <a:pt x="1898437" y="0"/>
                  </a:lnTo>
                  <a:lnTo>
                    <a:pt x="1897622" y="0"/>
                  </a:lnTo>
                  <a:lnTo>
                    <a:pt x="1896807" y="0"/>
                  </a:lnTo>
                  <a:lnTo>
                    <a:pt x="1895993" y="0"/>
                  </a:lnTo>
                  <a:lnTo>
                    <a:pt x="1895178" y="0"/>
                  </a:lnTo>
                  <a:lnTo>
                    <a:pt x="1894363" y="0"/>
                  </a:lnTo>
                  <a:lnTo>
                    <a:pt x="1893548" y="0"/>
                  </a:lnTo>
                  <a:lnTo>
                    <a:pt x="1892734" y="0"/>
                  </a:lnTo>
                  <a:lnTo>
                    <a:pt x="1891919" y="0"/>
                  </a:lnTo>
                  <a:lnTo>
                    <a:pt x="1891104" y="0"/>
                  </a:lnTo>
                  <a:lnTo>
                    <a:pt x="1890289" y="0"/>
                  </a:lnTo>
                  <a:lnTo>
                    <a:pt x="1889474" y="0"/>
                  </a:lnTo>
                  <a:lnTo>
                    <a:pt x="1888660" y="0"/>
                  </a:lnTo>
                  <a:lnTo>
                    <a:pt x="1887845" y="0"/>
                  </a:lnTo>
                  <a:lnTo>
                    <a:pt x="1887030" y="0"/>
                  </a:lnTo>
                  <a:lnTo>
                    <a:pt x="1886215" y="0"/>
                  </a:lnTo>
                  <a:lnTo>
                    <a:pt x="1885401" y="0"/>
                  </a:lnTo>
                  <a:lnTo>
                    <a:pt x="1884586" y="0"/>
                  </a:lnTo>
                  <a:lnTo>
                    <a:pt x="1883771" y="0"/>
                  </a:lnTo>
                  <a:lnTo>
                    <a:pt x="1882956" y="0"/>
                  </a:lnTo>
                  <a:lnTo>
                    <a:pt x="1882141" y="0"/>
                  </a:lnTo>
                  <a:lnTo>
                    <a:pt x="1881327" y="0"/>
                  </a:lnTo>
                  <a:lnTo>
                    <a:pt x="1880512" y="0"/>
                  </a:lnTo>
                  <a:lnTo>
                    <a:pt x="1879697" y="0"/>
                  </a:lnTo>
                  <a:lnTo>
                    <a:pt x="1878882" y="0"/>
                  </a:lnTo>
                  <a:lnTo>
                    <a:pt x="1878068" y="0"/>
                  </a:lnTo>
                  <a:lnTo>
                    <a:pt x="1877253" y="0"/>
                  </a:lnTo>
                  <a:lnTo>
                    <a:pt x="1876438" y="0"/>
                  </a:lnTo>
                  <a:lnTo>
                    <a:pt x="1875623" y="0"/>
                  </a:lnTo>
                  <a:lnTo>
                    <a:pt x="1874808" y="0"/>
                  </a:lnTo>
                  <a:lnTo>
                    <a:pt x="1873994" y="0"/>
                  </a:lnTo>
                  <a:lnTo>
                    <a:pt x="1873179" y="0"/>
                  </a:lnTo>
                  <a:lnTo>
                    <a:pt x="1872364" y="0"/>
                  </a:lnTo>
                  <a:lnTo>
                    <a:pt x="1871549" y="0"/>
                  </a:lnTo>
                  <a:lnTo>
                    <a:pt x="1870734" y="0"/>
                  </a:lnTo>
                  <a:lnTo>
                    <a:pt x="1869920" y="0"/>
                  </a:lnTo>
                  <a:lnTo>
                    <a:pt x="1869105" y="0"/>
                  </a:lnTo>
                  <a:lnTo>
                    <a:pt x="1868290" y="0"/>
                  </a:lnTo>
                  <a:lnTo>
                    <a:pt x="1867475" y="0"/>
                  </a:lnTo>
                  <a:lnTo>
                    <a:pt x="1866661" y="0"/>
                  </a:lnTo>
                  <a:lnTo>
                    <a:pt x="1865846" y="0"/>
                  </a:lnTo>
                  <a:lnTo>
                    <a:pt x="1865031" y="0"/>
                  </a:lnTo>
                  <a:lnTo>
                    <a:pt x="1864216" y="0"/>
                  </a:lnTo>
                  <a:lnTo>
                    <a:pt x="1863401" y="0"/>
                  </a:lnTo>
                  <a:lnTo>
                    <a:pt x="1862587" y="0"/>
                  </a:lnTo>
                  <a:lnTo>
                    <a:pt x="1861772" y="0"/>
                  </a:lnTo>
                  <a:lnTo>
                    <a:pt x="1860957" y="0"/>
                  </a:lnTo>
                  <a:lnTo>
                    <a:pt x="1860142" y="0"/>
                  </a:lnTo>
                  <a:lnTo>
                    <a:pt x="1859328" y="0"/>
                  </a:lnTo>
                  <a:lnTo>
                    <a:pt x="1858513" y="0"/>
                  </a:lnTo>
                  <a:lnTo>
                    <a:pt x="1857698" y="0"/>
                  </a:lnTo>
                  <a:lnTo>
                    <a:pt x="1856883" y="0"/>
                  </a:lnTo>
                  <a:lnTo>
                    <a:pt x="1856068" y="0"/>
                  </a:lnTo>
                  <a:lnTo>
                    <a:pt x="1855254" y="0"/>
                  </a:lnTo>
                  <a:lnTo>
                    <a:pt x="1854439" y="0"/>
                  </a:lnTo>
                  <a:lnTo>
                    <a:pt x="1853624" y="0"/>
                  </a:lnTo>
                  <a:lnTo>
                    <a:pt x="1852809" y="0"/>
                  </a:lnTo>
                  <a:lnTo>
                    <a:pt x="1851995" y="0"/>
                  </a:lnTo>
                  <a:lnTo>
                    <a:pt x="1851180" y="0"/>
                  </a:lnTo>
                  <a:lnTo>
                    <a:pt x="1850365" y="0"/>
                  </a:lnTo>
                  <a:lnTo>
                    <a:pt x="1849550" y="0"/>
                  </a:lnTo>
                  <a:lnTo>
                    <a:pt x="1848735" y="0"/>
                  </a:lnTo>
                  <a:lnTo>
                    <a:pt x="1847921" y="0"/>
                  </a:lnTo>
                  <a:lnTo>
                    <a:pt x="1847106" y="0"/>
                  </a:lnTo>
                  <a:lnTo>
                    <a:pt x="1846291" y="0"/>
                  </a:lnTo>
                  <a:lnTo>
                    <a:pt x="1845476" y="0"/>
                  </a:lnTo>
                  <a:lnTo>
                    <a:pt x="1844662" y="0"/>
                  </a:lnTo>
                  <a:lnTo>
                    <a:pt x="1843847" y="0"/>
                  </a:lnTo>
                  <a:lnTo>
                    <a:pt x="1843032" y="0"/>
                  </a:lnTo>
                  <a:lnTo>
                    <a:pt x="1842217" y="0"/>
                  </a:lnTo>
                  <a:lnTo>
                    <a:pt x="1841402" y="0"/>
                  </a:lnTo>
                  <a:lnTo>
                    <a:pt x="1840588" y="0"/>
                  </a:lnTo>
                  <a:lnTo>
                    <a:pt x="1839773" y="0"/>
                  </a:lnTo>
                  <a:lnTo>
                    <a:pt x="1838958" y="0"/>
                  </a:lnTo>
                  <a:lnTo>
                    <a:pt x="1838143" y="0"/>
                  </a:lnTo>
                  <a:lnTo>
                    <a:pt x="1837329" y="0"/>
                  </a:lnTo>
                  <a:lnTo>
                    <a:pt x="1836514" y="0"/>
                  </a:lnTo>
                  <a:lnTo>
                    <a:pt x="1835699" y="0"/>
                  </a:lnTo>
                  <a:lnTo>
                    <a:pt x="1834884" y="0"/>
                  </a:lnTo>
                  <a:lnTo>
                    <a:pt x="1834069" y="0"/>
                  </a:lnTo>
                  <a:lnTo>
                    <a:pt x="1833255" y="0"/>
                  </a:lnTo>
                  <a:lnTo>
                    <a:pt x="1832440" y="0"/>
                  </a:lnTo>
                  <a:lnTo>
                    <a:pt x="1831625" y="0"/>
                  </a:lnTo>
                  <a:lnTo>
                    <a:pt x="1830810" y="0"/>
                  </a:lnTo>
                  <a:lnTo>
                    <a:pt x="1829995" y="0"/>
                  </a:lnTo>
                  <a:lnTo>
                    <a:pt x="1829181" y="0"/>
                  </a:lnTo>
                  <a:lnTo>
                    <a:pt x="1828366" y="0"/>
                  </a:lnTo>
                  <a:lnTo>
                    <a:pt x="1827551" y="0"/>
                  </a:lnTo>
                  <a:lnTo>
                    <a:pt x="1826736" y="0"/>
                  </a:lnTo>
                  <a:lnTo>
                    <a:pt x="1825922" y="0"/>
                  </a:lnTo>
                  <a:lnTo>
                    <a:pt x="1825107" y="0"/>
                  </a:lnTo>
                  <a:lnTo>
                    <a:pt x="1824292" y="0"/>
                  </a:lnTo>
                  <a:lnTo>
                    <a:pt x="1823477" y="0"/>
                  </a:lnTo>
                  <a:lnTo>
                    <a:pt x="1822662" y="0"/>
                  </a:lnTo>
                  <a:lnTo>
                    <a:pt x="1821848" y="0"/>
                  </a:lnTo>
                  <a:lnTo>
                    <a:pt x="1821033" y="0"/>
                  </a:lnTo>
                  <a:lnTo>
                    <a:pt x="1820218" y="0"/>
                  </a:lnTo>
                  <a:lnTo>
                    <a:pt x="1819403" y="0"/>
                  </a:lnTo>
                  <a:lnTo>
                    <a:pt x="1818589" y="0"/>
                  </a:lnTo>
                  <a:lnTo>
                    <a:pt x="1817774" y="0"/>
                  </a:lnTo>
                  <a:lnTo>
                    <a:pt x="1816959" y="0"/>
                  </a:lnTo>
                  <a:lnTo>
                    <a:pt x="1816144" y="0"/>
                  </a:lnTo>
                  <a:lnTo>
                    <a:pt x="1815329" y="0"/>
                  </a:lnTo>
                  <a:lnTo>
                    <a:pt x="1814515" y="0"/>
                  </a:lnTo>
                  <a:lnTo>
                    <a:pt x="1813700" y="0"/>
                  </a:lnTo>
                  <a:lnTo>
                    <a:pt x="1812885" y="0"/>
                  </a:lnTo>
                  <a:lnTo>
                    <a:pt x="1812070" y="0"/>
                  </a:lnTo>
                  <a:lnTo>
                    <a:pt x="1811256" y="0"/>
                  </a:lnTo>
                  <a:lnTo>
                    <a:pt x="1810441" y="0"/>
                  </a:lnTo>
                  <a:lnTo>
                    <a:pt x="1809626" y="0"/>
                  </a:lnTo>
                  <a:lnTo>
                    <a:pt x="1808811" y="0"/>
                  </a:lnTo>
                  <a:lnTo>
                    <a:pt x="1807996" y="0"/>
                  </a:lnTo>
                  <a:lnTo>
                    <a:pt x="1807182" y="0"/>
                  </a:lnTo>
                  <a:lnTo>
                    <a:pt x="1806367" y="0"/>
                  </a:lnTo>
                  <a:lnTo>
                    <a:pt x="1805552" y="0"/>
                  </a:lnTo>
                  <a:lnTo>
                    <a:pt x="1804737" y="0"/>
                  </a:lnTo>
                  <a:lnTo>
                    <a:pt x="1803923" y="0"/>
                  </a:lnTo>
                  <a:lnTo>
                    <a:pt x="1803108" y="0"/>
                  </a:lnTo>
                  <a:lnTo>
                    <a:pt x="1802293" y="0"/>
                  </a:lnTo>
                  <a:lnTo>
                    <a:pt x="1801478" y="0"/>
                  </a:lnTo>
                  <a:lnTo>
                    <a:pt x="1800663" y="0"/>
                  </a:lnTo>
                  <a:lnTo>
                    <a:pt x="1799849" y="0"/>
                  </a:lnTo>
                  <a:lnTo>
                    <a:pt x="1799034" y="0"/>
                  </a:lnTo>
                  <a:lnTo>
                    <a:pt x="1798219" y="0"/>
                  </a:lnTo>
                  <a:lnTo>
                    <a:pt x="1797404" y="0"/>
                  </a:lnTo>
                  <a:lnTo>
                    <a:pt x="1796590" y="0"/>
                  </a:lnTo>
                  <a:lnTo>
                    <a:pt x="1795775" y="0"/>
                  </a:lnTo>
                  <a:lnTo>
                    <a:pt x="1794960" y="0"/>
                  </a:lnTo>
                  <a:lnTo>
                    <a:pt x="1794145" y="0"/>
                  </a:lnTo>
                  <a:lnTo>
                    <a:pt x="1793330" y="0"/>
                  </a:lnTo>
                  <a:lnTo>
                    <a:pt x="1792516" y="0"/>
                  </a:lnTo>
                  <a:lnTo>
                    <a:pt x="1791701" y="0"/>
                  </a:lnTo>
                  <a:lnTo>
                    <a:pt x="1790886" y="0"/>
                  </a:lnTo>
                  <a:lnTo>
                    <a:pt x="1790071" y="0"/>
                  </a:lnTo>
                  <a:lnTo>
                    <a:pt x="1789256" y="0"/>
                  </a:lnTo>
                  <a:lnTo>
                    <a:pt x="1788442" y="0"/>
                  </a:lnTo>
                  <a:lnTo>
                    <a:pt x="1787627" y="0"/>
                  </a:lnTo>
                  <a:lnTo>
                    <a:pt x="1786812" y="0"/>
                  </a:lnTo>
                  <a:lnTo>
                    <a:pt x="1785997" y="0"/>
                  </a:lnTo>
                  <a:lnTo>
                    <a:pt x="1785183" y="0"/>
                  </a:lnTo>
                  <a:lnTo>
                    <a:pt x="1784368" y="0"/>
                  </a:lnTo>
                  <a:lnTo>
                    <a:pt x="1783553" y="0"/>
                  </a:lnTo>
                  <a:lnTo>
                    <a:pt x="1782738" y="0"/>
                  </a:lnTo>
                  <a:lnTo>
                    <a:pt x="1781923" y="0"/>
                  </a:lnTo>
                  <a:lnTo>
                    <a:pt x="1781109" y="0"/>
                  </a:lnTo>
                  <a:lnTo>
                    <a:pt x="1780294" y="0"/>
                  </a:lnTo>
                  <a:lnTo>
                    <a:pt x="1779479" y="0"/>
                  </a:lnTo>
                  <a:lnTo>
                    <a:pt x="1778664" y="0"/>
                  </a:lnTo>
                  <a:lnTo>
                    <a:pt x="1777850" y="0"/>
                  </a:lnTo>
                  <a:lnTo>
                    <a:pt x="1777035" y="0"/>
                  </a:lnTo>
                  <a:lnTo>
                    <a:pt x="1776220" y="0"/>
                  </a:lnTo>
                  <a:lnTo>
                    <a:pt x="1775405" y="0"/>
                  </a:lnTo>
                  <a:lnTo>
                    <a:pt x="1774590" y="0"/>
                  </a:lnTo>
                  <a:lnTo>
                    <a:pt x="1773776" y="0"/>
                  </a:lnTo>
                  <a:lnTo>
                    <a:pt x="1772961" y="0"/>
                  </a:lnTo>
                  <a:lnTo>
                    <a:pt x="1772146" y="0"/>
                  </a:lnTo>
                  <a:lnTo>
                    <a:pt x="1771331" y="0"/>
                  </a:lnTo>
                  <a:lnTo>
                    <a:pt x="1770517" y="0"/>
                  </a:lnTo>
                  <a:lnTo>
                    <a:pt x="1769702" y="0"/>
                  </a:lnTo>
                  <a:lnTo>
                    <a:pt x="1768887" y="0"/>
                  </a:lnTo>
                  <a:lnTo>
                    <a:pt x="1768072" y="0"/>
                  </a:lnTo>
                  <a:lnTo>
                    <a:pt x="1767257" y="0"/>
                  </a:lnTo>
                  <a:lnTo>
                    <a:pt x="1766443" y="0"/>
                  </a:lnTo>
                  <a:lnTo>
                    <a:pt x="1765628" y="0"/>
                  </a:lnTo>
                  <a:lnTo>
                    <a:pt x="1764813" y="0"/>
                  </a:lnTo>
                  <a:lnTo>
                    <a:pt x="1763998" y="0"/>
                  </a:lnTo>
                  <a:lnTo>
                    <a:pt x="1763184" y="0"/>
                  </a:lnTo>
                  <a:lnTo>
                    <a:pt x="1762369" y="0"/>
                  </a:lnTo>
                  <a:lnTo>
                    <a:pt x="1761554" y="0"/>
                  </a:lnTo>
                  <a:lnTo>
                    <a:pt x="1760739" y="0"/>
                  </a:lnTo>
                  <a:lnTo>
                    <a:pt x="1759924" y="0"/>
                  </a:lnTo>
                  <a:lnTo>
                    <a:pt x="1759110" y="0"/>
                  </a:lnTo>
                  <a:lnTo>
                    <a:pt x="1758295" y="0"/>
                  </a:lnTo>
                  <a:lnTo>
                    <a:pt x="1757480" y="0"/>
                  </a:lnTo>
                  <a:lnTo>
                    <a:pt x="1756665" y="0"/>
                  </a:lnTo>
                  <a:lnTo>
                    <a:pt x="1755851" y="0"/>
                  </a:lnTo>
                  <a:lnTo>
                    <a:pt x="1755036" y="0"/>
                  </a:lnTo>
                  <a:lnTo>
                    <a:pt x="1754221" y="0"/>
                  </a:lnTo>
                  <a:lnTo>
                    <a:pt x="1753406" y="0"/>
                  </a:lnTo>
                  <a:lnTo>
                    <a:pt x="1752591" y="0"/>
                  </a:lnTo>
                  <a:lnTo>
                    <a:pt x="1751777" y="0"/>
                  </a:lnTo>
                  <a:lnTo>
                    <a:pt x="1750962" y="0"/>
                  </a:lnTo>
                  <a:lnTo>
                    <a:pt x="1750147" y="0"/>
                  </a:lnTo>
                  <a:lnTo>
                    <a:pt x="1749332" y="0"/>
                  </a:lnTo>
                  <a:lnTo>
                    <a:pt x="1748517" y="0"/>
                  </a:lnTo>
                  <a:lnTo>
                    <a:pt x="1747703" y="0"/>
                  </a:lnTo>
                  <a:lnTo>
                    <a:pt x="1746888" y="0"/>
                  </a:lnTo>
                  <a:lnTo>
                    <a:pt x="1746073" y="0"/>
                  </a:lnTo>
                  <a:lnTo>
                    <a:pt x="1745258" y="0"/>
                  </a:lnTo>
                  <a:lnTo>
                    <a:pt x="1744444" y="0"/>
                  </a:lnTo>
                  <a:lnTo>
                    <a:pt x="1743629" y="0"/>
                  </a:lnTo>
                  <a:lnTo>
                    <a:pt x="1742814" y="0"/>
                  </a:lnTo>
                  <a:lnTo>
                    <a:pt x="1741999" y="0"/>
                  </a:lnTo>
                  <a:lnTo>
                    <a:pt x="1741184" y="0"/>
                  </a:lnTo>
                  <a:lnTo>
                    <a:pt x="1740370" y="0"/>
                  </a:lnTo>
                  <a:lnTo>
                    <a:pt x="1739555" y="0"/>
                  </a:lnTo>
                  <a:lnTo>
                    <a:pt x="1738740" y="0"/>
                  </a:lnTo>
                  <a:lnTo>
                    <a:pt x="1737925" y="0"/>
                  </a:lnTo>
                  <a:lnTo>
                    <a:pt x="1737111" y="0"/>
                  </a:lnTo>
                  <a:lnTo>
                    <a:pt x="1736296" y="0"/>
                  </a:lnTo>
                  <a:lnTo>
                    <a:pt x="1735481" y="0"/>
                  </a:lnTo>
                  <a:lnTo>
                    <a:pt x="1734666" y="0"/>
                  </a:lnTo>
                  <a:lnTo>
                    <a:pt x="1733851" y="0"/>
                  </a:lnTo>
                  <a:lnTo>
                    <a:pt x="1733037" y="0"/>
                  </a:lnTo>
                  <a:lnTo>
                    <a:pt x="1732222" y="0"/>
                  </a:lnTo>
                  <a:lnTo>
                    <a:pt x="1731407" y="0"/>
                  </a:lnTo>
                  <a:lnTo>
                    <a:pt x="1730592" y="0"/>
                  </a:lnTo>
                  <a:lnTo>
                    <a:pt x="1729778" y="0"/>
                  </a:lnTo>
                  <a:lnTo>
                    <a:pt x="1728963" y="0"/>
                  </a:lnTo>
                  <a:lnTo>
                    <a:pt x="1728148" y="0"/>
                  </a:lnTo>
                  <a:lnTo>
                    <a:pt x="1727333" y="0"/>
                  </a:lnTo>
                  <a:lnTo>
                    <a:pt x="1726518" y="0"/>
                  </a:lnTo>
                  <a:lnTo>
                    <a:pt x="1725704" y="0"/>
                  </a:lnTo>
                  <a:lnTo>
                    <a:pt x="1724889" y="0"/>
                  </a:lnTo>
                  <a:lnTo>
                    <a:pt x="1724074" y="0"/>
                  </a:lnTo>
                  <a:lnTo>
                    <a:pt x="1723259" y="0"/>
                  </a:lnTo>
                  <a:lnTo>
                    <a:pt x="1722445" y="0"/>
                  </a:lnTo>
                  <a:lnTo>
                    <a:pt x="1721630" y="0"/>
                  </a:lnTo>
                  <a:lnTo>
                    <a:pt x="1720815" y="0"/>
                  </a:lnTo>
                  <a:lnTo>
                    <a:pt x="1720000" y="0"/>
                  </a:lnTo>
                  <a:lnTo>
                    <a:pt x="1719185" y="0"/>
                  </a:lnTo>
                  <a:lnTo>
                    <a:pt x="1718371" y="0"/>
                  </a:lnTo>
                  <a:lnTo>
                    <a:pt x="1717556" y="0"/>
                  </a:lnTo>
                  <a:lnTo>
                    <a:pt x="1716741" y="0"/>
                  </a:lnTo>
                  <a:lnTo>
                    <a:pt x="1715926" y="0"/>
                  </a:lnTo>
                  <a:lnTo>
                    <a:pt x="1715112" y="0"/>
                  </a:lnTo>
                  <a:lnTo>
                    <a:pt x="1714297" y="0"/>
                  </a:lnTo>
                  <a:lnTo>
                    <a:pt x="1713482" y="0"/>
                  </a:lnTo>
                  <a:lnTo>
                    <a:pt x="1712667" y="0"/>
                  </a:lnTo>
                  <a:lnTo>
                    <a:pt x="1711852" y="0"/>
                  </a:lnTo>
                  <a:lnTo>
                    <a:pt x="1711038" y="0"/>
                  </a:lnTo>
                  <a:lnTo>
                    <a:pt x="1710223" y="0"/>
                  </a:lnTo>
                  <a:lnTo>
                    <a:pt x="1709408" y="0"/>
                  </a:lnTo>
                  <a:lnTo>
                    <a:pt x="1708593" y="0"/>
                  </a:lnTo>
                  <a:lnTo>
                    <a:pt x="1707778" y="0"/>
                  </a:lnTo>
                  <a:lnTo>
                    <a:pt x="1706964" y="0"/>
                  </a:lnTo>
                  <a:lnTo>
                    <a:pt x="1706149" y="0"/>
                  </a:lnTo>
                  <a:lnTo>
                    <a:pt x="1705334" y="0"/>
                  </a:lnTo>
                  <a:lnTo>
                    <a:pt x="1704519" y="0"/>
                  </a:lnTo>
                  <a:lnTo>
                    <a:pt x="1703705" y="0"/>
                  </a:lnTo>
                  <a:lnTo>
                    <a:pt x="1702890" y="0"/>
                  </a:lnTo>
                  <a:lnTo>
                    <a:pt x="1702075" y="0"/>
                  </a:lnTo>
                  <a:lnTo>
                    <a:pt x="1701260" y="0"/>
                  </a:lnTo>
                  <a:lnTo>
                    <a:pt x="1700445" y="0"/>
                  </a:lnTo>
                  <a:lnTo>
                    <a:pt x="1699631" y="0"/>
                  </a:lnTo>
                  <a:lnTo>
                    <a:pt x="1698816" y="0"/>
                  </a:lnTo>
                  <a:lnTo>
                    <a:pt x="1698001" y="0"/>
                  </a:lnTo>
                  <a:lnTo>
                    <a:pt x="1697186" y="0"/>
                  </a:lnTo>
                  <a:lnTo>
                    <a:pt x="1696372" y="0"/>
                  </a:lnTo>
                  <a:lnTo>
                    <a:pt x="1695557" y="0"/>
                  </a:lnTo>
                  <a:lnTo>
                    <a:pt x="1694742" y="0"/>
                  </a:lnTo>
                  <a:lnTo>
                    <a:pt x="1693927" y="0"/>
                  </a:lnTo>
                  <a:lnTo>
                    <a:pt x="1693112" y="0"/>
                  </a:lnTo>
                  <a:lnTo>
                    <a:pt x="1692298" y="0"/>
                  </a:lnTo>
                  <a:lnTo>
                    <a:pt x="1691483" y="0"/>
                  </a:lnTo>
                  <a:lnTo>
                    <a:pt x="1690668" y="0"/>
                  </a:lnTo>
                  <a:lnTo>
                    <a:pt x="1689853" y="0"/>
                  </a:lnTo>
                  <a:lnTo>
                    <a:pt x="1689039" y="0"/>
                  </a:lnTo>
                  <a:lnTo>
                    <a:pt x="1688224" y="0"/>
                  </a:lnTo>
                  <a:lnTo>
                    <a:pt x="1687409" y="0"/>
                  </a:lnTo>
                  <a:lnTo>
                    <a:pt x="1686594" y="0"/>
                  </a:lnTo>
                  <a:lnTo>
                    <a:pt x="1685779" y="0"/>
                  </a:lnTo>
                  <a:lnTo>
                    <a:pt x="1684965" y="0"/>
                  </a:lnTo>
                  <a:lnTo>
                    <a:pt x="1684150" y="0"/>
                  </a:lnTo>
                  <a:lnTo>
                    <a:pt x="1683335" y="0"/>
                  </a:lnTo>
                  <a:lnTo>
                    <a:pt x="1682520" y="0"/>
                  </a:lnTo>
                  <a:lnTo>
                    <a:pt x="1681706" y="0"/>
                  </a:lnTo>
                  <a:lnTo>
                    <a:pt x="1680891" y="0"/>
                  </a:lnTo>
                  <a:lnTo>
                    <a:pt x="1680076" y="0"/>
                  </a:lnTo>
                  <a:lnTo>
                    <a:pt x="1679261" y="0"/>
                  </a:lnTo>
                  <a:lnTo>
                    <a:pt x="1678446" y="0"/>
                  </a:lnTo>
                  <a:lnTo>
                    <a:pt x="1677632" y="0"/>
                  </a:lnTo>
                  <a:lnTo>
                    <a:pt x="1676817" y="0"/>
                  </a:lnTo>
                  <a:lnTo>
                    <a:pt x="1676002" y="0"/>
                  </a:lnTo>
                  <a:lnTo>
                    <a:pt x="1675187" y="0"/>
                  </a:lnTo>
                  <a:lnTo>
                    <a:pt x="1674373" y="0"/>
                  </a:lnTo>
                  <a:lnTo>
                    <a:pt x="1673558" y="0"/>
                  </a:lnTo>
                  <a:lnTo>
                    <a:pt x="1672743" y="0"/>
                  </a:lnTo>
                  <a:lnTo>
                    <a:pt x="1671928" y="0"/>
                  </a:lnTo>
                  <a:lnTo>
                    <a:pt x="1671113" y="0"/>
                  </a:lnTo>
                  <a:lnTo>
                    <a:pt x="1670299" y="0"/>
                  </a:lnTo>
                  <a:lnTo>
                    <a:pt x="1669484" y="0"/>
                  </a:lnTo>
                  <a:lnTo>
                    <a:pt x="1668669" y="0"/>
                  </a:lnTo>
                  <a:lnTo>
                    <a:pt x="1667854" y="0"/>
                  </a:lnTo>
                  <a:lnTo>
                    <a:pt x="1667039" y="0"/>
                  </a:lnTo>
                  <a:lnTo>
                    <a:pt x="1666225" y="0"/>
                  </a:lnTo>
                  <a:lnTo>
                    <a:pt x="1665410" y="0"/>
                  </a:lnTo>
                  <a:lnTo>
                    <a:pt x="1664595" y="0"/>
                  </a:lnTo>
                  <a:lnTo>
                    <a:pt x="1663780" y="0"/>
                  </a:lnTo>
                  <a:lnTo>
                    <a:pt x="1662966" y="0"/>
                  </a:lnTo>
                  <a:lnTo>
                    <a:pt x="1662151" y="0"/>
                  </a:lnTo>
                  <a:lnTo>
                    <a:pt x="1661336" y="0"/>
                  </a:lnTo>
                  <a:lnTo>
                    <a:pt x="1660521" y="0"/>
                  </a:lnTo>
                  <a:lnTo>
                    <a:pt x="1659706" y="0"/>
                  </a:lnTo>
                  <a:lnTo>
                    <a:pt x="1658892" y="0"/>
                  </a:lnTo>
                  <a:lnTo>
                    <a:pt x="1658077" y="0"/>
                  </a:lnTo>
                  <a:lnTo>
                    <a:pt x="1657262" y="0"/>
                  </a:lnTo>
                  <a:lnTo>
                    <a:pt x="1656447" y="0"/>
                  </a:lnTo>
                  <a:lnTo>
                    <a:pt x="1655633" y="0"/>
                  </a:lnTo>
                  <a:lnTo>
                    <a:pt x="1654818" y="0"/>
                  </a:lnTo>
                  <a:lnTo>
                    <a:pt x="1654003" y="0"/>
                  </a:lnTo>
                  <a:lnTo>
                    <a:pt x="1653188" y="0"/>
                  </a:lnTo>
                  <a:lnTo>
                    <a:pt x="1652373" y="0"/>
                  </a:lnTo>
                  <a:lnTo>
                    <a:pt x="1651559" y="0"/>
                  </a:lnTo>
                  <a:lnTo>
                    <a:pt x="1650744" y="0"/>
                  </a:lnTo>
                  <a:lnTo>
                    <a:pt x="1649929" y="0"/>
                  </a:lnTo>
                  <a:lnTo>
                    <a:pt x="1649114" y="0"/>
                  </a:lnTo>
                  <a:lnTo>
                    <a:pt x="1648300" y="0"/>
                  </a:lnTo>
                  <a:lnTo>
                    <a:pt x="1647485" y="0"/>
                  </a:lnTo>
                  <a:lnTo>
                    <a:pt x="1646670" y="0"/>
                  </a:lnTo>
                  <a:lnTo>
                    <a:pt x="1645855" y="0"/>
                  </a:lnTo>
                  <a:lnTo>
                    <a:pt x="1645040" y="0"/>
                  </a:lnTo>
                  <a:lnTo>
                    <a:pt x="1644226" y="0"/>
                  </a:lnTo>
                  <a:lnTo>
                    <a:pt x="1643411" y="0"/>
                  </a:lnTo>
                  <a:lnTo>
                    <a:pt x="1642596" y="0"/>
                  </a:lnTo>
                  <a:lnTo>
                    <a:pt x="1641781" y="0"/>
                  </a:lnTo>
                  <a:lnTo>
                    <a:pt x="1640967" y="0"/>
                  </a:lnTo>
                  <a:lnTo>
                    <a:pt x="1640152" y="0"/>
                  </a:lnTo>
                  <a:lnTo>
                    <a:pt x="1639337" y="0"/>
                  </a:lnTo>
                  <a:lnTo>
                    <a:pt x="1638522" y="0"/>
                  </a:lnTo>
                  <a:lnTo>
                    <a:pt x="1637707" y="0"/>
                  </a:lnTo>
                  <a:lnTo>
                    <a:pt x="1636893" y="0"/>
                  </a:lnTo>
                  <a:lnTo>
                    <a:pt x="1636078" y="0"/>
                  </a:lnTo>
                  <a:lnTo>
                    <a:pt x="1635263" y="0"/>
                  </a:lnTo>
                  <a:lnTo>
                    <a:pt x="1634448" y="0"/>
                  </a:lnTo>
                  <a:lnTo>
                    <a:pt x="1633634" y="0"/>
                  </a:lnTo>
                  <a:lnTo>
                    <a:pt x="1632819" y="0"/>
                  </a:lnTo>
                  <a:lnTo>
                    <a:pt x="1632004" y="0"/>
                  </a:lnTo>
                  <a:lnTo>
                    <a:pt x="1631189" y="0"/>
                  </a:lnTo>
                  <a:lnTo>
                    <a:pt x="1630374" y="0"/>
                  </a:lnTo>
                  <a:lnTo>
                    <a:pt x="1629560" y="0"/>
                  </a:lnTo>
                  <a:lnTo>
                    <a:pt x="1628745" y="0"/>
                  </a:lnTo>
                  <a:lnTo>
                    <a:pt x="1627930" y="0"/>
                  </a:lnTo>
                  <a:lnTo>
                    <a:pt x="1627115" y="0"/>
                  </a:lnTo>
                  <a:lnTo>
                    <a:pt x="1626300" y="0"/>
                  </a:lnTo>
                  <a:lnTo>
                    <a:pt x="1625486" y="0"/>
                  </a:lnTo>
                  <a:lnTo>
                    <a:pt x="1624671" y="0"/>
                  </a:lnTo>
                  <a:lnTo>
                    <a:pt x="1623856" y="0"/>
                  </a:lnTo>
                  <a:lnTo>
                    <a:pt x="1623041" y="0"/>
                  </a:lnTo>
                  <a:lnTo>
                    <a:pt x="1622227" y="0"/>
                  </a:lnTo>
                  <a:lnTo>
                    <a:pt x="1621412" y="0"/>
                  </a:lnTo>
                  <a:lnTo>
                    <a:pt x="1620597" y="0"/>
                  </a:lnTo>
                  <a:lnTo>
                    <a:pt x="1619782" y="0"/>
                  </a:lnTo>
                  <a:lnTo>
                    <a:pt x="1618967" y="0"/>
                  </a:lnTo>
                  <a:lnTo>
                    <a:pt x="1618153" y="0"/>
                  </a:lnTo>
                  <a:lnTo>
                    <a:pt x="1617338" y="0"/>
                  </a:lnTo>
                  <a:lnTo>
                    <a:pt x="1616523" y="0"/>
                  </a:lnTo>
                  <a:lnTo>
                    <a:pt x="1615708" y="0"/>
                  </a:lnTo>
                  <a:lnTo>
                    <a:pt x="1614894" y="0"/>
                  </a:lnTo>
                  <a:lnTo>
                    <a:pt x="1614079" y="0"/>
                  </a:lnTo>
                  <a:lnTo>
                    <a:pt x="1613264" y="0"/>
                  </a:lnTo>
                  <a:lnTo>
                    <a:pt x="1612449" y="0"/>
                  </a:lnTo>
                  <a:lnTo>
                    <a:pt x="1611634" y="0"/>
                  </a:lnTo>
                  <a:lnTo>
                    <a:pt x="1610820" y="0"/>
                  </a:lnTo>
                  <a:lnTo>
                    <a:pt x="1610005" y="0"/>
                  </a:lnTo>
                  <a:lnTo>
                    <a:pt x="1609190" y="0"/>
                  </a:lnTo>
                  <a:lnTo>
                    <a:pt x="1608375" y="0"/>
                  </a:lnTo>
                  <a:lnTo>
                    <a:pt x="1607561" y="0"/>
                  </a:lnTo>
                  <a:lnTo>
                    <a:pt x="1606746" y="0"/>
                  </a:lnTo>
                  <a:lnTo>
                    <a:pt x="1605931" y="0"/>
                  </a:lnTo>
                  <a:lnTo>
                    <a:pt x="1605116" y="0"/>
                  </a:lnTo>
                  <a:lnTo>
                    <a:pt x="1604301" y="0"/>
                  </a:lnTo>
                  <a:lnTo>
                    <a:pt x="1603487" y="0"/>
                  </a:lnTo>
                  <a:lnTo>
                    <a:pt x="1602672" y="0"/>
                  </a:lnTo>
                  <a:lnTo>
                    <a:pt x="1601857" y="0"/>
                  </a:lnTo>
                  <a:lnTo>
                    <a:pt x="1601042" y="0"/>
                  </a:lnTo>
                  <a:lnTo>
                    <a:pt x="1600228" y="0"/>
                  </a:lnTo>
                  <a:lnTo>
                    <a:pt x="1599413" y="0"/>
                  </a:lnTo>
                  <a:lnTo>
                    <a:pt x="1598598" y="0"/>
                  </a:lnTo>
                  <a:lnTo>
                    <a:pt x="1597783" y="0"/>
                  </a:lnTo>
                  <a:lnTo>
                    <a:pt x="1596968" y="0"/>
                  </a:lnTo>
                  <a:lnTo>
                    <a:pt x="1596154" y="0"/>
                  </a:lnTo>
                  <a:lnTo>
                    <a:pt x="1595339" y="0"/>
                  </a:lnTo>
                  <a:lnTo>
                    <a:pt x="1594524" y="0"/>
                  </a:lnTo>
                  <a:lnTo>
                    <a:pt x="1593709" y="0"/>
                  </a:lnTo>
                  <a:lnTo>
                    <a:pt x="1592894" y="0"/>
                  </a:lnTo>
                  <a:lnTo>
                    <a:pt x="1592080" y="0"/>
                  </a:lnTo>
                  <a:lnTo>
                    <a:pt x="1591265" y="0"/>
                  </a:lnTo>
                  <a:lnTo>
                    <a:pt x="1590450" y="0"/>
                  </a:lnTo>
                  <a:lnTo>
                    <a:pt x="1589635" y="0"/>
                  </a:lnTo>
                  <a:lnTo>
                    <a:pt x="1588821" y="0"/>
                  </a:lnTo>
                  <a:lnTo>
                    <a:pt x="1588006" y="0"/>
                  </a:lnTo>
                  <a:lnTo>
                    <a:pt x="1587191" y="0"/>
                  </a:lnTo>
                  <a:lnTo>
                    <a:pt x="1586376" y="0"/>
                  </a:lnTo>
                  <a:lnTo>
                    <a:pt x="1585561" y="0"/>
                  </a:lnTo>
                  <a:lnTo>
                    <a:pt x="1584747" y="0"/>
                  </a:lnTo>
                  <a:lnTo>
                    <a:pt x="1583932" y="0"/>
                  </a:lnTo>
                  <a:lnTo>
                    <a:pt x="1583117" y="0"/>
                  </a:lnTo>
                  <a:lnTo>
                    <a:pt x="1582302" y="0"/>
                  </a:lnTo>
                  <a:lnTo>
                    <a:pt x="1581488" y="0"/>
                  </a:lnTo>
                  <a:lnTo>
                    <a:pt x="1580673" y="0"/>
                  </a:lnTo>
                  <a:lnTo>
                    <a:pt x="1579858" y="0"/>
                  </a:lnTo>
                  <a:lnTo>
                    <a:pt x="1579043" y="0"/>
                  </a:lnTo>
                  <a:lnTo>
                    <a:pt x="1578228" y="0"/>
                  </a:lnTo>
                  <a:lnTo>
                    <a:pt x="1577414" y="0"/>
                  </a:lnTo>
                  <a:lnTo>
                    <a:pt x="1576599" y="0"/>
                  </a:lnTo>
                  <a:lnTo>
                    <a:pt x="1575784" y="0"/>
                  </a:lnTo>
                  <a:lnTo>
                    <a:pt x="1574969" y="0"/>
                  </a:lnTo>
                  <a:lnTo>
                    <a:pt x="1574155" y="0"/>
                  </a:lnTo>
                  <a:lnTo>
                    <a:pt x="1573340" y="0"/>
                  </a:lnTo>
                  <a:lnTo>
                    <a:pt x="1572525" y="0"/>
                  </a:lnTo>
                  <a:lnTo>
                    <a:pt x="1571710" y="0"/>
                  </a:lnTo>
                  <a:lnTo>
                    <a:pt x="1570895" y="0"/>
                  </a:lnTo>
                  <a:lnTo>
                    <a:pt x="1570081" y="0"/>
                  </a:lnTo>
                  <a:lnTo>
                    <a:pt x="1569266" y="0"/>
                  </a:lnTo>
                  <a:lnTo>
                    <a:pt x="1568451" y="0"/>
                  </a:lnTo>
                  <a:lnTo>
                    <a:pt x="1567636" y="0"/>
                  </a:lnTo>
                  <a:lnTo>
                    <a:pt x="1566822" y="0"/>
                  </a:lnTo>
                  <a:lnTo>
                    <a:pt x="1566007" y="0"/>
                  </a:lnTo>
                  <a:lnTo>
                    <a:pt x="1565192" y="0"/>
                  </a:lnTo>
                  <a:lnTo>
                    <a:pt x="1564377" y="0"/>
                  </a:lnTo>
                  <a:lnTo>
                    <a:pt x="1563562" y="0"/>
                  </a:lnTo>
                  <a:lnTo>
                    <a:pt x="1562748" y="0"/>
                  </a:lnTo>
                  <a:lnTo>
                    <a:pt x="1561933" y="0"/>
                  </a:lnTo>
                  <a:lnTo>
                    <a:pt x="1561118" y="0"/>
                  </a:lnTo>
                  <a:lnTo>
                    <a:pt x="1560303" y="0"/>
                  </a:lnTo>
                  <a:lnTo>
                    <a:pt x="1559489" y="0"/>
                  </a:lnTo>
                  <a:lnTo>
                    <a:pt x="1558674" y="0"/>
                  </a:lnTo>
                  <a:lnTo>
                    <a:pt x="1557859" y="0"/>
                  </a:lnTo>
                  <a:lnTo>
                    <a:pt x="1557044" y="0"/>
                  </a:lnTo>
                  <a:lnTo>
                    <a:pt x="1556229" y="0"/>
                  </a:lnTo>
                  <a:lnTo>
                    <a:pt x="1555415" y="0"/>
                  </a:lnTo>
                  <a:lnTo>
                    <a:pt x="1554600" y="0"/>
                  </a:lnTo>
                  <a:lnTo>
                    <a:pt x="1553785" y="0"/>
                  </a:lnTo>
                  <a:lnTo>
                    <a:pt x="1552970" y="0"/>
                  </a:lnTo>
                  <a:lnTo>
                    <a:pt x="1552155" y="0"/>
                  </a:lnTo>
                  <a:lnTo>
                    <a:pt x="1551341" y="0"/>
                  </a:lnTo>
                  <a:lnTo>
                    <a:pt x="1550526" y="0"/>
                  </a:lnTo>
                  <a:lnTo>
                    <a:pt x="1549711" y="0"/>
                  </a:lnTo>
                  <a:lnTo>
                    <a:pt x="1548896" y="0"/>
                  </a:lnTo>
                  <a:lnTo>
                    <a:pt x="1548082" y="0"/>
                  </a:lnTo>
                  <a:lnTo>
                    <a:pt x="1547267" y="0"/>
                  </a:lnTo>
                  <a:lnTo>
                    <a:pt x="1546452" y="0"/>
                  </a:lnTo>
                  <a:lnTo>
                    <a:pt x="1545637" y="0"/>
                  </a:lnTo>
                  <a:lnTo>
                    <a:pt x="1544822" y="0"/>
                  </a:lnTo>
                  <a:lnTo>
                    <a:pt x="1544008" y="0"/>
                  </a:lnTo>
                  <a:lnTo>
                    <a:pt x="1543193" y="0"/>
                  </a:lnTo>
                  <a:lnTo>
                    <a:pt x="1542378" y="0"/>
                  </a:lnTo>
                  <a:lnTo>
                    <a:pt x="1541563" y="0"/>
                  </a:lnTo>
                  <a:lnTo>
                    <a:pt x="1540749" y="0"/>
                  </a:lnTo>
                  <a:lnTo>
                    <a:pt x="1539934" y="0"/>
                  </a:lnTo>
                  <a:lnTo>
                    <a:pt x="1539119" y="0"/>
                  </a:lnTo>
                  <a:lnTo>
                    <a:pt x="1538304" y="0"/>
                  </a:lnTo>
                  <a:lnTo>
                    <a:pt x="1537489" y="0"/>
                  </a:lnTo>
                  <a:lnTo>
                    <a:pt x="1536675" y="0"/>
                  </a:lnTo>
                  <a:lnTo>
                    <a:pt x="1535860" y="0"/>
                  </a:lnTo>
                  <a:lnTo>
                    <a:pt x="1535045" y="0"/>
                  </a:lnTo>
                  <a:lnTo>
                    <a:pt x="1534230" y="0"/>
                  </a:lnTo>
                  <a:lnTo>
                    <a:pt x="1533416" y="0"/>
                  </a:lnTo>
                  <a:lnTo>
                    <a:pt x="1532601" y="0"/>
                  </a:lnTo>
                  <a:lnTo>
                    <a:pt x="1531786" y="0"/>
                  </a:lnTo>
                  <a:lnTo>
                    <a:pt x="1530971" y="0"/>
                  </a:lnTo>
                  <a:lnTo>
                    <a:pt x="1530156" y="0"/>
                  </a:lnTo>
                  <a:lnTo>
                    <a:pt x="1529342" y="0"/>
                  </a:lnTo>
                  <a:lnTo>
                    <a:pt x="1528527" y="0"/>
                  </a:lnTo>
                  <a:lnTo>
                    <a:pt x="1527712" y="0"/>
                  </a:lnTo>
                  <a:lnTo>
                    <a:pt x="1526897" y="0"/>
                  </a:lnTo>
                  <a:lnTo>
                    <a:pt x="1526083" y="0"/>
                  </a:lnTo>
                  <a:lnTo>
                    <a:pt x="1525268" y="0"/>
                  </a:lnTo>
                  <a:lnTo>
                    <a:pt x="1524453" y="0"/>
                  </a:lnTo>
                  <a:lnTo>
                    <a:pt x="1523638" y="0"/>
                  </a:lnTo>
                  <a:lnTo>
                    <a:pt x="1522823" y="0"/>
                  </a:lnTo>
                  <a:lnTo>
                    <a:pt x="1522009" y="0"/>
                  </a:lnTo>
                  <a:lnTo>
                    <a:pt x="1521194" y="0"/>
                  </a:lnTo>
                  <a:lnTo>
                    <a:pt x="1520379" y="0"/>
                  </a:lnTo>
                  <a:lnTo>
                    <a:pt x="1519564" y="0"/>
                  </a:lnTo>
                  <a:lnTo>
                    <a:pt x="1518750" y="0"/>
                  </a:lnTo>
                  <a:lnTo>
                    <a:pt x="1517935" y="0"/>
                  </a:lnTo>
                  <a:lnTo>
                    <a:pt x="1517120" y="0"/>
                  </a:lnTo>
                  <a:lnTo>
                    <a:pt x="1516305" y="0"/>
                  </a:lnTo>
                  <a:lnTo>
                    <a:pt x="1515490" y="0"/>
                  </a:lnTo>
                  <a:lnTo>
                    <a:pt x="1514676" y="0"/>
                  </a:lnTo>
                  <a:lnTo>
                    <a:pt x="1513861" y="0"/>
                  </a:lnTo>
                  <a:lnTo>
                    <a:pt x="1513046" y="0"/>
                  </a:lnTo>
                  <a:lnTo>
                    <a:pt x="1512231" y="0"/>
                  </a:lnTo>
                  <a:lnTo>
                    <a:pt x="1511416" y="0"/>
                  </a:lnTo>
                  <a:lnTo>
                    <a:pt x="1510602" y="0"/>
                  </a:lnTo>
                  <a:lnTo>
                    <a:pt x="1509787" y="0"/>
                  </a:lnTo>
                  <a:lnTo>
                    <a:pt x="1508972" y="0"/>
                  </a:lnTo>
                  <a:lnTo>
                    <a:pt x="1508157" y="0"/>
                  </a:lnTo>
                  <a:lnTo>
                    <a:pt x="1507343" y="0"/>
                  </a:lnTo>
                  <a:lnTo>
                    <a:pt x="1506528" y="0"/>
                  </a:lnTo>
                  <a:lnTo>
                    <a:pt x="1505713" y="0"/>
                  </a:lnTo>
                  <a:lnTo>
                    <a:pt x="1504898" y="0"/>
                  </a:lnTo>
                  <a:lnTo>
                    <a:pt x="1504083" y="0"/>
                  </a:lnTo>
                  <a:lnTo>
                    <a:pt x="1503269" y="0"/>
                  </a:lnTo>
                  <a:lnTo>
                    <a:pt x="1502454" y="0"/>
                  </a:lnTo>
                  <a:lnTo>
                    <a:pt x="1501639" y="0"/>
                  </a:lnTo>
                  <a:lnTo>
                    <a:pt x="1500824" y="0"/>
                  </a:lnTo>
                  <a:lnTo>
                    <a:pt x="1500010" y="0"/>
                  </a:lnTo>
                  <a:lnTo>
                    <a:pt x="1499195" y="0"/>
                  </a:lnTo>
                  <a:lnTo>
                    <a:pt x="1498380" y="0"/>
                  </a:lnTo>
                  <a:lnTo>
                    <a:pt x="1497565" y="0"/>
                  </a:lnTo>
                  <a:lnTo>
                    <a:pt x="1496750" y="0"/>
                  </a:lnTo>
                  <a:lnTo>
                    <a:pt x="1495936" y="0"/>
                  </a:lnTo>
                  <a:lnTo>
                    <a:pt x="1495121" y="0"/>
                  </a:lnTo>
                  <a:lnTo>
                    <a:pt x="1494306" y="0"/>
                  </a:lnTo>
                  <a:lnTo>
                    <a:pt x="1493491" y="0"/>
                  </a:lnTo>
                  <a:lnTo>
                    <a:pt x="1492677" y="0"/>
                  </a:lnTo>
                  <a:lnTo>
                    <a:pt x="1491862" y="0"/>
                  </a:lnTo>
                  <a:lnTo>
                    <a:pt x="1491047" y="0"/>
                  </a:lnTo>
                  <a:lnTo>
                    <a:pt x="1490232" y="0"/>
                  </a:lnTo>
                  <a:lnTo>
                    <a:pt x="1489417" y="0"/>
                  </a:lnTo>
                  <a:lnTo>
                    <a:pt x="1488603" y="0"/>
                  </a:lnTo>
                  <a:lnTo>
                    <a:pt x="1487788" y="0"/>
                  </a:lnTo>
                  <a:lnTo>
                    <a:pt x="1486973" y="0"/>
                  </a:lnTo>
                  <a:lnTo>
                    <a:pt x="1486158" y="0"/>
                  </a:lnTo>
                  <a:lnTo>
                    <a:pt x="1485344" y="0"/>
                  </a:lnTo>
                  <a:lnTo>
                    <a:pt x="1484529" y="0"/>
                  </a:lnTo>
                  <a:lnTo>
                    <a:pt x="1483714" y="0"/>
                  </a:lnTo>
                  <a:lnTo>
                    <a:pt x="1482899" y="0"/>
                  </a:lnTo>
                  <a:lnTo>
                    <a:pt x="1482084" y="0"/>
                  </a:lnTo>
                  <a:lnTo>
                    <a:pt x="1481270" y="0"/>
                  </a:lnTo>
                  <a:lnTo>
                    <a:pt x="1480455" y="0"/>
                  </a:lnTo>
                  <a:lnTo>
                    <a:pt x="1479640" y="0"/>
                  </a:lnTo>
                  <a:lnTo>
                    <a:pt x="1478825" y="0"/>
                  </a:lnTo>
                  <a:lnTo>
                    <a:pt x="1478011" y="0"/>
                  </a:lnTo>
                  <a:lnTo>
                    <a:pt x="1477196" y="0"/>
                  </a:lnTo>
                  <a:lnTo>
                    <a:pt x="1476381" y="0"/>
                  </a:lnTo>
                  <a:lnTo>
                    <a:pt x="1475566" y="0"/>
                  </a:lnTo>
                  <a:lnTo>
                    <a:pt x="1474751" y="0"/>
                  </a:lnTo>
                  <a:lnTo>
                    <a:pt x="1473937" y="0"/>
                  </a:lnTo>
                  <a:lnTo>
                    <a:pt x="1473122" y="0"/>
                  </a:lnTo>
                  <a:lnTo>
                    <a:pt x="1472307" y="0"/>
                  </a:lnTo>
                  <a:lnTo>
                    <a:pt x="1471492" y="0"/>
                  </a:lnTo>
                  <a:lnTo>
                    <a:pt x="1470677" y="0"/>
                  </a:lnTo>
                  <a:lnTo>
                    <a:pt x="1469863" y="0"/>
                  </a:lnTo>
                  <a:lnTo>
                    <a:pt x="1469048" y="0"/>
                  </a:lnTo>
                  <a:lnTo>
                    <a:pt x="1468233" y="0"/>
                  </a:lnTo>
                  <a:lnTo>
                    <a:pt x="1467418" y="0"/>
                  </a:lnTo>
                  <a:lnTo>
                    <a:pt x="1466604" y="0"/>
                  </a:lnTo>
                  <a:lnTo>
                    <a:pt x="1465789" y="0"/>
                  </a:lnTo>
                  <a:lnTo>
                    <a:pt x="1464974" y="0"/>
                  </a:lnTo>
                  <a:lnTo>
                    <a:pt x="1464159" y="0"/>
                  </a:lnTo>
                  <a:lnTo>
                    <a:pt x="1463344" y="0"/>
                  </a:lnTo>
                  <a:lnTo>
                    <a:pt x="1462530" y="0"/>
                  </a:lnTo>
                  <a:lnTo>
                    <a:pt x="1461715" y="0"/>
                  </a:lnTo>
                  <a:lnTo>
                    <a:pt x="1460900" y="0"/>
                  </a:lnTo>
                  <a:lnTo>
                    <a:pt x="1460085" y="0"/>
                  </a:lnTo>
                  <a:lnTo>
                    <a:pt x="1459271" y="0"/>
                  </a:lnTo>
                  <a:lnTo>
                    <a:pt x="1458456" y="0"/>
                  </a:lnTo>
                  <a:lnTo>
                    <a:pt x="1457641" y="0"/>
                  </a:lnTo>
                  <a:lnTo>
                    <a:pt x="1456826" y="0"/>
                  </a:lnTo>
                  <a:lnTo>
                    <a:pt x="1456011" y="0"/>
                  </a:lnTo>
                  <a:lnTo>
                    <a:pt x="1455197" y="0"/>
                  </a:lnTo>
                  <a:lnTo>
                    <a:pt x="1454382" y="0"/>
                  </a:lnTo>
                  <a:lnTo>
                    <a:pt x="1453567" y="0"/>
                  </a:lnTo>
                  <a:lnTo>
                    <a:pt x="1452752" y="0"/>
                  </a:lnTo>
                  <a:lnTo>
                    <a:pt x="1451938" y="0"/>
                  </a:lnTo>
                  <a:lnTo>
                    <a:pt x="1451123" y="0"/>
                  </a:lnTo>
                  <a:lnTo>
                    <a:pt x="1450308" y="0"/>
                  </a:lnTo>
                  <a:lnTo>
                    <a:pt x="1449493" y="0"/>
                  </a:lnTo>
                  <a:lnTo>
                    <a:pt x="1448678" y="0"/>
                  </a:lnTo>
                  <a:lnTo>
                    <a:pt x="1447864" y="0"/>
                  </a:lnTo>
                  <a:lnTo>
                    <a:pt x="1447049" y="0"/>
                  </a:lnTo>
                  <a:lnTo>
                    <a:pt x="1446234" y="0"/>
                  </a:lnTo>
                  <a:lnTo>
                    <a:pt x="1445419" y="0"/>
                  </a:lnTo>
                  <a:lnTo>
                    <a:pt x="1444605" y="0"/>
                  </a:lnTo>
                  <a:lnTo>
                    <a:pt x="1443790" y="0"/>
                  </a:lnTo>
                  <a:lnTo>
                    <a:pt x="1442975" y="0"/>
                  </a:lnTo>
                  <a:lnTo>
                    <a:pt x="1442160" y="0"/>
                  </a:lnTo>
                  <a:lnTo>
                    <a:pt x="1441345" y="0"/>
                  </a:lnTo>
                  <a:lnTo>
                    <a:pt x="1440531" y="0"/>
                  </a:lnTo>
                  <a:lnTo>
                    <a:pt x="1439716" y="0"/>
                  </a:lnTo>
                  <a:lnTo>
                    <a:pt x="1438901" y="0"/>
                  </a:lnTo>
                  <a:lnTo>
                    <a:pt x="1438086" y="0"/>
                  </a:lnTo>
                  <a:lnTo>
                    <a:pt x="1437272" y="0"/>
                  </a:lnTo>
                  <a:lnTo>
                    <a:pt x="1436457" y="0"/>
                  </a:lnTo>
                  <a:lnTo>
                    <a:pt x="1435642" y="0"/>
                  </a:lnTo>
                  <a:lnTo>
                    <a:pt x="1434827" y="0"/>
                  </a:lnTo>
                  <a:lnTo>
                    <a:pt x="1434012" y="0"/>
                  </a:lnTo>
                  <a:lnTo>
                    <a:pt x="1433198" y="0"/>
                  </a:lnTo>
                  <a:lnTo>
                    <a:pt x="1432383" y="0"/>
                  </a:lnTo>
                  <a:lnTo>
                    <a:pt x="1431568" y="0"/>
                  </a:lnTo>
                  <a:lnTo>
                    <a:pt x="1430753" y="0"/>
                  </a:lnTo>
                  <a:lnTo>
                    <a:pt x="1429938" y="0"/>
                  </a:lnTo>
                  <a:lnTo>
                    <a:pt x="1429124" y="0"/>
                  </a:lnTo>
                  <a:lnTo>
                    <a:pt x="1428309" y="0"/>
                  </a:lnTo>
                  <a:lnTo>
                    <a:pt x="1427494" y="0"/>
                  </a:lnTo>
                  <a:lnTo>
                    <a:pt x="1426679" y="0"/>
                  </a:lnTo>
                  <a:lnTo>
                    <a:pt x="1425865" y="0"/>
                  </a:lnTo>
                  <a:lnTo>
                    <a:pt x="1425050" y="0"/>
                  </a:lnTo>
                  <a:lnTo>
                    <a:pt x="1424235" y="0"/>
                  </a:lnTo>
                  <a:lnTo>
                    <a:pt x="1423420" y="0"/>
                  </a:lnTo>
                  <a:lnTo>
                    <a:pt x="1422605" y="0"/>
                  </a:lnTo>
                  <a:lnTo>
                    <a:pt x="1421791" y="0"/>
                  </a:lnTo>
                  <a:lnTo>
                    <a:pt x="1420976" y="0"/>
                  </a:lnTo>
                  <a:lnTo>
                    <a:pt x="1420161" y="0"/>
                  </a:lnTo>
                  <a:lnTo>
                    <a:pt x="1419346" y="0"/>
                  </a:lnTo>
                  <a:lnTo>
                    <a:pt x="1418532" y="0"/>
                  </a:lnTo>
                  <a:lnTo>
                    <a:pt x="1417717" y="0"/>
                  </a:lnTo>
                  <a:lnTo>
                    <a:pt x="1416902" y="0"/>
                  </a:lnTo>
                  <a:lnTo>
                    <a:pt x="1416087" y="0"/>
                  </a:lnTo>
                  <a:lnTo>
                    <a:pt x="1415272" y="0"/>
                  </a:lnTo>
                  <a:lnTo>
                    <a:pt x="1414458" y="0"/>
                  </a:lnTo>
                  <a:lnTo>
                    <a:pt x="1413643" y="0"/>
                  </a:lnTo>
                  <a:lnTo>
                    <a:pt x="1412828" y="0"/>
                  </a:lnTo>
                  <a:lnTo>
                    <a:pt x="1412013" y="0"/>
                  </a:lnTo>
                  <a:lnTo>
                    <a:pt x="1411199" y="0"/>
                  </a:lnTo>
                  <a:lnTo>
                    <a:pt x="1410384" y="0"/>
                  </a:lnTo>
                  <a:lnTo>
                    <a:pt x="1409569" y="0"/>
                  </a:lnTo>
                  <a:lnTo>
                    <a:pt x="1408754" y="0"/>
                  </a:lnTo>
                  <a:lnTo>
                    <a:pt x="1407939" y="0"/>
                  </a:lnTo>
                  <a:lnTo>
                    <a:pt x="1407125" y="0"/>
                  </a:lnTo>
                  <a:lnTo>
                    <a:pt x="1406310" y="0"/>
                  </a:lnTo>
                  <a:lnTo>
                    <a:pt x="1405495" y="0"/>
                  </a:lnTo>
                  <a:lnTo>
                    <a:pt x="1404680" y="0"/>
                  </a:lnTo>
                  <a:lnTo>
                    <a:pt x="1403866" y="0"/>
                  </a:lnTo>
                  <a:lnTo>
                    <a:pt x="1403051" y="0"/>
                  </a:lnTo>
                  <a:lnTo>
                    <a:pt x="1402236" y="0"/>
                  </a:lnTo>
                  <a:lnTo>
                    <a:pt x="1401421" y="0"/>
                  </a:lnTo>
                  <a:lnTo>
                    <a:pt x="1400606" y="0"/>
                  </a:lnTo>
                  <a:lnTo>
                    <a:pt x="1399792" y="0"/>
                  </a:lnTo>
                  <a:lnTo>
                    <a:pt x="1398977" y="0"/>
                  </a:lnTo>
                  <a:lnTo>
                    <a:pt x="1398162" y="0"/>
                  </a:lnTo>
                  <a:lnTo>
                    <a:pt x="1397347" y="0"/>
                  </a:lnTo>
                  <a:lnTo>
                    <a:pt x="1396533" y="0"/>
                  </a:lnTo>
                  <a:lnTo>
                    <a:pt x="1395718" y="0"/>
                  </a:lnTo>
                  <a:lnTo>
                    <a:pt x="1394903" y="0"/>
                  </a:lnTo>
                  <a:lnTo>
                    <a:pt x="1394088" y="0"/>
                  </a:lnTo>
                  <a:lnTo>
                    <a:pt x="1393273" y="0"/>
                  </a:lnTo>
                  <a:lnTo>
                    <a:pt x="1392459" y="0"/>
                  </a:lnTo>
                  <a:lnTo>
                    <a:pt x="1391644" y="0"/>
                  </a:lnTo>
                  <a:lnTo>
                    <a:pt x="1390829" y="0"/>
                  </a:lnTo>
                  <a:lnTo>
                    <a:pt x="1390014" y="0"/>
                  </a:lnTo>
                  <a:lnTo>
                    <a:pt x="1389199" y="0"/>
                  </a:lnTo>
                  <a:lnTo>
                    <a:pt x="1388385" y="0"/>
                  </a:lnTo>
                  <a:lnTo>
                    <a:pt x="1387570" y="0"/>
                  </a:lnTo>
                  <a:lnTo>
                    <a:pt x="1386755" y="0"/>
                  </a:lnTo>
                  <a:lnTo>
                    <a:pt x="1385940" y="0"/>
                  </a:lnTo>
                  <a:lnTo>
                    <a:pt x="1385126" y="0"/>
                  </a:lnTo>
                  <a:lnTo>
                    <a:pt x="1384311" y="0"/>
                  </a:lnTo>
                  <a:lnTo>
                    <a:pt x="1383496" y="0"/>
                  </a:lnTo>
                  <a:lnTo>
                    <a:pt x="1382681" y="0"/>
                  </a:lnTo>
                  <a:lnTo>
                    <a:pt x="1381866" y="0"/>
                  </a:lnTo>
                  <a:lnTo>
                    <a:pt x="1381052" y="0"/>
                  </a:lnTo>
                  <a:lnTo>
                    <a:pt x="1380237" y="0"/>
                  </a:lnTo>
                  <a:lnTo>
                    <a:pt x="1379422" y="0"/>
                  </a:lnTo>
                  <a:lnTo>
                    <a:pt x="1378607" y="0"/>
                  </a:lnTo>
                  <a:lnTo>
                    <a:pt x="1377793" y="0"/>
                  </a:lnTo>
                  <a:lnTo>
                    <a:pt x="1376978" y="0"/>
                  </a:lnTo>
                  <a:lnTo>
                    <a:pt x="1376163" y="0"/>
                  </a:lnTo>
                  <a:lnTo>
                    <a:pt x="1375348" y="0"/>
                  </a:lnTo>
                  <a:lnTo>
                    <a:pt x="1374533" y="0"/>
                  </a:lnTo>
                  <a:lnTo>
                    <a:pt x="1373719" y="0"/>
                  </a:lnTo>
                  <a:lnTo>
                    <a:pt x="1372904" y="0"/>
                  </a:lnTo>
                  <a:lnTo>
                    <a:pt x="1372089" y="0"/>
                  </a:lnTo>
                  <a:lnTo>
                    <a:pt x="1371274" y="0"/>
                  </a:lnTo>
                  <a:lnTo>
                    <a:pt x="1370460" y="0"/>
                  </a:lnTo>
                  <a:lnTo>
                    <a:pt x="1369645" y="0"/>
                  </a:lnTo>
                  <a:lnTo>
                    <a:pt x="1368830" y="0"/>
                  </a:lnTo>
                  <a:lnTo>
                    <a:pt x="1368015" y="0"/>
                  </a:lnTo>
                  <a:lnTo>
                    <a:pt x="1367200" y="0"/>
                  </a:lnTo>
                  <a:lnTo>
                    <a:pt x="1366386" y="0"/>
                  </a:lnTo>
                  <a:lnTo>
                    <a:pt x="1365571" y="0"/>
                  </a:lnTo>
                  <a:lnTo>
                    <a:pt x="1364756" y="0"/>
                  </a:lnTo>
                  <a:lnTo>
                    <a:pt x="1363941" y="0"/>
                  </a:lnTo>
                  <a:lnTo>
                    <a:pt x="1363127" y="0"/>
                  </a:lnTo>
                  <a:lnTo>
                    <a:pt x="1362312" y="0"/>
                  </a:lnTo>
                  <a:lnTo>
                    <a:pt x="1361497" y="0"/>
                  </a:lnTo>
                  <a:lnTo>
                    <a:pt x="1360682" y="0"/>
                  </a:lnTo>
                  <a:lnTo>
                    <a:pt x="1359867" y="0"/>
                  </a:lnTo>
                  <a:lnTo>
                    <a:pt x="1359053" y="0"/>
                  </a:lnTo>
                  <a:lnTo>
                    <a:pt x="1358238" y="0"/>
                  </a:lnTo>
                  <a:lnTo>
                    <a:pt x="1357423" y="0"/>
                  </a:lnTo>
                  <a:lnTo>
                    <a:pt x="1356608" y="0"/>
                  </a:lnTo>
                  <a:lnTo>
                    <a:pt x="1355794" y="0"/>
                  </a:lnTo>
                  <a:lnTo>
                    <a:pt x="1354979" y="0"/>
                  </a:lnTo>
                  <a:lnTo>
                    <a:pt x="1354164" y="0"/>
                  </a:lnTo>
                  <a:lnTo>
                    <a:pt x="1353349" y="0"/>
                  </a:lnTo>
                  <a:lnTo>
                    <a:pt x="1352534" y="0"/>
                  </a:lnTo>
                  <a:lnTo>
                    <a:pt x="1351720" y="0"/>
                  </a:lnTo>
                  <a:lnTo>
                    <a:pt x="1350905" y="0"/>
                  </a:lnTo>
                  <a:lnTo>
                    <a:pt x="1350090" y="0"/>
                  </a:lnTo>
                  <a:lnTo>
                    <a:pt x="1349275" y="0"/>
                  </a:lnTo>
                  <a:lnTo>
                    <a:pt x="1348460" y="0"/>
                  </a:lnTo>
                  <a:lnTo>
                    <a:pt x="1347646" y="0"/>
                  </a:lnTo>
                  <a:lnTo>
                    <a:pt x="1346831" y="0"/>
                  </a:lnTo>
                  <a:lnTo>
                    <a:pt x="1346016" y="0"/>
                  </a:lnTo>
                  <a:lnTo>
                    <a:pt x="1345201" y="0"/>
                  </a:lnTo>
                  <a:lnTo>
                    <a:pt x="1344387" y="0"/>
                  </a:lnTo>
                  <a:lnTo>
                    <a:pt x="1343572" y="0"/>
                  </a:lnTo>
                  <a:lnTo>
                    <a:pt x="1342757" y="0"/>
                  </a:lnTo>
                  <a:lnTo>
                    <a:pt x="1341942" y="0"/>
                  </a:lnTo>
                  <a:lnTo>
                    <a:pt x="1341127" y="0"/>
                  </a:lnTo>
                  <a:lnTo>
                    <a:pt x="1340313" y="0"/>
                  </a:lnTo>
                  <a:lnTo>
                    <a:pt x="1339498" y="0"/>
                  </a:lnTo>
                  <a:lnTo>
                    <a:pt x="1338683" y="0"/>
                  </a:lnTo>
                  <a:lnTo>
                    <a:pt x="1337868" y="0"/>
                  </a:lnTo>
                  <a:lnTo>
                    <a:pt x="1337054" y="0"/>
                  </a:lnTo>
                  <a:lnTo>
                    <a:pt x="1336239" y="0"/>
                  </a:lnTo>
                  <a:lnTo>
                    <a:pt x="1335424" y="0"/>
                  </a:lnTo>
                  <a:lnTo>
                    <a:pt x="1334609" y="0"/>
                  </a:lnTo>
                  <a:lnTo>
                    <a:pt x="1333794" y="0"/>
                  </a:lnTo>
                  <a:lnTo>
                    <a:pt x="1332980" y="0"/>
                  </a:lnTo>
                  <a:lnTo>
                    <a:pt x="1332165" y="0"/>
                  </a:lnTo>
                  <a:lnTo>
                    <a:pt x="1331350" y="0"/>
                  </a:lnTo>
                  <a:lnTo>
                    <a:pt x="1330535" y="0"/>
                  </a:lnTo>
                  <a:lnTo>
                    <a:pt x="1329721" y="0"/>
                  </a:lnTo>
                  <a:lnTo>
                    <a:pt x="1328906" y="0"/>
                  </a:lnTo>
                  <a:lnTo>
                    <a:pt x="1328091" y="0"/>
                  </a:lnTo>
                  <a:lnTo>
                    <a:pt x="1327276" y="0"/>
                  </a:lnTo>
                  <a:lnTo>
                    <a:pt x="1326461" y="0"/>
                  </a:lnTo>
                  <a:lnTo>
                    <a:pt x="1325647" y="0"/>
                  </a:lnTo>
                  <a:lnTo>
                    <a:pt x="1324832" y="0"/>
                  </a:lnTo>
                  <a:lnTo>
                    <a:pt x="1324017" y="0"/>
                  </a:lnTo>
                  <a:lnTo>
                    <a:pt x="1323202" y="0"/>
                  </a:lnTo>
                  <a:lnTo>
                    <a:pt x="1322388" y="0"/>
                  </a:lnTo>
                  <a:lnTo>
                    <a:pt x="1321573" y="0"/>
                  </a:lnTo>
                  <a:lnTo>
                    <a:pt x="1320758" y="0"/>
                  </a:lnTo>
                  <a:lnTo>
                    <a:pt x="1319943" y="0"/>
                  </a:lnTo>
                  <a:lnTo>
                    <a:pt x="1319128" y="0"/>
                  </a:lnTo>
                  <a:lnTo>
                    <a:pt x="1318314" y="0"/>
                  </a:lnTo>
                  <a:lnTo>
                    <a:pt x="1317499" y="0"/>
                  </a:lnTo>
                  <a:lnTo>
                    <a:pt x="1316684" y="0"/>
                  </a:lnTo>
                  <a:lnTo>
                    <a:pt x="1315869" y="0"/>
                  </a:lnTo>
                  <a:lnTo>
                    <a:pt x="1315055" y="0"/>
                  </a:lnTo>
                  <a:lnTo>
                    <a:pt x="1314240" y="0"/>
                  </a:lnTo>
                  <a:lnTo>
                    <a:pt x="1313425" y="0"/>
                  </a:lnTo>
                  <a:lnTo>
                    <a:pt x="1312610" y="0"/>
                  </a:lnTo>
                  <a:lnTo>
                    <a:pt x="1311795" y="0"/>
                  </a:lnTo>
                  <a:lnTo>
                    <a:pt x="1310981" y="0"/>
                  </a:lnTo>
                  <a:lnTo>
                    <a:pt x="1310166" y="0"/>
                  </a:lnTo>
                  <a:lnTo>
                    <a:pt x="1309351" y="0"/>
                  </a:lnTo>
                  <a:lnTo>
                    <a:pt x="1308536" y="0"/>
                  </a:lnTo>
                  <a:lnTo>
                    <a:pt x="1307721" y="0"/>
                  </a:lnTo>
                  <a:lnTo>
                    <a:pt x="1306907" y="0"/>
                  </a:lnTo>
                  <a:lnTo>
                    <a:pt x="1306092" y="0"/>
                  </a:lnTo>
                  <a:lnTo>
                    <a:pt x="1305277" y="0"/>
                  </a:lnTo>
                  <a:lnTo>
                    <a:pt x="1304462" y="0"/>
                  </a:lnTo>
                  <a:lnTo>
                    <a:pt x="1303648" y="0"/>
                  </a:lnTo>
                  <a:lnTo>
                    <a:pt x="1302833" y="0"/>
                  </a:lnTo>
                  <a:lnTo>
                    <a:pt x="1302018" y="0"/>
                  </a:lnTo>
                  <a:lnTo>
                    <a:pt x="1301203" y="0"/>
                  </a:lnTo>
                  <a:lnTo>
                    <a:pt x="1300388" y="0"/>
                  </a:lnTo>
                  <a:lnTo>
                    <a:pt x="1299574" y="0"/>
                  </a:lnTo>
                  <a:lnTo>
                    <a:pt x="1298759" y="0"/>
                  </a:lnTo>
                  <a:lnTo>
                    <a:pt x="1297944" y="0"/>
                  </a:lnTo>
                  <a:lnTo>
                    <a:pt x="1297129" y="0"/>
                  </a:lnTo>
                  <a:lnTo>
                    <a:pt x="1296315" y="0"/>
                  </a:lnTo>
                  <a:lnTo>
                    <a:pt x="1295500" y="0"/>
                  </a:lnTo>
                  <a:lnTo>
                    <a:pt x="1294685" y="0"/>
                  </a:lnTo>
                  <a:lnTo>
                    <a:pt x="1293870" y="0"/>
                  </a:lnTo>
                  <a:lnTo>
                    <a:pt x="1293055" y="0"/>
                  </a:lnTo>
                  <a:lnTo>
                    <a:pt x="1292241" y="0"/>
                  </a:lnTo>
                  <a:lnTo>
                    <a:pt x="1291426" y="0"/>
                  </a:lnTo>
                  <a:lnTo>
                    <a:pt x="1290611" y="0"/>
                  </a:lnTo>
                  <a:lnTo>
                    <a:pt x="1289796" y="0"/>
                  </a:lnTo>
                  <a:lnTo>
                    <a:pt x="1288982" y="0"/>
                  </a:lnTo>
                  <a:lnTo>
                    <a:pt x="1288167" y="0"/>
                  </a:lnTo>
                  <a:lnTo>
                    <a:pt x="1287352" y="0"/>
                  </a:lnTo>
                  <a:lnTo>
                    <a:pt x="1286537" y="0"/>
                  </a:lnTo>
                  <a:lnTo>
                    <a:pt x="1285722" y="0"/>
                  </a:lnTo>
                  <a:lnTo>
                    <a:pt x="1284908" y="0"/>
                  </a:lnTo>
                  <a:lnTo>
                    <a:pt x="1284093" y="0"/>
                  </a:lnTo>
                  <a:lnTo>
                    <a:pt x="1283278" y="0"/>
                  </a:lnTo>
                  <a:lnTo>
                    <a:pt x="1282463" y="0"/>
                  </a:lnTo>
                  <a:lnTo>
                    <a:pt x="1281649" y="0"/>
                  </a:lnTo>
                  <a:lnTo>
                    <a:pt x="1280834" y="0"/>
                  </a:lnTo>
                  <a:lnTo>
                    <a:pt x="1280019" y="0"/>
                  </a:lnTo>
                  <a:lnTo>
                    <a:pt x="1279204" y="0"/>
                  </a:lnTo>
                  <a:lnTo>
                    <a:pt x="1278389" y="0"/>
                  </a:lnTo>
                  <a:lnTo>
                    <a:pt x="1277575" y="0"/>
                  </a:lnTo>
                  <a:lnTo>
                    <a:pt x="1276760" y="0"/>
                  </a:lnTo>
                  <a:lnTo>
                    <a:pt x="1275945" y="0"/>
                  </a:lnTo>
                  <a:lnTo>
                    <a:pt x="1275130" y="0"/>
                  </a:lnTo>
                  <a:lnTo>
                    <a:pt x="1274315" y="0"/>
                  </a:lnTo>
                  <a:lnTo>
                    <a:pt x="1273501" y="0"/>
                  </a:lnTo>
                  <a:lnTo>
                    <a:pt x="1272686" y="0"/>
                  </a:lnTo>
                  <a:lnTo>
                    <a:pt x="1271871" y="0"/>
                  </a:lnTo>
                  <a:lnTo>
                    <a:pt x="1271056" y="0"/>
                  </a:lnTo>
                  <a:lnTo>
                    <a:pt x="1270242" y="0"/>
                  </a:lnTo>
                  <a:lnTo>
                    <a:pt x="1269427" y="0"/>
                  </a:lnTo>
                  <a:lnTo>
                    <a:pt x="1268612" y="0"/>
                  </a:lnTo>
                  <a:lnTo>
                    <a:pt x="1267797" y="0"/>
                  </a:lnTo>
                  <a:lnTo>
                    <a:pt x="1266982" y="0"/>
                  </a:lnTo>
                  <a:lnTo>
                    <a:pt x="1266168" y="0"/>
                  </a:lnTo>
                  <a:lnTo>
                    <a:pt x="1265353" y="0"/>
                  </a:lnTo>
                  <a:lnTo>
                    <a:pt x="1264538" y="0"/>
                  </a:lnTo>
                  <a:lnTo>
                    <a:pt x="1263723" y="0"/>
                  </a:lnTo>
                  <a:lnTo>
                    <a:pt x="1262909" y="0"/>
                  </a:lnTo>
                  <a:lnTo>
                    <a:pt x="1262094" y="0"/>
                  </a:lnTo>
                  <a:lnTo>
                    <a:pt x="1261279" y="0"/>
                  </a:lnTo>
                  <a:lnTo>
                    <a:pt x="1260464" y="0"/>
                  </a:lnTo>
                  <a:lnTo>
                    <a:pt x="1259649" y="0"/>
                  </a:lnTo>
                  <a:lnTo>
                    <a:pt x="1258835" y="0"/>
                  </a:lnTo>
                  <a:lnTo>
                    <a:pt x="1258020" y="0"/>
                  </a:lnTo>
                  <a:lnTo>
                    <a:pt x="1257205" y="0"/>
                  </a:lnTo>
                  <a:lnTo>
                    <a:pt x="1256390" y="0"/>
                  </a:lnTo>
                  <a:lnTo>
                    <a:pt x="1255576" y="0"/>
                  </a:lnTo>
                  <a:lnTo>
                    <a:pt x="1254761" y="0"/>
                  </a:lnTo>
                  <a:lnTo>
                    <a:pt x="1253946" y="0"/>
                  </a:lnTo>
                  <a:lnTo>
                    <a:pt x="1253131" y="0"/>
                  </a:lnTo>
                  <a:lnTo>
                    <a:pt x="1252316" y="0"/>
                  </a:lnTo>
                  <a:lnTo>
                    <a:pt x="1251502" y="0"/>
                  </a:lnTo>
                  <a:lnTo>
                    <a:pt x="1250687" y="0"/>
                  </a:lnTo>
                  <a:lnTo>
                    <a:pt x="1249872" y="0"/>
                  </a:lnTo>
                  <a:lnTo>
                    <a:pt x="1249057" y="0"/>
                  </a:lnTo>
                  <a:lnTo>
                    <a:pt x="1248243" y="0"/>
                  </a:lnTo>
                  <a:lnTo>
                    <a:pt x="1247428" y="0"/>
                  </a:lnTo>
                  <a:lnTo>
                    <a:pt x="1246613" y="0"/>
                  </a:lnTo>
                  <a:lnTo>
                    <a:pt x="1245798" y="0"/>
                  </a:lnTo>
                  <a:lnTo>
                    <a:pt x="1244983" y="0"/>
                  </a:lnTo>
                  <a:lnTo>
                    <a:pt x="1244169" y="0"/>
                  </a:lnTo>
                  <a:lnTo>
                    <a:pt x="1243354" y="0"/>
                  </a:lnTo>
                  <a:lnTo>
                    <a:pt x="1242539" y="0"/>
                  </a:lnTo>
                  <a:lnTo>
                    <a:pt x="1241724" y="0"/>
                  </a:lnTo>
                  <a:lnTo>
                    <a:pt x="1240910" y="0"/>
                  </a:lnTo>
                  <a:lnTo>
                    <a:pt x="1240095" y="0"/>
                  </a:lnTo>
                  <a:lnTo>
                    <a:pt x="1239280" y="0"/>
                  </a:lnTo>
                  <a:lnTo>
                    <a:pt x="1238465" y="0"/>
                  </a:lnTo>
                  <a:lnTo>
                    <a:pt x="1237650" y="0"/>
                  </a:lnTo>
                  <a:lnTo>
                    <a:pt x="1236836" y="0"/>
                  </a:lnTo>
                  <a:lnTo>
                    <a:pt x="1236021" y="0"/>
                  </a:lnTo>
                  <a:lnTo>
                    <a:pt x="1235206" y="0"/>
                  </a:lnTo>
                  <a:lnTo>
                    <a:pt x="1234391" y="0"/>
                  </a:lnTo>
                  <a:lnTo>
                    <a:pt x="1233576" y="0"/>
                  </a:lnTo>
                  <a:lnTo>
                    <a:pt x="1232762" y="0"/>
                  </a:lnTo>
                  <a:lnTo>
                    <a:pt x="1231947" y="0"/>
                  </a:lnTo>
                  <a:lnTo>
                    <a:pt x="1231132" y="0"/>
                  </a:lnTo>
                  <a:lnTo>
                    <a:pt x="1230317" y="0"/>
                  </a:lnTo>
                  <a:lnTo>
                    <a:pt x="1229503" y="0"/>
                  </a:lnTo>
                  <a:lnTo>
                    <a:pt x="1228688" y="0"/>
                  </a:lnTo>
                  <a:lnTo>
                    <a:pt x="1227873" y="0"/>
                  </a:lnTo>
                  <a:lnTo>
                    <a:pt x="1227058" y="0"/>
                  </a:lnTo>
                  <a:lnTo>
                    <a:pt x="1226243" y="0"/>
                  </a:lnTo>
                  <a:lnTo>
                    <a:pt x="1225429" y="0"/>
                  </a:lnTo>
                  <a:lnTo>
                    <a:pt x="1224614" y="0"/>
                  </a:lnTo>
                  <a:lnTo>
                    <a:pt x="1223799" y="0"/>
                  </a:lnTo>
                  <a:lnTo>
                    <a:pt x="1222984" y="0"/>
                  </a:lnTo>
                  <a:lnTo>
                    <a:pt x="1222170" y="0"/>
                  </a:lnTo>
                  <a:lnTo>
                    <a:pt x="1221355" y="0"/>
                  </a:lnTo>
                  <a:lnTo>
                    <a:pt x="1220540" y="0"/>
                  </a:lnTo>
                  <a:lnTo>
                    <a:pt x="1219725" y="0"/>
                  </a:lnTo>
                  <a:lnTo>
                    <a:pt x="1218910" y="0"/>
                  </a:lnTo>
                  <a:lnTo>
                    <a:pt x="1218096" y="0"/>
                  </a:lnTo>
                  <a:lnTo>
                    <a:pt x="1217281" y="0"/>
                  </a:lnTo>
                  <a:lnTo>
                    <a:pt x="1216466" y="0"/>
                  </a:lnTo>
                  <a:lnTo>
                    <a:pt x="1215651" y="0"/>
                  </a:lnTo>
                  <a:lnTo>
                    <a:pt x="1214837" y="0"/>
                  </a:lnTo>
                  <a:lnTo>
                    <a:pt x="1214022" y="0"/>
                  </a:lnTo>
                  <a:lnTo>
                    <a:pt x="1213207" y="0"/>
                  </a:lnTo>
                  <a:lnTo>
                    <a:pt x="1212392" y="0"/>
                  </a:lnTo>
                  <a:lnTo>
                    <a:pt x="1211577" y="0"/>
                  </a:lnTo>
                  <a:lnTo>
                    <a:pt x="1210763" y="0"/>
                  </a:lnTo>
                  <a:lnTo>
                    <a:pt x="1209948" y="0"/>
                  </a:lnTo>
                  <a:lnTo>
                    <a:pt x="1209133" y="0"/>
                  </a:lnTo>
                  <a:lnTo>
                    <a:pt x="1208318" y="0"/>
                  </a:lnTo>
                  <a:lnTo>
                    <a:pt x="1207504" y="0"/>
                  </a:lnTo>
                  <a:lnTo>
                    <a:pt x="1206689" y="0"/>
                  </a:lnTo>
                  <a:lnTo>
                    <a:pt x="1205874" y="0"/>
                  </a:lnTo>
                  <a:lnTo>
                    <a:pt x="1205059" y="0"/>
                  </a:lnTo>
                  <a:lnTo>
                    <a:pt x="1204244" y="0"/>
                  </a:lnTo>
                  <a:lnTo>
                    <a:pt x="1203430" y="0"/>
                  </a:lnTo>
                  <a:lnTo>
                    <a:pt x="1202615" y="0"/>
                  </a:lnTo>
                  <a:lnTo>
                    <a:pt x="1201800" y="0"/>
                  </a:lnTo>
                  <a:lnTo>
                    <a:pt x="1200985" y="0"/>
                  </a:lnTo>
                  <a:lnTo>
                    <a:pt x="1200171" y="0"/>
                  </a:lnTo>
                  <a:lnTo>
                    <a:pt x="1199356" y="0"/>
                  </a:lnTo>
                  <a:lnTo>
                    <a:pt x="1198541" y="0"/>
                  </a:lnTo>
                  <a:lnTo>
                    <a:pt x="1197726" y="0"/>
                  </a:lnTo>
                  <a:lnTo>
                    <a:pt x="1196911" y="0"/>
                  </a:lnTo>
                  <a:lnTo>
                    <a:pt x="1196097" y="0"/>
                  </a:lnTo>
                  <a:lnTo>
                    <a:pt x="1195282" y="0"/>
                  </a:lnTo>
                  <a:lnTo>
                    <a:pt x="1194467" y="0"/>
                  </a:lnTo>
                  <a:lnTo>
                    <a:pt x="1193652" y="0"/>
                  </a:lnTo>
                  <a:lnTo>
                    <a:pt x="1192837" y="0"/>
                  </a:lnTo>
                  <a:lnTo>
                    <a:pt x="1192023" y="0"/>
                  </a:lnTo>
                  <a:lnTo>
                    <a:pt x="1191208" y="0"/>
                  </a:lnTo>
                  <a:lnTo>
                    <a:pt x="1190393" y="0"/>
                  </a:lnTo>
                  <a:lnTo>
                    <a:pt x="1189578" y="0"/>
                  </a:lnTo>
                  <a:lnTo>
                    <a:pt x="1188764" y="0"/>
                  </a:lnTo>
                  <a:lnTo>
                    <a:pt x="1187949" y="0"/>
                  </a:lnTo>
                  <a:lnTo>
                    <a:pt x="1187134" y="0"/>
                  </a:lnTo>
                  <a:lnTo>
                    <a:pt x="1186319" y="0"/>
                  </a:lnTo>
                  <a:lnTo>
                    <a:pt x="1185504" y="0"/>
                  </a:lnTo>
                  <a:lnTo>
                    <a:pt x="1184690" y="0"/>
                  </a:lnTo>
                  <a:lnTo>
                    <a:pt x="1183875" y="0"/>
                  </a:lnTo>
                  <a:lnTo>
                    <a:pt x="1183060" y="0"/>
                  </a:lnTo>
                  <a:lnTo>
                    <a:pt x="1182245" y="0"/>
                  </a:lnTo>
                  <a:lnTo>
                    <a:pt x="1181431" y="0"/>
                  </a:lnTo>
                  <a:lnTo>
                    <a:pt x="1180616" y="0"/>
                  </a:lnTo>
                  <a:lnTo>
                    <a:pt x="1179801" y="0"/>
                  </a:lnTo>
                  <a:lnTo>
                    <a:pt x="1178986" y="0"/>
                  </a:lnTo>
                  <a:lnTo>
                    <a:pt x="1178171" y="0"/>
                  </a:lnTo>
                  <a:lnTo>
                    <a:pt x="1177357" y="0"/>
                  </a:lnTo>
                  <a:lnTo>
                    <a:pt x="1176542" y="0"/>
                  </a:lnTo>
                  <a:lnTo>
                    <a:pt x="1175727" y="0"/>
                  </a:lnTo>
                  <a:lnTo>
                    <a:pt x="1174912" y="0"/>
                  </a:lnTo>
                  <a:lnTo>
                    <a:pt x="1174098" y="0"/>
                  </a:lnTo>
                  <a:lnTo>
                    <a:pt x="1173283" y="0"/>
                  </a:lnTo>
                  <a:lnTo>
                    <a:pt x="1172468" y="0"/>
                  </a:lnTo>
                  <a:lnTo>
                    <a:pt x="1171653" y="0"/>
                  </a:lnTo>
                  <a:lnTo>
                    <a:pt x="1170838" y="0"/>
                  </a:lnTo>
                  <a:lnTo>
                    <a:pt x="1170024" y="0"/>
                  </a:lnTo>
                  <a:lnTo>
                    <a:pt x="1169209" y="0"/>
                  </a:lnTo>
                  <a:lnTo>
                    <a:pt x="1168394" y="0"/>
                  </a:lnTo>
                  <a:lnTo>
                    <a:pt x="1167579" y="0"/>
                  </a:lnTo>
                  <a:lnTo>
                    <a:pt x="1166765" y="0"/>
                  </a:lnTo>
                  <a:lnTo>
                    <a:pt x="1165950" y="0"/>
                  </a:lnTo>
                  <a:lnTo>
                    <a:pt x="1165135" y="0"/>
                  </a:lnTo>
                  <a:lnTo>
                    <a:pt x="1164320" y="0"/>
                  </a:lnTo>
                  <a:lnTo>
                    <a:pt x="1163505" y="0"/>
                  </a:lnTo>
                  <a:lnTo>
                    <a:pt x="1162691" y="0"/>
                  </a:lnTo>
                  <a:lnTo>
                    <a:pt x="1161876" y="0"/>
                  </a:lnTo>
                  <a:lnTo>
                    <a:pt x="1161061" y="0"/>
                  </a:lnTo>
                  <a:lnTo>
                    <a:pt x="1160246" y="0"/>
                  </a:lnTo>
                  <a:lnTo>
                    <a:pt x="1159432" y="0"/>
                  </a:lnTo>
                  <a:lnTo>
                    <a:pt x="1158617" y="0"/>
                  </a:lnTo>
                  <a:lnTo>
                    <a:pt x="1157802" y="0"/>
                  </a:lnTo>
                  <a:lnTo>
                    <a:pt x="1156987" y="0"/>
                  </a:lnTo>
                  <a:lnTo>
                    <a:pt x="1156172" y="0"/>
                  </a:lnTo>
                  <a:lnTo>
                    <a:pt x="1155358" y="0"/>
                  </a:lnTo>
                  <a:lnTo>
                    <a:pt x="1154543" y="0"/>
                  </a:lnTo>
                  <a:lnTo>
                    <a:pt x="1153728" y="0"/>
                  </a:lnTo>
                  <a:lnTo>
                    <a:pt x="1152913" y="0"/>
                  </a:lnTo>
                  <a:lnTo>
                    <a:pt x="1152098" y="0"/>
                  </a:lnTo>
                  <a:lnTo>
                    <a:pt x="1151284" y="0"/>
                  </a:lnTo>
                  <a:lnTo>
                    <a:pt x="1150469" y="0"/>
                  </a:lnTo>
                  <a:lnTo>
                    <a:pt x="1149654" y="0"/>
                  </a:lnTo>
                  <a:lnTo>
                    <a:pt x="1148839" y="0"/>
                  </a:lnTo>
                  <a:lnTo>
                    <a:pt x="1148025" y="0"/>
                  </a:lnTo>
                  <a:lnTo>
                    <a:pt x="1147210" y="0"/>
                  </a:lnTo>
                  <a:lnTo>
                    <a:pt x="1146395" y="0"/>
                  </a:lnTo>
                  <a:lnTo>
                    <a:pt x="1145580" y="0"/>
                  </a:lnTo>
                  <a:lnTo>
                    <a:pt x="1144765" y="0"/>
                  </a:lnTo>
                  <a:lnTo>
                    <a:pt x="1143951" y="0"/>
                  </a:lnTo>
                  <a:lnTo>
                    <a:pt x="1143136" y="0"/>
                  </a:lnTo>
                  <a:lnTo>
                    <a:pt x="1142321" y="0"/>
                  </a:lnTo>
                  <a:lnTo>
                    <a:pt x="1141506" y="0"/>
                  </a:lnTo>
                  <a:lnTo>
                    <a:pt x="1140692" y="0"/>
                  </a:lnTo>
                  <a:lnTo>
                    <a:pt x="1139877" y="0"/>
                  </a:lnTo>
                  <a:lnTo>
                    <a:pt x="1139062" y="0"/>
                  </a:lnTo>
                  <a:lnTo>
                    <a:pt x="1138247" y="0"/>
                  </a:lnTo>
                  <a:lnTo>
                    <a:pt x="1137432" y="0"/>
                  </a:lnTo>
                  <a:lnTo>
                    <a:pt x="1136618" y="0"/>
                  </a:lnTo>
                  <a:lnTo>
                    <a:pt x="1135803" y="0"/>
                  </a:lnTo>
                  <a:lnTo>
                    <a:pt x="1134988" y="0"/>
                  </a:lnTo>
                  <a:lnTo>
                    <a:pt x="1134173" y="0"/>
                  </a:lnTo>
                  <a:lnTo>
                    <a:pt x="1133359" y="0"/>
                  </a:lnTo>
                  <a:lnTo>
                    <a:pt x="1132544" y="0"/>
                  </a:lnTo>
                  <a:lnTo>
                    <a:pt x="1131729" y="0"/>
                  </a:lnTo>
                  <a:lnTo>
                    <a:pt x="1130914" y="0"/>
                  </a:lnTo>
                  <a:lnTo>
                    <a:pt x="1130099" y="0"/>
                  </a:lnTo>
                  <a:lnTo>
                    <a:pt x="1129285" y="0"/>
                  </a:lnTo>
                  <a:lnTo>
                    <a:pt x="1128470" y="0"/>
                  </a:lnTo>
                  <a:lnTo>
                    <a:pt x="1127655" y="0"/>
                  </a:lnTo>
                  <a:lnTo>
                    <a:pt x="1126840" y="0"/>
                  </a:lnTo>
                  <a:lnTo>
                    <a:pt x="1126026" y="0"/>
                  </a:lnTo>
                  <a:lnTo>
                    <a:pt x="1125211" y="0"/>
                  </a:lnTo>
                  <a:lnTo>
                    <a:pt x="1124396" y="0"/>
                  </a:lnTo>
                  <a:lnTo>
                    <a:pt x="1123581" y="0"/>
                  </a:lnTo>
                  <a:lnTo>
                    <a:pt x="1122766" y="0"/>
                  </a:lnTo>
                  <a:lnTo>
                    <a:pt x="1121952" y="0"/>
                  </a:lnTo>
                  <a:lnTo>
                    <a:pt x="1121137" y="0"/>
                  </a:lnTo>
                  <a:lnTo>
                    <a:pt x="1120322" y="0"/>
                  </a:lnTo>
                  <a:lnTo>
                    <a:pt x="1119507" y="0"/>
                  </a:lnTo>
                  <a:lnTo>
                    <a:pt x="1118693" y="0"/>
                  </a:lnTo>
                  <a:lnTo>
                    <a:pt x="1117878" y="0"/>
                  </a:lnTo>
                  <a:lnTo>
                    <a:pt x="1117063" y="0"/>
                  </a:lnTo>
                  <a:lnTo>
                    <a:pt x="1116248" y="0"/>
                  </a:lnTo>
                  <a:lnTo>
                    <a:pt x="1115433" y="0"/>
                  </a:lnTo>
                  <a:lnTo>
                    <a:pt x="1114619" y="0"/>
                  </a:lnTo>
                  <a:lnTo>
                    <a:pt x="1113804" y="0"/>
                  </a:lnTo>
                  <a:lnTo>
                    <a:pt x="1112989" y="0"/>
                  </a:lnTo>
                  <a:lnTo>
                    <a:pt x="1112174" y="0"/>
                  </a:lnTo>
                  <a:lnTo>
                    <a:pt x="1111359" y="0"/>
                  </a:lnTo>
                  <a:lnTo>
                    <a:pt x="1110545" y="0"/>
                  </a:lnTo>
                  <a:lnTo>
                    <a:pt x="1109730" y="0"/>
                  </a:lnTo>
                  <a:lnTo>
                    <a:pt x="1108915" y="0"/>
                  </a:lnTo>
                  <a:lnTo>
                    <a:pt x="1108100" y="0"/>
                  </a:lnTo>
                  <a:lnTo>
                    <a:pt x="1107286" y="0"/>
                  </a:lnTo>
                  <a:lnTo>
                    <a:pt x="1106471" y="0"/>
                  </a:lnTo>
                  <a:lnTo>
                    <a:pt x="1105656" y="0"/>
                  </a:lnTo>
                  <a:lnTo>
                    <a:pt x="1104841" y="0"/>
                  </a:lnTo>
                  <a:lnTo>
                    <a:pt x="1104026" y="0"/>
                  </a:lnTo>
                  <a:lnTo>
                    <a:pt x="1103212" y="0"/>
                  </a:lnTo>
                  <a:lnTo>
                    <a:pt x="1102397" y="0"/>
                  </a:lnTo>
                  <a:lnTo>
                    <a:pt x="1101582" y="0"/>
                  </a:lnTo>
                  <a:lnTo>
                    <a:pt x="1100767" y="0"/>
                  </a:lnTo>
                  <a:lnTo>
                    <a:pt x="1099953" y="0"/>
                  </a:lnTo>
                  <a:lnTo>
                    <a:pt x="1099138" y="0"/>
                  </a:lnTo>
                  <a:lnTo>
                    <a:pt x="1098323" y="0"/>
                  </a:lnTo>
                  <a:lnTo>
                    <a:pt x="1097508" y="0"/>
                  </a:lnTo>
                  <a:lnTo>
                    <a:pt x="1096693" y="0"/>
                  </a:lnTo>
                  <a:lnTo>
                    <a:pt x="1095879" y="0"/>
                  </a:lnTo>
                  <a:lnTo>
                    <a:pt x="1095064" y="0"/>
                  </a:lnTo>
                  <a:lnTo>
                    <a:pt x="1094249" y="0"/>
                  </a:lnTo>
                  <a:lnTo>
                    <a:pt x="1093434" y="0"/>
                  </a:lnTo>
                  <a:lnTo>
                    <a:pt x="1092620" y="0"/>
                  </a:lnTo>
                  <a:lnTo>
                    <a:pt x="1091805" y="0"/>
                  </a:lnTo>
                  <a:lnTo>
                    <a:pt x="1090990" y="0"/>
                  </a:lnTo>
                  <a:lnTo>
                    <a:pt x="1090175" y="0"/>
                  </a:lnTo>
                  <a:lnTo>
                    <a:pt x="1089360" y="0"/>
                  </a:lnTo>
                  <a:lnTo>
                    <a:pt x="1088546" y="0"/>
                  </a:lnTo>
                  <a:lnTo>
                    <a:pt x="1087731" y="0"/>
                  </a:lnTo>
                  <a:lnTo>
                    <a:pt x="1086916" y="0"/>
                  </a:lnTo>
                  <a:lnTo>
                    <a:pt x="1086101" y="0"/>
                  </a:lnTo>
                  <a:lnTo>
                    <a:pt x="1085287" y="0"/>
                  </a:lnTo>
                  <a:lnTo>
                    <a:pt x="1084472" y="0"/>
                  </a:lnTo>
                  <a:lnTo>
                    <a:pt x="1083657" y="0"/>
                  </a:lnTo>
                  <a:lnTo>
                    <a:pt x="1082842" y="0"/>
                  </a:lnTo>
                  <a:lnTo>
                    <a:pt x="1082027" y="0"/>
                  </a:lnTo>
                  <a:lnTo>
                    <a:pt x="1081213" y="0"/>
                  </a:lnTo>
                  <a:lnTo>
                    <a:pt x="1080398" y="0"/>
                  </a:lnTo>
                  <a:lnTo>
                    <a:pt x="1079583" y="0"/>
                  </a:lnTo>
                  <a:lnTo>
                    <a:pt x="1078768" y="0"/>
                  </a:lnTo>
                  <a:lnTo>
                    <a:pt x="1077954" y="0"/>
                  </a:lnTo>
                  <a:lnTo>
                    <a:pt x="1077139" y="0"/>
                  </a:lnTo>
                  <a:lnTo>
                    <a:pt x="1076324" y="0"/>
                  </a:lnTo>
                  <a:lnTo>
                    <a:pt x="1075509" y="0"/>
                  </a:lnTo>
                  <a:lnTo>
                    <a:pt x="1074694" y="0"/>
                  </a:lnTo>
                  <a:lnTo>
                    <a:pt x="1073880" y="0"/>
                  </a:lnTo>
                  <a:lnTo>
                    <a:pt x="1073065" y="0"/>
                  </a:lnTo>
                  <a:lnTo>
                    <a:pt x="1072250" y="0"/>
                  </a:lnTo>
                  <a:lnTo>
                    <a:pt x="1071435" y="0"/>
                  </a:lnTo>
                  <a:lnTo>
                    <a:pt x="1070620" y="0"/>
                  </a:lnTo>
                  <a:lnTo>
                    <a:pt x="1069806" y="0"/>
                  </a:lnTo>
                  <a:lnTo>
                    <a:pt x="1068991" y="0"/>
                  </a:lnTo>
                  <a:lnTo>
                    <a:pt x="1068176" y="0"/>
                  </a:lnTo>
                  <a:lnTo>
                    <a:pt x="1067361" y="0"/>
                  </a:lnTo>
                  <a:lnTo>
                    <a:pt x="1066547" y="0"/>
                  </a:lnTo>
                  <a:lnTo>
                    <a:pt x="1065732" y="0"/>
                  </a:lnTo>
                  <a:lnTo>
                    <a:pt x="1064917" y="0"/>
                  </a:lnTo>
                  <a:lnTo>
                    <a:pt x="1064102" y="0"/>
                  </a:lnTo>
                  <a:lnTo>
                    <a:pt x="1063287" y="0"/>
                  </a:lnTo>
                  <a:lnTo>
                    <a:pt x="1062473" y="0"/>
                  </a:lnTo>
                  <a:lnTo>
                    <a:pt x="1061658" y="0"/>
                  </a:lnTo>
                  <a:lnTo>
                    <a:pt x="1060843" y="0"/>
                  </a:lnTo>
                  <a:lnTo>
                    <a:pt x="1060028" y="0"/>
                  </a:lnTo>
                  <a:lnTo>
                    <a:pt x="1059214" y="0"/>
                  </a:lnTo>
                  <a:lnTo>
                    <a:pt x="1058399" y="0"/>
                  </a:lnTo>
                  <a:lnTo>
                    <a:pt x="1057584" y="0"/>
                  </a:lnTo>
                  <a:lnTo>
                    <a:pt x="1056769" y="0"/>
                  </a:lnTo>
                  <a:lnTo>
                    <a:pt x="1055954" y="0"/>
                  </a:lnTo>
                  <a:lnTo>
                    <a:pt x="1055140" y="0"/>
                  </a:lnTo>
                  <a:lnTo>
                    <a:pt x="1054325" y="0"/>
                  </a:lnTo>
                  <a:lnTo>
                    <a:pt x="1053510" y="0"/>
                  </a:lnTo>
                  <a:lnTo>
                    <a:pt x="1052695" y="0"/>
                  </a:lnTo>
                  <a:lnTo>
                    <a:pt x="1051881" y="0"/>
                  </a:lnTo>
                  <a:lnTo>
                    <a:pt x="1051066" y="0"/>
                  </a:lnTo>
                  <a:lnTo>
                    <a:pt x="1050251" y="0"/>
                  </a:lnTo>
                  <a:lnTo>
                    <a:pt x="1049436" y="0"/>
                  </a:lnTo>
                  <a:lnTo>
                    <a:pt x="1048621" y="0"/>
                  </a:lnTo>
                  <a:lnTo>
                    <a:pt x="1047807" y="0"/>
                  </a:lnTo>
                  <a:lnTo>
                    <a:pt x="1046992" y="0"/>
                  </a:lnTo>
                  <a:lnTo>
                    <a:pt x="1046177" y="0"/>
                  </a:lnTo>
                  <a:lnTo>
                    <a:pt x="1045362" y="0"/>
                  </a:lnTo>
                  <a:lnTo>
                    <a:pt x="1044548" y="0"/>
                  </a:lnTo>
                  <a:lnTo>
                    <a:pt x="1043733" y="0"/>
                  </a:lnTo>
                  <a:lnTo>
                    <a:pt x="1042918" y="0"/>
                  </a:lnTo>
                  <a:lnTo>
                    <a:pt x="1042103" y="0"/>
                  </a:lnTo>
                  <a:lnTo>
                    <a:pt x="1041288" y="0"/>
                  </a:lnTo>
                  <a:lnTo>
                    <a:pt x="1040474" y="0"/>
                  </a:lnTo>
                  <a:lnTo>
                    <a:pt x="1039659" y="0"/>
                  </a:lnTo>
                  <a:lnTo>
                    <a:pt x="1038844" y="0"/>
                  </a:lnTo>
                  <a:lnTo>
                    <a:pt x="1038029" y="0"/>
                  </a:lnTo>
                  <a:lnTo>
                    <a:pt x="1037215" y="0"/>
                  </a:lnTo>
                  <a:lnTo>
                    <a:pt x="1036400" y="0"/>
                  </a:lnTo>
                  <a:lnTo>
                    <a:pt x="1035585" y="0"/>
                  </a:lnTo>
                  <a:lnTo>
                    <a:pt x="1034770" y="0"/>
                  </a:lnTo>
                  <a:lnTo>
                    <a:pt x="1033955" y="0"/>
                  </a:lnTo>
                  <a:lnTo>
                    <a:pt x="1033141" y="0"/>
                  </a:lnTo>
                  <a:lnTo>
                    <a:pt x="1032326" y="0"/>
                  </a:lnTo>
                  <a:lnTo>
                    <a:pt x="1031511" y="0"/>
                  </a:lnTo>
                  <a:lnTo>
                    <a:pt x="1030696" y="0"/>
                  </a:lnTo>
                  <a:lnTo>
                    <a:pt x="1029881" y="0"/>
                  </a:lnTo>
                  <a:lnTo>
                    <a:pt x="1029067" y="0"/>
                  </a:lnTo>
                  <a:lnTo>
                    <a:pt x="1028252" y="0"/>
                  </a:lnTo>
                  <a:lnTo>
                    <a:pt x="1027437" y="0"/>
                  </a:lnTo>
                  <a:lnTo>
                    <a:pt x="1026622" y="0"/>
                  </a:lnTo>
                  <a:lnTo>
                    <a:pt x="1025808" y="0"/>
                  </a:lnTo>
                  <a:lnTo>
                    <a:pt x="1024993" y="0"/>
                  </a:lnTo>
                  <a:lnTo>
                    <a:pt x="1024178" y="0"/>
                  </a:lnTo>
                  <a:lnTo>
                    <a:pt x="1023363" y="0"/>
                  </a:lnTo>
                  <a:lnTo>
                    <a:pt x="1022548" y="0"/>
                  </a:lnTo>
                  <a:lnTo>
                    <a:pt x="1021734" y="0"/>
                  </a:lnTo>
                  <a:lnTo>
                    <a:pt x="1020919" y="0"/>
                  </a:lnTo>
                  <a:lnTo>
                    <a:pt x="1020104" y="0"/>
                  </a:lnTo>
                  <a:lnTo>
                    <a:pt x="1019289" y="0"/>
                  </a:lnTo>
                  <a:lnTo>
                    <a:pt x="1018475" y="0"/>
                  </a:lnTo>
                  <a:lnTo>
                    <a:pt x="1017660" y="0"/>
                  </a:lnTo>
                  <a:lnTo>
                    <a:pt x="1016845" y="0"/>
                  </a:lnTo>
                  <a:lnTo>
                    <a:pt x="1016030" y="0"/>
                  </a:lnTo>
                  <a:lnTo>
                    <a:pt x="1015215" y="0"/>
                  </a:lnTo>
                  <a:lnTo>
                    <a:pt x="1014401" y="0"/>
                  </a:lnTo>
                  <a:lnTo>
                    <a:pt x="1013586" y="0"/>
                  </a:lnTo>
                  <a:lnTo>
                    <a:pt x="1012771" y="0"/>
                  </a:lnTo>
                  <a:lnTo>
                    <a:pt x="1011956" y="0"/>
                  </a:lnTo>
                  <a:lnTo>
                    <a:pt x="1011142" y="0"/>
                  </a:lnTo>
                  <a:lnTo>
                    <a:pt x="1010327" y="0"/>
                  </a:lnTo>
                  <a:lnTo>
                    <a:pt x="1009512" y="0"/>
                  </a:lnTo>
                  <a:lnTo>
                    <a:pt x="1008697" y="0"/>
                  </a:lnTo>
                  <a:lnTo>
                    <a:pt x="1007882" y="0"/>
                  </a:lnTo>
                  <a:lnTo>
                    <a:pt x="1007068" y="0"/>
                  </a:lnTo>
                  <a:lnTo>
                    <a:pt x="1006253" y="0"/>
                  </a:lnTo>
                  <a:lnTo>
                    <a:pt x="1005438" y="0"/>
                  </a:lnTo>
                  <a:lnTo>
                    <a:pt x="1004623" y="0"/>
                  </a:lnTo>
                  <a:lnTo>
                    <a:pt x="1003809" y="0"/>
                  </a:lnTo>
                  <a:lnTo>
                    <a:pt x="1002994" y="0"/>
                  </a:lnTo>
                  <a:lnTo>
                    <a:pt x="1002179" y="0"/>
                  </a:lnTo>
                  <a:lnTo>
                    <a:pt x="1001364" y="0"/>
                  </a:lnTo>
                  <a:lnTo>
                    <a:pt x="1000549" y="0"/>
                  </a:lnTo>
                  <a:lnTo>
                    <a:pt x="999735" y="0"/>
                  </a:lnTo>
                  <a:lnTo>
                    <a:pt x="998920" y="0"/>
                  </a:lnTo>
                  <a:lnTo>
                    <a:pt x="998105" y="0"/>
                  </a:lnTo>
                  <a:lnTo>
                    <a:pt x="997290" y="0"/>
                  </a:lnTo>
                  <a:lnTo>
                    <a:pt x="996476" y="0"/>
                  </a:lnTo>
                  <a:lnTo>
                    <a:pt x="995661" y="0"/>
                  </a:lnTo>
                  <a:lnTo>
                    <a:pt x="994846" y="0"/>
                  </a:lnTo>
                  <a:lnTo>
                    <a:pt x="994031" y="0"/>
                  </a:lnTo>
                  <a:lnTo>
                    <a:pt x="993216" y="0"/>
                  </a:lnTo>
                  <a:lnTo>
                    <a:pt x="992402" y="0"/>
                  </a:lnTo>
                  <a:lnTo>
                    <a:pt x="991587" y="0"/>
                  </a:lnTo>
                  <a:lnTo>
                    <a:pt x="990772" y="0"/>
                  </a:lnTo>
                  <a:lnTo>
                    <a:pt x="989957" y="0"/>
                  </a:lnTo>
                  <a:lnTo>
                    <a:pt x="989142" y="0"/>
                  </a:lnTo>
                  <a:lnTo>
                    <a:pt x="988328" y="0"/>
                  </a:lnTo>
                  <a:lnTo>
                    <a:pt x="987513" y="0"/>
                  </a:lnTo>
                  <a:lnTo>
                    <a:pt x="986698" y="0"/>
                  </a:lnTo>
                  <a:lnTo>
                    <a:pt x="985883" y="0"/>
                  </a:lnTo>
                  <a:lnTo>
                    <a:pt x="985069" y="0"/>
                  </a:lnTo>
                  <a:lnTo>
                    <a:pt x="984254" y="0"/>
                  </a:lnTo>
                  <a:lnTo>
                    <a:pt x="983439" y="0"/>
                  </a:lnTo>
                  <a:lnTo>
                    <a:pt x="982624" y="0"/>
                  </a:lnTo>
                  <a:lnTo>
                    <a:pt x="981809" y="0"/>
                  </a:lnTo>
                  <a:lnTo>
                    <a:pt x="980995" y="0"/>
                  </a:lnTo>
                  <a:lnTo>
                    <a:pt x="980180" y="0"/>
                  </a:lnTo>
                  <a:lnTo>
                    <a:pt x="979365" y="0"/>
                  </a:lnTo>
                  <a:lnTo>
                    <a:pt x="978550" y="0"/>
                  </a:lnTo>
                  <a:lnTo>
                    <a:pt x="977736" y="0"/>
                  </a:lnTo>
                  <a:lnTo>
                    <a:pt x="976921" y="0"/>
                  </a:lnTo>
                  <a:lnTo>
                    <a:pt x="976106" y="0"/>
                  </a:lnTo>
                  <a:lnTo>
                    <a:pt x="975291" y="0"/>
                  </a:lnTo>
                  <a:lnTo>
                    <a:pt x="974476" y="0"/>
                  </a:lnTo>
                  <a:lnTo>
                    <a:pt x="973662" y="0"/>
                  </a:lnTo>
                  <a:lnTo>
                    <a:pt x="972847" y="0"/>
                  </a:lnTo>
                  <a:lnTo>
                    <a:pt x="972032" y="0"/>
                  </a:lnTo>
                  <a:lnTo>
                    <a:pt x="971217" y="0"/>
                  </a:lnTo>
                  <a:lnTo>
                    <a:pt x="970403" y="0"/>
                  </a:lnTo>
                  <a:lnTo>
                    <a:pt x="969588" y="0"/>
                  </a:lnTo>
                  <a:lnTo>
                    <a:pt x="968773" y="0"/>
                  </a:lnTo>
                  <a:lnTo>
                    <a:pt x="967958" y="0"/>
                  </a:lnTo>
                  <a:lnTo>
                    <a:pt x="967143" y="0"/>
                  </a:lnTo>
                  <a:lnTo>
                    <a:pt x="966329" y="0"/>
                  </a:lnTo>
                  <a:lnTo>
                    <a:pt x="965514" y="0"/>
                  </a:lnTo>
                  <a:lnTo>
                    <a:pt x="964699" y="0"/>
                  </a:lnTo>
                  <a:lnTo>
                    <a:pt x="963884" y="0"/>
                  </a:lnTo>
                  <a:lnTo>
                    <a:pt x="963070" y="0"/>
                  </a:lnTo>
                  <a:lnTo>
                    <a:pt x="962255" y="0"/>
                  </a:lnTo>
                  <a:lnTo>
                    <a:pt x="961440" y="0"/>
                  </a:lnTo>
                  <a:lnTo>
                    <a:pt x="960625" y="0"/>
                  </a:lnTo>
                  <a:lnTo>
                    <a:pt x="959810" y="0"/>
                  </a:lnTo>
                  <a:lnTo>
                    <a:pt x="958996" y="0"/>
                  </a:lnTo>
                  <a:lnTo>
                    <a:pt x="958181" y="0"/>
                  </a:lnTo>
                  <a:lnTo>
                    <a:pt x="957366" y="0"/>
                  </a:lnTo>
                  <a:lnTo>
                    <a:pt x="956551" y="0"/>
                  </a:lnTo>
                  <a:lnTo>
                    <a:pt x="955736" y="0"/>
                  </a:lnTo>
                  <a:lnTo>
                    <a:pt x="954922" y="0"/>
                  </a:lnTo>
                  <a:lnTo>
                    <a:pt x="954107" y="0"/>
                  </a:lnTo>
                  <a:lnTo>
                    <a:pt x="953292" y="0"/>
                  </a:lnTo>
                  <a:lnTo>
                    <a:pt x="952477" y="0"/>
                  </a:lnTo>
                  <a:lnTo>
                    <a:pt x="951663" y="0"/>
                  </a:lnTo>
                  <a:lnTo>
                    <a:pt x="950848" y="0"/>
                  </a:lnTo>
                  <a:lnTo>
                    <a:pt x="950033" y="0"/>
                  </a:lnTo>
                  <a:lnTo>
                    <a:pt x="949218" y="0"/>
                  </a:lnTo>
                  <a:lnTo>
                    <a:pt x="948403" y="0"/>
                  </a:lnTo>
                  <a:lnTo>
                    <a:pt x="947589" y="0"/>
                  </a:lnTo>
                  <a:lnTo>
                    <a:pt x="946774" y="0"/>
                  </a:lnTo>
                  <a:lnTo>
                    <a:pt x="945959" y="0"/>
                  </a:lnTo>
                  <a:lnTo>
                    <a:pt x="945144" y="0"/>
                  </a:lnTo>
                  <a:lnTo>
                    <a:pt x="944330" y="0"/>
                  </a:lnTo>
                  <a:lnTo>
                    <a:pt x="943515" y="0"/>
                  </a:lnTo>
                  <a:lnTo>
                    <a:pt x="942700" y="0"/>
                  </a:lnTo>
                  <a:lnTo>
                    <a:pt x="941885" y="0"/>
                  </a:lnTo>
                  <a:lnTo>
                    <a:pt x="941070" y="0"/>
                  </a:lnTo>
                  <a:lnTo>
                    <a:pt x="940256" y="0"/>
                  </a:lnTo>
                  <a:lnTo>
                    <a:pt x="939441" y="0"/>
                  </a:lnTo>
                  <a:lnTo>
                    <a:pt x="938626" y="0"/>
                  </a:lnTo>
                  <a:lnTo>
                    <a:pt x="937811" y="0"/>
                  </a:lnTo>
                  <a:lnTo>
                    <a:pt x="936997" y="0"/>
                  </a:lnTo>
                  <a:lnTo>
                    <a:pt x="936182" y="0"/>
                  </a:lnTo>
                  <a:lnTo>
                    <a:pt x="935367" y="0"/>
                  </a:lnTo>
                  <a:lnTo>
                    <a:pt x="934552" y="0"/>
                  </a:lnTo>
                  <a:lnTo>
                    <a:pt x="933737" y="0"/>
                  </a:lnTo>
                  <a:lnTo>
                    <a:pt x="932923" y="0"/>
                  </a:lnTo>
                  <a:lnTo>
                    <a:pt x="932108" y="0"/>
                  </a:lnTo>
                  <a:lnTo>
                    <a:pt x="931293" y="0"/>
                  </a:lnTo>
                  <a:lnTo>
                    <a:pt x="930478" y="0"/>
                  </a:lnTo>
                  <a:lnTo>
                    <a:pt x="929664" y="0"/>
                  </a:lnTo>
                  <a:lnTo>
                    <a:pt x="928849" y="0"/>
                  </a:lnTo>
                  <a:lnTo>
                    <a:pt x="928034" y="0"/>
                  </a:lnTo>
                  <a:lnTo>
                    <a:pt x="927219" y="0"/>
                  </a:lnTo>
                  <a:lnTo>
                    <a:pt x="926404" y="0"/>
                  </a:lnTo>
                  <a:lnTo>
                    <a:pt x="925590" y="0"/>
                  </a:lnTo>
                  <a:lnTo>
                    <a:pt x="924775" y="0"/>
                  </a:lnTo>
                  <a:lnTo>
                    <a:pt x="923960" y="0"/>
                  </a:lnTo>
                  <a:lnTo>
                    <a:pt x="923145" y="0"/>
                  </a:lnTo>
                  <a:lnTo>
                    <a:pt x="922331" y="0"/>
                  </a:lnTo>
                  <a:lnTo>
                    <a:pt x="921516" y="0"/>
                  </a:lnTo>
                  <a:lnTo>
                    <a:pt x="920701" y="0"/>
                  </a:lnTo>
                  <a:lnTo>
                    <a:pt x="919886" y="0"/>
                  </a:lnTo>
                  <a:lnTo>
                    <a:pt x="919071" y="0"/>
                  </a:lnTo>
                  <a:lnTo>
                    <a:pt x="918257" y="0"/>
                  </a:lnTo>
                  <a:lnTo>
                    <a:pt x="917442" y="0"/>
                  </a:lnTo>
                  <a:lnTo>
                    <a:pt x="916627" y="0"/>
                  </a:lnTo>
                  <a:lnTo>
                    <a:pt x="915812" y="0"/>
                  </a:lnTo>
                  <a:lnTo>
                    <a:pt x="914997" y="0"/>
                  </a:lnTo>
                  <a:lnTo>
                    <a:pt x="914183" y="0"/>
                  </a:lnTo>
                  <a:lnTo>
                    <a:pt x="913368" y="0"/>
                  </a:lnTo>
                  <a:lnTo>
                    <a:pt x="912553" y="0"/>
                  </a:lnTo>
                  <a:lnTo>
                    <a:pt x="911738" y="0"/>
                  </a:lnTo>
                  <a:lnTo>
                    <a:pt x="910924" y="0"/>
                  </a:lnTo>
                  <a:lnTo>
                    <a:pt x="910109" y="0"/>
                  </a:lnTo>
                  <a:lnTo>
                    <a:pt x="909294" y="0"/>
                  </a:lnTo>
                  <a:lnTo>
                    <a:pt x="908479" y="0"/>
                  </a:lnTo>
                  <a:lnTo>
                    <a:pt x="907664" y="0"/>
                  </a:lnTo>
                  <a:lnTo>
                    <a:pt x="906850" y="0"/>
                  </a:lnTo>
                  <a:lnTo>
                    <a:pt x="906035" y="0"/>
                  </a:lnTo>
                  <a:lnTo>
                    <a:pt x="905220" y="0"/>
                  </a:lnTo>
                  <a:lnTo>
                    <a:pt x="904405" y="0"/>
                  </a:lnTo>
                  <a:lnTo>
                    <a:pt x="903591" y="0"/>
                  </a:lnTo>
                  <a:lnTo>
                    <a:pt x="902776" y="0"/>
                  </a:lnTo>
                  <a:lnTo>
                    <a:pt x="901961" y="0"/>
                  </a:lnTo>
                  <a:lnTo>
                    <a:pt x="901146" y="0"/>
                  </a:lnTo>
                  <a:lnTo>
                    <a:pt x="900331" y="0"/>
                  </a:lnTo>
                  <a:lnTo>
                    <a:pt x="899517" y="0"/>
                  </a:lnTo>
                  <a:lnTo>
                    <a:pt x="898702" y="0"/>
                  </a:lnTo>
                  <a:lnTo>
                    <a:pt x="897887" y="0"/>
                  </a:lnTo>
                  <a:lnTo>
                    <a:pt x="897072" y="0"/>
                  </a:lnTo>
                  <a:lnTo>
                    <a:pt x="896258" y="0"/>
                  </a:lnTo>
                  <a:lnTo>
                    <a:pt x="895443" y="0"/>
                  </a:lnTo>
                  <a:lnTo>
                    <a:pt x="894628" y="0"/>
                  </a:lnTo>
                  <a:lnTo>
                    <a:pt x="893813" y="0"/>
                  </a:lnTo>
                  <a:lnTo>
                    <a:pt x="892998" y="0"/>
                  </a:lnTo>
                  <a:lnTo>
                    <a:pt x="892184" y="0"/>
                  </a:lnTo>
                  <a:lnTo>
                    <a:pt x="891369" y="0"/>
                  </a:lnTo>
                  <a:lnTo>
                    <a:pt x="890554" y="0"/>
                  </a:lnTo>
                  <a:lnTo>
                    <a:pt x="889739" y="0"/>
                  </a:lnTo>
                  <a:lnTo>
                    <a:pt x="888925" y="0"/>
                  </a:lnTo>
                  <a:lnTo>
                    <a:pt x="888110" y="0"/>
                  </a:lnTo>
                  <a:lnTo>
                    <a:pt x="887295" y="0"/>
                  </a:lnTo>
                  <a:lnTo>
                    <a:pt x="886480" y="0"/>
                  </a:lnTo>
                  <a:lnTo>
                    <a:pt x="885665" y="0"/>
                  </a:lnTo>
                  <a:lnTo>
                    <a:pt x="884851" y="0"/>
                  </a:lnTo>
                  <a:lnTo>
                    <a:pt x="884036" y="0"/>
                  </a:lnTo>
                  <a:lnTo>
                    <a:pt x="883221" y="0"/>
                  </a:lnTo>
                  <a:lnTo>
                    <a:pt x="882406" y="0"/>
                  </a:lnTo>
                  <a:lnTo>
                    <a:pt x="881592" y="0"/>
                  </a:lnTo>
                  <a:lnTo>
                    <a:pt x="880777" y="0"/>
                  </a:lnTo>
                  <a:lnTo>
                    <a:pt x="879962" y="0"/>
                  </a:lnTo>
                  <a:lnTo>
                    <a:pt x="879147" y="0"/>
                  </a:lnTo>
                  <a:lnTo>
                    <a:pt x="878332" y="0"/>
                  </a:lnTo>
                  <a:lnTo>
                    <a:pt x="877518" y="0"/>
                  </a:lnTo>
                  <a:lnTo>
                    <a:pt x="876703" y="0"/>
                  </a:lnTo>
                  <a:lnTo>
                    <a:pt x="875888" y="0"/>
                  </a:lnTo>
                  <a:lnTo>
                    <a:pt x="875073" y="0"/>
                  </a:lnTo>
                  <a:lnTo>
                    <a:pt x="874258" y="0"/>
                  </a:lnTo>
                  <a:lnTo>
                    <a:pt x="873444" y="0"/>
                  </a:lnTo>
                  <a:lnTo>
                    <a:pt x="872629" y="0"/>
                  </a:lnTo>
                  <a:lnTo>
                    <a:pt x="871814" y="0"/>
                  </a:lnTo>
                  <a:lnTo>
                    <a:pt x="870999" y="0"/>
                  </a:lnTo>
                  <a:lnTo>
                    <a:pt x="870185" y="0"/>
                  </a:lnTo>
                  <a:lnTo>
                    <a:pt x="869370" y="0"/>
                  </a:lnTo>
                  <a:lnTo>
                    <a:pt x="868555" y="0"/>
                  </a:lnTo>
                  <a:lnTo>
                    <a:pt x="867740" y="0"/>
                  </a:lnTo>
                  <a:lnTo>
                    <a:pt x="866925" y="0"/>
                  </a:lnTo>
                  <a:lnTo>
                    <a:pt x="866111" y="0"/>
                  </a:lnTo>
                  <a:lnTo>
                    <a:pt x="865296" y="0"/>
                  </a:lnTo>
                  <a:lnTo>
                    <a:pt x="864481" y="0"/>
                  </a:lnTo>
                  <a:lnTo>
                    <a:pt x="863666" y="0"/>
                  </a:lnTo>
                  <a:lnTo>
                    <a:pt x="862852" y="0"/>
                  </a:lnTo>
                  <a:lnTo>
                    <a:pt x="862037" y="0"/>
                  </a:lnTo>
                  <a:lnTo>
                    <a:pt x="861222" y="0"/>
                  </a:lnTo>
                  <a:lnTo>
                    <a:pt x="860407" y="0"/>
                  </a:lnTo>
                  <a:lnTo>
                    <a:pt x="859592" y="0"/>
                  </a:lnTo>
                  <a:lnTo>
                    <a:pt x="858778" y="0"/>
                  </a:lnTo>
                  <a:lnTo>
                    <a:pt x="857963" y="0"/>
                  </a:lnTo>
                  <a:lnTo>
                    <a:pt x="857148" y="0"/>
                  </a:lnTo>
                  <a:lnTo>
                    <a:pt x="856333" y="0"/>
                  </a:lnTo>
                  <a:lnTo>
                    <a:pt x="855519" y="0"/>
                  </a:lnTo>
                  <a:lnTo>
                    <a:pt x="854704" y="0"/>
                  </a:lnTo>
                  <a:lnTo>
                    <a:pt x="853889" y="0"/>
                  </a:lnTo>
                  <a:lnTo>
                    <a:pt x="853074" y="0"/>
                  </a:lnTo>
                  <a:lnTo>
                    <a:pt x="852259" y="0"/>
                  </a:lnTo>
                  <a:lnTo>
                    <a:pt x="851445" y="0"/>
                  </a:lnTo>
                  <a:lnTo>
                    <a:pt x="850630" y="0"/>
                  </a:lnTo>
                  <a:lnTo>
                    <a:pt x="849815" y="0"/>
                  </a:lnTo>
                  <a:lnTo>
                    <a:pt x="849000" y="0"/>
                  </a:lnTo>
                  <a:lnTo>
                    <a:pt x="848186" y="0"/>
                  </a:lnTo>
                  <a:lnTo>
                    <a:pt x="847371" y="0"/>
                  </a:lnTo>
                  <a:lnTo>
                    <a:pt x="846556" y="0"/>
                  </a:lnTo>
                  <a:lnTo>
                    <a:pt x="845741" y="0"/>
                  </a:lnTo>
                  <a:lnTo>
                    <a:pt x="844926" y="0"/>
                  </a:lnTo>
                  <a:lnTo>
                    <a:pt x="844112" y="0"/>
                  </a:lnTo>
                  <a:lnTo>
                    <a:pt x="843297" y="0"/>
                  </a:lnTo>
                  <a:lnTo>
                    <a:pt x="842482" y="0"/>
                  </a:lnTo>
                  <a:lnTo>
                    <a:pt x="841667" y="0"/>
                  </a:lnTo>
                  <a:lnTo>
                    <a:pt x="840853" y="0"/>
                  </a:lnTo>
                  <a:lnTo>
                    <a:pt x="840038" y="0"/>
                  </a:lnTo>
                  <a:lnTo>
                    <a:pt x="839223" y="0"/>
                  </a:lnTo>
                  <a:lnTo>
                    <a:pt x="838408" y="0"/>
                  </a:lnTo>
                  <a:lnTo>
                    <a:pt x="837593" y="0"/>
                  </a:lnTo>
                  <a:lnTo>
                    <a:pt x="836779" y="0"/>
                  </a:lnTo>
                  <a:lnTo>
                    <a:pt x="835964" y="0"/>
                  </a:lnTo>
                  <a:lnTo>
                    <a:pt x="835149" y="0"/>
                  </a:lnTo>
                  <a:lnTo>
                    <a:pt x="834334" y="0"/>
                  </a:lnTo>
                  <a:lnTo>
                    <a:pt x="833519" y="0"/>
                  </a:lnTo>
                  <a:lnTo>
                    <a:pt x="832705" y="0"/>
                  </a:lnTo>
                  <a:lnTo>
                    <a:pt x="831890" y="0"/>
                  </a:lnTo>
                  <a:lnTo>
                    <a:pt x="831075" y="0"/>
                  </a:lnTo>
                  <a:lnTo>
                    <a:pt x="830260" y="0"/>
                  </a:lnTo>
                  <a:lnTo>
                    <a:pt x="829446" y="0"/>
                  </a:lnTo>
                  <a:lnTo>
                    <a:pt x="828631" y="0"/>
                  </a:lnTo>
                  <a:lnTo>
                    <a:pt x="827816" y="0"/>
                  </a:lnTo>
                  <a:lnTo>
                    <a:pt x="827001" y="0"/>
                  </a:lnTo>
                  <a:lnTo>
                    <a:pt x="826186" y="0"/>
                  </a:lnTo>
                  <a:lnTo>
                    <a:pt x="825372" y="0"/>
                  </a:lnTo>
                  <a:lnTo>
                    <a:pt x="824557" y="0"/>
                  </a:lnTo>
                  <a:lnTo>
                    <a:pt x="823742" y="0"/>
                  </a:lnTo>
                  <a:lnTo>
                    <a:pt x="822927" y="0"/>
                  </a:lnTo>
                  <a:lnTo>
                    <a:pt x="822113" y="0"/>
                  </a:lnTo>
                  <a:lnTo>
                    <a:pt x="821298" y="0"/>
                  </a:lnTo>
                  <a:lnTo>
                    <a:pt x="820483" y="0"/>
                  </a:lnTo>
                  <a:lnTo>
                    <a:pt x="819668" y="0"/>
                  </a:lnTo>
                  <a:lnTo>
                    <a:pt x="818853" y="0"/>
                  </a:lnTo>
                  <a:lnTo>
                    <a:pt x="818039" y="0"/>
                  </a:lnTo>
                  <a:lnTo>
                    <a:pt x="817224" y="0"/>
                  </a:lnTo>
                  <a:lnTo>
                    <a:pt x="816409" y="0"/>
                  </a:lnTo>
                  <a:lnTo>
                    <a:pt x="815594" y="0"/>
                  </a:lnTo>
                  <a:lnTo>
                    <a:pt x="814780" y="0"/>
                  </a:lnTo>
                  <a:lnTo>
                    <a:pt x="813965" y="0"/>
                  </a:lnTo>
                  <a:lnTo>
                    <a:pt x="813150" y="0"/>
                  </a:lnTo>
                  <a:lnTo>
                    <a:pt x="812335" y="0"/>
                  </a:lnTo>
                  <a:lnTo>
                    <a:pt x="811520" y="0"/>
                  </a:lnTo>
                  <a:lnTo>
                    <a:pt x="810706" y="0"/>
                  </a:lnTo>
                  <a:lnTo>
                    <a:pt x="809891" y="0"/>
                  </a:lnTo>
                  <a:lnTo>
                    <a:pt x="809076" y="0"/>
                  </a:lnTo>
                  <a:lnTo>
                    <a:pt x="808261" y="0"/>
                  </a:lnTo>
                  <a:lnTo>
                    <a:pt x="807447" y="0"/>
                  </a:lnTo>
                  <a:lnTo>
                    <a:pt x="806632" y="0"/>
                  </a:lnTo>
                  <a:lnTo>
                    <a:pt x="805817" y="0"/>
                  </a:lnTo>
                  <a:lnTo>
                    <a:pt x="805002" y="0"/>
                  </a:lnTo>
                  <a:lnTo>
                    <a:pt x="804187" y="0"/>
                  </a:lnTo>
                  <a:lnTo>
                    <a:pt x="803373" y="0"/>
                  </a:lnTo>
                  <a:lnTo>
                    <a:pt x="802558" y="0"/>
                  </a:lnTo>
                  <a:lnTo>
                    <a:pt x="801743" y="0"/>
                  </a:lnTo>
                  <a:lnTo>
                    <a:pt x="800928" y="0"/>
                  </a:lnTo>
                  <a:lnTo>
                    <a:pt x="800114" y="0"/>
                  </a:lnTo>
                  <a:lnTo>
                    <a:pt x="799299" y="0"/>
                  </a:lnTo>
                  <a:lnTo>
                    <a:pt x="798484" y="0"/>
                  </a:lnTo>
                  <a:lnTo>
                    <a:pt x="797669" y="0"/>
                  </a:lnTo>
                  <a:lnTo>
                    <a:pt x="796854" y="0"/>
                  </a:lnTo>
                  <a:lnTo>
                    <a:pt x="796040" y="0"/>
                  </a:lnTo>
                  <a:lnTo>
                    <a:pt x="795225" y="0"/>
                  </a:lnTo>
                  <a:lnTo>
                    <a:pt x="794410" y="0"/>
                  </a:lnTo>
                  <a:lnTo>
                    <a:pt x="793595" y="0"/>
                  </a:lnTo>
                  <a:lnTo>
                    <a:pt x="792780" y="0"/>
                  </a:lnTo>
                  <a:lnTo>
                    <a:pt x="791966" y="0"/>
                  </a:lnTo>
                  <a:lnTo>
                    <a:pt x="791151" y="0"/>
                  </a:lnTo>
                  <a:lnTo>
                    <a:pt x="790336" y="0"/>
                  </a:lnTo>
                  <a:lnTo>
                    <a:pt x="789521" y="0"/>
                  </a:lnTo>
                  <a:lnTo>
                    <a:pt x="788707" y="0"/>
                  </a:lnTo>
                  <a:lnTo>
                    <a:pt x="787892" y="0"/>
                  </a:lnTo>
                  <a:lnTo>
                    <a:pt x="787077" y="0"/>
                  </a:lnTo>
                  <a:lnTo>
                    <a:pt x="786262" y="0"/>
                  </a:lnTo>
                  <a:lnTo>
                    <a:pt x="785447" y="0"/>
                  </a:lnTo>
                  <a:lnTo>
                    <a:pt x="784633" y="0"/>
                  </a:lnTo>
                  <a:lnTo>
                    <a:pt x="783818" y="0"/>
                  </a:lnTo>
                  <a:lnTo>
                    <a:pt x="783003" y="0"/>
                  </a:lnTo>
                  <a:lnTo>
                    <a:pt x="782188" y="0"/>
                  </a:lnTo>
                  <a:lnTo>
                    <a:pt x="781374" y="0"/>
                  </a:lnTo>
                  <a:lnTo>
                    <a:pt x="780559" y="0"/>
                  </a:lnTo>
                  <a:lnTo>
                    <a:pt x="779744" y="0"/>
                  </a:lnTo>
                  <a:lnTo>
                    <a:pt x="778929" y="0"/>
                  </a:lnTo>
                  <a:lnTo>
                    <a:pt x="778114" y="0"/>
                  </a:lnTo>
                  <a:lnTo>
                    <a:pt x="777300" y="0"/>
                  </a:lnTo>
                  <a:lnTo>
                    <a:pt x="776485" y="0"/>
                  </a:lnTo>
                  <a:lnTo>
                    <a:pt x="775670" y="0"/>
                  </a:lnTo>
                  <a:lnTo>
                    <a:pt x="774855" y="0"/>
                  </a:lnTo>
                  <a:lnTo>
                    <a:pt x="774041" y="0"/>
                  </a:lnTo>
                  <a:lnTo>
                    <a:pt x="773226" y="0"/>
                  </a:lnTo>
                  <a:lnTo>
                    <a:pt x="772411" y="0"/>
                  </a:lnTo>
                  <a:lnTo>
                    <a:pt x="771596" y="0"/>
                  </a:lnTo>
                  <a:lnTo>
                    <a:pt x="770781" y="0"/>
                  </a:lnTo>
                  <a:lnTo>
                    <a:pt x="769967" y="0"/>
                  </a:lnTo>
                  <a:lnTo>
                    <a:pt x="769152" y="0"/>
                  </a:lnTo>
                  <a:lnTo>
                    <a:pt x="768337" y="0"/>
                  </a:lnTo>
                  <a:lnTo>
                    <a:pt x="767522" y="0"/>
                  </a:lnTo>
                  <a:lnTo>
                    <a:pt x="766708" y="0"/>
                  </a:lnTo>
                  <a:lnTo>
                    <a:pt x="765893" y="0"/>
                  </a:lnTo>
                  <a:lnTo>
                    <a:pt x="765078" y="0"/>
                  </a:lnTo>
                  <a:lnTo>
                    <a:pt x="764263" y="0"/>
                  </a:lnTo>
                  <a:lnTo>
                    <a:pt x="763448" y="0"/>
                  </a:lnTo>
                  <a:lnTo>
                    <a:pt x="762634" y="0"/>
                  </a:lnTo>
                  <a:lnTo>
                    <a:pt x="761819" y="0"/>
                  </a:lnTo>
                  <a:lnTo>
                    <a:pt x="761004" y="0"/>
                  </a:lnTo>
                  <a:lnTo>
                    <a:pt x="760189" y="0"/>
                  </a:lnTo>
                  <a:lnTo>
                    <a:pt x="759375" y="0"/>
                  </a:lnTo>
                  <a:lnTo>
                    <a:pt x="758560" y="0"/>
                  </a:lnTo>
                  <a:lnTo>
                    <a:pt x="757745" y="0"/>
                  </a:lnTo>
                  <a:lnTo>
                    <a:pt x="756930" y="0"/>
                  </a:lnTo>
                  <a:lnTo>
                    <a:pt x="756115" y="0"/>
                  </a:lnTo>
                  <a:lnTo>
                    <a:pt x="755301" y="0"/>
                  </a:lnTo>
                  <a:lnTo>
                    <a:pt x="754486" y="0"/>
                  </a:lnTo>
                  <a:lnTo>
                    <a:pt x="753671" y="0"/>
                  </a:lnTo>
                  <a:lnTo>
                    <a:pt x="752856" y="0"/>
                  </a:lnTo>
                  <a:lnTo>
                    <a:pt x="752041" y="0"/>
                  </a:lnTo>
                  <a:lnTo>
                    <a:pt x="751227" y="0"/>
                  </a:lnTo>
                  <a:lnTo>
                    <a:pt x="750412" y="0"/>
                  </a:lnTo>
                  <a:lnTo>
                    <a:pt x="749597" y="0"/>
                  </a:lnTo>
                  <a:lnTo>
                    <a:pt x="748782" y="0"/>
                  </a:lnTo>
                  <a:lnTo>
                    <a:pt x="747968" y="0"/>
                  </a:lnTo>
                  <a:lnTo>
                    <a:pt x="747153" y="0"/>
                  </a:lnTo>
                  <a:lnTo>
                    <a:pt x="746338" y="0"/>
                  </a:lnTo>
                  <a:lnTo>
                    <a:pt x="745523" y="0"/>
                  </a:lnTo>
                  <a:lnTo>
                    <a:pt x="744708" y="0"/>
                  </a:lnTo>
                  <a:lnTo>
                    <a:pt x="743894" y="0"/>
                  </a:lnTo>
                  <a:lnTo>
                    <a:pt x="743079" y="0"/>
                  </a:lnTo>
                  <a:lnTo>
                    <a:pt x="742264" y="0"/>
                  </a:lnTo>
                  <a:lnTo>
                    <a:pt x="741449" y="0"/>
                  </a:lnTo>
                  <a:lnTo>
                    <a:pt x="740635" y="0"/>
                  </a:lnTo>
                  <a:lnTo>
                    <a:pt x="739820" y="0"/>
                  </a:lnTo>
                  <a:lnTo>
                    <a:pt x="739005" y="0"/>
                  </a:lnTo>
                  <a:lnTo>
                    <a:pt x="738190" y="0"/>
                  </a:lnTo>
                  <a:lnTo>
                    <a:pt x="737375" y="0"/>
                  </a:lnTo>
                  <a:lnTo>
                    <a:pt x="736561" y="0"/>
                  </a:lnTo>
                  <a:lnTo>
                    <a:pt x="735746" y="0"/>
                  </a:lnTo>
                  <a:lnTo>
                    <a:pt x="734931" y="0"/>
                  </a:lnTo>
                  <a:lnTo>
                    <a:pt x="734116" y="0"/>
                  </a:lnTo>
                  <a:lnTo>
                    <a:pt x="733302" y="0"/>
                  </a:lnTo>
                  <a:lnTo>
                    <a:pt x="732487" y="0"/>
                  </a:lnTo>
                  <a:lnTo>
                    <a:pt x="731672" y="0"/>
                  </a:lnTo>
                  <a:lnTo>
                    <a:pt x="730857" y="0"/>
                  </a:lnTo>
                  <a:lnTo>
                    <a:pt x="730042" y="0"/>
                  </a:lnTo>
                  <a:lnTo>
                    <a:pt x="729228" y="0"/>
                  </a:lnTo>
                  <a:lnTo>
                    <a:pt x="728413" y="0"/>
                  </a:lnTo>
                  <a:lnTo>
                    <a:pt x="727598" y="0"/>
                  </a:lnTo>
                  <a:lnTo>
                    <a:pt x="726783" y="0"/>
                  </a:lnTo>
                  <a:lnTo>
                    <a:pt x="725969" y="0"/>
                  </a:lnTo>
                  <a:lnTo>
                    <a:pt x="725154" y="0"/>
                  </a:lnTo>
                  <a:lnTo>
                    <a:pt x="724339" y="0"/>
                  </a:lnTo>
                  <a:lnTo>
                    <a:pt x="723524" y="0"/>
                  </a:lnTo>
                  <a:lnTo>
                    <a:pt x="722709" y="0"/>
                  </a:lnTo>
                  <a:lnTo>
                    <a:pt x="721895" y="0"/>
                  </a:lnTo>
                  <a:lnTo>
                    <a:pt x="721080" y="0"/>
                  </a:lnTo>
                  <a:lnTo>
                    <a:pt x="720265" y="0"/>
                  </a:lnTo>
                  <a:lnTo>
                    <a:pt x="719450" y="0"/>
                  </a:lnTo>
                  <a:lnTo>
                    <a:pt x="718636" y="0"/>
                  </a:lnTo>
                  <a:lnTo>
                    <a:pt x="717821" y="0"/>
                  </a:lnTo>
                  <a:lnTo>
                    <a:pt x="717006" y="0"/>
                  </a:lnTo>
                  <a:lnTo>
                    <a:pt x="716191" y="0"/>
                  </a:lnTo>
                  <a:lnTo>
                    <a:pt x="715376" y="0"/>
                  </a:lnTo>
                  <a:lnTo>
                    <a:pt x="714562" y="0"/>
                  </a:lnTo>
                  <a:lnTo>
                    <a:pt x="713747" y="0"/>
                  </a:lnTo>
                  <a:lnTo>
                    <a:pt x="712932" y="0"/>
                  </a:lnTo>
                  <a:lnTo>
                    <a:pt x="712117" y="0"/>
                  </a:lnTo>
                  <a:lnTo>
                    <a:pt x="711302" y="0"/>
                  </a:lnTo>
                  <a:lnTo>
                    <a:pt x="710488" y="0"/>
                  </a:lnTo>
                  <a:lnTo>
                    <a:pt x="709673" y="0"/>
                  </a:lnTo>
                  <a:lnTo>
                    <a:pt x="708858" y="0"/>
                  </a:lnTo>
                  <a:lnTo>
                    <a:pt x="708043" y="0"/>
                  </a:lnTo>
                  <a:lnTo>
                    <a:pt x="707229" y="0"/>
                  </a:lnTo>
                  <a:lnTo>
                    <a:pt x="706414" y="0"/>
                  </a:lnTo>
                  <a:lnTo>
                    <a:pt x="705599" y="0"/>
                  </a:lnTo>
                  <a:lnTo>
                    <a:pt x="704784" y="0"/>
                  </a:lnTo>
                  <a:lnTo>
                    <a:pt x="703969" y="0"/>
                  </a:lnTo>
                  <a:lnTo>
                    <a:pt x="703155" y="0"/>
                  </a:lnTo>
                  <a:lnTo>
                    <a:pt x="702340" y="0"/>
                  </a:lnTo>
                  <a:lnTo>
                    <a:pt x="701525" y="0"/>
                  </a:lnTo>
                  <a:lnTo>
                    <a:pt x="700710" y="0"/>
                  </a:lnTo>
                  <a:lnTo>
                    <a:pt x="699896" y="0"/>
                  </a:lnTo>
                  <a:lnTo>
                    <a:pt x="699081" y="0"/>
                  </a:lnTo>
                  <a:lnTo>
                    <a:pt x="698266" y="0"/>
                  </a:lnTo>
                  <a:lnTo>
                    <a:pt x="697451" y="0"/>
                  </a:lnTo>
                  <a:lnTo>
                    <a:pt x="696636" y="0"/>
                  </a:lnTo>
                  <a:lnTo>
                    <a:pt x="695822" y="0"/>
                  </a:lnTo>
                  <a:lnTo>
                    <a:pt x="695007" y="0"/>
                  </a:lnTo>
                  <a:lnTo>
                    <a:pt x="694192" y="0"/>
                  </a:lnTo>
                  <a:lnTo>
                    <a:pt x="693377" y="0"/>
                  </a:lnTo>
                  <a:lnTo>
                    <a:pt x="692563" y="0"/>
                  </a:lnTo>
                  <a:lnTo>
                    <a:pt x="691748" y="0"/>
                  </a:lnTo>
                  <a:lnTo>
                    <a:pt x="690933" y="0"/>
                  </a:lnTo>
                  <a:lnTo>
                    <a:pt x="690118" y="0"/>
                  </a:lnTo>
                  <a:lnTo>
                    <a:pt x="689303" y="0"/>
                  </a:lnTo>
                  <a:lnTo>
                    <a:pt x="688489" y="0"/>
                  </a:lnTo>
                  <a:lnTo>
                    <a:pt x="687674" y="0"/>
                  </a:lnTo>
                  <a:lnTo>
                    <a:pt x="686859" y="0"/>
                  </a:lnTo>
                  <a:lnTo>
                    <a:pt x="686044" y="0"/>
                  </a:lnTo>
                  <a:lnTo>
                    <a:pt x="685230" y="0"/>
                  </a:lnTo>
                  <a:lnTo>
                    <a:pt x="684415" y="0"/>
                  </a:lnTo>
                  <a:lnTo>
                    <a:pt x="683600" y="0"/>
                  </a:lnTo>
                  <a:lnTo>
                    <a:pt x="682785" y="0"/>
                  </a:lnTo>
                  <a:lnTo>
                    <a:pt x="681970" y="0"/>
                  </a:lnTo>
                  <a:lnTo>
                    <a:pt x="681156" y="0"/>
                  </a:lnTo>
                  <a:lnTo>
                    <a:pt x="680341" y="0"/>
                  </a:lnTo>
                  <a:lnTo>
                    <a:pt x="679526" y="0"/>
                  </a:lnTo>
                  <a:lnTo>
                    <a:pt x="678711" y="0"/>
                  </a:lnTo>
                  <a:lnTo>
                    <a:pt x="677897" y="0"/>
                  </a:lnTo>
                  <a:lnTo>
                    <a:pt x="677082" y="0"/>
                  </a:lnTo>
                  <a:lnTo>
                    <a:pt x="676267" y="0"/>
                  </a:lnTo>
                  <a:lnTo>
                    <a:pt x="675452" y="0"/>
                  </a:lnTo>
                  <a:lnTo>
                    <a:pt x="674637" y="0"/>
                  </a:lnTo>
                  <a:lnTo>
                    <a:pt x="673823" y="0"/>
                  </a:lnTo>
                  <a:lnTo>
                    <a:pt x="673008" y="0"/>
                  </a:lnTo>
                  <a:lnTo>
                    <a:pt x="672193" y="0"/>
                  </a:lnTo>
                  <a:lnTo>
                    <a:pt x="671378" y="0"/>
                  </a:lnTo>
                  <a:lnTo>
                    <a:pt x="670563" y="0"/>
                  </a:lnTo>
                  <a:lnTo>
                    <a:pt x="669749" y="0"/>
                  </a:lnTo>
                  <a:lnTo>
                    <a:pt x="668934" y="0"/>
                  </a:lnTo>
                  <a:lnTo>
                    <a:pt x="668119" y="0"/>
                  </a:lnTo>
                  <a:lnTo>
                    <a:pt x="667304" y="0"/>
                  </a:lnTo>
                  <a:lnTo>
                    <a:pt x="666490" y="0"/>
                  </a:lnTo>
                  <a:lnTo>
                    <a:pt x="665675" y="0"/>
                  </a:lnTo>
                  <a:lnTo>
                    <a:pt x="664860" y="0"/>
                  </a:lnTo>
                  <a:lnTo>
                    <a:pt x="664045" y="0"/>
                  </a:lnTo>
                  <a:lnTo>
                    <a:pt x="663230" y="0"/>
                  </a:lnTo>
                  <a:lnTo>
                    <a:pt x="662416" y="0"/>
                  </a:lnTo>
                  <a:lnTo>
                    <a:pt x="661601" y="0"/>
                  </a:lnTo>
                  <a:lnTo>
                    <a:pt x="660786" y="0"/>
                  </a:lnTo>
                  <a:lnTo>
                    <a:pt x="659971" y="0"/>
                  </a:lnTo>
                  <a:lnTo>
                    <a:pt x="659157" y="0"/>
                  </a:lnTo>
                  <a:lnTo>
                    <a:pt x="658342" y="0"/>
                  </a:lnTo>
                  <a:lnTo>
                    <a:pt x="657527" y="0"/>
                  </a:lnTo>
                  <a:lnTo>
                    <a:pt x="656712" y="0"/>
                  </a:lnTo>
                  <a:lnTo>
                    <a:pt x="655897" y="0"/>
                  </a:lnTo>
                  <a:lnTo>
                    <a:pt x="655083" y="0"/>
                  </a:lnTo>
                  <a:lnTo>
                    <a:pt x="654268" y="0"/>
                  </a:lnTo>
                  <a:lnTo>
                    <a:pt x="653453" y="0"/>
                  </a:lnTo>
                  <a:lnTo>
                    <a:pt x="652638" y="0"/>
                  </a:lnTo>
                  <a:lnTo>
                    <a:pt x="651824" y="0"/>
                  </a:lnTo>
                  <a:lnTo>
                    <a:pt x="651009" y="0"/>
                  </a:lnTo>
                  <a:lnTo>
                    <a:pt x="650194" y="0"/>
                  </a:lnTo>
                  <a:lnTo>
                    <a:pt x="649379" y="0"/>
                  </a:lnTo>
                  <a:lnTo>
                    <a:pt x="648564" y="0"/>
                  </a:lnTo>
                  <a:lnTo>
                    <a:pt x="647750" y="0"/>
                  </a:lnTo>
                  <a:lnTo>
                    <a:pt x="646935" y="0"/>
                  </a:lnTo>
                  <a:lnTo>
                    <a:pt x="646120" y="0"/>
                  </a:lnTo>
                  <a:lnTo>
                    <a:pt x="645305" y="0"/>
                  </a:lnTo>
                  <a:lnTo>
                    <a:pt x="644491" y="0"/>
                  </a:lnTo>
                  <a:lnTo>
                    <a:pt x="643676" y="0"/>
                  </a:lnTo>
                  <a:lnTo>
                    <a:pt x="642861" y="0"/>
                  </a:lnTo>
                  <a:lnTo>
                    <a:pt x="642046" y="0"/>
                  </a:lnTo>
                  <a:lnTo>
                    <a:pt x="641231" y="0"/>
                  </a:lnTo>
                  <a:lnTo>
                    <a:pt x="640417" y="0"/>
                  </a:lnTo>
                  <a:lnTo>
                    <a:pt x="639602" y="0"/>
                  </a:lnTo>
                  <a:lnTo>
                    <a:pt x="638787" y="0"/>
                  </a:lnTo>
                  <a:lnTo>
                    <a:pt x="637972" y="0"/>
                  </a:lnTo>
                  <a:lnTo>
                    <a:pt x="637157" y="0"/>
                  </a:lnTo>
                  <a:lnTo>
                    <a:pt x="636343" y="0"/>
                  </a:lnTo>
                  <a:lnTo>
                    <a:pt x="635528" y="0"/>
                  </a:lnTo>
                  <a:lnTo>
                    <a:pt x="634713" y="0"/>
                  </a:lnTo>
                  <a:lnTo>
                    <a:pt x="633898" y="0"/>
                  </a:lnTo>
                  <a:lnTo>
                    <a:pt x="633084" y="0"/>
                  </a:lnTo>
                  <a:lnTo>
                    <a:pt x="632269" y="0"/>
                  </a:lnTo>
                  <a:lnTo>
                    <a:pt x="631454" y="0"/>
                  </a:lnTo>
                  <a:lnTo>
                    <a:pt x="630639" y="0"/>
                  </a:lnTo>
                  <a:lnTo>
                    <a:pt x="629824" y="0"/>
                  </a:lnTo>
                  <a:lnTo>
                    <a:pt x="629010" y="0"/>
                  </a:lnTo>
                  <a:lnTo>
                    <a:pt x="628195" y="0"/>
                  </a:lnTo>
                  <a:lnTo>
                    <a:pt x="627380" y="0"/>
                  </a:lnTo>
                  <a:lnTo>
                    <a:pt x="626565" y="0"/>
                  </a:lnTo>
                  <a:lnTo>
                    <a:pt x="625751" y="0"/>
                  </a:lnTo>
                  <a:lnTo>
                    <a:pt x="624936" y="0"/>
                  </a:lnTo>
                  <a:lnTo>
                    <a:pt x="624121" y="0"/>
                  </a:lnTo>
                  <a:lnTo>
                    <a:pt x="623306" y="0"/>
                  </a:lnTo>
                  <a:lnTo>
                    <a:pt x="622491" y="0"/>
                  </a:lnTo>
                  <a:lnTo>
                    <a:pt x="621677" y="0"/>
                  </a:lnTo>
                  <a:lnTo>
                    <a:pt x="620862" y="0"/>
                  </a:lnTo>
                  <a:lnTo>
                    <a:pt x="620047" y="0"/>
                  </a:lnTo>
                  <a:lnTo>
                    <a:pt x="619232" y="0"/>
                  </a:lnTo>
                  <a:lnTo>
                    <a:pt x="618418" y="0"/>
                  </a:lnTo>
                  <a:lnTo>
                    <a:pt x="617603" y="0"/>
                  </a:lnTo>
                  <a:lnTo>
                    <a:pt x="616788" y="0"/>
                  </a:lnTo>
                  <a:lnTo>
                    <a:pt x="615973" y="0"/>
                  </a:lnTo>
                  <a:lnTo>
                    <a:pt x="615158" y="0"/>
                  </a:lnTo>
                  <a:lnTo>
                    <a:pt x="614344" y="0"/>
                  </a:lnTo>
                  <a:lnTo>
                    <a:pt x="613529" y="0"/>
                  </a:lnTo>
                  <a:lnTo>
                    <a:pt x="612714" y="0"/>
                  </a:lnTo>
                  <a:lnTo>
                    <a:pt x="611899" y="0"/>
                  </a:lnTo>
                  <a:lnTo>
                    <a:pt x="611085" y="0"/>
                  </a:lnTo>
                  <a:lnTo>
                    <a:pt x="610270" y="0"/>
                  </a:lnTo>
                  <a:lnTo>
                    <a:pt x="609455" y="0"/>
                  </a:lnTo>
                  <a:lnTo>
                    <a:pt x="608640" y="0"/>
                  </a:lnTo>
                  <a:lnTo>
                    <a:pt x="607825" y="0"/>
                  </a:lnTo>
                  <a:lnTo>
                    <a:pt x="607011" y="0"/>
                  </a:lnTo>
                  <a:lnTo>
                    <a:pt x="606196" y="0"/>
                  </a:lnTo>
                  <a:lnTo>
                    <a:pt x="605381" y="0"/>
                  </a:lnTo>
                  <a:lnTo>
                    <a:pt x="604566" y="0"/>
                  </a:lnTo>
                  <a:lnTo>
                    <a:pt x="603752" y="0"/>
                  </a:lnTo>
                  <a:lnTo>
                    <a:pt x="602937" y="0"/>
                  </a:lnTo>
                  <a:lnTo>
                    <a:pt x="602122" y="0"/>
                  </a:lnTo>
                  <a:lnTo>
                    <a:pt x="601307" y="0"/>
                  </a:lnTo>
                  <a:lnTo>
                    <a:pt x="600492" y="0"/>
                  </a:lnTo>
                  <a:lnTo>
                    <a:pt x="599678" y="0"/>
                  </a:lnTo>
                  <a:lnTo>
                    <a:pt x="598863" y="0"/>
                  </a:lnTo>
                  <a:lnTo>
                    <a:pt x="598048" y="0"/>
                  </a:lnTo>
                  <a:lnTo>
                    <a:pt x="597233" y="0"/>
                  </a:lnTo>
                  <a:lnTo>
                    <a:pt x="596418" y="0"/>
                  </a:lnTo>
                  <a:lnTo>
                    <a:pt x="595604" y="0"/>
                  </a:lnTo>
                  <a:lnTo>
                    <a:pt x="594789" y="0"/>
                  </a:lnTo>
                  <a:lnTo>
                    <a:pt x="593974" y="0"/>
                  </a:lnTo>
                  <a:lnTo>
                    <a:pt x="593159" y="0"/>
                  </a:lnTo>
                  <a:lnTo>
                    <a:pt x="592345" y="0"/>
                  </a:lnTo>
                  <a:lnTo>
                    <a:pt x="591530" y="0"/>
                  </a:lnTo>
                  <a:lnTo>
                    <a:pt x="590715" y="0"/>
                  </a:lnTo>
                  <a:lnTo>
                    <a:pt x="589900" y="0"/>
                  </a:lnTo>
                  <a:lnTo>
                    <a:pt x="589085" y="0"/>
                  </a:lnTo>
                  <a:lnTo>
                    <a:pt x="588271" y="0"/>
                  </a:lnTo>
                  <a:lnTo>
                    <a:pt x="587456" y="0"/>
                  </a:lnTo>
                  <a:lnTo>
                    <a:pt x="586641" y="0"/>
                  </a:lnTo>
                  <a:lnTo>
                    <a:pt x="585826" y="0"/>
                  </a:lnTo>
                  <a:lnTo>
                    <a:pt x="585012" y="0"/>
                  </a:lnTo>
                  <a:lnTo>
                    <a:pt x="584197" y="0"/>
                  </a:lnTo>
                  <a:lnTo>
                    <a:pt x="583382" y="0"/>
                  </a:lnTo>
                  <a:lnTo>
                    <a:pt x="582567" y="0"/>
                  </a:lnTo>
                  <a:lnTo>
                    <a:pt x="581752" y="0"/>
                  </a:lnTo>
                  <a:lnTo>
                    <a:pt x="580938" y="0"/>
                  </a:lnTo>
                  <a:lnTo>
                    <a:pt x="580123" y="0"/>
                  </a:lnTo>
                  <a:lnTo>
                    <a:pt x="579308" y="0"/>
                  </a:lnTo>
                  <a:lnTo>
                    <a:pt x="578493" y="0"/>
                  </a:lnTo>
                  <a:lnTo>
                    <a:pt x="577679" y="0"/>
                  </a:lnTo>
                  <a:lnTo>
                    <a:pt x="576864" y="0"/>
                  </a:lnTo>
                  <a:lnTo>
                    <a:pt x="576049" y="0"/>
                  </a:lnTo>
                  <a:lnTo>
                    <a:pt x="575234" y="0"/>
                  </a:lnTo>
                  <a:lnTo>
                    <a:pt x="574419" y="0"/>
                  </a:lnTo>
                  <a:lnTo>
                    <a:pt x="573605" y="0"/>
                  </a:lnTo>
                  <a:lnTo>
                    <a:pt x="572790" y="0"/>
                  </a:lnTo>
                  <a:lnTo>
                    <a:pt x="571975" y="0"/>
                  </a:lnTo>
                  <a:lnTo>
                    <a:pt x="571160" y="0"/>
                  </a:lnTo>
                  <a:lnTo>
                    <a:pt x="570346" y="0"/>
                  </a:lnTo>
                  <a:lnTo>
                    <a:pt x="569531" y="0"/>
                  </a:lnTo>
                  <a:lnTo>
                    <a:pt x="568716" y="0"/>
                  </a:lnTo>
                  <a:lnTo>
                    <a:pt x="567901" y="0"/>
                  </a:lnTo>
                  <a:lnTo>
                    <a:pt x="567086" y="0"/>
                  </a:lnTo>
                  <a:lnTo>
                    <a:pt x="566272" y="0"/>
                  </a:lnTo>
                  <a:lnTo>
                    <a:pt x="565457" y="0"/>
                  </a:lnTo>
                  <a:lnTo>
                    <a:pt x="564642" y="0"/>
                  </a:lnTo>
                  <a:lnTo>
                    <a:pt x="563827" y="0"/>
                  </a:lnTo>
                  <a:lnTo>
                    <a:pt x="563013" y="0"/>
                  </a:lnTo>
                  <a:lnTo>
                    <a:pt x="562198" y="0"/>
                  </a:lnTo>
                  <a:lnTo>
                    <a:pt x="561383" y="0"/>
                  </a:lnTo>
                  <a:lnTo>
                    <a:pt x="560568" y="0"/>
                  </a:lnTo>
                  <a:lnTo>
                    <a:pt x="559753" y="0"/>
                  </a:lnTo>
                  <a:lnTo>
                    <a:pt x="558939" y="0"/>
                  </a:lnTo>
                  <a:lnTo>
                    <a:pt x="558124" y="0"/>
                  </a:lnTo>
                  <a:lnTo>
                    <a:pt x="557309" y="0"/>
                  </a:lnTo>
                  <a:lnTo>
                    <a:pt x="556494" y="0"/>
                  </a:lnTo>
                  <a:lnTo>
                    <a:pt x="555679" y="0"/>
                  </a:lnTo>
                  <a:lnTo>
                    <a:pt x="554865" y="0"/>
                  </a:lnTo>
                  <a:lnTo>
                    <a:pt x="554050" y="0"/>
                  </a:lnTo>
                  <a:lnTo>
                    <a:pt x="553235" y="0"/>
                  </a:lnTo>
                  <a:lnTo>
                    <a:pt x="552420" y="0"/>
                  </a:lnTo>
                  <a:lnTo>
                    <a:pt x="551606" y="0"/>
                  </a:lnTo>
                  <a:lnTo>
                    <a:pt x="550791" y="0"/>
                  </a:lnTo>
                  <a:lnTo>
                    <a:pt x="549976" y="0"/>
                  </a:lnTo>
                  <a:lnTo>
                    <a:pt x="549161" y="0"/>
                  </a:lnTo>
                  <a:lnTo>
                    <a:pt x="548346" y="0"/>
                  </a:lnTo>
                  <a:lnTo>
                    <a:pt x="547532" y="0"/>
                  </a:lnTo>
                  <a:lnTo>
                    <a:pt x="546717" y="0"/>
                  </a:lnTo>
                  <a:lnTo>
                    <a:pt x="545902" y="0"/>
                  </a:lnTo>
                  <a:lnTo>
                    <a:pt x="545087" y="0"/>
                  </a:lnTo>
                  <a:lnTo>
                    <a:pt x="544273" y="0"/>
                  </a:lnTo>
                  <a:lnTo>
                    <a:pt x="543458" y="0"/>
                  </a:lnTo>
                  <a:lnTo>
                    <a:pt x="542643" y="0"/>
                  </a:lnTo>
                  <a:lnTo>
                    <a:pt x="541828" y="0"/>
                  </a:lnTo>
                  <a:lnTo>
                    <a:pt x="541013" y="0"/>
                  </a:lnTo>
                  <a:lnTo>
                    <a:pt x="540199" y="0"/>
                  </a:lnTo>
                  <a:lnTo>
                    <a:pt x="539384" y="0"/>
                  </a:lnTo>
                  <a:lnTo>
                    <a:pt x="538569" y="0"/>
                  </a:lnTo>
                  <a:lnTo>
                    <a:pt x="537754" y="0"/>
                  </a:lnTo>
                  <a:lnTo>
                    <a:pt x="536940" y="0"/>
                  </a:lnTo>
                  <a:lnTo>
                    <a:pt x="536125" y="0"/>
                  </a:lnTo>
                  <a:lnTo>
                    <a:pt x="535310" y="0"/>
                  </a:lnTo>
                  <a:lnTo>
                    <a:pt x="534495" y="0"/>
                  </a:lnTo>
                  <a:lnTo>
                    <a:pt x="533680" y="0"/>
                  </a:lnTo>
                  <a:lnTo>
                    <a:pt x="532866" y="0"/>
                  </a:lnTo>
                  <a:lnTo>
                    <a:pt x="532051" y="0"/>
                  </a:lnTo>
                  <a:lnTo>
                    <a:pt x="531236" y="0"/>
                  </a:lnTo>
                  <a:lnTo>
                    <a:pt x="530421" y="0"/>
                  </a:lnTo>
                  <a:lnTo>
                    <a:pt x="529607" y="0"/>
                  </a:lnTo>
                  <a:lnTo>
                    <a:pt x="528792" y="0"/>
                  </a:lnTo>
                  <a:lnTo>
                    <a:pt x="527977" y="0"/>
                  </a:lnTo>
                  <a:lnTo>
                    <a:pt x="527162" y="0"/>
                  </a:lnTo>
                  <a:lnTo>
                    <a:pt x="526347" y="0"/>
                  </a:lnTo>
                  <a:lnTo>
                    <a:pt x="525533" y="0"/>
                  </a:lnTo>
                  <a:lnTo>
                    <a:pt x="524718" y="0"/>
                  </a:lnTo>
                  <a:lnTo>
                    <a:pt x="523903" y="0"/>
                  </a:lnTo>
                  <a:lnTo>
                    <a:pt x="523088" y="0"/>
                  </a:lnTo>
                  <a:lnTo>
                    <a:pt x="522274" y="0"/>
                  </a:lnTo>
                  <a:lnTo>
                    <a:pt x="521459" y="0"/>
                  </a:lnTo>
                  <a:lnTo>
                    <a:pt x="520644" y="0"/>
                  </a:lnTo>
                  <a:lnTo>
                    <a:pt x="519829" y="0"/>
                  </a:lnTo>
                  <a:lnTo>
                    <a:pt x="519014" y="0"/>
                  </a:lnTo>
                  <a:lnTo>
                    <a:pt x="518200" y="0"/>
                  </a:lnTo>
                  <a:lnTo>
                    <a:pt x="517385" y="0"/>
                  </a:lnTo>
                  <a:lnTo>
                    <a:pt x="516570" y="0"/>
                  </a:lnTo>
                  <a:lnTo>
                    <a:pt x="515755" y="0"/>
                  </a:lnTo>
                  <a:lnTo>
                    <a:pt x="514940" y="0"/>
                  </a:lnTo>
                  <a:lnTo>
                    <a:pt x="514126" y="0"/>
                  </a:lnTo>
                  <a:lnTo>
                    <a:pt x="513311" y="0"/>
                  </a:lnTo>
                  <a:lnTo>
                    <a:pt x="512496" y="0"/>
                  </a:lnTo>
                  <a:lnTo>
                    <a:pt x="511681" y="0"/>
                  </a:lnTo>
                  <a:lnTo>
                    <a:pt x="510867" y="0"/>
                  </a:lnTo>
                  <a:lnTo>
                    <a:pt x="510052" y="0"/>
                  </a:lnTo>
                  <a:lnTo>
                    <a:pt x="509237" y="0"/>
                  </a:lnTo>
                  <a:lnTo>
                    <a:pt x="508422" y="0"/>
                  </a:lnTo>
                  <a:lnTo>
                    <a:pt x="507607" y="0"/>
                  </a:lnTo>
                  <a:lnTo>
                    <a:pt x="506793" y="0"/>
                  </a:lnTo>
                  <a:lnTo>
                    <a:pt x="505978" y="0"/>
                  </a:lnTo>
                  <a:lnTo>
                    <a:pt x="505163" y="0"/>
                  </a:lnTo>
                  <a:lnTo>
                    <a:pt x="504348" y="0"/>
                  </a:lnTo>
                  <a:lnTo>
                    <a:pt x="503534" y="0"/>
                  </a:lnTo>
                  <a:lnTo>
                    <a:pt x="502719" y="0"/>
                  </a:lnTo>
                  <a:lnTo>
                    <a:pt x="501904" y="0"/>
                  </a:lnTo>
                  <a:lnTo>
                    <a:pt x="501089" y="0"/>
                  </a:lnTo>
                  <a:lnTo>
                    <a:pt x="500274" y="0"/>
                  </a:lnTo>
                  <a:lnTo>
                    <a:pt x="499460" y="0"/>
                  </a:lnTo>
                  <a:lnTo>
                    <a:pt x="498645" y="0"/>
                  </a:lnTo>
                  <a:lnTo>
                    <a:pt x="497830" y="0"/>
                  </a:lnTo>
                  <a:lnTo>
                    <a:pt x="497015" y="0"/>
                  </a:lnTo>
                  <a:lnTo>
                    <a:pt x="496201" y="0"/>
                  </a:lnTo>
                  <a:lnTo>
                    <a:pt x="495386" y="0"/>
                  </a:lnTo>
                  <a:lnTo>
                    <a:pt x="494571" y="0"/>
                  </a:lnTo>
                  <a:lnTo>
                    <a:pt x="493756" y="0"/>
                  </a:lnTo>
                  <a:lnTo>
                    <a:pt x="492941" y="0"/>
                  </a:lnTo>
                  <a:lnTo>
                    <a:pt x="492127" y="0"/>
                  </a:lnTo>
                  <a:lnTo>
                    <a:pt x="491312" y="0"/>
                  </a:lnTo>
                  <a:lnTo>
                    <a:pt x="490497" y="0"/>
                  </a:lnTo>
                  <a:lnTo>
                    <a:pt x="489682" y="0"/>
                  </a:lnTo>
                  <a:lnTo>
                    <a:pt x="488868" y="0"/>
                  </a:lnTo>
                  <a:lnTo>
                    <a:pt x="488053" y="0"/>
                  </a:lnTo>
                  <a:lnTo>
                    <a:pt x="487238" y="0"/>
                  </a:lnTo>
                  <a:lnTo>
                    <a:pt x="486423" y="0"/>
                  </a:lnTo>
                  <a:lnTo>
                    <a:pt x="485608" y="0"/>
                  </a:lnTo>
                  <a:lnTo>
                    <a:pt x="484794" y="0"/>
                  </a:lnTo>
                  <a:lnTo>
                    <a:pt x="483979" y="0"/>
                  </a:lnTo>
                  <a:lnTo>
                    <a:pt x="483164" y="0"/>
                  </a:lnTo>
                  <a:lnTo>
                    <a:pt x="482349" y="0"/>
                  </a:lnTo>
                  <a:lnTo>
                    <a:pt x="481535" y="0"/>
                  </a:lnTo>
                  <a:lnTo>
                    <a:pt x="480720" y="0"/>
                  </a:lnTo>
                  <a:lnTo>
                    <a:pt x="479905" y="0"/>
                  </a:lnTo>
                  <a:lnTo>
                    <a:pt x="479090" y="0"/>
                  </a:lnTo>
                  <a:lnTo>
                    <a:pt x="478275" y="0"/>
                  </a:lnTo>
                  <a:lnTo>
                    <a:pt x="477461" y="0"/>
                  </a:lnTo>
                  <a:lnTo>
                    <a:pt x="476646" y="0"/>
                  </a:lnTo>
                  <a:lnTo>
                    <a:pt x="475831" y="0"/>
                  </a:lnTo>
                  <a:lnTo>
                    <a:pt x="475016" y="0"/>
                  </a:lnTo>
                  <a:lnTo>
                    <a:pt x="474201" y="0"/>
                  </a:lnTo>
                  <a:lnTo>
                    <a:pt x="473387" y="0"/>
                  </a:lnTo>
                  <a:lnTo>
                    <a:pt x="472572" y="0"/>
                  </a:lnTo>
                  <a:lnTo>
                    <a:pt x="471757" y="0"/>
                  </a:lnTo>
                  <a:lnTo>
                    <a:pt x="470942" y="0"/>
                  </a:lnTo>
                  <a:lnTo>
                    <a:pt x="470128" y="0"/>
                  </a:lnTo>
                  <a:lnTo>
                    <a:pt x="469313" y="0"/>
                  </a:lnTo>
                  <a:lnTo>
                    <a:pt x="468498" y="0"/>
                  </a:lnTo>
                  <a:lnTo>
                    <a:pt x="467683" y="0"/>
                  </a:lnTo>
                  <a:lnTo>
                    <a:pt x="466868" y="0"/>
                  </a:lnTo>
                  <a:lnTo>
                    <a:pt x="466054" y="0"/>
                  </a:lnTo>
                  <a:lnTo>
                    <a:pt x="465239" y="0"/>
                  </a:lnTo>
                  <a:lnTo>
                    <a:pt x="464424" y="0"/>
                  </a:lnTo>
                  <a:lnTo>
                    <a:pt x="463609" y="0"/>
                  </a:lnTo>
                  <a:lnTo>
                    <a:pt x="462795" y="0"/>
                  </a:lnTo>
                  <a:lnTo>
                    <a:pt x="461980" y="0"/>
                  </a:lnTo>
                  <a:lnTo>
                    <a:pt x="461165" y="0"/>
                  </a:lnTo>
                  <a:lnTo>
                    <a:pt x="460350" y="0"/>
                  </a:lnTo>
                  <a:lnTo>
                    <a:pt x="459535" y="0"/>
                  </a:lnTo>
                  <a:lnTo>
                    <a:pt x="458721" y="0"/>
                  </a:lnTo>
                  <a:lnTo>
                    <a:pt x="457906" y="0"/>
                  </a:lnTo>
                  <a:lnTo>
                    <a:pt x="457091" y="0"/>
                  </a:lnTo>
                  <a:lnTo>
                    <a:pt x="456276" y="0"/>
                  </a:lnTo>
                  <a:lnTo>
                    <a:pt x="455462" y="0"/>
                  </a:lnTo>
                  <a:lnTo>
                    <a:pt x="454647" y="0"/>
                  </a:lnTo>
                  <a:lnTo>
                    <a:pt x="453832" y="0"/>
                  </a:lnTo>
                  <a:lnTo>
                    <a:pt x="453017" y="0"/>
                  </a:lnTo>
                  <a:lnTo>
                    <a:pt x="452202" y="0"/>
                  </a:lnTo>
                  <a:lnTo>
                    <a:pt x="451388" y="0"/>
                  </a:lnTo>
                  <a:lnTo>
                    <a:pt x="450573" y="0"/>
                  </a:lnTo>
                  <a:lnTo>
                    <a:pt x="449758" y="0"/>
                  </a:lnTo>
                  <a:lnTo>
                    <a:pt x="448943" y="0"/>
                  </a:lnTo>
                  <a:lnTo>
                    <a:pt x="448129" y="0"/>
                  </a:lnTo>
                  <a:lnTo>
                    <a:pt x="447314" y="0"/>
                  </a:lnTo>
                  <a:lnTo>
                    <a:pt x="446499" y="0"/>
                  </a:lnTo>
                  <a:lnTo>
                    <a:pt x="445684" y="0"/>
                  </a:lnTo>
                  <a:lnTo>
                    <a:pt x="444869" y="0"/>
                  </a:lnTo>
                  <a:lnTo>
                    <a:pt x="444055" y="0"/>
                  </a:lnTo>
                  <a:lnTo>
                    <a:pt x="443240" y="0"/>
                  </a:lnTo>
                  <a:lnTo>
                    <a:pt x="442425" y="0"/>
                  </a:lnTo>
                  <a:lnTo>
                    <a:pt x="441610" y="0"/>
                  </a:lnTo>
                  <a:lnTo>
                    <a:pt x="440796" y="0"/>
                  </a:lnTo>
                  <a:lnTo>
                    <a:pt x="439981" y="0"/>
                  </a:lnTo>
                  <a:lnTo>
                    <a:pt x="439166" y="0"/>
                  </a:lnTo>
                  <a:lnTo>
                    <a:pt x="438351" y="0"/>
                  </a:lnTo>
                  <a:lnTo>
                    <a:pt x="437536" y="0"/>
                  </a:lnTo>
                  <a:lnTo>
                    <a:pt x="436722" y="0"/>
                  </a:lnTo>
                  <a:lnTo>
                    <a:pt x="435907" y="0"/>
                  </a:lnTo>
                  <a:lnTo>
                    <a:pt x="435092" y="0"/>
                  </a:lnTo>
                  <a:lnTo>
                    <a:pt x="434277" y="0"/>
                  </a:lnTo>
                  <a:lnTo>
                    <a:pt x="433462" y="0"/>
                  </a:lnTo>
                  <a:lnTo>
                    <a:pt x="432648" y="0"/>
                  </a:lnTo>
                  <a:lnTo>
                    <a:pt x="431833" y="0"/>
                  </a:lnTo>
                  <a:lnTo>
                    <a:pt x="431018" y="0"/>
                  </a:lnTo>
                  <a:lnTo>
                    <a:pt x="430203" y="0"/>
                  </a:lnTo>
                  <a:lnTo>
                    <a:pt x="429389" y="0"/>
                  </a:lnTo>
                  <a:lnTo>
                    <a:pt x="428574" y="0"/>
                  </a:lnTo>
                  <a:lnTo>
                    <a:pt x="427759" y="0"/>
                  </a:lnTo>
                  <a:lnTo>
                    <a:pt x="426944" y="0"/>
                  </a:lnTo>
                  <a:lnTo>
                    <a:pt x="426129" y="0"/>
                  </a:lnTo>
                  <a:lnTo>
                    <a:pt x="425315" y="0"/>
                  </a:lnTo>
                  <a:lnTo>
                    <a:pt x="424500" y="0"/>
                  </a:lnTo>
                  <a:lnTo>
                    <a:pt x="423685" y="0"/>
                  </a:lnTo>
                  <a:lnTo>
                    <a:pt x="422870" y="0"/>
                  </a:lnTo>
                  <a:lnTo>
                    <a:pt x="422056" y="0"/>
                  </a:lnTo>
                  <a:lnTo>
                    <a:pt x="421241" y="0"/>
                  </a:lnTo>
                  <a:lnTo>
                    <a:pt x="420426" y="0"/>
                  </a:lnTo>
                  <a:lnTo>
                    <a:pt x="419611" y="0"/>
                  </a:lnTo>
                  <a:lnTo>
                    <a:pt x="418796" y="0"/>
                  </a:lnTo>
                  <a:lnTo>
                    <a:pt x="417982" y="0"/>
                  </a:lnTo>
                  <a:lnTo>
                    <a:pt x="417167" y="0"/>
                  </a:lnTo>
                  <a:lnTo>
                    <a:pt x="416352" y="0"/>
                  </a:lnTo>
                  <a:lnTo>
                    <a:pt x="415537" y="0"/>
                  </a:lnTo>
                  <a:lnTo>
                    <a:pt x="414723" y="0"/>
                  </a:lnTo>
                  <a:lnTo>
                    <a:pt x="413908" y="0"/>
                  </a:lnTo>
                  <a:lnTo>
                    <a:pt x="413093" y="0"/>
                  </a:lnTo>
                  <a:lnTo>
                    <a:pt x="412278" y="0"/>
                  </a:lnTo>
                  <a:lnTo>
                    <a:pt x="411463" y="0"/>
                  </a:lnTo>
                  <a:lnTo>
                    <a:pt x="410649" y="0"/>
                  </a:lnTo>
                  <a:lnTo>
                    <a:pt x="409834" y="0"/>
                  </a:lnTo>
                  <a:lnTo>
                    <a:pt x="409019" y="0"/>
                  </a:lnTo>
                  <a:lnTo>
                    <a:pt x="408204" y="0"/>
                  </a:lnTo>
                  <a:lnTo>
                    <a:pt x="407390" y="0"/>
                  </a:lnTo>
                  <a:lnTo>
                    <a:pt x="406575" y="0"/>
                  </a:lnTo>
                  <a:lnTo>
                    <a:pt x="405760" y="0"/>
                  </a:lnTo>
                  <a:lnTo>
                    <a:pt x="404945" y="0"/>
                  </a:lnTo>
                  <a:lnTo>
                    <a:pt x="404130" y="0"/>
                  </a:lnTo>
                  <a:lnTo>
                    <a:pt x="403316" y="0"/>
                  </a:lnTo>
                  <a:lnTo>
                    <a:pt x="402501" y="0"/>
                  </a:lnTo>
                  <a:lnTo>
                    <a:pt x="401686" y="0"/>
                  </a:lnTo>
                  <a:lnTo>
                    <a:pt x="400871" y="0"/>
                  </a:lnTo>
                  <a:lnTo>
                    <a:pt x="400057" y="0"/>
                  </a:lnTo>
                  <a:lnTo>
                    <a:pt x="399242" y="0"/>
                  </a:lnTo>
                  <a:lnTo>
                    <a:pt x="398427" y="0"/>
                  </a:lnTo>
                  <a:lnTo>
                    <a:pt x="397612" y="0"/>
                  </a:lnTo>
                  <a:lnTo>
                    <a:pt x="396797" y="0"/>
                  </a:lnTo>
                  <a:lnTo>
                    <a:pt x="395983" y="0"/>
                  </a:lnTo>
                  <a:lnTo>
                    <a:pt x="395168" y="0"/>
                  </a:lnTo>
                  <a:lnTo>
                    <a:pt x="394353" y="0"/>
                  </a:lnTo>
                  <a:lnTo>
                    <a:pt x="393538" y="0"/>
                  </a:lnTo>
                  <a:lnTo>
                    <a:pt x="392723" y="0"/>
                  </a:lnTo>
                  <a:lnTo>
                    <a:pt x="391909" y="0"/>
                  </a:lnTo>
                  <a:lnTo>
                    <a:pt x="391094" y="0"/>
                  </a:lnTo>
                  <a:lnTo>
                    <a:pt x="390279" y="0"/>
                  </a:lnTo>
                  <a:lnTo>
                    <a:pt x="389464" y="0"/>
                  </a:lnTo>
                  <a:lnTo>
                    <a:pt x="388650" y="0"/>
                  </a:lnTo>
                  <a:lnTo>
                    <a:pt x="387835" y="0"/>
                  </a:lnTo>
                  <a:lnTo>
                    <a:pt x="387020" y="0"/>
                  </a:lnTo>
                  <a:lnTo>
                    <a:pt x="386205" y="0"/>
                  </a:lnTo>
                  <a:lnTo>
                    <a:pt x="385390" y="0"/>
                  </a:lnTo>
                  <a:lnTo>
                    <a:pt x="384576" y="0"/>
                  </a:lnTo>
                  <a:lnTo>
                    <a:pt x="383761" y="0"/>
                  </a:lnTo>
                  <a:lnTo>
                    <a:pt x="382946" y="0"/>
                  </a:lnTo>
                  <a:lnTo>
                    <a:pt x="382131" y="0"/>
                  </a:lnTo>
                  <a:lnTo>
                    <a:pt x="381317" y="0"/>
                  </a:lnTo>
                  <a:lnTo>
                    <a:pt x="380502" y="0"/>
                  </a:lnTo>
                  <a:lnTo>
                    <a:pt x="379687" y="0"/>
                  </a:lnTo>
                  <a:lnTo>
                    <a:pt x="378872" y="0"/>
                  </a:lnTo>
                  <a:lnTo>
                    <a:pt x="378057" y="0"/>
                  </a:lnTo>
                  <a:lnTo>
                    <a:pt x="377243" y="0"/>
                  </a:lnTo>
                  <a:lnTo>
                    <a:pt x="376428" y="0"/>
                  </a:lnTo>
                  <a:lnTo>
                    <a:pt x="375613" y="0"/>
                  </a:lnTo>
                  <a:lnTo>
                    <a:pt x="374798" y="0"/>
                  </a:lnTo>
                  <a:lnTo>
                    <a:pt x="373984" y="0"/>
                  </a:lnTo>
                  <a:lnTo>
                    <a:pt x="373169" y="0"/>
                  </a:lnTo>
                  <a:lnTo>
                    <a:pt x="372354" y="0"/>
                  </a:lnTo>
                  <a:lnTo>
                    <a:pt x="371539" y="0"/>
                  </a:lnTo>
                  <a:lnTo>
                    <a:pt x="370724" y="0"/>
                  </a:lnTo>
                  <a:lnTo>
                    <a:pt x="369910" y="0"/>
                  </a:lnTo>
                  <a:lnTo>
                    <a:pt x="369095" y="0"/>
                  </a:lnTo>
                  <a:lnTo>
                    <a:pt x="368280" y="0"/>
                  </a:lnTo>
                  <a:lnTo>
                    <a:pt x="367465" y="0"/>
                  </a:lnTo>
                  <a:lnTo>
                    <a:pt x="366651" y="0"/>
                  </a:lnTo>
                  <a:lnTo>
                    <a:pt x="365836" y="0"/>
                  </a:lnTo>
                  <a:lnTo>
                    <a:pt x="365021" y="0"/>
                  </a:lnTo>
                  <a:lnTo>
                    <a:pt x="364206" y="0"/>
                  </a:lnTo>
                  <a:lnTo>
                    <a:pt x="363391" y="0"/>
                  </a:lnTo>
                  <a:lnTo>
                    <a:pt x="362577" y="0"/>
                  </a:lnTo>
                  <a:lnTo>
                    <a:pt x="361762" y="0"/>
                  </a:lnTo>
                  <a:lnTo>
                    <a:pt x="360947" y="0"/>
                  </a:lnTo>
                  <a:lnTo>
                    <a:pt x="360132" y="0"/>
                  </a:lnTo>
                  <a:lnTo>
                    <a:pt x="359318" y="0"/>
                  </a:lnTo>
                  <a:lnTo>
                    <a:pt x="358503" y="0"/>
                  </a:lnTo>
                  <a:lnTo>
                    <a:pt x="357688" y="0"/>
                  </a:lnTo>
                  <a:lnTo>
                    <a:pt x="356873" y="0"/>
                  </a:lnTo>
                  <a:lnTo>
                    <a:pt x="356058" y="0"/>
                  </a:lnTo>
                  <a:lnTo>
                    <a:pt x="355244" y="0"/>
                  </a:lnTo>
                  <a:lnTo>
                    <a:pt x="354429" y="0"/>
                  </a:lnTo>
                  <a:lnTo>
                    <a:pt x="353614" y="0"/>
                  </a:lnTo>
                  <a:lnTo>
                    <a:pt x="352799" y="0"/>
                  </a:lnTo>
                  <a:lnTo>
                    <a:pt x="351984" y="0"/>
                  </a:lnTo>
                  <a:lnTo>
                    <a:pt x="351170" y="0"/>
                  </a:lnTo>
                  <a:lnTo>
                    <a:pt x="350355" y="0"/>
                  </a:lnTo>
                  <a:lnTo>
                    <a:pt x="349540" y="0"/>
                  </a:lnTo>
                  <a:lnTo>
                    <a:pt x="348725" y="0"/>
                  </a:lnTo>
                  <a:lnTo>
                    <a:pt x="347911" y="0"/>
                  </a:lnTo>
                  <a:lnTo>
                    <a:pt x="347096" y="0"/>
                  </a:lnTo>
                  <a:lnTo>
                    <a:pt x="346281" y="0"/>
                  </a:lnTo>
                  <a:lnTo>
                    <a:pt x="345466" y="0"/>
                  </a:lnTo>
                  <a:lnTo>
                    <a:pt x="344651" y="0"/>
                  </a:lnTo>
                  <a:lnTo>
                    <a:pt x="343837" y="0"/>
                  </a:lnTo>
                  <a:lnTo>
                    <a:pt x="343022" y="0"/>
                  </a:lnTo>
                  <a:lnTo>
                    <a:pt x="342207" y="0"/>
                  </a:lnTo>
                  <a:lnTo>
                    <a:pt x="341392" y="0"/>
                  </a:lnTo>
                  <a:lnTo>
                    <a:pt x="340578" y="0"/>
                  </a:lnTo>
                  <a:lnTo>
                    <a:pt x="339763" y="0"/>
                  </a:lnTo>
                  <a:lnTo>
                    <a:pt x="338948" y="0"/>
                  </a:lnTo>
                  <a:lnTo>
                    <a:pt x="338133" y="0"/>
                  </a:lnTo>
                  <a:lnTo>
                    <a:pt x="337318" y="0"/>
                  </a:lnTo>
                  <a:lnTo>
                    <a:pt x="336504" y="0"/>
                  </a:lnTo>
                  <a:lnTo>
                    <a:pt x="335689" y="0"/>
                  </a:lnTo>
                  <a:lnTo>
                    <a:pt x="334874" y="0"/>
                  </a:lnTo>
                  <a:lnTo>
                    <a:pt x="334059" y="0"/>
                  </a:lnTo>
                  <a:lnTo>
                    <a:pt x="333245" y="0"/>
                  </a:lnTo>
                  <a:lnTo>
                    <a:pt x="332430" y="0"/>
                  </a:lnTo>
                  <a:lnTo>
                    <a:pt x="331615" y="0"/>
                  </a:lnTo>
                  <a:lnTo>
                    <a:pt x="330800" y="0"/>
                  </a:lnTo>
                  <a:lnTo>
                    <a:pt x="329985" y="0"/>
                  </a:lnTo>
                  <a:lnTo>
                    <a:pt x="329171" y="0"/>
                  </a:lnTo>
                  <a:lnTo>
                    <a:pt x="328356" y="0"/>
                  </a:lnTo>
                  <a:lnTo>
                    <a:pt x="327541" y="0"/>
                  </a:lnTo>
                  <a:lnTo>
                    <a:pt x="326726" y="0"/>
                  </a:lnTo>
                  <a:lnTo>
                    <a:pt x="325912" y="0"/>
                  </a:lnTo>
                  <a:lnTo>
                    <a:pt x="325097" y="0"/>
                  </a:lnTo>
                  <a:lnTo>
                    <a:pt x="324282" y="0"/>
                  </a:lnTo>
                  <a:lnTo>
                    <a:pt x="323467" y="0"/>
                  </a:lnTo>
                  <a:lnTo>
                    <a:pt x="322652" y="0"/>
                  </a:lnTo>
                  <a:lnTo>
                    <a:pt x="321838" y="0"/>
                  </a:lnTo>
                  <a:lnTo>
                    <a:pt x="321023" y="0"/>
                  </a:lnTo>
                  <a:lnTo>
                    <a:pt x="320208" y="0"/>
                  </a:lnTo>
                  <a:lnTo>
                    <a:pt x="319393" y="0"/>
                  </a:lnTo>
                  <a:lnTo>
                    <a:pt x="318578" y="0"/>
                  </a:lnTo>
                  <a:lnTo>
                    <a:pt x="317764" y="0"/>
                  </a:lnTo>
                  <a:lnTo>
                    <a:pt x="316949" y="0"/>
                  </a:lnTo>
                  <a:lnTo>
                    <a:pt x="316134" y="0"/>
                  </a:lnTo>
                  <a:lnTo>
                    <a:pt x="315319" y="0"/>
                  </a:lnTo>
                  <a:lnTo>
                    <a:pt x="314505" y="0"/>
                  </a:lnTo>
                  <a:lnTo>
                    <a:pt x="313690" y="0"/>
                  </a:lnTo>
                  <a:lnTo>
                    <a:pt x="312875" y="0"/>
                  </a:lnTo>
                  <a:lnTo>
                    <a:pt x="312060" y="0"/>
                  </a:lnTo>
                  <a:lnTo>
                    <a:pt x="311245" y="0"/>
                  </a:lnTo>
                  <a:lnTo>
                    <a:pt x="310431" y="0"/>
                  </a:lnTo>
                  <a:lnTo>
                    <a:pt x="309616" y="0"/>
                  </a:lnTo>
                  <a:lnTo>
                    <a:pt x="308801" y="0"/>
                  </a:lnTo>
                  <a:lnTo>
                    <a:pt x="307986" y="0"/>
                  </a:lnTo>
                  <a:lnTo>
                    <a:pt x="307172" y="0"/>
                  </a:lnTo>
                  <a:lnTo>
                    <a:pt x="306357" y="0"/>
                  </a:lnTo>
                  <a:lnTo>
                    <a:pt x="305542" y="0"/>
                  </a:lnTo>
                  <a:lnTo>
                    <a:pt x="304727" y="0"/>
                  </a:lnTo>
                  <a:lnTo>
                    <a:pt x="303912" y="0"/>
                  </a:lnTo>
                  <a:lnTo>
                    <a:pt x="303098" y="0"/>
                  </a:lnTo>
                  <a:lnTo>
                    <a:pt x="302283" y="0"/>
                  </a:lnTo>
                  <a:lnTo>
                    <a:pt x="301468" y="0"/>
                  </a:lnTo>
                  <a:lnTo>
                    <a:pt x="300653" y="0"/>
                  </a:lnTo>
                  <a:lnTo>
                    <a:pt x="299839" y="0"/>
                  </a:lnTo>
                  <a:lnTo>
                    <a:pt x="299024" y="0"/>
                  </a:lnTo>
                  <a:lnTo>
                    <a:pt x="298209" y="0"/>
                  </a:lnTo>
                  <a:lnTo>
                    <a:pt x="297394" y="0"/>
                  </a:lnTo>
                  <a:lnTo>
                    <a:pt x="296579" y="0"/>
                  </a:lnTo>
                  <a:lnTo>
                    <a:pt x="295765" y="0"/>
                  </a:lnTo>
                  <a:lnTo>
                    <a:pt x="294950" y="0"/>
                  </a:lnTo>
                  <a:lnTo>
                    <a:pt x="294135" y="0"/>
                  </a:lnTo>
                  <a:lnTo>
                    <a:pt x="293320" y="0"/>
                  </a:lnTo>
                  <a:lnTo>
                    <a:pt x="292506" y="0"/>
                  </a:lnTo>
                  <a:lnTo>
                    <a:pt x="291691" y="0"/>
                  </a:lnTo>
                  <a:lnTo>
                    <a:pt x="290876" y="0"/>
                  </a:lnTo>
                  <a:lnTo>
                    <a:pt x="290061" y="0"/>
                  </a:lnTo>
                  <a:lnTo>
                    <a:pt x="289246" y="0"/>
                  </a:lnTo>
                  <a:lnTo>
                    <a:pt x="288432" y="0"/>
                  </a:lnTo>
                  <a:lnTo>
                    <a:pt x="287617" y="0"/>
                  </a:lnTo>
                  <a:lnTo>
                    <a:pt x="286802" y="0"/>
                  </a:lnTo>
                  <a:lnTo>
                    <a:pt x="285987" y="0"/>
                  </a:lnTo>
                  <a:lnTo>
                    <a:pt x="285173" y="0"/>
                  </a:lnTo>
                  <a:lnTo>
                    <a:pt x="284358" y="0"/>
                  </a:lnTo>
                  <a:lnTo>
                    <a:pt x="283543" y="0"/>
                  </a:lnTo>
                  <a:lnTo>
                    <a:pt x="282728" y="0"/>
                  </a:lnTo>
                  <a:lnTo>
                    <a:pt x="281913" y="0"/>
                  </a:lnTo>
                  <a:lnTo>
                    <a:pt x="281099" y="0"/>
                  </a:lnTo>
                  <a:lnTo>
                    <a:pt x="280284" y="0"/>
                  </a:lnTo>
                  <a:lnTo>
                    <a:pt x="279469" y="0"/>
                  </a:lnTo>
                  <a:lnTo>
                    <a:pt x="278654" y="0"/>
                  </a:lnTo>
                  <a:lnTo>
                    <a:pt x="277839" y="0"/>
                  </a:lnTo>
                  <a:lnTo>
                    <a:pt x="277025" y="0"/>
                  </a:lnTo>
                  <a:lnTo>
                    <a:pt x="276210" y="0"/>
                  </a:lnTo>
                  <a:lnTo>
                    <a:pt x="275395" y="0"/>
                  </a:lnTo>
                  <a:lnTo>
                    <a:pt x="274580" y="0"/>
                  </a:lnTo>
                  <a:lnTo>
                    <a:pt x="273766" y="0"/>
                  </a:lnTo>
                  <a:lnTo>
                    <a:pt x="272951" y="0"/>
                  </a:lnTo>
                  <a:lnTo>
                    <a:pt x="272136" y="0"/>
                  </a:lnTo>
                  <a:lnTo>
                    <a:pt x="271321" y="0"/>
                  </a:lnTo>
                  <a:lnTo>
                    <a:pt x="270506" y="0"/>
                  </a:lnTo>
                  <a:lnTo>
                    <a:pt x="269692" y="0"/>
                  </a:lnTo>
                  <a:lnTo>
                    <a:pt x="268877" y="0"/>
                  </a:lnTo>
                  <a:lnTo>
                    <a:pt x="268062" y="0"/>
                  </a:lnTo>
                  <a:lnTo>
                    <a:pt x="267247" y="0"/>
                  </a:lnTo>
                  <a:lnTo>
                    <a:pt x="266433" y="0"/>
                  </a:lnTo>
                  <a:lnTo>
                    <a:pt x="265618" y="0"/>
                  </a:lnTo>
                  <a:lnTo>
                    <a:pt x="264803" y="0"/>
                  </a:lnTo>
                  <a:lnTo>
                    <a:pt x="263988" y="0"/>
                  </a:lnTo>
                  <a:lnTo>
                    <a:pt x="263173" y="0"/>
                  </a:lnTo>
                  <a:lnTo>
                    <a:pt x="262359" y="0"/>
                  </a:lnTo>
                  <a:lnTo>
                    <a:pt x="261544" y="0"/>
                  </a:lnTo>
                  <a:lnTo>
                    <a:pt x="260729" y="0"/>
                  </a:lnTo>
                  <a:lnTo>
                    <a:pt x="259914" y="0"/>
                  </a:lnTo>
                  <a:lnTo>
                    <a:pt x="259100" y="0"/>
                  </a:lnTo>
                  <a:lnTo>
                    <a:pt x="258285" y="0"/>
                  </a:lnTo>
                  <a:lnTo>
                    <a:pt x="257470" y="0"/>
                  </a:lnTo>
                  <a:lnTo>
                    <a:pt x="256655" y="0"/>
                  </a:lnTo>
                  <a:lnTo>
                    <a:pt x="255840" y="0"/>
                  </a:lnTo>
                  <a:lnTo>
                    <a:pt x="255026" y="0"/>
                  </a:lnTo>
                  <a:lnTo>
                    <a:pt x="254211" y="0"/>
                  </a:lnTo>
                  <a:lnTo>
                    <a:pt x="253396" y="0"/>
                  </a:lnTo>
                  <a:lnTo>
                    <a:pt x="252581" y="0"/>
                  </a:lnTo>
                  <a:lnTo>
                    <a:pt x="251767" y="0"/>
                  </a:lnTo>
                  <a:lnTo>
                    <a:pt x="250952" y="0"/>
                  </a:lnTo>
                  <a:lnTo>
                    <a:pt x="250137" y="0"/>
                  </a:lnTo>
                  <a:lnTo>
                    <a:pt x="249322" y="0"/>
                  </a:lnTo>
                  <a:lnTo>
                    <a:pt x="248507" y="0"/>
                  </a:lnTo>
                  <a:lnTo>
                    <a:pt x="247693" y="0"/>
                  </a:lnTo>
                  <a:lnTo>
                    <a:pt x="246878" y="0"/>
                  </a:lnTo>
                  <a:lnTo>
                    <a:pt x="246063" y="0"/>
                  </a:lnTo>
                  <a:lnTo>
                    <a:pt x="245248" y="0"/>
                  </a:lnTo>
                  <a:lnTo>
                    <a:pt x="244434" y="0"/>
                  </a:lnTo>
                  <a:lnTo>
                    <a:pt x="243619" y="0"/>
                  </a:lnTo>
                  <a:lnTo>
                    <a:pt x="242804" y="0"/>
                  </a:lnTo>
                  <a:lnTo>
                    <a:pt x="241989" y="0"/>
                  </a:lnTo>
                  <a:lnTo>
                    <a:pt x="241174" y="0"/>
                  </a:lnTo>
                  <a:lnTo>
                    <a:pt x="240360" y="0"/>
                  </a:lnTo>
                  <a:lnTo>
                    <a:pt x="239545" y="0"/>
                  </a:lnTo>
                  <a:lnTo>
                    <a:pt x="238730" y="0"/>
                  </a:lnTo>
                  <a:lnTo>
                    <a:pt x="237915" y="0"/>
                  </a:lnTo>
                  <a:lnTo>
                    <a:pt x="237100" y="0"/>
                  </a:lnTo>
                  <a:lnTo>
                    <a:pt x="236286" y="0"/>
                  </a:lnTo>
                  <a:lnTo>
                    <a:pt x="235471" y="0"/>
                  </a:lnTo>
                  <a:lnTo>
                    <a:pt x="234656" y="0"/>
                  </a:lnTo>
                  <a:lnTo>
                    <a:pt x="233841" y="0"/>
                  </a:lnTo>
                  <a:lnTo>
                    <a:pt x="233027" y="0"/>
                  </a:lnTo>
                  <a:lnTo>
                    <a:pt x="232212" y="0"/>
                  </a:lnTo>
                  <a:lnTo>
                    <a:pt x="231397" y="0"/>
                  </a:lnTo>
                  <a:lnTo>
                    <a:pt x="230582" y="0"/>
                  </a:lnTo>
                  <a:lnTo>
                    <a:pt x="229767" y="0"/>
                  </a:lnTo>
                  <a:lnTo>
                    <a:pt x="228953" y="0"/>
                  </a:lnTo>
                  <a:lnTo>
                    <a:pt x="228138" y="0"/>
                  </a:lnTo>
                  <a:lnTo>
                    <a:pt x="227323" y="0"/>
                  </a:lnTo>
                  <a:lnTo>
                    <a:pt x="226508" y="0"/>
                  </a:lnTo>
                  <a:lnTo>
                    <a:pt x="225694" y="0"/>
                  </a:lnTo>
                  <a:lnTo>
                    <a:pt x="224879" y="0"/>
                  </a:lnTo>
                  <a:lnTo>
                    <a:pt x="224064" y="0"/>
                  </a:lnTo>
                  <a:lnTo>
                    <a:pt x="223249" y="0"/>
                  </a:lnTo>
                  <a:lnTo>
                    <a:pt x="222434" y="0"/>
                  </a:lnTo>
                  <a:lnTo>
                    <a:pt x="221620" y="0"/>
                  </a:lnTo>
                  <a:lnTo>
                    <a:pt x="220805" y="0"/>
                  </a:lnTo>
                  <a:lnTo>
                    <a:pt x="219990" y="0"/>
                  </a:lnTo>
                  <a:lnTo>
                    <a:pt x="219175" y="0"/>
                  </a:lnTo>
                  <a:lnTo>
                    <a:pt x="218361" y="0"/>
                  </a:lnTo>
                  <a:lnTo>
                    <a:pt x="217546" y="0"/>
                  </a:lnTo>
                  <a:lnTo>
                    <a:pt x="216731" y="0"/>
                  </a:lnTo>
                  <a:lnTo>
                    <a:pt x="215916" y="0"/>
                  </a:lnTo>
                  <a:lnTo>
                    <a:pt x="215101" y="0"/>
                  </a:lnTo>
                  <a:lnTo>
                    <a:pt x="214287" y="0"/>
                  </a:lnTo>
                  <a:lnTo>
                    <a:pt x="213472" y="0"/>
                  </a:lnTo>
                  <a:lnTo>
                    <a:pt x="212657" y="0"/>
                  </a:lnTo>
                  <a:lnTo>
                    <a:pt x="211842" y="0"/>
                  </a:lnTo>
                  <a:lnTo>
                    <a:pt x="211028" y="0"/>
                  </a:lnTo>
                  <a:lnTo>
                    <a:pt x="210213" y="0"/>
                  </a:lnTo>
                  <a:lnTo>
                    <a:pt x="209398" y="0"/>
                  </a:lnTo>
                  <a:lnTo>
                    <a:pt x="208583" y="0"/>
                  </a:lnTo>
                  <a:lnTo>
                    <a:pt x="207768" y="0"/>
                  </a:lnTo>
                  <a:lnTo>
                    <a:pt x="206954" y="0"/>
                  </a:lnTo>
                  <a:lnTo>
                    <a:pt x="206139" y="0"/>
                  </a:lnTo>
                  <a:lnTo>
                    <a:pt x="205324" y="0"/>
                  </a:lnTo>
                  <a:lnTo>
                    <a:pt x="204509" y="0"/>
                  </a:lnTo>
                  <a:lnTo>
                    <a:pt x="203695" y="0"/>
                  </a:lnTo>
                  <a:lnTo>
                    <a:pt x="202880" y="0"/>
                  </a:lnTo>
                  <a:lnTo>
                    <a:pt x="202065" y="0"/>
                  </a:lnTo>
                  <a:lnTo>
                    <a:pt x="201250" y="0"/>
                  </a:lnTo>
                  <a:lnTo>
                    <a:pt x="200435" y="0"/>
                  </a:lnTo>
                  <a:lnTo>
                    <a:pt x="199621" y="0"/>
                  </a:lnTo>
                  <a:lnTo>
                    <a:pt x="198806" y="0"/>
                  </a:lnTo>
                  <a:lnTo>
                    <a:pt x="197991" y="0"/>
                  </a:lnTo>
                  <a:lnTo>
                    <a:pt x="197176" y="0"/>
                  </a:lnTo>
                  <a:lnTo>
                    <a:pt x="196361" y="0"/>
                  </a:lnTo>
                  <a:lnTo>
                    <a:pt x="195547" y="0"/>
                  </a:lnTo>
                  <a:lnTo>
                    <a:pt x="194732" y="0"/>
                  </a:lnTo>
                  <a:lnTo>
                    <a:pt x="193917" y="0"/>
                  </a:lnTo>
                  <a:lnTo>
                    <a:pt x="193102" y="0"/>
                  </a:lnTo>
                  <a:lnTo>
                    <a:pt x="192288" y="0"/>
                  </a:lnTo>
                  <a:lnTo>
                    <a:pt x="191473" y="0"/>
                  </a:lnTo>
                  <a:lnTo>
                    <a:pt x="190658" y="0"/>
                  </a:lnTo>
                  <a:lnTo>
                    <a:pt x="189843" y="0"/>
                  </a:lnTo>
                  <a:lnTo>
                    <a:pt x="189028" y="0"/>
                  </a:lnTo>
                  <a:lnTo>
                    <a:pt x="188214" y="0"/>
                  </a:lnTo>
                  <a:lnTo>
                    <a:pt x="187399" y="0"/>
                  </a:lnTo>
                  <a:lnTo>
                    <a:pt x="186584" y="0"/>
                  </a:lnTo>
                  <a:lnTo>
                    <a:pt x="185769" y="0"/>
                  </a:lnTo>
                  <a:lnTo>
                    <a:pt x="184955" y="0"/>
                  </a:lnTo>
                  <a:lnTo>
                    <a:pt x="184140" y="0"/>
                  </a:lnTo>
                  <a:lnTo>
                    <a:pt x="183325" y="0"/>
                  </a:lnTo>
                  <a:lnTo>
                    <a:pt x="182510" y="0"/>
                  </a:lnTo>
                  <a:lnTo>
                    <a:pt x="181695" y="0"/>
                  </a:lnTo>
                  <a:lnTo>
                    <a:pt x="180881" y="0"/>
                  </a:lnTo>
                  <a:lnTo>
                    <a:pt x="180066" y="0"/>
                  </a:lnTo>
                  <a:lnTo>
                    <a:pt x="179251" y="0"/>
                  </a:lnTo>
                  <a:lnTo>
                    <a:pt x="178436" y="0"/>
                  </a:lnTo>
                  <a:lnTo>
                    <a:pt x="177622" y="0"/>
                  </a:lnTo>
                  <a:lnTo>
                    <a:pt x="176807" y="0"/>
                  </a:lnTo>
                  <a:lnTo>
                    <a:pt x="175992" y="0"/>
                  </a:lnTo>
                  <a:lnTo>
                    <a:pt x="175177" y="0"/>
                  </a:lnTo>
                  <a:lnTo>
                    <a:pt x="174362" y="0"/>
                  </a:lnTo>
                  <a:lnTo>
                    <a:pt x="173548" y="0"/>
                  </a:lnTo>
                  <a:lnTo>
                    <a:pt x="172733" y="0"/>
                  </a:lnTo>
                  <a:lnTo>
                    <a:pt x="171918" y="0"/>
                  </a:lnTo>
                  <a:lnTo>
                    <a:pt x="171103" y="0"/>
                  </a:lnTo>
                  <a:lnTo>
                    <a:pt x="170289" y="0"/>
                  </a:lnTo>
                  <a:lnTo>
                    <a:pt x="169474" y="0"/>
                  </a:lnTo>
                  <a:lnTo>
                    <a:pt x="168659" y="0"/>
                  </a:lnTo>
                  <a:lnTo>
                    <a:pt x="167844" y="0"/>
                  </a:lnTo>
                  <a:lnTo>
                    <a:pt x="167029" y="0"/>
                  </a:lnTo>
                  <a:lnTo>
                    <a:pt x="166215" y="0"/>
                  </a:lnTo>
                  <a:lnTo>
                    <a:pt x="165400" y="0"/>
                  </a:lnTo>
                  <a:lnTo>
                    <a:pt x="164585" y="0"/>
                  </a:lnTo>
                  <a:lnTo>
                    <a:pt x="163770" y="0"/>
                  </a:lnTo>
                  <a:lnTo>
                    <a:pt x="162956" y="0"/>
                  </a:lnTo>
                  <a:lnTo>
                    <a:pt x="162141" y="0"/>
                  </a:lnTo>
                  <a:lnTo>
                    <a:pt x="161326" y="0"/>
                  </a:lnTo>
                  <a:lnTo>
                    <a:pt x="160511" y="0"/>
                  </a:lnTo>
                  <a:lnTo>
                    <a:pt x="159696" y="0"/>
                  </a:lnTo>
                  <a:lnTo>
                    <a:pt x="158882" y="0"/>
                  </a:lnTo>
                  <a:lnTo>
                    <a:pt x="158067" y="0"/>
                  </a:lnTo>
                  <a:lnTo>
                    <a:pt x="157252" y="0"/>
                  </a:lnTo>
                  <a:lnTo>
                    <a:pt x="156437" y="0"/>
                  </a:lnTo>
                  <a:lnTo>
                    <a:pt x="155622" y="0"/>
                  </a:lnTo>
                  <a:lnTo>
                    <a:pt x="154808" y="0"/>
                  </a:lnTo>
                  <a:lnTo>
                    <a:pt x="153993" y="0"/>
                  </a:lnTo>
                  <a:lnTo>
                    <a:pt x="153178" y="0"/>
                  </a:lnTo>
                  <a:lnTo>
                    <a:pt x="152363" y="0"/>
                  </a:lnTo>
                  <a:lnTo>
                    <a:pt x="151549" y="0"/>
                  </a:lnTo>
                  <a:lnTo>
                    <a:pt x="150734" y="0"/>
                  </a:lnTo>
                  <a:lnTo>
                    <a:pt x="149919" y="0"/>
                  </a:lnTo>
                  <a:lnTo>
                    <a:pt x="149104" y="0"/>
                  </a:lnTo>
                  <a:lnTo>
                    <a:pt x="148289" y="0"/>
                  </a:lnTo>
                  <a:lnTo>
                    <a:pt x="147475" y="0"/>
                  </a:lnTo>
                  <a:lnTo>
                    <a:pt x="146660" y="0"/>
                  </a:lnTo>
                  <a:lnTo>
                    <a:pt x="145845" y="0"/>
                  </a:lnTo>
                  <a:lnTo>
                    <a:pt x="145030" y="0"/>
                  </a:lnTo>
                  <a:lnTo>
                    <a:pt x="144216" y="0"/>
                  </a:lnTo>
                  <a:lnTo>
                    <a:pt x="143401" y="0"/>
                  </a:lnTo>
                  <a:lnTo>
                    <a:pt x="142586" y="0"/>
                  </a:lnTo>
                  <a:lnTo>
                    <a:pt x="141771" y="0"/>
                  </a:lnTo>
                  <a:lnTo>
                    <a:pt x="140956" y="0"/>
                  </a:lnTo>
                  <a:lnTo>
                    <a:pt x="140142" y="0"/>
                  </a:lnTo>
                  <a:lnTo>
                    <a:pt x="139327" y="0"/>
                  </a:lnTo>
                  <a:lnTo>
                    <a:pt x="138512" y="0"/>
                  </a:lnTo>
                  <a:lnTo>
                    <a:pt x="137697" y="0"/>
                  </a:lnTo>
                  <a:lnTo>
                    <a:pt x="136883" y="0"/>
                  </a:lnTo>
                  <a:lnTo>
                    <a:pt x="136068" y="0"/>
                  </a:lnTo>
                  <a:lnTo>
                    <a:pt x="135253" y="0"/>
                  </a:lnTo>
                  <a:lnTo>
                    <a:pt x="134438" y="0"/>
                  </a:lnTo>
                  <a:lnTo>
                    <a:pt x="133623" y="0"/>
                  </a:lnTo>
                  <a:lnTo>
                    <a:pt x="132809" y="0"/>
                  </a:lnTo>
                  <a:lnTo>
                    <a:pt x="131994" y="0"/>
                  </a:lnTo>
                  <a:lnTo>
                    <a:pt x="131179" y="0"/>
                  </a:lnTo>
                  <a:lnTo>
                    <a:pt x="130364" y="0"/>
                  </a:lnTo>
                  <a:lnTo>
                    <a:pt x="129550" y="0"/>
                  </a:lnTo>
                  <a:lnTo>
                    <a:pt x="128735" y="0"/>
                  </a:lnTo>
                  <a:lnTo>
                    <a:pt x="127920" y="0"/>
                  </a:lnTo>
                  <a:lnTo>
                    <a:pt x="127105" y="0"/>
                  </a:lnTo>
                  <a:lnTo>
                    <a:pt x="126290" y="0"/>
                  </a:lnTo>
                  <a:lnTo>
                    <a:pt x="125476" y="0"/>
                  </a:lnTo>
                  <a:lnTo>
                    <a:pt x="124661" y="0"/>
                  </a:lnTo>
                  <a:lnTo>
                    <a:pt x="123846" y="0"/>
                  </a:lnTo>
                  <a:lnTo>
                    <a:pt x="123031" y="0"/>
                  </a:lnTo>
                  <a:lnTo>
                    <a:pt x="122217" y="0"/>
                  </a:lnTo>
                  <a:lnTo>
                    <a:pt x="121402" y="0"/>
                  </a:lnTo>
                  <a:lnTo>
                    <a:pt x="120587" y="0"/>
                  </a:lnTo>
                  <a:lnTo>
                    <a:pt x="119772" y="0"/>
                  </a:lnTo>
                  <a:lnTo>
                    <a:pt x="118957" y="0"/>
                  </a:lnTo>
                  <a:lnTo>
                    <a:pt x="118143" y="0"/>
                  </a:lnTo>
                  <a:lnTo>
                    <a:pt x="117328" y="0"/>
                  </a:lnTo>
                  <a:lnTo>
                    <a:pt x="116513" y="0"/>
                  </a:lnTo>
                  <a:lnTo>
                    <a:pt x="115698" y="0"/>
                  </a:lnTo>
                  <a:lnTo>
                    <a:pt x="114883" y="0"/>
                  </a:lnTo>
                  <a:lnTo>
                    <a:pt x="114069" y="0"/>
                  </a:lnTo>
                  <a:lnTo>
                    <a:pt x="113254" y="0"/>
                  </a:lnTo>
                  <a:lnTo>
                    <a:pt x="112439" y="0"/>
                  </a:lnTo>
                  <a:lnTo>
                    <a:pt x="111624" y="0"/>
                  </a:lnTo>
                  <a:lnTo>
                    <a:pt x="110810" y="0"/>
                  </a:lnTo>
                  <a:lnTo>
                    <a:pt x="109995" y="0"/>
                  </a:lnTo>
                  <a:lnTo>
                    <a:pt x="109180" y="0"/>
                  </a:lnTo>
                  <a:lnTo>
                    <a:pt x="108365" y="0"/>
                  </a:lnTo>
                  <a:lnTo>
                    <a:pt x="107550" y="0"/>
                  </a:lnTo>
                  <a:lnTo>
                    <a:pt x="106736" y="0"/>
                  </a:lnTo>
                  <a:lnTo>
                    <a:pt x="105921" y="0"/>
                  </a:lnTo>
                  <a:lnTo>
                    <a:pt x="105106" y="0"/>
                  </a:lnTo>
                  <a:lnTo>
                    <a:pt x="104291" y="0"/>
                  </a:lnTo>
                  <a:lnTo>
                    <a:pt x="103477" y="0"/>
                  </a:lnTo>
                  <a:lnTo>
                    <a:pt x="102662" y="0"/>
                  </a:lnTo>
                  <a:lnTo>
                    <a:pt x="101847" y="0"/>
                  </a:lnTo>
                  <a:lnTo>
                    <a:pt x="101032" y="0"/>
                  </a:lnTo>
                  <a:lnTo>
                    <a:pt x="100217" y="0"/>
                  </a:lnTo>
                  <a:lnTo>
                    <a:pt x="99403" y="0"/>
                  </a:lnTo>
                  <a:lnTo>
                    <a:pt x="98588" y="0"/>
                  </a:lnTo>
                  <a:lnTo>
                    <a:pt x="97773" y="0"/>
                  </a:lnTo>
                  <a:lnTo>
                    <a:pt x="96958" y="0"/>
                  </a:lnTo>
                  <a:lnTo>
                    <a:pt x="96144" y="0"/>
                  </a:lnTo>
                  <a:lnTo>
                    <a:pt x="95329" y="0"/>
                  </a:lnTo>
                  <a:lnTo>
                    <a:pt x="94514" y="0"/>
                  </a:lnTo>
                  <a:lnTo>
                    <a:pt x="93699" y="0"/>
                  </a:lnTo>
                  <a:lnTo>
                    <a:pt x="92884" y="0"/>
                  </a:lnTo>
                  <a:lnTo>
                    <a:pt x="92070" y="0"/>
                  </a:lnTo>
                  <a:lnTo>
                    <a:pt x="91255" y="0"/>
                  </a:lnTo>
                  <a:lnTo>
                    <a:pt x="90440" y="0"/>
                  </a:lnTo>
                  <a:lnTo>
                    <a:pt x="89625" y="0"/>
                  </a:lnTo>
                  <a:lnTo>
                    <a:pt x="88811" y="0"/>
                  </a:lnTo>
                  <a:lnTo>
                    <a:pt x="87996" y="0"/>
                  </a:lnTo>
                  <a:lnTo>
                    <a:pt x="87181" y="0"/>
                  </a:lnTo>
                  <a:lnTo>
                    <a:pt x="86366" y="0"/>
                  </a:lnTo>
                  <a:lnTo>
                    <a:pt x="85551" y="0"/>
                  </a:lnTo>
                  <a:lnTo>
                    <a:pt x="84737" y="0"/>
                  </a:lnTo>
                  <a:lnTo>
                    <a:pt x="83922" y="0"/>
                  </a:lnTo>
                  <a:lnTo>
                    <a:pt x="83107" y="0"/>
                  </a:lnTo>
                  <a:lnTo>
                    <a:pt x="82292" y="0"/>
                  </a:lnTo>
                  <a:lnTo>
                    <a:pt x="81478" y="0"/>
                  </a:lnTo>
                  <a:lnTo>
                    <a:pt x="80663" y="0"/>
                  </a:lnTo>
                  <a:lnTo>
                    <a:pt x="79848" y="0"/>
                  </a:lnTo>
                  <a:lnTo>
                    <a:pt x="79033" y="0"/>
                  </a:lnTo>
                  <a:lnTo>
                    <a:pt x="78218" y="0"/>
                  </a:lnTo>
                  <a:lnTo>
                    <a:pt x="77404" y="0"/>
                  </a:lnTo>
                  <a:lnTo>
                    <a:pt x="76589" y="0"/>
                  </a:lnTo>
                  <a:lnTo>
                    <a:pt x="75774" y="0"/>
                  </a:lnTo>
                  <a:lnTo>
                    <a:pt x="74959" y="0"/>
                  </a:lnTo>
                  <a:lnTo>
                    <a:pt x="74144" y="0"/>
                  </a:lnTo>
                  <a:lnTo>
                    <a:pt x="73330" y="0"/>
                  </a:lnTo>
                  <a:lnTo>
                    <a:pt x="72515" y="0"/>
                  </a:lnTo>
                  <a:lnTo>
                    <a:pt x="71700" y="0"/>
                  </a:lnTo>
                  <a:lnTo>
                    <a:pt x="70885" y="0"/>
                  </a:lnTo>
                  <a:lnTo>
                    <a:pt x="70071" y="0"/>
                  </a:lnTo>
                  <a:lnTo>
                    <a:pt x="69256" y="0"/>
                  </a:lnTo>
                  <a:lnTo>
                    <a:pt x="68441" y="0"/>
                  </a:lnTo>
                  <a:lnTo>
                    <a:pt x="67626" y="0"/>
                  </a:lnTo>
                  <a:lnTo>
                    <a:pt x="66811" y="0"/>
                  </a:lnTo>
                  <a:lnTo>
                    <a:pt x="65997" y="0"/>
                  </a:lnTo>
                  <a:lnTo>
                    <a:pt x="65182" y="0"/>
                  </a:lnTo>
                  <a:lnTo>
                    <a:pt x="64367" y="0"/>
                  </a:lnTo>
                  <a:lnTo>
                    <a:pt x="63552" y="0"/>
                  </a:lnTo>
                  <a:lnTo>
                    <a:pt x="62738" y="0"/>
                  </a:lnTo>
                  <a:lnTo>
                    <a:pt x="61923" y="0"/>
                  </a:lnTo>
                  <a:lnTo>
                    <a:pt x="61108" y="0"/>
                  </a:lnTo>
                  <a:lnTo>
                    <a:pt x="60293" y="0"/>
                  </a:lnTo>
                  <a:lnTo>
                    <a:pt x="59478" y="0"/>
                  </a:lnTo>
                  <a:lnTo>
                    <a:pt x="58664" y="0"/>
                  </a:lnTo>
                  <a:lnTo>
                    <a:pt x="57849" y="0"/>
                  </a:lnTo>
                  <a:lnTo>
                    <a:pt x="57034" y="0"/>
                  </a:lnTo>
                  <a:lnTo>
                    <a:pt x="56219" y="0"/>
                  </a:lnTo>
                  <a:lnTo>
                    <a:pt x="55405" y="0"/>
                  </a:lnTo>
                  <a:lnTo>
                    <a:pt x="54590" y="0"/>
                  </a:lnTo>
                  <a:lnTo>
                    <a:pt x="53775" y="0"/>
                  </a:lnTo>
                  <a:lnTo>
                    <a:pt x="52960" y="0"/>
                  </a:lnTo>
                  <a:lnTo>
                    <a:pt x="52145" y="0"/>
                  </a:lnTo>
                  <a:lnTo>
                    <a:pt x="51331" y="0"/>
                  </a:lnTo>
                  <a:lnTo>
                    <a:pt x="50516" y="0"/>
                  </a:lnTo>
                  <a:lnTo>
                    <a:pt x="49701" y="0"/>
                  </a:lnTo>
                  <a:lnTo>
                    <a:pt x="48886" y="0"/>
                  </a:lnTo>
                  <a:lnTo>
                    <a:pt x="48072" y="0"/>
                  </a:lnTo>
                  <a:lnTo>
                    <a:pt x="47257" y="0"/>
                  </a:lnTo>
                  <a:lnTo>
                    <a:pt x="46442" y="0"/>
                  </a:lnTo>
                  <a:lnTo>
                    <a:pt x="45627" y="0"/>
                  </a:lnTo>
                  <a:lnTo>
                    <a:pt x="44812" y="0"/>
                  </a:lnTo>
                  <a:lnTo>
                    <a:pt x="43998" y="0"/>
                  </a:lnTo>
                  <a:lnTo>
                    <a:pt x="43183" y="0"/>
                  </a:lnTo>
                  <a:lnTo>
                    <a:pt x="42368" y="0"/>
                  </a:lnTo>
                  <a:lnTo>
                    <a:pt x="41553" y="0"/>
                  </a:lnTo>
                  <a:lnTo>
                    <a:pt x="40739" y="0"/>
                  </a:lnTo>
                  <a:lnTo>
                    <a:pt x="39924" y="0"/>
                  </a:lnTo>
                  <a:lnTo>
                    <a:pt x="39109" y="0"/>
                  </a:lnTo>
                  <a:lnTo>
                    <a:pt x="38294" y="0"/>
                  </a:lnTo>
                  <a:lnTo>
                    <a:pt x="37479" y="0"/>
                  </a:lnTo>
                  <a:lnTo>
                    <a:pt x="36665" y="0"/>
                  </a:lnTo>
                  <a:lnTo>
                    <a:pt x="35850" y="0"/>
                  </a:lnTo>
                  <a:lnTo>
                    <a:pt x="35035" y="0"/>
                  </a:lnTo>
                  <a:lnTo>
                    <a:pt x="34220" y="0"/>
                  </a:lnTo>
                  <a:lnTo>
                    <a:pt x="33405" y="0"/>
                  </a:lnTo>
                  <a:lnTo>
                    <a:pt x="32591" y="0"/>
                  </a:lnTo>
                  <a:lnTo>
                    <a:pt x="31776" y="0"/>
                  </a:lnTo>
                  <a:lnTo>
                    <a:pt x="30961" y="0"/>
                  </a:lnTo>
                  <a:lnTo>
                    <a:pt x="30146" y="0"/>
                  </a:lnTo>
                  <a:lnTo>
                    <a:pt x="29332" y="0"/>
                  </a:lnTo>
                  <a:lnTo>
                    <a:pt x="28517" y="0"/>
                  </a:lnTo>
                  <a:lnTo>
                    <a:pt x="27702" y="0"/>
                  </a:lnTo>
                  <a:lnTo>
                    <a:pt x="26887" y="0"/>
                  </a:lnTo>
                  <a:lnTo>
                    <a:pt x="26072" y="0"/>
                  </a:lnTo>
                  <a:lnTo>
                    <a:pt x="25258" y="0"/>
                  </a:lnTo>
                  <a:lnTo>
                    <a:pt x="24443" y="0"/>
                  </a:lnTo>
                  <a:lnTo>
                    <a:pt x="23628" y="0"/>
                  </a:lnTo>
                  <a:lnTo>
                    <a:pt x="22813" y="0"/>
                  </a:lnTo>
                  <a:lnTo>
                    <a:pt x="21999" y="0"/>
                  </a:lnTo>
                  <a:lnTo>
                    <a:pt x="21184" y="0"/>
                  </a:lnTo>
                  <a:lnTo>
                    <a:pt x="20369" y="0"/>
                  </a:lnTo>
                  <a:lnTo>
                    <a:pt x="19554" y="0"/>
                  </a:lnTo>
                  <a:lnTo>
                    <a:pt x="18739" y="0"/>
                  </a:lnTo>
                  <a:lnTo>
                    <a:pt x="17925" y="0"/>
                  </a:lnTo>
                  <a:lnTo>
                    <a:pt x="17110" y="0"/>
                  </a:lnTo>
                  <a:lnTo>
                    <a:pt x="16295" y="0"/>
                  </a:lnTo>
                  <a:lnTo>
                    <a:pt x="15480" y="0"/>
                  </a:lnTo>
                  <a:lnTo>
                    <a:pt x="14666" y="0"/>
                  </a:lnTo>
                  <a:lnTo>
                    <a:pt x="13851" y="0"/>
                  </a:lnTo>
                  <a:lnTo>
                    <a:pt x="13036" y="0"/>
                  </a:lnTo>
                  <a:lnTo>
                    <a:pt x="12221" y="0"/>
                  </a:lnTo>
                  <a:lnTo>
                    <a:pt x="11406" y="0"/>
                  </a:lnTo>
                  <a:lnTo>
                    <a:pt x="10592" y="0"/>
                  </a:lnTo>
                  <a:lnTo>
                    <a:pt x="9777" y="0"/>
                  </a:lnTo>
                  <a:lnTo>
                    <a:pt x="8962" y="0"/>
                  </a:lnTo>
                  <a:lnTo>
                    <a:pt x="8147" y="0"/>
                  </a:lnTo>
                  <a:lnTo>
                    <a:pt x="7333" y="0"/>
                  </a:lnTo>
                  <a:lnTo>
                    <a:pt x="6518" y="0"/>
                  </a:lnTo>
                  <a:lnTo>
                    <a:pt x="5703" y="0"/>
                  </a:lnTo>
                  <a:lnTo>
                    <a:pt x="4888" y="0"/>
                  </a:lnTo>
                  <a:lnTo>
                    <a:pt x="4073" y="0"/>
                  </a:lnTo>
                  <a:lnTo>
                    <a:pt x="3259" y="0"/>
                  </a:lnTo>
                  <a:lnTo>
                    <a:pt x="2444" y="0"/>
                  </a:lnTo>
                  <a:lnTo>
                    <a:pt x="1629" y="0"/>
                  </a:lnTo>
                  <a:lnTo>
                    <a:pt x="814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444934" y="5134812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  <a:lnTo>
                    <a:pt x="855356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36" name="tx236"/>
            <p:cNvSpPr/>
            <p:nvPr/>
          </p:nvSpPr>
          <p:spPr>
            <a:xfrm rot="2700000">
              <a:off x="721709" y="4980537"/>
              <a:ext cx="1454927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1700120G07Rik</a:t>
              </a:r>
            </a:p>
          </p:txBody>
        </p:sp>
        <p:sp>
          <p:nvSpPr>
            <p:cNvPr id="237" name="tx237"/>
            <p:cNvSpPr/>
            <p:nvPr/>
          </p:nvSpPr>
          <p:spPr>
            <a:xfrm rot="2700000">
              <a:off x="1543046" y="4955387"/>
              <a:ext cx="343970" cy="1692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Nps</a:t>
              </a:r>
            </a:p>
          </p:txBody>
        </p:sp>
        <p:sp>
          <p:nvSpPr>
            <p:cNvPr id="238" name="tx238"/>
            <p:cNvSpPr/>
            <p:nvPr/>
          </p:nvSpPr>
          <p:spPr>
            <a:xfrm rot="2700000">
              <a:off x="1333242" y="4983248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Gm45339</a:t>
              </a:r>
            </a:p>
          </p:txBody>
        </p:sp>
        <p:sp>
          <p:nvSpPr>
            <p:cNvPr id="239" name="tx239"/>
            <p:cNvSpPr/>
            <p:nvPr/>
          </p:nvSpPr>
          <p:spPr>
            <a:xfrm rot="2700000">
              <a:off x="2078971" y="4980537"/>
              <a:ext cx="486534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Foxi2</a:t>
              </a:r>
            </a:p>
          </p:txBody>
        </p:sp>
        <p:sp>
          <p:nvSpPr>
            <p:cNvPr id="240" name="tx240"/>
            <p:cNvSpPr/>
            <p:nvPr/>
          </p:nvSpPr>
          <p:spPr>
            <a:xfrm rot="2700000">
              <a:off x="2184215" y="4983248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Gm36356</a:t>
              </a:r>
            </a:p>
          </p:txBody>
        </p:sp>
        <p:sp>
          <p:nvSpPr>
            <p:cNvPr id="241" name="tx241"/>
            <p:cNvSpPr/>
            <p:nvPr/>
          </p:nvSpPr>
          <p:spPr>
            <a:xfrm rot="2700000">
              <a:off x="2564316" y="4980537"/>
              <a:ext cx="480094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Clrn3</a:t>
              </a:r>
            </a:p>
          </p:txBody>
        </p:sp>
        <p:sp>
          <p:nvSpPr>
            <p:cNvPr id="242" name="tx242"/>
            <p:cNvSpPr/>
            <p:nvPr/>
          </p:nvSpPr>
          <p:spPr>
            <a:xfrm rot="2700000">
              <a:off x="2610787" y="4955387"/>
              <a:ext cx="479917" cy="1692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Ptpre</a:t>
              </a:r>
            </a:p>
          </p:txBody>
        </p:sp>
        <p:sp>
          <p:nvSpPr>
            <p:cNvPr id="243" name="tx243"/>
            <p:cNvSpPr/>
            <p:nvPr/>
          </p:nvSpPr>
          <p:spPr>
            <a:xfrm rot="2700000">
              <a:off x="2593602" y="4980537"/>
              <a:ext cx="1429079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5830432E09Rik</a:t>
              </a:r>
            </a:p>
          </p:txBody>
        </p:sp>
        <p:sp>
          <p:nvSpPr>
            <p:cNvPr id="244" name="tx244"/>
            <p:cNvSpPr/>
            <p:nvPr/>
          </p:nvSpPr>
          <p:spPr>
            <a:xfrm rot="2700000">
              <a:off x="3298756" y="4980537"/>
              <a:ext cx="540613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Mki67</a:t>
              </a:r>
            </a:p>
          </p:txBody>
        </p:sp>
        <p:sp>
          <p:nvSpPr>
            <p:cNvPr id="245" name="tx245"/>
            <p:cNvSpPr/>
            <p:nvPr/>
          </p:nvSpPr>
          <p:spPr>
            <a:xfrm rot="2700000">
              <a:off x="3229769" y="4983248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Gm36431</a:t>
              </a:r>
            </a:p>
          </p:txBody>
        </p:sp>
        <p:sp>
          <p:nvSpPr>
            <p:cNvPr id="246" name="tx246"/>
            <p:cNvSpPr/>
            <p:nvPr/>
          </p:nvSpPr>
          <p:spPr>
            <a:xfrm rot="2700000">
              <a:off x="3403109" y="4980537"/>
              <a:ext cx="1450781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6330420H09Rik</a:t>
              </a:r>
            </a:p>
          </p:txBody>
        </p:sp>
        <p:sp>
          <p:nvSpPr>
            <p:cNvPr id="247" name="tx247"/>
            <p:cNvSpPr/>
            <p:nvPr/>
          </p:nvSpPr>
          <p:spPr>
            <a:xfrm rot="2700000">
              <a:off x="3685113" y="4983248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Gm45241</a:t>
              </a:r>
            </a:p>
          </p:txBody>
        </p:sp>
        <p:sp>
          <p:nvSpPr>
            <p:cNvPr id="248" name="tx248"/>
            <p:cNvSpPr/>
            <p:nvPr/>
          </p:nvSpPr>
          <p:spPr>
            <a:xfrm rot="2700000">
              <a:off x="4984068" y="4983248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Gm36737</a:t>
              </a:r>
            </a:p>
          </p:txBody>
        </p:sp>
        <p:sp>
          <p:nvSpPr>
            <p:cNvPr id="249" name="tx249"/>
            <p:cNvSpPr/>
            <p:nvPr/>
          </p:nvSpPr>
          <p:spPr>
            <a:xfrm rot="2700000">
              <a:off x="5086717" y="4980537"/>
              <a:ext cx="1461985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C030029H02Rik</a:t>
              </a:r>
            </a:p>
          </p:txBody>
        </p:sp>
        <p:sp>
          <p:nvSpPr>
            <p:cNvPr id="250" name="tx250"/>
            <p:cNvSpPr/>
            <p:nvPr/>
          </p:nvSpPr>
          <p:spPr>
            <a:xfrm rot="2700000">
              <a:off x="5413893" y="4980537"/>
              <a:ext cx="1468337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C230079O03Rik</a:t>
              </a:r>
            </a:p>
          </p:txBody>
        </p:sp>
        <p:sp>
          <p:nvSpPr>
            <p:cNvPr id="251" name="tx251"/>
            <p:cNvSpPr/>
            <p:nvPr/>
          </p:nvSpPr>
          <p:spPr>
            <a:xfrm rot="2700000">
              <a:off x="5717651" y="4983248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Gm36849</a:t>
              </a:r>
            </a:p>
          </p:txBody>
        </p:sp>
        <p:sp>
          <p:nvSpPr>
            <p:cNvPr id="252" name="tx252"/>
            <p:cNvSpPr/>
            <p:nvPr/>
          </p:nvSpPr>
          <p:spPr>
            <a:xfrm rot="2700000">
              <a:off x="7230483" y="4983248"/>
              <a:ext cx="775808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Gm6249</a:t>
              </a:r>
            </a:p>
          </p:txBody>
        </p:sp>
        <p:sp>
          <p:nvSpPr>
            <p:cNvPr id="253" name="tx253"/>
            <p:cNvSpPr/>
            <p:nvPr/>
          </p:nvSpPr>
          <p:spPr>
            <a:xfrm rot="2700000">
              <a:off x="8120864" y="4955387"/>
              <a:ext cx="517411" cy="1692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Mgmt</a:t>
              </a:r>
            </a:p>
          </p:txBody>
        </p:sp>
        <p:sp>
          <p:nvSpPr>
            <p:cNvPr id="254" name="pl254"/>
            <p:cNvSpPr/>
            <p:nvPr/>
          </p:nvSpPr>
          <p:spPr>
            <a:xfrm>
              <a:off x="444934" y="3262477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tx255"/>
            <p:cNvSpPr/>
            <p:nvPr/>
          </p:nvSpPr>
          <p:spPr>
            <a:xfrm>
              <a:off x="311199" y="6184908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256" name="tx256"/>
            <p:cNvSpPr/>
            <p:nvPr/>
          </p:nvSpPr>
          <p:spPr>
            <a:xfrm>
              <a:off x="311199" y="5288013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257" name="tx257"/>
            <p:cNvSpPr/>
            <p:nvPr/>
          </p:nvSpPr>
          <p:spPr>
            <a:xfrm>
              <a:off x="311199" y="4395646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258" name="tx258"/>
            <p:cNvSpPr/>
            <p:nvPr/>
          </p:nvSpPr>
          <p:spPr>
            <a:xfrm>
              <a:off x="311199" y="3497168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259" name="pl259"/>
            <p:cNvSpPr/>
            <p:nvPr/>
          </p:nvSpPr>
          <p:spPr>
            <a:xfrm>
              <a:off x="410140" y="622722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410140" y="533180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1"/>
            <p:cNvSpPr/>
            <p:nvPr/>
          </p:nvSpPr>
          <p:spPr>
            <a:xfrm>
              <a:off x="410140" y="443638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2"/>
            <p:cNvSpPr/>
            <p:nvPr/>
          </p:nvSpPr>
          <p:spPr>
            <a:xfrm>
              <a:off x="410140" y="354096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263"/>
            <p:cNvSpPr/>
            <p:nvPr/>
          </p:nvSpPr>
          <p:spPr>
            <a:xfrm>
              <a:off x="444934" y="6379450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264"/>
            <p:cNvSpPr/>
            <p:nvPr/>
          </p:nvSpPr>
          <p:spPr>
            <a:xfrm>
              <a:off x="647814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265"/>
            <p:cNvSpPr/>
            <p:nvPr/>
          </p:nvSpPr>
          <p:spPr>
            <a:xfrm>
              <a:off x="2684765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266"/>
            <p:cNvSpPr/>
            <p:nvPr/>
          </p:nvSpPr>
          <p:spPr>
            <a:xfrm>
              <a:off x="4721715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l267"/>
            <p:cNvSpPr/>
            <p:nvPr/>
          </p:nvSpPr>
          <p:spPr>
            <a:xfrm>
              <a:off x="6758665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l268"/>
            <p:cNvSpPr/>
            <p:nvPr/>
          </p:nvSpPr>
          <p:spPr>
            <a:xfrm>
              <a:off x="8795615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tx269"/>
            <p:cNvSpPr/>
            <p:nvPr/>
          </p:nvSpPr>
          <p:spPr>
            <a:xfrm>
              <a:off x="327841" y="6439024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135000000</a:t>
              </a:r>
            </a:p>
          </p:txBody>
        </p:sp>
        <p:sp>
          <p:nvSpPr>
            <p:cNvPr id="270" name="tx270"/>
            <p:cNvSpPr/>
            <p:nvPr/>
          </p:nvSpPr>
          <p:spPr>
            <a:xfrm>
              <a:off x="2364792" y="6439024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135500000</a:t>
              </a:r>
            </a:p>
          </p:txBody>
        </p:sp>
        <p:sp>
          <p:nvSpPr>
            <p:cNvPr id="271" name="tx271"/>
            <p:cNvSpPr/>
            <p:nvPr/>
          </p:nvSpPr>
          <p:spPr>
            <a:xfrm>
              <a:off x="4401742" y="6439024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136000000</a:t>
              </a:r>
            </a:p>
          </p:txBody>
        </p:sp>
        <p:sp>
          <p:nvSpPr>
            <p:cNvPr id="272" name="tx272"/>
            <p:cNvSpPr/>
            <p:nvPr/>
          </p:nvSpPr>
          <p:spPr>
            <a:xfrm>
              <a:off x="6438692" y="6439024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136500000</a:t>
              </a:r>
            </a:p>
          </p:txBody>
        </p:sp>
        <p:sp>
          <p:nvSpPr>
            <p:cNvPr id="273" name="tx273"/>
            <p:cNvSpPr/>
            <p:nvPr/>
          </p:nvSpPr>
          <p:spPr>
            <a:xfrm>
              <a:off x="8475642" y="6439024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137000000</a:t>
              </a:r>
            </a:p>
          </p:txBody>
        </p:sp>
        <p:sp>
          <p:nvSpPr>
            <p:cNvPr id="274" name="tx274"/>
            <p:cNvSpPr/>
            <p:nvPr/>
          </p:nvSpPr>
          <p:spPr>
            <a:xfrm>
              <a:off x="4680378" y="6607038"/>
              <a:ext cx="82674" cy="763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x</a:t>
              </a:r>
            </a:p>
          </p:txBody>
        </p:sp>
        <p:sp>
          <p:nvSpPr>
            <p:cNvPr id="275" name="tx275"/>
            <p:cNvSpPr/>
            <p:nvPr/>
          </p:nvSpPr>
          <p:spPr>
            <a:xfrm rot="-5400000">
              <a:off x="19378" y="4753364"/>
              <a:ext cx="320737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2026-03-09T10:22:05Z</dcterms:modified>
  <cp:category/>
</cp:coreProperties>
</file>